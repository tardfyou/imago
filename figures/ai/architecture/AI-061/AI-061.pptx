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4e4df6603c4082" /><Relationship Type="http://schemas.openxmlformats.org/officeDocument/2006/relationships/extended-properties" Target="/docProps/app.xml" Id="Raa13568d5e104496" /><Relationship Type="http://schemas.openxmlformats.org/officeDocument/2006/relationships/officeDocument" Target="/ppt/presentation.xml" Id="R7b76de781d6149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3842043b22431c"/>
  </p:sldMasterIdLst>
  <p:notesMasterIdLst>
    <p:notesMasterId xmlns:r="http://schemas.openxmlformats.org/officeDocument/2006/relationships" r:id="R2dc5404866fd4f40"/>
  </p:notesMasterIdLst>
  <p:sldIdLst>
    <p:sldId xmlns:r="http://schemas.openxmlformats.org/officeDocument/2006/relationships" id="256" r:id="Rad90c0be04154b7f"/>
  </p:sldIdLst>
  <p:sldSz cx="12687300" cy="5429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f660b64f3c4131" /><Relationship Type="http://schemas.openxmlformats.org/officeDocument/2006/relationships/slideMaster" Target="/ppt/slideMasters/slideMaster1.xml" Id="R693842043b22431c" /><Relationship Type="http://schemas.openxmlformats.org/officeDocument/2006/relationships/notesMaster" Target="/ppt/notesMasters/notesMaster1.xml" Id="R2dc5404866fd4f40" /><Relationship Type="http://schemas.openxmlformats.org/officeDocument/2006/relationships/presProps" Target="/ppt/presProps.xml" Id="R9a95c804fbd04eba" /><Relationship Type="http://schemas.openxmlformats.org/officeDocument/2006/relationships/tableStyles" Target="/ppt/tableStyles.xml" Id="R9eddb6645a0043ac" /><Relationship Type="http://schemas.openxmlformats.org/officeDocument/2006/relationships/slide" Target="/ppt/slides/slide1.xml" Id="Rad90c0be04154b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504ef572764d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3a1428677b4a4c" /><Relationship Type="http://schemas.openxmlformats.org/officeDocument/2006/relationships/notesMaster" Target="/ppt/notesMasters/notesMaster1.xml" Id="Re276c3aaf8ec4c04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素材ID：AI-061</ns1:t>
            </ns1:r>
          </ns1:p>
          <ns1:p>
            <ns1:r>
              <ns1:t>论文：Beyond the Final Actor: Modeling the Dual Roles of Creator and Editor for Fine-Grained LLM-Generated Text Detection</ns1:t>
            </ns1:r>
          </ns1:p>
          <ns1:p>
            <ns1:r>
              <ns1:t>会议：ACL 2026</ns1:t>
            </ns1:r>
          </ns1:p>
          <ns1:p>
            <ns1:r>
              <ns1:t>奖项：Outstanding Paper</ns1:t>
            </ns1:r>
          </ns1:p>
          <ns1:p>
            <ns1:r>
              <ns1:t>图号：Figure 3，PDF第4页</ns1:t>
            </ns1:r>
          </ns1:p>
          <ns1:p>
            <ns1:r>
              <ns1:t>类型：系统架构</ns1:t>
            </ns1:r>
          </ns1:p>
          <ns1:p>
            <ns1:r>
              <ns1:t>借鉴点：上层展示两种文本路径，下层逐一展开修辞树、逻辑图初始化、关系传播和分类读出。</ns1:t>
            </ns1:r>
          </ns1:p>
          <ns1:p>
            <ns1:r>
              <ns1:t>论文URL：https://aclanthology.org/2026.acl-long.235/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ed1cc443aa4b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116503d9de4fc5" /><Relationship Type="http://schemas.openxmlformats.org/officeDocument/2006/relationships/slideLayout" Target="/ppt/slideLayouts/slideLayout1.xml" Id="R6bd02a6e507341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d02a6e507341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97e400bf1450d" /><Relationship Type="http://schemas.openxmlformats.org/officeDocument/2006/relationships/image" Target="/ppt/media/image.png" Id="R4d9bc8899dc4433a" /><Relationship Type="http://schemas.openxmlformats.org/officeDocument/2006/relationships/image" Target="/ppt/media/image2.png" Id="Re1cf7ae94a574d7f" /><Relationship Type="http://schemas.openxmlformats.org/officeDocument/2006/relationships/image" Target="/ppt/media/image3.png" Id="Ra6498582a14d438e" /><Relationship Type="http://schemas.openxmlformats.org/officeDocument/2006/relationships/image" Target="/ppt/media/image4.png" Id="R51f7d76e13624dc3" /><Relationship Type="http://schemas.openxmlformats.org/officeDocument/2006/relationships/image" Target="/ppt/media/image5.png" Id="R1420e95d6eb64412" /><Relationship Type="http://schemas.openxmlformats.org/officeDocument/2006/relationships/image" Target="/ppt/media/image6.png" Id="Rc67b0d26fd66498e" /><Relationship Type="http://schemas.openxmlformats.org/officeDocument/2006/relationships/image" Target="/ppt/media/image7.png" Id="R07466f1768e346e3" /><Relationship Type="http://schemas.openxmlformats.org/officeDocument/2006/relationships/image" Target="/ppt/media/image8.png" Id="R048056874d2f4499" /><Relationship Type="http://schemas.openxmlformats.org/officeDocument/2006/relationships/image" Target="/ppt/media/image9.png" Id="Rd135fe9ea5a94cc0" /><Relationship Type="http://schemas.openxmlformats.org/officeDocument/2006/relationships/image" Target="/ppt/media/image10.png" Id="R3fba58fc34864f83" /><Relationship Type="http://schemas.openxmlformats.org/officeDocument/2006/relationships/image" Target="/ppt/media/image11.png" Id="Rca248402a90a4a10" /><Relationship Type="http://schemas.openxmlformats.org/officeDocument/2006/relationships/image" Target="/ppt/media/image12.png" Id="Rcd612b9a4d3b42c2" /><Relationship Type="http://schemas.openxmlformats.org/officeDocument/2006/relationships/image" Target="/ppt/media/image13.png" Id="R5ec94498328a44d4" /><Relationship Type="http://schemas.openxmlformats.org/officeDocument/2006/relationships/image" Target="/ppt/media/image14.png" Id="Rcbec0ae6dffe434b" /><Relationship Type="http://schemas.openxmlformats.org/officeDocument/2006/relationships/image" Target="/ppt/media/image15.png" Id="R52f270d683d44c49" /><Relationship Type="http://schemas.openxmlformats.org/officeDocument/2006/relationships/image" Target="/ppt/media/image16.png" Id="Re711eb25e5e446a0" /><Relationship Type="http://schemas.openxmlformats.org/officeDocument/2006/relationships/image" Target="/ppt/media/image17.png" Id="R8b54e2d036ae41fb" /><Relationship Type="http://schemas.openxmlformats.org/officeDocument/2006/relationships/image" Target="/ppt/media/image18.png" Id="Rb141eb9587ff4277" /><Relationship Type="http://schemas.openxmlformats.org/officeDocument/2006/relationships/image" Target="/ppt/media/image19.png" Id="R34771ed0d42d4410" /><Relationship Type="http://schemas.openxmlformats.org/officeDocument/2006/relationships/image" Target="/ppt/media/image20.png" Id="Rf002884e34bb4639" /><Relationship Type="http://schemas.openxmlformats.org/officeDocument/2006/relationships/image" Target="/ppt/media/image21.png" Id="R38a4b19e0bdc432d" /><Relationship Type="http://schemas.openxmlformats.org/officeDocument/2006/relationships/image" Target="/ppt/media/image22.png" Id="Rd1e1a9e534f347fa" /><Relationship Type="http://schemas.openxmlformats.org/officeDocument/2006/relationships/image" Target="/ppt/media/image23.png" Id="R357624805c044124" /><Relationship Type="http://schemas.openxmlformats.org/officeDocument/2006/relationships/image" Target="/ppt/media/image24.png" Id="R9565d621c3914e7f" /><Relationship Type="http://schemas.openxmlformats.org/officeDocument/2006/relationships/image" Target="/ppt/media/image25.png" Id="Rbecf24ade5414006" /><Relationship Type="http://schemas.openxmlformats.org/officeDocument/2006/relationships/image" Target="/ppt/media/image26.png" Id="R3b685bdc948a42c7" /><Relationship Type="http://schemas.openxmlformats.org/officeDocument/2006/relationships/image" Target="/ppt/media/image27.png" Id="R282b988739dd43f0" /><Relationship Type="http://schemas.openxmlformats.org/officeDocument/2006/relationships/image" Target="/ppt/media/image28.png" Id="R06bfc95e46a847d9" /><Relationship Type="http://schemas.openxmlformats.org/officeDocument/2006/relationships/image" Target="/ppt/media/image29.png" Id="R25bc327ffde74d09" /><Relationship Type="http://schemas.openxmlformats.org/officeDocument/2006/relationships/image" Target="/ppt/media/image30.png" Id="Rd199c5ed74d14174" /><Relationship Type="http://schemas.openxmlformats.org/officeDocument/2006/relationships/image" Target="/ppt/media/image31.png" Id="Ra9badae972654212" /><Relationship Type="http://schemas.openxmlformats.org/officeDocument/2006/relationships/image" Target="/ppt/media/image32.png" Id="R961c4e6b4a5c4c51" /><Relationship Type="http://schemas.openxmlformats.org/officeDocument/2006/relationships/image" Target="/ppt/media/image33.png" Id="R277506b5f8274e93" /><Relationship Type="http://schemas.openxmlformats.org/officeDocument/2006/relationships/image" Target="/ppt/media/image34.png" Id="R0d762d458fc4449a" /><Relationship Type="http://schemas.openxmlformats.org/officeDocument/2006/relationships/image" Target="/ppt/media/image35.png" Id="Rf8340aff12044f7e" /><Relationship Type="http://schemas.openxmlformats.org/officeDocument/2006/relationships/image" Target="/ppt/media/image36.png" Id="Rd7b2f07bfb604705" /><Relationship Type="http://schemas.openxmlformats.org/officeDocument/2006/relationships/image" Target="/ppt/media/image37.png" Id="Rf14fa492cbf640ee" /><Relationship Type="http://schemas.openxmlformats.org/officeDocument/2006/relationships/image" Target="/ppt/media/image38.png" Id="R5c482a8f3b0742d4" /><Relationship Type="http://schemas.openxmlformats.org/officeDocument/2006/relationships/image" Target="/ppt/media/image39.png" Id="Rd51110de7e954f05" /><Relationship Type="http://schemas.openxmlformats.org/officeDocument/2006/relationships/image" Target="/ppt/media/image40.png" Id="R98d933cc59b54265" /><Relationship Type="http://schemas.openxmlformats.org/officeDocument/2006/relationships/image" Target="/ppt/media/image41.png" Id="Rb782d7ce20e2464d" /><Relationship Type="http://schemas.openxmlformats.org/officeDocument/2006/relationships/image" Target="/ppt/media/image42.png" Id="R7a0742600e37469b" /><Relationship Type="http://schemas.openxmlformats.org/officeDocument/2006/relationships/image" Target="/ppt/media/image43.png" Id="Ra730f3d90a3d4f20" /><Relationship Type="http://schemas.openxmlformats.org/officeDocument/2006/relationships/image" Target="/ppt/media/image44.png" Id="R6f13a57aebbb4898" /><Relationship Type="http://schemas.openxmlformats.org/officeDocument/2006/relationships/image" Target="/ppt/media/image45.png" Id="R987637e1c7614ecc" /><Relationship Type="http://schemas.openxmlformats.org/officeDocument/2006/relationships/image" Target="/ppt/media/image46.png" Id="R61eeb1acdc0e4232" /><Relationship Type="http://schemas.openxmlformats.org/officeDocument/2006/relationships/image" Target="/ppt/media/image47.png" Id="R9177c2f53ac04c12" /><Relationship Type="http://schemas.openxmlformats.org/officeDocument/2006/relationships/image" Target="/ppt/media/image48.png" Id="R386476c722a74fc5" /><Relationship Type="http://schemas.openxmlformats.org/officeDocument/2006/relationships/image" Target="/ppt/media/image49.png" Id="Rdc07bcf574cc44ae" /><Relationship Type="http://schemas.openxmlformats.org/officeDocument/2006/relationships/image" Target="/ppt/media/image50.png" Id="R9880d28167634c32" /><Relationship Type="http://schemas.openxmlformats.org/officeDocument/2006/relationships/image" Target="/ppt/media/image51.png" Id="Rdc02181004b34360" /><Relationship Type="http://schemas.openxmlformats.org/officeDocument/2006/relationships/image" Target="/ppt/media/image52.png" Id="R9c2b9ca912a14490" /><Relationship Type="http://schemas.openxmlformats.org/officeDocument/2006/relationships/image" Target="/ppt/media/image53.png" Id="Rd5a79e31567b4dbe" /><Relationship Type="http://schemas.openxmlformats.org/officeDocument/2006/relationships/image" Target="/ppt/media/image54.png" Id="R64fe4351ffaf4002" /><Relationship Type="http://schemas.openxmlformats.org/officeDocument/2006/relationships/image" Target="/ppt/media/image55.png" Id="R3cfc6b7119de4451" /><Relationship Type="http://schemas.openxmlformats.org/officeDocument/2006/relationships/notesSlide" Target="/ppt/notesSlides/notesSlide1.xml" Id="R56c999b64bcc4a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755CB-5A76-463D-83C9-977C2091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22"/>
            <a:ext cx="12687300" cy="5405128"/>
          </a:xfrm>
          <a:custGeom xmlns:a="http://schemas.openxmlformats.org/drawingml/2006/main">
            <a:pathLst>
              <a:path w="12687300" h="5405128">
                <a:moveTo>
                  <a:pt x="12687300" y="0"/>
                </a:moveTo>
                <a:lnTo>
                  <a:pt x="0" y="0"/>
                </a:lnTo>
                <a:lnTo>
                  <a:pt x="0" y="5405128"/>
                </a:lnTo>
                <a:lnTo>
                  <a:pt x="12687300" y="5405128"/>
                </a:lnTo>
                <a:lnTo>
                  <a:pt x="12687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bc8899dc4433a"/>
          <a:stretch xmlns:a="http://schemas.openxmlformats.org/drawingml/2006/main"/>
        </p:blipFill>
        <p:spPr>
          <a:xfrm xmlns:a="http://schemas.openxmlformats.org/drawingml/2006/main">
            <a:off x="7633208" y="2147512"/>
            <a:ext cx="3172769" cy="1320345"/>
          </a:xfrm>
          <a:prstGeom xmlns:a="http://schemas.openxmlformats.org/drawingml/2006/main" prst="rect">
            <a:avLst/>
          </a:prstGeom>
        </p:spPr>
      </p:pic>
      <p:pic>
        <p:nvPicPr>
          <p:cNvPr id="7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f7ae94a574d7f"/>
          <a:stretch xmlns:a="http://schemas.openxmlformats.org/drawingml/2006/main"/>
        </p:blipFill>
        <p:spPr>
          <a:xfrm xmlns:a="http://schemas.openxmlformats.org/drawingml/2006/main">
            <a:off x="10658175" y="2147642"/>
            <a:ext cx="2029125" cy="802785"/>
          </a:xfrm>
          <a:prstGeom xmlns:a="http://schemas.openxmlformats.org/drawingml/2006/main" prst="rect">
            <a:avLst/>
          </a:prstGeom>
        </p:spPr>
      </p:pic>
      <p:pic>
        <p:nvPicPr>
          <p:cNvPr id="7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98582a14d438e"/>
          <a:stretch xmlns:a="http://schemas.openxmlformats.org/drawingml/2006/main"/>
        </p:blipFill>
        <p:spPr>
          <a:xfrm xmlns:a="http://schemas.openxmlformats.org/drawingml/2006/main">
            <a:off x="3115461" y="2132731"/>
            <a:ext cx="4325606" cy="783339"/>
          </a:xfrm>
          <a:prstGeom xmlns:a="http://schemas.openxmlformats.org/drawingml/2006/main" prst="rect">
            <a:avLst/>
          </a:prstGeom>
        </p:spPr>
      </p:pic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026FF-39D7-47B4-959B-C382F745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088" y="1280832"/>
            <a:ext cx="1990369" cy="1295711"/>
          </a:xfrm>
          <a:custGeom xmlns:a="http://schemas.openxmlformats.org/drawingml/2006/main">
            <a:pathLst>
              <a:path w="1990369" h="1295711">
                <a:moveTo>
                  <a:pt x="0" y="147191"/>
                </a:moveTo>
                <a:cubicBezTo>
                  <a:pt x="0" y="65899"/>
                  <a:pt x="65899" y="0"/>
                  <a:pt x="147191" y="0"/>
                </a:cubicBezTo>
                <a:lnTo>
                  <a:pt x="1843176" y="0"/>
                </a:lnTo>
                <a:cubicBezTo>
                  <a:pt x="1924468" y="0"/>
                  <a:pt x="1990369" y="65899"/>
                  <a:pt x="1990369" y="147191"/>
                </a:cubicBezTo>
                <a:lnTo>
                  <a:pt x="1990369" y="1148518"/>
                </a:lnTo>
                <a:cubicBezTo>
                  <a:pt x="1990369" y="1229810"/>
                  <a:pt x="1924468" y="1295711"/>
                  <a:pt x="1843176" y="1295711"/>
                </a:cubicBezTo>
                <a:lnTo>
                  <a:pt x="147191" y="1295711"/>
                </a:lnTo>
                <a:cubicBezTo>
                  <a:pt x="65899" y="1295711"/>
                  <a:pt x="0" y="1229810"/>
                  <a:pt x="0" y="1148518"/>
                </a:cubicBezTo>
                <a:lnTo>
                  <a:pt x="0" y="1471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56752-F22E-46B5-B5C7-ED67C5E6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088" y="1280832"/>
            <a:ext cx="1990370" cy="1295711"/>
          </a:xfrm>
          <a:custGeom xmlns:a="http://schemas.openxmlformats.org/drawingml/2006/main">
            <a:pathLst>
              <a:path w="1990370" h="1295711" fill="none">
                <a:moveTo>
                  <a:pt x="0" y="147193"/>
                </a:moveTo>
                <a:cubicBezTo>
                  <a:pt x="0" y="65900"/>
                  <a:pt x="65900" y="0"/>
                  <a:pt x="147192" y="0"/>
                </a:cubicBezTo>
                <a:lnTo>
                  <a:pt x="1843177" y="0"/>
                </a:lnTo>
                <a:cubicBezTo>
                  <a:pt x="1924470" y="0"/>
                  <a:pt x="1990370" y="65900"/>
                  <a:pt x="1990370" y="147193"/>
                </a:cubicBezTo>
                <a:lnTo>
                  <a:pt x="1990370" y="1148519"/>
                </a:lnTo>
                <a:cubicBezTo>
                  <a:pt x="1990370" y="1229811"/>
                  <a:pt x="1924470" y="1295711"/>
                  <a:pt x="1843177" y="1295711"/>
                </a:cubicBezTo>
                <a:lnTo>
                  <a:pt x="147192" y="1295711"/>
                </a:lnTo>
                <a:cubicBezTo>
                  <a:pt x="65900" y="1295711"/>
                  <a:pt x="0" y="1229811"/>
                  <a:pt x="0" y="1148519"/>
                </a:cubicBezTo>
                <a:lnTo>
                  <a:pt x="0" y="1471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custDash>
              <a:ds d="400000" sp="300000"/>
            </a:custDash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191FC5-ADB9-4AEA-996A-555BF427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667" y="1541944"/>
            <a:ext cx="2630834" cy="995185"/>
          </a:xfrm>
          <a:custGeom xmlns:a="http://schemas.openxmlformats.org/drawingml/2006/main">
            <a:pathLst>
              <a:path w="2630834" h="995185">
                <a:moveTo>
                  <a:pt x="0" y="113054"/>
                </a:moveTo>
                <a:cubicBezTo>
                  <a:pt x="0" y="50616"/>
                  <a:pt x="50614" y="0"/>
                  <a:pt x="113052" y="0"/>
                </a:cubicBezTo>
                <a:lnTo>
                  <a:pt x="2517780" y="0"/>
                </a:lnTo>
                <a:cubicBezTo>
                  <a:pt x="2580220" y="0"/>
                  <a:pt x="2630834" y="50616"/>
                  <a:pt x="2630834" y="113054"/>
                </a:cubicBezTo>
                <a:lnTo>
                  <a:pt x="2630834" y="882131"/>
                </a:lnTo>
                <a:cubicBezTo>
                  <a:pt x="2630834" y="944570"/>
                  <a:pt x="2580220" y="995185"/>
                  <a:pt x="2517780" y="995185"/>
                </a:cubicBezTo>
                <a:lnTo>
                  <a:pt x="113052" y="995185"/>
                </a:lnTo>
                <a:cubicBezTo>
                  <a:pt x="50614" y="995185"/>
                  <a:pt x="0" y="944570"/>
                  <a:pt x="0" y="882131"/>
                </a:cubicBezTo>
                <a:lnTo>
                  <a:pt x="0" y="1130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9E148F-4E8E-46A2-82FA-9EB5D3AE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667" y="1541944"/>
            <a:ext cx="2630836" cy="995186"/>
          </a:xfrm>
          <a:custGeom xmlns:a="http://schemas.openxmlformats.org/drawingml/2006/main">
            <a:pathLst>
              <a:path w="2630836" h="995186" fill="none">
                <a:moveTo>
                  <a:pt x="0" y="113054"/>
                </a:moveTo>
                <a:cubicBezTo>
                  <a:pt x="0" y="50616"/>
                  <a:pt x="50616" y="0"/>
                  <a:pt x="113053" y="0"/>
                </a:cubicBezTo>
                <a:lnTo>
                  <a:pt x="2517782" y="0"/>
                </a:lnTo>
                <a:cubicBezTo>
                  <a:pt x="2580220" y="0"/>
                  <a:pt x="2630836" y="50616"/>
                  <a:pt x="2630836" y="113054"/>
                </a:cubicBezTo>
                <a:lnTo>
                  <a:pt x="2630836" y="882132"/>
                </a:lnTo>
                <a:cubicBezTo>
                  <a:pt x="2630836" y="944570"/>
                  <a:pt x="2580220" y="995186"/>
                  <a:pt x="2517782" y="995186"/>
                </a:cubicBezTo>
                <a:lnTo>
                  <a:pt x="113053" y="995186"/>
                </a:lnTo>
                <a:cubicBezTo>
                  <a:pt x="50616" y="995186"/>
                  <a:pt x="0" y="944570"/>
                  <a:pt x="0" y="882132"/>
                </a:cubicBezTo>
                <a:lnTo>
                  <a:pt x="0" y="1130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custDash>
              <a:ds d="400000" sp="300000"/>
            </a:custDash>
            <a:miter/>
          </a:ln>
        </p:spPr>
      </p:sp>
      <p:pic>
        <p:nvPicPr>
          <p:cNvPr id="7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7d76e13624dc3"/>
          <a:stretch xmlns:a="http://schemas.openxmlformats.org/drawingml/2006/main"/>
        </p:blipFill>
        <p:spPr>
          <a:xfrm xmlns:a="http://schemas.openxmlformats.org/drawingml/2006/main">
            <a:off x="115125" y="2147512"/>
            <a:ext cx="3305788" cy="803045"/>
          </a:xfrm>
          <a:prstGeom xmlns:a="http://schemas.openxmlformats.org/drawingml/2006/main" prst="rect">
            <a:avLst/>
          </a:prstGeom>
        </p:spPr>
      </p:pic>
      <p:pic>
        <p:nvPicPr>
          <p:cNvPr id="7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0e95d6eb64412"/>
          <a:stretch xmlns:a="http://schemas.openxmlformats.org/drawingml/2006/main"/>
        </p:blipFill>
        <p:spPr>
          <a:xfrm xmlns:a="http://schemas.openxmlformats.org/drawingml/2006/main">
            <a:off x="10564570" y="2783463"/>
            <a:ext cx="2122730" cy="2644793"/>
          </a:xfrm>
          <a:prstGeom xmlns:a="http://schemas.openxmlformats.org/drawingml/2006/main" prst="rect">
            <a:avLst/>
          </a:prstGeom>
        </p:spPr>
      </p:pic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1E17D-5839-4DCE-9D1F-07C68F3C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44" y="2837655"/>
            <a:ext cx="1990369" cy="2502743"/>
          </a:xfrm>
          <a:custGeom xmlns:a="http://schemas.openxmlformats.org/drawingml/2006/main">
            <a:pathLst>
              <a:path w="1990369" h="2502743">
                <a:moveTo>
                  <a:pt x="0" y="102744"/>
                </a:moveTo>
                <a:cubicBezTo>
                  <a:pt x="0" y="45999"/>
                  <a:pt x="45999" y="0"/>
                  <a:pt x="102741" y="0"/>
                </a:cubicBezTo>
                <a:lnTo>
                  <a:pt x="1887626" y="0"/>
                </a:lnTo>
                <a:cubicBezTo>
                  <a:pt x="1944370" y="0"/>
                  <a:pt x="1990369" y="45999"/>
                  <a:pt x="1990369" y="102744"/>
                </a:cubicBezTo>
                <a:lnTo>
                  <a:pt x="1990369" y="2400000"/>
                </a:lnTo>
                <a:cubicBezTo>
                  <a:pt x="1990369" y="2456744"/>
                  <a:pt x="1944370" y="2502743"/>
                  <a:pt x="1887626" y="2502743"/>
                </a:cubicBezTo>
                <a:lnTo>
                  <a:pt x="102741" y="2502743"/>
                </a:lnTo>
                <a:cubicBezTo>
                  <a:pt x="45999" y="2502743"/>
                  <a:pt x="0" y="2456744"/>
                  <a:pt x="0" y="2400000"/>
                </a:cubicBezTo>
                <a:lnTo>
                  <a:pt x="0" y="102744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b0d26fd66498e"/>
          <a:stretch xmlns:a="http://schemas.openxmlformats.org/drawingml/2006/main"/>
        </p:blipFill>
        <p:spPr>
          <a:xfrm xmlns:a="http://schemas.openxmlformats.org/drawingml/2006/main">
            <a:off x="10677883" y="4241342"/>
            <a:ext cx="1901690" cy="1024745"/>
          </a:xfrm>
          <a:prstGeom xmlns:a="http://schemas.openxmlformats.org/drawingml/2006/main" prst="rect">
            <a:avLst/>
          </a:prstGeom>
        </p:spPr>
      </p:pic>
      <p:pic>
        <p:nvPicPr>
          <p:cNvPr id="7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66f1768e346e3"/>
          <a:stretch xmlns:a="http://schemas.openxmlformats.org/drawingml/2006/main"/>
        </p:blipFill>
        <p:spPr>
          <a:xfrm xmlns:a="http://schemas.openxmlformats.org/drawingml/2006/main">
            <a:off x="95419" y="78315"/>
            <a:ext cx="2581569" cy="2512596"/>
          </a:xfrm>
          <a:prstGeom xmlns:a="http://schemas.openxmlformats.org/drawingml/2006/main" prst="rect">
            <a:avLst/>
          </a:prstGeom>
        </p:spPr>
      </p:pic>
      <p:pic>
        <p:nvPicPr>
          <p:cNvPr id="7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056874d2f4499"/>
          <a:stretch xmlns:a="http://schemas.openxmlformats.org/drawingml/2006/main"/>
        </p:blipFill>
        <p:spPr>
          <a:xfrm xmlns:a="http://schemas.openxmlformats.org/drawingml/2006/main">
            <a:off x="26445" y="2768270"/>
            <a:ext cx="2985556" cy="2640690"/>
          </a:xfrm>
          <a:prstGeom xmlns:a="http://schemas.openxmlformats.org/drawingml/2006/main" prst="rect">
            <a:avLst/>
          </a:prstGeom>
        </p:spPr>
      </p:pic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723681-E0A7-4E91-8435-16977251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8" y="2837655"/>
            <a:ext cx="2847608" cy="2502743"/>
          </a:xfrm>
          <a:custGeom xmlns:a="http://schemas.openxmlformats.org/drawingml/2006/main">
            <a:pathLst>
              <a:path w="2847608" h="2502743">
                <a:moveTo>
                  <a:pt x="0" y="113675"/>
                </a:moveTo>
                <a:cubicBezTo>
                  <a:pt x="0" y="50894"/>
                  <a:pt x="50894" y="0"/>
                  <a:pt x="113674" y="0"/>
                </a:cubicBezTo>
                <a:lnTo>
                  <a:pt x="2733935" y="0"/>
                </a:lnTo>
                <a:cubicBezTo>
                  <a:pt x="2796716" y="0"/>
                  <a:pt x="2847608" y="50894"/>
                  <a:pt x="2847608" y="113675"/>
                </a:cubicBezTo>
                <a:lnTo>
                  <a:pt x="2847608" y="2389069"/>
                </a:lnTo>
                <a:cubicBezTo>
                  <a:pt x="2847608" y="2451850"/>
                  <a:pt x="2796716" y="2502743"/>
                  <a:pt x="2733935" y="2502743"/>
                </a:cubicBezTo>
                <a:lnTo>
                  <a:pt x="113674" y="2502743"/>
                </a:lnTo>
                <a:cubicBezTo>
                  <a:pt x="50894" y="2502743"/>
                  <a:pt x="0" y="2451850"/>
                  <a:pt x="0" y="2389069"/>
                </a:cubicBezTo>
                <a:lnTo>
                  <a:pt x="0" y="113675"/>
                </a:lnTo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F43A7-A630-48AA-8415-44CD1D80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31" y="1394145"/>
            <a:ext cx="2251484" cy="1054303"/>
          </a:xfrm>
          <a:custGeom xmlns:a="http://schemas.openxmlformats.org/drawingml/2006/main">
            <a:pathLst>
              <a:path w="2251484" h="1054303">
                <a:moveTo>
                  <a:pt x="0" y="132198"/>
                </a:moveTo>
                <a:cubicBezTo>
                  <a:pt x="0" y="59186"/>
                  <a:pt x="59187" y="0"/>
                  <a:pt x="132198" y="0"/>
                </a:cubicBezTo>
                <a:lnTo>
                  <a:pt x="2119284" y="0"/>
                </a:lnTo>
                <a:cubicBezTo>
                  <a:pt x="2192296" y="0"/>
                  <a:pt x="2251484" y="59186"/>
                  <a:pt x="2251484" y="132198"/>
                </a:cubicBezTo>
                <a:lnTo>
                  <a:pt x="2251484" y="922105"/>
                </a:lnTo>
                <a:cubicBezTo>
                  <a:pt x="2251484" y="995117"/>
                  <a:pt x="2192296" y="1054303"/>
                  <a:pt x="2119284" y="1054303"/>
                </a:cubicBezTo>
                <a:lnTo>
                  <a:pt x="132198" y="1054303"/>
                </a:lnTo>
                <a:cubicBezTo>
                  <a:pt x="59187" y="1054303"/>
                  <a:pt x="0" y="995117"/>
                  <a:pt x="0" y="922105"/>
                </a:cubicBezTo>
                <a:lnTo>
                  <a:pt x="0" y="13219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Ibelievethatdriverlesscar">
            <a:extLst xmlns:a="http://schemas.openxmlformats.org/drawingml/2006/main">
              <a:ext uri="{FF2B5EF4-FFF2-40B4-BE49-F238E27FC236}">
                <a16:creationId xmlns:a16="http://schemas.microsoft.com/office/drawing/2014/main" id="{C54ACC1A-09C9-4EB2-9CD6-BCFCEEA3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60" y="1426616"/>
            <a:ext cx="2043085" cy="112829"/>
          </a:xfrm>
          <a:custGeom xmlns:a="http://schemas.openxmlformats.org/drawingml/2006/main">
            <a:pathLst>
              <a:path w="2043085" h="112829">
                <a:moveTo>
                  <a:pt x="17027" y="27695"/>
                </a:moveTo>
                <a:cubicBezTo>
                  <a:pt x="17027" y="24438"/>
                  <a:pt x="16843" y="21653"/>
                  <a:pt x="16476" y="19340"/>
                </a:cubicBezTo>
                <a:cubicBezTo>
                  <a:pt x="16109" y="17028"/>
                  <a:pt x="15399" y="15136"/>
                  <a:pt x="14347" y="13665"/>
                </a:cubicBezTo>
                <a:cubicBezTo>
                  <a:pt x="13297" y="12193"/>
                  <a:pt x="11799" y="11063"/>
                  <a:pt x="9853" y="10276"/>
                </a:cubicBezTo>
                <a:cubicBezTo>
                  <a:pt x="7910" y="9487"/>
                  <a:pt x="5308" y="8987"/>
                  <a:pt x="2050" y="8777"/>
                </a:cubicBezTo>
                <a:cubicBezTo>
                  <a:pt x="1419" y="8777"/>
                  <a:pt x="946" y="8489"/>
                  <a:pt x="630" y="7911"/>
                </a:cubicBezTo>
                <a:cubicBezTo>
                  <a:pt x="316" y="7332"/>
                  <a:pt x="159" y="6728"/>
                  <a:pt x="159" y="6097"/>
                </a:cubicBezTo>
                <a:cubicBezTo>
                  <a:pt x="159" y="5467"/>
                  <a:pt x="316" y="4889"/>
                  <a:pt x="630" y="4363"/>
                </a:cubicBezTo>
                <a:cubicBezTo>
                  <a:pt x="946" y="3837"/>
                  <a:pt x="1419" y="3574"/>
                  <a:pt x="2050" y="3574"/>
                </a:cubicBezTo>
                <a:cubicBezTo>
                  <a:pt x="5414" y="3574"/>
                  <a:pt x="9250" y="3732"/>
                  <a:pt x="13558" y="4048"/>
                </a:cubicBezTo>
                <a:cubicBezTo>
                  <a:pt x="17867" y="4362"/>
                  <a:pt x="21914" y="4519"/>
                  <a:pt x="25699" y="4519"/>
                </a:cubicBezTo>
                <a:cubicBezTo>
                  <a:pt x="27906" y="4519"/>
                  <a:pt x="29981" y="4467"/>
                  <a:pt x="31925" y="4363"/>
                </a:cubicBezTo>
                <a:cubicBezTo>
                  <a:pt x="33870" y="4257"/>
                  <a:pt x="35762" y="4152"/>
                  <a:pt x="37602" y="4048"/>
                </a:cubicBezTo>
                <a:cubicBezTo>
                  <a:pt x="39441" y="3942"/>
                  <a:pt x="41306" y="3837"/>
                  <a:pt x="43197" y="3733"/>
                </a:cubicBezTo>
                <a:cubicBezTo>
                  <a:pt x="45090" y="3627"/>
                  <a:pt x="47139" y="3574"/>
                  <a:pt x="49346" y="3574"/>
                </a:cubicBezTo>
                <a:cubicBezTo>
                  <a:pt x="49976" y="3574"/>
                  <a:pt x="50423" y="3837"/>
                  <a:pt x="50686" y="4363"/>
                </a:cubicBezTo>
                <a:cubicBezTo>
                  <a:pt x="50949" y="4889"/>
                  <a:pt x="51054" y="5467"/>
                  <a:pt x="51001" y="6097"/>
                </a:cubicBezTo>
                <a:cubicBezTo>
                  <a:pt x="50950" y="6728"/>
                  <a:pt x="50766" y="7332"/>
                  <a:pt x="50450" y="7911"/>
                </a:cubicBezTo>
                <a:cubicBezTo>
                  <a:pt x="50134" y="8489"/>
                  <a:pt x="49714" y="8777"/>
                  <a:pt x="49190" y="8777"/>
                </a:cubicBezTo>
                <a:cubicBezTo>
                  <a:pt x="45931" y="8987"/>
                  <a:pt x="43303" y="9434"/>
                  <a:pt x="41306" y="10117"/>
                </a:cubicBezTo>
                <a:cubicBezTo>
                  <a:pt x="39310" y="10800"/>
                  <a:pt x="37785" y="11852"/>
                  <a:pt x="36733" y="13271"/>
                </a:cubicBezTo>
                <a:cubicBezTo>
                  <a:pt x="35683" y="14689"/>
                  <a:pt x="35000" y="16554"/>
                  <a:pt x="34684" y="18866"/>
                </a:cubicBezTo>
                <a:cubicBezTo>
                  <a:pt x="34370" y="21179"/>
                  <a:pt x="34212" y="24122"/>
                  <a:pt x="34212" y="27695"/>
                </a:cubicBezTo>
                <a:lnTo>
                  <a:pt x="34212" y="89495"/>
                </a:lnTo>
                <a:cubicBezTo>
                  <a:pt x="34212" y="92963"/>
                  <a:pt x="34422" y="95671"/>
                  <a:pt x="34843" y="97616"/>
                </a:cubicBezTo>
                <a:cubicBezTo>
                  <a:pt x="35263" y="99560"/>
                  <a:pt x="36025" y="101057"/>
                  <a:pt x="37128" y="102110"/>
                </a:cubicBezTo>
                <a:cubicBezTo>
                  <a:pt x="38231" y="103160"/>
                  <a:pt x="39781" y="103922"/>
                  <a:pt x="41778" y="104395"/>
                </a:cubicBezTo>
                <a:cubicBezTo>
                  <a:pt x="43776" y="104866"/>
                  <a:pt x="46352" y="105260"/>
                  <a:pt x="49505" y="105576"/>
                </a:cubicBezTo>
                <a:cubicBezTo>
                  <a:pt x="50135" y="105682"/>
                  <a:pt x="50634" y="106023"/>
                  <a:pt x="51001" y="106601"/>
                </a:cubicBezTo>
                <a:cubicBezTo>
                  <a:pt x="51370" y="107178"/>
                  <a:pt x="51554" y="107783"/>
                  <a:pt x="51554" y="108415"/>
                </a:cubicBezTo>
                <a:cubicBezTo>
                  <a:pt x="51554" y="109045"/>
                  <a:pt x="51370" y="109622"/>
                  <a:pt x="51001" y="110147"/>
                </a:cubicBezTo>
                <a:cubicBezTo>
                  <a:pt x="50634" y="110673"/>
                  <a:pt x="50082" y="110936"/>
                  <a:pt x="49346" y="110936"/>
                </a:cubicBezTo>
                <a:cubicBezTo>
                  <a:pt x="45143" y="110936"/>
                  <a:pt x="41123" y="110726"/>
                  <a:pt x="37287" y="110305"/>
                </a:cubicBezTo>
                <a:cubicBezTo>
                  <a:pt x="33451" y="109885"/>
                  <a:pt x="29640" y="109675"/>
                  <a:pt x="25855" y="109675"/>
                </a:cubicBezTo>
                <a:cubicBezTo>
                  <a:pt x="21862" y="109675"/>
                  <a:pt x="17737" y="109885"/>
                  <a:pt x="13481" y="110305"/>
                </a:cubicBezTo>
                <a:cubicBezTo>
                  <a:pt x="9225" y="110726"/>
                  <a:pt x="5362" y="110936"/>
                  <a:pt x="1893" y="110936"/>
                </a:cubicBezTo>
                <a:cubicBezTo>
                  <a:pt x="1263" y="110936"/>
                  <a:pt x="790" y="110673"/>
                  <a:pt x="474" y="110147"/>
                </a:cubicBezTo>
                <a:cubicBezTo>
                  <a:pt x="158" y="109622"/>
                  <a:pt x="0" y="109045"/>
                  <a:pt x="0" y="108415"/>
                </a:cubicBezTo>
                <a:cubicBezTo>
                  <a:pt x="0" y="107783"/>
                  <a:pt x="158" y="107178"/>
                  <a:pt x="474" y="106601"/>
                </a:cubicBezTo>
                <a:cubicBezTo>
                  <a:pt x="790" y="106023"/>
                  <a:pt x="1263" y="105682"/>
                  <a:pt x="1893" y="105576"/>
                </a:cubicBezTo>
                <a:cubicBezTo>
                  <a:pt x="5150" y="105260"/>
                  <a:pt x="7751" y="104866"/>
                  <a:pt x="9695" y="104395"/>
                </a:cubicBezTo>
                <a:cubicBezTo>
                  <a:pt x="11640" y="103922"/>
                  <a:pt x="13164" y="103160"/>
                  <a:pt x="14268" y="102110"/>
                </a:cubicBezTo>
                <a:cubicBezTo>
                  <a:pt x="15373" y="101057"/>
                  <a:pt x="16109" y="99560"/>
                  <a:pt x="16476" y="97616"/>
                </a:cubicBezTo>
                <a:cubicBezTo>
                  <a:pt x="16843" y="95671"/>
                  <a:pt x="17027" y="92963"/>
                  <a:pt x="17027" y="89495"/>
                </a:cubicBezTo>
                <a:lnTo>
                  <a:pt x="17027" y="27695"/>
                </a:lnTo>
                <a:close/>
                <a:moveTo>
                  <a:pt x="170487" y="94224"/>
                </a:moveTo>
                <a:cubicBezTo>
                  <a:pt x="170487" y="94856"/>
                  <a:pt x="170854" y="95802"/>
                  <a:pt x="171589" y="97063"/>
                </a:cubicBezTo>
                <a:cubicBezTo>
                  <a:pt x="172325" y="98323"/>
                  <a:pt x="173350" y="99532"/>
                  <a:pt x="174663" y="100688"/>
                </a:cubicBezTo>
                <a:cubicBezTo>
                  <a:pt x="175978" y="101844"/>
                  <a:pt x="177555" y="102869"/>
                  <a:pt x="179393" y="103762"/>
                </a:cubicBezTo>
                <a:cubicBezTo>
                  <a:pt x="181232" y="104655"/>
                  <a:pt x="183256" y="105102"/>
                  <a:pt x="185464" y="105102"/>
                </a:cubicBezTo>
                <a:cubicBezTo>
                  <a:pt x="189248" y="105102"/>
                  <a:pt x="192401" y="104235"/>
                  <a:pt x="194923" y="102502"/>
                </a:cubicBezTo>
                <a:cubicBezTo>
                  <a:pt x="197446" y="100768"/>
                  <a:pt x="199443" y="98403"/>
                  <a:pt x="200913" y="95408"/>
                </a:cubicBezTo>
                <a:cubicBezTo>
                  <a:pt x="202385" y="92412"/>
                  <a:pt x="203410" y="88969"/>
                  <a:pt x="203988" y="85080"/>
                </a:cubicBezTo>
                <a:cubicBezTo>
                  <a:pt x="204565" y="81191"/>
                  <a:pt x="204854" y="77093"/>
                  <a:pt x="204854" y="72785"/>
                </a:cubicBezTo>
                <a:cubicBezTo>
                  <a:pt x="204854" y="69106"/>
                  <a:pt x="204643" y="65664"/>
                  <a:pt x="204223" y="62458"/>
                </a:cubicBezTo>
                <a:cubicBezTo>
                  <a:pt x="203803" y="59252"/>
                  <a:pt x="203041" y="56441"/>
                  <a:pt x="201938" y="54024"/>
                </a:cubicBezTo>
                <a:cubicBezTo>
                  <a:pt x="200835" y="51606"/>
                  <a:pt x="199285" y="49688"/>
                  <a:pt x="197288" y="48270"/>
                </a:cubicBezTo>
                <a:cubicBezTo>
                  <a:pt x="195291" y="46851"/>
                  <a:pt x="192664" y="46141"/>
                  <a:pt x="189405" y="46141"/>
                </a:cubicBezTo>
                <a:cubicBezTo>
                  <a:pt x="186672" y="46141"/>
                  <a:pt x="184149" y="46667"/>
                  <a:pt x="181837" y="47719"/>
                </a:cubicBezTo>
                <a:cubicBezTo>
                  <a:pt x="179524" y="48769"/>
                  <a:pt x="177527" y="50031"/>
                  <a:pt x="175844" y="51503"/>
                </a:cubicBezTo>
                <a:cubicBezTo>
                  <a:pt x="174164" y="52974"/>
                  <a:pt x="172850" y="54602"/>
                  <a:pt x="171904" y="56389"/>
                </a:cubicBezTo>
                <a:cubicBezTo>
                  <a:pt x="170960" y="58175"/>
                  <a:pt x="170487" y="59752"/>
                  <a:pt x="170487" y="61118"/>
                </a:cubicBezTo>
                <a:lnTo>
                  <a:pt x="170487" y="94224"/>
                </a:lnTo>
                <a:moveTo>
                  <a:pt x="155666" y="30060"/>
                </a:moveTo>
                <a:cubicBezTo>
                  <a:pt x="155666" y="25540"/>
                  <a:pt x="155613" y="21914"/>
                  <a:pt x="155508" y="19181"/>
                </a:cubicBezTo>
                <a:cubicBezTo>
                  <a:pt x="155403" y="16449"/>
                  <a:pt x="155010" y="14373"/>
                  <a:pt x="154326" y="12956"/>
                </a:cubicBezTo>
                <a:cubicBezTo>
                  <a:pt x="153643" y="11536"/>
                  <a:pt x="152566" y="10564"/>
                  <a:pt x="151093" y="10038"/>
                </a:cubicBezTo>
                <a:cubicBezTo>
                  <a:pt x="149623" y="9512"/>
                  <a:pt x="147521" y="9092"/>
                  <a:pt x="144788" y="8777"/>
                </a:cubicBezTo>
                <a:cubicBezTo>
                  <a:pt x="144264" y="8777"/>
                  <a:pt x="143870" y="8515"/>
                  <a:pt x="143607" y="7991"/>
                </a:cubicBezTo>
                <a:cubicBezTo>
                  <a:pt x="143344" y="7465"/>
                  <a:pt x="143186" y="6939"/>
                  <a:pt x="143133" y="6413"/>
                </a:cubicBezTo>
                <a:cubicBezTo>
                  <a:pt x="143080" y="5886"/>
                  <a:pt x="143185" y="5361"/>
                  <a:pt x="143448" y="4837"/>
                </a:cubicBezTo>
                <a:cubicBezTo>
                  <a:pt x="143711" y="4311"/>
                  <a:pt x="144158" y="4048"/>
                  <a:pt x="144788" y="4048"/>
                </a:cubicBezTo>
                <a:cubicBezTo>
                  <a:pt x="147837" y="3838"/>
                  <a:pt x="151279" y="3523"/>
                  <a:pt x="155115" y="3102"/>
                </a:cubicBezTo>
                <a:cubicBezTo>
                  <a:pt x="158952" y="2681"/>
                  <a:pt x="162814" y="1892"/>
                  <a:pt x="166703" y="738"/>
                </a:cubicBezTo>
                <a:cubicBezTo>
                  <a:pt x="168174" y="316"/>
                  <a:pt x="169146" y="395"/>
                  <a:pt x="169619" y="973"/>
                </a:cubicBezTo>
                <a:cubicBezTo>
                  <a:pt x="170092" y="1551"/>
                  <a:pt x="170381" y="2155"/>
                  <a:pt x="170487" y="2787"/>
                </a:cubicBezTo>
                <a:lnTo>
                  <a:pt x="170487" y="48032"/>
                </a:lnTo>
                <a:cubicBezTo>
                  <a:pt x="170487" y="48242"/>
                  <a:pt x="170539" y="48347"/>
                  <a:pt x="170644" y="48347"/>
                </a:cubicBezTo>
                <a:cubicBezTo>
                  <a:pt x="170854" y="48347"/>
                  <a:pt x="171012" y="48242"/>
                  <a:pt x="171118" y="48032"/>
                </a:cubicBezTo>
                <a:cubicBezTo>
                  <a:pt x="173114" y="44985"/>
                  <a:pt x="175978" y="42253"/>
                  <a:pt x="179708" y="39836"/>
                </a:cubicBezTo>
                <a:cubicBezTo>
                  <a:pt x="183440" y="37417"/>
                  <a:pt x="188038" y="36208"/>
                  <a:pt x="193504" y="36208"/>
                </a:cubicBezTo>
                <a:cubicBezTo>
                  <a:pt x="198023" y="36208"/>
                  <a:pt x="202017" y="37181"/>
                  <a:pt x="205484" y="39126"/>
                </a:cubicBezTo>
                <a:cubicBezTo>
                  <a:pt x="208953" y="41070"/>
                  <a:pt x="211869" y="43645"/>
                  <a:pt x="214233" y="46851"/>
                </a:cubicBezTo>
                <a:cubicBezTo>
                  <a:pt x="216598" y="50056"/>
                  <a:pt x="218386" y="53762"/>
                  <a:pt x="219595" y="57967"/>
                </a:cubicBezTo>
                <a:cubicBezTo>
                  <a:pt x="220804" y="62170"/>
                  <a:pt x="221409" y="66532"/>
                  <a:pt x="221409" y="71051"/>
                </a:cubicBezTo>
                <a:cubicBezTo>
                  <a:pt x="221409" y="77987"/>
                  <a:pt x="220331" y="84004"/>
                  <a:pt x="218176" y="89102"/>
                </a:cubicBezTo>
                <a:cubicBezTo>
                  <a:pt x="216022" y="94199"/>
                  <a:pt x="213106" y="98403"/>
                  <a:pt x="209427" y="101715"/>
                </a:cubicBezTo>
                <a:cubicBezTo>
                  <a:pt x="205748" y="105025"/>
                  <a:pt x="201491" y="107495"/>
                  <a:pt x="196655" y="109124"/>
                </a:cubicBezTo>
                <a:cubicBezTo>
                  <a:pt x="191822" y="110752"/>
                  <a:pt x="186725" y="111566"/>
                  <a:pt x="181365" y="111566"/>
                </a:cubicBezTo>
                <a:cubicBezTo>
                  <a:pt x="177686" y="111566"/>
                  <a:pt x="173744" y="111329"/>
                  <a:pt x="169539" y="110856"/>
                </a:cubicBezTo>
                <a:cubicBezTo>
                  <a:pt x="165336" y="110385"/>
                  <a:pt x="160712" y="109255"/>
                  <a:pt x="155666" y="107467"/>
                </a:cubicBezTo>
                <a:lnTo>
                  <a:pt x="155666" y="30060"/>
                </a:lnTo>
                <a:close/>
                <a:moveTo>
                  <a:pt x="252466" y="69788"/>
                </a:moveTo>
                <a:cubicBezTo>
                  <a:pt x="251940" y="69788"/>
                  <a:pt x="251651" y="69972"/>
                  <a:pt x="251598" y="70341"/>
                </a:cubicBezTo>
                <a:cubicBezTo>
                  <a:pt x="251547" y="70708"/>
                  <a:pt x="251521" y="71155"/>
                  <a:pt x="251521" y="71681"/>
                </a:cubicBezTo>
                <a:cubicBezTo>
                  <a:pt x="251521" y="77147"/>
                  <a:pt x="252125" y="81771"/>
                  <a:pt x="253332" y="85554"/>
                </a:cubicBezTo>
                <a:cubicBezTo>
                  <a:pt x="254542" y="89337"/>
                  <a:pt x="256223" y="92412"/>
                  <a:pt x="258377" y="94777"/>
                </a:cubicBezTo>
                <a:cubicBezTo>
                  <a:pt x="260532" y="97141"/>
                  <a:pt x="263108" y="98849"/>
                  <a:pt x="266104" y="99901"/>
                </a:cubicBezTo>
                <a:cubicBezTo>
                  <a:pt x="269099" y="100952"/>
                  <a:pt x="272331" y="101477"/>
                  <a:pt x="275798" y="101477"/>
                </a:cubicBezTo>
                <a:cubicBezTo>
                  <a:pt x="279371" y="101477"/>
                  <a:pt x="282839" y="101188"/>
                  <a:pt x="286202" y="100611"/>
                </a:cubicBezTo>
                <a:cubicBezTo>
                  <a:pt x="289567" y="100032"/>
                  <a:pt x="292458" y="98744"/>
                  <a:pt x="294875" y="96747"/>
                </a:cubicBezTo>
                <a:cubicBezTo>
                  <a:pt x="295401" y="96327"/>
                  <a:pt x="295952" y="96170"/>
                  <a:pt x="296530" y="96276"/>
                </a:cubicBezTo>
                <a:cubicBezTo>
                  <a:pt x="297109" y="96380"/>
                  <a:pt x="297582" y="96642"/>
                  <a:pt x="297949" y="97063"/>
                </a:cubicBezTo>
                <a:cubicBezTo>
                  <a:pt x="298316" y="97483"/>
                  <a:pt x="298552" y="97956"/>
                  <a:pt x="298656" y="98482"/>
                </a:cubicBezTo>
                <a:cubicBezTo>
                  <a:pt x="298762" y="99008"/>
                  <a:pt x="298658" y="99481"/>
                  <a:pt x="298343" y="99901"/>
                </a:cubicBezTo>
                <a:cubicBezTo>
                  <a:pt x="294980" y="104315"/>
                  <a:pt x="291196" y="107363"/>
                  <a:pt x="286991" y="109045"/>
                </a:cubicBezTo>
                <a:cubicBezTo>
                  <a:pt x="282788" y="110726"/>
                  <a:pt x="277586" y="111566"/>
                  <a:pt x="271384" y="111566"/>
                </a:cubicBezTo>
                <a:cubicBezTo>
                  <a:pt x="265078" y="111566"/>
                  <a:pt x="259639" y="110621"/>
                  <a:pt x="255067" y="108730"/>
                </a:cubicBezTo>
                <a:cubicBezTo>
                  <a:pt x="250494" y="106837"/>
                  <a:pt x="246710" y="104183"/>
                  <a:pt x="243715" y="100767"/>
                </a:cubicBezTo>
                <a:cubicBezTo>
                  <a:pt x="240721" y="97351"/>
                  <a:pt x="238514" y="93358"/>
                  <a:pt x="237095" y="88787"/>
                </a:cubicBezTo>
                <a:cubicBezTo>
                  <a:pt x="235675" y="84215"/>
                  <a:pt x="234966" y="79248"/>
                  <a:pt x="234966" y="73887"/>
                </a:cubicBezTo>
                <a:cubicBezTo>
                  <a:pt x="234966" y="68737"/>
                  <a:pt x="235832" y="63851"/>
                  <a:pt x="237566" y="59227"/>
                </a:cubicBezTo>
                <a:cubicBezTo>
                  <a:pt x="239301" y="54602"/>
                  <a:pt x="241745" y="50608"/>
                  <a:pt x="244898" y="47245"/>
                </a:cubicBezTo>
                <a:cubicBezTo>
                  <a:pt x="248051" y="43882"/>
                  <a:pt x="251782" y="41202"/>
                  <a:pt x="256092" y="39206"/>
                </a:cubicBezTo>
                <a:cubicBezTo>
                  <a:pt x="260401" y="37207"/>
                  <a:pt x="265183" y="36208"/>
                  <a:pt x="270438" y="36208"/>
                </a:cubicBezTo>
                <a:cubicBezTo>
                  <a:pt x="274852" y="36208"/>
                  <a:pt x="278872" y="36971"/>
                  <a:pt x="282498" y="38496"/>
                </a:cubicBezTo>
                <a:cubicBezTo>
                  <a:pt x="286124" y="40019"/>
                  <a:pt x="289198" y="42121"/>
                  <a:pt x="291721" y="44801"/>
                </a:cubicBezTo>
                <a:cubicBezTo>
                  <a:pt x="294243" y="47481"/>
                  <a:pt x="296214" y="50687"/>
                  <a:pt x="297634" y="54419"/>
                </a:cubicBezTo>
                <a:cubicBezTo>
                  <a:pt x="299053" y="58149"/>
                  <a:pt x="299763" y="62169"/>
                  <a:pt x="299763" y="66478"/>
                </a:cubicBezTo>
                <a:cubicBezTo>
                  <a:pt x="299763" y="68685"/>
                  <a:pt x="298974" y="69788"/>
                  <a:pt x="297398" y="69788"/>
                </a:cubicBezTo>
                <a:lnTo>
                  <a:pt x="252466" y="69788"/>
                </a:lnTo>
                <a:moveTo>
                  <a:pt x="281317" y="64272"/>
                </a:moveTo>
                <a:cubicBezTo>
                  <a:pt x="282787" y="64272"/>
                  <a:pt x="283628" y="63747"/>
                  <a:pt x="283838" y="62696"/>
                </a:cubicBezTo>
                <a:cubicBezTo>
                  <a:pt x="284049" y="61644"/>
                  <a:pt x="284155" y="60382"/>
                  <a:pt x="284155" y="58910"/>
                </a:cubicBezTo>
                <a:cubicBezTo>
                  <a:pt x="284155" y="56703"/>
                  <a:pt x="283814" y="54575"/>
                  <a:pt x="283130" y="52525"/>
                </a:cubicBezTo>
                <a:cubicBezTo>
                  <a:pt x="282447" y="50476"/>
                  <a:pt x="281475" y="48663"/>
                  <a:pt x="280212" y="47086"/>
                </a:cubicBezTo>
                <a:cubicBezTo>
                  <a:pt x="278952" y="45510"/>
                  <a:pt x="277428" y="44249"/>
                  <a:pt x="275642" y="43302"/>
                </a:cubicBezTo>
                <a:cubicBezTo>
                  <a:pt x="273855" y="42356"/>
                  <a:pt x="271806" y="41883"/>
                  <a:pt x="269493" y="41883"/>
                </a:cubicBezTo>
                <a:cubicBezTo>
                  <a:pt x="266654" y="41883"/>
                  <a:pt x="264210" y="42383"/>
                  <a:pt x="262161" y="43382"/>
                </a:cubicBezTo>
                <a:cubicBezTo>
                  <a:pt x="260111" y="44381"/>
                  <a:pt x="258377" y="45695"/>
                  <a:pt x="256958" y="47324"/>
                </a:cubicBezTo>
                <a:cubicBezTo>
                  <a:pt x="255540" y="48952"/>
                  <a:pt x="254463" y="50870"/>
                  <a:pt x="253727" y="53079"/>
                </a:cubicBezTo>
                <a:cubicBezTo>
                  <a:pt x="252991" y="55285"/>
                  <a:pt x="252465" y="57597"/>
                  <a:pt x="252151" y="60014"/>
                </a:cubicBezTo>
                <a:cubicBezTo>
                  <a:pt x="251941" y="61276"/>
                  <a:pt x="251862" y="62302"/>
                  <a:pt x="251913" y="63091"/>
                </a:cubicBezTo>
                <a:cubicBezTo>
                  <a:pt x="251966" y="63878"/>
                  <a:pt x="252202" y="64272"/>
                  <a:pt x="252623" y="64272"/>
                </a:cubicBezTo>
                <a:lnTo>
                  <a:pt x="281317" y="64272"/>
                </a:lnTo>
                <a:close/>
                <a:moveTo>
                  <a:pt x="323725" y="29903"/>
                </a:moveTo>
                <a:cubicBezTo>
                  <a:pt x="323725" y="25384"/>
                  <a:pt x="323619" y="21784"/>
                  <a:pt x="323409" y="19104"/>
                </a:cubicBezTo>
                <a:cubicBezTo>
                  <a:pt x="323199" y="16423"/>
                  <a:pt x="322674" y="14347"/>
                  <a:pt x="321834" y="12876"/>
                </a:cubicBezTo>
                <a:cubicBezTo>
                  <a:pt x="320993" y="11404"/>
                  <a:pt x="319706" y="10406"/>
                  <a:pt x="317970" y="9881"/>
                </a:cubicBezTo>
                <a:cubicBezTo>
                  <a:pt x="316237" y="9355"/>
                  <a:pt x="313846" y="8934"/>
                  <a:pt x="310797" y="8618"/>
                </a:cubicBezTo>
                <a:cubicBezTo>
                  <a:pt x="310272" y="8618"/>
                  <a:pt x="309879" y="8356"/>
                  <a:pt x="309616" y="7832"/>
                </a:cubicBezTo>
                <a:cubicBezTo>
                  <a:pt x="309353" y="7306"/>
                  <a:pt x="309195" y="6781"/>
                  <a:pt x="309142" y="6256"/>
                </a:cubicBezTo>
                <a:cubicBezTo>
                  <a:pt x="309089" y="5730"/>
                  <a:pt x="309194" y="5204"/>
                  <a:pt x="309457" y="4678"/>
                </a:cubicBezTo>
                <a:cubicBezTo>
                  <a:pt x="309720" y="4152"/>
                  <a:pt x="310167" y="3889"/>
                  <a:pt x="310797" y="3889"/>
                </a:cubicBezTo>
                <a:cubicBezTo>
                  <a:pt x="313950" y="3679"/>
                  <a:pt x="317759" y="3364"/>
                  <a:pt x="322226" y="2944"/>
                </a:cubicBezTo>
                <a:cubicBezTo>
                  <a:pt x="326694" y="2523"/>
                  <a:pt x="330872" y="1735"/>
                  <a:pt x="334761" y="579"/>
                </a:cubicBezTo>
                <a:cubicBezTo>
                  <a:pt x="336232" y="159"/>
                  <a:pt x="337204" y="238"/>
                  <a:pt x="337677" y="817"/>
                </a:cubicBezTo>
                <a:cubicBezTo>
                  <a:pt x="338150" y="1394"/>
                  <a:pt x="338440" y="1998"/>
                  <a:pt x="338545" y="2629"/>
                </a:cubicBezTo>
                <a:lnTo>
                  <a:pt x="338545" y="90914"/>
                </a:lnTo>
                <a:cubicBezTo>
                  <a:pt x="338545" y="93542"/>
                  <a:pt x="338598" y="95750"/>
                  <a:pt x="338702" y="97536"/>
                </a:cubicBezTo>
                <a:cubicBezTo>
                  <a:pt x="338808" y="99323"/>
                  <a:pt x="339202" y="100794"/>
                  <a:pt x="339885" y="101951"/>
                </a:cubicBezTo>
                <a:cubicBezTo>
                  <a:pt x="340568" y="103107"/>
                  <a:pt x="341672" y="104000"/>
                  <a:pt x="343195" y="104631"/>
                </a:cubicBezTo>
                <a:cubicBezTo>
                  <a:pt x="344719" y="105261"/>
                  <a:pt x="346847" y="105734"/>
                  <a:pt x="349580" y="106050"/>
                </a:cubicBezTo>
                <a:cubicBezTo>
                  <a:pt x="350210" y="106154"/>
                  <a:pt x="350683" y="106443"/>
                  <a:pt x="350999" y="106916"/>
                </a:cubicBezTo>
                <a:cubicBezTo>
                  <a:pt x="351315" y="107389"/>
                  <a:pt x="351473" y="107941"/>
                  <a:pt x="351473" y="108571"/>
                </a:cubicBezTo>
                <a:cubicBezTo>
                  <a:pt x="351473" y="109097"/>
                  <a:pt x="351315" y="109597"/>
                  <a:pt x="350999" y="110070"/>
                </a:cubicBezTo>
                <a:cubicBezTo>
                  <a:pt x="350683" y="110543"/>
                  <a:pt x="350210" y="110779"/>
                  <a:pt x="349580" y="110779"/>
                </a:cubicBezTo>
                <a:cubicBezTo>
                  <a:pt x="347057" y="110779"/>
                  <a:pt x="344219" y="110595"/>
                  <a:pt x="341066" y="110226"/>
                </a:cubicBezTo>
                <a:cubicBezTo>
                  <a:pt x="337914" y="109859"/>
                  <a:pt x="334761" y="109675"/>
                  <a:pt x="331608" y="109675"/>
                </a:cubicBezTo>
                <a:cubicBezTo>
                  <a:pt x="328245" y="109675"/>
                  <a:pt x="324934" y="109859"/>
                  <a:pt x="321675" y="110226"/>
                </a:cubicBezTo>
                <a:cubicBezTo>
                  <a:pt x="318418" y="110595"/>
                  <a:pt x="315108" y="110779"/>
                  <a:pt x="311745" y="110779"/>
                </a:cubicBezTo>
                <a:cubicBezTo>
                  <a:pt x="311219" y="110779"/>
                  <a:pt x="310798" y="110543"/>
                  <a:pt x="310482" y="110070"/>
                </a:cubicBezTo>
                <a:cubicBezTo>
                  <a:pt x="310167" y="109597"/>
                  <a:pt x="310010" y="109097"/>
                  <a:pt x="310010" y="108571"/>
                </a:cubicBezTo>
                <a:cubicBezTo>
                  <a:pt x="310010" y="107941"/>
                  <a:pt x="310167" y="107389"/>
                  <a:pt x="310482" y="106916"/>
                </a:cubicBezTo>
                <a:cubicBezTo>
                  <a:pt x="310798" y="106443"/>
                  <a:pt x="311271" y="106154"/>
                  <a:pt x="311901" y="106050"/>
                </a:cubicBezTo>
                <a:cubicBezTo>
                  <a:pt x="314844" y="105734"/>
                  <a:pt x="317130" y="105261"/>
                  <a:pt x="318759" y="104631"/>
                </a:cubicBezTo>
                <a:cubicBezTo>
                  <a:pt x="320389" y="104000"/>
                  <a:pt x="321571" y="103133"/>
                  <a:pt x="322305" y="102030"/>
                </a:cubicBezTo>
                <a:cubicBezTo>
                  <a:pt x="323041" y="100925"/>
                  <a:pt x="323462" y="99559"/>
                  <a:pt x="323566" y="97931"/>
                </a:cubicBezTo>
                <a:cubicBezTo>
                  <a:pt x="323672" y="96302"/>
                  <a:pt x="323725" y="94278"/>
                  <a:pt x="323725" y="91859"/>
                </a:cubicBezTo>
                <a:lnTo>
                  <a:pt x="323725" y="29903"/>
                </a:lnTo>
                <a:close/>
                <a:moveTo>
                  <a:pt x="385841" y="90914"/>
                </a:moveTo>
                <a:cubicBezTo>
                  <a:pt x="385841" y="93542"/>
                  <a:pt x="385893" y="95750"/>
                  <a:pt x="385997" y="97536"/>
                </a:cubicBezTo>
                <a:cubicBezTo>
                  <a:pt x="386103" y="99323"/>
                  <a:pt x="386471" y="100794"/>
                  <a:pt x="387101" y="101951"/>
                </a:cubicBezTo>
                <a:cubicBezTo>
                  <a:pt x="387732" y="103107"/>
                  <a:pt x="388703" y="104000"/>
                  <a:pt x="390017" y="104631"/>
                </a:cubicBezTo>
                <a:cubicBezTo>
                  <a:pt x="391332" y="105261"/>
                  <a:pt x="393198" y="105734"/>
                  <a:pt x="395615" y="106050"/>
                </a:cubicBezTo>
                <a:cubicBezTo>
                  <a:pt x="396245" y="106154"/>
                  <a:pt x="396718" y="106443"/>
                  <a:pt x="397034" y="106916"/>
                </a:cubicBezTo>
                <a:cubicBezTo>
                  <a:pt x="397350" y="107389"/>
                  <a:pt x="397508" y="107941"/>
                  <a:pt x="397508" y="108571"/>
                </a:cubicBezTo>
                <a:cubicBezTo>
                  <a:pt x="397508" y="109097"/>
                  <a:pt x="397350" y="109597"/>
                  <a:pt x="397034" y="110070"/>
                </a:cubicBezTo>
                <a:cubicBezTo>
                  <a:pt x="396718" y="110543"/>
                  <a:pt x="396245" y="110779"/>
                  <a:pt x="395615" y="110779"/>
                </a:cubicBezTo>
                <a:cubicBezTo>
                  <a:pt x="393722" y="110779"/>
                  <a:pt x="391252" y="110595"/>
                  <a:pt x="388203" y="110226"/>
                </a:cubicBezTo>
                <a:cubicBezTo>
                  <a:pt x="385156" y="109859"/>
                  <a:pt x="382056" y="109675"/>
                  <a:pt x="378903" y="109675"/>
                </a:cubicBezTo>
                <a:cubicBezTo>
                  <a:pt x="375540" y="109675"/>
                  <a:pt x="372256" y="109859"/>
                  <a:pt x="369050" y="110226"/>
                </a:cubicBezTo>
                <a:cubicBezTo>
                  <a:pt x="365844" y="110595"/>
                  <a:pt x="362770" y="110779"/>
                  <a:pt x="359827" y="110779"/>
                </a:cubicBezTo>
                <a:cubicBezTo>
                  <a:pt x="359302" y="110779"/>
                  <a:pt x="358882" y="110543"/>
                  <a:pt x="358566" y="110070"/>
                </a:cubicBezTo>
                <a:cubicBezTo>
                  <a:pt x="358252" y="109597"/>
                  <a:pt x="358095" y="109097"/>
                  <a:pt x="358095" y="108571"/>
                </a:cubicBezTo>
                <a:cubicBezTo>
                  <a:pt x="358095" y="107941"/>
                  <a:pt x="358252" y="107389"/>
                  <a:pt x="358566" y="106916"/>
                </a:cubicBezTo>
                <a:cubicBezTo>
                  <a:pt x="358882" y="106443"/>
                  <a:pt x="359355" y="106154"/>
                  <a:pt x="359985" y="106050"/>
                </a:cubicBezTo>
                <a:cubicBezTo>
                  <a:pt x="362718" y="105734"/>
                  <a:pt x="364846" y="105261"/>
                  <a:pt x="366370" y="104631"/>
                </a:cubicBezTo>
                <a:cubicBezTo>
                  <a:pt x="367893" y="104000"/>
                  <a:pt x="368997" y="103133"/>
                  <a:pt x="369680" y="102030"/>
                </a:cubicBezTo>
                <a:cubicBezTo>
                  <a:pt x="370363" y="100925"/>
                  <a:pt x="370757" y="99559"/>
                  <a:pt x="370861" y="97931"/>
                </a:cubicBezTo>
                <a:cubicBezTo>
                  <a:pt x="370967" y="96302"/>
                  <a:pt x="371020" y="94278"/>
                  <a:pt x="371020" y="91859"/>
                </a:cubicBezTo>
                <a:lnTo>
                  <a:pt x="371020" y="66478"/>
                </a:lnTo>
                <a:cubicBezTo>
                  <a:pt x="371020" y="61959"/>
                  <a:pt x="370915" y="58332"/>
                  <a:pt x="370705" y="55600"/>
                </a:cubicBezTo>
                <a:cubicBezTo>
                  <a:pt x="370495" y="52867"/>
                  <a:pt x="370022" y="50792"/>
                  <a:pt x="369286" y="49374"/>
                </a:cubicBezTo>
                <a:cubicBezTo>
                  <a:pt x="368551" y="47955"/>
                  <a:pt x="367448" y="46982"/>
                  <a:pt x="365975" y="46456"/>
                </a:cubicBezTo>
                <a:cubicBezTo>
                  <a:pt x="364505" y="45930"/>
                  <a:pt x="362508" y="45510"/>
                  <a:pt x="359985" y="45196"/>
                </a:cubicBezTo>
                <a:cubicBezTo>
                  <a:pt x="359355" y="45196"/>
                  <a:pt x="358882" y="44933"/>
                  <a:pt x="358566" y="44406"/>
                </a:cubicBezTo>
                <a:cubicBezTo>
                  <a:pt x="358252" y="43880"/>
                  <a:pt x="358095" y="43355"/>
                  <a:pt x="358095" y="42831"/>
                </a:cubicBezTo>
                <a:cubicBezTo>
                  <a:pt x="358095" y="42305"/>
                  <a:pt x="358252" y="41780"/>
                  <a:pt x="358566" y="41255"/>
                </a:cubicBezTo>
                <a:cubicBezTo>
                  <a:pt x="358882" y="40729"/>
                  <a:pt x="359355" y="40466"/>
                  <a:pt x="359985" y="40466"/>
                </a:cubicBezTo>
                <a:cubicBezTo>
                  <a:pt x="361036" y="40360"/>
                  <a:pt x="362323" y="40255"/>
                  <a:pt x="363846" y="40151"/>
                </a:cubicBezTo>
                <a:cubicBezTo>
                  <a:pt x="365372" y="40045"/>
                  <a:pt x="366975" y="39914"/>
                  <a:pt x="368655" y="39756"/>
                </a:cubicBezTo>
                <a:cubicBezTo>
                  <a:pt x="370338" y="39598"/>
                  <a:pt x="372046" y="39388"/>
                  <a:pt x="373779" y="39126"/>
                </a:cubicBezTo>
                <a:cubicBezTo>
                  <a:pt x="375514" y="38863"/>
                  <a:pt x="377065" y="38574"/>
                  <a:pt x="378432" y="38258"/>
                </a:cubicBezTo>
                <a:cubicBezTo>
                  <a:pt x="379588" y="38048"/>
                  <a:pt x="380508" y="37811"/>
                  <a:pt x="381191" y="37548"/>
                </a:cubicBezTo>
                <a:cubicBezTo>
                  <a:pt x="381874" y="37285"/>
                  <a:pt x="382426" y="37154"/>
                  <a:pt x="382846" y="37154"/>
                </a:cubicBezTo>
                <a:cubicBezTo>
                  <a:pt x="384106" y="37154"/>
                  <a:pt x="384920" y="37522"/>
                  <a:pt x="385288" y="38258"/>
                </a:cubicBezTo>
                <a:cubicBezTo>
                  <a:pt x="385656" y="38994"/>
                  <a:pt x="385841" y="39677"/>
                  <a:pt x="385841" y="40307"/>
                </a:cubicBezTo>
                <a:lnTo>
                  <a:pt x="385841" y="90914"/>
                </a:lnTo>
                <a:moveTo>
                  <a:pt x="377484" y="21075"/>
                </a:moveTo>
                <a:cubicBezTo>
                  <a:pt x="374857" y="21075"/>
                  <a:pt x="372597" y="20260"/>
                  <a:pt x="370705" y="18631"/>
                </a:cubicBezTo>
                <a:cubicBezTo>
                  <a:pt x="368814" y="17001"/>
                  <a:pt x="367869" y="14978"/>
                  <a:pt x="367869" y="12561"/>
                </a:cubicBezTo>
                <a:cubicBezTo>
                  <a:pt x="367869" y="10143"/>
                  <a:pt x="368762" y="8093"/>
                  <a:pt x="370548" y="6413"/>
                </a:cubicBezTo>
                <a:cubicBezTo>
                  <a:pt x="372335" y="4730"/>
                  <a:pt x="374542" y="3889"/>
                  <a:pt x="377169" y="3889"/>
                </a:cubicBezTo>
                <a:cubicBezTo>
                  <a:pt x="379691" y="3889"/>
                  <a:pt x="381767" y="4757"/>
                  <a:pt x="383397" y="6492"/>
                </a:cubicBezTo>
                <a:cubicBezTo>
                  <a:pt x="385026" y="8226"/>
                  <a:pt x="385841" y="10301"/>
                  <a:pt x="385841" y="12718"/>
                </a:cubicBezTo>
                <a:cubicBezTo>
                  <a:pt x="385841" y="15030"/>
                  <a:pt x="385053" y="17001"/>
                  <a:pt x="383476" y="18631"/>
                </a:cubicBezTo>
                <a:cubicBezTo>
                  <a:pt x="381900" y="20260"/>
                  <a:pt x="379902" y="21075"/>
                  <a:pt x="377484" y="21075"/>
                </a:cubicBezTo>
                <a:close/>
                <a:moveTo>
                  <a:pt x="424466" y="69788"/>
                </a:moveTo>
                <a:cubicBezTo>
                  <a:pt x="423940" y="69788"/>
                  <a:pt x="423650" y="69972"/>
                  <a:pt x="423597" y="70341"/>
                </a:cubicBezTo>
                <a:cubicBezTo>
                  <a:pt x="423546" y="70708"/>
                  <a:pt x="423520" y="71155"/>
                  <a:pt x="423520" y="71681"/>
                </a:cubicBezTo>
                <a:cubicBezTo>
                  <a:pt x="423520" y="77147"/>
                  <a:pt x="424124" y="81771"/>
                  <a:pt x="425332" y="85554"/>
                </a:cubicBezTo>
                <a:cubicBezTo>
                  <a:pt x="426541" y="89337"/>
                  <a:pt x="428223" y="92412"/>
                  <a:pt x="430376" y="94777"/>
                </a:cubicBezTo>
                <a:cubicBezTo>
                  <a:pt x="432532" y="97141"/>
                  <a:pt x="435107" y="98849"/>
                  <a:pt x="438103" y="99901"/>
                </a:cubicBezTo>
                <a:cubicBezTo>
                  <a:pt x="441099" y="100952"/>
                  <a:pt x="444330" y="101477"/>
                  <a:pt x="447798" y="101477"/>
                </a:cubicBezTo>
                <a:cubicBezTo>
                  <a:pt x="451371" y="101477"/>
                  <a:pt x="454839" y="101188"/>
                  <a:pt x="458202" y="100611"/>
                </a:cubicBezTo>
                <a:cubicBezTo>
                  <a:pt x="461566" y="100032"/>
                  <a:pt x="464457" y="98744"/>
                  <a:pt x="466874" y="96747"/>
                </a:cubicBezTo>
                <a:cubicBezTo>
                  <a:pt x="467400" y="96327"/>
                  <a:pt x="467952" y="96170"/>
                  <a:pt x="468529" y="96276"/>
                </a:cubicBezTo>
                <a:cubicBezTo>
                  <a:pt x="469108" y="96380"/>
                  <a:pt x="469581" y="96642"/>
                  <a:pt x="469948" y="97063"/>
                </a:cubicBezTo>
                <a:cubicBezTo>
                  <a:pt x="470316" y="97483"/>
                  <a:pt x="470551" y="97956"/>
                  <a:pt x="470656" y="98482"/>
                </a:cubicBezTo>
                <a:cubicBezTo>
                  <a:pt x="470761" y="99008"/>
                  <a:pt x="470657" y="99481"/>
                  <a:pt x="470343" y="99901"/>
                </a:cubicBezTo>
                <a:cubicBezTo>
                  <a:pt x="466980" y="104315"/>
                  <a:pt x="463196" y="107363"/>
                  <a:pt x="458991" y="109045"/>
                </a:cubicBezTo>
                <a:cubicBezTo>
                  <a:pt x="454788" y="110726"/>
                  <a:pt x="449585" y="111566"/>
                  <a:pt x="443383" y="111566"/>
                </a:cubicBezTo>
                <a:cubicBezTo>
                  <a:pt x="437078" y="111566"/>
                  <a:pt x="431638" y="110621"/>
                  <a:pt x="427066" y="108730"/>
                </a:cubicBezTo>
                <a:cubicBezTo>
                  <a:pt x="422494" y="106837"/>
                  <a:pt x="418710" y="104183"/>
                  <a:pt x="415714" y="100767"/>
                </a:cubicBezTo>
                <a:cubicBezTo>
                  <a:pt x="412720" y="97351"/>
                  <a:pt x="410513" y="93358"/>
                  <a:pt x="409094" y="88787"/>
                </a:cubicBezTo>
                <a:cubicBezTo>
                  <a:pt x="407675" y="84215"/>
                  <a:pt x="406965" y="79248"/>
                  <a:pt x="406965" y="73887"/>
                </a:cubicBezTo>
                <a:cubicBezTo>
                  <a:pt x="406965" y="68737"/>
                  <a:pt x="407832" y="63851"/>
                  <a:pt x="409566" y="59227"/>
                </a:cubicBezTo>
                <a:cubicBezTo>
                  <a:pt x="411301" y="54602"/>
                  <a:pt x="413745" y="50608"/>
                  <a:pt x="416898" y="47245"/>
                </a:cubicBezTo>
                <a:cubicBezTo>
                  <a:pt x="420051" y="43882"/>
                  <a:pt x="423782" y="41202"/>
                  <a:pt x="428091" y="39206"/>
                </a:cubicBezTo>
                <a:cubicBezTo>
                  <a:pt x="432400" y="37207"/>
                  <a:pt x="437183" y="36208"/>
                  <a:pt x="442438" y="36208"/>
                </a:cubicBezTo>
                <a:cubicBezTo>
                  <a:pt x="446851" y="36208"/>
                  <a:pt x="450871" y="36971"/>
                  <a:pt x="454497" y="38496"/>
                </a:cubicBezTo>
                <a:cubicBezTo>
                  <a:pt x="458123" y="40019"/>
                  <a:pt x="461198" y="42121"/>
                  <a:pt x="463720" y="44801"/>
                </a:cubicBezTo>
                <a:cubicBezTo>
                  <a:pt x="466243" y="47481"/>
                  <a:pt x="468214" y="50687"/>
                  <a:pt x="469633" y="54419"/>
                </a:cubicBezTo>
                <a:cubicBezTo>
                  <a:pt x="471053" y="58149"/>
                  <a:pt x="471762" y="62169"/>
                  <a:pt x="471762" y="66478"/>
                </a:cubicBezTo>
                <a:cubicBezTo>
                  <a:pt x="471762" y="68685"/>
                  <a:pt x="470974" y="69788"/>
                  <a:pt x="469397" y="69788"/>
                </a:cubicBezTo>
                <a:lnTo>
                  <a:pt x="424466" y="69788"/>
                </a:lnTo>
                <a:moveTo>
                  <a:pt x="453316" y="64272"/>
                </a:moveTo>
                <a:cubicBezTo>
                  <a:pt x="454787" y="64272"/>
                  <a:pt x="455627" y="63747"/>
                  <a:pt x="455837" y="62696"/>
                </a:cubicBezTo>
                <a:cubicBezTo>
                  <a:pt x="456049" y="61644"/>
                  <a:pt x="456155" y="60382"/>
                  <a:pt x="456155" y="58910"/>
                </a:cubicBezTo>
                <a:cubicBezTo>
                  <a:pt x="456155" y="56703"/>
                  <a:pt x="455813" y="54575"/>
                  <a:pt x="455130" y="52525"/>
                </a:cubicBezTo>
                <a:cubicBezTo>
                  <a:pt x="454447" y="50476"/>
                  <a:pt x="453474" y="48663"/>
                  <a:pt x="452212" y="47086"/>
                </a:cubicBezTo>
                <a:cubicBezTo>
                  <a:pt x="450951" y="45510"/>
                  <a:pt x="449428" y="44249"/>
                  <a:pt x="447641" y="43302"/>
                </a:cubicBezTo>
                <a:cubicBezTo>
                  <a:pt x="445855" y="42356"/>
                  <a:pt x="443805" y="41883"/>
                  <a:pt x="441493" y="41883"/>
                </a:cubicBezTo>
                <a:cubicBezTo>
                  <a:pt x="438654" y="41883"/>
                  <a:pt x="436210" y="42383"/>
                  <a:pt x="434160" y="43382"/>
                </a:cubicBezTo>
                <a:cubicBezTo>
                  <a:pt x="432111" y="44381"/>
                  <a:pt x="430376" y="45695"/>
                  <a:pt x="428957" y="47324"/>
                </a:cubicBezTo>
                <a:cubicBezTo>
                  <a:pt x="427539" y="48952"/>
                  <a:pt x="426462" y="50870"/>
                  <a:pt x="425726" y="53079"/>
                </a:cubicBezTo>
                <a:cubicBezTo>
                  <a:pt x="424990" y="55285"/>
                  <a:pt x="424465" y="57597"/>
                  <a:pt x="424151" y="60014"/>
                </a:cubicBezTo>
                <a:cubicBezTo>
                  <a:pt x="423941" y="61276"/>
                  <a:pt x="423861" y="62302"/>
                  <a:pt x="423912" y="63091"/>
                </a:cubicBezTo>
                <a:cubicBezTo>
                  <a:pt x="423965" y="63878"/>
                  <a:pt x="424202" y="64272"/>
                  <a:pt x="424622" y="64272"/>
                </a:cubicBezTo>
                <a:lnTo>
                  <a:pt x="453316" y="64272"/>
                </a:lnTo>
                <a:close/>
                <a:moveTo>
                  <a:pt x="543494" y="58910"/>
                </a:moveTo>
                <a:cubicBezTo>
                  <a:pt x="536452" y="76253"/>
                  <a:pt x="528937" y="93963"/>
                  <a:pt x="520949" y="112040"/>
                </a:cubicBezTo>
                <a:cubicBezTo>
                  <a:pt x="520843" y="112250"/>
                  <a:pt x="520554" y="112434"/>
                  <a:pt x="520081" y="112591"/>
                </a:cubicBezTo>
                <a:cubicBezTo>
                  <a:pt x="519609" y="112749"/>
                  <a:pt x="519111" y="112829"/>
                  <a:pt x="518584" y="112829"/>
                </a:cubicBezTo>
                <a:cubicBezTo>
                  <a:pt x="518058" y="112829"/>
                  <a:pt x="517559" y="112749"/>
                  <a:pt x="517086" y="112591"/>
                </a:cubicBezTo>
                <a:cubicBezTo>
                  <a:pt x="516613" y="112434"/>
                  <a:pt x="516324" y="112250"/>
                  <a:pt x="516220" y="112040"/>
                </a:cubicBezTo>
                <a:cubicBezTo>
                  <a:pt x="511700" y="102895"/>
                  <a:pt x="507470" y="94040"/>
                  <a:pt x="503528" y="85475"/>
                </a:cubicBezTo>
                <a:cubicBezTo>
                  <a:pt x="499588" y="76909"/>
                  <a:pt x="495620" y="67687"/>
                  <a:pt x="491625" y="57808"/>
                </a:cubicBezTo>
                <a:cubicBezTo>
                  <a:pt x="490575" y="55285"/>
                  <a:pt x="489655" y="53184"/>
                  <a:pt x="488866" y="51503"/>
                </a:cubicBezTo>
                <a:cubicBezTo>
                  <a:pt x="488078" y="49821"/>
                  <a:pt x="487238" y="48454"/>
                  <a:pt x="486345" y="47404"/>
                </a:cubicBezTo>
                <a:cubicBezTo>
                  <a:pt x="485451" y="46352"/>
                  <a:pt x="484400" y="45537"/>
                  <a:pt x="483191" y="44960"/>
                </a:cubicBezTo>
                <a:cubicBezTo>
                  <a:pt x="481982" y="44381"/>
                  <a:pt x="480432" y="43933"/>
                  <a:pt x="478541" y="43617"/>
                </a:cubicBezTo>
                <a:cubicBezTo>
                  <a:pt x="478015" y="43513"/>
                  <a:pt x="477594" y="43225"/>
                  <a:pt x="477278" y="42751"/>
                </a:cubicBezTo>
                <a:cubicBezTo>
                  <a:pt x="476964" y="42278"/>
                  <a:pt x="476807" y="41779"/>
                  <a:pt x="476807" y="41253"/>
                </a:cubicBezTo>
                <a:cubicBezTo>
                  <a:pt x="476807" y="40622"/>
                  <a:pt x="476912" y="40071"/>
                  <a:pt x="477122" y="39598"/>
                </a:cubicBezTo>
                <a:cubicBezTo>
                  <a:pt x="477332" y="39125"/>
                  <a:pt x="477700" y="38888"/>
                  <a:pt x="478226" y="38888"/>
                </a:cubicBezTo>
                <a:cubicBezTo>
                  <a:pt x="481273" y="38888"/>
                  <a:pt x="484241" y="39072"/>
                  <a:pt x="487131" y="39441"/>
                </a:cubicBezTo>
                <a:cubicBezTo>
                  <a:pt x="490023" y="39809"/>
                  <a:pt x="493045" y="39992"/>
                  <a:pt x="496198" y="39992"/>
                </a:cubicBezTo>
                <a:cubicBezTo>
                  <a:pt x="499245" y="39992"/>
                  <a:pt x="502267" y="39809"/>
                  <a:pt x="505262" y="39441"/>
                </a:cubicBezTo>
                <a:cubicBezTo>
                  <a:pt x="508258" y="39072"/>
                  <a:pt x="511280" y="38888"/>
                  <a:pt x="514327" y="38888"/>
                </a:cubicBezTo>
                <a:cubicBezTo>
                  <a:pt x="514853" y="38888"/>
                  <a:pt x="515247" y="39125"/>
                  <a:pt x="515510" y="39598"/>
                </a:cubicBezTo>
                <a:cubicBezTo>
                  <a:pt x="515773" y="40071"/>
                  <a:pt x="515905" y="40622"/>
                  <a:pt x="515905" y="41253"/>
                </a:cubicBezTo>
                <a:cubicBezTo>
                  <a:pt x="515905" y="41779"/>
                  <a:pt x="515773" y="42305"/>
                  <a:pt x="515510" y="42831"/>
                </a:cubicBezTo>
                <a:cubicBezTo>
                  <a:pt x="515247" y="43355"/>
                  <a:pt x="514853" y="43617"/>
                  <a:pt x="514327" y="43617"/>
                </a:cubicBezTo>
                <a:cubicBezTo>
                  <a:pt x="511069" y="43828"/>
                  <a:pt x="508731" y="44432"/>
                  <a:pt x="507312" y="45431"/>
                </a:cubicBezTo>
                <a:cubicBezTo>
                  <a:pt x="505893" y="46430"/>
                  <a:pt x="505183" y="47875"/>
                  <a:pt x="505183" y="49766"/>
                </a:cubicBezTo>
                <a:cubicBezTo>
                  <a:pt x="505183" y="51343"/>
                  <a:pt x="505604" y="53287"/>
                  <a:pt x="506446" y="55600"/>
                </a:cubicBezTo>
                <a:cubicBezTo>
                  <a:pt x="508863" y="62116"/>
                  <a:pt x="511385" y="68448"/>
                  <a:pt x="514011" y="74597"/>
                </a:cubicBezTo>
                <a:cubicBezTo>
                  <a:pt x="516640" y="80745"/>
                  <a:pt x="519321" y="86553"/>
                  <a:pt x="522053" y="92018"/>
                </a:cubicBezTo>
                <a:cubicBezTo>
                  <a:pt x="522263" y="92544"/>
                  <a:pt x="522579" y="92781"/>
                  <a:pt x="522999" y="92728"/>
                </a:cubicBezTo>
                <a:cubicBezTo>
                  <a:pt x="523419" y="92675"/>
                  <a:pt x="523734" y="92438"/>
                  <a:pt x="523944" y="92018"/>
                </a:cubicBezTo>
                <a:cubicBezTo>
                  <a:pt x="524996" y="89705"/>
                  <a:pt x="526205" y="86868"/>
                  <a:pt x="527569" y="83505"/>
                </a:cubicBezTo>
                <a:cubicBezTo>
                  <a:pt x="528936" y="80142"/>
                  <a:pt x="530276" y="76700"/>
                  <a:pt x="531589" y="73180"/>
                </a:cubicBezTo>
                <a:cubicBezTo>
                  <a:pt x="532904" y="69658"/>
                  <a:pt x="534140" y="66164"/>
                  <a:pt x="535296" y="62696"/>
                </a:cubicBezTo>
                <a:cubicBezTo>
                  <a:pt x="536452" y="59227"/>
                  <a:pt x="537398" y="56232"/>
                  <a:pt x="538132" y="53709"/>
                </a:cubicBezTo>
                <a:cubicBezTo>
                  <a:pt x="538554" y="52343"/>
                  <a:pt x="538765" y="51028"/>
                  <a:pt x="538765" y="49766"/>
                </a:cubicBezTo>
                <a:cubicBezTo>
                  <a:pt x="538765" y="47139"/>
                  <a:pt x="537976" y="45511"/>
                  <a:pt x="536398" y="44880"/>
                </a:cubicBezTo>
                <a:cubicBezTo>
                  <a:pt x="534821" y="44249"/>
                  <a:pt x="533193" y="43828"/>
                  <a:pt x="531512" y="43617"/>
                </a:cubicBezTo>
                <a:cubicBezTo>
                  <a:pt x="530882" y="43513"/>
                  <a:pt x="530409" y="43198"/>
                  <a:pt x="530093" y="42672"/>
                </a:cubicBezTo>
                <a:cubicBezTo>
                  <a:pt x="529777" y="42146"/>
                  <a:pt x="529645" y="41621"/>
                  <a:pt x="529698" y="41096"/>
                </a:cubicBezTo>
                <a:cubicBezTo>
                  <a:pt x="529751" y="40570"/>
                  <a:pt x="529935" y="40071"/>
                  <a:pt x="530249" y="39598"/>
                </a:cubicBezTo>
                <a:cubicBezTo>
                  <a:pt x="530565" y="39125"/>
                  <a:pt x="530986" y="38888"/>
                  <a:pt x="531512" y="38888"/>
                </a:cubicBezTo>
                <a:cubicBezTo>
                  <a:pt x="533825" y="38888"/>
                  <a:pt x="535979" y="39072"/>
                  <a:pt x="537976" y="39441"/>
                </a:cubicBezTo>
                <a:cubicBezTo>
                  <a:pt x="539973" y="39809"/>
                  <a:pt x="542074" y="39992"/>
                  <a:pt x="544281" y="39992"/>
                </a:cubicBezTo>
                <a:cubicBezTo>
                  <a:pt x="546594" y="39992"/>
                  <a:pt x="549037" y="39809"/>
                  <a:pt x="551611" y="39441"/>
                </a:cubicBezTo>
                <a:cubicBezTo>
                  <a:pt x="554187" y="39072"/>
                  <a:pt x="556210" y="38888"/>
                  <a:pt x="557683" y="38888"/>
                </a:cubicBezTo>
                <a:cubicBezTo>
                  <a:pt x="558313" y="38888"/>
                  <a:pt x="558760" y="39125"/>
                  <a:pt x="559023" y="39598"/>
                </a:cubicBezTo>
                <a:cubicBezTo>
                  <a:pt x="559286" y="40071"/>
                  <a:pt x="559417" y="40622"/>
                  <a:pt x="559417" y="41253"/>
                </a:cubicBezTo>
                <a:cubicBezTo>
                  <a:pt x="559417" y="41779"/>
                  <a:pt x="559286" y="42305"/>
                  <a:pt x="559023" y="42831"/>
                </a:cubicBezTo>
                <a:cubicBezTo>
                  <a:pt x="558760" y="43355"/>
                  <a:pt x="558365" y="43617"/>
                  <a:pt x="557839" y="43617"/>
                </a:cubicBezTo>
                <a:cubicBezTo>
                  <a:pt x="555738" y="43723"/>
                  <a:pt x="553978" y="44196"/>
                  <a:pt x="552559" y="45037"/>
                </a:cubicBezTo>
                <a:cubicBezTo>
                  <a:pt x="551139" y="45877"/>
                  <a:pt x="549905" y="46955"/>
                  <a:pt x="548854" y="48270"/>
                </a:cubicBezTo>
                <a:cubicBezTo>
                  <a:pt x="547804" y="49583"/>
                  <a:pt x="546857" y="51160"/>
                  <a:pt x="546015" y="52999"/>
                </a:cubicBezTo>
                <a:cubicBezTo>
                  <a:pt x="545175" y="54839"/>
                  <a:pt x="544335" y="56809"/>
                  <a:pt x="543494" y="58910"/>
                </a:cubicBezTo>
                <a:close/>
                <a:moveTo>
                  <a:pt x="582434" y="69788"/>
                </a:moveTo>
                <a:cubicBezTo>
                  <a:pt x="581908" y="69788"/>
                  <a:pt x="581619" y="69972"/>
                  <a:pt x="581566" y="70341"/>
                </a:cubicBezTo>
                <a:cubicBezTo>
                  <a:pt x="581515" y="70708"/>
                  <a:pt x="581489" y="71155"/>
                  <a:pt x="581489" y="71681"/>
                </a:cubicBezTo>
                <a:cubicBezTo>
                  <a:pt x="581489" y="77147"/>
                  <a:pt x="582093" y="81771"/>
                  <a:pt x="583300" y="85554"/>
                </a:cubicBezTo>
                <a:cubicBezTo>
                  <a:pt x="584509" y="89337"/>
                  <a:pt x="586191" y="92412"/>
                  <a:pt x="588345" y="94777"/>
                </a:cubicBezTo>
                <a:cubicBezTo>
                  <a:pt x="590500" y="97141"/>
                  <a:pt x="593076" y="98849"/>
                  <a:pt x="596072" y="99901"/>
                </a:cubicBezTo>
                <a:cubicBezTo>
                  <a:pt x="599067" y="100952"/>
                  <a:pt x="602299" y="101477"/>
                  <a:pt x="605766" y="101477"/>
                </a:cubicBezTo>
                <a:cubicBezTo>
                  <a:pt x="609339" y="101477"/>
                  <a:pt x="612807" y="101188"/>
                  <a:pt x="616170" y="100611"/>
                </a:cubicBezTo>
                <a:cubicBezTo>
                  <a:pt x="619535" y="100032"/>
                  <a:pt x="622426" y="98744"/>
                  <a:pt x="624843" y="96747"/>
                </a:cubicBezTo>
                <a:cubicBezTo>
                  <a:pt x="625369" y="96327"/>
                  <a:pt x="625920" y="96170"/>
                  <a:pt x="626498" y="96276"/>
                </a:cubicBezTo>
                <a:cubicBezTo>
                  <a:pt x="627077" y="96380"/>
                  <a:pt x="627550" y="96642"/>
                  <a:pt x="627917" y="97063"/>
                </a:cubicBezTo>
                <a:cubicBezTo>
                  <a:pt x="628284" y="97483"/>
                  <a:pt x="628520" y="97956"/>
                  <a:pt x="628624" y="98482"/>
                </a:cubicBezTo>
                <a:cubicBezTo>
                  <a:pt x="628730" y="99008"/>
                  <a:pt x="628626" y="99481"/>
                  <a:pt x="628311" y="99901"/>
                </a:cubicBezTo>
                <a:cubicBezTo>
                  <a:pt x="624948" y="104315"/>
                  <a:pt x="621164" y="107363"/>
                  <a:pt x="616959" y="109045"/>
                </a:cubicBezTo>
                <a:cubicBezTo>
                  <a:pt x="612756" y="110726"/>
                  <a:pt x="607553" y="111566"/>
                  <a:pt x="601352" y="111566"/>
                </a:cubicBezTo>
                <a:cubicBezTo>
                  <a:pt x="595046" y="111566"/>
                  <a:pt x="589607" y="110621"/>
                  <a:pt x="585035" y="108730"/>
                </a:cubicBezTo>
                <a:cubicBezTo>
                  <a:pt x="580462" y="106837"/>
                  <a:pt x="576678" y="104183"/>
                  <a:pt x="573683" y="100767"/>
                </a:cubicBezTo>
                <a:cubicBezTo>
                  <a:pt x="570689" y="97351"/>
                  <a:pt x="568482" y="93358"/>
                  <a:pt x="567063" y="88787"/>
                </a:cubicBezTo>
                <a:cubicBezTo>
                  <a:pt x="565643" y="84215"/>
                  <a:pt x="564934" y="79248"/>
                  <a:pt x="564934" y="73887"/>
                </a:cubicBezTo>
                <a:cubicBezTo>
                  <a:pt x="564934" y="68737"/>
                  <a:pt x="565800" y="63851"/>
                  <a:pt x="567534" y="59227"/>
                </a:cubicBezTo>
                <a:cubicBezTo>
                  <a:pt x="569269" y="54602"/>
                  <a:pt x="571713" y="50608"/>
                  <a:pt x="574866" y="47245"/>
                </a:cubicBezTo>
                <a:cubicBezTo>
                  <a:pt x="578019" y="43882"/>
                  <a:pt x="581750" y="41202"/>
                  <a:pt x="586060" y="39206"/>
                </a:cubicBezTo>
                <a:cubicBezTo>
                  <a:pt x="590369" y="37207"/>
                  <a:pt x="595151" y="36208"/>
                  <a:pt x="600406" y="36208"/>
                </a:cubicBezTo>
                <a:cubicBezTo>
                  <a:pt x="604820" y="36208"/>
                  <a:pt x="608840" y="36971"/>
                  <a:pt x="612466" y="38496"/>
                </a:cubicBezTo>
                <a:cubicBezTo>
                  <a:pt x="616092" y="40019"/>
                  <a:pt x="619166" y="42121"/>
                  <a:pt x="621689" y="44801"/>
                </a:cubicBezTo>
                <a:cubicBezTo>
                  <a:pt x="624211" y="47481"/>
                  <a:pt x="626182" y="50687"/>
                  <a:pt x="627602" y="54419"/>
                </a:cubicBezTo>
                <a:cubicBezTo>
                  <a:pt x="629021" y="58149"/>
                  <a:pt x="629731" y="62169"/>
                  <a:pt x="629731" y="66478"/>
                </a:cubicBezTo>
                <a:cubicBezTo>
                  <a:pt x="629731" y="68685"/>
                  <a:pt x="628942" y="69788"/>
                  <a:pt x="627366" y="69788"/>
                </a:cubicBezTo>
                <a:lnTo>
                  <a:pt x="582434" y="69788"/>
                </a:lnTo>
                <a:moveTo>
                  <a:pt x="611285" y="64272"/>
                </a:moveTo>
                <a:cubicBezTo>
                  <a:pt x="612755" y="64272"/>
                  <a:pt x="613596" y="63747"/>
                  <a:pt x="613806" y="62696"/>
                </a:cubicBezTo>
                <a:cubicBezTo>
                  <a:pt x="614017" y="61644"/>
                  <a:pt x="614123" y="60382"/>
                  <a:pt x="614123" y="58910"/>
                </a:cubicBezTo>
                <a:cubicBezTo>
                  <a:pt x="614123" y="56703"/>
                  <a:pt x="613782" y="54575"/>
                  <a:pt x="613098" y="52525"/>
                </a:cubicBezTo>
                <a:cubicBezTo>
                  <a:pt x="612415" y="50476"/>
                  <a:pt x="611443" y="48663"/>
                  <a:pt x="610180" y="47086"/>
                </a:cubicBezTo>
                <a:cubicBezTo>
                  <a:pt x="608920" y="45510"/>
                  <a:pt x="607396" y="44249"/>
                  <a:pt x="605610" y="43302"/>
                </a:cubicBezTo>
                <a:cubicBezTo>
                  <a:pt x="603823" y="42356"/>
                  <a:pt x="601774" y="41883"/>
                  <a:pt x="599461" y="41883"/>
                </a:cubicBezTo>
                <a:cubicBezTo>
                  <a:pt x="596622" y="41883"/>
                  <a:pt x="594178" y="42383"/>
                  <a:pt x="592129" y="43382"/>
                </a:cubicBezTo>
                <a:cubicBezTo>
                  <a:pt x="590079" y="44381"/>
                  <a:pt x="588345" y="45695"/>
                  <a:pt x="586926" y="47324"/>
                </a:cubicBezTo>
                <a:cubicBezTo>
                  <a:pt x="585508" y="48952"/>
                  <a:pt x="584431" y="50870"/>
                  <a:pt x="583695" y="53079"/>
                </a:cubicBezTo>
                <a:cubicBezTo>
                  <a:pt x="582959" y="55285"/>
                  <a:pt x="582433" y="57597"/>
                  <a:pt x="582119" y="60014"/>
                </a:cubicBezTo>
                <a:cubicBezTo>
                  <a:pt x="581909" y="61276"/>
                  <a:pt x="581830" y="62302"/>
                  <a:pt x="581881" y="63091"/>
                </a:cubicBezTo>
                <a:cubicBezTo>
                  <a:pt x="581934" y="63878"/>
                  <a:pt x="582170" y="64272"/>
                  <a:pt x="582591" y="64272"/>
                </a:cubicBezTo>
                <a:lnTo>
                  <a:pt x="611285" y="64272"/>
                </a:lnTo>
                <a:close/>
                <a:moveTo>
                  <a:pt x="748057" y="85711"/>
                </a:moveTo>
                <a:cubicBezTo>
                  <a:pt x="748057" y="91596"/>
                  <a:pt x="748714" y="95958"/>
                  <a:pt x="750028" y="98797"/>
                </a:cubicBezTo>
                <a:cubicBezTo>
                  <a:pt x="751341" y="101634"/>
                  <a:pt x="753732" y="103053"/>
                  <a:pt x="757201" y="103053"/>
                </a:cubicBezTo>
                <a:cubicBezTo>
                  <a:pt x="759618" y="103053"/>
                  <a:pt x="761903" y="102685"/>
                  <a:pt x="764057" y="101951"/>
                </a:cubicBezTo>
                <a:cubicBezTo>
                  <a:pt x="766213" y="101215"/>
                  <a:pt x="767868" y="100426"/>
                  <a:pt x="769025" y="99586"/>
                </a:cubicBezTo>
                <a:cubicBezTo>
                  <a:pt x="769341" y="99376"/>
                  <a:pt x="769709" y="99349"/>
                  <a:pt x="770129" y="99507"/>
                </a:cubicBezTo>
                <a:cubicBezTo>
                  <a:pt x="770549" y="99664"/>
                  <a:pt x="770916" y="99927"/>
                  <a:pt x="771231" y="100296"/>
                </a:cubicBezTo>
                <a:cubicBezTo>
                  <a:pt x="771547" y="100663"/>
                  <a:pt x="771783" y="101057"/>
                  <a:pt x="771940" y="101477"/>
                </a:cubicBezTo>
                <a:cubicBezTo>
                  <a:pt x="772099" y="101897"/>
                  <a:pt x="772073" y="102265"/>
                  <a:pt x="771863" y="102581"/>
                </a:cubicBezTo>
                <a:cubicBezTo>
                  <a:pt x="769867" y="105838"/>
                  <a:pt x="767265" y="108150"/>
                  <a:pt x="764060" y="109516"/>
                </a:cubicBezTo>
                <a:cubicBezTo>
                  <a:pt x="760854" y="110883"/>
                  <a:pt x="757096" y="111566"/>
                  <a:pt x="752787" y="111566"/>
                </a:cubicBezTo>
                <a:cubicBezTo>
                  <a:pt x="745641" y="111566"/>
                  <a:pt x="740596" y="109964"/>
                  <a:pt x="737653" y="106760"/>
                </a:cubicBezTo>
                <a:cubicBezTo>
                  <a:pt x="734710" y="103554"/>
                  <a:pt x="733239" y="98535"/>
                  <a:pt x="733239" y="91703"/>
                </a:cubicBezTo>
                <a:lnTo>
                  <a:pt x="733239" y="51185"/>
                </a:lnTo>
                <a:cubicBezTo>
                  <a:pt x="733239" y="49925"/>
                  <a:pt x="733186" y="48927"/>
                  <a:pt x="733080" y="48190"/>
                </a:cubicBezTo>
                <a:cubicBezTo>
                  <a:pt x="732976" y="47454"/>
                  <a:pt x="732661" y="46929"/>
                  <a:pt x="732135" y="46615"/>
                </a:cubicBezTo>
                <a:cubicBezTo>
                  <a:pt x="731609" y="46299"/>
                  <a:pt x="730741" y="46114"/>
                  <a:pt x="729532" y="46062"/>
                </a:cubicBezTo>
                <a:cubicBezTo>
                  <a:pt x="728324" y="46009"/>
                  <a:pt x="726617" y="45982"/>
                  <a:pt x="724410" y="45982"/>
                </a:cubicBezTo>
                <a:cubicBezTo>
                  <a:pt x="724095" y="45982"/>
                  <a:pt x="723832" y="45667"/>
                  <a:pt x="723621" y="45037"/>
                </a:cubicBezTo>
                <a:cubicBezTo>
                  <a:pt x="723411" y="44406"/>
                  <a:pt x="723280" y="43723"/>
                  <a:pt x="723227" y="42987"/>
                </a:cubicBezTo>
                <a:cubicBezTo>
                  <a:pt x="723174" y="42251"/>
                  <a:pt x="723253" y="41568"/>
                  <a:pt x="723463" y="40938"/>
                </a:cubicBezTo>
                <a:cubicBezTo>
                  <a:pt x="723674" y="40307"/>
                  <a:pt x="723990" y="39992"/>
                  <a:pt x="724410" y="39992"/>
                </a:cubicBezTo>
                <a:cubicBezTo>
                  <a:pt x="727037" y="39782"/>
                  <a:pt x="729296" y="39388"/>
                  <a:pt x="731187" y="38811"/>
                </a:cubicBezTo>
                <a:cubicBezTo>
                  <a:pt x="733079" y="38232"/>
                  <a:pt x="734682" y="37312"/>
                  <a:pt x="735996" y="36052"/>
                </a:cubicBezTo>
                <a:cubicBezTo>
                  <a:pt x="737311" y="34790"/>
                  <a:pt x="738362" y="33082"/>
                  <a:pt x="739150" y="30928"/>
                </a:cubicBezTo>
                <a:cubicBezTo>
                  <a:pt x="739939" y="28773"/>
                  <a:pt x="740595" y="25961"/>
                  <a:pt x="741120" y="22494"/>
                </a:cubicBezTo>
                <a:cubicBezTo>
                  <a:pt x="741226" y="21862"/>
                  <a:pt x="741647" y="21389"/>
                  <a:pt x="742383" y="21075"/>
                </a:cubicBezTo>
                <a:cubicBezTo>
                  <a:pt x="743119" y="20759"/>
                  <a:pt x="743907" y="20601"/>
                  <a:pt x="744747" y="20601"/>
                </a:cubicBezTo>
                <a:cubicBezTo>
                  <a:pt x="745588" y="20601"/>
                  <a:pt x="746350" y="20732"/>
                  <a:pt x="747033" y="20995"/>
                </a:cubicBezTo>
                <a:cubicBezTo>
                  <a:pt x="747716" y="21258"/>
                  <a:pt x="748057" y="21600"/>
                  <a:pt x="748057" y="22020"/>
                </a:cubicBezTo>
                <a:lnTo>
                  <a:pt x="748057" y="35578"/>
                </a:lnTo>
                <a:cubicBezTo>
                  <a:pt x="748057" y="37260"/>
                  <a:pt x="748136" y="38233"/>
                  <a:pt x="748293" y="38496"/>
                </a:cubicBezTo>
                <a:cubicBezTo>
                  <a:pt x="748452" y="38757"/>
                  <a:pt x="749110" y="38888"/>
                  <a:pt x="750266" y="38888"/>
                </a:cubicBezTo>
                <a:lnTo>
                  <a:pt x="766660" y="38888"/>
                </a:lnTo>
                <a:cubicBezTo>
                  <a:pt x="767396" y="38888"/>
                  <a:pt x="767869" y="39309"/>
                  <a:pt x="768079" y="40151"/>
                </a:cubicBezTo>
                <a:cubicBezTo>
                  <a:pt x="768289" y="40991"/>
                  <a:pt x="768394" y="41727"/>
                  <a:pt x="768394" y="42357"/>
                </a:cubicBezTo>
                <a:cubicBezTo>
                  <a:pt x="768394" y="42987"/>
                  <a:pt x="768263" y="43749"/>
                  <a:pt x="768000" y="44642"/>
                </a:cubicBezTo>
                <a:cubicBezTo>
                  <a:pt x="767738" y="45536"/>
                  <a:pt x="767187" y="45982"/>
                  <a:pt x="766345" y="45982"/>
                </a:cubicBezTo>
                <a:lnTo>
                  <a:pt x="749477" y="45982"/>
                </a:lnTo>
                <a:cubicBezTo>
                  <a:pt x="748741" y="45982"/>
                  <a:pt x="748320" y="46167"/>
                  <a:pt x="748214" y="46535"/>
                </a:cubicBezTo>
                <a:cubicBezTo>
                  <a:pt x="748110" y="46903"/>
                  <a:pt x="748057" y="48243"/>
                  <a:pt x="748057" y="50555"/>
                </a:cubicBezTo>
                <a:lnTo>
                  <a:pt x="748057" y="85711"/>
                </a:lnTo>
                <a:close/>
                <a:moveTo>
                  <a:pt x="802338" y="47560"/>
                </a:moveTo>
                <a:cubicBezTo>
                  <a:pt x="802548" y="48085"/>
                  <a:pt x="802811" y="48085"/>
                  <a:pt x="803127" y="47560"/>
                </a:cubicBezTo>
                <a:cubicBezTo>
                  <a:pt x="805858" y="43987"/>
                  <a:pt x="809247" y="41202"/>
                  <a:pt x="813293" y="39206"/>
                </a:cubicBezTo>
                <a:cubicBezTo>
                  <a:pt x="817341" y="37207"/>
                  <a:pt x="821361" y="36208"/>
                  <a:pt x="825355" y="36208"/>
                </a:cubicBezTo>
                <a:cubicBezTo>
                  <a:pt x="834289" y="36208"/>
                  <a:pt x="840726" y="38652"/>
                  <a:pt x="844667" y="43540"/>
                </a:cubicBezTo>
                <a:cubicBezTo>
                  <a:pt x="848609" y="48427"/>
                  <a:pt x="850580" y="54811"/>
                  <a:pt x="850580" y="62694"/>
                </a:cubicBezTo>
                <a:lnTo>
                  <a:pt x="850580" y="91859"/>
                </a:lnTo>
                <a:cubicBezTo>
                  <a:pt x="850580" y="94592"/>
                  <a:pt x="850658" y="96800"/>
                  <a:pt x="850815" y="98482"/>
                </a:cubicBezTo>
                <a:cubicBezTo>
                  <a:pt x="850973" y="100163"/>
                  <a:pt x="851340" y="101502"/>
                  <a:pt x="851917" y="102502"/>
                </a:cubicBezTo>
                <a:cubicBezTo>
                  <a:pt x="852496" y="103501"/>
                  <a:pt x="853416" y="104237"/>
                  <a:pt x="854676" y="104710"/>
                </a:cubicBezTo>
                <a:cubicBezTo>
                  <a:pt x="855939" y="105181"/>
                  <a:pt x="857673" y="105628"/>
                  <a:pt x="859880" y="106050"/>
                </a:cubicBezTo>
                <a:cubicBezTo>
                  <a:pt x="860512" y="106154"/>
                  <a:pt x="860985" y="106469"/>
                  <a:pt x="861299" y="106995"/>
                </a:cubicBezTo>
                <a:cubicBezTo>
                  <a:pt x="861615" y="107520"/>
                  <a:pt x="861773" y="108045"/>
                  <a:pt x="861773" y="108571"/>
                </a:cubicBezTo>
                <a:cubicBezTo>
                  <a:pt x="861773" y="109097"/>
                  <a:pt x="861615" y="109597"/>
                  <a:pt x="861299" y="110070"/>
                </a:cubicBezTo>
                <a:cubicBezTo>
                  <a:pt x="860985" y="110543"/>
                  <a:pt x="860565" y="110779"/>
                  <a:pt x="860039" y="110779"/>
                </a:cubicBezTo>
                <a:cubicBezTo>
                  <a:pt x="858568" y="110779"/>
                  <a:pt x="856335" y="110595"/>
                  <a:pt x="853339" y="110226"/>
                </a:cubicBezTo>
                <a:cubicBezTo>
                  <a:pt x="850343" y="109859"/>
                  <a:pt x="847269" y="109675"/>
                  <a:pt x="844116" y="109675"/>
                </a:cubicBezTo>
                <a:cubicBezTo>
                  <a:pt x="840753" y="109675"/>
                  <a:pt x="837442" y="109859"/>
                  <a:pt x="834183" y="110226"/>
                </a:cubicBezTo>
                <a:cubicBezTo>
                  <a:pt x="830924" y="110595"/>
                  <a:pt x="828140" y="110779"/>
                  <a:pt x="825829" y="110779"/>
                </a:cubicBezTo>
                <a:cubicBezTo>
                  <a:pt x="825197" y="110779"/>
                  <a:pt x="824723" y="110543"/>
                  <a:pt x="824407" y="110070"/>
                </a:cubicBezTo>
                <a:cubicBezTo>
                  <a:pt x="824093" y="109597"/>
                  <a:pt x="823935" y="109097"/>
                  <a:pt x="823935" y="108571"/>
                </a:cubicBezTo>
                <a:cubicBezTo>
                  <a:pt x="823935" y="107941"/>
                  <a:pt x="824093" y="107389"/>
                  <a:pt x="824407" y="106916"/>
                </a:cubicBezTo>
                <a:cubicBezTo>
                  <a:pt x="824723" y="106443"/>
                  <a:pt x="825249" y="106154"/>
                  <a:pt x="825985" y="106050"/>
                </a:cubicBezTo>
                <a:cubicBezTo>
                  <a:pt x="828403" y="105734"/>
                  <a:pt x="830269" y="105314"/>
                  <a:pt x="831583" y="104789"/>
                </a:cubicBezTo>
                <a:cubicBezTo>
                  <a:pt x="832896" y="104263"/>
                  <a:pt x="833842" y="103475"/>
                  <a:pt x="834419" y="102425"/>
                </a:cubicBezTo>
                <a:cubicBezTo>
                  <a:pt x="834998" y="101373"/>
                  <a:pt x="835366" y="100006"/>
                  <a:pt x="835523" y="98326"/>
                </a:cubicBezTo>
                <a:cubicBezTo>
                  <a:pt x="835680" y="96643"/>
                  <a:pt x="835759" y="94488"/>
                  <a:pt x="835759" y="91859"/>
                </a:cubicBezTo>
                <a:lnTo>
                  <a:pt x="835759" y="68053"/>
                </a:lnTo>
                <a:cubicBezTo>
                  <a:pt x="835759" y="65427"/>
                  <a:pt x="835575" y="62800"/>
                  <a:pt x="835208" y="60173"/>
                </a:cubicBezTo>
                <a:cubicBezTo>
                  <a:pt x="834841" y="57544"/>
                  <a:pt x="834158" y="55153"/>
                  <a:pt x="833158" y="52999"/>
                </a:cubicBezTo>
                <a:cubicBezTo>
                  <a:pt x="832161" y="50844"/>
                  <a:pt x="830716" y="49083"/>
                  <a:pt x="828824" y="47717"/>
                </a:cubicBezTo>
                <a:cubicBezTo>
                  <a:pt x="826931" y="46350"/>
                  <a:pt x="824408" y="45667"/>
                  <a:pt x="821256" y="45667"/>
                </a:cubicBezTo>
                <a:cubicBezTo>
                  <a:pt x="817893" y="45667"/>
                  <a:pt x="815028" y="46298"/>
                  <a:pt x="812663" y="47560"/>
                </a:cubicBezTo>
                <a:cubicBezTo>
                  <a:pt x="810299" y="48821"/>
                  <a:pt x="808354" y="50344"/>
                  <a:pt x="806829" y="52131"/>
                </a:cubicBezTo>
                <a:cubicBezTo>
                  <a:pt x="805306" y="53917"/>
                  <a:pt x="804176" y="55810"/>
                  <a:pt x="803440" y="57808"/>
                </a:cubicBezTo>
                <a:cubicBezTo>
                  <a:pt x="802705" y="59805"/>
                  <a:pt x="802338" y="61538"/>
                  <a:pt x="802338" y="63009"/>
                </a:cubicBezTo>
                <a:lnTo>
                  <a:pt x="802338" y="90914"/>
                </a:lnTo>
                <a:cubicBezTo>
                  <a:pt x="802338" y="93752"/>
                  <a:pt x="802390" y="96092"/>
                  <a:pt x="802494" y="97931"/>
                </a:cubicBezTo>
                <a:cubicBezTo>
                  <a:pt x="802600" y="99769"/>
                  <a:pt x="802915" y="101214"/>
                  <a:pt x="803440" y="102266"/>
                </a:cubicBezTo>
                <a:cubicBezTo>
                  <a:pt x="803966" y="103316"/>
                  <a:pt x="804780" y="104131"/>
                  <a:pt x="805884" y="104710"/>
                </a:cubicBezTo>
                <a:cubicBezTo>
                  <a:pt x="806989" y="105287"/>
                  <a:pt x="808540" y="105734"/>
                  <a:pt x="810536" y="106050"/>
                </a:cubicBezTo>
                <a:cubicBezTo>
                  <a:pt x="811271" y="106154"/>
                  <a:pt x="811796" y="106469"/>
                  <a:pt x="812112" y="106995"/>
                </a:cubicBezTo>
                <a:cubicBezTo>
                  <a:pt x="812428" y="107520"/>
                  <a:pt x="812586" y="108045"/>
                  <a:pt x="812586" y="108571"/>
                </a:cubicBezTo>
                <a:cubicBezTo>
                  <a:pt x="812586" y="109097"/>
                  <a:pt x="812428" y="109597"/>
                  <a:pt x="812112" y="110070"/>
                </a:cubicBezTo>
                <a:cubicBezTo>
                  <a:pt x="811796" y="110543"/>
                  <a:pt x="811323" y="110779"/>
                  <a:pt x="810693" y="110779"/>
                </a:cubicBezTo>
                <a:cubicBezTo>
                  <a:pt x="809326" y="110779"/>
                  <a:pt x="807198" y="110595"/>
                  <a:pt x="804308" y="110226"/>
                </a:cubicBezTo>
                <a:cubicBezTo>
                  <a:pt x="801418" y="109859"/>
                  <a:pt x="798397" y="109675"/>
                  <a:pt x="795244" y="109675"/>
                </a:cubicBezTo>
                <a:cubicBezTo>
                  <a:pt x="791881" y="109675"/>
                  <a:pt x="788675" y="109859"/>
                  <a:pt x="785626" y="110226"/>
                </a:cubicBezTo>
                <a:cubicBezTo>
                  <a:pt x="782578" y="110595"/>
                  <a:pt x="779845" y="110779"/>
                  <a:pt x="777428" y="110779"/>
                </a:cubicBezTo>
                <a:cubicBezTo>
                  <a:pt x="776798" y="110779"/>
                  <a:pt x="776325" y="110543"/>
                  <a:pt x="776009" y="110070"/>
                </a:cubicBezTo>
                <a:cubicBezTo>
                  <a:pt x="775694" y="109597"/>
                  <a:pt x="775537" y="109097"/>
                  <a:pt x="775537" y="108571"/>
                </a:cubicBezTo>
                <a:cubicBezTo>
                  <a:pt x="775537" y="107941"/>
                  <a:pt x="775694" y="107389"/>
                  <a:pt x="776009" y="106916"/>
                </a:cubicBezTo>
                <a:cubicBezTo>
                  <a:pt x="776325" y="106443"/>
                  <a:pt x="776851" y="106154"/>
                  <a:pt x="777587" y="106050"/>
                </a:cubicBezTo>
                <a:cubicBezTo>
                  <a:pt x="780004" y="105734"/>
                  <a:pt x="781869" y="105314"/>
                  <a:pt x="783182" y="104789"/>
                </a:cubicBezTo>
                <a:cubicBezTo>
                  <a:pt x="784496" y="104263"/>
                  <a:pt x="785467" y="103475"/>
                  <a:pt x="786098" y="102425"/>
                </a:cubicBezTo>
                <a:cubicBezTo>
                  <a:pt x="786730" y="101373"/>
                  <a:pt x="787124" y="100006"/>
                  <a:pt x="787281" y="98326"/>
                </a:cubicBezTo>
                <a:cubicBezTo>
                  <a:pt x="787438" y="96643"/>
                  <a:pt x="787517" y="94488"/>
                  <a:pt x="787517" y="91859"/>
                </a:cubicBezTo>
                <a:lnTo>
                  <a:pt x="787517" y="29903"/>
                </a:lnTo>
                <a:cubicBezTo>
                  <a:pt x="787517" y="25384"/>
                  <a:pt x="787412" y="21784"/>
                  <a:pt x="787202" y="19104"/>
                </a:cubicBezTo>
                <a:cubicBezTo>
                  <a:pt x="786992" y="16423"/>
                  <a:pt x="786467" y="14347"/>
                  <a:pt x="785626" y="12876"/>
                </a:cubicBezTo>
                <a:cubicBezTo>
                  <a:pt x="784786" y="11404"/>
                  <a:pt x="783525" y="10406"/>
                  <a:pt x="781842" y="9881"/>
                </a:cubicBezTo>
                <a:cubicBezTo>
                  <a:pt x="780162" y="9355"/>
                  <a:pt x="777850" y="8934"/>
                  <a:pt x="774907" y="8618"/>
                </a:cubicBezTo>
                <a:cubicBezTo>
                  <a:pt x="774381" y="8618"/>
                  <a:pt x="773986" y="8356"/>
                  <a:pt x="773723" y="7832"/>
                </a:cubicBezTo>
                <a:cubicBezTo>
                  <a:pt x="773460" y="7306"/>
                  <a:pt x="773302" y="6781"/>
                  <a:pt x="773249" y="6256"/>
                </a:cubicBezTo>
                <a:cubicBezTo>
                  <a:pt x="773198" y="5730"/>
                  <a:pt x="773303" y="5204"/>
                  <a:pt x="773565" y="4678"/>
                </a:cubicBezTo>
                <a:cubicBezTo>
                  <a:pt x="773828" y="4152"/>
                  <a:pt x="774275" y="3889"/>
                  <a:pt x="774907" y="3889"/>
                </a:cubicBezTo>
                <a:cubicBezTo>
                  <a:pt x="777954" y="3679"/>
                  <a:pt x="781684" y="3364"/>
                  <a:pt x="786098" y="2944"/>
                </a:cubicBezTo>
                <a:cubicBezTo>
                  <a:pt x="790513" y="2523"/>
                  <a:pt x="794665" y="1735"/>
                  <a:pt x="798554" y="579"/>
                </a:cubicBezTo>
                <a:cubicBezTo>
                  <a:pt x="800025" y="159"/>
                  <a:pt x="800996" y="238"/>
                  <a:pt x="801470" y="817"/>
                </a:cubicBezTo>
                <a:cubicBezTo>
                  <a:pt x="801943" y="1394"/>
                  <a:pt x="802232" y="1998"/>
                  <a:pt x="802338" y="2629"/>
                </a:cubicBezTo>
                <a:lnTo>
                  <a:pt x="802338" y="47560"/>
                </a:lnTo>
                <a:close/>
                <a:moveTo>
                  <a:pt x="913057" y="77356"/>
                </a:moveTo>
                <a:cubicBezTo>
                  <a:pt x="913057" y="76200"/>
                  <a:pt x="913004" y="75490"/>
                  <a:pt x="912898" y="75227"/>
                </a:cubicBezTo>
                <a:cubicBezTo>
                  <a:pt x="912794" y="74964"/>
                  <a:pt x="912531" y="74832"/>
                  <a:pt x="912111" y="74832"/>
                </a:cubicBezTo>
                <a:cubicBezTo>
                  <a:pt x="903493" y="75569"/>
                  <a:pt x="897107" y="77382"/>
                  <a:pt x="892955" y="80274"/>
                </a:cubicBezTo>
                <a:cubicBezTo>
                  <a:pt x="888805" y="83164"/>
                  <a:pt x="886730" y="86868"/>
                  <a:pt x="886730" y="91388"/>
                </a:cubicBezTo>
                <a:cubicBezTo>
                  <a:pt x="886730" y="94541"/>
                  <a:pt x="887518" y="97195"/>
                  <a:pt x="889094" y="99350"/>
                </a:cubicBezTo>
                <a:cubicBezTo>
                  <a:pt x="890671" y="101504"/>
                  <a:pt x="893299" y="102581"/>
                  <a:pt x="896978" y="102581"/>
                </a:cubicBezTo>
                <a:cubicBezTo>
                  <a:pt x="899394" y="102581"/>
                  <a:pt x="901943" y="102108"/>
                  <a:pt x="904622" y="101162"/>
                </a:cubicBezTo>
                <a:cubicBezTo>
                  <a:pt x="907302" y="100216"/>
                  <a:pt x="909693" y="98849"/>
                  <a:pt x="911796" y="97063"/>
                </a:cubicBezTo>
                <a:cubicBezTo>
                  <a:pt x="912636" y="96222"/>
                  <a:pt x="913057" y="95381"/>
                  <a:pt x="913057" y="94539"/>
                </a:cubicBezTo>
                <a:lnTo>
                  <a:pt x="913057" y="77356"/>
                </a:lnTo>
                <a:moveTo>
                  <a:pt x="927877" y="92963"/>
                </a:moveTo>
                <a:cubicBezTo>
                  <a:pt x="927877" y="96642"/>
                  <a:pt x="928219" y="99218"/>
                  <a:pt x="928902" y="100690"/>
                </a:cubicBezTo>
                <a:cubicBezTo>
                  <a:pt x="929585" y="102161"/>
                  <a:pt x="930925" y="102896"/>
                  <a:pt x="932922" y="102896"/>
                </a:cubicBezTo>
                <a:cubicBezTo>
                  <a:pt x="934078" y="102896"/>
                  <a:pt x="935024" y="102765"/>
                  <a:pt x="935758" y="102502"/>
                </a:cubicBezTo>
                <a:cubicBezTo>
                  <a:pt x="936494" y="102239"/>
                  <a:pt x="937545" y="101687"/>
                  <a:pt x="938912" y="100847"/>
                </a:cubicBezTo>
                <a:cubicBezTo>
                  <a:pt x="939228" y="100636"/>
                  <a:pt x="939569" y="100636"/>
                  <a:pt x="939937" y="100847"/>
                </a:cubicBezTo>
                <a:cubicBezTo>
                  <a:pt x="940305" y="101057"/>
                  <a:pt x="940621" y="101346"/>
                  <a:pt x="940882" y="101715"/>
                </a:cubicBezTo>
                <a:cubicBezTo>
                  <a:pt x="941145" y="102082"/>
                  <a:pt x="941329" y="102502"/>
                  <a:pt x="941433" y="102976"/>
                </a:cubicBezTo>
                <a:cubicBezTo>
                  <a:pt x="941539" y="103449"/>
                  <a:pt x="941435" y="103842"/>
                  <a:pt x="941120" y="104157"/>
                </a:cubicBezTo>
                <a:cubicBezTo>
                  <a:pt x="937021" y="109096"/>
                  <a:pt x="932186" y="111566"/>
                  <a:pt x="926614" y="111566"/>
                </a:cubicBezTo>
                <a:cubicBezTo>
                  <a:pt x="923567" y="111566"/>
                  <a:pt x="920966" y="110752"/>
                  <a:pt x="918811" y="109124"/>
                </a:cubicBezTo>
                <a:cubicBezTo>
                  <a:pt x="916657" y="107495"/>
                  <a:pt x="915055" y="105576"/>
                  <a:pt x="914004" y="103368"/>
                </a:cubicBezTo>
                <a:cubicBezTo>
                  <a:pt x="913793" y="102843"/>
                  <a:pt x="913477" y="102791"/>
                  <a:pt x="913057" y="103211"/>
                </a:cubicBezTo>
                <a:cubicBezTo>
                  <a:pt x="910324" y="105628"/>
                  <a:pt x="907144" y="107625"/>
                  <a:pt x="903518" y="109201"/>
                </a:cubicBezTo>
                <a:cubicBezTo>
                  <a:pt x="899892" y="110778"/>
                  <a:pt x="895347" y="111566"/>
                  <a:pt x="889883" y="111566"/>
                </a:cubicBezTo>
                <a:cubicBezTo>
                  <a:pt x="883892" y="111566"/>
                  <a:pt x="879267" y="109964"/>
                  <a:pt x="876008" y="106760"/>
                </a:cubicBezTo>
                <a:cubicBezTo>
                  <a:pt x="872751" y="103554"/>
                  <a:pt x="871122" y="99008"/>
                  <a:pt x="871122" y="93122"/>
                </a:cubicBezTo>
                <a:cubicBezTo>
                  <a:pt x="871122" y="85554"/>
                  <a:pt x="874643" y="79747"/>
                  <a:pt x="881685" y="75701"/>
                </a:cubicBezTo>
                <a:cubicBezTo>
                  <a:pt x="888727" y="71655"/>
                  <a:pt x="898974" y="69632"/>
                  <a:pt x="912426" y="69632"/>
                </a:cubicBezTo>
                <a:cubicBezTo>
                  <a:pt x="912636" y="69632"/>
                  <a:pt x="912794" y="69369"/>
                  <a:pt x="912898" y="68843"/>
                </a:cubicBezTo>
                <a:cubicBezTo>
                  <a:pt x="913004" y="68317"/>
                  <a:pt x="913057" y="67108"/>
                  <a:pt x="913057" y="65217"/>
                </a:cubicBezTo>
                <a:lnTo>
                  <a:pt x="913057" y="60959"/>
                </a:lnTo>
                <a:cubicBezTo>
                  <a:pt x="913057" y="58332"/>
                  <a:pt x="912846" y="55863"/>
                  <a:pt x="912426" y="53550"/>
                </a:cubicBezTo>
                <a:cubicBezTo>
                  <a:pt x="912006" y="51238"/>
                  <a:pt x="911296" y="49214"/>
                  <a:pt x="910297" y="47481"/>
                </a:cubicBezTo>
                <a:cubicBezTo>
                  <a:pt x="909300" y="45747"/>
                  <a:pt x="907908" y="44381"/>
                  <a:pt x="906121" y="43382"/>
                </a:cubicBezTo>
                <a:cubicBezTo>
                  <a:pt x="904335" y="42383"/>
                  <a:pt x="902127" y="41883"/>
                  <a:pt x="899499" y="41883"/>
                </a:cubicBezTo>
                <a:cubicBezTo>
                  <a:pt x="895610" y="41883"/>
                  <a:pt x="892457" y="42646"/>
                  <a:pt x="890040" y="44171"/>
                </a:cubicBezTo>
                <a:cubicBezTo>
                  <a:pt x="887623" y="45694"/>
                  <a:pt x="886415" y="47664"/>
                  <a:pt x="886415" y="50081"/>
                </a:cubicBezTo>
                <a:cubicBezTo>
                  <a:pt x="886415" y="51238"/>
                  <a:pt x="886782" y="52367"/>
                  <a:pt x="887516" y="53471"/>
                </a:cubicBezTo>
                <a:cubicBezTo>
                  <a:pt x="888252" y="54574"/>
                  <a:pt x="888620" y="55704"/>
                  <a:pt x="888620" y="56860"/>
                </a:cubicBezTo>
                <a:cubicBezTo>
                  <a:pt x="888620" y="58332"/>
                  <a:pt x="887884" y="59752"/>
                  <a:pt x="886412" y="61118"/>
                </a:cubicBezTo>
                <a:cubicBezTo>
                  <a:pt x="884942" y="62485"/>
                  <a:pt x="883156" y="63168"/>
                  <a:pt x="881055" y="63168"/>
                </a:cubicBezTo>
                <a:cubicBezTo>
                  <a:pt x="878216" y="63168"/>
                  <a:pt x="876192" y="62406"/>
                  <a:pt x="874983" y="60882"/>
                </a:cubicBezTo>
                <a:cubicBezTo>
                  <a:pt x="873776" y="59357"/>
                  <a:pt x="873172" y="57491"/>
                  <a:pt x="873172" y="55285"/>
                </a:cubicBezTo>
                <a:cubicBezTo>
                  <a:pt x="873172" y="52658"/>
                  <a:pt x="873907" y="50161"/>
                  <a:pt x="875378" y="47796"/>
                </a:cubicBezTo>
                <a:cubicBezTo>
                  <a:pt x="876850" y="45430"/>
                  <a:pt x="878847" y="43407"/>
                  <a:pt x="881368" y="41727"/>
                </a:cubicBezTo>
                <a:cubicBezTo>
                  <a:pt x="883890" y="40044"/>
                  <a:pt x="886833" y="38704"/>
                  <a:pt x="890196" y="37707"/>
                </a:cubicBezTo>
                <a:cubicBezTo>
                  <a:pt x="893561" y="36708"/>
                  <a:pt x="897083" y="36208"/>
                  <a:pt x="900762" y="36208"/>
                </a:cubicBezTo>
                <a:cubicBezTo>
                  <a:pt x="909168" y="36208"/>
                  <a:pt x="915789" y="38153"/>
                  <a:pt x="920625" y="42042"/>
                </a:cubicBezTo>
                <a:cubicBezTo>
                  <a:pt x="925460" y="45931"/>
                  <a:pt x="927877" y="52395"/>
                  <a:pt x="927877" y="61433"/>
                </a:cubicBezTo>
                <a:lnTo>
                  <a:pt x="927877" y="92963"/>
                </a:lnTo>
                <a:close/>
                <a:moveTo>
                  <a:pt x="968283" y="85711"/>
                </a:moveTo>
                <a:cubicBezTo>
                  <a:pt x="968283" y="91596"/>
                  <a:pt x="968940" y="95958"/>
                  <a:pt x="970253" y="98797"/>
                </a:cubicBezTo>
                <a:cubicBezTo>
                  <a:pt x="971567" y="101634"/>
                  <a:pt x="973958" y="103053"/>
                  <a:pt x="977427" y="103053"/>
                </a:cubicBezTo>
                <a:cubicBezTo>
                  <a:pt x="979843" y="103053"/>
                  <a:pt x="982129" y="102685"/>
                  <a:pt x="984283" y="101951"/>
                </a:cubicBezTo>
                <a:cubicBezTo>
                  <a:pt x="986438" y="101215"/>
                  <a:pt x="988094" y="100426"/>
                  <a:pt x="989250" y="99586"/>
                </a:cubicBezTo>
                <a:cubicBezTo>
                  <a:pt x="989566" y="99376"/>
                  <a:pt x="989934" y="99349"/>
                  <a:pt x="990354" y="99507"/>
                </a:cubicBezTo>
                <a:cubicBezTo>
                  <a:pt x="990774" y="99664"/>
                  <a:pt x="991142" y="99927"/>
                  <a:pt x="991456" y="100296"/>
                </a:cubicBezTo>
                <a:cubicBezTo>
                  <a:pt x="991772" y="100663"/>
                  <a:pt x="992009" y="101057"/>
                  <a:pt x="992166" y="101477"/>
                </a:cubicBezTo>
                <a:cubicBezTo>
                  <a:pt x="992324" y="101897"/>
                  <a:pt x="992299" y="102265"/>
                  <a:pt x="992089" y="102581"/>
                </a:cubicBezTo>
                <a:cubicBezTo>
                  <a:pt x="990092" y="105838"/>
                  <a:pt x="987491" y="108150"/>
                  <a:pt x="984285" y="109516"/>
                </a:cubicBezTo>
                <a:cubicBezTo>
                  <a:pt x="981079" y="110883"/>
                  <a:pt x="977322" y="111566"/>
                  <a:pt x="973012" y="111566"/>
                </a:cubicBezTo>
                <a:cubicBezTo>
                  <a:pt x="965866" y="111566"/>
                  <a:pt x="960822" y="109964"/>
                  <a:pt x="957879" y="106760"/>
                </a:cubicBezTo>
                <a:cubicBezTo>
                  <a:pt x="954936" y="103554"/>
                  <a:pt x="953465" y="98535"/>
                  <a:pt x="953465" y="91703"/>
                </a:cubicBezTo>
                <a:lnTo>
                  <a:pt x="953465" y="51185"/>
                </a:lnTo>
                <a:cubicBezTo>
                  <a:pt x="953465" y="49925"/>
                  <a:pt x="953412" y="48927"/>
                  <a:pt x="953306" y="48190"/>
                </a:cubicBezTo>
                <a:cubicBezTo>
                  <a:pt x="953201" y="47454"/>
                  <a:pt x="952886" y="46929"/>
                  <a:pt x="952360" y="46615"/>
                </a:cubicBezTo>
                <a:cubicBezTo>
                  <a:pt x="951834" y="46299"/>
                  <a:pt x="950967" y="46114"/>
                  <a:pt x="949757" y="46062"/>
                </a:cubicBezTo>
                <a:cubicBezTo>
                  <a:pt x="948550" y="46009"/>
                  <a:pt x="946843" y="45982"/>
                  <a:pt x="944636" y="45982"/>
                </a:cubicBezTo>
                <a:cubicBezTo>
                  <a:pt x="944320" y="45982"/>
                  <a:pt x="944057" y="45667"/>
                  <a:pt x="943847" y="45037"/>
                </a:cubicBezTo>
                <a:cubicBezTo>
                  <a:pt x="943637" y="44406"/>
                  <a:pt x="943505" y="43723"/>
                  <a:pt x="943452" y="42987"/>
                </a:cubicBezTo>
                <a:cubicBezTo>
                  <a:pt x="943399" y="42251"/>
                  <a:pt x="943478" y="41568"/>
                  <a:pt x="943688" y="40938"/>
                </a:cubicBezTo>
                <a:cubicBezTo>
                  <a:pt x="943900" y="40307"/>
                  <a:pt x="944216" y="39992"/>
                  <a:pt x="944636" y="39992"/>
                </a:cubicBezTo>
                <a:cubicBezTo>
                  <a:pt x="947263" y="39782"/>
                  <a:pt x="949522" y="39388"/>
                  <a:pt x="951413" y="38811"/>
                </a:cubicBezTo>
                <a:cubicBezTo>
                  <a:pt x="953305" y="38232"/>
                  <a:pt x="954908" y="37312"/>
                  <a:pt x="956221" y="36052"/>
                </a:cubicBezTo>
                <a:cubicBezTo>
                  <a:pt x="957536" y="34790"/>
                  <a:pt x="958588" y="33082"/>
                  <a:pt x="959375" y="30928"/>
                </a:cubicBezTo>
                <a:cubicBezTo>
                  <a:pt x="960164" y="28773"/>
                  <a:pt x="960821" y="25961"/>
                  <a:pt x="961345" y="22494"/>
                </a:cubicBezTo>
                <a:cubicBezTo>
                  <a:pt x="961451" y="21862"/>
                  <a:pt x="961872" y="21389"/>
                  <a:pt x="962608" y="21075"/>
                </a:cubicBezTo>
                <a:cubicBezTo>
                  <a:pt x="963344" y="20759"/>
                  <a:pt x="964133" y="20601"/>
                  <a:pt x="964973" y="20601"/>
                </a:cubicBezTo>
                <a:cubicBezTo>
                  <a:pt x="965813" y="20601"/>
                  <a:pt x="966575" y="20732"/>
                  <a:pt x="967258" y="20995"/>
                </a:cubicBezTo>
                <a:cubicBezTo>
                  <a:pt x="967941" y="21258"/>
                  <a:pt x="968283" y="21600"/>
                  <a:pt x="968283" y="22020"/>
                </a:cubicBezTo>
                <a:lnTo>
                  <a:pt x="968283" y="35578"/>
                </a:lnTo>
                <a:cubicBezTo>
                  <a:pt x="968283" y="37260"/>
                  <a:pt x="968362" y="38233"/>
                  <a:pt x="968519" y="38496"/>
                </a:cubicBezTo>
                <a:cubicBezTo>
                  <a:pt x="968677" y="38757"/>
                  <a:pt x="969335" y="38888"/>
                  <a:pt x="970491" y="38888"/>
                </a:cubicBezTo>
                <a:lnTo>
                  <a:pt x="986885" y="38888"/>
                </a:lnTo>
                <a:cubicBezTo>
                  <a:pt x="987622" y="38888"/>
                  <a:pt x="988095" y="39309"/>
                  <a:pt x="988305" y="40151"/>
                </a:cubicBezTo>
                <a:cubicBezTo>
                  <a:pt x="988515" y="40991"/>
                  <a:pt x="988620" y="41727"/>
                  <a:pt x="988620" y="42357"/>
                </a:cubicBezTo>
                <a:cubicBezTo>
                  <a:pt x="988620" y="42987"/>
                  <a:pt x="988488" y="43749"/>
                  <a:pt x="988225" y="44642"/>
                </a:cubicBezTo>
                <a:cubicBezTo>
                  <a:pt x="987964" y="45536"/>
                  <a:pt x="987412" y="45982"/>
                  <a:pt x="986570" y="45982"/>
                </a:cubicBezTo>
                <a:lnTo>
                  <a:pt x="969702" y="45982"/>
                </a:lnTo>
                <a:cubicBezTo>
                  <a:pt x="968966" y="45982"/>
                  <a:pt x="968545" y="46167"/>
                  <a:pt x="968439" y="46535"/>
                </a:cubicBezTo>
                <a:cubicBezTo>
                  <a:pt x="968335" y="46903"/>
                  <a:pt x="968283" y="48243"/>
                  <a:pt x="968283" y="50555"/>
                </a:cubicBezTo>
                <a:lnTo>
                  <a:pt x="968283" y="85711"/>
                </a:lnTo>
                <a:close/>
                <a:moveTo>
                  <a:pt x="1135325" y="50555"/>
                </a:moveTo>
                <a:cubicBezTo>
                  <a:pt x="1133329" y="48033"/>
                  <a:pt x="1131174" y="46167"/>
                  <a:pt x="1128861" y="44960"/>
                </a:cubicBezTo>
                <a:cubicBezTo>
                  <a:pt x="1126549" y="43751"/>
                  <a:pt x="1123764" y="43146"/>
                  <a:pt x="1120507" y="43146"/>
                </a:cubicBezTo>
                <a:cubicBezTo>
                  <a:pt x="1117352" y="43146"/>
                  <a:pt x="1114514" y="43619"/>
                  <a:pt x="1111991" y="44565"/>
                </a:cubicBezTo>
                <a:cubicBezTo>
                  <a:pt x="1109470" y="45510"/>
                  <a:pt x="1107342" y="47138"/>
                  <a:pt x="1105606" y="49451"/>
                </a:cubicBezTo>
                <a:cubicBezTo>
                  <a:pt x="1103873" y="51764"/>
                  <a:pt x="1102559" y="54917"/>
                  <a:pt x="1101666" y="58912"/>
                </a:cubicBezTo>
                <a:cubicBezTo>
                  <a:pt x="1100773" y="62906"/>
                  <a:pt x="1100326" y="67950"/>
                  <a:pt x="1100326" y="74046"/>
                </a:cubicBezTo>
                <a:cubicBezTo>
                  <a:pt x="1100326" y="77619"/>
                  <a:pt x="1100693" y="81113"/>
                  <a:pt x="1101428" y="84529"/>
                </a:cubicBezTo>
                <a:cubicBezTo>
                  <a:pt x="1102164" y="87945"/>
                  <a:pt x="1103242" y="90993"/>
                  <a:pt x="1104661" y="93673"/>
                </a:cubicBezTo>
                <a:cubicBezTo>
                  <a:pt x="1106080" y="96353"/>
                  <a:pt x="1107815" y="98508"/>
                  <a:pt x="1109864" y="100137"/>
                </a:cubicBezTo>
                <a:cubicBezTo>
                  <a:pt x="1111914" y="101766"/>
                  <a:pt x="1114305" y="102581"/>
                  <a:pt x="1117038" y="102581"/>
                </a:cubicBezTo>
                <a:cubicBezTo>
                  <a:pt x="1121451" y="102581"/>
                  <a:pt x="1125103" y="101819"/>
                  <a:pt x="1127993" y="100296"/>
                </a:cubicBezTo>
                <a:cubicBezTo>
                  <a:pt x="1130884" y="98771"/>
                  <a:pt x="1133329" y="96800"/>
                  <a:pt x="1135325" y="94383"/>
                </a:cubicBezTo>
                <a:lnTo>
                  <a:pt x="1135325" y="50555"/>
                </a:lnTo>
                <a:moveTo>
                  <a:pt x="1150144" y="82559"/>
                </a:moveTo>
                <a:cubicBezTo>
                  <a:pt x="1150144" y="86868"/>
                  <a:pt x="1150222" y="90363"/>
                  <a:pt x="1150379" y="93043"/>
                </a:cubicBezTo>
                <a:cubicBezTo>
                  <a:pt x="1150538" y="95723"/>
                  <a:pt x="1151011" y="97825"/>
                  <a:pt x="1151799" y="99350"/>
                </a:cubicBezTo>
                <a:cubicBezTo>
                  <a:pt x="1152588" y="100874"/>
                  <a:pt x="1153770" y="101924"/>
                  <a:pt x="1155347" y="102502"/>
                </a:cubicBezTo>
                <a:cubicBezTo>
                  <a:pt x="1156923" y="103079"/>
                  <a:pt x="1159131" y="103368"/>
                  <a:pt x="1161970" y="103368"/>
                </a:cubicBezTo>
                <a:cubicBezTo>
                  <a:pt x="1162390" y="103368"/>
                  <a:pt x="1162730" y="103604"/>
                  <a:pt x="1162992" y="104077"/>
                </a:cubicBezTo>
                <a:cubicBezTo>
                  <a:pt x="1163255" y="104550"/>
                  <a:pt x="1163386" y="105103"/>
                  <a:pt x="1163386" y="105735"/>
                </a:cubicBezTo>
                <a:cubicBezTo>
                  <a:pt x="1163386" y="106259"/>
                  <a:pt x="1163281" y="106784"/>
                  <a:pt x="1163071" y="107310"/>
                </a:cubicBezTo>
                <a:cubicBezTo>
                  <a:pt x="1162861" y="107836"/>
                  <a:pt x="1162494" y="108099"/>
                  <a:pt x="1161970" y="108099"/>
                </a:cubicBezTo>
                <a:cubicBezTo>
                  <a:pt x="1161128" y="108099"/>
                  <a:pt x="1160417" y="108126"/>
                  <a:pt x="1159838" y="108179"/>
                </a:cubicBezTo>
                <a:cubicBezTo>
                  <a:pt x="1159261" y="108230"/>
                  <a:pt x="1158683" y="108282"/>
                  <a:pt x="1158104" y="108335"/>
                </a:cubicBezTo>
                <a:cubicBezTo>
                  <a:pt x="1157526" y="108388"/>
                  <a:pt x="1156896" y="108467"/>
                  <a:pt x="1156213" y="108573"/>
                </a:cubicBezTo>
                <a:cubicBezTo>
                  <a:pt x="1155530" y="108678"/>
                  <a:pt x="1154663" y="108782"/>
                  <a:pt x="1153612" y="108886"/>
                </a:cubicBezTo>
                <a:cubicBezTo>
                  <a:pt x="1152772" y="108992"/>
                  <a:pt x="1151616" y="109203"/>
                  <a:pt x="1150144" y="109519"/>
                </a:cubicBezTo>
                <a:cubicBezTo>
                  <a:pt x="1148673" y="109833"/>
                  <a:pt x="1147149" y="110147"/>
                  <a:pt x="1145573" y="110462"/>
                </a:cubicBezTo>
                <a:cubicBezTo>
                  <a:pt x="1143997" y="110778"/>
                  <a:pt x="1142525" y="111041"/>
                  <a:pt x="1141159" y="111251"/>
                </a:cubicBezTo>
                <a:cubicBezTo>
                  <a:pt x="1139792" y="111461"/>
                  <a:pt x="1138899" y="111566"/>
                  <a:pt x="1138479" y="111566"/>
                </a:cubicBezTo>
                <a:cubicBezTo>
                  <a:pt x="1137637" y="111566"/>
                  <a:pt x="1136953" y="110831"/>
                  <a:pt x="1136427" y="109360"/>
                </a:cubicBezTo>
                <a:cubicBezTo>
                  <a:pt x="1135902" y="107888"/>
                  <a:pt x="1135640" y="105838"/>
                  <a:pt x="1135640" y="103211"/>
                </a:cubicBezTo>
                <a:cubicBezTo>
                  <a:pt x="1135640" y="102685"/>
                  <a:pt x="1135509" y="102475"/>
                  <a:pt x="1135246" y="102581"/>
                </a:cubicBezTo>
                <a:cubicBezTo>
                  <a:pt x="1134983" y="102685"/>
                  <a:pt x="1134746" y="102842"/>
                  <a:pt x="1134536" y="103053"/>
                </a:cubicBezTo>
                <a:cubicBezTo>
                  <a:pt x="1131279" y="105995"/>
                  <a:pt x="1128126" y="108150"/>
                  <a:pt x="1125077" y="109516"/>
                </a:cubicBezTo>
                <a:cubicBezTo>
                  <a:pt x="1122030" y="110883"/>
                  <a:pt x="1118299" y="111566"/>
                  <a:pt x="1113884" y="111566"/>
                </a:cubicBezTo>
                <a:cubicBezTo>
                  <a:pt x="1109259" y="111566"/>
                  <a:pt x="1105080" y="110752"/>
                  <a:pt x="1101349" y="109124"/>
                </a:cubicBezTo>
                <a:cubicBezTo>
                  <a:pt x="1097618" y="107495"/>
                  <a:pt x="1094465" y="105182"/>
                  <a:pt x="1091890" y="102186"/>
                </a:cubicBezTo>
                <a:cubicBezTo>
                  <a:pt x="1089316" y="99191"/>
                  <a:pt x="1087319" y="95538"/>
                  <a:pt x="1085900" y="91229"/>
                </a:cubicBezTo>
                <a:cubicBezTo>
                  <a:pt x="1084482" y="86920"/>
                  <a:pt x="1083773" y="82085"/>
                  <a:pt x="1083773" y="76726"/>
                </a:cubicBezTo>
                <a:cubicBezTo>
                  <a:pt x="1083773" y="69684"/>
                  <a:pt x="1084877" y="63614"/>
                  <a:pt x="1087083" y="58518"/>
                </a:cubicBezTo>
                <a:cubicBezTo>
                  <a:pt x="1089290" y="53419"/>
                  <a:pt x="1092180" y="49215"/>
                  <a:pt x="1095753" y="45905"/>
                </a:cubicBezTo>
                <a:cubicBezTo>
                  <a:pt x="1099328" y="42593"/>
                  <a:pt x="1103348" y="40149"/>
                  <a:pt x="1107815" y="38573"/>
                </a:cubicBezTo>
                <a:cubicBezTo>
                  <a:pt x="1112281" y="36996"/>
                  <a:pt x="1116722" y="36208"/>
                  <a:pt x="1121137" y="36208"/>
                </a:cubicBezTo>
                <a:cubicBezTo>
                  <a:pt x="1123238" y="36208"/>
                  <a:pt x="1125550" y="36445"/>
                  <a:pt x="1128072" y="36918"/>
                </a:cubicBezTo>
                <a:cubicBezTo>
                  <a:pt x="1130595" y="37391"/>
                  <a:pt x="1133013" y="38206"/>
                  <a:pt x="1135325" y="39362"/>
                </a:cubicBezTo>
                <a:lnTo>
                  <a:pt x="1135325" y="29744"/>
                </a:lnTo>
                <a:cubicBezTo>
                  <a:pt x="1135325" y="25225"/>
                  <a:pt x="1135220" y="21626"/>
                  <a:pt x="1135010" y="18946"/>
                </a:cubicBezTo>
                <a:cubicBezTo>
                  <a:pt x="1134800" y="16266"/>
                  <a:pt x="1134248" y="14191"/>
                  <a:pt x="1133355" y="12720"/>
                </a:cubicBezTo>
                <a:cubicBezTo>
                  <a:pt x="1132462" y="11248"/>
                  <a:pt x="1131095" y="10249"/>
                  <a:pt x="1129256" y="9723"/>
                </a:cubicBezTo>
                <a:cubicBezTo>
                  <a:pt x="1127416" y="9197"/>
                  <a:pt x="1124920" y="8776"/>
                  <a:pt x="1121767" y="8462"/>
                </a:cubicBezTo>
                <a:cubicBezTo>
                  <a:pt x="1121347" y="8462"/>
                  <a:pt x="1121005" y="8199"/>
                  <a:pt x="1120742" y="7673"/>
                </a:cubicBezTo>
                <a:cubicBezTo>
                  <a:pt x="1120479" y="7147"/>
                  <a:pt x="1120348" y="6622"/>
                  <a:pt x="1120348" y="6097"/>
                </a:cubicBezTo>
                <a:cubicBezTo>
                  <a:pt x="1120348" y="5571"/>
                  <a:pt x="1120453" y="5046"/>
                  <a:pt x="1120663" y="4522"/>
                </a:cubicBezTo>
                <a:cubicBezTo>
                  <a:pt x="1120873" y="3996"/>
                  <a:pt x="1121241" y="3733"/>
                  <a:pt x="1121767" y="3733"/>
                </a:cubicBezTo>
                <a:cubicBezTo>
                  <a:pt x="1123554" y="3627"/>
                  <a:pt x="1125497" y="3495"/>
                  <a:pt x="1127598" y="3338"/>
                </a:cubicBezTo>
                <a:cubicBezTo>
                  <a:pt x="1129701" y="3181"/>
                  <a:pt x="1131855" y="2997"/>
                  <a:pt x="1134062" y="2787"/>
                </a:cubicBezTo>
                <a:cubicBezTo>
                  <a:pt x="1136271" y="2576"/>
                  <a:pt x="1138425" y="2260"/>
                  <a:pt x="1140526" y="1839"/>
                </a:cubicBezTo>
                <a:cubicBezTo>
                  <a:pt x="1142629" y="1419"/>
                  <a:pt x="1144626" y="946"/>
                  <a:pt x="1146518" y="420"/>
                </a:cubicBezTo>
                <a:cubicBezTo>
                  <a:pt x="1147885" y="0"/>
                  <a:pt x="1148804" y="79"/>
                  <a:pt x="1149278" y="658"/>
                </a:cubicBezTo>
                <a:cubicBezTo>
                  <a:pt x="1149751" y="1236"/>
                  <a:pt x="1150039" y="1839"/>
                  <a:pt x="1150144" y="2470"/>
                </a:cubicBezTo>
                <a:lnTo>
                  <a:pt x="1150144" y="82559"/>
                </a:lnTo>
                <a:close/>
                <a:moveTo>
                  <a:pt x="1196652" y="90914"/>
                </a:moveTo>
                <a:cubicBezTo>
                  <a:pt x="1196652" y="93542"/>
                  <a:pt x="1196731" y="95750"/>
                  <a:pt x="1196888" y="97536"/>
                </a:cubicBezTo>
                <a:cubicBezTo>
                  <a:pt x="1197047" y="99323"/>
                  <a:pt x="1197598" y="100794"/>
                  <a:pt x="1198543" y="101951"/>
                </a:cubicBezTo>
                <a:cubicBezTo>
                  <a:pt x="1199489" y="103107"/>
                  <a:pt x="1200960" y="104000"/>
                  <a:pt x="1202957" y="104631"/>
                </a:cubicBezTo>
                <a:cubicBezTo>
                  <a:pt x="1204955" y="105261"/>
                  <a:pt x="1207846" y="105734"/>
                  <a:pt x="1211629" y="106050"/>
                </a:cubicBezTo>
                <a:cubicBezTo>
                  <a:pt x="1212260" y="106154"/>
                  <a:pt x="1212732" y="106443"/>
                  <a:pt x="1213046" y="106916"/>
                </a:cubicBezTo>
                <a:cubicBezTo>
                  <a:pt x="1213362" y="107389"/>
                  <a:pt x="1213520" y="107941"/>
                  <a:pt x="1213520" y="108571"/>
                </a:cubicBezTo>
                <a:cubicBezTo>
                  <a:pt x="1213520" y="109097"/>
                  <a:pt x="1213362" y="109597"/>
                  <a:pt x="1213046" y="110070"/>
                </a:cubicBezTo>
                <a:cubicBezTo>
                  <a:pt x="1212732" y="110543"/>
                  <a:pt x="1212260" y="110779"/>
                  <a:pt x="1211629" y="110779"/>
                </a:cubicBezTo>
                <a:cubicBezTo>
                  <a:pt x="1207110" y="110779"/>
                  <a:pt x="1203116" y="110595"/>
                  <a:pt x="1199647" y="110226"/>
                </a:cubicBezTo>
                <a:cubicBezTo>
                  <a:pt x="1196178" y="109859"/>
                  <a:pt x="1192867" y="109675"/>
                  <a:pt x="1189714" y="109675"/>
                </a:cubicBezTo>
                <a:cubicBezTo>
                  <a:pt x="1186351" y="109675"/>
                  <a:pt x="1183014" y="109859"/>
                  <a:pt x="1179702" y="110226"/>
                </a:cubicBezTo>
                <a:cubicBezTo>
                  <a:pt x="1176392" y="110595"/>
                  <a:pt x="1173056" y="110779"/>
                  <a:pt x="1169693" y="110779"/>
                </a:cubicBezTo>
                <a:cubicBezTo>
                  <a:pt x="1169168" y="110779"/>
                  <a:pt x="1168748" y="110543"/>
                  <a:pt x="1168432" y="110070"/>
                </a:cubicBezTo>
                <a:cubicBezTo>
                  <a:pt x="1168116" y="109597"/>
                  <a:pt x="1167958" y="109097"/>
                  <a:pt x="1167958" y="108571"/>
                </a:cubicBezTo>
                <a:cubicBezTo>
                  <a:pt x="1167958" y="107941"/>
                  <a:pt x="1168116" y="107389"/>
                  <a:pt x="1168432" y="106916"/>
                </a:cubicBezTo>
                <a:cubicBezTo>
                  <a:pt x="1168748" y="106443"/>
                  <a:pt x="1169221" y="106154"/>
                  <a:pt x="1169851" y="106050"/>
                </a:cubicBezTo>
                <a:cubicBezTo>
                  <a:pt x="1172794" y="105734"/>
                  <a:pt x="1175079" y="105261"/>
                  <a:pt x="1176707" y="104631"/>
                </a:cubicBezTo>
                <a:cubicBezTo>
                  <a:pt x="1178337" y="104000"/>
                  <a:pt x="1179519" y="103133"/>
                  <a:pt x="1180256" y="102030"/>
                </a:cubicBezTo>
                <a:cubicBezTo>
                  <a:pt x="1180992" y="100925"/>
                  <a:pt x="1181438" y="99559"/>
                  <a:pt x="1181595" y="97931"/>
                </a:cubicBezTo>
                <a:cubicBezTo>
                  <a:pt x="1181754" y="96302"/>
                  <a:pt x="1181834" y="94278"/>
                  <a:pt x="1181834" y="91859"/>
                </a:cubicBezTo>
                <a:lnTo>
                  <a:pt x="1181834" y="68843"/>
                </a:lnTo>
                <a:cubicBezTo>
                  <a:pt x="1181834" y="63693"/>
                  <a:pt x="1181728" y="59620"/>
                  <a:pt x="1181516" y="56625"/>
                </a:cubicBezTo>
                <a:cubicBezTo>
                  <a:pt x="1181306" y="53629"/>
                  <a:pt x="1180806" y="51317"/>
                  <a:pt x="1180017" y="49689"/>
                </a:cubicBezTo>
                <a:cubicBezTo>
                  <a:pt x="1179230" y="48060"/>
                  <a:pt x="1177995" y="46982"/>
                  <a:pt x="1176313" y="46456"/>
                </a:cubicBezTo>
                <a:cubicBezTo>
                  <a:pt x="1174632" y="45930"/>
                  <a:pt x="1172320" y="45562"/>
                  <a:pt x="1169377" y="45352"/>
                </a:cubicBezTo>
                <a:cubicBezTo>
                  <a:pt x="1168853" y="45352"/>
                  <a:pt x="1168459" y="45090"/>
                  <a:pt x="1168196" y="44565"/>
                </a:cubicBezTo>
                <a:cubicBezTo>
                  <a:pt x="1167933" y="44039"/>
                  <a:pt x="1167802" y="43513"/>
                  <a:pt x="1167802" y="42987"/>
                </a:cubicBezTo>
                <a:cubicBezTo>
                  <a:pt x="1167802" y="42463"/>
                  <a:pt x="1167933" y="41938"/>
                  <a:pt x="1168196" y="41412"/>
                </a:cubicBezTo>
                <a:cubicBezTo>
                  <a:pt x="1168459" y="40886"/>
                  <a:pt x="1168906" y="40622"/>
                  <a:pt x="1169536" y="40622"/>
                </a:cubicBezTo>
                <a:cubicBezTo>
                  <a:pt x="1171639" y="40412"/>
                  <a:pt x="1174555" y="40176"/>
                  <a:pt x="1178285" y="39913"/>
                </a:cubicBezTo>
                <a:cubicBezTo>
                  <a:pt x="1182017" y="39650"/>
                  <a:pt x="1185827" y="38993"/>
                  <a:pt x="1189714" y="37943"/>
                </a:cubicBezTo>
                <a:cubicBezTo>
                  <a:pt x="1191187" y="37522"/>
                  <a:pt x="1192396" y="37470"/>
                  <a:pt x="1193342" y="37786"/>
                </a:cubicBezTo>
                <a:cubicBezTo>
                  <a:pt x="1194288" y="38101"/>
                  <a:pt x="1194708" y="38994"/>
                  <a:pt x="1194603" y="40466"/>
                </a:cubicBezTo>
                <a:lnTo>
                  <a:pt x="1194287" y="50555"/>
                </a:lnTo>
                <a:cubicBezTo>
                  <a:pt x="1194287" y="50765"/>
                  <a:pt x="1194339" y="50897"/>
                  <a:pt x="1194444" y="50950"/>
                </a:cubicBezTo>
                <a:cubicBezTo>
                  <a:pt x="1194550" y="51003"/>
                  <a:pt x="1194708" y="50923"/>
                  <a:pt x="1194918" y="50712"/>
                </a:cubicBezTo>
                <a:cubicBezTo>
                  <a:pt x="1197124" y="46298"/>
                  <a:pt x="1199831" y="42778"/>
                  <a:pt x="1203037" y="40151"/>
                </a:cubicBezTo>
                <a:cubicBezTo>
                  <a:pt x="1206242" y="37522"/>
                  <a:pt x="1210525" y="36208"/>
                  <a:pt x="1215885" y="36208"/>
                </a:cubicBezTo>
                <a:cubicBezTo>
                  <a:pt x="1220300" y="36208"/>
                  <a:pt x="1223558" y="37338"/>
                  <a:pt x="1225659" y="39598"/>
                </a:cubicBezTo>
                <a:cubicBezTo>
                  <a:pt x="1227761" y="41857"/>
                  <a:pt x="1228812" y="44617"/>
                  <a:pt x="1228812" y="47875"/>
                </a:cubicBezTo>
                <a:cubicBezTo>
                  <a:pt x="1228812" y="49662"/>
                  <a:pt x="1228129" y="51291"/>
                  <a:pt x="1226763" y="52764"/>
                </a:cubicBezTo>
                <a:cubicBezTo>
                  <a:pt x="1225397" y="54234"/>
                  <a:pt x="1223453" y="54969"/>
                  <a:pt x="1220932" y="54969"/>
                </a:cubicBezTo>
                <a:cubicBezTo>
                  <a:pt x="1218513" y="54969"/>
                  <a:pt x="1216831" y="54391"/>
                  <a:pt x="1215885" y="53235"/>
                </a:cubicBezTo>
                <a:cubicBezTo>
                  <a:pt x="1214940" y="52079"/>
                  <a:pt x="1214468" y="50817"/>
                  <a:pt x="1214468" y="49451"/>
                </a:cubicBezTo>
                <a:cubicBezTo>
                  <a:pt x="1214468" y="47980"/>
                  <a:pt x="1214178" y="46825"/>
                  <a:pt x="1213599" y="45985"/>
                </a:cubicBezTo>
                <a:cubicBezTo>
                  <a:pt x="1213022" y="45143"/>
                  <a:pt x="1211787" y="44722"/>
                  <a:pt x="1209895" y="44722"/>
                </a:cubicBezTo>
                <a:cubicBezTo>
                  <a:pt x="1207898" y="44722"/>
                  <a:pt x="1206085" y="45378"/>
                  <a:pt x="1204456" y="46692"/>
                </a:cubicBezTo>
                <a:cubicBezTo>
                  <a:pt x="1202826" y="48005"/>
                  <a:pt x="1201434" y="49556"/>
                  <a:pt x="1200277" y="51344"/>
                </a:cubicBezTo>
                <a:cubicBezTo>
                  <a:pt x="1199121" y="53131"/>
                  <a:pt x="1198228" y="54970"/>
                  <a:pt x="1197597" y="56863"/>
                </a:cubicBezTo>
                <a:cubicBezTo>
                  <a:pt x="1196967" y="58753"/>
                  <a:pt x="1196652" y="60224"/>
                  <a:pt x="1196652" y="61275"/>
                </a:cubicBezTo>
                <a:lnTo>
                  <a:pt x="1196652" y="90914"/>
                </a:lnTo>
                <a:close/>
                <a:moveTo>
                  <a:pt x="1258137" y="90914"/>
                </a:moveTo>
                <a:cubicBezTo>
                  <a:pt x="1258137" y="93542"/>
                  <a:pt x="1258189" y="95750"/>
                  <a:pt x="1258294" y="97536"/>
                </a:cubicBezTo>
                <a:cubicBezTo>
                  <a:pt x="1258399" y="99323"/>
                  <a:pt x="1258767" y="100794"/>
                  <a:pt x="1259398" y="101951"/>
                </a:cubicBezTo>
                <a:cubicBezTo>
                  <a:pt x="1260028" y="103107"/>
                  <a:pt x="1261000" y="104000"/>
                  <a:pt x="1262313" y="104631"/>
                </a:cubicBezTo>
                <a:cubicBezTo>
                  <a:pt x="1263628" y="105261"/>
                  <a:pt x="1265494" y="105734"/>
                  <a:pt x="1267911" y="106050"/>
                </a:cubicBezTo>
                <a:cubicBezTo>
                  <a:pt x="1268541" y="106154"/>
                  <a:pt x="1269015" y="106443"/>
                  <a:pt x="1269330" y="106916"/>
                </a:cubicBezTo>
                <a:cubicBezTo>
                  <a:pt x="1269646" y="107389"/>
                  <a:pt x="1269804" y="107941"/>
                  <a:pt x="1269804" y="108571"/>
                </a:cubicBezTo>
                <a:cubicBezTo>
                  <a:pt x="1269804" y="109097"/>
                  <a:pt x="1269646" y="109597"/>
                  <a:pt x="1269330" y="110070"/>
                </a:cubicBezTo>
                <a:cubicBezTo>
                  <a:pt x="1269015" y="110543"/>
                  <a:pt x="1268541" y="110779"/>
                  <a:pt x="1267911" y="110779"/>
                </a:cubicBezTo>
                <a:cubicBezTo>
                  <a:pt x="1266019" y="110779"/>
                  <a:pt x="1263548" y="110595"/>
                  <a:pt x="1260500" y="110226"/>
                </a:cubicBezTo>
                <a:cubicBezTo>
                  <a:pt x="1257452" y="109859"/>
                  <a:pt x="1254352" y="109675"/>
                  <a:pt x="1251199" y="109675"/>
                </a:cubicBezTo>
                <a:cubicBezTo>
                  <a:pt x="1247836" y="109675"/>
                  <a:pt x="1244552" y="109859"/>
                  <a:pt x="1241346" y="110226"/>
                </a:cubicBezTo>
                <a:cubicBezTo>
                  <a:pt x="1238140" y="110595"/>
                  <a:pt x="1235066" y="110779"/>
                  <a:pt x="1232123" y="110779"/>
                </a:cubicBezTo>
                <a:cubicBezTo>
                  <a:pt x="1231599" y="110779"/>
                  <a:pt x="1231179" y="110543"/>
                  <a:pt x="1230863" y="110070"/>
                </a:cubicBezTo>
                <a:cubicBezTo>
                  <a:pt x="1230548" y="109597"/>
                  <a:pt x="1230391" y="109097"/>
                  <a:pt x="1230391" y="108571"/>
                </a:cubicBezTo>
                <a:cubicBezTo>
                  <a:pt x="1230391" y="107941"/>
                  <a:pt x="1230548" y="107389"/>
                  <a:pt x="1230863" y="106916"/>
                </a:cubicBezTo>
                <a:cubicBezTo>
                  <a:pt x="1231179" y="106443"/>
                  <a:pt x="1231652" y="106154"/>
                  <a:pt x="1232282" y="106050"/>
                </a:cubicBezTo>
                <a:cubicBezTo>
                  <a:pt x="1235015" y="105734"/>
                  <a:pt x="1237143" y="105261"/>
                  <a:pt x="1238666" y="104631"/>
                </a:cubicBezTo>
                <a:cubicBezTo>
                  <a:pt x="1240190" y="104000"/>
                  <a:pt x="1241293" y="103133"/>
                  <a:pt x="1241976" y="102030"/>
                </a:cubicBezTo>
                <a:cubicBezTo>
                  <a:pt x="1242660" y="100925"/>
                  <a:pt x="1243053" y="99559"/>
                  <a:pt x="1243158" y="97931"/>
                </a:cubicBezTo>
                <a:cubicBezTo>
                  <a:pt x="1243263" y="96302"/>
                  <a:pt x="1243316" y="94278"/>
                  <a:pt x="1243316" y="91859"/>
                </a:cubicBezTo>
                <a:lnTo>
                  <a:pt x="1243316" y="66478"/>
                </a:lnTo>
                <a:cubicBezTo>
                  <a:pt x="1243316" y="61959"/>
                  <a:pt x="1243211" y="58332"/>
                  <a:pt x="1243001" y="55600"/>
                </a:cubicBezTo>
                <a:cubicBezTo>
                  <a:pt x="1242791" y="52867"/>
                  <a:pt x="1242318" y="50792"/>
                  <a:pt x="1241582" y="49374"/>
                </a:cubicBezTo>
                <a:cubicBezTo>
                  <a:pt x="1240847" y="47955"/>
                  <a:pt x="1239744" y="46982"/>
                  <a:pt x="1238272" y="46456"/>
                </a:cubicBezTo>
                <a:cubicBezTo>
                  <a:pt x="1236801" y="45930"/>
                  <a:pt x="1234805" y="45510"/>
                  <a:pt x="1232282" y="45196"/>
                </a:cubicBezTo>
                <a:cubicBezTo>
                  <a:pt x="1231652" y="45196"/>
                  <a:pt x="1231179" y="44933"/>
                  <a:pt x="1230863" y="44406"/>
                </a:cubicBezTo>
                <a:cubicBezTo>
                  <a:pt x="1230548" y="43880"/>
                  <a:pt x="1230391" y="43355"/>
                  <a:pt x="1230391" y="42831"/>
                </a:cubicBezTo>
                <a:cubicBezTo>
                  <a:pt x="1230391" y="42305"/>
                  <a:pt x="1230548" y="41780"/>
                  <a:pt x="1230863" y="41255"/>
                </a:cubicBezTo>
                <a:cubicBezTo>
                  <a:pt x="1231179" y="40729"/>
                  <a:pt x="1231652" y="40466"/>
                  <a:pt x="1232282" y="40466"/>
                </a:cubicBezTo>
                <a:cubicBezTo>
                  <a:pt x="1233332" y="40360"/>
                  <a:pt x="1234619" y="40255"/>
                  <a:pt x="1236143" y="40151"/>
                </a:cubicBezTo>
                <a:cubicBezTo>
                  <a:pt x="1237668" y="40045"/>
                  <a:pt x="1239271" y="39914"/>
                  <a:pt x="1240952" y="39756"/>
                </a:cubicBezTo>
                <a:cubicBezTo>
                  <a:pt x="1242634" y="39598"/>
                  <a:pt x="1244342" y="39388"/>
                  <a:pt x="1246076" y="39126"/>
                </a:cubicBezTo>
                <a:cubicBezTo>
                  <a:pt x="1247811" y="38863"/>
                  <a:pt x="1249362" y="38574"/>
                  <a:pt x="1250728" y="38258"/>
                </a:cubicBezTo>
                <a:cubicBezTo>
                  <a:pt x="1251884" y="38048"/>
                  <a:pt x="1252804" y="37811"/>
                  <a:pt x="1253487" y="37548"/>
                </a:cubicBezTo>
                <a:cubicBezTo>
                  <a:pt x="1254170" y="37285"/>
                  <a:pt x="1254722" y="37154"/>
                  <a:pt x="1255142" y="37154"/>
                </a:cubicBezTo>
                <a:cubicBezTo>
                  <a:pt x="1256403" y="37154"/>
                  <a:pt x="1257217" y="37522"/>
                  <a:pt x="1257584" y="38258"/>
                </a:cubicBezTo>
                <a:cubicBezTo>
                  <a:pt x="1257953" y="38994"/>
                  <a:pt x="1258137" y="39677"/>
                  <a:pt x="1258137" y="40307"/>
                </a:cubicBezTo>
                <a:lnTo>
                  <a:pt x="1258137" y="90914"/>
                </a:lnTo>
                <a:moveTo>
                  <a:pt x="1249780" y="21075"/>
                </a:moveTo>
                <a:cubicBezTo>
                  <a:pt x="1247153" y="21075"/>
                  <a:pt x="1244894" y="20260"/>
                  <a:pt x="1243001" y="18631"/>
                </a:cubicBezTo>
                <a:cubicBezTo>
                  <a:pt x="1241110" y="17001"/>
                  <a:pt x="1240165" y="14978"/>
                  <a:pt x="1240165" y="12561"/>
                </a:cubicBezTo>
                <a:cubicBezTo>
                  <a:pt x="1240165" y="10143"/>
                  <a:pt x="1241058" y="8093"/>
                  <a:pt x="1242845" y="6413"/>
                </a:cubicBezTo>
                <a:cubicBezTo>
                  <a:pt x="1244631" y="4730"/>
                  <a:pt x="1246838" y="3889"/>
                  <a:pt x="1249465" y="3889"/>
                </a:cubicBezTo>
                <a:cubicBezTo>
                  <a:pt x="1251988" y="3889"/>
                  <a:pt x="1254064" y="4757"/>
                  <a:pt x="1255693" y="6492"/>
                </a:cubicBezTo>
                <a:cubicBezTo>
                  <a:pt x="1257323" y="8226"/>
                  <a:pt x="1258137" y="10301"/>
                  <a:pt x="1258137" y="12718"/>
                </a:cubicBezTo>
                <a:cubicBezTo>
                  <a:pt x="1258137" y="15030"/>
                  <a:pt x="1257349" y="17001"/>
                  <a:pt x="1255773" y="18631"/>
                </a:cubicBezTo>
                <a:cubicBezTo>
                  <a:pt x="1254196" y="20260"/>
                  <a:pt x="1252199" y="21075"/>
                  <a:pt x="1249780" y="21075"/>
                </a:cubicBezTo>
                <a:close/>
                <a:moveTo>
                  <a:pt x="1339644" y="58910"/>
                </a:moveTo>
                <a:cubicBezTo>
                  <a:pt x="1332602" y="76253"/>
                  <a:pt x="1325087" y="93963"/>
                  <a:pt x="1317099" y="112040"/>
                </a:cubicBezTo>
                <a:cubicBezTo>
                  <a:pt x="1316993" y="112250"/>
                  <a:pt x="1316704" y="112434"/>
                  <a:pt x="1316231" y="112591"/>
                </a:cubicBezTo>
                <a:cubicBezTo>
                  <a:pt x="1315759" y="112749"/>
                  <a:pt x="1315260" y="112829"/>
                  <a:pt x="1314734" y="112829"/>
                </a:cubicBezTo>
                <a:cubicBezTo>
                  <a:pt x="1314208" y="112829"/>
                  <a:pt x="1313709" y="112749"/>
                  <a:pt x="1313236" y="112591"/>
                </a:cubicBezTo>
                <a:cubicBezTo>
                  <a:pt x="1312763" y="112434"/>
                  <a:pt x="1312474" y="112250"/>
                  <a:pt x="1312370" y="112040"/>
                </a:cubicBezTo>
                <a:cubicBezTo>
                  <a:pt x="1307850" y="102895"/>
                  <a:pt x="1303620" y="94040"/>
                  <a:pt x="1299678" y="85475"/>
                </a:cubicBezTo>
                <a:cubicBezTo>
                  <a:pt x="1295737" y="76909"/>
                  <a:pt x="1291770" y="67687"/>
                  <a:pt x="1287775" y="57808"/>
                </a:cubicBezTo>
                <a:cubicBezTo>
                  <a:pt x="1286724" y="55285"/>
                  <a:pt x="1285805" y="53184"/>
                  <a:pt x="1285016" y="51503"/>
                </a:cubicBezTo>
                <a:cubicBezTo>
                  <a:pt x="1284228" y="49821"/>
                  <a:pt x="1283388" y="48454"/>
                  <a:pt x="1282494" y="47404"/>
                </a:cubicBezTo>
                <a:cubicBezTo>
                  <a:pt x="1281601" y="46352"/>
                  <a:pt x="1280550" y="45537"/>
                  <a:pt x="1279341" y="44960"/>
                </a:cubicBezTo>
                <a:cubicBezTo>
                  <a:pt x="1278132" y="44381"/>
                  <a:pt x="1276582" y="43933"/>
                  <a:pt x="1274691" y="43617"/>
                </a:cubicBezTo>
                <a:cubicBezTo>
                  <a:pt x="1274165" y="43513"/>
                  <a:pt x="1273744" y="43225"/>
                  <a:pt x="1273428" y="42751"/>
                </a:cubicBezTo>
                <a:cubicBezTo>
                  <a:pt x="1273113" y="42278"/>
                  <a:pt x="1272956" y="41779"/>
                  <a:pt x="1272956" y="41253"/>
                </a:cubicBezTo>
                <a:cubicBezTo>
                  <a:pt x="1272956" y="40622"/>
                  <a:pt x="1273061" y="40071"/>
                  <a:pt x="1273271" y="39598"/>
                </a:cubicBezTo>
                <a:cubicBezTo>
                  <a:pt x="1273482" y="39125"/>
                  <a:pt x="1273850" y="38888"/>
                  <a:pt x="1274376" y="38888"/>
                </a:cubicBezTo>
                <a:cubicBezTo>
                  <a:pt x="1277423" y="38888"/>
                  <a:pt x="1280391" y="39072"/>
                  <a:pt x="1283281" y="39441"/>
                </a:cubicBezTo>
                <a:cubicBezTo>
                  <a:pt x="1286173" y="39809"/>
                  <a:pt x="1289195" y="39992"/>
                  <a:pt x="1292348" y="39992"/>
                </a:cubicBezTo>
                <a:cubicBezTo>
                  <a:pt x="1295395" y="39992"/>
                  <a:pt x="1298416" y="39809"/>
                  <a:pt x="1301412" y="39441"/>
                </a:cubicBezTo>
                <a:cubicBezTo>
                  <a:pt x="1304408" y="39072"/>
                  <a:pt x="1307429" y="38888"/>
                  <a:pt x="1310476" y="38888"/>
                </a:cubicBezTo>
                <a:cubicBezTo>
                  <a:pt x="1311002" y="38888"/>
                  <a:pt x="1311397" y="39125"/>
                  <a:pt x="1311660" y="39598"/>
                </a:cubicBezTo>
                <a:cubicBezTo>
                  <a:pt x="1311923" y="40071"/>
                  <a:pt x="1312054" y="40622"/>
                  <a:pt x="1312054" y="41253"/>
                </a:cubicBezTo>
                <a:cubicBezTo>
                  <a:pt x="1312054" y="41779"/>
                  <a:pt x="1311923" y="42305"/>
                  <a:pt x="1311660" y="42831"/>
                </a:cubicBezTo>
                <a:cubicBezTo>
                  <a:pt x="1311397" y="43355"/>
                  <a:pt x="1311002" y="43617"/>
                  <a:pt x="1310476" y="43617"/>
                </a:cubicBezTo>
                <a:cubicBezTo>
                  <a:pt x="1307219" y="43828"/>
                  <a:pt x="1304881" y="44432"/>
                  <a:pt x="1303462" y="45431"/>
                </a:cubicBezTo>
                <a:cubicBezTo>
                  <a:pt x="1302042" y="46430"/>
                  <a:pt x="1301333" y="47875"/>
                  <a:pt x="1301333" y="49766"/>
                </a:cubicBezTo>
                <a:cubicBezTo>
                  <a:pt x="1301333" y="51343"/>
                  <a:pt x="1301754" y="53287"/>
                  <a:pt x="1302596" y="55600"/>
                </a:cubicBezTo>
                <a:cubicBezTo>
                  <a:pt x="1305012" y="62116"/>
                  <a:pt x="1307534" y="68448"/>
                  <a:pt x="1310161" y="74597"/>
                </a:cubicBezTo>
                <a:cubicBezTo>
                  <a:pt x="1312790" y="80745"/>
                  <a:pt x="1315470" y="86553"/>
                  <a:pt x="1318203" y="92018"/>
                </a:cubicBezTo>
                <a:cubicBezTo>
                  <a:pt x="1318413" y="92544"/>
                  <a:pt x="1318728" y="92781"/>
                  <a:pt x="1319149" y="92728"/>
                </a:cubicBezTo>
                <a:cubicBezTo>
                  <a:pt x="1319569" y="92675"/>
                  <a:pt x="1319884" y="92438"/>
                  <a:pt x="1320094" y="92018"/>
                </a:cubicBezTo>
                <a:cubicBezTo>
                  <a:pt x="1321146" y="89705"/>
                  <a:pt x="1322354" y="86868"/>
                  <a:pt x="1323719" y="83505"/>
                </a:cubicBezTo>
                <a:cubicBezTo>
                  <a:pt x="1325086" y="80142"/>
                  <a:pt x="1326425" y="76700"/>
                  <a:pt x="1327739" y="73180"/>
                </a:cubicBezTo>
                <a:cubicBezTo>
                  <a:pt x="1329054" y="69658"/>
                  <a:pt x="1330290" y="66164"/>
                  <a:pt x="1331446" y="62696"/>
                </a:cubicBezTo>
                <a:cubicBezTo>
                  <a:pt x="1332602" y="59227"/>
                  <a:pt x="1333548" y="56232"/>
                  <a:pt x="1334282" y="53709"/>
                </a:cubicBezTo>
                <a:cubicBezTo>
                  <a:pt x="1334704" y="52343"/>
                  <a:pt x="1334915" y="51028"/>
                  <a:pt x="1334915" y="49766"/>
                </a:cubicBezTo>
                <a:cubicBezTo>
                  <a:pt x="1334915" y="47139"/>
                  <a:pt x="1334126" y="45511"/>
                  <a:pt x="1332548" y="44880"/>
                </a:cubicBezTo>
                <a:cubicBezTo>
                  <a:pt x="1330971" y="44249"/>
                  <a:pt x="1329343" y="43828"/>
                  <a:pt x="1327662" y="43617"/>
                </a:cubicBezTo>
                <a:cubicBezTo>
                  <a:pt x="1327032" y="43513"/>
                  <a:pt x="1326559" y="43198"/>
                  <a:pt x="1326243" y="42672"/>
                </a:cubicBezTo>
                <a:cubicBezTo>
                  <a:pt x="1325927" y="42146"/>
                  <a:pt x="1325795" y="41621"/>
                  <a:pt x="1325848" y="41096"/>
                </a:cubicBezTo>
                <a:cubicBezTo>
                  <a:pt x="1325901" y="40570"/>
                  <a:pt x="1326085" y="40071"/>
                  <a:pt x="1326399" y="39598"/>
                </a:cubicBezTo>
                <a:cubicBezTo>
                  <a:pt x="1326715" y="39125"/>
                  <a:pt x="1327136" y="38888"/>
                  <a:pt x="1327662" y="38888"/>
                </a:cubicBezTo>
                <a:cubicBezTo>
                  <a:pt x="1329975" y="38888"/>
                  <a:pt x="1332129" y="39072"/>
                  <a:pt x="1334126" y="39441"/>
                </a:cubicBezTo>
                <a:cubicBezTo>
                  <a:pt x="1336122" y="39809"/>
                  <a:pt x="1338224" y="39992"/>
                  <a:pt x="1340431" y="39992"/>
                </a:cubicBezTo>
                <a:cubicBezTo>
                  <a:pt x="1342743" y="39992"/>
                  <a:pt x="1345187" y="39809"/>
                  <a:pt x="1347761" y="39441"/>
                </a:cubicBezTo>
                <a:cubicBezTo>
                  <a:pt x="1350336" y="39072"/>
                  <a:pt x="1352360" y="38888"/>
                  <a:pt x="1353832" y="38888"/>
                </a:cubicBezTo>
                <a:cubicBezTo>
                  <a:pt x="1354463" y="38888"/>
                  <a:pt x="1354909" y="39125"/>
                  <a:pt x="1355172" y="39598"/>
                </a:cubicBezTo>
                <a:cubicBezTo>
                  <a:pt x="1355435" y="40071"/>
                  <a:pt x="1355567" y="40622"/>
                  <a:pt x="1355567" y="41253"/>
                </a:cubicBezTo>
                <a:cubicBezTo>
                  <a:pt x="1355567" y="41779"/>
                  <a:pt x="1355435" y="42305"/>
                  <a:pt x="1355172" y="42831"/>
                </a:cubicBezTo>
                <a:cubicBezTo>
                  <a:pt x="1354909" y="43355"/>
                  <a:pt x="1354515" y="43617"/>
                  <a:pt x="1353989" y="43617"/>
                </a:cubicBezTo>
                <a:cubicBezTo>
                  <a:pt x="1351888" y="43723"/>
                  <a:pt x="1350128" y="44196"/>
                  <a:pt x="1348709" y="45037"/>
                </a:cubicBezTo>
                <a:cubicBezTo>
                  <a:pt x="1347289" y="45877"/>
                  <a:pt x="1346054" y="46955"/>
                  <a:pt x="1345004" y="48270"/>
                </a:cubicBezTo>
                <a:cubicBezTo>
                  <a:pt x="1343953" y="49583"/>
                  <a:pt x="1343007" y="51160"/>
                  <a:pt x="1342165" y="52999"/>
                </a:cubicBezTo>
                <a:cubicBezTo>
                  <a:pt x="1341325" y="54839"/>
                  <a:pt x="1340485" y="56809"/>
                  <a:pt x="1339644" y="58910"/>
                </a:cubicBezTo>
                <a:close/>
                <a:moveTo>
                  <a:pt x="1378584" y="69788"/>
                </a:moveTo>
                <a:cubicBezTo>
                  <a:pt x="1378058" y="69788"/>
                  <a:pt x="1377769" y="69972"/>
                  <a:pt x="1377716" y="70341"/>
                </a:cubicBezTo>
                <a:cubicBezTo>
                  <a:pt x="1377664" y="70708"/>
                  <a:pt x="1377639" y="71155"/>
                  <a:pt x="1377639" y="71681"/>
                </a:cubicBezTo>
                <a:cubicBezTo>
                  <a:pt x="1377639" y="77147"/>
                  <a:pt x="1378242" y="81771"/>
                  <a:pt x="1379450" y="85554"/>
                </a:cubicBezTo>
                <a:cubicBezTo>
                  <a:pt x="1380659" y="89337"/>
                  <a:pt x="1382341" y="92412"/>
                  <a:pt x="1384495" y="94777"/>
                </a:cubicBezTo>
                <a:cubicBezTo>
                  <a:pt x="1386650" y="97141"/>
                  <a:pt x="1389226" y="98849"/>
                  <a:pt x="1392221" y="99901"/>
                </a:cubicBezTo>
                <a:cubicBezTo>
                  <a:pt x="1395217" y="100952"/>
                  <a:pt x="1398449" y="101477"/>
                  <a:pt x="1401916" y="101477"/>
                </a:cubicBezTo>
                <a:cubicBezTo>
                  <a:pt x="1405489" y="101477"/>
                  <a:pt x="1408957" y="101188"/>
                  <a:pt x="1412320" y="100611"/>
                </a:cubicBezTo>
                <a:cubicBezTo>
                  <a:pt x="1415685" y="100032"/>
                  <a:pt x="1418575" y="98744"/>
                  <a:pt x="1420992" y="96747"/>
                </a:cubicBezTo>
                <a:cubicBezTo>
                  <a:pt x="1421518" y="96327"/>
                  <a:pt x="1422070" y="96170"/>
                  <a:pt x="1422647" y="96276"/>
                </a:cubicBezTo>
                <a:cubicBezTo>
                  <a:pt x="1423226" y="96380"/>
                  <a:pt x="1423699" y="96642"/>
                  <a:pt x="1424067" y="97063"/>
                </a:cubicBezTo>
                <a:cubicBezTo>
                  <a:pt x="1424434" y="97483"/>
                  <a:pt x="1424670" y="97956"/>
                  <a:pt x="1424774" y="98482"/>
                </a:cubicBezTo>
                <a:cubicBezTo>
                  <a:pt x="1424880" y="99008"/>
                  <a:pt x="1424776" y="99481"/>
                  <a:pt x="1424461" y="99901"/>
                </a:cubicBezTo>
                <a:cubicBezTo>
                  <a:pt x="1421098" y="104315"/>
                  <a:pt x="1417314" y="107363"/>
                  <a:pt x="1413109" y="109045"/>
                </a:cubicBezTo>
                <a:cubicBezTo>
                  <a:pt x="1408906" y="110726"/>
                  <a:pt x="1403703" y="111566"/>
                  <a:pt x="1397502" y="111566"/>
                </a:cubicBezTo>
                <a:cubicBezTo>
                  <a:pt x="1391196" y="111566"/>
                  <a:pt x="1385757" y="110621"/>
                  <a:pt x="1381185" y="108730"/>
                </a:cubicBezTo>
                <a:cubicBezTo>
                  <a:pt x="1376612" y="106837"/>
                  <a:pt x="1372828" y="104183"/>
                  <a:pt x="1369833" y="100767"/>
                </a:cubicBezTo>
                <a:cubicBezTo>
                  <a:pt x="1366838" y="97351"/>
                  <a:pt x="1364632" y="93358"/>
                  <a:pt x="1363212" y="88787"/>
                </a:cubicBezTo>
                <a:cubicBezTo>
                  <a:pt x="1361793" y="84215"/>
                  <a:pt x="1361083" y="79248"/>
                  <a:pt x="1361083" y="73887"/>
                </a:cubicBezTo>
                <a:cubicBezTo>
                  <a:pt x="1361083" y="68737"/>
                  <a:pt x="1361950" y="63851"/>
                  <a:pt x="1363684" y="59227"/>
                </a:cubicBezTo>
                <a:cubicBezTo>
                  <a:pt x="1365419" y="54602"/>
                  <a:pt x="1367863" y="50608"/>
                  <a:pt x="1371016" y="47245"/>
                </a:cubicBezTo>
                <a:cubicBezTo>
                  <a:pt x="1374169" y="43882"/>
                  <a:pt x="1377900" y="41202"/>
                  <a:pt x="1382209" y="39206"/>
                </a:cubicBezTo>
                <a:cubicBezTo>
                  <a:pt x="1386519" y="37207"/>
                  <a:pt x="1391301" y="36208"/>
                  <a:pt x="1396556" y="36208"/>
                </a:cubicBezTo>
                <a:cubicBezTo>
                  <a:pt x="1400970" y="36208"/>
                  <a:pt x="1404989" y="36971"/>
                  <a:pt x="1408616" y="38496"/>
                </a:cubicBezTo>
                <a:cubicBezTo>
                  <a:pt x="1412242" y="40019"/>
                  <a:pt x="1415316" y="42121"/>
                  <a:pt x="1417839" y="44801"/>
                </a:cubicBezTo>
                <a:cubicBezTo>
                  <a:pt x="1420361" y="47481"/>
                  <a:pt x="1422332" y="50687"/>
                  <a:pt x="1423752" y="54419"/>
                </a:cubicBezTo>
                <a:cubicBezTo>
                  <a:pt x="1425171" y="58149"/>
                  <a:pt x="1425880" y="62169"/>
                  <a:pt x="1425880" y="66478"/>
                </a:cubicBezTo>
                <a:cubicBezTo>
                  <a:pt x="1425880" y="68685"/>
                  <a:pt x="1425092" y="69788"/>
                  <a:pt x="1423516" y="69788"/>
                </a:cubicBezTo>
                <a:lnTo>
                  <a:pt x="1378584" y="69788"/>
                </a:lnTo>
                <a:moveTo>
                  <a:pt x="1407434" y="64272"/>
                </a:moveTo>
                <a:cubicBezTo>
                  <a:pt x="1408905" y="64272"/>
                  <a:pt x="1409745" y="63747"/>
                  <a:pt x="1409955" y="62696"/>
                </a:cubicBezTo>
                <a:cubicBezTo>
                  <a:pt x="1410167" y="61644"/>
                  <a:pt x="1410273" y="60382"/>
                  <a:pt x="1410273" y="58910"/>
                </a:cubicBezTo>
                <a:cubicBezTo>
                  <a:pt x="1410273" y="56703"/>
                  <a:pt x="1409931" y="54575"/>
                  <a:pt x="1409248" y="52525"/>
                </a:cubicBezTo>
                <a:cubicBezTo>
                  <a:pt x="1408565" y="50476"/>
                  <a:pt x="1407592" y="48663"/>
                  <a:pt x="1406330" y="47086"/>
                </a:cubicBezTo>
                <a:cubicBezTo>
                  <a:pt x="1405070" y="45510"/>
                  <a:pt x="1403546" y="44249"/>
                  <a:pt x="1401760" y="43302"/>
                </a:cubicBezTo>
                <a:cubicBezTo>
                  <a:pt x="1399973" y="42356"/>
                  <a:pt x="1397923" y="41883"/>
                  <a:pt x="1395611" y="41883"/>
                </a:cubicBezTo>
                <a:cubicBezTo>
                  <a:pt x="1392772" y="41883"/>
                  <a:pt x="1390328" y="42383"/>
                  <a:pt x="1388279" y="43382"/>
                </a:cubicBezTo>
                <a:cubicBezTo>
                  <a:pt x="1386229" y="44381"/>
                  <a:pt x="1384495" y="45695"/>
                  <a:pt x="1383075" y="47324"/>
                </a:cubicBezTo>
                <a:cubicBezTo>
                  <a:pt x="1381658" y="48952"/>
                  <a:pt x="1380581" y="50870"/>
                  <a:pt x="1379845" y="53079"/>
                </a:cubicBezTo>
                <a:cubicBezTo>
                  <a:pt x="1379108" y="55285"/>
                  <a:pt x="1378583" y="57597"/>
                  <a:pt x="1378269" y="60014"/>
                </a:cubicBezTo>
                <a:cubicBezTo>
                  <a:pt x="1378059" y="61276"/>
                  <a:pt x="1377979" y="62302"/>
                  <a:pt x="1378031" y="63091"/>
                </a:cubicBezTo>
                <a:cubicBezTo>
                  <a:pt x="1378084" y="63878"/>
                  <a:pt x="1378320" y="64272"/>
                  <a:pt x="1378740" y="64272"/>
                </a:cubicBezTo>
                <a:lnTo>
                  <a:pt x="1407434" y="64272"/>
                </a:lnTo>
                <a:close/>
                <a:moveTo>
                  <a:pt x="1461825" y="90914"/>
                </a:moveTo>
                <a:cubicBezTo>
                  <a:pt x="1461825" y="93542"/>
                  <a:pt x="1461903" y="95750"/>
                  <a:pt x="1462060" y="97536"/>
                </a:cubicBezTo>
                <a:cubicBezTo>
                  <a:pt x="1462219" y="99323"/>
                  <a:pt x="1462771" y="100794"/>
                  <a:pt x="1463715" y="101951"/>
                </a:cubicBezTo>
                <a:cubicBezTo>
                  <a:pt x="1464662" y="103107"/>
                  <a:pt x="1466133" y="104000"/>
                  <a:pt x="1468130" y="104631"/>
                </a:cubicBezTo>
                <a:cubicBezTo>
                  <a:pt x="1470128" y="105261"/>
                  <a:pt x="1473019" y="105734"/>
                  <a:pt x="1476802" y="106050"/>
                </a:cubicBezTo>
                <a:cubicBezTo>
                  <a:pt x="1477432" y="106154"/>
                  <a:pt x="1477904" y="106443"/>
                  <a:pt x="1478219" y="106916"/>
                </a:cubicBezTo>
                <a:cubicBezTo>
                  <a:pt x="1478535" y="107389"/>
                  <a:pt x="1478693" y="107941"/>
                  <a:pt x="1478693" y="108571"/>
                </a:cubicBezTo>
                <a:cubicBezTo>
                  <a:pt x="1478693" y="109097"/>
                  <a:pt x="1478535" y="109597"/>
                  <a:pt x="1478219" y="110070"/>
                </a:cubicBezTo>
                <a:cubicBezTo>
                  <a:pt x="1477904" y="110543"/>
                  <a:pt x="1477432" y="110779"/>
                  <a:pt x="1476802" y="110779"/>
                </a:cubicBezTo>
                <a:cubicBezTo>
                  <a:pt x="1472282" y="110779"/>
                  <a:pt x="1468288" y="110595"/>
                  <a:pt x="1464820" y="110226"/>
                </a:cubicBezTo>
                <a:cubicBezTo>
                  <a:pt x="1461351" y="109859"/>
                  <a:pt x="1458040" y="109675"/>
                  <a:pt x="1454887" y="109675"/>
                </a:cubicBezTo>
                <a:cubicBezTo>
                  <a:pt x="1451524" y="109675"/>
                  <a:pt x="1448186" y="109859"/>
                  <a:pt x="1444875" y="110226"/>
                </a:cubicBezTo>
                <a:cubicBezTo>
                  <a:pt x="1441565" y="110595"/>
                  <a:pt x="1438228" y="110779"/>
                  <a:pt x="1434865" y="110779"/>
                </a:cubicBezTo>
                <a:cubicBezTo>
                  <a:pt x="1434341" y="110779"/>
                  <a:pt x="1433920" y="110543"/>
                  <a:pt x="1433605" y="110070"/>
                </a:cubicBezTo>
                <a:cubicBezTo>
                  <a:pt x="1433289" y="109597"/>
                  <a:pt x="1433131" y="109097"/>
                  <a:pt x="1433131" y="108571"/>
                </a:cubicBezTo>
                <a:cubicBezTo>
                  <a:pt x="1433131" y="107941"/>
                  <a:pt x="1433289" y="107389"/>
                  <a:pt x="1433605" y="106916"/>
                </a:cubicBezTo>
                <a:cubicBezTo>
                  <a:pt x="1433920" y="106443"/>
                  <a:pt x="1434394" y="106154"/>
                  <a:pt x="1435024" y="106050"/>
                </a:cubicBezTo>
                <a:cubicBezTo>
                  <a:pt x="1437967" y="105734"/>
                  <a:pt x="1440252" y="105261"/>
                  <a:pt x="1441880" y="104631"/>
                </a:cubicBezTo>
                <a:cubicBezTo>
                  <a:pt x="1443509" y="104000"/>
                  <a:pt x="1444692" y="103133"/>
                  <a:pt x="1445428" y="102030"/>
                </a:cubicBezTo>
                <a:cubicBezTo>
                  <a:pt x="1446164" y="100925"/>
                  <a:pt x="1446611" y="99559"/>
                  <a:pt x="1446768" y="97931"/>
                </a:cubicBezTo>
                <a:cubicBezTo>
                  <a:pt x="1446927" y="96302"/>
                  <a:pt x="1447006" y="94278"/>
                  <a:pt x="1447006" y="91859"/>
                </a:cubicBezTo>
                <a:lnTo>
                  <a:pt x="1447006" y="68843"/>
                </a:lnTo>
                <a:cubicBezTo>
                  <a:pt x="1447006" y="63693"/>
                  <a:pt x="1446900" y="59620"/>
                  <a:pt x="1446689" y="56625"/>
                </a:cubicBezTo>
                <a:cubicBezTo>
                  <a:pt x="1446478" y="53629"/>
                  <a:pt x="1445979" y="51317"/>
                  <a:pt x="1445190" y="49689"/>
                </a:cubicBezTo>
                <a:cubicBezTo>
                  <a:pt x="1444402" y="48060"/>
                  <a:pt x="1443168" y="46982"/>
                  <a:pt x="1441485" y="46456"/>
                </a:cubicBezTo>
                <a:cubicBezTo>
                  <a:pt x="1439805" y="45930"/>
                  <a:pt x="1437493" y="45562"/>
                  <a:pt x="1434550" y="45352"/>
                </a:cubicBezTo>
                <a:cubicBezTo>
                  <a:pt x="1434026" y="45352"/>
                  <a:pt x="1433632" y="45090"/>
                  <a:pt x="1433369" y="44565"/>
                </a:cubicBezTo>
                <a:cubicBezTo>
                  <a:pt x="1433106" y="44039"/>
                  <a:pt x="1432974" y="43513"/>
                  <a:pt x="1432974" y="42987"/>
                </a:cubicBezTo>
                <a:cubicBezTo>
                  <a:pt x="1432974" y="42463"/>
                  <a:pt x="1433106" y="41938"/>
                  <a:pt x="1433369" y="41412"/>
                </a:cubicBezTo>
                <a:cubicBezTo>
                  <a:pt x="1433632" y="40886"/>
                  <a:pt x="1434078" y="40622"/>
                  <a:pt x="1434709" y="40622"/>
                </a:cubicBezTo>
                <a:cubicBezTo>
                  <a:pt x="1436811" y="40412"/>
                  <a:pt x="1439728" y="40176"/>
                  <a:pt x="1443458" y="39913"/>
                </a:cubicBezTo>
                <a:cubicBezTo>
                  <a:pt x="1447190" y="39650"/>
                  <a:pt x="1450999" y="38993"/>
                  <a:pt x="1454887" y="37943"/>
                </a:cubicBezTo>
                <a:cubicBezTo>
                  <a:pt x="1456359" y="37522"/>
                  <a:pt x="1457568" y="37470"/>
                  <a:pt x="1458514" y="37786"/>
                </a:cubicBezTo>
                <a:cubicBezTo>
                  <a:pt x="1459461" y="38101"/>
                  <a:pt x="1459881" y="38994"/>
                  <a:pt x="1459775" y="40466"/>
                </a:cubicBezTo>
                <a:lnTo>
                  <a:pt x="1459460" y="50555"/>
                </a:lnTo>
                <a:cubicBezTo>
                  <a:pt x="1459460" y="50765"/>
                  <a:pt x="1459512" y="50897"/>
                  <a:pt x="1459616" y="50950"/>
                </a:cubicBezTo>
                <a:cubicBezTo>
                  <a:pt x="1459722" y="51003"/>
                  <a:pt x="1459880" y="50923"/>
                  <a:pt x="1460090" y="50712"/>
                </a:cubicBezTo>
                <a:cubicBezTo>
                  <a:pt x="1462297" y="46298"/>
                  <a:pt x="1465003" y="42778"/>
                  <a:pt x="1468209" y="40151"/>
                </a:cubicBezTo>
                <a:cubicBezTo>
                  <a:pt x="1471415" y="37522"/>
                  <a:pt x="1475698" y="36208"/>
                  <a:pt x="1481057" y="36208"/>
                </a:cubicBezTo>
                <a:cubicBezTo>
                  <a:pt x="1485472" y="36208"/>
                  <a:pt x="1488730" y="37338"/>
                  <a:pt x="1490831" y="39598"/>
                </a:cubicBezTo>
                <a:cubicBezTo>
                  <a:pt x="1492934" y="41857"/>
                  <a:pt x="1493985" y="44617"/>
                  <a:pt x="1493985" y="47875"/>
                </a:cubicBezTo>
                <a:cubicBezTo>
                  <a:pt x="1493985" y="49662"/>
                  <a:pt x="1493302" y="51291"/>
                  <a:pt x="1491935" y="52764"/>
                </a:cubicBezTo>
                <a:cubicBezTo>
                  <a:pt x="1490569" y="54234"/>
                  <a:pt x="1488625" y="54969"/>
                  <a:pt x="1486104" y="54969"/>
                </a:cubicBezTo>
                <a:cubicBezTo>
                  <a:pt x="1483686" y="54969"/>
                  <a:pt x="1482004" y="54391"/>
                  <a:pt x="1481057" y="53235"/>
                </a:cubicBezTo>
                <a:cubicBezTo>
                  <a:pt x="1480113" y="52079"/>
                  <a:pt x="1479640" y="50817"/>
                  <a:pt x="1479640" y="49451"/>
                </a:cubicBezTo>
                <a:cubicBezTo>
                  <a:pt x="1479640" y="47980"/>
                  <a:pt x="1479351" y="46825"/>
                  <a:pt x="1478772" y="45985"/>
                </a:cubicBezTo>
                <a:cubicBezTo>
                  <a:pt x="1478195" y="45143"/>
                  <a:pt x="1476960" y="44722"/>
                  <a:pt x="1475067" y="44722"/>
                </a:cubicBezTo>
                <a:cubicBezTo>
                  <a:pt x="1473071" y="44722"/>
                  <a:pt x="1471258" y="45378"/>
                  <a:pt x="1469628" y="46692"/>
                </a:cubicBezTo>
                <a:cubicBezTo>
                  <a:pt x="1467999" y="48005"/>
                  <a:pt x="1466606" y="49556"/>
                  <a:pt x="1465450" y="51344"/>
                </a:cubicBezTo>
                <a:cubicBezTo>
                  <a:pt x="1464294" y="53131"/>
                  <a:pt x="1463400" y="54970"/>
                  <a:pt x="1462770" y="56863"/>
                </a:cubicBezTo>
                <a:cubicBezTo>
                  <a:pt x="1462140" y="58753"/>
                  <a:pt x="1461825" y="60224"/>
                  <a:pt x="1461825" y="61275"/>
                </a:cubicBezTo>
                <a:lnTo>
                  <a:pt x="1461825" y="90914"/>
                </a:lnTo>
                <a:close/>
                <a:moveTo>
                  <a:pt x="1511958" y="29903"/>
                </a:moveTo>
                <a:cubicBezTo>
                  <a:pt x="1511958" y="25384"/>
                  <a:pt x="1511853" y="21784"/>
                  <a:pt x="1511643" y="19104"/>
                </a:cubicBezTo>
                <a:cubicBezTo>
                  <a:pt x="1511432" y="16423"/>
                  <a:pt x="1510907" y="14347"/>
                  <a:pt x="1510067" y="12876"/>
                </a:cubicBezTo>
                <a:cubicBezTo>
                  <a:pt x="1509227" y="11404"/>
                  <a:pt x="1507939" y="10406"/>
                  <a:pt x="1506203" y="9881"/>
                </a:cubicBezTo>
                <a:cubicBezTo>
                  <a:pt x="1504470" y="9355"/>
                  <a:pt x="1502079" y="8934"/>
                  <a:pt x="1499030" y="8618"/>
                </a:cubicBezTo>
                <a:cubicBezTo>
                  <a:pt x="1498506" y="8618"/>
                  <a:pt x="1498112" y="8356"/>
                  <a:pt x="1497849" y="7832"/>
                </a:cubicBezTo>
                <a:cubicBezTo>
                  <a:pt x="1497586" y="7306"/>
                  <a:pt x="1497428" y="6781"/>
                  <a:pt x="1497375" y="6256"/>
                </a:cubicBezTo>
                <a:cubicBezTo>
                  <a:pt x="1497322" y="5730"/>
                  <a:pt x="1497427" y="5204"/>
                  <a:pt x="1497690" y="4678"/>
                </a:cubicBezTo>
                <a:cubicBezTo>
                  <a:pt x="1497953" y="4152"/>
                  <a:pt x="1498400" y="3889"/>
                  <a:pt x="1499030" y="3889"/>
                </a:cubicBezTo>
                <a:cubicBezTo>
                  <a:pt x="1502183" y="3679"/>
                  <a:pt x="1505993" y="3364"/>
                  <a:pt x="1510459" y="2944"/>
                </a:cubicBezTo>
                <a:cubicBezTo>
                  <a:pt x="1514927" y="2523"/>
                  <a:pt x="1519105" y="1735"/>
                  <a:pt x="1522995" y="579"/>
                </a:cubicBezTo>
                <a:cubicBezTo>
                  <a:pt x="1524465" y="159"/>
                  <a:pt x="1525437" y="238"/>
                  <a:pt x="1525910" y="817"/>
                </a:cubicBezTo>
                <a:cubicBezTo>
                  <a:pt x="1526383" y="1394"/>
                  <a:pt x="1526673" y="1998"/>
                  <a:pt x="1526779" y="2629"/>
                </a:cubicBezTo>
                <a:lnTo>
                  <a:pt x="1526779" y="90914"/>
                </a:lnTo>
                <a:cubicBezTo>
                  <a:pt x="1526779" y="93542"/>
                  <a:pt x="1526831" y="95750"/>
                  <a:pt x="1526935" y="97536"/>
                </a:cubicBezTo>
                <a:cubicBezTo>
                  <a:pt x="1527041" y="99323"/>
                  <a:pt x="1527435" y="100794"/>
                  <a:pt x="1528118" y="101951"/>
                </a:cubicBezTo>
                <a:cubicBezTo>
                  <a:pt x="1528802" y="103107"/>
                  <a:pt x="1529905" y="104000"/>
                  <a:pt x="1531429" y="104631"/>
                </a:cubicBezTo>
                <a:cubicBezTo>
                  <a:pt x="1532952" y="105261"/>
                  <a:pt x="1535080" y="105734"/>
                  <a:pt x="1537813" y="106050"/>
                </a:cubicBezTo>
                <a:cubicBezTo>
                  <a:pt x="1538443" y="106154"/>
                  <a:pt x="1538916" y="106443"/>
                  <a:pt x="1539232" y="106916"/>
                </a:cubicBezTo>
                <a:cubicBezTo>
                  <a:pt x="1539548" y="107389"/>
                  <a:pt x="1539706" y="107941"/>
                  <a:pt x="1539706" y="108571"/>
                </a:cubicBezTo>
                <a:cubicBezTo>
                  <a:pt x="1539706" y="109097"/>
                  <a:pt x="1539548" y="109597"/>
                  <a:pt x="1539232" y="110070"/>
                </a:cubicBezTo>
                <a:cubicBezTo>
                  <a:pt x="1538916" y="110543"/>
                  <a:pt x="1538443" y="110779"/>
                  <a:pt x="1537813" y="110779"/>
                </a:cubicBezTo>
                <a:cubicBezTo>
                  <a:pt x="1535290" y="110779"/>
                  <a:pt x="1532453" y="110595"/>
                  <a:pt x="1529300" y="110226"/>
                </a:cubicBezTo>
                <a:cubicBezTo>
                  <a:pt x="1526147" y="109859"/>
                  <a:pt x="1522994" y="109675"/>
                  <a:pt x="1519841" y="109675"/>
                </a:cubicBezTo>
                <a:cubicBezTo>
                  <a:pt x="1516478" y="109675"/>
                  <a:pt x="1513167" y="109859"/>
                  <a:pt x="1509908" y="110226"/>
                </a:cubicBezTo>
                <a:cubicBezTo>
                  <a:pt x="1506651" y="110595"/>
                  <a:pt x="1503341" y="110779"/>
                  <a:pt x="1499978" y="110779"/>
                </a:cubicBezTo>
                <a:cubicBezTo>
                  <a:pt x="1499452" y="110779"/>
                  <a:pt x="1499031" y="110543"/>
                  <a:pt x="1498715" y="110070"/>
                </a:cubicBezTo>
                <a:cubicBezTo>
                  <a:pt x="1498401" y="109597"/>
                  <a:pt x="1498243" y="109097"/>
                  <a:pt x="1498243" y="108571"/>
                </a:cubicBezTo>
                <a:cubicBezTo>
                  <a:pt x="1498243" y="107941"/>
                  <a:pt x="1498401" y="107389"/>
                  <a:pt x="1498715" y="106916"/>
                </a:cubicBezTo>
                <a:cubicBezTo>
                  <a:pt x="1499031" y="106443"/>
                  <a:pt x="1499504" y="106154"/>
                  <a:pt x="1500134" y="106050"/>
                </a:cubicBezTo>
                <a:cubicBezTo>
                  <a:pt x="1503077" y="105734"/>
                  <a:pt x="1505363" y="105261"/>
                  <a:pt x="1506993" y="104631"/>
                </a:cubicBezTo>
                <a:cubicBezTo>
                  <a:pt x="1508622" y="104000"/>
                  <a:pt x="1509804" y="103133"/>
                  <a:pt x="1510538" y="102030"/>
                </a:cubicBezTo>
                <a:cubicBezTo>
                  <a:pt x="1511274" y="100925"/>
                  <a:pt x="1511695" y="99559"/>
                  <a:pt x="1511799" y="97931"/>
                </a:cubicBezTo>
                <a:cubicBezTo>
                  <a:pt x="1511905" y="96302"/>
                  <a:pt x="1511958" y="94278"/>
                  <a:pt x="1511958" y="91859"/>
                </a:cubicBezTo>
                <a:lnTo>
                  <a:pt x="1511958" y="29903"/>
                </a:lnTo>
                <a:close/>
                <a:moveTo>
                  <a:pt x="1567610" y="69788"/>
                </a:moveTo>
                <a:cubicBezTo>
                  <a:pt x="1567084" y="69788"/>
                  <a:pt x="1566795" y="69972"/>
                  <a:pt x="1566742" y="70341"/>
                </a:cubicBezTo>
                <a:cubicBezTo>
                  <a:pt x="1566690" y="70708"/>
                  <a:pt x="1566665" y="71155"/>
                  <a:pt x="1566665" y="71681"/>
                </a:cubicBezTo>
                <a:cubicBezTo>
                  <a:pt x="1566665" y="77147"/>
                  <a:pt x="1567268" y="81771"/>
                  <a:pt x="1568476" y="85554"/>
                </a:cubicBezTo>
                <a:cubicBezTo>
                  <a:pt x="1569685" y="89337"/>
                  <a:pt x="1571367" y="92412"/>
                  <a:pt x="1573521" y="94777"/>
                </a:cubicBezTo>
                <a:cubicBezTo>
                  <a:pt x="1575676" y="97141"/>
                  <a:pt x="1578252" y="98849"/>
                  <a:pt x="1581247" y="99901"/>
                </a:cubicBezTo>
                <a:cubicBezTo>
                  <a:pt x="1584243" y="100952"/>
                  <a:pt x="1587475" y="101477"/>
                  <a:pt x="1590942" y="101477"/>
                </a:cubicBezTo>
                <a:cubicBezTo>
                  <a:pt x="1594515" y="101477"/>
                  <a:pt x="1597983" y="101188"/>
                  <a:pt x="1601346" y="100611"/>
                </a:cubicBezTo>
                <a:cubicBezTo>
                  <a:pt x="1604711" y="100032"/>
                  <a:pt x="1607602" y="98744"/>
                  <a:pt x="1610018" y="96747"/>
                </a:cubicBezTo>
                <a:cubicBezTo>
                  <a:pt x="1610544" y="96327"/>
                  <a:pt x="1611096" y="96170"/>
                  <a:pt x="1611673" y="96276"/>
                </a:cubicBezTo>
                <a:cubicBezTo>
                  <a:pt x="1612252" y="96380"/>
                  <a:pt x="1612725" y="96642"/>
                  <a:pt x="1613093" y="97063"/>
                </a:cubicBezTo>
                <a:cubicBezTo>
                  <a:pt x="1613460" y="97483"/>
                  <a:pt x="1613696" y="97956"/>
                  <a:pt x="1613800" y="98482"/>
                </a:cubicBezTo>
                <a:cubicBezTo>
                  <a:pt x="1613906" y="99008"/>
                  <a:pt x="1613802" y="99481"/>
                  <a:pt x="1613487" y="99901"/>
                </a:cubicBezTo>
                <a:cubicBezTo>
                  <a:pt x="1610124" y="104315"/>
                  <a:pt x="1606340" y="107363"/>
                  <a:pt x="1602135" y="109045"/>
                </a:cubicBezTo>
                <a:cubicBezTo>
                  <a:pt x="1597932" y="110726"/>
                  <a:pt x="1592729" y="111566"/>
                  <a:pt x="1586528" y="111566"/>
                </a:cubicBezTo>
                <a:cubicBezTo>
                  <a:pt x="1580222" y="111566"/>
                  <a:pt x="1574783" y="110621"/>
                  <a:pt x="1570211" y="108730"/>
                </a:cubicBezTo>
                <a:cubicBezTo>
                  <a:pt x="1565638" y="106837"/>
                  <a:pt x="1561854" y="104183"/>
                  <a:pt x="1558859" y="100767"/>
                </a:cubicBezTo>
                <a:cubicBezTo>
                  <a:pt x="1555864" y="97351"/>
                  <a:pt x="1553658" y="93358"/>
                  <a:pt x="1552238" y="88787"/>
                </a:cubicBezTo>
                <a:cubicBezTo>
                  <a:pt x="1550819" y="84215"/>
                  <a:pt x="1550109" y="79248"/>
                  <a:pt x="1550109" y="73887"/>
                </a:cubicBezTo>
                <a:cubicBezTo>
                  <a:pt x="1550109" y="68737"/>
                  <a:pt x="1550976" y="63851"/>
                  <a:pt x="1552710" y="59227"/>
                </a:cubicBezTo>
                <a:cubicBezTo>
                  <a:pt x="1554445" y="54602"/>
                  <a:pt x="1556889" y="50608"/>
                  <a:pt x="1560042" y="47245"/>
                </a:cubicBezTo>
                <a:cubicBezTo>
                  <a:pt x="1563195" y="43882"/>
                  <a:pt x="1566926" y="41202"/>
                  <a:pt x="1571235" y="39206"/>
                </a:cubicBezTo>
                <a:cubicBezTo>
                  <a:pt x="1575545" y="37207"/>
                  <a:pt x="1580327" y="36208"/>
                  <a:pt x="1585582" y="36208"/>
                </a:cubicBezTo>
                <a:cubicBezTo>
                  <a:pt x="1589996" y="36208"/>
                  <a:pt x="1594015" y="36971"/>
                  <a:pt x="1597642" y="38496"/>
                </a:cubicBezTo>
                <a:cubicBezTo>
                  <a:pt x="1601268" y="40019"/>
                  <a:pt x="1604342" y="42121"/>
                  <a:pt x="1606865" y="44801"/>
                </a:cubicBezTo>
                <a:cubicBezTo>
                  <a:pt x="1609387" y="47481"/>
                  <a:pt x="1611358" y="50687"/>
                  <a:pt x="1612778" y="54419"/>
                </a:cubicBezTo>
                <a:cubicBezTo>
                  <a:pt x="1614197" y="58149"/>
                  <a:pt x="1614906" y="62169"/>
                  <a:pt x="1614906" y="66478"/>
                </a:cubicBezTo>
                <a:cubicBezTo>
                  <a:pt x="1614906" y="68685"/>
                  <a:pt x="1614118" y="69788"/>
                  <a:pt x="1612542" y="69788"/>
                </a:cubicBezTo>
                <a:lnTo>
                  <a:pt x="1567610" y="69788"/>
                </a:lnTo>
                <a:moveTo>
                  <a:pt x="1596460" y="64272"/>
                </a:moveTo>
                <a:cubicBezTo>
                  <a:pt x="1597931" y="64272"/>
                  <a:pt x="1598771" y="63747"/>
                  <a:pt x="1598981" y="62696"/>
                </a:cubicBezTo>
                <a:cubicBezTo>
                  <a:pt x="1599193" y="61644"/>
                  <a:pt x="1599299" y="60382"/>
                  <a:pt x="1599299" y="58910"/>
                </a:cubicBezTo>
                <a:cubicBezTo>
                  <a:pt x="1599299" y="56703"/>
                  <a:pt x="1598957" y="54575"/>
                  <a:pt x="1598274" y="52525"/>
                </a:cubicBezTo>
                <a:cubicBezTo>
                  <a:pt x="1597591" y="50476"/>
                  <a:pt x="1596618" y="48663"/>
                  <a:pt x="1595356" y="47086"/>
                </a:cubicBezTo>
                <a:cubicBezTo>
                  <a:pt x="1594096" y="45510"/>
                  <a:pt x="1592572" y="44249"/>
                  <a:pt x="1590786" y="43302"/>
                </a:cubicBezTo>
                <a:cubicBezTo>
                  <a:pt x="1588999" y="42356"/>
                  <a:pt x="1586949" y="41883"/>
                  <a:pt x="1584637" y="41883"/>
                </a:cubicBezTo>
                <a:cubicBezTo>
                  <a:pt x="1581798" y="41883"/>
                  <a:pt x="1579354" y="42383"/>
                  <a:pt x="1577305" y="43382"/>
                </a:cubicBezTo>
                <a:cubicBezTo>
                  <a:pt x="1575255" y="44381"/>
                  <a:pt x="1573521" y="45695"/>
                  <a:pt x="1572101" y="47324"/>
                </a:cubicBezTo>
                <a:cubicBezTo>
                  <a:pt x="1570684" y="48952"/>
                  <a:pt x="1569607" y="50870"/>
                  <a:pt x="1568871" y="53079"/>
                </a:cubicBezTo>
                <a:cubicBezTo>
                  <a:pt x="1568134" y="55285"/>
                  <a:pt x="1567609" y="57597"/>
                  <a:pt x="1567295" y="60014"/>
                </a:cubicBezTo>
                <a:cubicBezTo>
                  <a:pt x="1567085" y="61276"/>
                  <a:pt x="1567005" y="62302"/>
                  <a:pt x="1567057" y="63091"/>
                </a:cubicBezTo>
                <a:cubicBezTo>
                  <a:pt x="1567110" y="63878"/>
                  <a:pt x="1567346" y="64272"/>
                  <a:pt x="1567766" y="64272"/>
                </a:cubicBezTo>
                <a:lnTo>
                  <a:pt x="1596460" y="64272"/>
                </a:lnTo>
                <a:close/>
                <a:moveTo>
                  <a:pt x="1674813" y="38573"/>
                </a:moveTo>
                <a:cubicBezTo>
                  <a:pt x="1674499" y="39729"/>
                  <a:pt x="1674210" y="41149"/>
                  <a:pt x="1673947" y="42831"/>
                </a:cubicBezTo>
                <a:cubicBezTo>
                  <a:pt x="1673684" y="44512"/>
                  <a:pt x="1673552" y="46298"/>
                  <a:pt x="1673552" y="48190"/>
                </a:cubicBezTo>
                <a:cubicBezTo>
                  <a:pt x="1673552" y="50187"/>
                  <a:pt x="1673605" y="52263"/>
                  <a:pt x="1673709" y="54419"/>
                </a:cubicBezTo>
                <a:cubicBezTo>
                  <a:pt x="1673815" y="56572"/>
                  <a:pt x="1673868" y="58227"/>
                  <a:pt x="1673868" y="59384"/>
                </a:cubicBezTo>
                <a:cubicBezTo>
                  <a:pt x="1673868" y="59700"/>
                  <a:pt x="1673657" y="59963"/>
                  <a:pt x="1673237" y="60173"/>
                </a:cubicBezTo>
                <a:cubicBezTo>
                  <a:pt x="1672817" y="60383"/>
                  <a:pt x="1672344" y="60514"/>
                  <a:pt x="1671818" y="60567"/>
                </a:cubicBezTo>
                <a:cubicBezTo>
                  <a:pt x="1671294" y="60619"/>
                  <a:pt x="1670820" y="60566"/>
                  <a:pt x="1670399" y="60409"/>
                </a:cubicBezTo>
                <a:cubicBezTo>
                  <a:pt x="1669978" y="60251"/>
                  <a:pt x="1669716" y="60015"/>
                  <a:pt x="1669612" y="59699"/>
                </a:cubicBezTo>
                <a:cubicBezTo>
                  <a:pt x="1668456" y="54129"/>
                  <a:pt x="1666563" y="49846"/>
                  <a:pt x="1663935" y="46851"/>
                </a:cubicBezTo>
                <a:cubicBezTo>
                  <a:pt x="1661308" y="43855"/>
                  <a:pt x="1657105" y="42357"/>
                  <a:pt x="1651325" y="42357"/>
                </a:cubicBezTo>
                <a:cubicBezTo>
                  <a:pt x="1647436" y="42357"/>
                  <a:pt x="1644230" y="43330"/>
                  <a:pt x="1641707" y="45275"/>
                </a:cubicBezTo>
                <a:cubicBezTo>
                  <a:pt x="1639184" y="47219"/>
                  <a:pt x="1637923" y="49820"/>
                  <a:pt x="1637923" y="53079"/>
                </a:cubicBezTo>
                <a:cubicBezTo>
                  <a:pt x="1637923" y="55810"/>
                  <a:pt x="1638974" y="57912"/>
                  <a:pt x="1641074" y="59384"/>
                </a:cubicBezTo>
                <a:cubicBezTo>
                  <a:pt x="1643177" y="60854"/>
                  <a:pt x="1645963" y="62221"/>
                  <a:pt x="1649432" y="63483"/>
                </a:cubicBezTo>
                <a:cubicBezTo>
                  <a:pt x="1650904" y="64009"/>
                  <a:pt x="1652665" y="64666"/>
                  <a:pt x="1654714" y="65455"/>
                </a:cubicBezTo>
                <a:cubicBezTo>
                  <a:pt x="1656764" y="66243"/>
                  <a:pt x="1658419" y="66899"/>
                  <a:pt x="1659679" y="67423"/>
                </a:cubicBezTo>
                <a:cubicBezTo>
                  <a:pt x="1662412" y="68685"/>
                  <a:pt x="1664960" y="70000"/>
                  <a:pt x="1667324" y="71366"/>
                </a:cubicBezTo>
                <a:cubicBezTo>
                  <a:pt x="1669690" y="72732"/>
                  <a:pt x="1671739" y="74335"/>
                  <a:pt x="1673473" y="76175"/>
                </a:cubicBezTo>
                <a:cubicBezTo>
                  <a:pt x="1675208" y="78013"/>
                  <a:pt x="1676575" y="80088"/>
                  <a:pt x="1677572" y="82400"/>
                </a:cubicBezTo>
                <a:cubicBezTo>
                  <a:pt x="1678571" y="84713"/>
                  <a:pt x="1679071" y="87394"/>
                  <a:pt x="1679071" y="90442"/>
                </a:cubicBezTo>
                <a:cubicBezTo>
                  <a:pt x="1679071" y="94436"/>
                  <a:pt x="1678230" y="97772"/>
                  <a:pt x="1676547" y="100452"/>
                </a:cubicBezTo>
                <a:cubicBezTo>
                  <a:pt x="1674867" y="103132"/>
                  <a:pt x="1672712" y="105287"/>
                  <a:pt x="1670084" y="106916"/>
                </a:cubicBezTo>
                <a:cubicBezTo>
                  <a:pt x="1667457" y="108545"/>
                  <a:pt x="1664462" y="109727"/>
                  <a:pt x="1661099" y="110462"/>
                </a:cubicBezTo>
                <a:cubicBezTo>
                  <a:pt x="1657736" y="111198"/>
                  <a:pt x="1654425" y="111566"/>
                  <a:pt x="1651166" y="111566"/>
                </a:cubicBezTo>
                <a:cubicBezTo>
                  <a:pt x="1648433" y="111566"/>
                  <a:pt x="1645385" y="111251"/>
                  <a:pt x="1642022" y="110621"/>
                </a:cubicBezTo>
                <a:cubicBezTo>
                  <a:pt x="1638659" y="109990"/>
                  <a:pt x="1635716" y="109097"/>
                  <a:pt x="1633194" y="107941"/>
                </a:cubicBezTo>
                <a:cubicBezTo>
                  <a:pt x="1632563" y="107731"/>
                  <a:pt x="1631907" y="107836"/>
                  <a:pt x="1631224" y="108256"/>
                </a:cubicBezTo>
                <a:cubicBezTo>
                  <a:pt x="1630540" y="108676"/>
                  <a:pt x="1630094" y="109464"/>
                  <a:pt x="1629884" y="110621"/>
                </a:cubicBezTo>
                <a:cubicBezTo>
                  <a:pt x="1629884" y="110936"/>
                  <a:pt x="1629647" y="111147"/>
                  <a:pt x="1629174" y="111251"/>
                </a:cubicBezTo>
                <a:cubicBezTo>
                  <a:pt x="1628701" y="111357"/>
                  <a:pt x="1628201" y="111410"/>
                  <a:pt x="1627675" y="111410"/>
                </a:cubicBezTo>
                <a:cubicBezTo>
                  <a:pt x="1627255" y="111410"/>
                  <a:pt x="1626835" y="111330"/>
                  <a:pt x="1626415" y="111171"/>
                </a:cubicBezTo>
                <a:cubicBezTo>
                  <a:pt x="1625995" y="111014"/>
                  <a:pt x="1625784" y="110778"/>
                  <a:pt x="1625784" y="110464"/>
                </a:cubicBezTo>
                <a:cubicBezTo>
                  <a:pt x="1625784" y="109622"/>
                  <a:pt x="1625890" y="108466"/>
                  <a:pt x="1626100" y="106995"/>
                </a:cubicBezTo>
                <a:cubicBezTo>
                  <a:pt x="1626310" y="105523"/>
                  <a:pt x="1626415" y="104157"/>
                  <a:pt x="1626415" y="102896"/>
                </a:cubicBezTo>
                <a:cubicBezTo>
                  <a:pt x="1626415" y="101634"/>
                  <a:pt x="1626335" y="100241"/>
                  <a:pt x="1626177" y="98718"/>
                </a:cubicBezTo>
                <a:cubicBezTo>
                  <a:pt x="1626019" y="97194"/>
                  <a:pt x="1625862" y="95697"/>
                  <a:pt x="1625705" y="94226"/>
                </a:cubicBezTo>
                <a:cubicBezTo>
                  <a:pt x="1625548" y="92754"/>
                  <a:pt x="1625416" y="91440"/>
                  <a:pt x="1625311" y="90284"/>
                </a:cubicBezTo>
                <a:cubicBezTo>
                  <a:pt x="1625206" y="89127"/>
                  <a:pt x="1625154" y="88286"/>
                  <a:pt x="1625154" y="87760"/>
                </a:cubicBezTo>
                <a:cubicBezTo>
                  <a:pt x="1625154" y="87340"/>
                  <a:pt x="1625364" y="87025"/>
                  <a:pt x="1625784" y="86815"/>
                </a:cubicBezTo>
                <a:cubicBezTo>
                  <a:pt x="1626205" y="86605"/>
                  <a:pt x="1626677" y="86474"/>
                  <a:pt x="1627201" y="86423"/>
                </a:cubicBezTo>
                <a:cubicBezTo>
                  <a:pt x="1627727" y="86370"/>
                  <a:pt x="1628227" y="86422"/>
                  <a:pt x="1628700" y="86579"/>
                </a:cubicBezTo>
                <a:cubicBezTo>
                  <a:pt x="1629173" y="86736"/>
                  <a:pt x="1629463" y="87025"/>
                  <a:pt x="1629569" y="87445"/>
                </a:cubicBezTo>
                <a:cubicBezTo>
                  <a:pt x="1630303" y="90494"/>
                  <a:pt x="1631248" y="93174"/>
                  <a:pt x="1632405" y="95487"/>
                </a:cubicBezTo>
                <a:cubicBezTo>
                  <a:pt x="1633561" y="97798"/>
                  <a:pt x="1635006" y="99742"/>
                  <a:pt x="1636740" y="101320"/>
                </a:cubicBezTo>
                <a:cubicBezTo>
                  <a:pt x="1638475" y="102897"/>
                  <a:pt x="1640577" y="104080"/>
                  <a:pt x="1643047" y="104869"/>
                </a:cubicBezTo>
                <a:cubicBezTo>
                  <a:pt x="1645517" y="105656"/>
                  <a:pt x="1648486" y="106050"/>
                  <a:pt x="1651955" y="106050"/>
                </a:cubicBezTo>
                <a:cubicBezTo>
                  <a:pt x="1655738" y="106050"/>
                  <a:pt x="1658812" y="104999"/>
                  <a:pt x="1661176" y="102896"/>
                </a:cubicBezTo>
                <a:cubicBezTo>
                  <a:pt x="1663541" y="100794"/>
                  <a:pt x="1664724" y="97851"/>
                  <a:pt x="1664724" y="94068"/>
                </a:cubicBezTo>
                <a:cubicBezTo>
                  <a:pt x="1664724" y="90705"/>
                  <a:pt x="1663541" y="88051"/>
                  <a:pt x="1661176" y="86107"/>
                </a:cubicBezTo>
                <a:cubicBezTo>
                  <a:pt x="1658812" y="84162"/>
                  <a:pt x="1656053" y="82453"/>
                  <a:pt x="1652900" y="80981"/>
                </a:cubicBezTo>
                <a:cubicBezTo>
                  <a:pt x="1651428" y="80351"/>
                  <a:pt x="1649930" y="79721"/>
                  <a:pt x="1648407" y="79090"/>
                </a:cubicBezTo>
                <a:cubicBezTo>
                  <a:pt x="1646883" y="78460"/>
                  <a:pt x="1645333" y="77830"/>
                  <a:pt x="1643757" y="77200"/>
                </a:cubicBezTo>
                <a:cubicBezTo>
                  <a:pt x="1641444" y="76253"/>
                  <a:pt x="1639158" y="75282"/>
                  <a:pt x="1636898" y="74284"/>
                </a:cubicBezTo>
                <a:cubicBezTo>
                  <a:pt x="1634639" y="73285"/>
                  <a:pt x="1632641" y="72049"/>
                  <a:pt x="1630906" y="70577"/>
                </a:cubicBezTo>
                <a:cubicBezTo>
                  <a:pt x="1629172" y="69105"/>
                  <a:pt x="1627780" y="67265"/>
                  <a:pt x="1626730" y="65059"/>
                </a:cubicBezTo>
                <a:cubicBezTo>
                  <a:pt x="1625679" y="62852"/>
                  <a:pt x="1625154" y="60119"/>
                  <a:pt x="1625154" y="56860"/>
                </a:cubicBezTo>
                <a:cubicBezTo>
                  <a:pt x="1625154" y="53077"/>
                  <a:pt x="1625968" y="49872"/>
                  <a:pt x="1627596" y="47245"/>
                </a:cubicBezTo>
                <a:cubicBezTo>
                  <a:pt x="1629225" y="44617"/>
                  <a:pt x="1631327" y="42488"/>
                  <a:pt x="1633901" y="40861"/>
                </a:cubicBezTo>
                <a:cubicBezTo>
                  <a:pt x="1636477" y="39231"/>
                  <a:pt x="1639341" y="38049"/>
                  <a:pt x="1642494" y="37312"/>
                </a:cubicBezTo>
                <a:cubicBezTo>
                  <a:pt x="1645648" y="36576"/>
                  <a:pt x="1648749" y="36208"/>
                  <a:pt x="1651796" y="36208"/>
                </a:cubicBezTo>
                <a:cubicBezTo>
                  <a:pt x="1654739" y="36208"/>
                  <a:pt x="1657340" y="36550"/>
                  <a:pt x="1659600" y="37233"/>
                </a:cubicBezTo>
                <a:cubicBezTo>
                  <a:pt x="1661860" y="37916"/>
                  <a:pt x="1664356" y="39151"/>
                  <a:pt x="1667089" y="40938"/>
                </a:cubicBezTo>
                <a:cubicBezTo>
                  <a:pt x="1667509" y="41148"/>
                  <a:pt x="1668060" y="41122"/>
                  <a:pt x="1668744" y="40861"/>
                </a:cubicBezTo>
                <a:cubicBezTo>
                  <a:pt x="1669427" y="40598"/>
                  <a:pt x="1669978" y="39730"/>
                  <a:pt x="1670399" y="38258"/>
                </a:cubicBezTo>
                <a:cubicBezTo>
                  <a:pt x="1670505" y="37838"/>
                  <a:pt x="1670820" y="37575"/>
                  <a:pt x="1671344" y="37471"/>
                </a:cubicBezTo>
                <a:cubicBezTo>
                  <a:pt x="1671870" y="37365"/>
                  <a:pt x="1672396" y="37339"/>
                  <a:pt x="1672922" y="37392"/>
                </a:cubicBezTo>
                <a:cubicBezTo>
                  <a:pt x="1673448" y="37443"/>
                  <a:pt x="1673921" y="37575"/>
                  <a:pt x="1674341" y="37786"/>
                </a:cubicBezTo>
                <a:cubicBezTo>
                  <a:pt x="1674762" y="37996"/>
                  <a:pt x="1674919" y="38259"/>
                  <a:pt x="1674813" y="38573"/>
                </a:cubicBezTo>
                <a:close/>
                <a:moveTo>
                  <a:pt x="1736928" y="38573"/>
                </a:moveTo>
                <a:cubicBezTo>
                  <a:pt x="1736614" y="39729"/>
                  <a:pt x="1736325" y="41149"/>
                  <a:pt x="1736062" y="42831"/>
                </a:cubicBezTo>
                <a:cubicBezTo>
                  <a:pt x="1735799" y="44512"/>
                  <a:pt x="1735668" y="46298"/>
                  <a:pt x="1735668" y="48190"/>
                </a:cubicBezTo>
                <a:cubicBezTo>
                  <a:pt x="1735668" y="50187"/>
                  <a:pt x="1735720" y="52263"/>
                  <a:pt x="1735824" y="54419"/>
                </a:cubicBezTo>
                <a:cubicBezTo>
                  <a:pt x="1735930" y="56572"/>
                  <a:pt x="1735983" y="58227"/>
                  <a:pt x="1735983" y="59384"/>
                </a:cubicBezTo>
                <a:cubicBezTo>
                  <a:pt x="1735983" y="59700"/>
                  <a:pt x="1735773" y="59963"/>
                  <a:pt x="1735352" y="60173"/>
                </a:cubicBezTo>
                <a:cubicBezTo>
                  <a:pt x="1734932" y="60383"/>
                  <a:pt x="1734459" y="60514"/>
                  <a:pt x="1733933" y="60567"/>
                </a:cubicBezTo>
                <a:cubicBezTo>
                  <a:pt x="1733409" y="60619"/>
                  <a:pt x="1732936" y="60566"/>
                  <a:pt x="1732514" y="60409"/>
                </a:cubicBezTo>
                <a:cubicBezTo>
                  <a:pt x="1732094" y="60251"/>
                  <a:pt x="1731831" y="60015"/>
                  <a:pt x="1731727" y="59699"/>
                </a:cubicBezTo>
                <a:cubicBezTo>
                  <a:pt x="1730571" y="54129"/>
                  <a:pt x="1728679" y="49846"/>
                  <a:pt x="1726050" y="46851"/>
                </a:cubicBezTo>
                <a:cubicBezTo>
                  <a:pt x="1723423" y="43855"/>
                  <a:pt x="1719220" y="42357"/>
                  <a:pt x="1713440" y="42357"/>
                </a:cubicBezTo>
                <a:cubicBezTo>
                  <a:pt x="1709551" y="42357"/>
                  <a:pt x="1706345" y="43330"/>
                  <a:pt x="1703822" y="45275"/>
                </a:cubicBezTo>
                <a:cubicBezTo>
                  <a:pt x="1701300" y="47219"/>
                  <a:pt x="1700038" y="49820"/>
                  <a:pt x="1700038" y="53079"/>
                </a:cubicBezTo>
                <a:cubicBezTo>
                  <a:pt x="1700038" y="55810"/>
                  <a:pt x="1701089" y="57912"/>
                  <a:pt x="1703190" y="59384"/>
                </a:cubicBezTo>
                <a:cubicBezTo>
                  <a:pt x="1705292" y="60854"/>
                  <a:pt x="1708078" y="62221"/>
                  <a:pt x="1711547" y="63483"/>
                </a:cubicBezTo>
                <a:cubicBezTo>
                  <a:pt x="1713019" y="64009"/>
                  <a:pt x="1714780" y="64666"/>
                  <a:pt x="1716829" y="65455"/>
                </a:cubicBezTo>
                <a:cubicBezTo>
                  <a:pt x="1718879" y="66243"/>
                  <a:pt x="1720534" y="66899"/>
                  <a:pt x="1721794" y="67423"/>
                </a:cubicBezTo>
                <a:cubicBezTo>
                  <a:pt x="1724527" y="68685"/>
                  <a:pt x="1727076" y="70000"/>
                  <a:pt x="1729439" y="71366"/>
                </a:cubicBezTo>
                <a:cubicBezTo>
                  <a:pt x="1731805" y="72732"/>
                  <a:pt x="1733855" y="74335"/>
                  <a:pt x="1735588" y="76175"/>
                </a:cubicBezTo>
                <a:cubicBezTo>
                  <a:pt x="1737323" y="78013"/>
                  <a:pt x="1738690" y="80088"/>
                  <a:pt x="1739687" y="82400"/>
                </a:cubicBezTo>
                <a:cubicBezTo>
                  <a:pt x="1740686" y="84713"/>
                  <a:pt x="1741186" y="87394"/>
                  <a:pt x="1741186" y="90442"/>
                </a:cubicBezTo>
                <a:cubicBezTo>
                  <a:pt x="1741186" y="94436"/>
                  <a:pt x="1740345" y="97772"/>
                  <a:pt x="1738663" y="100452"/>
                </a:cubicBezTo>
                <a:cubicBezTo>
                  <a:pt x="1736982" y="103132"/>
                  <a:pt x="1734827" y="105287"/>
                  <a:pt x="1732199" y="106916"/>
                </a:cubicBezTo>
                <a:cubicBezTo>
                  <a:pt x="1729572" y="108545"/>
                  <a:pt x="1726577" y="109727"/>
                  <a:pt x="1723214" y="110462"/>
                </a:cubicBezTo>
                <a:cubicBezTo>
                  <a:pt x="1719851" y="111198"/>
                  <a:pt x="1716540" y="111566"/>
                  <a:pt x="1713281" y="111566"/>
                </a:cubicBezTo>
                <a:cubicBezTo>
                  <a:pt x="1710548" y="111566"/>
                  <a:pt x="1707500" y="111251"/>
                  <a:pt x="1704137" y="110621"/>
                </a:cubicBezTo>
                <a:cubicBezTo>
                  <a:pt x="1700774" y="109990"/>
                  <a:pt x="1697832" y="109097"/>
                  <a:pt x="1695309" y="107941"/>
                </a:cubicBezTo>
                <a:cubicBezTo>
                  <a:pt x="1694679" y="107731"/>
                  <a:pt x="1694022" y="107836"/>
                  <a:pt x="1693339" y="108256"/>
                </a:cubicBezTo>
                <a:cubicBezTo>
                  <a:pt x="1692656" y="108676"/>
                  <a:pt x="1692209" y="109464"/>
                  <a:pt x="1691999" y="110621"/>
                </a:cubicBezTo>
                <a:cubicBezTo>
                  <a:pt x="1691999" y="110936"/>
                  <a:pt x="1691762" y="111147"/>
                  <a:pt x="1691289" y="111251"/>
                </a:cubicBezTo>
                <a:cubicBezTo>
                  <a:pt x="1690816" y="111357"/>
                  <a:pt x="1690316" y="111410"/>
                  <a:pt x="1689790" y="111410"/>
                </a:cubicBezTo>
                <a:cubicBezTo>
                  <a:pt x="1689370" y="111410"/>
                  <a:pt x="1688950" y="111330"/>
                  <a:pt x="1688530" y="111171"/>
                </a:cubicBezTo>
                <a:cubicBezTo>
                  <a:pt x="1688110" y="111014"/>
                  <a:pt x="1687900" y="110778"/>
                  <a:pt x="1687900" y="110464"/>
                </a:cubicBezTo>
                <a:cubicBezTo>
                  <a:pt x="1687900" y="109622"/>
                  <a:pt x="1688005" y="108466"/>
                  <a:pt x="1688215" y="106995"/>
                </a:cubicBezTo>
                <a:cubicBezTo>
                  <a:pt x="1688425" y="105523"/>
                  <a:pt x="1688530" y="104157"/>
                  <a:pt x="1688530" y="102896"/>
                </a:cubicBezTo>
                <a:cubicBezTo>
                  <a:pt x="1688530" y="101634"/>
                  <a:pt x="1688451" y="100241"/>
                  <a:pt x="1688292" y="98718"/>
                </a:cubicBezTo>
                <a:cubicBezTo>
                  <a:pt x="1688135" y="97194"/>
                  <a:pt x="1687977" y="95697"/>
                  <a:pt x="1687820" y="94226"/>
                </a:cubicBezTo>
                <a:cubicBezTo>
                  <a:pt x="1687663" y="92754"/>
                  <a:pt x="1687532" y="91440"/>
                  <a:pt x="1687426" y="90284"/>
                </a:cubicBezTo>
                <a:cubicBezTo>
                  <a:pt x="1687322" y="89127"/>
                  <a:pt x="1687269" y="88286"/>
                  <a:pt x="1687269" y="87760"/>
                </a:cubicBezTo>
                <a:cubicBezTo>
                  <a:pt x="1687269" y="87340"/>
                  <a:pt x="1687479" y="87025"/>
                  <a:pt x="1687900" y="86815"/>
                </a:cubicBezTo>
                <a:cubicBezTo>
                  <a:pt x="1688320" y="86605"/>
                  <a:pt x="1688792" y="86474"/>
                  <a:pt x="1689317" y="86423"/>
                </a:cubicBezTo>
                <a:cubicBezTo>
                  <a:pt x="1689843" y="86370"/>
                  <a:pt x="1690342" y="86422"/>
                  <a:pt x="1690815" y="86579"/>
                </a:cubicBezTo>
                <a:cubicBezTo>
                  <a:pt x="1691288" y="86736"/>
                  <a:pt x="1691578" y="87025"/>
                  <a:pt x="1691684" y="87445"/>
                </a:cubicBezTo>
                <a:cubicBezTo>
                  <a:pt x="1692418" y="90494"/>
                  <a:pt x="1693364" y="93174"/>
                  <a:pt x="1694520" y="95487"/>
                </a:cubicBezTo>
                <a:cubicBezTo>
                  <a:pt x="1695676" y="97798"/>
                  <a:pt x="1697121" y="99742"/>
                  <a:pt x="1698855" y="101320"/>
                </a:cubicBezTo>
                <a:cubicBezTo>
                  <a:pt x="1700590" y="102897"/>
                  <a:pt x="1702692" y="104080"/>
                  <a:pt x="1705162" y="104869"/>
                </a:cubicBezTo>
                <a:cubicBezTo>
                  <a:pt x="1707632" y="105656"/>
                  <a:pt x="1710601" y="106050"/>
                  <a:pt x="1714070" y="106050"/>
                </a:cubicBezTo>
                <a:cubicBezTo>
                  <a:pt x="1717853" y="106050"/>
                  <a:pt x="1720927" y="104999"/>
                  <a:pt x="1723291" y="102896"/>
                </a:cubicBezTo>
                <a:cubicBezTo>
                  <a:pt x="1725656" y="100794"/>
                  <a:pt x="1726839" y="97851"/>
                  <a:pt x="1726839" y="94068"/>
                </a:cubicBezTo>
                <a:cubicBezTo>
                  <a:pt x="1726839" y="90705"/>
                  <a:pt x="1725656" y="88051"/>
                  <a:pt x="1723291" y="86107"/>
                </a:cubicBezTo>
                <a:cubicBezTo>
                  <a:pt x="1720927" y="84162"/>
                  <a:pt x="1718168" y="82453"/>
                  <a:pt x="1715016" y="80981"/>
                </a:cubicBezTo>
                <a:cubicBezTo>
                  <a:pt x="1713543" y="80351"/>
                  <a:pt x="1712045" y="79721"/>
                  <a:pt x="1710522" y="79090"/>
                </a:cubicBezTo>
                <a:cubicBezTo>
                  <a:pt x="1708998" y="78460"/>
                  <a:pt x="1707448" y="77830"/>
                  <a:pt x="1705872" y="77200"/>
                </a:cubicBezTo>
                <a:cubicBezTo>
                  <a:pt x="1703559" y="76253"/>
                  <a:pt x="1701273" y="75282"/>
                  <a:pt x="1699014" y="74284"/>
                </a:cubicBezTo>
                <a:cubicBezTo>
                  <a:pt x="1696754" y="73285"/>
                  <a:pt x="1694756" y="72049"/>
                  <a:pt x="1693021" y="70577"/>
                </a:cubicBezTo>
                <a:cubicBezTo>
                  <a:pt x="1691288" y="69105"/>
                  <a:pt x="1689895" y="67265"/>
                  <a:pt x="1688845" y="65059"/>
                </a:cubicBezTo>
                <a:cubicBezTo>
                  <a:pt x="1687795" y="62852"/>
                  <a:pt x="1687269" y="60119"/>
                  <a:pt x="1687269" y="56860"/>
                </a:cubicBezTo>
                <a:cubicBezTo>
                  <a:pt x="1687269" y="53077"/>
                  <a:pt x="1688083" y="49872"/>
                  <a:pt x="1689711" y="47245"/>
                </a:cubicBezTo>
                <a:cubicBezTo>
                  <a:pt x="1691340" y="44617"/>
                  <a:pt x="1693442" y="42488"/>
                  <a:pt x="1696016" y="40861"/>
                </a:cubicBezTo>
                <a:cubicBezTo>
                  <a:pt x="1698592" y="39231"/>
                  <a:pt x="1701456" y="38049"/>
                  <a:pt x="1704609" y="37312"/>
                </a:cubicBezTo>
                <a:cubicBezTo>
                  <a:pt x="1707763" y="36576"/>
                  <a:pt x="1710864" y="36208"/>
                  <a:pt x="1713911" y="36208"/>
                </a:cubicBezTo>
                <a:cubicBezTo>
                  <a:pt x="1716854" y="36208"/>
                  <a:pt x="1719455" y="36550"/>
                  <a:pt x="1721715" y="37233"/>
                </a:cubicBezTo>
                <a:cubicBezTo>
                  <a:pt x="1723975" y="37916"/>
                  <a:pt x="1726471" y="39151"/>
                  <a:pt x="1729204" y="40938"/>
                </a:cubicBezTo>
                <a:cubicBezTo>
                  <a:pt x="1729624" y="41148"/>
                  <a:pt x="1730176" y="41122"/>
                  <a:pt x="1730859" y="40861"/>
                </a:cubicBezTo>
                <a:cubicBezTo>
                  <a:pt x="1731542" y="40598"/>
                  <a:pt x="1732094" y="39730"/>
                  <a:pt x="1732514" y="38258"/>
                </a:cubicBezTo>
                <a:cubicBezTo>
                  <a:pt x="1732620" y="37838"/>
                  <a:pt x="1732935" y="37575"/>
                  <a:pt x="1733459" y="37471"/>
                </a:cubicBezTo>
                <a:cubicBezTo>
                  <a:pt x="1733985" y="37365"/>
                  <a:pt x="1734511" y="37339"/>
                  <a:pt x="1735037" y="37392"/>
                </a:cubicBezTo>
                <a:cubicBezTo>
                  <a:pt x="1735563" y="37443"/>
                  <a:pt x="1736036" y="37575"/>
                  <a:pt x="1736457" y="37786"/>
                </a:cubicBezTo>
                <a:cubicBezTo>
                  <a:pt x="1736877" y="37996"/>
                  <a:pt x="1737034" y="38259"/>
                  <a:pt x="1736928" y="38573"/>
                </a:cubicBezTo>
                <a:close/>
                <a:moveTo>
                  <a:pt x="1852798" y="71366"/>
                </a:moveTo>
                <a:cubicBezTo>
                  <a:pt x="1852798" y="75359"/>
                  <a:pt x="1853271" y="79169"/>
                  <a:pt x="1854218" y="82795"/>
                </a:cubicBezTo>
                <a:cubicBezTo>
                  <a:pt x="1855164" y="86421"/>
                  <a:pt x="1856609" y="89627"/>
                  <a:pt x="1858553" y="92413"/>
                </a:cubicBezTo>
                <a:cubicBezTo>
                  <a:pt x="1860498" y="95197"/>
                  <a:pt x="1862994" y="97403"/>
                  <a:pt x="1866041" y="99033"/>
                </a:cubicBezTo>
                <a:cubicBezTo>
                  <a:pt x="1869090" y="100662"/>
                  <a:pt x="1872769" y="101477"/>
                  <a:pt x="1877078" y="101477"/>
                </a:cubicBezTo>
                <a:cubicBezTo>
                  <a:pt x="1880755" y="101477"/>
                  <a:pt x="1884354" y="101188"/>
                  <a:pt x="1887874" y="100611"/>
                </a:cubicBezTo>
                <a:cubicBezTo>
                  <a:pt x="1891396" y="100032"/>
                  <a:pt x="1894366" y="98691"/>
                  <a:pt x="1896785" y="96589"/>
                </a:cubicBezTo>
                <a:cubicBezTo>
                  <a:pt x="1897205" y="96168"/>
                  <a:pt x="1897677" y="96038"/>
                  <a:pt x="1898202" y="96197"/>
                </a:cubicBezTo>
                <a:cubicBezTo>
                  <a:pt x="1898728" y="96354"/>
                  <a:pt x="1899201" y="96617"/>
                  <a:pt x="1899621" y="96986"/>
                </a:cubicBezTo>
                <a:cubicBezTo>
                  <a:pt x="1900041" y="97353"/>
                  <a:pt x="1900330" y="97799"/>
                  <a:pt x="1900487" y="98326"/>
                </a:cubicBezTo>
                <a:cubicBezTo>
                  <a:pt x="1900646" y="98850"/>
                  <a:pt x="1900567" y="99322"/>
                  <a:pt x="1900251" y="99742"/>
                </a:cubicBezTo>
                <a:cubicBezTo>
                  <a:pt x="1896784" y="104368"/>
                  <a:pt x="1892738" y="107495"/>
                  <a:pt x="1888113" y="109124"/>
                </a:cubicBezTo>
                <a:cubicBezTo>
                  <a:pt x="1883489" y="110752"/>
                  <a:pt x="1878023" y="111566"/>
                  <a:pt x="1871716" y="111566"/>
                </a:cubicBezTo>
                <a:cubicBezTo>
                  <a:pt x="1867513" y="111566"/>
                  <a:pt x="1863308" y="110936"/>
                  <a:pt x="1859103" y="109675"/>
                </a:cubicBezTo>
                <a:cubicBezTo>
                  <a:pt x="1854900" y="108413"/>
                  <a:pt x="1851090" y="106310"/>
                  <a:pt x="1847674" y="103368"/>
                </a:cubicBezTo>
                <a:cubicBezTo>
                  <a:pt x="1844259" y="100425"/>
                  <a:pt x="1841499" y="96510"/>
                  <a:pt x="1839397" y="91624"/>
                </a:cubicBezTo>
                <a:cubicBezTo>
                  <a:pt x="1837296" y="86737"/>
                  <a:pt x="1836245" y="80668"/>
                  <a:pt x="1836245" y="73416"/>
                </a:cubicBezTo>
                <a:cubicBezTo>
                  <a:pt x="1836245" y="68264"/>
                  <a:pt x="1837112" y="63403"/>
                  <a:pt x="1838846" y="58833"/>
                </a:cubicBezTo>
                <a:cubicBezTo>
                  <a:pt x="1840580" y="54261"/>
                  <a:pt x="1843101" y="50319"/>
                  <a:pt x="1846412" y="47009"/>
                </a:cubicBezTo>
                <a:cubicBezTo>
                  <a:pt x="1849723" y="43698"/>
                  <a:pt x="1853797" y="41070"/>
                  <a:pt x="1858632" y="39126"/>
                </a:cubicBezTo>
                <a:cubicBezTo>
                  <a:pt x="1863467" y="37181"/>
                  <a:pt x="1869038" y="36208"/>
                  <a:pt x="1875344" y="36208"/>
                </a:cubicBezTo>
                <a:cubicBezTo>
                  <a:pt x="1878391" y="36208"/>
                  <a:pt x="1881359" y="36576"/>
                  <a:pt x="1884249" y="37312"/>
                </a:cubicBezTo>
                <a:cubicBezTo>
                  <a:pt x="1887141" y="38049"/>
                  <a:pt x="1889716" y="39126"/>
                  <a:pt x="1891976" y="40546"/>
                </a:cubicBezTo>
                <a:cubicBezTo>
                  <a:pt x="1894236" y="41963"/>
                  <a:pt x="1896049" y="43723"/>
                  <a:pt x="1897415" y="45826"/>
                </a:cubicBezTo>
                <a:cubicBezTo>
                  <a:pt x="1898781" y="47928"/>
                  <a:pt x="1899465" y="50293"/>
                  <a:pt x="1899465" y="52920"/>
                </a:cubicBezTo>
                <a:cubicBezTo>
                  <a:pt x="1899465" y="54812"/>
                  <a:pt x="1898833" y="56600"/>
                  <a:pt x="1897571" y="58282"/>
                </a:cubicBezTo>
                <a:cubicBezTo>
                  <a:pt x="1896311" y="59963"/>
                  <a:pt x="1894314" y="60803"/>
                  <a:pt x="1891581" y="60803"/>
                </a:cubicBezTo>
                <a:cubicBezTo>
                  <a:pt x="1889375" y="60803"/>
                  <a:pt x="1887562" y="60225"/>
                  <a:pt x="1886142" y="59069"/>
                </a:cubicBezTo>
                <a:cubicBezTo>
                  <a:pt x="1884723" y="57912"/>
                  <a:pt x="1884013" y="56231"/>
                  <a:pt x="1884013" y="54024"/>
                </a:cubicBezTo>
                <a:cubicBezTo>
                  <a:pt x="1884013" y="52552"/>
                  <a:pt x="1884407" y="51343"/>
                  <a:pt x="1885195" y="50399"/>
                </a:cubicBezTo>
                <a:cubicBezTo>
                  <a:pt x="1885984" y="49453"/>
                  <a:pt x="1886378" y="48559"/>
                  <a:pt x="1886378" y="47717"/>
                </a:cubicBezTo>
                <a:cubicBezTo>
                  <a:pt x="1886378" y="45826"/>
                  <a:pt x="1885117" y="44381"/>
                  <a:pt x="1882594" y="43382"/>
                </a:cubicBezTo>
                <a:cubicBezTo>
                  <a:pt x="1880071" y="42383"/>
                  <a:pt x="1877287" y="41883"/>
                  <a:pt x="1874239" y="41883"/>
                </a:cubicBezTo>
                <a:cubicBezTo>
                  <a:pt x="1870246" y="41883"/>
                  <a:pt x="1866909" y="42724"/>
                  <a:pt x="1864227" y="44406"/>
                </a:cubicBezTo>
                <a:cubicBezTo>
                  <a:pt x="1861548" y="46089"/>
                  <a:pt x="1859341" y="48323"/>
                  <a:pt x="1857607" y="51108"/>
                </a:cubicBezTo>
                <a:cubicBezTo>
                  <a:pt x="1855874" y="53893"/>
                  <a:pt x="1854639" y="57045"/>
                  <a:pt x="1853903" y="60567"/>
                </a:cubicBezTo>
                <a:cubicBezTo>
                  <a:pt x="1853166" y="64087"/>
                  <a:pt x="1852798" y="67687"/>
                  <a:pt x="1852798" y="71366"/>
                </a:cubicBezTo>
                <a:close/>
                <a:moveTo>
                  <a:pt x="1951568" y="77356"/>
                </a:moveTo>
                <a:cubicBezTo>
                  <a:pt x="1951568" y="76200"/>
                  <a:pt x="1951515" y="75490"/>
                  <a:pt x="1951409" y="75227"/>
                </a:cubicBezTo>
                <a:cubicBezTo>
                  <a:pt x="1951305" y="74964"/>
                  <a:pt x="1951042" y="74832"/>
                  <a:pt x="1950622" y="74832"/>
                </a:cubicBezTo>
                <a:cubicBezTo>
                  <a:pt x="1942004" y="75569"/>
                  <a:pt x="1935618" y="77382"/>
                  <a:pt x="1931466" y="80274"/>
                </a:cubicBezTo>
                <a:cubicBezTo>
                  <a:pt x="1927316" y="83164"/>
                  <a:pt x="1925241" y="86868"/>
                  <a:pt x="1925241" y="91388"/>
                </a:cubicBezTo>
                <a:cubicBezTo>
                  <a:pt x="1925241" y="94541"/>
                  <a:pt x="1926029" y="97195"/>
                  <a:pt x="1927605" y="99350"/>
                </a:cubicBezTo>
                <a:cubicBezTo>
                  <a:pt x="1929182" y="101504"/>
                  <a:pt x="1931810" y="102581"/>
                  <a:pt x="1935489" y="102581"/>
                </a:cubicBezTo>
                <a:cubicBezTo>
                  <a:pt x="1937905" y="102581"/>
                  <a:pt x="1940454" y="102108"/>
                  <a:pt x="1943134" y="101162"/>
                </a:cubicBezTo>
                <a:cubicBezTo>
                  <a:pt x="1945813" y="100216"/>
                  <a:pt x="1948205" y="98849"/>
                  <a:pt x="1950307" y="97063"/>
                </a:cubicBezTo>
                <a:cubicBezTo>
                  <a:pt x="1951147" y="96222"/>
                  <a:pt x="1951568" y="95381"/>
                  <a:pt x="1951568" y="94539"/>
                </a:cubicBezTo>
                <a:lnTo>
                  <a:pt x="1951568" y="77356"/>
                </a:lnTo>
                <a:moveTo>
                  <a:pt x="1966388" y="92963"/>
                </a:moveTo>
                <a:cubicBezTo>
                  <a:pt x="1966388" y="96642"/>
                  <a:pt x="1966730" y="99218"/>
                  <a:pt x="1967413" y="100690"/>
                </a:cubicBezTo>
                <a:cubicBezTo>
                  <a:pt x="1968096" y="102161"/>
                  <a:pt x="1969436" y="102896"/>
                  <a:pt x="1971433" y="102896"/>
                </a:cubicBezTo>
                <a:cubicBezTo>
                  <a:pt x="1972589" y="102896"/>
                  <a:pt x="1973535" y="102765"/>
                  <a:pt x="1974269" y="102502"/>
                </a:cubicBezTo>
                <a:cubicBezTo>
                  <a:pt x="1975005" y="102239"/>
                  <a:pt x="1976057" y="101687"/>
                  <a:pt x="1977423" y="100847"/>
                </a:cubicBezTo>
                <a:cubicBezTo>
                  <a:pt x="1977739" y="100636"/>
                  <a:pt x="1978080" y="100636"/>
                  <a:pt x="1978448" y="100847"/>
                </a:cubicBezTo>
                <a:cubicBezTo>
                  <a:pt x="1978817" y="101057"/>
                  <a:pt x="1979132" y="101346"/>
                  <a:pt x="1979393" y="101715"/>
                </a:cubicBezTo>
                <a:cubicBezTo>
                  <a:pt x="1979656" y="102082"/>
                  <a:pt x="1979840" y="102502"/>
                  <a:pt x="1979944" y="102976"/>
                </a:cubicBezTo>
                <a:cubicBezTo>
                  <a:pt x="1980050" y="103449"/>
                  <a:pt x="1979946" y="103842"/>
                  <a:pt x="1979631" y="104157"/>
                </a:cubicBezTo>
                <a:cubicBezTo>
                  <a:pt x="1975532" y="109096"/>
                  <a:pt x="1970697" y="111566"/>
                  <a:pt x="1965125" y="111566"/>
                </a:cubicBezTo>
                <a:cubicBezTo>
                  <a:pt x="1962078" y="111566"/>
                  <a:pt x="1959477" y="110752"/>
                  <a:pt x="1957322" y="109124"/>
                </a:cubicBezTo>
                <a:cubicBezTo>
                  <a:pt x="1955168" y="107495"/>
                  <a:pt x="1953566" y="105576"/>
                  <a:pt x="1952515" y="103368"/>
                </a:cubicBezTo>
                <a:cubicBezTo>
                  <a:pt x="1952304" y="102843"/>
                  <a:pt x="1951988" y="102791"/>
                  <a:pt x="1951568" y="103211"/>
                </a:cubicBezTo>
                <a:cubicBezTo>
                  <a:pt x="1948835" y="105628"/>
                  <a:pt x="1945655" y="107625"/>
                  <a:pt x="1942029" y="109201"/>
                </a:cubicBezTo>
                <a:cubicBezTo>
                  <a:pt x="1938403" y="110778"/>
                  <a:pt x="1933858" y="111566"/>
                  <a:pt x="1928394" y="111566"/>
                </a:cubicBezTo>
                <a:cubicBezTo>
                  <a:pt x="1922403" y="111566"/>
                  <a:pt x="1917778" y="109964"/>
                  <a:pt x="1914519" y="106760"/>
                </a:cubicBezTo>
                <a:cubicBezTo>
                  <a:pt x="1911262" y="103554"/>
                  <a:pt x="1909633" y="99008"/>
                  <a:pt x="1909633" y="93122"/>
                </a:cubicBezTo>
                <a:cubicBezTo>
                  <a:pt x="1909633" y="85554"/>
                  <a:pt x="1913154" y="79747"/>
                  <a:pt x="1920196" y="75701"/>
                </a:cubicBezTo>
                <a:cubicBezTo>
                  <a:pt x="1927238" y="71655"/>
                  <a:pt x="1937485" y="69632"/>
                  <a:pt x="1950937" y="69632"/>
                </a:cubicBezTo>
                <a:cubicBezTo>
                  <a:pt x="1951147" y="69632"/>
                  <a:pt x="1951305" y="69369"/>
                  <a:pt x="1951409" y="68843"/>
                </a:cubicBezTo>
                <a:cubicBezTo>
                  <a:pt x="1951515" y="68317"/>
                  <a:pt x="1951568" y="67108"/>
                  <a:pt x="1951568" y="65217"/>
                </a:cubicBezTo>
                <a:lnTo>
                  <a:pt x="1951568" y="60959"/>
                </a:lnTo>
                <a:cubicBezTo>
                  <a:pt x="1951568" y="58332"/>
                  <a:pt x="1951357" y="55863"/>
                  <a:pt x="1950937" y="53550"/>
                </a:cubicBezTo>
                <a:cubicBezTo>
                  <a:pt x="1950517" y="51238"/>
                  <a:pt x="1949807" y="49214"/>
                  <a:pt x="1948808" y="47481"/>
                </a:cubicBezTo>
                <a:cubicBezTo>
                  <a:pt x="1947811" y="45747"/>
                  <a:pt x="1946419" y="44381"/>
                  <a:pt x="1944632" y="43382"/>
                </a:cubicBezTo>
                <a:cubicBezTo>
                  <a:pt x="1942846" y="42383"/>
                  <a:pt x="1940638" y="41883"/>
                  <a:pt x="1938010" y="41883"/>
                </a:cubicBezTo>
                <a:cubicBezTo>
                  <a:pt x="1934121" y="41883"/>
                  <a:pt x="1930968" y="42646"/>
                  <a:pt x="1928551" y="44171"/>
                </a:cubicBezTo>
                <a:cubicBezTo>
                  <a:pt x="1926134" y="45694"/>
                  <a:pt x="1924926" y="47664"/>
                  <a:pt x="1924926" y="50081"/>
                </a:cubicBezTo>
                <a:cubicBezTo>
                  <a:pt x="1924926" y="51238"/>
                  <a:pt x="1925293" y="52367"/>
                  <a:pt x="1926027" y="53471"/>
                </a:cubicBezTo>
                <a:cubicBezTo>
                  <a:pt x="1926763" y="54574"/>
                  <a:pt x="1927132" y="55704"/>
                  <a:pt x="1927132" y="56860"/>
                </a:cubicBezTo>
                <a:cubicBezTo>
                  <a:pt x="1927132" y="58332"/>
                  <a:pt x="1926395" y="59752"/>
                  <a:pt x="1924923" y="61118"/>
                </a:cubicBezTo>
                <a:cubicBezTo>
                  <a:pt x="1923453" y="62485"/>
                  <a:pt x="1921667" y="63168"/>
                  <a:pt x="1919566" y="63168"/>
                </a:cubicBezTo>
                <a:cubicBezTo>
                  <a:pt x="1916727" y="63168"/>
                  <a:pt x="1914703" y="62406"/>
                  <a:pt x="1913494" y="60882"/>
                </a:cubicBezTo>
                <a:cubicBezTo>
                  <a:pt x="1912287" y="59357"/>
                  <a:pt x="1911683" y="57491"/>
                  <a:pt x="1911683" y="55285"/>
                </a:cubicBezTo>
                <a:cubicBezTo>
                  <a:pt x="1911683" y="52658"/>
                  <a:pt x="1912418" y="50161"/>
                  <a:pt x="1913889" y="47796"/>
                </a:cubicBezTo>
                <a:cubicBezTo>
                  <a:pt x="1915361" y="45430"/>
                  <a:pt x="1917358" y="43407"/>
                  <a:pt x="1919879" y="41727"/>
                </a:cubicBezTo>
                <a:cubicBezTo>
                  <a:pt x="1922401" y="40044"/>
                  <a:pt x="1925344" y="38704"/>
                  <a:pt x="1928707" y="37707"/>
                </a:cubicBezTo>
                <a:cubicBezTo>
                  <a:pt x="1932072" y="36708"/>
                  <a:pt x="1935594" y="36208"/>
                  <a:pt x="1939273" y="36208"/>
                </a:cubicBezTo>
                <a:cubicBezTo>
                  <a:pt x="1947679" y="36208"/>
                  <a:pt x="1954300" y="38153"/>
                  <a:pt x="1959136" y="42042"/>
                </a:cubicBezTo>
                <a:cubicBezTo>
                  <a:pt x="1963971" y="45931"/>
                  <a:pt x="1966388" y="52395"/>
                  <a:pt x="1966388" y="61433"/>
                </a:cubicBezTo>
                <a:lnTo>
                  <a:pt x="1966388" y="92963"/>
                </a:lnTo>
                <a:close/>
                <a:moveTo>
                  <a:pt x="2010925" y="90914"/>
                </a:moveTo>
                <a:cubicBezTo>
                  <a:pt x="2010925" y="93542"/>
                  <a:pt x="2011003" y="95750"/>
                  <a:pt x="2011160" y="97536"/>
                </a:cubicBezTo>
                <a:cubicBezTo>
                  <a:pt x="2011319" y="99323"/>
                  <a:pt x="2011871" y="100794"/>
                  <a:pt x="2012816" y="101951"/>
                </a:cubicBezTo>
                <a:cubicBezTo>
                  <a:pt x="2013762" y="103107"/>
                  <a:pt x="2015233" y="104000"/>
                  <a:pt x="2017230" y="104631"/>
                </a:cubicBezTo>
                <a:cubicBezTo>
                  <a:pt x="2019228" y="105261"/>
                  <a:pt x="2022119" y="105734"/>
                  <a:pt x="2025902" y="106050"/>
                </a:cubicBezTo>
                <a:cubicBezTo>
                  <a:pt x="2026532" y="106154"/>
                  <a:pt x="2027005" y="106443"/>
                  <a:pt x="2027319" y="106916"/>
                </a:cubicBezTo>
                <a:cubicBezTo>
                  <a:pt x="2027635" y="107389"/>
                  <a:pt x="2027793" y="107941"/>
                  <a:pt x="2027793" y="108571"/>
                </a:cubicBezTo>
                <a:cubicBezTo>
                  <a:pt x="2027793" y="109097"/>
                  <a:pt x="2027635" y="109597"/>
                  <a:pt x="2027319" y="110070"/>
                </a:cubicBezTo>
                <a:cubicBezTo>
                  <a:pt x="2027005" y="110543"/>
                  <a:pt x="2026532" y="110779"/>
                  <a:pt x="2025902" y="110779"/>
                </a:cubicBezTo>
                <a:cubicBezTo>
                  <a:pt x="2021383" y="110779"/>
                  <a:pt x="2017389" y="110595"/>
                  <a:pt x="2013920" y="110226"/>
                </a:cubicBezTo>
                <a:cubicBezTo>
                  <a:pt x="2010451" y="109859"/>
                  <a:pt x="2007140" y="109675"/>
                  <a:pt x="2003987" y="109675"/>
                </a:cubicBezTo>
                <a:cubicBezTo>
                  <a:pt x="2000624" y="109675"/>
                  <a:pt x="1997287" y="109859"/>
                  <a:pt x="1993975" y="110226"/>
                </a:cubicBezTo>
                <a:cubicBezTo>
                  <a:pt x="1990665" y="110595"/>
                  <a:pt x="1987328" y="110779"/>
                  <a:pt x="1983965" y="110779"/>
                </a:cubicBezTo>
                <a:cubicBezTo>
                  <a:pt x="1983441" y="110779"/>
                  <a:pt x="1983021" y="110543"/>
                  <a:pt x="1982705" y="110070"/>
                </a:cubicBezTo>
                <a:cubicBezTo>
                  <a:pt x="1982389" y="109597"/>
                  <a:pt x="1982231" y="109097"/>
                  <a:pt x="1982231" y="108571"/>
                </a:cubicBezTo>
                <a:cubicBezTo>
                  <a:pt x="1982231" y="107941"/>
                  <a:pt x="1982389" y="107389"/>
                  <a:pt x="1982705" y="106916"/>
                </a:cubicBezTo>
                <a:cubicBezTo>
                  <a:pt x="1983021" y="106443"/>
                  <a:pt x="1983494" y="106154"/>
                  <a:pt x="1984124" y="106050"/>
                </a:cubicBezTo>
                <a:cubicBezTo>
                  <a:pt x="1987067" y="105734"/>
                  <a:pt x="1989352" y="105261"/>
                  <a:pt x="1990980" y="104631"/>
                </a:cubicBezTo>
                <a:cubicBezTo>
                  <a:pt x="1992609" y="104000"/>
                  <a:pt x="1993792" y="103133"/>
                  <a:pt x="1994528" y="102030"/>
                </a:cubicBezTo>
                <a:cubicBezTo>
                  <a:pt x="1995264" y="100925"/>
                  <a:pt x="1995711" y="99559"/>
                  <a:pt x="1995868" y="97931"/>
                </a:cubicBezTo>
                <a:cubicBezTo>
                  <a:pt x="1996027" y="96302"/>
                  <a:pt x="1996106" y="94278"/>
                  <a:pt x="1996106" y="91859"/>
                </a:cubicBezTo>
                <a:lnTo>
                  <a:pt x="1996106" y="68843"/>
                </a:lnTo>
                <a:cubicBezTo>
                  <a:pt x="1996106" y="63693"/>
                  <a:pt x="1996000" y="59620"/>
                  <a:pt x="1995789" y="56625"/>
                </a:cubicBezTo>
                <a:cubicBezTo>
                  <a:pt x="1995579" y="53629"/>
                  <a:pt x="1995079" y="51317"/>
                  <a:pt x="1994290" y="49689"/>
                </a:cubicBezTo>
                <a:cubicBezTo>
                  <a:pt x="1993503" y="48060"/>
                  <a:pt x="1992268" y="46982"/>
                  <a:pt x="1990585" y="46456"/>
                </a:cubicBezTo>
                <a:cubicBezTo>
                  <a:pt x="1988905" y="45930"/>
                  <a:pt x="1986593" y="45562"/>
                  <a:pt x="1983650" y="45352"/>
                </a:cubicBezTo>
                <a:cubicBezTo>
                  <a:pt x="1983126" y="45352"/>
                  <a:pt x="1982732" y="45090"/>
                  <a:pt x="1982469" y="44565"/>
                </a:cubicBezTo>
                <a:cubicBezTo>
                  <a:pt x="1982206" y="44039"/>
                  <a:pt x="1982074" y="43513"/>
                  <a:pt x="1982074" y="42987"/>
                </a:cubicBezTo>
                <a:cubicBezTo>
                  <a:pt x="1982074" y="42463"/>
                  <a:pt x="1982206" y="41938"/>
                  <a:pt x="1982469" y="41412"/>
                </a:cubicBezTo>
                <a:cubicBezTo>
                  <a:pt x="1982732" y="40886"/>
                  <a:pt x="1983179" y="40622"/>
                  <a:pt x="1983809" y="40622"/>
                </a:cubicBezTo>
                <a:cubicBezTo>
                  <a:pt x="1985911" y="40412"/>
                  <a:pt x="1988828" y="40176"/>
                  <a:pt x="1992558" y="39913"/>
                </a:cubicBezTo>
                <a:cubicBezTo>
                  <a:pt x="1996290" y="39650"/>
                  <a:pt x="2000100" y="38993"/>
                  <a:pt x="2003987" y="37943"/>
                </a:cubicBezTo>
                <a:cubicBezTo>
                  <a:pt x="2005459" y="37522"/>
                  <a:pt x="2006668" y="37470"/>
                  <a:pt x="2007615" y="37786"/>
                </a:cubicBezTo>
                <a:cubicBezTo>
                  <a:pt x="2008561" y="38101"/>
                  <a:pt x="2008981" y="38994"/>
                  <a:pt x="2008875" y="40466"/>
                </a:cubicBezTo>
                <a:lnTo>
                  <a:pt x="2008560" y="50555"/>
                </a:lnTo>
                <a:cubicBezTo>
                  <a:pt x="2008560" y="50765"/>
                  <a:pt x="2008612" y="50897"/>
                  <a:pt x="2008716" y="50950"/>
                </a:cubicBezTo>
                <a:cubicBezTo>
                  <a:pt x="2008822" y="51003"/>
                  <a:pt x="2008980" y="50923"/>
                  <a:pt x="2009190" y="50712"/>
                </a:cubicBezTo>
                <a:cubicBezTo>
                  <a:pt x="2011397" y="46298"/>
                  <a:pt x="2014103" y="42778"/>
                  <a:pt x="2017309" y="40151"/>
                </a:cubicBezTo>
                <a:cubicBezTo>
                  <a:pt x="2020515" y="37522"/>
                  <a:pt x="2024798" y="36208"/>
                  <a:pt x="2030157" y="36208"/>
                </a:cubicBezTo>
                <a:cubicBezTo>
                  <a:pt x="2034573" y="36208"/>
                  <a:pt x="2037831" y="37338"/>
                  <a:pt x="2039931" y="39598"/>
                </a:cubicBezTo>
                <a:cubicBezTo>
                  <a:pt x="2042034" y="41857"/>
                  <a:pt x="2043085" y="44617"/>
                  <a:pt x="2043085" y="47875"/>
                </a:cubicBezTo>
                <a:cubicBezTo>
                  <a:pt x="2043085" y="49662"/>
                  <a:pt x="2042402" y="51291"/>
                  <a:pt x="2041036" y="52764"/>
                </a:cubicBezTo>
                <a:cubicBezTo>
                  <a:pt x="2039669" y="54234"/>
                  <a:pt x="2037725" y="54969"/>
                  <a:pt x="2035204" y="54969"/>
                </a:cubicBezTo>
                <a:cubicBezTo>
                  <a:pt x="2032786" y="54969"/>
                  <a:pt x="2031104" y="54391"/>
                  <a:pt x="2030157" y="53235"/>
                </a:cubicBezTo>
                <a:cubicBezTo>
                  <a:pt x="2029213" y="52079"/>
                  <a:pt x="2028741" y="50817"/>
                  <a:pt x="2028741" y="49451"/>
                </a:cubicBezTo>
                <a:cubicBezTo>
                  <a:pt x="2028741" y="47980"/>
                  <a:pt x="2028451" y="46825"/>
                  <a:pt x="2027872" y="45985"/>
                </a:cubicBezTo>
                <a:cubicBezTo>
                  <a:pt x="2027295" y="45143"/>
                  <a:pt x="2026060" y="44722"/>
                  <a:pt x="2024168" y="44722"/>
                </a:cubicBezTo>
                <a:cubicBezTo>
                  <a:pt x="2022171" y="44722"/>
                  <a:pt x="2020358" y="45378"/>
                  <a:pt x="2018728" y="46692"/>
                </a:cubicBezTo>
                <a:cubicBezTo>
                  <a:pt x="2017099" y="48005"/>
                  <a:pt x="2015706" y="49556"/>
                  <a:pt x="2014550" y="51344"/>
                </a:cubicBezTo>
                <a:cubicBezTo>
                  <a:pt x="2013394" y="53131"/>
                  <a:pt x="2012500" y="54970"/>
                  <a:pt x="2011870" y="56863"/>
                </a:cubicBezTo>
                <a:cubicBezTo>
                  <a:pt x="2011240" y="58753"/>
                  <a:pt x="2010925" y="60224"/>
                  <a:pt x="2010925" y="61275"/>
                </a:cubicBezTo>
                <a:lnTo>
                  <a:pt x="2010925" y="909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arenotgoodatallbecause">
            <a:extLst xmlns:a="http://schemas.openxmlformats.org/drawingml/2006/main">
              <a:ext uri="{FF2B5EF4-FFF2-40B4-BE49-F238E27FC236}">
                <a16:creationId xmlns:a16="http://schemas.microsoft.com/office/drawing/2014/main" id="{77B2F8C5-D38B-419D-953A-DE4AD785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38" y="1594122"/>
            <a:ext cx="2035260" cy="159651"/>
          </a:xfrm>
          <a:custGeom xmlns:a="http://schemas.openxmlformats.org/drawingml/2006/main">
            <a:pathLst>
              <a:path w="2035260" h="159651">
                <a:moveTo>
                  <a:pt x="41934" y="77356"/>
                </a:moveTo>
                <a:cubicBezTo>
                  <a:pt x="41934" y="76200"/>
                  <a:pt x="41881" y="75490"/>
                  <a:pt x="41776" y="75227"/>
                </a:cubicBezTo>
                <a:cubicBezTo>
                  <a:pt x="41671" y="74964"/>
                  <a:pt x="41409" y="74832"/>
                  <a:pt x="40989" y="74832"/>
                </a:cubicBezTo>
                <a:cubicBezTo>
                  <a:pt x="32370" y="75569"/>
                  <a:pt x="25985" y="77382"/>
                  <a:pt x="21833" y="80274"/>
                </a:cubicBezTo>
                <a:cubicBezTo>
                  <a:pt x="17683" y="83164"/>
                  <a:pt x="15608" y="86868"/>
                  <a:pt x="15608" y="91388"/>
                </a:cubicBezTo>
                <a:cubicBezTo>
                  <a:pt x="15608" y="94541"/>
                  <a:pt x="16396" y="97195"/>
                  <a:pt x="17972" y="99350"/>
                </a:cubicBezTo>
                <a:cubicBezTo>
                  <a:pt x="19549" y="101504"/>
                  <a:pt x="22176" y="102581"/>
                  <a:pt x="25855" y="102581"/>
                </a:cubicBezTo>
                <a:cubicBezTo>
                  <a:pt x="28272" y="102581"/>
                  <a:pt x="30820" y="102108"/>
                  <a:pt x="33500" y="101162"/>
                </a:cubicBezTo>
                <a:cubicBezTo>
                  <a:pt x="36180" y="100216"/>
                  <a:pt x="38571" y="98849"/>
                  <a:pt x="40674" y="97063"/>
                </a:cubicBezTo>
                <a:cubicBezTo>
                  <a:pt x="41514" y="96222"/>
                  <a:pt x="41934" y="95381"/>
                  <a:pt x="41934" y="94539"/>
                </a:cubicBezTo>
                <a:lnTo>
                  <a:pt x="41934" y="77356"/>
                </a:lnTo>
                <a:moveTo>
                  <a:pt x="56755" y="92963"/>
                </a:moveTo>
                <a:cubicBezTo>
                  <a:pt x="56755" y="96642"/>
                  <a:pt x="57097" y="99218"/>
                  <a:pt x="57780" y="100690"/>
                </a:cubicBezTo>
                <a:cubicBezTo>
                  <a:pt x="58463" y="102161"/>
                  <a:pt x="59803" y="102896"/>
                  <a:pt x="61800" y="102896"/>
                </a:cubicBezTo>
                <a:cubicBezTo>
                  <a:pt x="62956" y="102896"/>
                  <a:pt x="63901" y="102765"/>
                  <a:pt x="64636" y="102502"/>
                </a:cubicBezTo>
                <a:cubicBezTo>
                  <a:pt x="65372" y="102239"/>
                  <a:pt x="66423" y="101687"/>
                  <a:pt x="67790" y="100847"/>
                </a:cubicBezTo>
                <a:cubicBezTo>
                  <a:pt x="68106" y="100636"/>
                  <a:pt x="68447" y="100636"/>
                  <a:pt x="68814" y="100847"/>
                </a:cubicBezTo>
                <a:cubicBezTo>
                  <a:pt x="69183" y="101057"/>
                  <a:pt x="69498" y="101346"/>
                  <a:pt x="69760" y="101715"/>
                </a:cubicBezTo>
                <a:cubicBezTo>
                  <a:pt x="70023" y="102082"/>
                  <a:pt x="70206" y="102502"/>
                  <a:pt x="70311" y="102976"/>
                </a:cubicBezTo>
                <a:cubicBezTo>
                  <a:pt x="70417" y="103449"/>
                  <a:pt x="70312" y="103842"/>
                  <a:pt x="69998" y="104157"/>
                </a:cubicBezTo>
                <a:cubicBezTo>
                  <a:pt x="65899" y="109096"/>
                  <a:pt x="61064" y="111566"/>
                  <a:pt x="55492" y="111566"/>
                </a:cubicBezTo>
                <a:cubicBezTo>
                  <a:pt x="52445" y="111566"/>
                  <a:pt x="49844" y="110752"/>
                  <a:pt x="47689" y="109124"/>
                </a:cubicBezTo>
                <a:cubicBezTo>
                  <a:pt x="45535" y="107495"/>
                  <a:pt x="43933" y="105576"/>
                  <a:pt x="42882" y="103368"/>
                </a:cubicBezTo>
                <a:cubicBezTo>
                  <a:pt x="42670" y="102843"/>
                  <a:pt x="42355" y="102791"/>
                  <a:pt x="41934" y="103211"/>
                </a:cubicBezTo>
                <a:cubicBezTo>
                  <a:pt x="39202" y="105628"/>
                  <a:pt x="36022" y="107625"/>
                  <a:pt x="32396" y="109201"/>
                </a:cubicBezTo>
                <a:cubicBezTo>
                  <a:pt x="28770" y="110778"/>
                  <a:pt x="24225" y="111566"/>
                  <a:pt x="18761" y="111566"/>
                </a:cubicBezTo>
                <a:cubicBezTo>
                  <a:pt x="12770" y="111566"/>
                  <a:pt x="8145" y="109964"/>
                  <a:pt x="4886" y="106760"/>
                </a:cubicBezTo>
                <a:cubicBezTo>
                  <a:pt x="1629" y="103554"/>
                  <a:pt x="0" y="99008"/>
                  <a:pt x="0" y="93122"/>
                </a:cubicBezTo>
                <a:cubicBezTo>
                  <a:pt x="0" y="85554"/>
                  <a:pt x="3521" y="79747"/>
                  <a:pt x="10563" y="75701"/>
                </a:cubicBezTo>
                <a:cubicBezTo>
                  <a:pt x="17605" y="71655"/>
                  <a:pt x="27852" y="69632"/>
                  <a:pt x="41304" y="69632"/>
                </a:cubicBezTo>
                <a:cubicBezTo>
                  <a:pt x="41514" y="69632"/>
                  <a:pt x="41671" y="69369"/>
                  <a:pt x="41776" y="68843"/>
                </a:cubicBezTo>
                <a:cubicBezTo>
                  <a:pt x="41881" y="68317"/>
                  <a:pt x="41934" y="67108"/>
                  <a:pt x="41934" y="65217"/>
                </a:cubicBezTo>
                <a:lnTo>
                  <a:pt x="41934" y="60959"/>
                </a:lnTo>
                <a:cubicBezTo>
                  <a:pt x="41934" y="58332"/>
                  <a:pt x="41724" y="55863"/>
                  <a:pt x="41304" y="53550"/>
                </a:cubicBezTo>
                <a:cubicBezTo>
                  <a:pt x="40884" y="51238"/>
                  <a:pt x="40174" y="49214"/>
                  <a:pt x="39175" y="47481"/>
                </a:cubicBezTo>
                <a:cubicBezTo>
                  <a:pt x="38178" y="45747"/>
                  <a:pt x="36786" y="44381"/>
                  <a:pt x="34999" y="43382"/>
                </a:cubicBezTo>
                <a:cubicBezTo>
                  <a:pt x="33212" y="42383"/>
                  <a:pt x="31005" y="41883"/>
                  <a:pt x="28376" y="41883"/>
                </a:cubicBezTo>
                <a:cubicBezTo>
                  <a:pt x="24487" y="41883"/>
                  <a:pt x="21334" y="42646"/>
                  <a:pt x="18918" y="44171"/>
                </a:cubicBezTo>
                <a:cubicBezTo>
                  <a:pt x="16501" y="45694"/>
                  <a:pt x="15292" y="47664"/>
                  <a:pt x="15292" y="50081"/>
                </a:cubicBezTo>
                <a:cubicBezTo>
                  <a:pt x="15292" y="51238"/>
                  <a:pt x="15660" y="52367"/>
                  <a:pt x="16394" y="53471"/>
                </a:cubicBezTo>
                <a:cubicBezTo>
                  <a:pt x="17130" y="54574"/>
                  <a:pt x="17498" y="55704"/>
                  <a:pt x="17498" y="56860"/>
                </a:cubicBezTo>
                <a:cubicBezTo>
                  <a:pt x="17498" y="58332"/>
                  <a:pt x="16762" y="59752"/>
                  <a:pt x="15290" y="61118"/>
                </a:cubicBezTo>
                <a:cubicBezTo>
                  <a:pt x="13819" y="62485"/>
                  <a:pt x="12034" y="63168"/>
                  <a:pt x="9933" y="63168"/>
                </a:cubicBezTo>
                <a:cubicBezTo>
                  <a:pt x="7094" y="63168"/>
                  <a:pt x="5070" y="62406"/>
                  <a:pt x="3861" y="60882"/>
                </a:cubicBezTo>
                <a:cubicBezTo>
                  <a:pt x="2653" y="59357"/>
                  <a:pt x="2050" y="57491"/>
                  <a:pt x="2050" y="55285"/>
                </a:cubicBezTo>
                <a:cubicBezTo>
                  <a:pt x="2050" y="52658"/>
                  <a:pt x="2785" y="50161"/>
                  <a:pt x="4255" y="47796"/>
                </a:cubicBezTo>
                <a:cubicBezTo>
                  <a:pt x="5728" y="45430"/>
                  <a:pt x="7724" y="43407"/>
                  <a:pt x="10245" y="41727"/>
                </a:cubicBezTo>
                <a:cubicBezTo>
                  <a:pt x="12768" y="40044"/>
                  <a:pt x="15711" y="38704"/>
                  <a:pt x="19074" y="37707"/>
                </a:cubicBezTo>
                <a:cubicBezTo>
                  <a:pt x="22439" y="36708"/>
                  <a:pt x="25960" y="36208"/>
                  <a:pt x="29639" y="36208"/>
                </a:cubicBezTo>
                <a:cubicBezTo>
                  <a:pt x="38046" y="36208"/>
                  <a:pt x="44667" y="38153"/>
                  <a:pt x="49502" y="42042"/>
                </a:cubicBezTo>
                <a:cubicBezTo>
                  <a:pt x="54338" y="45931"/>
                  <a:pt x="56755" y="52395"/>
                  <a:pt x="56755" y="61433"/>
                </a:cubicBezTo>
                <a:lnTo>
                  <a:pt x="56755" y="92963"/>
                </a:lnTo>
                <a:close/>
                <a:moveTo>
                  <a:pt x="101276" y="90914"/>
                </a:moveTo>
                <a:cubicBezTo>
                  <a:pt x="101276" y="93542"/>
                  <a:pt x="101354" y="95750"/>
                  <a:pt x="101512" y="97536"/>
                </a:cubicBezTo>
                <a:cubicBezTo>
                  <a:pt x="101670" y="99323"/>
                  <a:pt x="102222" y="100794"/>
                  <a:pt x="103167" y="101951"/>
                </a:cubicBezTo>
                <a:cubicBezTo>
                  <a:pt x="104113" y="103107"/>
                  <a:pt x="105584" y="104000"/>
                  <a:pt x="107581" y="104631"/>
                </a:cubicBezTo>
                <a:cubicBezTo>
                  <a:pt x="109579" y="105261"/>
                  <a:pt x="112470" y="105734"/>
                  <a:pt x="116253" y="106050"/>
                </a:cubicBezTo>
                <a:cubicBezTo>
                  <a:pt x="116883" y="106154"/>
                  <a:pt x="117356" y="106443"/>
                  <a:pt x="117670" y="106916"/>
                </a:cubicBezTo>
                <a:cubicBezTo>
                  <a:pt x="117986" y="107389"/>
                  <a:pt x="118144" y="107941"/>
                  <a:pt x="118144" y="108571"/>
                </a:cubicBezTo>
                <a:cubicBezTo>
                  <a:pt x="118144" y="109097"/>
                  <a:pt x="117986" y="109597"/>
                  <a:pt x="117670" y="110070"/>
                </a:cubicBezTo>
                <a:cubicBezTo>
                  <a:pt x="117356" y="110543"/>
                  <a:pt x="116883" y="110779"/>
                  <a:pt x="116253" y="110779"/>
                </a:cubicBezTo>
                <a:cubicBezTo>
                  <a:pt x="111734" y="110779"/>
                  <a:pt x="107740" y="110595"/>
                  <a:pt x="104271" y="110226"/>
                </a:cubicBezTo>
                <a:cubicBezTo>
                  <a:pt x="100802" y="109859"/>
                  <a:pt x="97491" y="109675"/>
                  <a:pt x="94338" y="109675"/>
                </a:cubicBezTo>
                <a:cubicBezTo>
                  <a:pt x="90975" y="109675"/>
                  <a:pt x="87638" y="109859"/>
                  <a:pt x="84326" y="110226"/>
                </a:cubicBezTo>
                <a:cubicBezTo>
                  <a:pt x="81016" y="110595"/>
                  <a:pt x="77679" y="110779"/>
                  <a:pt x="74316" y="110779"/>
                </a:cubicBezTo>
                <a:cubicBezTo>
                  <a:pt x="73792" y="110779"/>
                  <a:pt x="73372" y="110543"/>
                  <a:pt x="73056" y="110070"/>
                </a:cubicBezTo>
                <a:cubicBezTo>
                  <a:pt x="72740" y="109597"/>
                  <a:pt x="72582" y="109097"/>
                  <a:pt x="72582" y="108571"/>
                </a:cubicBezTo>
                <a:cubicBezTo>
                  <a:pt x="72582" y="107941"/>
                  <a:pt x="72740" y="107389"/>
                  <a:pt x="73056" y="106916"/>
                </a:cubicBezTo>
                <a:cubicBezTo>
                  <a:pt x="73372" y="106443"/>
                  <a:pt x="73845" y="106154"/>
                  <a:pt x="74475" y="106050"/>
                </a:cubicBezTo>
                <a:cubicBezTo>
                  <a:pt x="77418" y="105734"/>
                  <a:pt x="79703" y="105261"/>
                  <a:pt x="81331" y="104631"/>
                </a:cubicBezTo>
                <a:cubicBezTo>
                  <a:pt x="82960" y="104000"/>
                  <a:pt x="84143" y="103133"/>
                  <a:pt x="84879" y="102030"/>
                </a:cubicBezTo>
                <a:cubicBezTo>
                  <a:pt x="85615" y="100925"/>
                  <a:pt x="86062" y="99559"/>
                  <a:pt x="86219" y="97931"/>
                </a:cubicBezTo>
                <a:cubicBezTo>
                  <a:pt x="86378" y="96302"/>
                  <a:pt x="86457" y="94278"/>
                  <a:pt x="86457" y="91859"/>
                </a:cubicBezTo>
                <a:lnTo>
                  <a:pt x="86457" y="68843"/>
                </a:lnTo>
                <a:cubicBezTo>
                  <a:pt x="86457" y="63693"/>
                  <a:pt x="86352" y="59620"/>
                  <a:pt x="86140" y="56625"/>
                </a:cubicBezTo>
                <a:cubicBezTo>
                  <a:pt x="85930" y="53629"/>
                  <a:pt x="85430" y="51317"/>
                  <a:pt x="84641" y="49689"/>
                </a:cubicBezTo>
                <a:cubicBezTo>
                  <a:pt x="83854" y="48060"/>
                  <a:pt x="82619" y="46982"/>
                  <a:pt x="80937" y="46456"/>
                </a:cubicBezTo>
                <a:cubicBezTo>
                  <a:pt x="79256" y="45930"/>
                  <a:pt x="76944" y="45562"/>
                  <a:pt x="74001" y="45352"/>
                </a:cubicBezTo>
                <a:cubicBezTo>
                  <a:pt x="73477" y="45352"/>
                  <a:pt x="73083" y="45090"/>
                  <a:pt x="72820" y="44565"/>
                </a:cubicBezTo>
                <a:cubicBezTo>
                  <a:pt x="72557" y="44039"/>
                  <a:pt x="72426" y="43513"/>
                  <a:pt x="72426" y="42987"/>
                </a:cubicBezTo>
                <a:cubicBezTo>
                  <a:pt x="72426" y="42463"/>
                  <a:pt x="72557" y="41938"/>
                  <a:pt x="72820" y="41412"/>
                </a:cubicBezTo>
                <a:cubicBezTo>
                  <a:pt x="73083" y="40886"/>
                  <a:pt x="73530" y="40622"/>
                  <a:pt x="74160" y="40622"/>
                </a:cubicBezTo>
                <a:cubicBezTo>
                  <a:pt x="76262" y="40412"/>
                  <a:pt x="79179" y="40176"/>
                  <a:pt x="82909" y="39913"/>
                </a:cubicBezTo>
                <a:cubicBezTo>
                  <a:pt x="86641" y="39650"/>
                  <a:pt x="90451" y="38993"/>
                  <a:pt x="94338" y="37943"/>
                </a:cubicBezTo>
                <a:cubicBezTo>
                  <a:pt x="95810" y="37522"/>
                  <a:pt x="97020" y="37470"/>
                  <a:pt x="97966" y="37786"/>
                </a:cubicBezTo>
                <a:cubicBezTo>
                  <a:pt x="98912" y="38101"/>
                  <a:pt x="99332" y="38994"/>
                  <a:pt x="99226" y="40466"/>
                </a:cubicBezTo>
                <a:lnTo>
                  <a:pt x="98911" y="50555"/>
                </a:lnTo>
                <a:cubicBezTo>
                  <a:pt x="98911" y="50765"/>
                  <a:pt x="98963" y="50897"/>
                  <a:pt x="99067" y="50950"/>
                </a:cubicBezTo>
                <a:cubicBezTo>
                  <a:pt x="99173" y="51003"/>
                  <a:pt x="99331" y="50923"/>
                  <a:pt x="99541" y="50712"/>
                </a:cubicBezTo>
                <a:cubicBezTo>
                  <a:pt x="101748" y="46298"/>
                  <a:pt x="104454" y="42778"/>
                  <a:pt x="107660" y="40151"/>
                </a:cubicBezTo>
                <a:cubicBezTo>
                  <a:pt x="110866" y="37522"/>
                  <a:pt x="115149" y="36208"/>
                  <a:pt x="120509" y="36208"/>
                </a:cubicBezTo>
                <a:cubicBezTo>
                  <a:pt x="124924" y="36208"/>
                  <a:pt x="128182" y="37338"/>
                  <a:pt x="130282" y="39598"/>
                </a:cubicBezTo>
                <a:cubicBezTo>
                  <a:pt x="132385" y="41857"/>
                  <a:pt x="133436" y="44617"/>
                  <a:pt x="133436" y="47875"/>
                </a:cubicBezTo>
                <a:cubicBezTo>
                  <a:pt x="133436" y="49662"/>
                  <a:pt x="132753" y="51291"/>
                  <a:pt x="131387" y="52764"/>
                </a:cubicBezTo>
                <a:cubicBezTo>
                  <a:pt x="130020" y="54234"/>
                  <a:pt x="128077" y="54969"/>
                  <a:pt x="125556" y="54969"/>
                </a:cubicBezTo>
                <a:cubicBezTo>
                  <a:pt x="123137" y="54969"/>
                  <a:pt x="121455" y="54391"/>
                  <a:pt x="120509" y="53235"/>
                </a:cubicBezTo>
                <a:cubicBezTo>
                  <a:pt x="119564" y="52079"/>
                  <a:pt x="119092" y="50817"/>
                  <a:pt x="119092" y="49451"/>
                </a:cubicBezTo>
                <a:cubicBezTo>
                  <a:pt x="119092" y="47980"/>
                  <a:pt x="118802" y="46825"/>
                  <a:pt x="118223" y="45985"/>
                </a:cubicBezTo>
                <a:cubicBezTo>
                  <a:pt x="117646" y="45143"/>
                  <a:pt x="116411" y="44722"/>
                  <a:pt x="114519" y="44722"/>
                </a:cubicBezTo>
                <a:cubicBezTo>
                  <a:pt x="112522" y="44722"/>
                  <a:pt x="110709" y="45378"/>
                  <a:pt x="109080" y="46692"/>
                </a:cubicBezTo>
                <a:cubicBezTo>
                  <a:pt x="107450" y="48005"/>
                  <a:pt x="106057" y="49556"/>
                  <a:pt x="104901" y="51344"/>
                </a:cubicBezTo>
                <a:cubicBezTo>
                  <a:pt x="103745" y="53131"/>
                  <a:pt x="102851" y="54970"/>
                  <a:pt x="102221" y="56863"/>
                </a:cubicBezTo>
                <a:cubicBezTo>
                  <a:pt x="101591" y="58753"/>
                  <a:pt x="101276" y="60224"/>
                  <a:pt x="101276" y="61275"/>
                </a:cubicBezTo>
                <a:lnTo>
                  <a:pt x="101276" y="90914"/>
                </a:lnTo>
                <a:close/>
                <a:moveTo>
                  <a:pt x="156360" y="69788"/>
                </a:moveTo>
                <a:cubicBezTo>
                  <a:pt x="155834" y="69788"/>
                  <a:pt x="155545" y="69972"/>
                  <a:pt x="155492" y="70341"/>
                </a:cubicBezTo>
                <a:cubicBezTo>
                  <a:pt x="155440" y="70708"/>
                  <a:pt x="155415" y="71155"/>
                  <a:pt x="155415" y="71681"/>
                </a:cubicBezTo>
                <a:cubicBezTo>
                  <a:pt x="155415" y="77147"/>
                  <a:pt x="156019" y="81771"/>
                  <a:pt x="157226" y="85554"/>
                </a:cubicBezTo>
                <a:cubicBezTo>
                  <a:pt x="158435" y="89337"/>
                  <a:pt x="160117" y="92412"/>
                  <a:pt x="162271" y="94777"/>
                </a:cubicBezTo>
                <a:cubicBezTo>
                  <a:pt x="164426" y="97141"/>
                  <a:pt x="167002" y="98849"/>
                  <a:pt x="169997" y="99901"/>
                </a:cubicBezTo>
                <a:cubicBezTo>
                  <a:pt x="172993" y="100952"/>
                  <a:pt x="176225" y="101477"/>
                  <a:pt x="179692" y="101477"/>
                </a:cubicBezTo>
                <a:cubicBezTo>
                  <a:pt x="183265" y="101477"/>
                  <a:pt x="186733" y="101188"/>
                  <a:pt x="190096" y="100611"/>
                </a:cubicBezTo>
                <a:cubicBezTo>
                  <a:pt x="193461" y="100032"/>
                  <a:pt x="196352" y="98744"/>
                  <a:pt x="198768" y="96747"/>
                </a:cubicBezTo>
                <a:cubicBezTo>
                  <a:pt x="199294" y="96327"/>
                  <a:pt x="199846" y="96170"/>
                  <a:pt x="200423" y="96276"/>
                </a:cubicBezTo>
                <a:cubicBezTo>
                  <a:pt x="201002" y="96380"/>
                  <a:pt x="201475" y="96642"/>
                  <a:pt x="201843" y="97063"/>
                </a:cubicBezTo>
                <a:cubicBezTo>
                  <a:pt x="202210" y="97483"/>
                  <a:pt x="202446" y="97956"/>
                  <a:pt x="202550" y="98482"/>
                </a:cubicBezTo>
                <a:cubicBezTo>
                  <a:pt x="202656" y="99008"/>
                  <a:pt x="202552" y="99481"/>
                  <a:pt x="202237" y="99901"/>
                </a:cubicBezTo>
                <a:cubicBezTo>
                  <a:pt x="198874" y="104315"/>
                  <a:pt x="195090" y="107363"/>
                  <a:pt x="190885" y="109045"/>
                </a:cubicBezTo>
                <a:cubicBezTo>
                  <a:pt x="186682" y="110726"/>
                  <a:pt x="181479" y="111566"/>
                  <a:pt x="175278" y="111566"/>
                </a:cubicBezTo>
                <a:cubicBezTo>
                  <a:pt x="168972" y="111566"/>
                  <a:pt x="163533" y="110621"/>
                  <a:pt x="158961" y="108730"/>
                </a:cubicBezTo>
                <a:cubicBezTo>
                  <a:pt x="154388" y="106837"/>
                  <a:pt x="150604" y="104183"/>
                  <a:pt x="147609" y="100767"/>
                </a:cubicBezTo>
                <a:cubicBezTo>
                  <a:pt x="144614" y="97351"/>
                  <a:pt x="142408" y="93358"/>
                  <a:pt x="140988" y="88787"/>
                </a:cubicBezTo>
                <a:cubicBezTo>
                  <a:pt x="139569" y="84215"/>
                  <a:pt x="138859" y="79248"/>
                  <a:pt x="138859" y="73887"/>
                </a:cubicBezTo>
                <a:cubicBezTo>
                  <a:pt x="138859" y="68737"/>
                  <a:pt x="139726" y="63851"/>
                  <a:pt x="141460" y="59227"/>
                </a:cubicBezTo>
                <a:cubicBezTo>
                  <a:pt x="143195" y="54602"/>
                  <a:pt x="145639" y="50608"/>
                  <a:pt x="148792" y="47245"/>
                </a:cubicBezTo>
                <a:cubicBezTo>
                  <a:pt x="151945" y="43882"/>
                  <a:pt x="155676" y="41202"/>
                  <a:pt x="159985" y="39206"/>
                </a:cubicBezTo>
                <a:cubicBezTo>
                  <a:pt x="164295" y="37207"/>
                  <a:pt x="169077" y="36208"/>
                  <a:pt x="174332" y="36208"/>
                </a:cubicBezTo>
                <a:cubicBezTo>
                  <a:pt x="178746" y="36208"/>
                  <a:pt x="182766" y="36971"/>
                  <a:pt x="186392" y="38496"/>
                </a:cubicBezTo>
                <a:cubicBezTo>
                  <a:pt x="190018" y="40019"/>
                  <a:pt x="193092" y="42121"/>
                  <a:pt x="195615" y="44801"/>
                </a:cubicBezTo>
                <a:cubicBezTo>
                  <a:pt x="198137" y="47481"/>
                  <a:pt x="200108" y="50687"/>
                  <a:pt x="201528" y="54419"/>
                </a:cubicBezTo>
                <a:cubicBezTo>
                  <a:pt x="202947" y="58149"/>
                  <a:pt x="203657" y="62169"/>
                  <a:pt x="203657" y="66478"/>
                </a:cubicBezTo>
                <a:cubicBezTo>
                  <a:pt x="203657" y="68685"/>
                  <a:pt x="202868" y="69788"/>
                  <a:pt x="201292" y="69788"/>
                </a:cubicBezTo>
                <a:lnTo>
                  <a:pt x="156360" y="69788"/>
                </a:lnTo>
                <a:moveTo>
                  <a:pt x="185210" y="64272"/>
                </a:moveTo>
                <a:cubicBezTo>
                  <a:pt x="186681" y="64272"/>
                  <a:pt x="187521" y="63747"/>
                  <a:pt x="187731" y="62696"/>
                </a:cubicBezTo>
                <a:cubicBezTo>
                  <a:pt x="187943" y="61644"/>
                  <a:pt x="188049" y="60382"/>
                  <a:pt x="188049" y="58910"/>
                </a:cubicBezTo>
                <a:cubicBezTo>
                  <a:pt x="188049" y="56703"/>
                  <a:pt x="187707" y="54575"/>
                  <a:pt x="187024" y="52525"/>
                </a:cubicBezTo>
                <a:cubicBezTo>
                  <a:pt x="186341" y="50476"/>
                  <a:pt x="185368" y="48663"/>
                  <a:pt x="184106" y="47086"/>
                </a:cubicBezTo>
                <a:cubicBezTo>
                  <a:pt x="182846" y="45510"/>
                  <a:pt x="181322" y="44249"/>
                  <a:pt x="179536" y="43302"/>
                </a:cubicBezTo>
                <a:cubicBezTo>
                  <a:pt x="177749" y="42356"/>
                  <a:pt x="175699" y="41883"/>
                  <a:pt x="173387" y="41883"/>
                </a:cubicBezTo>
                <a:cubicBezTo>
                  <a:pt x="170548" y="41883"/>
                  <a:pt x="168104" y="42383"/>
                  <a:pt x="166055" y="43382"/>
                </a:cubicBezTo>
                <a:cubicBezTo>
                  <a:pt x="164005" y="44381"/>
                  <a:pt x="162271" y="45695"/>
                  <a:pt x="160851" y="47324"/>
                </a:cubicBezTo>
                <a:cubicBezTo>
                  <a:pt x="159434" y="48952"/>
                  <a:pt x="158357" y="50870"/>
                  <a:pt x="157621" y="53079"/>
                </a:cubicBezTo>
                <a:cubicBezTo>
                  <a:pt x="156885" y="55285"/>
                  <a:pt x="156359" y="57597"/>
                  <a:pt x="156045" y="60014"/>
                </a:cubicBezTo>
                <a:cubicBezTo>
                  <a:pt x="155835" y="61276"/>
                  <a:pt x="155755" y="62302"/>
                  <a:pt x="155807" y="63091"/>
                </a:cubicBezTo>
                <a:cubicBezTo>
                  <a:pt x="155860" y="63878"/>
                  <a:pt x="156096" y="64272"/>
                  <a:pt x="156516" y="64272"/>
                </a:cubicBezTo>
                <a:lnTo>
                  <a:pt x="185210" y="64272"/>
                </a:lnTo>
                <a:close/>
                <a:moveTo>
                  <a:pt x="320241" y="90914"/>
                </a:moveTo>
                <a:cubicBezTo>
                  <a:pt x="320241" y="93542"/>
                  <a:pt x="320293" y="95750"/>
                  <a:pt x="320397" y="97536"/>
                </a:cubicBezTo>
                <a:cubicBezTo>
                  <a:pt x="320503" y="99323"/>
                  <a:pt x="320793" y="100794"/>
                  <a:pt x="321266" y="101951"/>
                </a:cubicBezTo>
                <a:cubicBezTo>
                  <a:pt x="321739" y="103107"/>
                  <a:pt x="322527" y="104000"/>
                  <a:pt x="323630" y="104631"/>
                </a:cubicBezTo>
                <a:cubicBezTo>
                  <a:pt x="324734" y="105261"/>
                  <a:pt x="326284" y="105734"/>
                  <a:pt x="328280" y="106050"/>
                </a:cubicBezTo>
                <a:cubicBezTo>
                  <a:pt x="328911" y="106154"/>
                  <a:pt x="329384" y="106443"/>
                  <a:pt x="329700" y="106916"/>
                </a:cubicBezTo>
                <a:cubicBezTo>
                  <a:pt x="330016" y="107389"/>
                  <a:pt x="330174" y="107941"/>
                  <a:pt x="330174" y="108571"/>
                </a:cubicBezTo>
                <a:cubicBezTo>
                  <a:pt x="330174" y="109097"/>
                  <a:pt x="330016" y="109597"/>
                  <a:pt x="329700" y="110070"/>
                </a:cubicBezTo>
                <a:cubicBezTo>
                  <a:pt x="329384" y="110543"/>
                  <a:pt x="328911" y="110779"/>
                  <a:pt x="328280" y="110779"/>
                </a:cubicBezTo>
                <a:cubicBezTo>
                  <a:pt x="327230" y="110779"/>
                  <a:pt x="325259" y="110595"/>
                  <a:pt x="322367" y="110226"/>
                </a:cubicBezTo>
                <a:cubicBezTo>
                  <a:pt x="319477" y="109859"/>
                  <a:pt x="316456" y="109675"/>
                  <a:pt x="313303" y="109675"/>
                </a:cubicBezTo>
                <a:cubicBezTo>
                  <a:pt x="309940" y="109675"/>
                  <a:pt x="306682" y="109859"/>
                  <a:pt x="303529" y="110226"/>
                </a:cubicBezTo>
                <a:cubicBezTo>
                  <a:pt x="300376" y="110595"/>
                  <a:pt x="297433" y="110779"/>
                  <a:pt x="294701" y="110779"/>
                </a:cubicBezTo>
                <a:cubicBezTo>
                  <a:pt x="294175" y="110779"/>
                  <a:pt x="293754" y="110543"/>
                  <a:pt x="293438" y="110070"/>
                </a:cubicBezTo>
                <a:cubicBezTo>
                  <a:pt x="293123" y="109597"/>
                  <a:pt x="292966" y="109097"/>
                  <a:pt x="292966" y="108571"/>
                </a:cubicBezTo>
                <a:cubicBezTo>
                  <a:pt x="292966" y="107941"/>
                  <a:pt x="293123" y="107389"/>
                  <a:pt x="293438" y="106916"/>
                </a:cubicBezTo>
                <a:cubicBezTo>
                  <a:pt x="293754" y="106443"/>
                  <a:pt x="294228" y="106154"/>
                  <a:pt x="294859" y="106050"/>
                </a:cubicBezTo>
                <a:cubicBezTo>
                  <a:pt x="297486" y="105734"/>
                  <a:pt x="299509" y="105314"/>
                  <a:pt x="300926" y="104789"/>
                </a:cubicBezTo>
                <a:cubicBezTo>
                  <a:pt x="302346" y="104263"/>
                  <a:pt x="303397" y="103475"/>
                  <a:pt x="304080" y="102425"/>
                </a:cubicBezTo>
                <a:cubicBezTo>
                  <a:pt x="304763" y="101373"/>
                  <a:pt x="305157" y="100006"/>
                  <a:pt x="305261" y="98326"/>
                </a:cubicBezTo>
                <a:cubicBezTo>
                  <a:pt x="305367" y="96643"/>
                  <a:pt x="305420" y="94488"/>
                  <a:pt x="305420" y="91859"/>
                </a:cubicBezTo>
                <a:lnTo>
                  <a:pt x="305420" y="71996"/>
                </a:lnTo>
                <a:cubicBezTo>
                  <a:pt x="305420" y="66847"/>
                  <a:pt x="305367" y="62564"/>
                  <a:pt x="305261" y="59148"/>
                </a:cubicBezTo>
                <a:cubicBezTo>
                  <a:pt x="305157" y="55732"/>
                  <a:pt x="304790" y="53026"/>
                  <a:pt x="304159" y="51029"/>
                </a:cubicBezTo>
                <a:cubicBezTo>
                  <a:pt x="303529" y="49031"/>
                  <a:pt x="302531" y="47638"/>
                  <a:pt x="301164" y="46851"/>
                </a:cubicBezTo>
                <a:cubicBezTo>
                  <a:pt x="299798" y="46062"/>
                  <a:pt x="297854" y="45667"/>
                  <a:pt x="295331" y="45667"/>
                </a:cubicBezTo>
                <a:cubicBezTo>
                  <a:pt x="294701" y="45667"/>
                  <a:pt x="294201" y="45457"/>
                  <a:pt x="293832" y="45037"/>
                </a:cubicBezTo>
                <a:cubicBezTo>
                  <a:pt x="293465" y="44617"/>
                  <a:pt x="293281" y="44143"/>
                  <a:pt x="293281" y="43617"/>
                </a:cubicBezTo>
                <a:cubicBezTo>
                  <a:pt x="293281" y="42987"/>
                  <a:pt x="293465" y="42462"/>
                  <a:pt x="293832" y="42042"/>
                </a:cubicBezTo>
                <a:cubicBezTo>
                  <a:pt x="294201" y="41622"/>
                  <a:pt x="294701" y="41412"/>
                  <a:pt x="295331" y="41412"/>
                </a:cubicBezTo>
                <a:cubicBezTo>
                  <a:pt x="297328" y="41412"/>
                  <a:pt x="300244" y="41096"/>
                  <a:pt x="304080" y="40466"/>
                </a:cubicBezTo>
                <a:cubicBezTo>
                  <a:pt x="307916" y="39834"/>
                  <a:pt x="311832" y="38941"/>
                  <a:pt x="315827" y="37786"/>
                </a:cubicBezTo>
                <a:cubicBezTo>
                  <a:pt x="317297" y="37365"/>
                  <a:pt x="318401" y="37653"/>
                  <a:pt x="319137" y="38652"/>
                </a:cubicBezTo>
                <a:cubicBezTo>
                  <a:pt x="319873" y="39651"/>
                  <a:pt x="320241" y="40781"/>
                  <a:pt x="320241" y="42042"/>
                </a:cubicBezTo>
                <a:lnTo>
                  <a:pt x="320241" y="48347"/>
                </a:lnTo>
                <a:cubicBezTo>
                  <a:pt x="320241" y="48557"/>
                  <a:pt x="320319" y="48688"/>
                  <a:pt x="320477" y="48741"/>
                </a:cubicBezTo>
                <a:cubicBezTo>
                  <a:pt x="320634" y="48794"/>
                  <a:pt x="320765" y="48716"/>
                  <a:pt x="320871" y="48506"/>
                </a:cubicBezTo>
                <a:cubicBezTo>
                  <a:pt x="321607" y="47349"/>
                  <a:pt x="322632" y="46062"/>
                  <a:pt x="323945" y="44645"/>
                </a:cubicBezTo>
                <a:cubicBezTo>
                  <a:pt x="325259" y="43225"/>
                  <a:pt x="326835" y="41885"/>
                  <a:pt x="328675" y="40625"/>
                </a:cubicBezTo>
                <a:cubicBezTo>
                  <a:pt x="330514" y="39363"/>
                  <a:pt x="332590" y="38312"/>
                  <a:pt x="334901" y="37471"/>
                </a:cubicBezTo>
                <a:cubicBezTo>
                  <a:pt x="337213" y="36629"/>
                  <a:pt x="339789" y="36208"/>
                  <a:pt x="342627" y="36208"/>
                </a:cubicBezTo>
                <a:cubicBezTo>
                  <a:pt x="350510" y="36208"/>
                  <a:pt x="356684" y="38389"/>
                  <a:pt x="361150" y="42751"/>
                </a:cubicBezTo>
                <a:cubicBezTo>
                  <a:pt x="365618" y="47114"/>
                  <a:pt x="367852" y="54181"/>
                  <a:pt x="367852" y="63954"/>
                </a:cubicBezTo>
                <a:lnTo>
                  <a:pt x="367852" y="90914"/>
                </a:lnTo>
                <a:cubicBezTo>
                  <a:pt x="367852" y="93752"/>
                  <a:pt x="367931" y="96065"/>
                  <a:pt x="368088" y="97852"/>
                </a:cubicBezTo>
                <a:cubicBezTo>
                  <a:pt x="368245" y="99638"/>
                  <a:pt x="368613" y="101083"/>
                  <a:pt x="369190" y="102186"/>
                </a:cubicBezTo>
                <a:cubicBezTo>
                  <a:pt x="369769" y="103290"/>
                  <a:pt x="370663" y="104131"/>
                  <a:pt x="371872" y="104710"/>
                </a:cubicBezTo>
                <a:cubicBezTo>
                  <a:pt x="373081" y="105287"/>
                  <a:pt x="374789" y="105734"/>
                  <a:pt x="376996" y="106050"/>
                </a:cubicBezTo>
                <a:cubicBezTo>
                  <a:pt x="377626" y="106154"/>
                  <a:pt x="378099" y="106443"/>
                  <a:pt x="378413" y="106916"/>
                </a:cubicBezTo>
                <a:cubicBezTo>
                  <a:pt x="378729" y="107389"/>
                  <a:pt x="378887" y="107941"/>
                  <a:pt x="378887" y="108571"/>
                </a:cubicBezTo>
                <a:cubicBezTo>
                  <a:pt x="378887" y="109097"/>
                  <a:pt x="378729" y="109597"/>
                  <a:pt x="378413" y="110070"/>
                </a:cubicBezTo>
                <a:cubicBezTo>
                  <a:pt x="378099" y="110543"/>
                  <a:pt x="377626" y="110779"/>
                  <a:pt x="376996" y="110779"/>
                </a:cubicBezTo>
                <a:cubicBezTo>
                  <a:pt x="375630" y="110779"/>
                  <a:pt x="373396" y="110595"/>
                  <a:pt x="370294" y="110226"/>
                </a:cubicBezTo>
                <a:cubicBezTo>
                  <a:pt x="367194" y="109859"/>
                  <a:pt x="364068" y="109675"/>
                  <a:pt x="360915" y="109675"/>
                </a:cubicBezTo>
                <a:cubicBezTo>
                  <a:pt x="357552" y="109675"/>
                  <a:pt x="354346" y="109859"/>
                  <a:pt x="351297" y="110226"/>
                </a:cubicBezTo>
                <a:cubicBezTo>
                  <a:pt x="348250" y="110595"/>
                  <a:pt x="345728" y="110779"/>
                  <a:pt x="343732" y="110779"/>
                </a:cubicBezTo>
                <a:cubicBezTo>
                  <a:pt x="343205" y="110779"/>
                  <a:pt x="342785" y="110543"/>
                  <a:pt x="342469" y="110070"/>
                </a:cubicBezTo>
                <a:cubicBezTo>
                  <a:pt x="342154" y="109597"/>
                  <a:pt x="341997" y="109097"/>
                  <a:pt x="341997" y="108571"/>
                </a:cubicBezTo>
                <a:cubicBezTo>
                  <a:pt x="341997" y="107941"/>
                  <a:pt x="342154" y="107389"/>
                  <a:pt x="342469" y="106916"/>
                </a:cubicBezTo>
                <a:cubicBezTo>
                  <a:pt x="342785" y="106443"/>
                  <a:pt x="343258" y="106154"/>
                  <a:pt x="343888" y="106050"/>
                </a:cubicBezTo>
                <a:cubicBezTo>
                  <a:pt x="346200" y="105734"/>
                  <a:pt x="347961" y="105261"/>
                  <a:pt x="349168" y="104631"/>
                </a:cubicBezTo>
                <a:cubicBezTo>
                  <a:pt x="350377" y="104000"/>
                  <a:pt x="351271" y="103133"/>
                  <a:pt x="351848" y="102030"/>
                </a:cubicBezTo>
                <a:cubicBezTo>
                  <a:pt x="352427" y="100925"/>
                  <a:pt x="352769" y="99559"/>
                  <a:pt x="352873" y="97931"/>
                </a:cubicBezTo>
                <a:cubicBezTo>
                  <a:pt x="352979" y="96302"/>
                  <a:pt x="353032" y="94278"/>
                  <a:pt x="353032" y="91859"/>
                </a:cubicBezTo>
                <a:lnTo>
                  <a:pt x="353032" y="67897"/>
                </a:lnTo>
                <a:cubicBezTo>
                  <a:pt x="353032" y="65269"/>
                  <a:pt x="352926" y="62641"/>
                  <a:pt x="352716" y="60014"/>
                </a:cubicBezTo>
                <a:cubicBezTo>
                  <a:pt x="352506" y="57387"/>
                  <a:pt x="351928" y="55022"/>
                  <a:pt x="350982" y="52920"/>
                </a:cubicBezTo>
                <a:cubicBezTo>
                  <a:pt x="350037" y="50817"/>
                  <a:pt x="348671" y="49083"/>
                  <a:pt x="346883" y="47717"/>
                </a:cubicBezTo>
                <a:cubicBezTo>
                  <a:pt x="345096" y="46350"/>
                  <a:pt x="342627" y="45667"/>
                  <a:pt x="339474" y="45667"/>
                </a:cubicBezTo>
                <a:cubicBezTo>
                  <a:pt x="336321" y="45667"/>
                  <a:pt x="333561" y="46167"/>
                  <a:pt x="331196" y="47166"/>
                </a:cubicBezTo>
                <a:cubicBezTo>
                  <a:pt x="328832" y="48163"/>
                  <a:pt x="326835" y="49503"/>
                  <a:pt x="325206" y="51185"/>
                </a:cubicBezTo>
                <a:cubicBezTo>
                  <a:pt x="323577" y="52868"/>
                  <a:pt x="322342" y="54839"/>
                  <a:pt x="321501" y="57098"/>
                </a:cubicBezTo>
                <a:cubicBezTo>
                  <a:pt x="320661" y="59358"/>
                  <a:pt x="320241" y="61749"/>
                  <a:pt x="320241" y="64272"/>
                </a:cubicBezTo>
                <a:lnTo>
                  <a:pt x="320241" y="90914"/>
                </a:lnTo>
                <a:close/>
                <a:moveTo>
                  <a:pt x="461624" y="71837"/>
                </a:moveTo>
                <a:cubicBezTo>
                  <a:pt x="461624" y="78249"/>
                  <a:pt x="460731" y="83925"/>
                  <a:pt x="458944" y="88864"/>
                </a:cubicBezTo>
                <a:cubicBezTo>
                  <a:pt x="457158" y="93804"/>
                  <a:pt x="454609" y="97956"/>
                  <a:pt x="451297" y="101320"/>
                </a:cubicBezTo>
                <a:cubicBezTo>
                  <a:pt x="447987" y="104683"/>
                  <a:pt x="444019" y="107232"/>
                  <a:pt x="439394" y="108965"/>
                </a:cubicBezTo>
                <a:cubicBezTo>
                  <a:pt x="434770" y="110699"/>
                  <a:pt x="429621" y="111566"/>
                  <a:pt x="423945" y="111566"/>
                </a:cubicBezTo>
                <a:cubicBezTo>
                  <a:pt x="419006" y="111566"/>
                  <a:pt x="414434" y="110752"/>
                  <a:pt x="410229" y="109124"/>
                </a:cubicBezTo>
                <a:cubicBezTo>
                  <a:pt x="406025" y="107495"/>
                  <a:pt x="402399" y="105077"/>
                  <a:pt x="399350" y="101871"/>
                </a:cubicBezTo>
                <a:cubicBezTo>
                  <a:pt x="396303" y="98666"/>
                  <a:pt x="393886" y="94619"/>
                  <a:pt x="392098" y="89733"/>
                </a:cubicBezTo>
                <a:cubicBezTo>
                  <a:pt x="390311" y="84845"/>
                  <a:pt x="389418" y="79090"/>
                  <a:pt x="389418" y="72468"/>
                </a:cubicBezTo>
                <a:cubicBezTo>
                  <a:pt x="389418" y="67108"/>
                  <a:pt x="390311" y="62195"/>
                  <a:pt x="392098" y="57729"/>
                </a:cubicBezTo>
                <a:cubicBezTo>
                  <a:pt x="393886" y="53262"/>
                  <a:pt x="396382" y="49453"/>
                  <a:pt x="399586" y="46300"/>
                </a:cubicBezTo>
                <a:cubicBezTo>
                  <a:pt x="402792" y="43145"/>
                  <a:pt x="406655" y="40675"/>
                  <a:pt x="411174" y="38888"/>
                </a:cubicBezTo>
                <a:cubicBezTo>
                  <a:pt x="415693" y="37102"/>
                  <a:pt x="420634" y="36208"/>
                  <a:pt x="425995" y="36208"/>
                </a:cubicBezTo>
                <a:cubicBezTo>
                  <a:pt x="431144" y="36208"/>
                  <a:pt x="435899" y="36996"/>
                  <a:pt x="440260" y="38573"/>
                </a:cubicBezTo>
                <a:cubicBezTo>
                  <a:pt x="444622" y="40149"/>
                  <a:pt x="448380" y="42436"/>
                  <a:pt x="451533" y="45431"/>
                </a:cubicBezTo>
                <a:cubicBezTo>
                  <a:pt x="454687" y="48427"/>
                  <a:pt x="457158" y="52132"/>
                  <a:pt x="458944" y="56548"/>
                </a:cubicBezTo>
                <a:cubicBezTo>
                  <a:pt x="460731" y="60961"/>
                  <a:pt x="461624" y="66058"/>
                  <a:pt x="461624" y="71837"/>
                </a:cubicBezTo>
                <a:moveTo>
                  <a:pt x="445071" y="73572"/>
                </a:moveTo>
                <a:cubicBezTo>
                  <a:pt x="445071" y="69579"/>
                  <a:pt x="444808" y="65690"/>
                  <a:pt x="444282" y="61907"/>
                </a:cubicBezTo>
                <a:cubicBezTo>
                  <a:pt x="443756" y="58122"/>
                  <a:pt x="442810" y="54759"/>
                  <a:pt x="441444" y="51816"/>
                </a:cubicBezTo>
                <a:cubicBezTo>
                  <a:pt x="440077" y="48873"/>
                  <a:pt x="438186" y="46508"/>
                  <a:pt x="435769" y="44722"/>
                </a:cubicBezTo>
                <a:cubicBezTo>
                  <a:pt x="433352" y="42935"/>
                  <a:pt x="430251" y="42042"/>
                  <a:pt x="426466" y="42042"/>
                </a:cubicBezTo>
                <a:cubicBezTo>
                  <a:pt x="422263" y="42042"/>
                  <a:pt x="418847" y="42935"/>
                  <a:pt x="416218" y="44722"/>
                </a:cubicBezTo>
                <a:cubicBezTo>
                  <a:pt x="413592" y="46508"/>
                  <a:pt x="411516" y="48899"/>
                  <a:pt x="409993" y="51895"/>
                </a:cubicBezTo>
                <a:cubicBezTo>
                  <a:pt x="408469" y="54891"/>
                  <a:pt x="407418" y="58280"/>
                  <a:pt x="406839" y="62064"/>
                </a:cubicBezTo>
                <a:cubicBezTo>
                  <a:pt x="406262" y="65847"/>
                  <a:pt x="405973" y="69788"/>
                  <a:pt x="405973" y="73887"/>
                </a:cubicBezTo>
                <a:cubicBezTo>
                  <a:pt x="405973" y="77460"/>
                  <a:pt x="406235" y="81139"/>
                  <a:pt x="406760" y="84924"/>
                </a:cubicBezTo>
                <a:cubicBezTo>
                  <a:pt x="407286" y="88707"/>
                  <a:pt x="408284" y="92123"/>
                  <a:pt x="409755" y="95172"/>
                </a:cubicBezTo>
                <a:cubicBezTo>
                  <a:pt x="411227" y="98219"/>
                  <a:pt x="413250" y="100742"/>
                  <a:pt x="415824" y="102740"/>
                </a:cubicBezTo>
                <a:cubicBezTo>
                  <a:pt x="418400" y="104736"/>
                  <a:pt x="421685" y="105735"/>
                  <a:pt x="425680" y="105735"/>
                </a:cubicBezTo>
                <a:cubicBezTo>
                  <a:pt x="429779" y="105735"/>
                  <a:pt x="433089" y="104789"/>
                  <a:pt x="435610" y="102896"/>
                </a:cubicBezTo>
                <a:cubicBezTo>
                  <a:pt x="438133" y="101004"/>
                  <a:pt x="440104" y="98534"/>
                  <a:pt x="441523" y="95487"/>
                </a:cubicBezTo>
                <a:cubicBezTo>
                  <a:pt x="442942" y="92438"/>
                  <a:pt x="443888" y="88996"/>
                  <a:pt x="444362" y="85160"/>
                </a:cubicBezTo>
                <a:cubicBezTo>
                  <a:pt x="444835" y="81324"/>
                  <a:pt x="445071" y="77461"/>
                  <a:pt x="445071" y="73572"/>
                </a:cubicBezTo>
                <a:close/>
                <a:moveTo>
                  <a:pt x="494542" y="85711"/>
                </a:moveTo>
                <a:cubicBezTo>
                  <a:pt x="494542" y="91596"/>
                  <a:pt x="495198" y="95958"/>
                  <a:pt x="496512" y="98797"/>
                </a:cubicBezTo>
                <a:cubicBezTo>
                  <a:pt x="497825" y="101634"/>
                  <a:pt x="500216" y="103053"/>
                  <a:pt x="503685" y="103053"/>
                </a:cubicBezTo>
                <a:cubicBezTo>
                  <a:pt x="506102" y="103053"/>
                  <a:pt x="508387" y="102685"/>
                  <a:pt x="510541" y="101951"/>
                </a:cubicBezTo>
                <a:cubicBezTo>
                  <a:pt x="512697" y="101215"/>
                  <a:pt x="514352" y="100426"/>
                  <a:pt x="515509" y="99586"/>
                </a:cubicBezTo>
                <a:cubicBezTo>
                  <a:pt x="515825" y="99376"/>
                  <a:pt x="516193" y="99349"/>
                  <a:pt x="516613" y="99507"/>
                </a:cubicBezTo>
                <a:cubicBezTo>
                  <a:pt x="517033" y="99664"/>
                  <a:pt x="517400" y="99927"/>
                  <a:pt x="517715" y="100296"/>
                </a:cubicBezTo>
                <a:cubicBezTo>
                  <a:pt x="518031" y="100663"/>
                  <a:pt x="518267" y="101057"/>
                  <a:pt x="518424" y="101477"/>
                </a:cubicBezTo>
                <a:cubicBezTo>
                  <a:pt x="518583" y="101897"/>
                  <a:pt x="518557" y="102265"/>
                  <a:pt x="518347" y="102581"/>
                </a:cubicBezTo>
                <a:cubicBezTo>
                  <a:pt x="516351" y="105838"/>
                  <a:pt x="513749" y="108150"/>
                  <a:pt x="510544" y="109516"/>
                </a:cubicBezTo>
                <a:cubicBezTo>
                  <a:pt x="507338" y="110883"/>
                  <a:pt x="503580" y="111566"/>
                  <a:pt x="499271" y="111566"/>
                </a:cubicBezTo>
                <a:cubicBezTo>
                  <a:pt x="492125" y="111566"/>
                  <a:pt x="487080" y="109964"/>
                  <a:pt x="484137" y="106760"/>
                </a:cubicBezTo>
                <a:cubicBezTo>
                  <a:pt x="481195" y="103554"/>
                  <a:pt x="479723" y="98535"/>
                  <a:pt x="479723" y="91703"/>
                </a:cubicBezTo>
                <a:lnTo>
                  <a:pt x="479723" y="51185"/>
                </a:lnTo>
                <a:cubicBezTo>
                  <a:pt x="479723" y="49925"/>
                  <a:pt x="479670" y="48927"/>
                  <a:pt x="479564" y="48190"/>
                </a:cubicBezTo>
                <a:cubicBezTo>
                  <a:pt x="479460" y="47454"/>
                  <a:pt x="479145" y="46929"/>
                  <a:pt x="478619" y="46615"/>
                </a:cubicBezTo>
                <a:cubicBezTo>
                  <a:pt x="478093" y="46299"/>
                  <a:pt x="477225" y="46114"/>
                  <a:pt x="476016" y="46062"/>
                </a:cubicBezTo>
                <a:cubicBezTo>
                  <a:pt x="474809" y="46009"/>
                  <a:pt x="473101" y="45982"/>
                  <a:pt x="470895" y="45982"/>
                </a:cubicBezTo>
                <a:cubicBezTo>
                  <a:pt x="470579" y="45982"/>
                  <a:pt x="470316" y="45667"/>
                  <a:pt x="470106" y="45037"/>
                </a:cubicBezTo>
                <a:cubicBezTo>
                  <a:pt x="469895" y="44406"/>
                  <a:pt x="469764" y="43723"/>
                  <a:pt x="469711" y="42987"/>
                </a:cubicBezTo>
                <a:cubicBezTo>
                  <a:pt x="469658" y="42251"/>
                  <a:pt x="469737" y="41568"/>
                  <a:pt x="469947" y="40938"/>
                </a:cubicBezTo>
                <a:cubicBezTo>
                  <a:pt x="470158" y="40307"/>
                  <a:pt x="470474" y="39992"/>
                  <a:pt x="470895" y="39992"/>
                </a:cubicBezTo>
                <a:cubicBezTo>
                  <a:pt x="473522" y="39782"/>
                  <a:pt x="475780" y="39388"/>
                  <a:pt x="477671" y="38811"/>
                </a:cubicBezTo>
                <a:cubicBezTo>
                  <a:pt x="479564" y="38232"/>
                  <a:pt x="481166" y="37312"/>
                  <a:pt x="482480" y="36052"/>
                </a:cubicBezTo>
                <a:cubicBezTo>
                  <a:pt x="483795" y="34790"/>
                  <a:pt x="484846" y="33082"/>
                  <a:pt x="485634" y="30928"/>
                </a:cubicBezTo>
                <a:cubicBezTo>
                  <a:pt x="486423" y="28773"/>
                  <a:pt x="487079" y="25961"/>
                  <a:pt x="487604" y="22494"/>
                </a:cubicBezTo>
                <a:cubicBezTo>
                  <a:pt x="487710" y="21862"/>
                  <a:pt x="488131" y="21389"/>
                  <a:pt x="488867" y="21075"/>
                </a:cubicBezTo>
                <a:cubicBezTo>
                  <a:pt x="489603" y="20759"/>
                  <a:pt x="490391" y="20601"/>
                  <a:pt x="491232" y="20601"/>
                </a:cubicBezTo>
                <a:cubicBezTo>
                  <a:pt x="492072" y="20601"/>
                  <a:pt x="492834" y="20732"/>
                  <a:pt x="493517" y="20995"/>
                </a:cubicBezTo>
                <a:cubicBezTo>
                  <a:pt x="494200" y="21258"/>
                  <a:pt x="494542" y="21600"/>
                  <a:pt x="494542" y="22020"/>
                </a:cubicBezTo>
                <a:lnTo>
                  <a:pt x="494542" y="35578"/>
                </a:lnTo>
                <a:cubicBezTo>
                  <a:pt x="494542" y="37260"/>
                  <a:pt x="494620" y="38233"/>
                  <a:pt x="494777" y="38496"/>
                </a:cubicBezTo>
                <a:cubicBezTo>
                  <a:pt x="494936" y="38757"/>
                  <a:pt x="495594" y="38888"/>
                  <a:pt x="496750" y="38888"/>
                </a:cubicBezTo>
                <a:lnTo>
                  <a:pt x="513144" y="38888"/>
                </a:lnTo>
                <a:cubicBezTo>
                  <a:pt x="513880" y="38888"/>
                  <a:pt x="514353" y="39309"/>
                  <a:pt x="514563" y="40151"/>
                </a:cubicBezTo>
                <a:cubicBezTo>
                  <a:pt x="514773" y="40991"/>
                  <a:pt x="514879" y="41727"/>
                  <a:pt x="514879" y="42357"/>
                </a:cubicBezTo>
                <a:cubicBezTo>
                  <a:pt x="514879" y="42987"/>
                  <a:pt x="514747" y="43749"/>
                  <a:pt x="514484" y="44642"/>
                </a:cubicBezTo>
                <a:cubicBezTo>
                  <a:pt x="514223" y="45536"/>
                  <a:pt x="513671" y="45982"/>
                  <a:pt x="512829" y="45982"/>
                </a:cubicBezTo>
                <a:lnTo>
                  <a:pt x="495961" y="45982"/>
                </a:lnTo>
                <a:cubicBezTo>
                  <a:pt x="495225" y="45982"/>
                  <a:pt x="494804" y="46167"/>
                  <a:pt x="494698" y="46535"/>
                </a:cubicBezTo>
                <a:cubicBezTo>
                  <a:pt x="494594" y="46903"/>
                  <a:pt x="494542" y="48243"/>
                  <a:pt x="494542" y="50555"/>
                </a:cubicBezTo>
                <a:lnTo>
                  <a:pt x="494542" y="85711"/>
                </a:lnTo>
                <a:close/>
                <a:moveTo>
                  <a:pt x="638672" y="86028"/>
                </a:moveTo>
                <a:cubicBezTo>
                  <a:pt x="644137" y="86028"/>
                  <a:pt x="648052" y="84242"/>
                  <a:pt x="650416" y="80668"/>
                </a:cubicBezTo>
                <a:cubicBezTo>
                  <a:pt x="652782" y="77094"/>
                  <a:pt x="653964" y="71890"/>
                  <a:pt x="653964" y="65059"/>
                </a:cubicBezTo>
                <a:cubicBezTo>
                  <a:pt x="653964" y="61591"/>
                  <a:pt x="653780" y="58439"/>
                  <a:pt x="653411" y="55602"/>
                </a:cubicBezTo>
                <a:cubicBezTo>
                  <a:pt x="653044" y="52764"/>
                  <a:pt x="652334" y="50319"/>
                  <a:pt x="651282" y="48270"/>
                </a:cubicBezTo>
                <a:cubicBezTo>
                  <a:pt x="650232" y="46220"/>
                  <a:pt x="648840" y="44644"/>
                  <a:pt x="647106" y="43540"/>
                </a:cubicBezTo>
                <a:cubicBezTo>
                  <a:pt x="645372" y="42436"/>
                  <a:pt x="643139" y="41883"/>
                  <a:pt x="640406" y="41883"/>
                </a:cubicBezTo>
                <a:cubicBezTo>
                  <a:pt x="637043" y="41883"/>
                  <a:pt x="634337" y="42593"/>
                  <a:pt x="632287" y="44012"/>
                </a:cubicBezTo>
                <a:cubicBezTo>
                  <a:pt x="630238" y="45431"/>
                  <a:pt x="628635" y="47244"/>
                  <a:pt x="627479" y="49451"/>
                </a:cubicBezTo>
                <a:cubicBezTo>
                  <a:pt x="626322" y="51658"/>
                  <a:pt x="625534" y="54128"/>
                  <a:pt x="625114" y="56860"/>
                </a:cubicBezTo>
                <a:cubicBezTo>
                  <a:pt x="624694" y="59593"/>
                  <a:pt x="624484" y="62274"/>
                  <a:pt x="624484" y="64902"/>
                </a:cubicBezTo>
                <a:cubicBezTo>
                  <a:pt x="624484" y="71838"/>
                  <a:pt x="625692" y="77094"/>
                  <a:pt x="628109" y="80668"/>
                </a:cubicBezTo>
                <a:cubicBezTo>
                  <a:pt x="630526" y="84242"/>
                  <a:pt x="634047" y="86028"/>
                  <a:pt x="638672" y="86028"/>
                </a:cubicBezTo>
                <a:moveTo>
                  <a:pt x="666262" y="48821"/>
                </a:moveTo>
                <a:cubicBezTo>
                  <a:pt x="667732" y="51027"/>
                  <a:pt x="668809" y="53366"/>
                  <a:pt x="669492" y="55835"/>
                </a:cubicBezTo>
                <a:cubicBezTo>
                  <a:pt x="670176" y="58305"/>
                  <a:pt x="670570" y="60801"/>
                  <a:pt x="670676" y="63324"/>
                </a:cubicBezTo>
                <a:cubicBezTo>
                  <a:pt x="670676" y="67949"/>
                  <a:pt x="669808" y="72023"/>
                  <a:pt x="668073" y="75545"/>
                </a:cubicBezTo>
                <a:cubicBezTo>
                  <a:pt x="666339" y="79065"/>
                  <a:pt x="663975" y="82033"/>
                  <a:pt x="660979" y="84450"/>
                </a:cubicBezTo>
                <a:cubicBezTo>
                  <a:pt x="657983" y="86867"/>
                  <a:pt x="654541" y="88706"/>
                  <a:pt x="650652" y="89968"/>
                </a:cubicBezTo>
                <a:cubicBezTo>
                  <a:pt x="646764" y="91229"/>
                  <a:pt x="642613" y="91859"/>
                  <a:pt x="638198" y="91859"/>
                </a:cubicBezTo>
                <a:cubicBezTo>
                  <a:pt x="636937" y="91859"/>
                  <a:pt x="635308" y="91912"/>
                  <a:pt x="633310" y="92018"/>
                </a:cubicBezTo>
                <a:cubicBezTo>
                  <a:pt x="631313" y="92122"/>
                  <a:pt x="629369" y="92332"/>
                  <a:pt x="627476" y="92648"/>
                </a:cubicBezTo>
                <a:cubicBezTo>
                  <a:pt x="625585" y="92964"/>
                  <a:pt x="623983" y="93464"/>
                  <a:pt x="622670" y="94147"/>
                </a:cubicBezTo>
                <a:cubicBezTo>
                  <a:pt x="621356" y="94830"/>
                  <a:pt x="620700" y="95802"/>
                  <a:pt x="620700" y="97063"/>
                </a:cubicBezTo>
                <a:cubicBezTo>
                  <a:pt x="620700" y="98009"/>
                  <a:pt x="621225" y="98797"/>
                  <a:pt x="622275" y="99427"/>
                </a:cubicBezTo>
                <a:cubicBezTo>
                  <a:pt x="623326" y="100058"/>
                  <a:pt x="624613" y="100557"/>
                  <a:pt x="626136" y="100926"/>
                </a:cubicBezTo>
                <a:cubicBezTo>
                  <a:pt x="627662" y="101293"/>
                  <a:pt x="629186" y="101556"/>
                  <a:pt x="630709" y="101715"/>
                </a:cubicBezTo>
                <a:cubicBezTo>
                  <a:pt x="632233" y="101872"/>
                  <a:pt x="633468" y="101951"/>
                  <a:pt x="634414" y="101951"/>
                </a:cubicBezTo>
                <a:cubicBezTo>
                  <a:pt x="641982" y="102475"/>
                  <a:pt x="648761" y="103132"/>
                  <a:pt x="654751" y="103921"/>
                </a:cubicBezTo>
                <a:cubicBezTo>
                  <a:pt x="660742" y="104708"/>
                  <a:pt x="665813" y="105996"/>
                  <a:pt x="669964" y="107784"/>
                </a:cubicBezTo>
                <a:cubicBezTo>
                  <a:pt x="674116" y="109571"/>
                  <a:pt x="677295" y="112066"/>
                  <a:pt x="679502" y="115271"/>
                </a:cubicBezTo>
                <a:cubicBezTo>
                  <a:pt x="681710" y="118476"/>
                  <a:pt x="682815" y="122655"/>
                  <a:pt x="682815" y="127806"/>
                </a:cubicBezTo>
                <a:cubicBezTo>
                  <a:pt x="682815" y="132325"/>
                  <a:pt x="681921" y="136529"/>
                  <a:pt x="680135" y="140416"/>
                </a:cubicBezTo>
                <a:cubicBezTo>
                  <a:pt x="678348" y="144305"/>
                  <a:pt x="675668" y="147668"/>
                  <a:pt x="672093" y="150505"/>
                </a:cubicBezTo>
                <a:cubicBezTo>
                  <a:pt x="668520" y="153344"/>
                  <a:pt x="664132" y="155578"/>
                  <a:pt x="658929" y="157207"/>
                </a:cubicBezTo>
                <a:cubicBezTo>
                  <a:pt x="653727" y="158837"/>
                  <a:pt x="647710" y="159651"/>
                  <a:pt x="640878" y="159651"/>
                </a:cubicBezTo>
                <a:cubicBezTo>
                  <a:pt x="635202" y="159651"/>
                  <a:pt x="630000" y="159152"/>
                  <a:pt x="625270" y="158153"/>
                </a:cubicBezTo>
                <a:cubicBezTo>
                  <a:pt x="620541" y="157155"/>
                  <a:pt x="616468" y="155605"/>
                  <a:pt x="613052" y="153503"/>
                </a:cubicBezTo>
                <a:cubicBezTo>
                  <a:pt x="609636" y="151400"/>
                  <a:pt x="607009" y="148720"/>
                  <a:pt x="605169" y="145461"/>
                </a:cubicBezTo>
                <a:cubicBezTo>
                  <a:pt x="603331" y="142204"/>
                  <a:pt x="602412" y="138315"/>
                  <a:pt x="602412" y="133796"/>
                </a:cubicBezTo>
                <a:cubicBezTo>
                  <a:pt x="602412" y="131169"/>
                  <a:pt x="602780" y="128778"/>
                  <a:pt x="603514" y="126623"/>
                </a:cubicBezTo>
                <a:cubicBezTo>
                  <a:pt x="604250" y="124469"/>
                  <a:pt x="605249" y="122551"/>
                  <a:pt x="606509" y="120868"/>
                </a:cubicBezTo>
                <a:cubicBezTo>
                  <a:pt x="607771" y="119186"/>
                  <a:pt x="609191" y="117688"/>
                  <a:pt x="610767" y="116375"/>
                </a:cubicBezTo>
                <a:cubicBezTo>
                  <a:pt x="612343" y="115061"/>
                  <a:pt x="613973" y="113984"/>
                  <a:pt x="615655" y="113144"/>
                </a:cubicBezTo>
                <a:cubicBezTo>
                  <a:pt x="613237" y="112302"/>
                  <a:pt x="611029" y="111119"/>
                  <a:pt x="609033" y="109596"/>
                </a:cubicBezTo>
                <a:cubicBezTo>
                  <a:pt x="607036" y="108072"/>
                  <a:pt x="606038" y="105629"/>
                  <a:pt x="606038" y="102266"/>
                </a:cubicBezTo>
                <a:cubicBezTo>
                  <a:pt x="606038" y="99847"/>
                  <a:pt x="606589" y="97798"/>
                  <a:pt x="607693" y="96117"/>
                </a:cubicBezTo>
                <a:cubicBezTo>
                  <a:pt x="608796" y="94435"/>
                  <a:pt x="610267" y="93068"/>
                  <a:pt x="612107" y="92018"/>
                </a:cubicBezTo>
                <a:cubicBezTo>
                  <a:pt x="613946" y="90968"/>
                  <a:pt x="615996" y="90206"/>
                  <a:pt x="618256" y="89733"/>
                </a:cubicBezTo>
                <a:cubicBezTo>
                  <a:pt x="620515" y="89260"/>
                  <a:pt x="622748" y="88970"/>
                  <a:pt x="624955" y="88864"/>
                </a:cubicBezTo>
                <a:cubicBezTo>
                  <a:pt x="625061" y="88864"/>
                  <a:pt x="625114" y="88812"/>
                  <a:pt x="625114" y="88708"/>
                </a:cubicBezTo>
                <a:cubicBezTo>
                  <a:pt x="625114" y="88602"/>
                  <a:pt x="625061" y="88549"/>
                  <a:pt x="624955" y="88549"/>
                </a:cubicBezTo>
                <a:cubicBezTo>
                  <a:pt x="619596" y="86447"/>
                  <a:pt x="615391" y="83530"/>
                  <a:pt x="612343" y="79800"/>
                </a:cubicBezTo>
                <a:cubicBezTo>
                  <a:pt x="609296" y="76068"/>
                  <a:pt x="607772" y="71049"/>
                  <a:pt x="607772" y="64743"/>
                </a:cubicBezTo>
                <a:cubicBezTo>
                  <a:pt x="607772" y="60434"/>
                  <a:pt x="608560" y="56519"/>
                  <a:pt x="610137" y="52999"/>
                </a:cubicBezTo>
                <a:cubicBezTo>
                  <a:pt x="611713" y="49477"/>
                  <a:pt x="613946" y="46482"/>
                  <a:pt x="616836" y="44012"/>
                </a:cubicBezTo>
                <a:cubicBezTo>
                  <a:pt x="619726" y="41542"/>
                  <a:pt x="623221" y="39624"/>
                  <a:pt x="627320" y="38258"/>
                </a:cubicBezTo>
                <a:cubicBezTo>
                  <a:pt x="631419" y="36891"/>
                  <a:pt x="635938" y="36208"/>
                  <a:pt x="640878" y="36208"/>
                </a:cubicBezTo>
                <a:cubicBezTo>
                  <a:pt x="646449" y="36208"/>
                  <a:pt x="650890" y="36996"/>
                  <a:pt x="654200" y="38573"/>
                </a:cubicBezTo>
                <a:cubicBezTo>
                  <a:pt x="657510" y="40149"/>
                  <a:pt x="660532" y="42199"/>
                  <a:pt x="663264" y="44722"/>
                </a:cubicBezTo>
                <a:cubicBezTo>
                  <a:pt x="665263" y="42725"/>
                  <a:pt x="667627" y="41043"/>
                  <a:pt x="670358" y="39677"/>
                </a:cubicBezTo>
                <a:cubicBezTo>
                  <a:pt x="673091" y="38311"/>
                  <a:pt x="676140" y="37628"/>
                  <a:pt x="679505" y="37628"/>
                </a:cubicBezTo>
                <a:cubicBezTo>
                  <a:pt x="680661" y="37628"/>
                  <a:pt x="681948" y="37733"/>
                  <a:pt x="683365" y="37943"/>
                </a:cubicBezTo>
                <a:cubicBezTo>
                  <a:pt x="684785" y="38153"/>
                  <a:pt x="686098" y="38547"/>
                  <a:pt x="687306" y="39126"/>
                </a:cubicBezTo>
                <a:cubicBezTo>
                  <a:pt x="688515" y="39704"/>
                  <a:pt x="689513" y="40465"/>
                  <a:pt x="690301" y="41412"/>
                </a:cubicBezTo>
                <a:cubicBezTo>
                  <a:pt x="691090" y="42358"/>
                  <a:pt x="691484" y="43619"/>
                  <a:pt x="691484" y="45196"/>
                </a:cubicBezTo>
                <a:cubicBezTo>
                  <a:pt x="691484" y="46982"/>
                  <a:pt x="691011" y="48585"/>
                  <a:pt x="690065" y="50004"/>
                </a:cubicBezTo>
                <a:cubicBezTo>
                  <a:pt x="689120" y="51422"/>
                  <a:pt x="687282" y="52131"/>
                  <a:pt x="684549" y="52131"/>
                </a:cubicBezTo>
                <a:cubicBezTo>
                  <a:pt x="682552" y="52131"/>
                  <a:pt x="681238" y="51711"/>
                  <a:pt x="680606" y="50870"/>
                </a:cubicBezTo>
                <a:cubicBezTo>
                  <a:pt x="679976" y="50030"/>
                  <a:pt x="679503" y="49137"/>
                  <a:pt x="679187" y="48190"/>
                </a:cubicBezTo>
                <a:cubicBezTo>
                  <a:pt x="678873" y="47244"/>
                  <a:pt x="678505" y="46351"/>
                  <a:pt x="678085" y="45511"/>
                </a:cubicBezTo>
                <a:cubicBezTo>
                  <a:pt x="677665" y="44669"/>
                  <a:pt x="676667" y="44248"/>
                  <a:pt x="675090" y="44248"/>
                </a:cubicBezTo>
                <a:cubicBezTo>
                  <a:pt x="673408" y="44248"/>
                  <a:pt x="671726" y="44669"/>
                  <a:pt x="670043" y="45511"/>
                </a:cubicBezTo>
                <a:cubicBezTo>
                  <a:pt x="668363" y="46351"/>
                  <a:pt x="667102" y="47454"/>
                  <a:pt x="666262" y="48821"/>
                </a:cubicBezTo>
                <a:moveTo>
                  <a:pt x="623536" y="114878"/>
                </a:moveTo>
                <a:cubicBezTo>
                  <a:pt x="621749" y="116349"/>
                  <a:pt x="620330" y="118451"/>
                  <a:pt x="619278" y="121183"/>
                </a:cubicBezTo>
                <a:cubicBezTo>
                  <a:pt x="618228" y="123916"/>
                  <a:pt x="617702" y="126649"/>
                  <a:pt x="617702" y="129382"/>
                </a:cubicBezTo>
                <a:cubicBezTo>
                  <a:pt x="617702" y="133271"/>
                  <a:pt x="618517" y="136660"/>
                  <a:pt x="620146" y="139550"/>
                </a:cubicBezTo>
                <a:cubicBezTo>
                  <a:pt x="621776" y="142440"/>
                  <a:pt x="623904" y="144857"/>
                  <a:pt x="626531" y="146801"/>
                </a:cubicBezTo>
                <a:cubicBezTo>
                  <a:pt x="629159" y="148746"/>
                  <a:pt x="632182" y="150192"/>
                  <a:pt x="635598" y="151138"/>
                </a:cubicBezTo>
                <a:cubicBezTo>
                  <a:pt x="639014" y="152084"/>
                  <a:pt x="642508" y="152557"/>
                  <a:pt x="646081" y="152557"/>
                </a:cubicBezTo>
                <a:cubicBezTo>
                  <a:pt x="649234" y="152557"/>
                  <a:pt x="652203" y="152031"/>
                  <a:pt x="654987" y="150979"/>
                </a:cubicBezTo>
                <a:cubicBezTo>
                  <a:pt x="657772" y="149929"/>
                  <a:pt x="660216" y="148510"/>
                  <a:pt x="662319" y="146724"/>
                </a:cubicBezTo>
                <a:cubicBezTo>
                  <a:pt x="664421" y="144937"/>
                  <a:pt x="666103" y="142835"/>
                  <a:pt x="667363" y="140416"/>
                </a:cubicBezTo>
                <a:cubicBezTo>
                  <a:pt x="668626" y="137999"/>
                  <a:pt x="669257" y="135372"/>
                  <a:pt x="669257" y="132535"/>
                </a:cubicBezTo>
                <a:cubicBezTo>
                  <a:pt x="669257" y="128961"/>
                  <a:pt x="668074" y="126070"/>
                  <a:pt x="665708" y="123863"/>
                </a:cubicBezTo>
                <a:cubicBezTo>
                  <a:pt x="663345" y="121657"/>
                  <a:pt x="660113" y="119922"/>
                  <a:pt x="656014" y="118660"/>
                </a:cubicBezTo>
                <a:cubicBezTo>
                  <a:pt x="651915" y="117399"/>
                  <a:pt x="647079" y="116506"/>
                  <a:pt x="641508" y="115980"/>
                </a:cubicBezTo>
                <a:cubicBezTo>
                  <a:pt x="635938" y="115456"/>
                  <a:pt x="629948" y="115088"/>
                  <a:pt x="623536" y="114878"/>
                </a:cubicBezTo>
                <a:close/>
                <a:moveTo>
                  <a:pt x="768720" y="71837"/>
                </a:moveTo>
                <a:cubicBezTo>
                  <a:pt x="768720" y="78249"/>
                  <a:pt x="767826" y="83925"/>
                  <a:pt x="766040" y="88864"/>
                </a:cubicBezTo>
                <a:cubicBezTo>
                  <a:pt x="764253" y="93804"/>
                  <a:pt x="761704" y="97956"/>
                  <a:pt x="758393" y="101320"/>
                </a:cubicBezTo>
                <a:cubicBezTo>
                  <a:pt x="755082" y="104683"/>
                  <a:pt x="751115" y="107232"/>
                  <a:pt x="746490" y="108965"/>
                </a:cubicBezTo>
                <a:cubicBezTo>
                  <a:pt x="741866" y="110699"/>
                  <a:pt x="736716" y="111566"/>
                  <a:pt x="731041" y="111566"/>
                </a:cubicBezTo>
                <a:cubicBezTo>
                  <a:pt x="726101" y="111566"/>
                  <a:pt x="721529" y="110752"/>
                  <a:pt x="717324" y="109124"/>
                </a:cubicBezTo>
                <a:cubicBezTo>
                  <a:pt x="713121" y="107495"/>
                  <a:pt x="709495" y="105077"/>
                  <a:pt x="706446" y="101871"/>
                </a:cubicBezTo>
                <a:cubicBezTo>
                  <a:pt x="703399" y="98666"/>
                  <a:pt x="700981" y="94619"/>
                  <a:pt x="699193" y="89733"/>
                </a:cubicBezTo>
                <a:cubicBezTo>
                  <a:pt x="697407" y="84845"/>
                  <a:pt x="696513" y="79090"/>
                  <a:pt x="696513" y="72468"/>
                </a:cubicBezTo>
                <a:cubicBezTo>
                  <a:pt x="696513" y="67108"/>
                  <a:pt x="697407" y="62195"/>
                  <a:pt x="699193" y="57729"/>
                </a:cubicBezTo>
                <a:cubicBezTo>
                  <a:pt x="700981" y="53262"/>
                  <a:pt x="703478" y="49453"/>
                  <a:pt x="706682" y="46300"/>
                </a:cubicBezTo>
                <a:cubicBezTo>
                  <a:pt x="709888" y="43145"/>
                  <a:pt x="713750" y="40675"/>
                  <a:pt x="718270" y="38888"/>
                </a:cubicBezTo>
                <a:cubicBezTo>
                  <a:pt x="722789" y="37102"/>
                  <a:pt x="727729" y="36208"/>
                  <a:pt x="733090" y="36208"/>
                </a:cubicBezTo>
                <a:cubicBezTo>
                  <a:pt x="738240" y="36208"/>
                  <a:pt x="742995" y="36996"/>
                  <a:pt x="747356" y="38573"/>
                </a:cubicBezTo>
                <a:cubicBezTo>
                  <a:pt x="751718" y="40149"/>
                  <a:pt x="755475" y="42436"/>
                  <a:pt x="758628" y="45431"/>
                </a:cubicBezTo>
                <a:cubicBezTo>
                  <a:pt x="761783" y="48427"/>
                  <a:pt x="764253" y="52132"/>
                  <a:pt x="766040" y="56548"/>
                </a:cubicBezTo>
                <a:cubicBezTo>
                  <a:pt x="767826" y="60961"/>
                  <a:pt x="768720" y="66058"/>
                  <a:pt x="768720" y="71837"/>
                </a:cubicBezTo>
                <a:moveTo>
                  <a:pt x="752167" y="73572"/>
                </a:moveTo>
                <a:cubicBezTo>
                  <a:pt x="752167" y="69579"/>
                  <a:pt x="751904" y="65690"/>
                  <a:pt x="751378" y="61907"/>
                </a:cubicBezTo>
                <a:cubicBezTo>
                  <a:pt x="750852" y="58122"/>
                  <a:pt x="749906" y="54759"/>
                  <a:pt x="748539" y="51816"/>
                </a:cubicBezTo>
                <a:cubicBezTo>
                  <a:pt x="747173" y="48873"/>
                  <a:pt x="745281" y="46508"/>
                  <a:pt x="742864" y="44722"/>
                </a:cubicBezTo>
                <a:cubicBezTo>
                  <a:pt x="740448" y="42935"/>
                  <a:pt x="737347" y="42042"/>
                  <a:pt x="733562" y="42042"/>
                </a:cubicBezTo>
                <a:cubicBezTo>
                  <a:pt x="729359" y="42042"/>
                  <a:pt x="725943" y="42935"/>
                  <a:pt x="723314" y="44722"/>
                </a:cubicBezTo>
                <a:cubicBezTo>
                  <a:pt x="720687" y="46508"/>
                  <a:pt x="718612" y="48899"/>
                  <a:pt x="717088" y="51895"/>
                </a:cubicBezTo>
                <a:cubicBezTo>
                  <a:pt x="715565" y="54891"/>
                  <a:pt x="714514" y="58280"/>
                  <a:pt x="713935" y="62064"/>
                </a:cubicBezTo>
                <a:cubicBezTo>
                  <a:pt x="713357" y="65847"/>
                  <a:pt x="713069" y="69788"/>
                  <a:pt x="713069" y="73887"/>
                </a:cubicBezTo>
                <a:cubicBezTo>
                  <a:pt x="713069" y="77460"/>
                  <a:pt x="713331" y="81139"/>
                  <a:pt x="713855" y="84924"/>
                </a:cubicBezTo>
                <a:cubicBezTo>
                  <a:pt x="714381" y="88707"/>
                  <a:pt x="715380" y="92123"/>
                  <a:pt x="716850" y="95172"/>
                </a:cubicBezTo>
                <a:cubicBezTo>
                  <a:pt x="718323" y="98219"/>
                  <a:pt x="720346" y="100742"/>
                  <a:pt x="722920" y="102740"/>
                </a:cubicBezTo>
                <a:cubicBezTo>
                  <a:pt x="725495" y="104736"/>
                  <a:pt x="728780" y="105735"/>
                  <a:pt x="732775" y="105735"/>
                </a:cubicBezTo>
                <a:cubicBezTo>
                  <a:pt x="736874" y="105735"/>
                  <a:pt x="740185" y="104789"/>
                  <a:pt x="742706" y="102896"/>
                </a:cubicBezTo>
                <a:cubicBezTo>
                  <a:pt x="745228" y="101004"/>
                  <a:pt x="747199" y="98534"/>
                  <a:pt x="748619" y="95487"/>
                </a:cubicBezTo>
                <a:cubicBezTo>
                  <a:pt x="750038" y="92438"/>
                  <a:pt x="750984" y="88996"/>
                  <a:pt x="751457" y="85160"/>
                </a:cubicBezTo>
                <a:cubicBezTo>
                  <a:pt x="751930" y="81324"/>
                  <a:pt x="752167" y="77461"/>
                  <a:pt x="752167" y="73572"/>
                </a:cubicBezTo>
                <a:close/>
                <a:moveTo>
                  <a:pt x="853364" y="71837"/>
                </a:moveTo>
                <a:cubicBezTo>
                  <a:pt x="853364" y="78249"/>
                  <a:pt x="852471" y="83925"/>
                  <a:pt x="850684" y="88864"/>
                </a:cubicBezTo>
                <a:cubicBezTo>
                  <a:pt x="848897" y="93804"/>
                  <a:pt x="846348" y="97956"/>
                  <a:pt x="843037" y="101320"/>
                </a:cubicBezTo>
                <a:cubicBezTo>
                  <a:pt x="839726" y="104683"/>
                  <a:pt x="835759" y="107232"/>
                  <a:pt x="831134" y="108965"/>
                </a:cubicBezTo>
                <a:cubicBezTo>
                  <a:pt x="826510" y="110699"/>
                  <a:pt x="821361" y="111566"/>
                  <a:pt x="815685" y="111566"/>
                </a:cubicBezTo>
                <a:cubicBezTo>
                  <a:pt x="810745" y="111566"/>
                  <a:pt x="806173" y="110752"/>
                  <a:pt x="801968" y="109124"/>
                </a:cubicBezTo>
                <a:cubicBezTo>
                  <a:pt x="797765" y="107495"/>
                  <a:pt x="794139" y="105077"/>
                  <a:pt x="791090" y="101871"/>
                </a:cubicBezTo>
                <a:cubicBezTo>
                  <a:pt x="788043" y="98666"/>
                  <a:pt x="785625" y="94619"/>
                  <a:pt x="783837" y="89733"/>
                </a:cubicBezTo>
                <a:cubicBezTo>
                  <a:pt x="782051" y="84845"/>
                  <a:pt x="781157" y="79090"/>
                  <a:pt x="781157" y="72468"/>
                </a:cubicBezTo>
                <a:cubicBezTo>
                  <a:pt x="781157" y="67108"/>
                  <a:pt x="782051" y="62195"/>
                  <a:pt x="783837" y="57729"/>
                </a:cubicBezTo>
                <a:cubicBezTo>
                  <a:pt x="785625" y="53262"/>
                  <a:pt x="788122" y="49453"/>
                  <a:pt x="791326" y="46300"/>
                </a:cubicBezTo>
                <a:cubicBezTo>
                  <a:pt x="794532" y="43145"/>
                  <a:pt x="798394" y="40675"/>
                  <a:pt x="802914" y="38888"/>
                </a:cubicBezTo>
                <a:cubicBezTo>
                  <a:pt x="807433" y="37102"/>
                  <a:pt x="812373" y="36208"/>
                  <a:pt x="817735" y="36208"/>
                </a:cubicBezTo>
                <a:cubicBezTo>
                  <a:pt x="822884" y="36208"/>
                  <a:pt x="827639" y="36996"/>
                  <a:pt x="832000" y="38573"/>
                </a:cubicBezTo>
                <a:cubicBezTo>
                  <a:pt x="836362" y="40149"/>
                  <a:pt x="840119" y="42436"/>
                  <a:pt x="843272" y="45431"/>
                </a:cubicBezTo>
                <a:cubicBezTo>
                  <a:pt x="846427" y="48427"/>
                  <a:pt x="848897" y="52132"/>
                  <a:pt x="850684" y="56548"/>
                </a:cubicBezTo>
                <a:cubicBezTo>
                  <a:pt x="852471" y="60961"/>
                  <a:pt x="853364" y="66058"/>
                  <a:pt x="853364" y="71837"/>
                </a:cubicBezTo>
                <a:moveTo>
                  <a:pt x="836811" y="73572"/>
                </a:moveTo>
                <a:cubicBezTo>
                  <a:pt x="836811" y="69579"/>
                  <a:pt x="836548" y="65690"/>
                  <a:pt x="836022" y="61907"/>
                </a:cubicBezTo>
                <a:cubicBezTo>
                  <a:pt x="835496" y="58122"/>
                  <a:pt x="834550" y="54759"/>
                  <a:pt x="833183" y="51816"/>
                </a:cubicBezTo>
                <a:cubicBezTo>
                  <a:pt x="831817" y="48873"/>
                  <a:pt x="829925" y="46508"/>
                  <a:pt x="827508" y="44722"/>
                </a:cubicBezTo>
                <a:cubicBezTo>
                  <a:pt x="825092" y="42935"/>
                  <a:pt x="821991" y="42042"/>
                  <a:pt x="818206" y="42042"/>
                </a:cubicBezTo>
                <a:cubicBezTo>
                  <a:pt x="814003" y="42042"/>
                  <a:pt x="810587" y="42935"/>
                  <a:pt x="807958" y="44722"/>
                </a:cubicBezTo>
                <a:cubicBezTo>
                  <a:pt x="805331" y="46508"/>
                  <a:pt x="803256" y="48899"/>
                  <a:pt x="801733" y="51895"/>
                </a:cubicBezTo>
                <a:cubicBezTo>
                  <a:pt x="800209" y="54891"/>
                  <a:pt x="799158" y="58280"/>
                  <a:pt x="798579" y="62064"/>
                </a:cubicBezTo>
                <a:cubicBezTo>
                  <a:pt x="798001" y="65847"/>
                  <a:pt x="797713" y="69788"/>
                  <a:pt x="797713" y="73887"/>
                </a:cubicBezTo>
                <a:cubicBezTo>
                  <a:pt x="797713" y="77460"/>
                  <a:pt x="797975" y="81139"/>
                  <a:pt x="798499" y="84924"/>
                </a:cubicBezTo>
                <a:cubicBezTo>
                  <a:pt x="799025" y="88707"/>
                  <a:pt x="800024" y="92123"/>
                  <a:pt x="801494" y="95172"/>
                </a:cubicBezTo>
                <a:cubicBezTo>
                  <a:pt x="802967" y="98219"/>
                  <a:pt x="804990" y="100742"/>
                  <a:pt x="807564" y="102740"/>
                </a:cubicBezTo>
                <a:cubicBezTo>
                  <a:pt x="810139" y="104736"/>
                  <a:pt x="813425" y="105735"/>
                  <a:pt x="817419" y="105735"/>
                </a:cubicBezTo>
                <a:cubicBezTo>
                  <a:pt x="821519" y="105735"/>
                  <a:pt x="824829" y="104789"/>
                  <a:pt x="827350" y="102896"/>
                </a:cubicBezTo>
                <a:cubicBezTo>
                  <a:pt x="829872" y="101004"/>
                  <a:pt x="831843" y="98534"/>
                  <a:pt x="833263" y="95487"/>
                </a:cubicBezTo>
                <a:cubicBezTo>
                  <a:pt x="834682" y="92438"/>
                  <a:pt x="835628" y="88996"/>
                  <a:pt x="836101" y="85160"/>
                </a:cubicBezTo>
                <a:cubicBezTo>
                  <a:pt x="836574" y="81324"/>
                  <a:pt x="836811" y="77461"/>
                  <a:pt x="836811" y="73572"/>
                </a:cubicBezTo>
                <a:close/>
                <a:moveTo>
                  <a:pt x="916567" y="50555"/>
                </a:moveTo>
                <a:cubicBezTo>
                  <a:pt x="914570" y="48033"/>
                  <a:pt x="912415" y="46167"/>
                  <a:pt x="910103" y="44960"/>
                </a:cubicBezTo>
                <a:cubicBezTo>
                  <a:pt x="907790" y="43751"/>
                  <a:pt x="905005" y="43146"/>
                  <a:pt x="901748" y="43146"/>
                </a:cubicBezTo>
                <a:cubicBezTo>
                  <a:pt x="898594" y="43146"/>
                  <a:pt x="895755" y="43619"/>
                  <a:pt x="893232" y="44565"/>
                </a:cubicBezTo>
                <a:cubicBezTo>
                  <a:pt x="890711" y="45510"/>
                  <a:pt x="888583" y="47138"/>
                  <a:pt x="886848" y="49451"/>
                </a:cubicBezTo>
                <a:cubicBezTo>
                  <a:pt x="885114" y="51764"/>
                  <a:pt x="883801" y="54917"/>
                  <a:pt x="882908" y="58912"/>
                </a:cubicBezTo>
                <a:cubicBezTo>
                  <a:pt x="882014" y="62906"/>
                  <a:pt x="881568" y="67950"/>
                  <a:pt x="881568" y="74046"/>
                </a:cubicBezTo>
                <a:cubicBezTo>
                  <a:pt x="881568" y="77619"/>
                  <a:pt x="881935" y="81113"/>
                  <a:pt x="882669" y="84529"/>
                </a:cubicBezTo>
                <a:cubicBezTo>
                  <a:pt x="883405" y="87945"/>
                  <a:pt x="884483" y="90993"/>
                  <a:pt x="885902" y="93673"/>
                </a:cubicBezTo>
                <a:cubicBezTo>
                  <a:pt x="887322" y="96353"/>
                  <a:pt x="889056" y="98508"/>
                  <a:pt x="891106" y="100137"/>
                </a:cubicBezTo>
                <a:cubicBezTo>
                  <a:pt x="893155" y="101766"/>
                  <a:pt x="895547" y="102581"/>
                  <a:pt x="898279" y="102581"/>
                </a:cubicBezTo>
                <a:cubicBezTo>
                  <a:pt x="902693" y="102581"/>
                  <a:pt x="906344" y="101819"/>
                  <a:pt x="909234" y="100296"/>
                </a:cubicBezTo>
                <a:cubicBezTo>
                  <a:pt x="912126" y="98771"/>
                  <a:pt x="914570" y="96800"/>
                  <a:pt x="916567" y="94383"/>
                </a:cubicBezTo>
                <a:lnTo>
                  <a:pt x="916567" y="50555"/>
                </a:lnTo>
                <a:moveTo>
                  <a:pt x="931385" y="82559"/>
                </a:moveTo>
                <a:cubicBezTo>
                  <a:pt x="931385" y="86868"/>
                  <a:pt x="931464" y="90363"/>
                  <a:pt x="931621" y="93043"/>
                </a:cubicBezTo>
                <a:cubicBezTo>
                  <a:pt x="931780" y="95723"/>
                  <a:pt x="932253" y="97825"/>
                  <a:pt x="933040" y="99350"/>
                </a:cubicBezTo>
                <a:cubicBezTo>
                  <a:pt x="933829" y="100874"/>
                  <a:pt x="935012" y="101924"/>
                  <a:pt x="936588" y="102502"/>
                </a:cubicBezTo>
                <a:cubicBezTo>
                  <a:pt x="938165" y="103079"/>
                  <a:pt x="940372" y="103368"/>
                  <a:pt x="943211" y="103368"/>
                </a:cubicBezTo>
                <a:cubicBezTo>
                  <a:pt x="943631" y="103368"/>
                  <a:pt x="943972" y="103604"/>
                  <a:pt x="944233" y="104077"/>
                </a:cubicBezTo>
                <a:cubicBezTo>
                  <a:pt x="944496" y="104550"/>
                  <a:pt x="944628" y="105103"/>
                  <a:pt x="944628" y="105735"/>
                </a:cubicBezTo>
                <a:cubicBezTo>
                  <a:pt x="944628" y="106259"/>
                  <a:pt x="944523" y="106784"/>
                  <a:pt x="944313" y="107310"/>
                </a:cubicBezTo>
                <a:cubicBezTo>
                  <a:pt x="944103" y="107836"/>
                  <a:pt x="943735" y="108099"/>
                  <a:pt x="943211" y="108099"/>
                </a:cubicBezTo>
                <a:cubicBezTo>
                  <a:pt x="942369" y="108099"/>
                  <a:pt x="941659" y="108126"/>
                  <a:pt x="941080" y="108179"/>
                </a:cubicBezTo>
                <a:cubicBezTo>
                  <a:pt x="940502" y="108230"/>
                  <a:pt x="939924" y="108282"/>
                  <a:pt x="939345" y="108335"/>
                </a:cubicBezTo>
                <a:cubicBezTo>
                  <a:pt x="938768" y="108388"/>
                  <a:pt x="938138" y="108467"/>
                  <a:pt x="937454" y="108573"/>
                </a:cubicBezTo>
                <a:cubicBezTo>
                  <a:pt x="936771" y="108678"/>
                  <a:pt x="935904" y="108782"/>
                  <a:pt x="934854" y="108886"/>
                </a:cubicBezTo>
                <a:cubicBezTo>
                  <a:pt x="934014" y="108992"/>
                  <a:pt x="932857" y="109203"/>
                  <a:pt x="931385" y="109519"/>
                </a:cubicBezTo>
                <a:cubicBezTo>
                  <a:pt x="929914" y="109833"/>
                  <a:pt x="928391" y="110147"/>
                  <a:pt x="926814" y="110462"/>
                </a:cubicBezTo>
                <a:cubicBezTo>
                  <a:pt x="925238" y="110778"/>
                  <a:pt x="923767" y="111041"/>
                  <a:pt x="922400" y="111251"/>
                </a:cubicBezTo>
                <a:cubicBezTo>
                  <a:pt x="921034" y="111461"/>
                  <a:pt x="920141" y="111566"/>
                  <a:pt x="919720" y="111566"/>
                </a:cubicBezTo>
                <a:cubicBezTo>
                  <a:pt x="918878" y="111566"/>
                  <a:pt x="918194" y="110831"/>
                  <a:pt x="917668" y="109360"/>
                </a:cubicBezTo>
                <a:cubicBezTo>
                  <a:pt x="917144" y="107888"/>
                  <a:pt x="916882" y="105838"/>
                  <a:pt x="916882" y="103211"/>
                </a:cubicBezTo>
                <a:cubicBezTo>
                  <a:pt x="916882" y="102685"/>
                  <a:pt x="916750" y="102475"/>
                  <a:pt x="916487" y="102581"/>
                </a:cubicBezTo>
                <a:cubicBezTo>
                  <a:pt x="916224" y="102685"/>
                  <a:pt x="915988" y="102842"/>
                  <a:pt x="915778" y="103053"/>
                </a:cubicBezTo>
                <a:cubicBezTo>
                  <a:pt x="912520" y="105995"/>
                  <a:pt x="909367" y="108150"/>
                  <a:pt x="906319" y="109516"/>
                </a:cubicBezTo>
                <a:cubicBezTo>
                  <a:pt x="903272" y="110883"/>
                  <a:pt x="899541" y="111566"/>
                  <a:pt x="895126" y="111566"/>
                </a:cubicBezTo>
                <a:cubicBezTo>
                  <a:pt x="890500" y="111566"/>
                  <a:pt x="886322" y="110752"/>
                  <a:pt x="882590" y="109124"/>
                </a:cubicBezTo>
                <a:cubicBezTo>
                  <a:pt x="878860" y="107495"/>
                  <a:pt x="875707" y="105182"/>
                  <a:pt x="873131" y="102186"/>
                </a:cubicBezTo>
                <a:cubicBezTo>
                  <a:pt x="870557" y="99191"/>
                  <a:pt x="868561" y="95538"/>
                  <a:pt x="867141" y="91229"/>
                </a:cubicBezTo>
                <a:cubicBezTo>
                  <a:pt x="865724" y="86920"/>
                  <a:pt x="865015" y="82085"/>
                  <a:pt x="865015" y="76726"/>
                </a:cubicBezTo>
                <a:cubicBezTo>
                  <a:pt x="865015" y="69684"/>
                  <a:pt x="866118" y="63614"/>
                  <a:pt x="868325" y="58518"/>
                </a:cubicBezTo>
                <a:cubicBezTo>
                  <a:pt x="870532" y="53419"/>
                  <a:pt x="873421" y="49215"/>
                  <a:pt x="876995" y="45905"/>
                </a:cubicBezTo>
                <a:cubicBezTo>
                  <a:pt x="880569" y="42593"/>
                  <a:pt x="884590" y="40149"/>
                  <a:pt x="889056" y="38573"/>
                </a:cubicBezTo>
                <a:cubicBezTo>
                  <a:pt x="893523" y="36996"/>
                  <a:pt x="897963" y="36208"/>
                  <a:pt x="902378" y="36208"/>
                </a:cubicBezTo>
                <a:cubicBezTo>
                  <a:pt x="904479" y="36208"/>
                  <a:pt x="906791" y="36445"/>
                  <a:pt x="909314" y="36918"/>
                </a:cubicBezTo>
                <a:cubicBezTo>
                  <a:pt x="911836" y="37391"/>
                  <a:pt x="914254" y="38206"/>
                  <a:pt x="916567" y="39362"/>
                </a:cubicBezTo>
                <a:lnTo>
                  <a:pt x="916567" y="29744"/>
                </a:lnTo>
                <a:cubicBezTo>
                  <a:pt x="916567" y="25225"/>
                  <a:pt x="916462" y="21626"/>
                  <a:pt x="916251" y="18946"/>
                </a:cubicBezTo>
                <a:cubicBezTo>
                  <a:pt x="916041" y="16266"/>
                  <a:pt x="915490" y="14191"/>
                  <a:pt x="914596" y="12720"/>
                </a:cubicBezTo>
                <a:cubicBezTo>
                  <a:pt x="913703" y="11248"/>
                  <a:pt x="912337" y="10249"/>
                  <a:pt x="910497" y="9723"/>
                </a:cubicBezTo>
                <a:cubicBezTo>
                  <a:pt x="908658" y="9197"/>
                  <a:pt x="906162" y="8776"/>
                  <a:pt x="903009" y="8462"/>
                </a:cubicBezTo>
                <a:cubicBezTo>
                  <a:pt x="902588" y="8462"/>
                  <a:pt x="902247" y="8199"/>
                  <a:pt x="901984" y="7673"/>
                </a:cubicBezTo>
                <a:cubicBezTo>
                  <a:pt x="901721" y="7147"/>
                  <a:pt x="901589" y="6622"/>
                  <a:pt x="901589" y="6097"/>
                </a:cubicBezTo>
                <a:cubicBezTo>
                  <a:pt x="901589" y="5571"/>
                  <a:pt x="901694" y="5046"/>
                  <a:pt x="901905" y="4522"/>
                </a:cubicBezTo>
                <a:cubicBezTo>
                  <a:pt x="902115" y="3996"/>
                  <a:pt x="902483" y="3733"/>
                  <a:pt x="903009" y="3733"/>
                </a:cubicBezTo>
                <a:cubicBezTo>
                  <a:pt x="904795" y="3627"/>
                  <a:pt x="906739" y="3495"/>
                  <a:pt x="908840" y="3338"/>
                </a:cubicBezTo>
                <a:cubicBezTo>
                  <a:pt x="910942" y="3181"/>
                  <a:pt x="913097" y="2997"/>
                  <a:pt x="915304" y="2787"/>
                </a:cubicBezTo>
                <a:cubicBezTo>
                  <a:pt x="917512" y="2576"/>
                  <a:pt x="919667" y="2260"/>
                  <a:pt x="921768" y="1839"/>
                </a:cubicBezTo>
                <a:cubicBezTo>
                  <a:pt x="923870" y="1419"/>
                  <a:pt x="925867" y="946"/>
                  <a:pt x="927760" y="420"/>
                </a:cubicBezTo>
                <a:cubicBezTo>
                  <a:pt x="929126" y="0"/>
                  <a:pt x="930046" y="79"/>
                  <a:pt x="930519" y="658"/>
                </a:cubicBezTo>
                <a:cubicBezTo>
                  <a:pt x="930992" y="1236"/>
                  <a:pt x="931281" y="1839"/>
                  <a:pt x="931385" y="2470"/>
                </a:cubicBezTo>
                <a:lnTo>
                  <a:pt x="931385" y="82559"/>
                </a:lnTo>
                <a:close/>
                <a:moveTo>
                  <a:pt x="1076122" y="77356"/>
                </a:moveTo>
                <a:cubicBezTo>
                  <a:pt x="1076122" y="76200"/>
                  <a:pt x="1076069" y="75490"/>
                  <a:pt x="1075963" y="75227"/>
                </a:cubicBezTo>
                <a:cubicBezTo>
                  <a:pt x="1075859" y="74964"/>
                  <a:pt x="1075597" y="74832"/>
                  <a:pt x="1075177" y="74832"/>
                </a:cubicBezTo>
                <a:cubicBezTo>
                  <a:pt x="1066558" y="75569"/>
                  <a:pt x="1060173" y="77382"/>
                  <a:pt x="1056021" y="80274"/>
                </a:cubicBezTo>
                <a:cubicBezTo>
                  <a:pt x="1051871" y="83164"/>
                  <a:pt x="1049795" y="86868"/>
                  <a:pt x="1049795" y="91388"/>
                </a:cubicBezTo>
                <a:cubicBezTo>
                  <a:pt x="1049795" y="94541"/>
                  <a:pt x="1050584" y="97195"/>
                  <a:pt x="1052160" y="99350"/>
                </a:cubicBezTo>
                <a:cubicBezTo>
                  <a:pt x="1053736" y="101504"/>
                  <a:pt x="1056364" y="102581"/>
                  <a:pt x="1060043" y="102581"/>
                </a:cubicBezTo>
                <a:cubicBezTo>
                  <a:pt x="1062460" y="102581"/>
                  <a:pt x="1065008" y="102108"/>
                  <a:pt x="1067688" y="101162"/>
                </a:cubicBezTo>
                <a:cubicBezTo>
                  <a:pt x="1070368" y="100216"/>
                  <a:pt x="1072759" y="98849"/>
                  <a:pt x="1074862" y="97063"/>
                </a:cubicBezTo>
                <a:cubicBezTo>
                  <a:pt x="1075702" y="96222"/>
                  <a:pt x="1076122" y="95381"/>
                  <a:pt x="1076122" y="94539"/>
                </a:cubicBezTo>
                <a:lnTo>
                  <a:pt x="1076122" y="77356"/>
                </a:lnTo>
                <a:moveTo>
                  <a:pt x="1090943" y="92963"/>
                </a:moveTo>
                <a:cubicBezTo>
                  <a:pt x="1090943" y="96642"/>
                  <a:pt x="1091285" y="99218"/>
                  <a:pt x="1091968" y="100690"/>
                </a:cubicBezTo>
                <a:cubicBezTo>
                  <a:pt x="1092651" y="102161"/>
                  <a:pt x="1093991" y="102896"/>
                  <a:pt x="1095988" y="102896"/>
                </a:cubicBezTo>
                <a:cubicBezTo>
                  <a:pt x="1097144" y="102896"/>
                  <a:pt x="1098089" y="102765"/>
                  <a:pt x="1098824" y="102502"/>
                </a:cubicBezTo>
                <a:cubicBezTo>
                  <a:pt x="1099560" y="102239"/>
                  <a:pt x="1100611" y="101687"/>
                  <a:pt x="1101978" y="100847"/>
                </a:cubicBezTo>
                <a:cubicBezTo>
                  <a:pt x="1102293" y="100636"/>
                  <a:pt x="1102635" y="100636"/>
                  <a:pt x="1103002" y="100847"/>
                </a:cubicBezTo>
                <a:cubicBezTo>
                  <a:pt x="1103371" y="101057"/>
                  <a:pt x="1103686" y="101346"/>
                  <a:pt x="1103948" y="101715"/>
                </a:cubicBezTo>
                <a:cubicBezTo>
                  <a:pt x="1104211" y="102082"/>
                  <a:pt x="1104394" y="102502"/>
                  <a:pt x="1104499" y="102976"/>
                </a:cubicBezTo>
                <a:cubicBezTo>
                  <a:pt x="1104604" y="103449"/>
                  <a:pt x="1104500" y="103842"/>
                  <a:pt x="1104186" y="104157"/>
                </a:cubicBezTo>
                <a:cubicBezTo>
                  <a:pt x="1100087" y="109096"/>
                  <a:pt x="1095251" y="111566"/>
                  <a:pt x="1089680" y="111566"/>
                </a:cubicBezTo>
                <a:cubicBezTo>
                  <a:pt x="1086633" y="111566"/>
                  <a:pt x="1084032" y="110752"/>
                  <a:pt x="1081876" y="109124"/>
                </a:cubicBezTo>
                <a:cubicBezTo>
                  <a:pt x="1079723" y="107495"/>
                  <a:pt x="1078120" y="105576"/>
                  <a:pt x="1077070" y="103368"/>
                </a:cubicBezTo>
                <a:cubicBezTo>
                  <a:pt x="1076858" y="102843"/>
                  <a:pt x="1076542" y="102791"/>
                  <a:pt x="1076122" y="103211"/>
                </a:cubicBezTo>
                <a:cubicBezTo>
                  <a:pt x="1073389" y="105628"/>
                  <a:pt x="1070210" y="107625"/>
                  <a:pt x="1066584" y="109201"/>
                </a:cubicBezTo>
                <a:cubicBezTo>
                  <a:pt x="1062958" y="110778"/>
                  <a:pt x="1058413" y="111566"/>
                  <a:pt x="1052949" y="111566"/>
                </a:cubicBezTo>
                <a:cubicBezTo>
                  <a:pt x="1046958" y="111566"/>
                  <a:pt x="1042332" y="109964"/>
                  <a:pt x="1039074" y="106760"/>
                </a:cubicBezTo>
                <a:cubicBezTo>
                  <a:pt x="1035816" y="103554"/>
                  <a:pt x="1034188" y="99008"/>
                  <a:pt x="1034188" y="93122"/>
                </a:cubicBezTo>
                <a:cubicBezTo>
                  <a:pt x="1034188" y="85554"/>
                  <a:pt x="1037709" y="79747"/>
                  <a:pt x="1044751" y="75701"/>
                </a:cubicBezTo>
                <a:cubicBezTo>
                  <a:pt x="1051793" y="71655"/>
                  <a:pt x="1062040" y="69632"/>
                  <a:pt x="1075492" y="69632"/>
                </a:cubicBezTo>
                <a:cubicBezTo>
                  <a:pt x="1075702" y="69632"/>
                  <a:pt x="1075859" y="69369"/>
                  <a:pt x="1075963" y="68843"/>
                </a:cubicBezTo>
                <a:cubicBezTo>
                  <a:pt x="1076069" y="68317"/>
                  <a:pt x="1076122" y="67108"/>
                  <a:pt x="1076122" y="65217"/>
                </a:cubicBezTo>
                <a:lnTo>
                  <a:pt x="1076122" y="60959"/>
                </a:lnTo>
                <a:cubicBezTo>
                  <a:pt x="1076122" y="58332"/>
                  <a:pt x="1075912" y="55863"/>
                  <a:pt x="1075492" y="53550"/>
                </a:cubicBezTo>
                <a:cubicBezTo>
                  <a:pt x="1075072" y="51238"/>
                  <a:pt x="1074362" y="49214"/>
                  <a:pt x="1073363" y="47481"/>
                </a:cubicBezTo>
                <a:cubicBezTo>
                  <a:pt x="1072365" y="45747"/>
                  <a:pt x="1070973" y="44381"/>
                  <a:pt x="1069187" y="43382"/>
                </a:cubicBezTo>
                <a:cubicBezTo>
                  <a:pt x="1067400" y="42383"/>
                  <a:pt x="1065193" y="41883"/>
                  <a:pt x="1062564" y="41883"/>
                </a:cubicBezTo>
                <a:cubicBezTo>
                  <a:pt x="1058675" y="41883"/>
                  <a:pt x="1055522" y="42646"/>
                  <a:pt x="1053105" y="44171"/>
                </a:cubicBezTo>
                <a:cubicBezTo>
                  <a:pt x="1050689" y="45694"/>
                  <a:pt x="1049480" y="47664"/>
                  <a:pt x="1049480" y="50081"/>
                </a:cubicBezTo>
                <a:cubicBezTo>
                  <a:pt x="1049480" y="51238"/>
                  <a:pt x="1049847" y="52367"/>
                  <a:pt x="1050582" y="53471"/>
                </a:cubicBezTo>
                <a:cubicBezTo>
                  <a:pt x="1051318" y="54574"/>
                  <a:pt x="1051686" y="55704"/>
                  <a:pt x="1051686" y="56860"/>
                </a:cubicBezTo>
                <a:cubicBezTo>
                  <a:pt x="1051686" y="58332"/>
                  <a:pt x="1050950" y="59752"/>
                  <a:pt x="1049478" y="61118"/>
                </a:cubicBezTo>
                <a:cubicBezTo>
                  <a:pt x="1048007" y="62485"/>
                  <a:pt x="1046221" y="63168"/>
                  <a:pt x="1044121" y="63168"/>
                </a:cubicBezTo>
                <a:cubicBezTo>
                  <a:pt x="1041282" y="63168"/>
                  <a:pt x="1039258" y="62406"/>
                  <a:pt x="1038049" y="60882"/>
                </a:cubicBezTo>
                <a:cubicBezTo>
                  <a:pt x="1036841" y="59357"/>
                  <a:pt x="1036237" y="57491"/>
                  <a:pt x="1036237" y="55285"/>
                </a:cubicBezTo>
                <a:cubicBezTo>
                  <a:pt x="1036237" y="52658"/>
                  <a:pt x="1036973" y="50161"/>
                  <a:pt x="1038443" y="47796"/>
                </a:cubicBezTo>
                <a:cubicBezTo>
                  <a:pt x="1039916" y="45430"/>
                  <a:pt x="1041912" y="43407"/>
                  <a:pt x="1044433" y="41727"/>
                </a:cubicBezTo>
                <a:cubicBezTo>
                  <a:pt x="1046956" y="40044"/>
                  <a:pt x="1049899" y="38704"/>
                  <a:pt x="1053262" y="37707"/>
                </a:cubicBezTo>
                <a:cubicBezTo>
                  <a:pt x="1056626" y="36708"/>
                  <a:pt x="1060148" y="36208"/>
                  <a:pt x="1063827" y="36208"/>
                </a:cubicBezTo>
                <a:cubicBezTo>
                  <a:pt x="1072234" y="36208"/>
                  <a:pt x="1078855" y="38153"/>
                  <a:pt x="1083690" y="42042"/>
                </a:cubicBezTo>
                <a:cubicBezTo>
                  <a:pt x="1088525" y="45931"/>
                  <a:pt x="1090943" y="52395"/>
                  <a:pt x="1090943" y="61433"/>
                </a:cubicBezTo>
                <a:lnTo>
                  <a:pt x="1090943" y="92963"/>
                </a:lnTo>
                <a:close/>
                <a:moveTo>
                  <a:pt x="1131365" y="85711"/>
                </a:moveTo>
                <a:cubicBezTo>
                  <a:pt x="1131365" y="91596"/>
                  <a:pt x="1132021" y="95958"/>
                  <a:pt x="1133335" y="98797"/>
                </a:cubicBezTo>
                <a:cubicBezTo>
                  <a:pt x="1134648" y="101634"/>
                  <a:pt x="1137039" y="103053"/>
                  <a:pt x="1140508" y="103053"/>
                </a:cubicBezTo>
                <a:cubicBezTo>
                  <a:pt x="1142925" y="103053"/>
                  <a:pt x="1145210" y="102685"/>
                  <a:pt x="1147364" y="101951"/>
                </a:cubicBezTo>
                <a:cubicBezTo>
                  <a:pt x="1149520" y="101215"/>
                  <a:pt x="1151175" y="100426"/>
                  <a:pt x="1152332" y="99586"/>
                </a:cubicBezTo>
                <a:cubicBezTo>
                  <a:pt x="1152648" y="99376"/>
                  <a:pt x="1153016" y="99349"/>
                  <a:pt x="1153436" y="99507"/>
                </a:cubicBezTo>
                <a:cubicBezTo>
                  <a:pt x="1153856" y="99664"/>
                  <a:pt x="1154223" y="99927"/>
                  <a:pt x="1154538" y="100296"/>
                </a:cubicBezTo>
                <a:cubicBezTo>
                  <a:pt x="1154854" y="100663"/>
                  <a:pt x="1155090" y="101057"/>
                  <a:pt x="1155247" y="101477"/>
                </a:cubicBezTo>
                <a:cubicBezTo>
                  <a:pt x="1155406" y="101897"/>
                  <a:pt x="1155380" y="102265"/>
                  <a:pt x="1155170" y="102581"/>
                </a:cubicBezTo>
                <a:cubicBezTo>
                  <a:pt x="1153174" y="105838"/>
                  <a:pt x="1150572" y="108150"/>
                  <a:pt x="1147367" y="109516"/>
                </a:cubicBezTo>
                <a:cubicBezTo>
                  <a:pt x="1144161" y="110883"/>
                  <a:pt x="1140403" y="111566"/>
                  <a:pt x="1136094" y="111566"/>
                </a:cubicBezTo>
                <a:cubicBezTo>
                  <a:pt x="1128948" y="111566"/>
                  <a:pt x="1123903" y="109964"/>
                  <a:pt x="1120960" y="106760"/>
                </a:cubicBezTo>
                <a:cubicBezTo>
                  <a:pt x="1118017" y="103554"/>
                  <a:pt x="1116546" y="98535"/>
                  <a:pt x="1116546" y="91703"/>
                </a:cubicBezTo>
                <a:lnTo>
                  <a:pt x="1116546" y="51185"/>
                </a:lnTo>
                <a:cubicBezTo>
                  <a:pt x="1116546" y="49925"/>
                  <a:pt x="1116493" y="48927"/>
                  <a:pt x="1116387" y="48190"/>
                </a:cubicBezTo>
                <a:cubicBezTo>
                  <a:pt x="1116283" y="47454"/>
                  <a:pt x="1115968" y="46929"/>
                  <a:pt x="1115442" y="46615"/>
                </a:cubicBezTo>
                <a:cubicBezTo>
                  <a:pt x="1114916" y="46299"/>
                  <a:pt x="1114048" y="46114"/>
                  <a:pt x="1112839" y="46062"/>
                </a:cubicBezTo>
                <a:cubicBezTo>
                  <a:pt x="1111631" y="46009"/>
                  <a:pt x="1109924" y="45982"/>
                  <a:pt x="1107718" y="45982"/>
                </a:cubicBezTo>
                <a:cubicBezTo>
                  <a:pt x="1107402" y="45982"/>
                  <a:pt x="1107139" y="45667"/>
                  <a:pt x="1106928" y="45037"/>
                </a:cubicBezTo>
                <a:cubicBezTo>
                  <a:pt x="1106718" y="44406"/>
                  <a:pt x="1106587" y="43723"/>
                  <a:pt x="1106534" y="42987"/>
                </a:cubicBezTo>
                <a:cubicBezTo>
                  <a:pt x="1106481" y="42251"/>
                  <a:pt x="1106560" y="41568"/>
                  <a:pt x="1106770" y="40938"/>
                </a:cubicBezTo>
                <a:cubicBezTo>
                  <a:pt x="1106981" y="40307"/>
                  <a:pt x="1107297" y="39992"/>
                  <a:pt x="1107718" y="39992"/>
                </a:cubicBezTo>
                <a:cubicBezTo>
                  <a:pt x="1110344" y="39782"/>
                  <a:pt x="1112603" y="39388"/>
                  <a:pt x="1114494" y="38811"/>
                </a:cubicBezTo>
                <a:cubicBezTo>
                  <a:pt x="1116386" y="38232"/>
                  <a:pt x="1117989" y="37312"/>
                  <a:pt x="1119303" y="36052"/>
                </a:cubicBezTo>
                <a:cubicBezTo>
                  <a:pt x="1120618" y="34790"/>
                  <a:pt x="1121669" y="33082"/>
                  <a:pt x="1122457" y="30928"/>
                </a:cubicBezTo>
                <a:cubicBezTo>
                  <a:pt x="1123246" y="28773"/>
                  <a:pt x="1123902" y="25961"/>
                  <a:pt x="1124427" y="22494"/>
                </a:cubicBezTo>
                <a:cubicBezTo>
                  <a:pt x="1124533" y="21862"/>
                  <a:pt x="1124954" y="21389"/>
                  <a:pt x="1125690" y="21075"/>
                </a:cubicBezTo>
                <a:cubicBezTo>
                  <a:pt x="1126426" y="20759"/>
                  <a:pt x="1127214" y="20601"/>
                  <a:pt x="1128054" y="20601"/>
                </a:cubicBezTo>
                <a:cubicBezTo>
                  <a:pt x="1128895" y="20601"/>
                  <a:pt x="1129657" y="20732"/>
                  <a:pt x="1130340" y="20995"/>
                </a:cubicBezTo>
                <a:cubicBezTo>
                  <a:pt x="1131023" y="21258"/>
                  <a:pt x="1131365" y="21600"/>
                  <a:pt x="1131365" y="22020"/>
                </a:cubicBezTo>
                <a:lnTo>
                  <a:pt x="1131365" y="35578"/>
                </a:lnTo>
                <a:cubicBezTo>
                  <a:pt x="1131365" y="37260"/>
                  <a:pt x="1131443" y="38233"/>
                  <a:pt x="1131600" y="38496"/>
                </a:cubicBezTo>
                <a:cubicBezTo>
                  <a:pt x="1131759" y="38757"/>
                  <a:pt x="1132417" y="38888"/>
                  <a:pt x="1133573" y="38888"/>
                </a:cubicBezTo>
                <a:lnTo>
                  <a:pt x="1149967" y="38888"/>
                </a:lnTo>
                <a:cubicBezTo>
                  <a:pt x="1150703" y="38888"/>
                  <a:pt x="1151176" y="39309"/>
                  <a:pt x="1151386" y="40151"/>
                </a:cubicBezTo>
                <a:cubicBezTo>
                  <a:pt x="1151596" y="40991"/>
                  <a:pt x="1151701" y="41727"/>
                  <a:pt x="1151701" y="42357"/>
                </a:cubicBezTo>
                <a:cubicBezTo>
                  <a:pt x="1151701" y="42987"/>
                  <a:pt x="1151570" y="43749"/>
                  <a:pt x="1151307" y="44642"/>
                </a:cubicBezTo>
                <a:cubicBezTo>
                  <a:pt x="1151046" y="45536"/>
                  <a:pt x="1150494" y="45982"/>
                  <a:pt x="1149652" y="45982"/>
                </a:cubicBezTo>
                <a:lnTo>
                  <a:pt x="1132784" y="45982"/>
                </a:lnTo>
                <a:cubicBezTo>
                  <a:pt x="1132048" y="45982"/>
                  <a:pt x="1131627" y="46167"/>
                  <a:pt x="1131521" y="46535"/>
                </a:cubicBezTo>
                <a:cubicBezTo>
                  <a:pt x="1131417" y="46903"/>
                  <a:pt x="1131365" y="48243"/>
                  <a:pt x="1131365" y="50555"/>
                </a:cubicBezTo>
                <a:lnTo>
                  <a:pt x="1131365" y="85711"/>
                </a:lnTo>
                <a:close/>
                <a:moveTo>
                  <a:pt x="1284427" y="77356"/>
                </a:moveTo>
                <a:cubicBezTo>
                  <a:pt x="1284427" y="76200"/>
                  <a:pt x="1284374" y="75490"/>
                  <a:pt x="1284269" y="75227"/>
                </a:cubicBezTo>
                <a:cubicBezTo>
                  <a:pt x="1284164" y="74964"/>
                  <a:pt x="1283902" y="74832"/>
                  <a:pt x="1283482" y="74832"/>
                </a:cubicBezTo>
                <a:cubicBezTo>
                  <a:pt x="1274863" y="75569"/>
                  <a:pt x="1268478" y="77382"/>
                  <a:pt x="1264326" y="80274"/>
                </a:cubicBezTo>
                <a:cubicBezTo>
                  <a:pt x="1260176" y="83164"/>
                  <a:pt x="1258100" y="86868"/>
                  <a:pt x="1258100" y="91388"/>
                </a:cubicBezTo>
                <a:cubicBezTo>
                  <a:pt x="1258100" y="94541"/>
                  <a:pt x="1258889" y="97195"/>
                  <a:pt x="1260465" y="99350"/>
                </a:cubicBezTo>
                <a:cubicBezTo>
                  <a:pt x="1262042" y="101504"/>
                  <a:pt x="1264669" y="102581"/>
                  <a:pt x="1268348" y="102581"/>
                </a:cubicBezTo>
                <a:cubicBezTo>
                  <a:pt x="1270765" y="102581"/>
                  <a:pt x="1273313" y="102108"/>
                  <a:pt x="1275993" y="101162"/>
                </a:cubicBezTo>
                <a:cubicBezTo>
                  <a:pt x="1278673" y="100216"/>
                  <a:pt x="1281064" y="98849"/>
                  <a:pt x="1283167" y="97063"/>
                </a:cubicBezTo>
                <a:cubicBezTo>
                  <a:pt x="1284007" y="96222"/>
                  <a:pt x="1284427" y="95381"/>
                  <a:pt x="1284427" y="94539"/>
                </a:cubicBezTo>
                <a:lnTo>
                  <a:pt x="1284427" y="77356"/>
                </a:lnTo>
                <a:moveTo>
                  <a:pt x="1299248" y="92963"/>
                </a:moveTo>
                <a:cubicBezTo>
                  <a:pt x="1299248" y="96642"/>
                  <a:pt x="1299590" y="99218"/>
                  <a:pt x="1300273" y="100690"/>
                </a:cubicBezTo>
                <a:cubicBezTo>
                  <a:pt x="1300956" y="102161"/>
                  <a:pt x="1302296" y="102896"/>
                  <a:pt x="1304293" y="102896"/>
                </a:cubicBezTo>
                <a:cubicBezTo>
                  <a:pt x="1305449" y="102896"/>
                  <a:pt x="1306394" y="102765"/>
                  <a:pt x="1307129" y="102502"/>
                </a:cubicBezTo>
                <a:cubicBezTo>
                  <a:pt x="1307865" y="102239"/>
                  <a:pt x="1308916" y="101687"/>
                  <a:pt x="1310283" y="100847"/>
                </a:cubicBezTo>
                <a:cubicBezTo>
                  <a:pt x="1310599" y="100636"/>
                  <a:pt x="1310940" y="100636"/>
                  <a:pt x="1311307" y="100847"/>
                </a:cubicBezTo>
                <a:cubicBezTo>
                  <a:pt x="1311676" y="101057"/>
                  <a:pt x="1311991" y="101346"/>
                  <a:pt x="1312253" y="101715"/>
                </a:cubicBezTo>
                <a:cubicBezTo>
                  <a:pt x="1312516" y="102082"/>
                  <a:pt x="1312699" y="102502"/>
                  <a:pt x="1312804" y="102976"/>
                </a:cubicBezTo>
                <a:cubicBezTo>
                  <a:pt x="1312910" y="103449"/>
                  <a:pt x="1312805" y="103842"/>
                  <a:pt x="1312491" y="104157"/>
                </a:cubicBezTo>
                <a:cubicBezTo>
                  <a:pt x="1308392" y="109096"/>
                  <a:pt x="1303557" y="111566"/>
                  <a:pt x="1297985" y="111566"/>
                </a:cubicBezTo>
                <a:cubicBezTo>
                  <a:pt x="1294938" y="111566"/>
                  <a:pt x="1292337" y="110752"/>
                  <a:pt x="1290181" y="109124"/>
                </a:cubicBezTo>
                <a:cubicBezTo>
                  <a:pt x="1288028" y="107495"/>
                  <a:pt x="1286426" y="105576"/>
                  <a:pt x="1285375" y="103368"/>
                </a:cubicBezTo>
                <a:cubicBezTo>
                  <a:pt x="1285163" y="102843"/>
                  <a:pt x="1284847" y="102791"/>
                  <a:pt x="1284427" y="103211"/>
                </a:cubicBezTo>
                <a:cubicBezTo>
                  <a:pt x="1281695" y="105628"/>
                  <a:pt x="1278515" y="107625"/>
                  <a:pt x="1274889" y="109201"/>
                </a:cubicBezTo>
                <a:cubicBezTo>
                  <a:pt x="1271263" y="110778"/>
                  <a:pt x="1266718" y="111566"/>
                  <a:pt x="1261254" y="111566"/>
                </a:cubicBezTo>
                <a:cubicBezTo>
                  <a:pt x="1255263" y="111566"/>
                  <a:pt x="1250638" y="109964"/>
                  <a:pt x="1247379" y="106760"/>
                </a:cubicBezTo>
                <a:cubicBezTo>
                  <a:pt x="1244122" y="103554"/>
                  <a:pt x="1242493" y="99008"/>
                  <a:pt x="1242493" y="93122"/>
                </a:cubicBezTo>
                <a:cubicBezTo>
                  <a:pt x="1242493" y="85554"/>
                  <a:pt x="1246014" y="79747"/>
                  <a:pt x="1253056" y="75701"/>
                </a:cubicBezTo>
                <a:cubicBezTo>
                  <a:pt x="1260098" y="71655"/>
                  <a:pt x="1270345" y="69632"/>
                  <a:pt x="1283797" y="69632"/>
                </a:cubicBezTo>
                <a:cubicBezTo>
                  <a:pt x="1284007" y="69632"/>
                  <a:pt x="1284164" y="69369"/>
                  <a:pt x="1284269" y="68843"/>
                </a:cubicBezTo>
                <a:cubicBezTo>
                  <a:pt x="1284374" y="68317"/>
                  <a:pt x="1284427" y="67108"/>
                  <a:pt x="1284427" y="65217"/>
                </a:cubicBezTo>
                <a:lnTo>
                  <a:pt x="1284427" y="60959"/>
                </a:lnTo>
                <a:cubicBezTo>
                  <a:pt x="1284427" y="58332"/>
                  <a:pt x="1284217" y="55863"/>
                  <a:pt x="1283797" y="53550"/>
                </a:cubicBezTo>
                <a:cubicBezTo>
                  <a:pt x="1283377" y="51238"/>
                  <a:pt x="1282667" y="49214"/>
                  <a:pt x="1281668" y="47481"/>
                </a:cubicBezTo>
                <a:cubicBezTo>
                  <a:pt x="1280671" y="45747"/>
                  <a:pt x="1279279" y="44381"/>
                  <a:pt x="1277492" y="43382"/>
                </a:cubicBezTo>
                <a:cubicBezTo>
                  <a:pt x="1275705" y="42383"/>
                  <a:pt x="1273498" y="41883"/>
                  <a:pt x="1270869" y="41883"/>
                </a:cubicBezTo>
                <a:cubicBezTo>
                  <a:pt x="1266980" y="41883"/>
                  <a:pt x="1263827" y="42646"/>
                  <a:pt x="1261411" y="44171"/>
                </a:cubicBezTo>
                <a:cubicBezTo>
                  <a:pt x="1258994" y="45694"/>
                  <a:pt x="1257785" y="47664"/>
                  <a:pt x="1257785" y="50081"/>
                </a:cubicBezTo>
                <a:cubicBezTo>
                  <a:pt x="1257785" y="51238"/>
                  <a:pt x="1258153" y="52367"/>
                  <a:pt x="1258887" y="53471"/>
                </a:cubicBezTo>
                <a:cubicBezTo>
                  <a:pt x="1259623" y="54574"/>
                  <a:pt x="1259991" y="55704"/>
                  <a:pt x="1259991" y="56860"/>
                </a:cubicBezTo>
                <a:cubicBezTo>
                  <a:pt x="1259991" y="58332"/>
                  <a:pt x="1259255" y="59752"/>
                  <a:pt x="1257783" y="61118"/>
                </a:cubicBezTo>
                <a:cubicBezTo>
                  <a:pt x="1256312" y="62485"/>
                  <a:pt x="1254527" y="63168"/>
                  <a:pt x="1252426" y="63168"/>
                </a:cubicBezTo>
                <a:cubicBezTo>
                  <a:pt x="1249587" y="63168"/>
                  <a:pt x="1247563" y="62406"/>
                  <a:pt x="1246354" y="60882"/>
                </a:cubicBezTo>
                <a:cubicBezTo>
                  <a:pt x="1245146" y="59357"/>
                  <a:pt x="1244543" y="57491"/>
                  <a:pt x="1244543" y="55285"/>
                </a:cubicBezTo>
                <a:cubicBezTo>
                  <a:pt x="1244543" y="52658"/>
                  <a:pt x="1245278" y="50161"/>
                  <a:pt x="1246748" y="47796"/>
                </a:cubicBezTo>
                <a:cubicBezTo>
                  <a:pt x="1248221" y="45430"/>
                  <a:pt x="1250217" y="43407"/>
                  <a:pt x="1252738" y="41727"/>
                </a:cubicBezTo>
                <a:cubicBezTo>
                  <a:pt x="1255261" y="40044"/>
                  <a:pt x="1258204" y="38704"/>
                  <a:pt x="1261567" y="37707"/>
                </a:cubicBezTo>
                <a:cubicBezTo>
                  <a:pt x="1264932" y="36708"/>
                  <a:pt x="1268453" y="36208"/>
                  <a:pt x="1272132" y="36208"/>
                </a:cubicBezTo>
                <a:cubicBezTo>
                  <a:pt x="1280539" y="36208"/>
                  <a:pt x="1287160" y="38153"/>
                  <a:pt x="1291995" y="42042"/>
                </a:cubicBezTo>
                <a:cubicBezTo>
                  <a:pt x="1296831" y="45931"/>
                  <a:pt x="1299248" y="52395"/>
                  <a:pt x="1299248" y="61433"/>
                </a:cubicBezTo>
                <a:lnTo>
                  <a:pt x="1299248" y="92963"/>
                </a:lnTo>
                <a:close/>
                <a:moveTo>
                  <a:pt x="1331787" y="29903"/>
                </a:moveTo>
                <a:cubicBezTo>
                  <a:pt x="1331787" y="25384"/>
                  <a:pt x="1331681" y="21784"/>
                  <a:pt x="1331471" y="19104"/>
                </a:cubicBezTo>
                <a:cubicBezTo>
                  <a:pt x="1331261" y="16423"/>
                  <a:pt x="1330736" y="14347"/>
                  <a:pt x="1329896" y="12876"/>
                </a:cubicBezTo>
                <a:cubicBezTo>
                  <a:pt x="1329055" y="11404"/>
                  <a:pt x="1327768" y="10406"/>
                  <a:pt x="1326032" y="9881"/>
                </a:cubicBezTo>
                <a:cubicBezTo>
                  <a:pt x="1324299" y="9355"/>
                  <a:pt x="1321908" y="8934"/>
                  <a:pt x="1318859" y="8618"/>
                </a:cubicBezTo>
                <a:cubicBezTo>
                  <a:pt x="1318334" y="8618"/>
                  <a:pt x="1317941" y="8356"/>
                  <a:pt x="1317678" y="7832"/>
                </a:cubicBezTo>
                <a:cubicBezTo>
                  <a:pt x="1317415" y="7306"/>
                  <a:pt x="1317257" y="6781"/>
                  <a:pt x="1317204" y="6256"/>
                </a:cubicBezTo>
                <a:cubicBezTo>
                  <a:pt x="1317151" y="5730"/>
                  <a:pt x="1317256" y="5204"/>
                  <a:pt x="1317519" y="4678"/>
                </a:cubicBezTo>
                <a:cubicBezTo>
                  <a:pt x="1317782" y="4152"/>
                  <a:pt x="1318229" y="3889"/>
                  <a:pt x="1318859" y="3889"/>
                </a:cubicBezTo>
                <a:cubicBezTo>
                  <a:pt x="1322012" y="3679"/>
                  <a:pt x="1325821" y="3364"/>
                  <a:pt x="1330288" y="2944"/>
                </a:cubicBezTo>
                <a:cubicBezTo>
                  <a:pt x="1334756" y="2523"/>
                  <a:pt x="1338934" y="1735"/>
                  <a:pt x="1342823" y="579"/>
                </a:cubicBezTo>
                <a:cubicBezTo>
                  <a:pt x="1344294" y="159"/>
                  <a:pt x="1345266" y="238"/>
                  <a:pt x="1345739" y="817"/>
                </a:cubicBezTo>
                <a:cubicBezTo>
                  <a:pt x="1346212" y="1394"/>
                  <a:pt x="1346502" y="1998"/>
                  <a:pt x="1346607" y="2629"/>
                </a:cubicBezTo>
                <a:lnTo>
                  <a:pt x="1346607" y="90914"/>
                </a:lnTo>
                <a:cubicBezTo>
                  <a:pt x="1346607" y="93542"/>
                  <a:pt x="1346660" y="95750"/>
                  <a:pt x="1346764" y="97536"/>
                </a:cubicBezTo>
                <a:cubicBezTo>
                  <a:pt x="1346870" y="99323"/>
                  <a:pt x="1347264" y="100794"/>
                  <a:pt x="1347947" y="101951"/>
                </a:cubicBezTo>
                <a:cubicBezTo>
                  <a:pt x="1348631" y="103107"/>
                  <a:pt x="1349734" y="104000"/>
                  <a:pt x="1351257" y="104631"/>
                </a:cubicBezTo>
                <a:cubicBezTo>
                  <a:pt x="1352781" y="105261"/>
                  <a:pt x="1354909" y="105734"/>
                  <a:pt x="1357642" y="106050"/>
                </a:cubicBezTo>
                <a:cubicBezTo>
                  <a:pt x="1358272" y="106154"/>
                  <a:pt x="1358745" y="106443"/>
                  <a:pt x="1359061" y="106916"/>
                </a:cubicBezTo>
                <a:cubicBezTo>
                  <a:pt x="1359377" y="107389"/>
                  <a:pt x="1359535" y="107941"/>
                  <a:pt x="1359535" y="108571"/>
                </a:cubicBezTo>
                <a:cubicBezTo>
                  <a:pt x="1359535" y="109097"/>
                  <a:pt x="1359377" y="109597"/>
                  <a:pt x="1359061" y="110070"/>
                </a:cubicBezTo>
                <a:cubicBezTo>
                  <a:pt x="1358745" y="110543"/>
                  <a:pt x="1358272" y="110779"/>
                  <a:pt x="1357642" y="110779"/>
                </a:cubicBezTo>
                <a:cubicBezTo>
                  <a:pt x="1355119" y="110779"/>
                  <a:pt x="1352281" y="110595"/>
                  <a:pt x="1349128" y="110226"/>
                </a:cubicBezTo>
                <a:cubicBezTo>
                  <a:pt x="1345976" y="109859"/>
                  <a:pt x="1342823" y="109675"/>
                  <a:pt x="1339670" y="109675"/>
                </a:cubicBezTo>
                <a:cubicBezTo>
                  <a:pt x="1336307" y="109675"/>
                  <a:pt x="1332996" y="109859"/>
                  <a:pt x="1329737" y="110226"/>
                </a:cubicBezTo>
                <a:cubicBezTo>
                  <a:pt x="1326480" y="110595"/>
                  <a:pt x="1323170" y="110779"/>
                  <a:pt x="1319807" y="110779"/>
                </a:cubicBezTo>
                <a:cubicBezTo>
                  <a:pt x="1319281" y="110779"/>
                  <a:pt x="1318860" y="110543"/>
                  <a:pt x="1318544" y="110070"/>
                </a:cubicBezTo>
                <a:cubicBezTo>
                  <a:pt x="1318229" y="109597"/>
                  <a:pt x="1318072" y="109097"/>
                  <a:pt x="1318072" y="108571"/>
                </a:cubicBezTo>
                <a:cubicBezTo>
                  <a:pt x="1318072" y="107941"/>
                  <a:pt x="1318229" y="107389"/>
                  <a:pt x="1318544" y="106916"/>
                </a:cubicBezTo>
                <a:cubicBezTo>
                  <a:pt x="1318860" y="106443"/>
                  <a:pt x="1319333" y="106154"/>
                  <a:pt x="1319963" y="106050"/>
                </a:cubicBezTo>
                <a:cubicBezTo>
                  <a:pt x="1322906" y="105734"/>
                  <a:pt x="1325192" y="105261"/>
                  <a:pt x="1326821" y="104631"/>
                </a:cubicBezTo>
                <a:cubicBezTo>
                  <a:pt x="1328451" y="104000"/>
                  <a:pt x="1329633" y="103133"/>
                  <a:pt x="1330367" y="102030"/>
                </a:cubicBezTo>
                <a:cubicBezTo>
                  <a:pt x="1331103" y="100925"/>
                  <a:pt x="1331524" y="99559"/>
                  <a:pt x="1331628" y="97931"/>
                </a:cubicBezTo>
                <a:cubicBezTo>
                  <a:pt x="1331734" y="96302"/>
                  <a:pt x="1331787" y="94278"/>
                  <a:pt x="1331787" y="91859"/>
                </a:cubicBezTo>
                <a:lnTo>
                  <a:pt x="1331787" y="29903"/>
                </a:lnTo>
                <a:close/>
                <a:moveTo>
                  <a:pt x="1382614" y="29903"/>
                </a:moveTo>
                <a:cubicBezTo>
                  <a:pt x="1382614" y="25384"/>
                  <a:pt x="1382509" y="21784"/>
                  <a:pt x="1382299" y="19104"/>
                </a:cubicBezTo>
                <a:cubicBezTo>
                  <a:pt x="1382089" y="16423"/>
                  <a:pt x="1381563" y="14347"/>
                  <a:pt x="1380723" y="12876"/>
                </a:cubicBezTo>
                <a:cubicBezTo>
                  <a:pt x="1379883" y="11404"/>
                  <a:pt x="1378595" y="10406"/>
                  <a:pt x="1376860" y="9881"/>
                </a:cubicBezTo>
                <a:cubicBezTo>
                  <a:pt x="1375126" y="9355"/>
                  <a:pt x="1372735" y="8934"/>
                  <a:pt x="1369686" y="8618"/>
                </a:cubicBezTo>
                <a:cubicBezTo>
                  <a:pt x="1369162" y="8618"/>
                  <a:pt x="1368768" y="8356"/>
                  <a:pt x="1368505" y="7832"/>
                </a:cubicBezTo>
                <a:cubicBezTo>
                  <a:pt x="1368242" y="7306"/>
                  <a:pt x="1368084" y="6781"/>
                  <a:pt x="1368031" y="6256"/>
                </a:cubicBezTo>
                <a:cubicBezTo>
                  <a:pt x="1367978" y="5730"/>
                  <a:pt x="1368083" y="5204"/>
                  <a:pt x="1368346" y="4678"/>
                </a:cubicBezTo>
                <a:cubicBezTo>
                  <a:pt x="1368609" y="4152"/>
                  <a:pt x="1369056" y="3889"/>
                  <a:pt x="1369686" y="3889"/>
                </a:cubicBezTo>
                <a:cubicBezTo>
                  <a:pt x="1372839" y="3679"/>
                  <a:pt x="1376649" y="3364"/>
                  <a:pt x="1381115" y="2944"/>
                </a:cubicBezTo>
                <a:cubicBezTo>
                  <a:pt x="1385583" y="2523"/>
                  <a:pt x="1389762" y="1735"/>
                  <a:pt x="1393651" y="579"/>
                </a:cubicBezTo>
                <a:cubicBezTo>
                  <a:pt x="1395121" y="159"/>
                  <a:pt x="1396093" y="238"/>
                  <a:pt x="1396566" y="817"/>
                </a:cubicBezTo>
                <a:cubicBezTo>
                  <a:pt x="1397039" y="1394"/>
                  <a:pt x="1397329" y="1998"/>
                  <a:pt x="1397435" y="2629"/>
                </a:cubicBezTo>
                <a:lnTo>
                  <a:pt x="1397435" y="90914"/>
                </a:lnTo>
                <a:cubicBezTo>
                  <a:pt x="1397435" y="93542"/>
                  <a:pt x="1397487" y="95750"/>
                  <a:pt x="1397591" y="97536"/>
                </a:cubicBezTo>
                <a:cubicBezTo>
                  <a:pt x="1397697" y="99323"/>
                  <a:pt x="1398091" y="100794"/>
                  <a:pt x="1398775" y="101951"/>
                </a:cubicBezTo>
                <a:cubicBezTo>
                  <a:pt x="1399458" y="103107"/>
                  <a:pt x="1400561" y="104000"/>
                  <a:pt x="1402085" y="104631"/>
                </a:cubicBezTo>
                <a:cubicBezTo>
                  <a:pt x="1403608" y="105261"/>
                  <a:pt x="1405736" y="105734"/>
                  <a:pt x="1408469" y="106050"/>
                </a:cubicBezTo>
                <a:cubicBezTo>
                  <a:pt x="1409099" y="106154"/>
                  <a:pt x="1409573" y="106443"/>
                  <a:pt x="1409889" y="106916"/>
                </a:cubicBezTo>
                <a:cubicBezTo>
                  <a:pt x="1410204" y="107389"/>
                  <a:pt x="1410362" y="107941"/>
                  <a:pt x="1410362" y="108571"/>
                </a:cubicBezTo>
                <a:cubicBezTo>
                  <a:pt x="1410362" y="109097"/>
                  <a:pt x="1410204" y="109597"/>
                  <a:pt x="1409889" y="110070"/>
                </a:cubicBezTo>
                <a:cubicBezTo>
                  <a:pt x="1409573" y="110543"/>
                  <a:pt x="1409099" y="110779"/>
                  <a:pt x="1408469" y="110779"/>
                </a:cubicBezTo>
                <a:cubicBezTo>
                  <a:pt x="1405947" y="110779"/>
                  <a:pt x="1403109" y="110595"/>
                  <a:pt x="1399956" y="110226"/>
                </a:cubicBezTo>
                <a:cubicBezTo>
                  <a:pt x="1396803" y="109859"/>
                  <a:pt x="1393650" y="109675"/>
                  <a:pt x="1390497" y="109675"/>
                </a:cubicBezTo>
                <a:cubicBezTo>
                  <a:pt x="1387134" y="109675"/>
                  <a:pt x="1383823" y="109859"/>
                  <a:pt x="1380564" y="110226"/>
                </a:cubicBezTo>
                <a:cubicBezTo>
                  <a:pt x="1377307" y="110595"/>
                  <a:pt x="1373997" y="110779"/>
                  <a:pt x="1370634" y="110779"/>
                </a:cubicBezTo>
                <a:cubicBezTo>
                  <a:pt x="1370108" y="110779"/>
                  <a:pt x="1369687" y="110543"/>
                  <a:pt x="1369371" y="110070"/>
                </a:cubicBezTo>
                <a:cubicBezTo>
                  <a:pt x="1369057" y="109597"/>
                  <a:pt x="1368900" y="109097"/>
                  <a:pt x="1368900" y="108571"/>
                </a:cubicBezTo>
                <a:cubicBezTo>
                  <a:pt x="1368900" y="107941"/>
                  <a:pt x="1369057" y="107389"/>
                  <a:pt x="1369371" y="106916"/>
                </a:cubicBezTo>
                <a:cubicBezTo>
                  <a:pt x="1369687" y="106443"/>
                  <a:pt x="1370160" y="106154"/>
                  <a:pt x="1370790" y="106050"/>
                </a:cubicBezTo>
                <a:cubicBezTo>
                  <a:pt x="1373733" y="105734"/>
                  <a:pt x="1376019" y="105261"/>
                  <a:pt x="1377649" y="104631"/>
                </a:cubicBezTo>
                <a:cubicBezTo>
                  <a:pt x="1379278" y="104000"/>
                  <a:pt x="1380460" y="103133"/>
                  <a:pt x="1381195" y="102030"/>
                </a:cubicBezTo>
                <a:cubicBezTo>
                  <a:pt x="1381931" y="100925"/>
                  <a:pt x="1382351" y="99559"/>
                  <a:pt x="1382455" y="97931"/>
                </a:cubicBezTo>
                <a:cubicBezTo>
                  <a:pt x="1382561" y="96302"/>
                  <a:pt x="1382614" y="94278"/>
                  <a:pt x="1382614" y="91859"/>
                </a:cubicBezTo>
                <a:lnTo>
                  <a:pt x="1382614" y="29903"/>
                </a:lnTo>
                <a:close/>
                <a:moveTo>
                  <a:pt x="1525095" y="94224"/>
                </a:moveTo>
                <a:cubicBezTo>
                  <a:pt x="1525095" y="94856"/>
                  <a:pt x="1525462" y="95802"/>
                  <a:pt x="1526197" y="97063"/>
                </a:cubicBezTo>
                <a:cubicBezTo>
                  <a:pt x="1526933" y="98323"/>
                  <a:pt x="1527958" y="99532"/>
                  <a:pt x="1529271" y="100688"/>
                </a:cubicBezTo>
                <a:cubicBezTo>
                  <a:pt x="1530586" y="101844"/>
                  <a:pt x="1532163" y="102869"/>
                  <a:pt x="1534001" y="103762"/>
                </a:cubicBezTo>
                <a:cubicBezTo>
                  <a:pt x="1535840" y="104655"/>
                  <a:pt x="1537864" y="105102"/>
                  <a:pt x="1540072" y="105102"/>
                </a:cubicBezTo>
                <a:cubicBezTo>
                  <a:pt x="1543856" y="105102"/>
                  <a:pt x="1547009" y="104235"/>
                  <a:pt x="1549531" y="102502"/>
                </a:cubicBezTo>
                <a:cubicBezTo>
                  <a:pt x="1552054" y="100768"/>
                  <a:pt x="1554051" y="98403"/>
                  <a:pt x="1555521" y="95408"/>
                </a:cubicBezTo>
                <a:cubicBezTo>
                  <a:pt x="1556993" y="92412"/>
                  <a:pt x="1558018" y="88969"/>
                  <a:pt x="1558595" y="85080"/>
                </a:cubicBezTo>
                <a:cubicBezTo>
                  <a:pt x="1559173" y="81191"/>
                  <a:pt x="1559462" y="77093"/>
                  <a:pt x="1559462" y="72785"/>
                </a:cubicBezTo>
                <a:cubicBezTo>
                  <a:pt x="1559462" y="69106"/>
                  <a:pt x="1559251" y="65664"/>
                  <a:pt x="1558831" y="62458"/>
                </a:cubicBezTo>
                <a:cubicBezTo>
                  <a:pt x="1558411" y="59252"/>
                  <a:pt x="1557649" y="56441"/>
                  <a:pt x="1556546" y="54024"/>
                </a:cubicBezTo>
                <a:cubicBezTo>
                  <a:pt x="1555443" y="51606"/>
                  <a:pt x="1553893" y="49688"/>
                  <a:pt x="1551896" y="48270"/>
                </a:cubicBezTo>
                <a:cubicBezTo>
                  <a:pt x="1549899" y="46851"/>
                  <a:pt x="1547272" y="46141"/>
                  <a:pt x="1544013" y="46141"/>
                </a:cubicBezTo>
                <a:cubicBezTo>
                  <a:pt x="1541280" y="46141"/>
                  <a:pt x="1538757" y="46667"/>
                  <a:pt x="1536445" y="47719"/>
                </a:cubicBezTo>
                <a:cubicBezTo>
                  <a:pt x="1534132" y="48769"/>
                  <a:pt x="1532135" y="50031"/>
                  <a:pt x="1530452" y="51503"/>
                </a:cubicBezTo>
                <a:cubicBezTo>
                  <a:pt x="1528772" y="52974"/>
                  <a:pt x="1527458" y="54602"/>
                  <a:pt x="1526512" y="56389"/>
                </a:cubicBezTo>
                <a:cubicBezTo>
                  <a:pt x="1525567" y="58175"/>
                  <a:pt x="1525095" y="59752"/>
                  <a:pt x="1525095" y="61118"/>
                </a:cubicBezTo>
                <a:lnTo>
                  <a:pt x="1525095" y="94224"/>
                </a:lnTo>
                <a:moveTo>
                  <a:pt x="1510274" y="30060"/>
                </a:moveTo>
                <a:cubicBezTo>
                  <a:pt x="1510274" y="25540"/>
                  <a:pt x="1510221" y="21914"/>
                  <a:pt x="1510116" y="19181"/>
                </a:cubicBezTo>
                <a:cubicBezTo>
                  <a:pt x="1510011" y="16449"/>
                  <a:pt x="1509618" y="14373"/>
                  <a:pt x="1508934" y="12956"/>
                </a:cubicBezTo>
                <a:cubicBezTo>
                  <a:pt x="1508251" y="11536"/>
                  <a:pt x="1507173" y="10564"/>
                  <a:pt x="1505701" y="10038"/>
                </a:cubicBezTo>
                <a:cubicBezTo>
                  <a:pt x="1504231" y="9512"/>
                  <a:pt x="1502129" y="9092"/>
                  <a:pt x="1499396" y="8777"/>
                </a:cubicBezTo>
                <a:cubicBezTo>
                  <a:pt x="1498872" y="8777"/>
                  <a:pt x="1498478" y="8515"/>
                  <a:pt x="1498215" y="7991"/>
                </a:cubicBezTo>
                <a:cubicBezTo>
                  <a:pt x="1497952" y="7465"/>
                  <a:pt x="1497794" y="6939"/>
                  <a:pt x="1497741" y="6413"/>
                </a:cubicBezTo>
                <a:cubicBezTo>
                  <a:pt x="1497688" y="5886"/>
                  <a:pt x="1497793" y="5361"/>
                  <a:pt x="1498056" y="4837"/>
                </a:cubicBezTo>
                <a:cubicBezTo>
                  <a:pt x="1498319" y="4311"/>
                  <a:pt x="1498766" y="4048"/>
                  <a:pt x="1499396" y="4048"/>
                </a:cubicBezTo>
                <a:cubicBezTo>
                  <a:pt x="1502445" y="3838"/>
                  <a:pt x="1505887" y="3523"/>
                  <a:pt x="1509723" y="3102"/>
                </a:cubicBezTo>
                <a:cubicBezTo>
                  <a:pt x="1513560" y="2681"/>
                  <a:pt x="1517422" y="1892"/>
                  <a:pt x="1521311" y="738"/>
                </a:cubicBezTo>
                <a:cubicBezTo>
                  <a:pt x="1522782" y="316"/>
                  <a:pt x="1523754" y="395"/>
                  <a:pt x="1524227" y="973"/>
                </a:cubicBezTo>
                <a:cubicBezTo>
                  <a:pt x="1524700" y="1551"/>
                  <a:pt x="1524989" y="2155"/>
                  <a:pt x="1525095" y="2787"/>
                </a:cubicBezTo>
                <a:lnTo>
                  <a:pt x="1525095" y="48032"/>
                </a:lnTo>
                <a:cubicBezTo>
                  <a:pt x="1525095" y="48242"/>
                  <a:pt x="1525147" y="48347"/>
                  <a:pt x="1525252" y="48347"/>
                </a:cubicBezTo>
                <a:cubicBezTo>
                  <a:pt x="1525462" y="48347"/>
                  <a:pt x="1525620" y="48242"/>
                  <a:pt x="1525725" y="48032"/>
                </a:cubicBezTo>
                <a:cubicBezTo>
                  <a:pt x="1527722" y="44985"/>
                  <a:pt x="1530586" y="42253"/>
                  <a:pt x="1534316" y="39836"/>
                </a:cubicBezTo>
                <a:cubicBezTo>
                  <a:pt x="1538048" y="37417"/>
                  <a:pt x="1542646" y="36208"/>
                  <a:pt x="1548112" y="36208"/>
                </a:cubicBezTo>
                <a:cubicBezTo>
                  <a:pt x="1552631" y="36208"/>
                  <a:pt x="1556625" y="37181"/>
                  <a:pt x="1560092" y="39126"/>
                </a:cubicBezTo>
                <a:cubicBezTo>
                  <a:pt x="1563561" y="41070"/>
                  <a:pt x="1566477" y="43645"/>
                  <a:pt x="1568841" y="46851"/>
                </a:cubicBezTo>
                <a:cubicBezTo>
                  <a:pt x="1571206" y="50056"/>
                  <a:pt x="1572994" y="53762"/>
                  <a:pt x="1574203" y="57967"/>
                </a:cubicBezTo>
                <a:cubicBezTo>
                  <a:pt x="1575412" y="62170"/>
                  <a:pt x="1576017" y="66532"/>
                  <a:pt x="1576017" y="71051"/>
                </a:cubicBezTo>
                <a:cubicBezTo>
                  <a:pt x="1576017" y="77987"/>
                  <a:pt x="1574939" y="84004"/>
                  <a:pt x="1572784" y="89102"/>
                </a:cubicBezTo>
                <a:cubicBezTo>
                  <a:pt x="1570630" y="94199"/>
                  <a:pt x="1567714" y="98403"/>
                  <a:pt x="1564035" y="101715"/>
                </a:cubicBezTo>
                <a:cubicBezTo>
                  <a:pt x="1560356" y="105025"/>
                  <a:pt x="1556098" y="107495"/>
                  <a:pt x="1551263" y="109124"/>
                </a:cubicBezTo>
                <a:cubicBezTo>
                  <a:pt x="1546430" y="110752"/>
                  <a:pt x="1541333" y="111566"/>
                  <a:pt x="1535973" y="111566"/>
                </a:cubicBezTo>
                <a:cubicBezTo>
                  <a:pt x="1532294" y="111566"/>
                  <a:pt x="1528352" y="111329"/>
                  <a:pt x="1524147" y="110856"/>
                </a:cubicBezTo>
                <a:cubicBezTo>
                  <a:pt x="1519944" y="110385"/>
                  <a:pt x="1515320" y="109255"/>
                  <a:pt x="1510274" y="107467"/>
                </a:cubicBezTo>
                <a:lnTo>
                  <a:pt x="1510274" y="30060"/>
                </a:lnTo>
                <a:close/>
                <a:moveTo>
                  <a:pt x="1607074" y="69788"/>
                </a:moveTo>
                <a:cubicBezTo>
                  <a:pt x="1606548" y="69788"/>
                  <a:pt x="1606259" y="69972"/>
                  <a:pt x="1606206" y="70341"/>
                </a:cubicBezTo>
                <a:cubicBezTo>
                  <a:pt x="1606154" y="70708"/>
                  <a:pt x="1606129" y="71155"/>
                  <a:pt x="1606129" y="71681"/>
                </a:cubicBezTo>
                <a:cubicBezTo>
                  <a:pt x="1606129" y="77147"/>
                  <a:pt x="1606733" y="81771"/>
                  <a:pt x="1607940" y="85554"/>
                </a:cubicBezTo>
                <a:cubicBezTo>
                  <a:pt x="1609149" y="89337"/>
                  <a:pt x="1610831" y="92412"/>
                  <a:pt x="1612985" y="94777"/>
                </a:cubicBezTo>
                <a:cubicBezTo>
                  <a:pt x="1615140" y="97141"/>
                  <a:pt x="1617716" y="98849"/>
                  <a:pt x="1620712" y="99901"/>
                </a:cubicBezTo>
                <a:cubicBezTo>
                  <a:pt x="1623707" y="100952"/>
                  <a:pt x="1626939" y="101477"/>
                  <a:pt x="1630406" y="101477"/>
                </a:cubicBezTo>
                <a:cubicBezTo>
                  <a:pt x="1633979" y="101477"/>
                  <a:pt x="1637447" y="101188"/>
                  <a:pt x="1640810" y="100611"/>
                </a:cubicBezTo>
                <a:cubicBezTo>
                  <a:pt x="1644175" y="100032"/>
                  <a:pt x="1647066" y="98744"/>
                  <a:pt x="1649482" y="96747"/>
                </a:cubicBezTo>
                <a:cubicBezTo>
                  <a:pt x="1650008" y="96327"/>
                  <a:pt x="1650560" y="96170"/>
                  <a:pt x="1651137" y="96276"/>
                </a:cubicBezTo>
                <a:cubicBezTo>
                  <a:pt x="1651716" y="96380"/>
                  <a:pt x="1652190" y="96642"/>
                  <a:pt x="1652557" y="97063"/>
                </a:cubicBezTo>
                <a:cubicBezTo>
                  <a:pt x="1652924" y="97483"/>
                  <a:pt x="1653160" y="97956"/>
                  <a:pt x="1653264" y="98482"/>
                </a:cubicBezTo>
                <a:cubicBezTo>
                  <a:pt x="1653370" y="99008"/>
                  <a:pt x="1653266" y="99481"/>
                  <a:pt x="1652951" y="99901"/>
                </a:cubicBezTo>
                <a:cubicBezTo>
                  <a:pt x="1649588" y="104315"/>
                  <a:pt x="1645804" y="107363"/>
                  <a:pt x="1641599" y="109045"/>
                </a:cubicBezTo>
                <a:cubicBezTo>
                  <a:pt x="1637396" y="110726"/>
                  <a:pt x="1632193" y="111566"/>
                  <a:pt x="1625992" y="111566"/>
                </a:cubicBezTo>
                <a:cubicBezTo>
                  <a:pt x="1619686" y="111566"/>
                  <a:pt x="1614247" y="110621"/>
                  <a:pt x="1609675" y="108730"/>
                </a:cubicBezTo>
                <a:cubicBezTo>
                  <a:pt x="1605102" y="106837"/>
                  <a:pt x="1601318" y="104183"/>
                  <a:pt x="1598323" y="100767"/>
                </a:cubicBezTo>
                <a:cubicBezTo>
                  <a:pt x="1595328" y="97351"/>
                  <a:pt x="1593122" y="93358"/>
                  <a:pt x="1591702" y="88787"/>
                </a:cubicBezTo>
                <a:cubicBezTo>
                  <a:pt x="1590283" y="84215"/>
                  <a:pt x="1589574" y="79248"/>
                  <a:pt x="1589574" y="73887"/>
                </a:cubicBezTo>
                <a:cubicBezTo>
                  <a:pt x="1589574" y="68737"/>
                  <a:pt x="1590440" y="63851"/>
                  <a:pt x="1592174" y="59227"/>
                </a:cubicBezTo>
                <a:cubicBezTo>
                  <a:pt x="1593909" y="54602"/>
                  <a:pt x="1596353" y="50608"/>
                  <a:pt x="1599506" y="47245"/>
                </a:cubicBezTo>
                <a:cubicBezTo>
                  <a:pt x="1602659" y="43882"/>
                  <a:pt x="1606390" y="41202"/>
                  <a:pt x="1610699" y="39206"/>
                </a:cubicBezTo>
                <a:cubicBezTo>
                  <a:pt x="1615009" y="37207"/>
                  <a:pt x="1619791" y="36208"/>
                  <a:pt x="1625046" y="36208"/>
                </a:cubicBezTo>
                <a:cubicBezTo>
                  <a:pt x="1629460" y="36208"/>
                  <a:pt x="1633480" y="36971"/>
                  <a:pt x="1637106" y="38496"/>
                </a:cubicBezTo>
                <a:cubicBezTo>
                  <a:pt x="1640732" y="40019"/>
                  <a:pt x="1643806" y="42121"/>
                  <a:pt x="1646329" y="44801"/>
                </a:cubicBezTo>
                <a:cubicBezTo>
                  <a:pt x="1648851" y="47481"/>
                  <a:pt x="1650822" y="50687"/>
                  <a:pt x="1652242" y="54419"/>
                </a:cubicBezTo>
                <a:cubicBezTo>
                  <a:pt x="1653661" y="58149"/>
                  <a:pt x="1654371" y="62169"/>
                  <a:pt x="1654371" y="66478"/>
                </a:cubicBezTo>
                <a:cubicBezTo>
                  <a:pt x="1654371" y="68685"/>
                  <a:pt x="1653582" y="69788"/>
                  <a:pt x="1652006" y="69788"/>
                </a:cubicBezTo>
                <a:lnTo>
                  <a:pt x="1607074" y="69788"/>
                </a:lnTo>
                <a:moveTo>
                  <a:pt x="1635925" y="64272"/>
                </a:moveTo>
                <a:cubicBezTo>
                  <a:pt x="1637395" y="64272"/>
                  <a:pt x="1638235" y="63747"/>
                  <a:pt x="1638446" y="62696"/>
                </a:cubicBezTo>
                <a:cubicBezTo>
                  <a:pt x="1638657" y="61644"/>
                  <a:pt x="1638763" y="60382"/>
                  <a:pt x="1638763" y="58910"/>
                </a:cubicBezTo>
                <a:cubicBezTo>
                  <a:pt x="1638763" y="56703"/>
                  <a:pt x="1638422" y="54575"/>
                  <a:pt x="1637738" y="52525"/>
                </a:cubicBezTo>
                <a:cubicBezTo>
                  <a:pt x="1637055" y="50476"/>
                  <a:pt x="1636082" y="48663"/>
                  <a:pt x="1634820" y="47086"/>
                </a:cubicBezTo>
                <a:cubicBezTo>
                  <a:pt x="1633560" y="45510"/>
                  <a:pt x="1632036" y="44249"/>
                  <a:pt x="1630250" y="43302"/>
                </a:cubicBezTo>
                <a:cubicBezTo>
                  <a:pt x="1628463" y="42356"/>
                  <a:pt x="1626414" y="41883"/>
                  <a:pt x="1624101" y="41883"/>
                </a:cubicBezTo>
                <a:cubicBezTo>
                  <a:pt x="1621262" y="41883"/>
                  <a:pt x="1618818" y="42383"/>
                  <a:pt x="1616769" y="43382"/>
                </a:cubicBezTo>
                <a:cubicBezTo>
                  <a:pt x="1614719" y="44381"/>
                  <a:pt x="1612985" y="45695"/>
                  <a:pt x="1611565" y="47324"/>
                </a:cubicBezTo>
                <a:cubicBezTo>
                  <a:pt x="1610148" y="48952"/>
                  <a:pt x="1609071" y="50870"/>
                  <a:pt x="1608335" y="53079"/>
                </a:cubicBezTo>
                <a:cubicBezTo>
                  <a:pt x="1607599" y="55285"/>
                  <a:pt x="1607073" y="57597"/>
                  <a:pt x="1606759" y="60014"/>
                </a:cubicBezTo>
                <a:cubicBezTo>
                  <a:pt x="1606549" y="61276"/>
                  <a:pt x="1606470" y="62302"/>
                  <a:pt x="1606521" y="63091"/>
                </a:cubicBezTo>
                <a:cubicBezTo>
                  <a:pt x="1606574" y="63878"/>
                  <a:pt x="1606810" y="64272"/>
                  <a:pt x="1607231" y="64272"/>
                </a:cubicBezTo>
                <a:lnTo>
                  <a:pt x="1635925" y="64272"/>
                </a:lnTo>
                <a:close/>
                <a:moveTo>
                  <a:pt x="1681801" y="71366"/>
                </a:moveTo>
                <a:cubicBezTo>
                  <a:pt x="1681801" y="75359"/>
                  <a:pt x="1682274" y="79169"/>
                  <a:pt x="1683221" y="82795"/>
                </a:cubicBezTo>
                <a:cubicBezTo>
                  <a:pt x="1684167" y="86421"/>
                  <a:pt x="1685612" y="89627"/>
                  <a:pt x="1687555" y="92413"/>
                </a:cubicBezTo>
                <a:cubicBezTo>
                  <a:pt x="1689501" y="95197"/>
                  <a:pt x="1691997" y="97403"/>
                  <a:pt x="1695044" y="99033"/>
                </a:cubicBezTo>
                <a:cubicBezTo>
                  <a:pt x="1698093" y="100662"/>
                  <a:pt x="1701772" y="101477"/>
                  <a:pt x="1706081" y="101477"/>
                </a:cubicBezTo>
                <a:cubicBezTo>
                  <a:pt x="1709758" y="101477"/>
                  <a:pt x="1713357" y="101188"/>
                  <a:pt x="1716877" y="100611"/>
                </a:cubicBezTo>
                <a:cubicBezTo>
                  <a:pt x="1720399" y="100032"/>
                  <a:pt x="1723369" y="98691"/>
                  <a:pt x="1725788" y="96589"/>
                </a:cubicBezTo>
                <a:cubicBezTo>
                  <a:pt x="1726208" y="96168"/>
                  <a:pt x="1726680" y="96038"/>
                  <a:pt x="1727204" y="96197"/>
                </a:cubicBezTo>
                <a:cubicBezTo>
                  <a:pt x="1727731" y="96354"/>
                  <a:pt x="1728204" y="96617"/>
                  <a:pt x="1728624" y="96986"/>
                </a:cubicBezTo>
                <a:cubicBezTo>
                  <a:pt x="1729044" y="97353"/>
                  <a:pt x="1729333" y="97799"/>
                  <a:pt x="1729490" y="98326"/>
                </a:cubicBezTo>
                <a:cubicBezTo>
                  <a:pt x="1729649" y="98850"/>
                  <a:pt x="1729570" y="99322"/>
                  <a:pt x="1729254" y="99742"/>
                </a:cubicBezTo>
                <a:cubicBezTo>
                  <a:pt x="1725787" y="104368"/>
                  <a:pt x="1721741" y="107495"/>
                  <a:pt x="1717115" y="109124"/>
                </a:cubicBezTo>
                <a:cubicBezTo>
                  <a:pt x="1712492" y="110752"/>
                  <a:pt x="1707026" y="111566"/>
                  <a:pt x="1700719" y="111566"/>
                </a:cubicBezTo>
                <a:cubicBezTo>
                  <a:pt x="1696516" y="111566"/>
                  <a:pt x="1692311" y="110936"/>
                  <a:pt x="1688106" y="109675"/>
                </a:cubicBezTo>
                <a:cubicBezTo>
                  <a:pt x="1683903" y="108413"/>
                  <a:pt x="1680093" y="106310"/>
                  <a:pt x="1676677" y="103368"/>
                </a:cubicBezTo>
                <a:cubicBezTo>
                  <a:pt x="1673261" y="100425"/>
                  <a:pt x="1670502" y="96510"/>
                  <a:pt x="1668400" y="91624"/>
                </a:cubicBezTo>
                <a:cubicBezTo>
                  <a:pt x="1666299" y="86737"/>
                  <a:pt x="1665248" y="80668"/>
                  <a:pt x="1665248" y="73416"/>
                </a:cubicBezTo>
                <a:cubicBezTo>
                  <a:pt x="1665248" y="68264"/>
                  <a:pt x="1666115" y="63403"/>
                  <a:pt x="1667849" y="58833"/>
                </a:cubicBezTo>
                <a:cubicBezTo>
                  <a:pt x="1669582" y="54261"/>
                  <a:pt x="1672104" y="50319"/>
                  <a:pt x="1675414" y="47009"/>
                </a:cubicBezTo>
                <a:cubicBezTo>
                  <a:pt x="1678726" y="43698"/>
                  <a:pt x="1682800" y="41070"/>
                  <a:pt x="1687635" y="39126"/>
                </a:cubicBezTo>
                <a:cubicBezTo>
                  <a:pt x="1692470" y="37181"/>
                  <a:pt x="1698041" y="36208"/>
                  <a:pt x="1704347" y="36208"/>
                </a:cubicBezTo>
                <a:cubicBezTo>
                  <a:pt x="1707394" y="36208"/>
                  <a:pt x="1710362" y="36576"/>
                  <a:pt x="1713252" y="37312"/>
                </a:cubicBezTo>
                <a:cubicBezTo>
                  <a:pt x="1716144" y="38049"/>
                  <a:pt x="1718719" y="39126"/>
                  <a:pt x="1720979" y="40546"/>
                </a:cubicBezTo>
                <a:cubicBezTo>
                  <a:pt x="1723238" y="41963"/>
                  <a:pt x="1725051" y="43723"/>
                  <a:pt x="1726418" y="45826"/>
                </a:cubicBezTo>
                <a:cubicBezTo>
                  <a:pt x="1727784" y="47928"/>
                  <a:pt x="1728467" y="50293"/>
                  <a:pt x="1728467" y="52920"/>
                </a:cubicBezTo>
                <a:cubicBezTo>
                  <a:pt x="1728467" y="54812"/>
                  <a:pt x="1727836" y="56600"/>
                  <a:pt x="1726574" y="58282"/>
                </a:cubicBezTo>
                <a:cubicBezTo>
                  <a:pt x="1725314" y="59963"/>
                  <a:pt x="1723317" y="60803"/>
                  <a:pt x="1720584" y="60803"/>
                </a:cubicBezTo>
                <a:cubicBezTo>
                  <a:pt x="1718378" y="60803"/>
                  <a:pt x="1716565" y="60225"/>
                  <a:pt x="1715145" y="59069"/>
                </a:cubicBezTo>
                <a:cubicBezTo>
                  <a:pt x="1713726" y="57912"/>
                  <a:pt x="1713016" y="56231"/>
                  <a:pt x="1713016" y="54024"/>
                </a:cubicBezTo>
                <a:cubicBezTo>
                  <a:pt x="1713016" y="52552"/>
                  <a:pt x="1713410" y="51343"/>
                  <a:pt x="1714197" y="50399"/>
                </a:cubicBezTo>
                <a:cubicBezTo>
                  <a:pt x="1714986" y="49453"/>
                  <a:pt x="1715381" y="48559"/>
                  <a:pt x="1715381" y="47717"/>
                </a:cubicBezTo>
                <a:cubicBezTo>
                  <a:pt x="1715381" y="45826"/>
                  <a:pt x="1714120" y="44381"/>
                  <a:pt x="1711597" y="43382"/>
                </a:cubicBezTo>
                <a:cubicBezTo>
                  <a:pt x="1709074" y="42383"/>
                  <a:pt x="1706289" y="41883"/>
                  <a:pt x="1703242" y="41883"/>
                </a:cubicBezTo>
                <a:cubicBezTo>
                  <a:pt x="1699249" y="41883"/>
                  <a:pt x="1695912" y="42724"/>
                  <a:pt x="1693230" y="44406"/>
                </a:cubicBezTo>
                <a:cubicBezTo>
                  <a:pt x="1690550" y="46089"/>
                  <a:pt x="1688344" y="48323"/>
                  <a:pt x="1686610" y="51108"/>
                </a:cubicBezTo>
                <a:cubicBezTo>
                  <a:pt x="1684876" y="53893"/>
                  <a:pt x="1683642" y="57045"/>
                  <a:pt x="1682905" y="60567"/>
                </a:cubicBezTo>
                <a:cubicBezTo>
                  <a:pt x="1682169" y="64087"/>
                  <a:pt x="1681801" y="67687"/>
                  <a:pt x="1681801" y="71366"/>
                </a:cubicBezTo>
                <a:close/>
                <a:moveTo>
                  <a:pt x="1780492" y="77356"/>
                </a:moveTo>
                <a:cubicBezTo>
                  <a:pt x="1780492" y="76200"/>
                  <a:pt x="1780439" y="75490"/>
                  <a:pt x="1780333" y="75227"/>
                </a:cubicBezTo>
                <a:cubicBezTo>
                  <a:pt x="1780229" y="74964"/>
                  <a:pt x="1779966" y="74832"/>
                  <a:pt x="1779546" y="74832"/>
                </a:cubicBezTo>
                <a:cubicBezTo>
                  <a:pt x="1770928" y="75569"/>
                  <a:pt x="1764542" y="77382"/>
                  <a:pt x="1760390" y="80274"/>
                </a:cubicBezTo>
                <a:cubicBezTo>
                  <a:pt x="1756240" y="83164"/>
                  <a:pt x="1754165" y="86868"/>
                  <a:pt x="1754165" y="91388"/>
                </a:cubicBezTo>
                <a:cubicBezTo>
                  <a:pt x="1754165" y="94541"/>
                  <a:pt x="1754953" y="97195"/>
                  <a:pt x="1756529" y="99350"/>
                </a:cubicBezTo>
                <a:cubicBezTo>
                  <a:pt x="1758106" y="101504"/>
                  <a:pt x="1760734" y="102581"/>
                  <a:pt x="1764413" y="102581"/>
                </a:cubicBezTo>
                <a:cubicBezTo>
                  <a:pt x="1766829" y="102581"/>
                  <a:pt x="1769378" y="102108"/>
                  <a:pt x="1772058" y="101162"/>
                </a:cubicBezTo>
                <a:cubicBezTo>
                  <a:pt x="1774737" y="100216"/>
                  <a:pt x="1777129" y="98849"/>
                  <a:pt x="1779231" y="97063"/>
                </a:cubicBezTo>
                <a:cubicBezTo>
                  <a:pt x="1780071" y="96222"/>
                  <a:pt x="1780492" y="95381"/>
                  <a:pt x="1780492" y="94539"/>
                </a:cubicBezTo>
                <a:lnTo>
                  <a:pt x="1780492" y="77356"/>
                </a:lnTo>
                <a:moveTo>
                  <a:pt x="1795312" y="92963"/>
                </a:moveTo>
                <a:cubicBezTo>
                  <a:pt x="1795312" y="96642"/>
                  <a:pt x="1795654" y="99218"/>
                  <a:pt x="1796337" y="100690"/>
                </a:cubicBezTo>
                <a:cubicBezTo>
                  <a:pt x="1797020" y="102161"/>
                  <a:pt x="1798360" y="102896"/>
                  <a:pt x="1800357" y="102896"/>
                </a:cubicBezTo>
                <a:cubicBezTo>
                  <a:pt x="1801513" y="102896"/>
                  <a:pt x="1802459" y="102765"/>
                  <a:pt x="1803193" y="102502"/>
                </a:cubicBezTo>
                <a:cubicBezTo>
                  <a:pt x="1803929" y="102239"/>
                  <a:pt x="1804980" y="101687"/>
                  <a:pt x="1806347" y="100847"/>
                </a:cubicBezTo>
                <a:cubicBezTo>
                  <a:pt x="1806663" y="100636"/>
                  <a:pt x="1807004" y="100636"/>
                  <a:pt x="1807372" y="100847"/>
                </a:cubicBezTo>
                <a:cubicBezTo>
                  <a:pt x="1807741" y="101057"/>
                  <a:pt x="1808056" y="101346"/>
                  <a:pt x="1808317" y="101715"/>
                </a:cubicBezTo>
                <a:cubicBezTo>
                  <a:pt x="1808580" y="102082"/>
                  <a:pt x="1808764" y="102502"/>
                  <a:pt x="1808868" y="102976"/>
                </a:cubicBezTo>
                <a:cubicBezTo>
                  <a:pt x="1808974" y="103449"/>
                  <a:pt x="1808870" y="103842"/>
                  <a:pt x="1808555" y="104157"/>
                </a:cubicBezTo>
                <a:cubicBezTo>
                  <a:pt x="1804456" y="109096"/>
                  <a:pt x="1799621" y="111566"/>
                  <a:pt x="1794049" y="111566"/>
                </a:cubicBezTo>
                <a:cubicBezTo>
                  <a:pt x="1791002" y="111566"/>
                  <a:pt x="1788401" y="110752"/>
                  <a:pt x="1786246" y="109124"/>
                </a:cubicBezTo>
                <a:cubicBezTo>
                  <a:pt x="1784092" y="107495"/>
                  <a:pt x="1782490" y="105576"/>
                  <a:pt x="1781439" y="103368"/>
                </a:cubicBezTo>
                <a:cubicBezTo>
                  <a:pt x="1781228" y="102843"/>
                  <a:pt x="1780912" y="102791"/>
                  <a:pt x="1780492" y="103211"/>
                </a:cubicBezTo>
                <a:cubicBezTo>
                  <a:pt x="1777759" y="105628"/>
                  <a:pt x="1774579" y="107625"/>
                  <a:pt x="1770953" y="109201"/>
                </a:cubicBezTo>
                <a:cubicBezTo>
                  <a:pt x="1767327" y="110778"/>
                  <a:pt x="1762782" y="111566"/>
                  <a:pt x="1757318" y="111566"/>
                </a:cubicBezTo>
                <a:cubicBezTo>
                  <a:pt x="1751327" y="111566"/>
                  <a:pt x="1746702" y="109964"/>
                  <a:pt x="1743443" y="106760"/>
                </a:cubicBezTo>
                <a:cubicBezTo>
                  <a:pt x="1740186" y="103554"/>
                  <a:pt x="1738557" y="99008"/>
                  <a:pt x="1738557" y="93122"/>
                </a:cubicBezTo>
                <a:cubicBezTo>
                  <a:pt x="1738557" y="85554"/>
                  <a:pt x="1742078" y="79747"/>
                  <a:pt x="1749120" y="75701"/>
                </a:cubicBezTo>
                <a:cubicBezTo>
                  <a:pt x="1756162" y="71655"/>
                  <a:pt x="1766409" y="69632"/>
                  <a:pt x="1779861" y="69632"/>
                </a:cubicBezTo>
                <a:cubicBezTo>
                  <a:pt x="1780071" y="69632"/>
                  <a:pt x="1780229" y="69369"/>
                  <a:pt x="1780333" y="68843"/>
                </a:cubicBezTo>
                <a:cubicBezTo>
                  <a:pt x="1780439" y="68317"/>
                  <a:pt x="1780492" y="67108"/>
                  <a:pt x="1780492" y="65217"/>
                </a:cubicBezTo>
                <a:lnTo>
                  <a:pt x="1780492" y="60959"/>
                </a:lnTo>
                <a:cubicBezTo>
                  <a:pt x="1780492" y="58332"/>
                  <a:pt x="1780281" y="55863"/>
                  <a:pt x="1779861" y="53550"/>
                </a:cubicBezTo>
                <a:cubicBezTo>
                  <a:pt x="1779441" y="51238"/>
                  <a:pt x="1778731" y="49214"/>
                  <a:pt x="1777732" y="47481"/>
                </a:cubicBezTo>
                <a:cubicBezTo>
                  <a:pt x="1776735" y="45747"/>
                  <a:pt x="1775343" y="44381"/>
                  <a:pt x="1773556" y="43382"/>
                </a:cubicBezTo>
                <a:cubicBezTo>
                  <a:pt x="1771770" y="42383"/>
                  <a:pt x="1769562" y="41883"/>
                  <a:pt x="1766934" y="41883"/>
                </a:cubicBezTo>
                <a:cubicBezTo>
                  <a:pt x="1763045" y="41883"/>
                  <a:pt x="1759892" y="42646"/>
                  <a:pt x="1757475" y="44171"/>
                </a:cubicBezTo>
                <a:cubicBezTo>
                  <a:pt x="1755058" y="45694"/>
                  <a:pt x="1753850" y="47664"/>
                  <a:pt x="1753850" y="50081"/>
                </a:cubicBezTo>
                <a:cubicBezTo>
                  <a:pt x="1753850" y="51238"/>
                  <a:pt x="1754217" y="52367"/>
                  <a:pt x="1754951" y="53471"/>
                </a:cubicBezTo>
                <a:cubicBezTo>
                  <a:pt x="1755687" y="54574"/>
                  <a:pt x="1756055" y="55704"/>
                  <a:pt x="1756055" y="56860"/>
                </a:cubicBezTo>
                <a:cubicBezTo>
                  <a:pt x="1756055" y="58332"/>
                  <a:pt x="1755319" y="59752"/>
                  <a:pt x="1753847" y="61118"/>
                </a:cubicBezTo>
                <a:cubicBezTo>
                  <a:pt x="1752377" y="62485"/>
                  <a:pt x="1750591" y="63168"/>
                  <a:pt x="1748490" y="63168"/>
                </a:cubicBezTo>
                <a:cubicBezTo>
                  <a:pt x="1745651" y="63168"/>
                  <a:pt x="1743627" y="62406"/>
                  <a:pt x="1742418" y="60882"/>
                </a:cubicBezTo>
                <a:cubicBezTo>
                  <a:pt x="1741211" y="59357"/>
                  <a:pt x="1740607" y="57491"/>
                  <a:pt x="1740607" y="55285"/>
                </a:cubicBezTo>
                <a:cubicBezTo>
                  <a:pt x="1740607" y="52658"/>
                  <a:pt x="1741342" y="50161"/>
                  <a:pt x="1742813" y="47796"/>
                </a:cubicBezTo>
                <a:cubicBezTo>
                  <a:pt x="1744285" y="45430"/>
                  <a:pt x="1746282" y="43407"/>
                  <a:pt x="1748803" y="41727"/>
                </a:cubicBezTo>
                <a:cubicBezTo>
                  <a:pt x="1751325" y="40044"/>
                  <a:pt x="1754268" y="38704"/>
                  <a:pt x="1757631" y="37707"/>
                </a:cubicBezTo>
                <a:cubicBezTo>
                  <a:pt x="1760996" y="36708"/>
                  <a:pt x="1764518" y="36208"/>
                  <a:pt x="1768197" y="36208"/>
                </a:cubicBezTo>
                <a:cubicBezTo>
                  <a:pt x="1776603" y="36208"/>
                  <a:pt x="1783224" y="38153"/>
                  <a:pt x="1788060" y="42042"/>
                </a:cubicBezTo>
                <a:cubicBezTo>
                  <a:pt x="1792895" y="45931"/>
                  <a:pt x="1795312" y="52395"/>
                  <a:pt x="1795312" y="61433"/>
                </a:cubicBezTo>
                <a:lnTo>
                  <a:pt x="1795312" y="92963"/>
                </a:lnTo>
                <a:close/>
                <a:moveTo>
                  <a:pt x="1887382" y="82559"/>
                </a:moveTo>
                <a:cubicBezTo>
                  <a:pt x="1887382" y="86868"/>
                  <a:pt x="1887460" y="90363"/>
                  <a:pt x="1887617" y="93043"/>
                </a:cubicBezTo>
                <a:cubicBezTo>
                  <a:pt x="1887775" y="95723"/>
                  <a:pt x="1888248" y="97825"/>
                  <a:pt x="1889037" y="99350"/>
                </a:cubicBezTo>
                <a:cubicBezTo>
                  <a:pt x="1889826" y="100874"/>
                  <a:pt x="1891008" y="101924"/>
                  <a:pt x="1892585" y="102502"/>
                </a:cubicBezTo>
                <a:cubicBezTo>
                  <a:pt x="1894161" y="103079"/>
                  <a:pt x="1896368" y="103368"/>
                  <a:pt x="1899205" y="103368"/>
                </a:cubicBezTo>
                <a:cubicBezTo>
                  <a:pt x="1899625" y="103368"/>
                  <a:pt x="1899967" y="103604"/>
                  <a:pt x="1900230" y="104077"/>
                </a:cubicBezTo>
                <a:cubicBezTo>
                  <a:pt x="1900493" y="104550"/>
                  <a:pt x="1900624" y="105103"/>
                  <a:pt x="1900624" y="105735"/>
                </a:cubicBezTo>
                <a:cubicBezTo>
                  <a:pt x="1900624" y="106259"/>
                  <a:pt x="1900519" y="106784"/>
                  <a:pt x="1900309" y="107310"/>
                </a:cubicBezTo>
                <a:cubicBezTo>
                  <a:pt x="1900099" y="107836"/>
                  <a:pt x="1899731" y="108099"/>
                  <a:pt x="1899205" y="108099"/>
                </a:cubicBezTo>
                <a:cubicBezTo>
                  <a:pt x="1898365" y="108099"/>
                  <a:pt x="1897655" y="108126"/>
                  <a:pt x="1897076" y="108179"/>
                </a:cubicBezTo>
                <a:cubicBezTo>
                  <a:pt x="1896499" y="108230"/>
                  <a:pt x="1895921" y="108282"/>
                  <a:pt x="1895342" y="108335"/>
                </a:cubicBezTo>
                <a:cubicBezTo>
                  <a:pt x="1894764" y="108388"/>
                  <a:pt x="1894134" y="108467"/>
                  <a:pt x="1893451" y="108573"/>
                </a:cubicBezTo>
                <a:cubicBezTo>
                  <a:pt x="1892768" y="108678"/>
                  <a:pt x="1891901" y="108782"/>
                  <a:pt x="1890850" y="108886"/>
                </a:cubicBezTo>
                <a:cubicBezTo>
                  <a:pt x="1890008" y="108992"/>
                  <a:pt x="1888826" y="109203"/>
                  <a:pt x="1887302" y="109519"/>
                </a:cubicBezTo>
                <a:cubicBezTo>
                  <a:pt x="1885779" y="109833"/>
                  <a:pt x="1884229" y="110147"/>
                  <a:pt x="1882652" y="110462"/>
                </a:cubicBezTo>
                <a:cubicBezTo>
                  <a:pt x="1881076" y="110778"/>
                  <a:pt x="1879604" y="111041"/>
                  <a:pt x="1878238" y="111251"/>
                </a:cubicBezTo>
                <a:cubicBezTo>
                  <a:pt x="1876872" y="111461"/>
                  <a:pt x="1875978" y="111566"/>
                  <a:pt x="1875558" y="111566"/>
                </a:cubicBezTo>
                <a:cubicBezTo>
                  <a:pt x="1873666" y="111566"/>
                  <a:pt x="1872719" y="108623"/>
                  <a:pt x="1872719" y="102737"/>
                </a:cubicBezTo>
                <a:cubicBezTo>
                  <a:pt x="1872719" y="102527"/>
                  <a:pt x="1872614" y="102397"/>
                  <a:pt x="1872404" y="102345"/>
                </a:cubicBezTo>
                <a:cubicBezTo>
                  <a:pt x="1872194" y="102292"/>
                  <a:pt x="1871984" y="102371"/>
                  <a:pt x="1871774" y="102581"/>
                </a:cubicBezTo>
                <a:cubicBezTo>
                  <a:pt x="1867885" y="105944"/>
                  <a:pt x="1863970" y="108282"/>
                  <a:pt x="1860028" y="109596"/>
                </a:cubicBezTo>
                <a:cubicBezTo>
                  <a:pt x="1856087" y="110909"/>
                  <a:pt x="1852278" y="111566"/>
                  <a:pt x="1848599" y="111566"/>
                </a:cubicBezTo>
                <a:cubicBezTo>
                  <a:pt x="1843763" y="111566"/>
                  <a:pt x="1839769" y="110962"/>
                  <a:pt x="1836616" y="109754"/>
                </a:cubicBezTo>
                <a:cubicBezTo>
                  <a:pt x="1833463" y="108545"/>
                  <a:pt x="1830994" y="106784"/>
                  <a:pt x="1829207" y="104472"/>
                </a:cubicBezTo>
                <a:cubicBezTo>
                  <a:pt x="1827421" y="102159"/>
                  <a:pt x="1826159" y="99296"/>
                  <a:pt x="1825423" y="95881"/>
                </a:cubicBezTo>
                <a:cubicBezTo>
                  <a:pt x="1824687" y="92465"/>
                  <a:pt x="1824319" y="88603"/>
                  <a:pt x="1824319" y="84294"/>
                </a:cubicBezTo>
                <a:lnTo>
                  <a:pt x="1824319" y="66478"/>
                </a:lnTo>
                <a:cubicBezTo>
                  <a:pt x="1824319" y="61959"/>
                  <a:pt x="1824214" y="58438"/>
                  <a:pt x="1824004" y="55915"/>
                </a:cubicBezTo>
                <a:cubicBezTo>
                  <a:pt x="1823794" y="53392"/>
                  <a:pt x="1823321" y="51501"/>
                  <a:pt x="1822584" y="50240"/>
                </a:cubicBezTo>
                <a:cubicBezTo>
                  <a:pt x="1821850" y="48978"/>
                  <a:pt x="1820747" y="48137"/>
                  <a:pt x="1819274" y="47717"/>
                </a:cubicBezTo>
                <a:cubicBezTo>
                  <a:pt x="1817804" y="47296"/>
                  <a:pt x="1815807" y="46929"/>
                  <a:pt x="1813284" y="46615"/>
                </a:cubicBezTo>
                <a:cubicBezTo>
                  <a:pt x="1812758" y="46615"/>
                  <a:pt x="1812364" y="46352"/>
                  <a:pt x="1812101" y="45826"/>
                </a:cubicBezTo>
                <a:cubicBezTo>
                  <a:pt x="1811839" y="45300"/>
                  <a:pt x="1811682" y="44775"/>
                  <a:pt x="1811629" y="44250"/>
                </a:cubicBezTo>
                <a:cubicBezTo>
                  <a:pt x="1811576" y="43724"/>
                  <a:pt x="1811682" y="43198"/>
                  <a:pt x="1811945" y="42672"/>
                </a:cubicBezTo>
                <a:cubicBezTo>
                  <a:pt x="1812208" y="42146"/>
                  <a:pt x="1812654" y="41883"/>
                  <a:pt x="1813284" y="41883"/>
                </a:cubicBezTo>
                <a:cubicBezTo>
                  <a:pt x="1814335" y="41779"/>
                  <a:pt x="1815727" y="41622"/>
                  <a:pt x="1817461" y="41412"/>
                </a:cubicBezTo>
                <a:cubicBezTo>
                  <a:pt x="1819196" y="41201"/>
                  <a:pt x="1821062" y="40886"/>
                  <a:pt x="1823058" y="40466"/>
                </a:cubicBezTo>
                <a:cubicBezTo>
                  <a:pt x="1825055" y="40044"/>
                  <a:pt x="1827130" y="39598"/>
                  <a:pt x="1829284" y="39126"/>
                </a:cubicBezTo>
                <a:cubicBezTo>
                  <a:pt x="1831439" y="38653"/>
                  <a:pt x="1833463" y="38154"/>
                  <a:pt x="1835356" y="37628"/>
                </a:cubicBezTo>
                <a:cubicBezTo>
                  <a:pt x="1836826" y="37207"/>
                  <a:pt x="1837825" y="37444"/>
                  <a:pt x="1838351" y="38337"/>
                </a:cubicBezTo>
                <a:cubicBezTo>
                  <a:pt x="1838877" y="39230"/>
                  <a:pt x="1839140" y="39992"/>
                  <a:pt x="1839140" y="40622"/>
                </a:cubicBezTo>
                <a:lnTo>
                  <a:pt x="1839140" y="78145"/>
                </a:lnTo>
                <a:cubicBezTo>
                  <a:pt x="1839140" y="82348"/>
                  <a:pt x="1839323" y="85921"/>
                  <a:pt x="1839691" y="88864"/>
                </a:cubicBezTo>
                <a:cubicBezTo>
                  <a:pt x="1840060" y="91807"/>
                  <a:pt x="1840716" y="94225"/>
                  <a:pt x="1841661" y="96117"/>
                </a:cubicBezTo>
                <a:cubicBezTo>
                  <a:pt x="1842607" y="98008"/>
                  <a:pt x="1843920" y="99374"/>
                  <a:pt x="1845601" y="100216"/>
                </a:cubicBezTo>
                <a:cubicBezTo>
                  <a:pt x="1847284" y="101057"/>
                  <a:pt x="1849386" y="101477"/>
                  <a:pt x="1851909" y="101477"/>
                </a:cubicBezTo>
                <a:cubicBezTo>
                  <a:pt x="1855482" y="101477"/>
                  <a:pt x="1859213" y="100847"/>
                  <a:pt x="1863102" y="99586"/>
                </a:cubicBezTo>
                <a:cubicBezTo>
                  <a:pt x="1866991" y="98324"/>
                  <a:pt x="1869934" y="96800"/>
                  <a:pt x="1871930" y="95013"/>
                </a:cubicBezTo>
                <a:cubicBezTo>
                  <a:pt x="1872246" y="94697"/>
                  <a:pt x="1872430" y="94119"/>
                  <a:pt x="1872481" y="93279"/>
                </a:cubicBezTo>
                <a:cubicBezTo>
                  <a:pt x="1872534" y="92438"/>
                  <a:pt x="1872561" y="91808"/>
                  <a:pt x="1872561" y="91388"/>
                </a:cubicBezTo>
                <a:lnTo>
                  <a:pt x="1872561" y="66478"/>
                </a:lnTo>
                <a:cubicBezTo>
                  <a:pt x="1872561" y="61959"/>
                  <a:pt x="1872508" y="58438"/>
                  <a:pt x="1872402" y="55915"/>
                </a:cubicBezTo>
                <a:cubicBezTo>
                  <a:pt x="1872298" y="53392"/>
                  <a:pt x="1871930" y="51501"/>
                  <a:pt x="1871300" y="50240"/>
                </a:cubicBezTo>
                <a:cubicBezTo>
                  <a:pt x="1870670" y="48978"/>
                  <a:pt x="1869698" y="48137"/>
                  <a:pt x="1868385" y="47717"/>
                </a:cubicBezTo>
                <a:cubicBezTo>
                  <a:pt x="1867071" y="47296"/>
                  <a:pt x="1865153" y="46929"/>
                  <a:pt x="1862630" y="46615"/>
                </a:cubicBezTo>
                <a:cubicBezTo>
                  <a:pt x="1862104" y="46509"/>
                  <a:pt x="1861710" y="46220"/>
                  <a:pt x="1861447" y="45746"/>
                </a:cubicBezTo>
                <a:cubicBezTo>
                  <a:pt x="1861184" y="45273"/>
                  <a:pt x="1861026" y="44748"/>
                  <a:pt x="1860973" y="44171"/>
                </a:cubicBezTo>
                <a:cubicBezTo>
                  <a:pt x="1860922" y="43592"/>
                  <a:pt x="1861027" y="43066"/>
                  <a:pt x="1861288" y="42593"/>
                </a:cubicBezTo>
                <a:cubicBezTo>
                  <a:pt x="1861551" y="42120"/>
                  <a:pt x="1861999" y="41883"/>
                  <a:pt x="1862630" y="41883"/>
                </a:cubicBezTo>
                <a:cubicBezTo>
                  <a:pt x="1866414" y="41673"/>
                  <a:pt x="1869882" y="41201"/>
                  <a:pt x="1873035" y="40466"/>
                </a:cubicBezTo>
                <a:cubicBezTo>
                  <a:pt x="1876188" y="39730"/>
                  <a:pt x="1879709" y="38784"/>
                  <a:pt x="1883598" y="37628"/>
                </a:cubicBezTo>
                <a:cubicBezTo>
                  <a:pt x="1885068" y="37207"/>
                  <a:pt x="1886067" y="37444"/>
                  <a:pt x="1886593" y="38337"/>
                </a:cubicBezTo>
                <a:cubicBezTo>
                  <a:pt x="1887119" y="39230"/>
                  <a:pt x="1887382" y="39992"/>
                  <a:pt x="1887382" y="40622"/>
                </a:cubicBezTo>
                <a:lnTo>
                  <a:pt x="1887382" y="82559"/>
                </a:lnTo>
                <a:close/>
                <a:moveTo>
                  <a:pt x="1956905" y="38573"/>
                </a:moveTo>
                <a:cubicBezTo>
                  <a:pt x="1956591" y="39729"/>
                  <a:pt x="1956302" y="41149"/>
                  <a:pt x="1956039" y="42831"/>
                </a:cubicBezTo>
                <a:cubicBezTo>
                  <a:pt x="1955776" y="44512"/>
                  <a:pt x="1955644" y="46298"/>
                  <a:pt x="1955644" y="48190"/>
                </a:cubicBezTo>
                <a:cubicBezTo>
                  <a:pt x="1955644" y="50187"/>
                  <a:pt x="1955697" y="52263"/>
                  <a:pt x="1955801" y="54419"/>
                </a:cubicBezTo>
                <a:cubicBezTo>
                  <a:pt x="1955907" y="56572"/>
                  <a:pt x="1955960" y="58227"/>
                  <a:pt x="1955960" y="59384"/>
                </a:cubicBezTo>
                <a:cubicBezTo>
                  <a:pt x="1955960" y="59700"/>
                  <a:pt x="1955750" y="59963"/>
                  <a:pt x="1955329" y="60173"/>
                </a:cubicBezTo>
                <a:cubicBezTo>
                  <a:pt x="1954909" y="60383"/>
                  <a:pt x="1954436" y="60514"/>
                  <a:pt x="1953910" y="60567"/>
                </a:cubicBezTo>
                <a:cubicBezTo>
                  <a:pt x="1953386" y="60619"/>
                  <a:pt x="1952913" y="60566"/>
                  <a:pt x="1952491" y="60409"/>
                </a:cubicBezTo>
                <a:cubicBezTo>
                  <a:pt x="1952071" y="60251"/>
                  <a:pt x="1951808" y="60015"/>
                  <a:pt x="1951704" y="59699"/>
                </a:cubicBezTo>
                <a:cubicBezTo>
                  <a:pt x="1950548" y="54129"/>
                  <a:pt x="1948655" y="49846"/>
                  <a:pt x="1946027" y="46851"/>
                </a:cubicBezTo>
                <a:cubicBezTo>
                  <a:pt x="1943400" y="43855"/>
                  <a:pt x="1939197" y="42357"/>
                  <a:pt x="1933417" y="42357"/>
                </a:cubicBezTo>
                <a:cubicBezTo>
                  <a:pt x="1929528" y="42357"/>
                  <a:pt x="1926322" y="43330"/>
                  <a:pt x="1923799" y="45275"/>
                </a:cubicBezTo>
                <a:cubicBezTo>
                  <a:pt x="1921277" y="47219"/>
                  <a:pt x="1920015" y="49820"/>
                  <a:pt x="1920015" y="53079"/>
                </a:cubicBezTo>
                <a:cubicBezTo>
                  <a:pt x="1920015" y="55810"/>
                  <a:pt x="1921066" y="57912"/>
                  <a:pt x="1923167" y="59384"/>
                </a:cubicBezTo>
                <a:cubicBezTo>
                  <a:pt x="1925269" y="60854"/>
                  <a:pt x="1928055" y="62221"/>
                  <a:pt x="1931524" y="63483"/>
                </a:cubicBezTo>
                <a:cubicBezTo>
                  <a:pt x="1932996" y="64009"/>
                  <a:pt x="1934757" y="64666"/>
                  <a:pt x="1936806" y="65455"/>
                </a:cubicBezTo>
                <a:cubicBezTo>
                  <a:pt x="1938856" y="66243"/>
                  <a:pt x="1940511" y="66899"/>
                  <a:pt x="1941771" y="67423"/>
                </a:cubicBezTo>
                <a:cubicBezTo>
                  <a:pt x="1944504" y="68685"/>
                  <a:pt x="1947052" y="70000"/>
                  <a:pt x="1949416" y="71366"/>
                </a:cubicBezTo>
                <a:cubicBezTo>
                  <a:pt x="1951782" y="72732"/>
                  <a:pt x="1953831" y="74335"/>
                  <a:pt x="1955565" y="76175"/>
                </a:cubicBezTo>
                <a:cubicBezTo>
                  <a:pt x="1957300" y="78013"/>
                  <a:pt x="1958667" y="80088"/>
                  <a:pt x="1959664" y="82400"/>
                </a:cubicBezTo>
                <a:cubicBezTo>
                  <a:pt x="1960663" y="84713"/>
                  <a:pt x="1961163" y="87394"/>
                  <a:pt x="1961163" y="90442"/>
                </a:cubicBezTo>
                <a:cubicBezTo>
                  <a:pt x="1961163" y="94436"/>
                  <a:pt x="1960322" y="97772"/>
                  <a:pt x="1958639" y="100452"/>
                </a:cubicBezTo>
                <a:cubicBezTo>
                  <a:pt x="1956959" y="103132"/>
                  <a:pt x="1954804" y="105287"/>
                  <a:pt x="1952176" y="106916"/>
                </a:cubicBezTo>
                <a:cubicBezTo>
                  <a:pt x="1949549" y="108545"/>
                  <a:pt x="1946554" y="109727"/>
                  <a:pt x="1943191" y="110462"/>
                </a:cubicBezTo>
                <a:cubicBezTo>
                  <a:pt x="1939828" y="111198"/>
                  <a:pt x="1936517" y="111566"/>
                  <a:pt x="1933258" y="111566"/>
                </a:cubicBezTo>
                <a:cubicBezTo>
                  <a:pt x="1930525" y="111566"/>
                  <a:pt x="1927477" y="111251"/>
                  <a:pt x="1924114" y="110621"/>
                </a:cubicBezTo>
                <a:cubicBezTo>
                  <a:pt x="1920751" y="109990"/>
                  <a:pt x="1917808" y="109097"/>
                  <a:pt x="1915286" y="107941"/>
                </a:cubicBezTo>
                <a:cubicBezTo>
                  <a:pt x="1914656" y="107731"/>
                  <a:pt x="1913999" y="107836"/>
                  <a:pt x="1913316" y="108256"/>
                </a:cubicBezTo>
                <a:cubicBezTo>
                  <a:pt x="1912632" y="108676"/>
                  <a:pt x="1912186" y="109464"/>
                  <a:pt x="1911976" y="110621"/>
                </a:cubicBezTo>
                <a:cubicBezTo>
                  <a:pt x="1911976" y="110936"/>
                  <a:pt x="1911739" y="111147"/>
                  <a:pt x="1911266" y="111251"/>
                </a:cubicBezTo>
                <a:cubicBezTo>
                  <a:pt x="1910793" y="111357"/>
                  <a:pt x="1910293" y="111410"/>
                  <a:pt x="1909767" y="111410"/>
                </a:cubicBezTo>
                <a:cubicBezTo>
                  <a:pt x="1909347" y="111410"/>
                  <a:pt x="1908927" y="111330"/>
                  <a:pt x="1908507" y="111171"/>
                </a:cubicBezTo>
                <a:cubicBezTo>
                  <a:pt x="1908087" y="111014"/>
                  <a:pt x="1907877" y="110778"/>
                  <a:pt x="1907877" y="110464"/>
                </a:cubicBezTo>
                <a:cubicBezTo>
                  <a:pt x="1907877" y="109622"/>
                  <a:pt x="1907982" y="108466"/>
                  <a:pt x="1908192" y="106995"/>
                </a:cubicBezTo>
                <a:cubicBezTo>
                  <a:pt x="1908402" y="105523"/>
                  <a:pt x="1908507" y="104157"/>
                  <a:pt x="1908507" y="102896"/>
                </a:cubicBezTo>
                <a:cubicBezTo>
                  <a:pt x="1908507" y="101634"/>
                  <a:pt x="1908427" y="100241"/>
                  <a:pt x="1908269" y="98718"/>
                </a:cubicBezTo>
                <a:cubicBezTo>
                  <a:pt x="1908112" y="97194"/>
                  <a:pt x="1907954" y="95697"/>
                  <a:pt x="1907797" y="94226"/>
                </a:cubicBezTo>
                <a:cubicBezTo>
                  <a:pt x="1907640" y="92754"/>
                  <a:pt x="1907509" y="91440"/>
                  <a:pt x="1907403" y="90284"/>
                </a:cubicBezTo>
                <a:cubicBezTo>
                  <a:pt x="1907298" y="89127"/>
                  <a:pt x="1907246" y="88286"/>
                  <a:pt x="1907246" y="87760"/>
                </a:cubicBezTo>
                <a:cubicBezTo>
                  <a:pt x="1907246" y="87340"/>
                  <a:pt x="1907456" y="87025"/>
                  <a:pt x="1907877" y="86815"/>
                </a:cubicBezTo>
                <a:cubicBezTo>
                  <a:pt x="1908297" y="86605"/>
                  <a:pt x="1908769" y="86474"/>
                  <a:pt x="1909293" y="86423"/>
                </a:cubicBezTo>
                <a:cubicBezTo>
                  <a:pt x="1909819" y="86370"/>
                  <a:pt x="1910319" y="86422"/>
                  <a:pt x="1910792" y="86579"/>
                </a:cubicBezTo>
                <a:cubicBezTo>
                  <a:pt x="1911265" y="86736"/>
                  <a:pt x="1911555" y="87025"/>
                  <a:pt x="1911661" y="87445"/>
                </a:cubicBezTo>
                <a:cubicBezTo>
                  <a:pt x="1912395" y="90494"/>
                  <a:pt x="1913340" y="93174"/>
                  <a:pt x="1914497" y="95487"/>
                </a:cubicBezTo>
                <a:cubicBezTo>
                  <a:pt x="1915653" y="97798"/>
                  <a:pt x="1917098" y="99742"/>
                  <a:pt x="1918832" y="101320"/>
                </a:cubicBezTo>
                <a:cubicBezTo>
                  <a:pt x="1920567" y="102897"/>
                  <a:pt x="1922669" y="104080"/>
                  <a:pt x="1925139" y="104869"/>
                </a:cubicBezTo>
                <a:cubicBezTo>
                  <a:pt x="1927609" y="105656"/>
                  <a:pt x="1930578" y="106050"/>
                  <a:pt x="1934047" y="106050"/>
                </a:cubicBezTo>
                <a:cubicBezTo>
                  <a:pt x="1937830" y="106050"/>
                  <a:pt x="1940904" y="104999"/>
                  <a:pt x="1943268" y="102896"/>
                </a:cubicBezTo>
                <a:cubicBezTo>
                  <a:pt x="1945633" y="100794"/>
                  <a:pt x="1946816" y="97851"/>
                  <a:pt x="1946816" y="94068"/>
                </a:cubicBezTo>
                <a:cubicBezTo>
                  <a:pt x="1946816" y="90705"/>
                  <a:pt x="1945633" y="88051"/>
                  <a:pt x="1943268" y="86107"/>
                </a:cubicBezTo>
                <a:cubicBezTo>
                  <a:pt x="1940904" y="84162"/>
                  <a:pt x="1938145" y="82453"/>
                  <a:pt x="1934992" y="80981"/>
                </a:cubicBezTo>
                <a:cubicBezTo>
                  <a:pt x="1933520" y="80351"/>
                  <a:pt x="1932022" y="79721"/>
                  <a:pt x="1930499" y="79090"/>
                </a:cubicBezTo>
                <a:cubicBezTo>
                  <a:pt x="1928975" y="78460"/>
                  <a:pt x="1927425" y="77830"/>
                  <a:pt x="1925849" y="77200"/>
                </a:cubicBezTo>
                <a:cubicBezTo>
                  <a:pt x="1923536" y="76253"/>
                  <a:pt x="1921250" y="75282"/>
                  <a:pt x="1918990" y="74284"/>
                </a:cubicBezTo>
                <a:cubicBezTo>
                  <a:pt x="1916731" y="73285"/>
                  <a:pt x="1914733" y="72049"/>
                  <a:pt x="1912998" y="70577"/>
                </a:cubicBezTo>
                <a:cubicBezTo>
                  <a:pt x="1911264" y="69105"/>
                  <a:pt x="1909872" y="67265"/>
                  <a:pt x="1908822" y="65059"/>
                </a:cubicBezTo>
                <a:cubicBezTo>
                  <a:pt x="1907772" y="62852"/>
                  <a:pt x="1907246" y="60119"/>
                  <a:pt x="1907246" y="56860"/>
                </a:cubicBezTo>
                <a:cubicBezTo>
                  <a:pt x="1907246" y="53077"/>
                  <a:pt x="1908060" y="49872"/>
                  <a:pt x="1909688" y="47245"/>
                </a:cubicBezTo>
                <a:cubicBezTo>
                  <a:pt x="1911317" y="44617"/>
                  <a:pt x="1913419" y="42488"/>
                  <a:pt x="1915993" y="40861"/>
                </a:cubicBezTo>
                <a:cubicBezTo>
                  <a:pt x="1918569" y="39231"/>
                  <a:pt x="1921433" y="38049"/>
                  <a:pt x="1924586" y="37312"/>
                </a:cubicBezTo>
                <a:cubicBezTo>
                  <a:pt x="1927740" y="36576"/>
                  <a:pt x="1930841" y="36208"/>
                  <a:pt x="1933888" y="36208"/>
                </a:cubicBezTo>
                <a:cubicBezTo>
                  <a:pt x="1936831" y="36208"/>
                  <a:pt x="1939432" y="36550"/>
                  <a:pt x="1941692" y="37233"/>
                </a:cubicBezTo>
                <a:cubicBezTo>
                  <a:pt x="1943952" y="37916"/>
                  <a:pt x="1946448" y="39151"/>
                  <a:pt x="1949181" y="40938"/>
                </a:cubicBezTo>
                <a:cubicBezTo>
                  <a:pt x="1949601" y="41148"/>
                  <a:pt x="1950152" y="41122"/>
                  <a:pt x="1950836" y="40861"/>
                </a:cubicBezTo>
                <a:cubicBezTo>
                  <a:pt x="1951519" y="40598"/>
                  <a:pt x="1952071" y="39730"/>
                  <a:pt x="1952491" y="38258"/>
                </a:cubicBezTo>
                <a:cubicBezTo>
                  <a:pt x="1952597" y="37838"/>
                  <a:pt x="1952912" y="37575"/>
                  <a:pt x="1953436" y="37471"/>
                </a:cubicBezTo>
                <a:cubicBezTo>
                  <a:pt x="1953962" y="37365"/>
                  <a:pt x="1954488" y="37339"/>
                  <a:pt x="1955014" y="37392"/>
                </a:cubicBezTo>
                <a:cubicBezTo>
                  <a:pt x="1955540" y="37443"/>
                  <a:pt x="1956013" y="37575"/>
                  <a:pt x="1956434" y="37786"/>
                </a:cubicBezTo>
                <a:cubicBezTo>
                  <a:pt x="1956854" y="37996"/>
                  <a:pt x="1957011" y="38259"/>
                  <a:pt x="1956905" y="38573"/>
                </a:cubicBezTo>
                <a:close/>
                <a:moveTo>
                  <a:pt x="1987964" y="69788"/>
                </a:moveTo>
                <a:cubicBezTo>
                  <a:pt x="1987438" y="69788"/>
                  <a:pt x="1987148" y="69972"/>
                  <a:pt x="1987096" y="70341"/>
                </a:cubicBezTo>
                <a:cubicBezTo>
                  <a:pt x="1987044" y="70708"/>
                  <a:pt x="1987019" y="71155"/>
                  <a:pt x="1987019" y="71681"/>
                </a:cubicBezTo>
                <a:cubicBezTo>
                  <a:pt x="1987019" y="77147"/>
                  <a:pt x="1987622" y="81771"/>
                  <a:pt x="1988830" y="85554"/>
                </a:cubicBezTo>
                <a:cubicBezTo>
                  <a:pt x="1990039" y="89337"/>
                  <a:pt x="1991721" y="92412"/>
                  <a:pt x="1993875" y="94777"/>
                </a:cubicBezTo>
                <a:cubicBezTo>
                  <a:pt x="1996030" y="97141"/>
                  <a:pt x="1998606" y="98849"/>
                  <a:pt x="2001601" y="99901"/>
                </a:cubicBezTo>
                <a:cubicBezTo>
                  <a:pt x="2004597" y="100952"/>
                  <a:pt x="2007829" y="101477"/>
                  <a:pt x="2011296" y="101477"/>
                </a:cubicBezTo>
                <a:cubicBezTo>
                  <a:pt x="2014869" y="101477"/>
                  <a:pt x="2018337" y="101188"/>
                  <a:pt x="2021700" y="100611"/>
                </a:cubicBezTo>
                <a:cubicBezTo>
                  <a:pt x="2025065" y="100032"/>
                  <a:pt x="2027955" y="98744"/>
                  <a:pt x="2030372" y="96747"/>
                </a:cubicBezTo>
                <a:cubicBezTo>
                  <a:pt x="2030898" y="96327"/>
                  <a:pt x="2031450" y="96170"/>
                  <a:pt x="2032027" y="96276"/>
                </a:cubicBezTo>
                <a:cubicBezTo>
                  <a:pt x="2032606" y="96380"/>
                  <a:pt x="2033079" y="96642"/>
                  <a:pt x="2033447" y="97063"/>
                </a:cubicBezTo>
                <a:cubicBezTo>
                  <a:pt x="2033814" y="97483"/>
                  <a:pt x="2034050" y="97956"/>
                  <a:pt x="2034154" y="98482"/>
                </a:cubicBezTo>
                <a:cubicBezTo>
                  <a:pt x="2034260" y="99008"/>
                  <a:pt x="2034155" y="99481"/>
                  <a:pt x="2033841" y="99901"/>
                </a:cubicBezTo>
                <a:cubicBezTo>
                  <a:pt x="2030478" y="104315"/>
                  <a:pt x="2026694" y="107363"/>
                  <a:pt x="2022489" y="109045"/>
                </a:cubicBezTo>
                <a:cubicBezTo>
                  <a:pt x="2018286" y="110726"/>
                  <a:pt x="2013083" y="111566"/>
                  <a:pt x="2006882" y="111566"/>
                </a:cubicBezTo>
                <a:cubicBezTo>
                  <a:pt x="2000576" y="111566"/>
                  <a:pt x="1995137" y="110621"/>
                  <a:pt x="1990564" y="108730"/>
                </a:cubicBezTo>
                <a:cubicBezTo>
                  <a:pt x="1985992" y="106837"/>
                  <a:pt x="1982208" y="104183"/>
                  <a:pt x="1979212" y="100767"/>
                </a:cubicBezTo>
                <a:cubicBezTo>
                  <a:pt x="1976218" y="97351"/>
                  <a:pt x="1974012" y="93358"/>
                  <a:pt x="1972592" y="88787"/>
                </a:cubicBezTo>
                <a:cubicBezTo>
                  <a:pt x="1971173" y="84215"/>
                  <a:pt x="1970463" y="79248"/>
                  <a:pt x="1970463" y="73887"/>
                </a:cubicBezTo>
                <a:cubicBezTo>
                  <a:pt x="1970463" y="68737"/>
                  <a:pt x="1971330" y="63851"/>
                  <a:pt x="1973064" y="59227"/>
                </a:cubicBezTo>
                <a:cubicBezTo>
                  <a:pt x="1974799" y="54602"/>
                  <a:pt x="1977243" y="50608"/>
                  <a:pt x="1980396" y="47245"/>
                </a:cubicBezTo>
                <a:cubicBezTo>
                  <a:pt x="1983549" y="43882"/>
                  <a:pt x="1987280" y="41202"/>
                  <a:pt x="1991589" y="39206"/>
                </a:cubicBezTo>
                <a:cubicBezTo>
                  <a:pt x="1995898" y="37207"/>
                  <a:pt x="2000681" y="36208"/>
                  <a:pt x="2005936" y="36208"/>
                </a:cubicBezTo>
                <a:cubicBezTo>
                  <a:pt x="2010350" y="36208"/>
                  <a:pt x="2014369" y="36971"/>
                  <a:pt x="2017995" y="38496"/>
                </a:cubicBezTo>
                <a:cubicBezTo>
                  <a:pt x="2021621" y="40019"/>
                  <a:pt x="2024696" y="42121"/>
                  <a:pt x="2027218" y="44801"/>
                </a:cubicBezTo>
                <a:cubicBezTo>
                  <a:pt x="2029741" y="47481"/>
                  <a:pt x="2031712" y="50687"/>
                  <a:pt x="2033131" y="54419"/>
                </a:cubicBezTo>
                <a:cubicBezTo>
                  <a:pt x="2034551" y="58149"/>
                  <a:pt x="2035260" y="62169"/>
                  <a:pt x="2035260" y="66478"/>
                </a:cubicBezTo>
                <a:cubicBezTo>
                  <a:pt x="2035260" y="68685"/>
                  <a:pt x="2034472" y="69788"/>
                  <a:pt x="2032896" y="69788"/>
                </a:cubicBezTo>
                <a:lnTo>
                  <a:pt x="1987964" y="69788"/>
                </a:lnTo>
                <a:moveTo>
                  <a:pt x="2016814" y="64272"/>
                </a:moveTo>
                <a:cubicBezTo>
                  <a:pt x="2018285" y="64272"/>
                  <a:pt x="2019125" y="63747"/>
                  <a:pt x="2019335" y="62696"/>
                </a:cubicBezTo>
                <a:cubicBezTo>
                  <a:pt x="2019547" y="61644"/>
                  <a:pt x="2019653" y="60382"/>
                  <a:pt x="2019653" y="58910"/>
                </a:cubicBezTo>
                <a:cubicBezTo>
                  <a:pt x="2019653" y="56703"/>
                  <a:pt x="2019311" y="54575"/>
                  <a:pt x="2018628" y="52525"/>
                </a:cubicBezTo>
                <a:cubicBezTo>
                  <a:pt x="2017945" y="50476"/>
                  <a:pt x="2016972" y="48663"/>
                  <a:pt x="2015710" y="47086"/>
                </a:cubicBezTo>
                <a:cubicBezTo>
                  <a:pt x="2014450" y="45510"/>
                  <a:pt x="2012926" y="44249"/>
                  <a:pt x="2011139" y="43302"/>
                </a:cubicBezTo>
                <a:cubicBezTo>
                  <a:pt x="2009353" y="42356"/>
                  <a:pt x="2007303" y="41883"/>
                  <a:pt x="2004991" y="41883"/>
                </a:cubicBezTo>
                <a:cubicBezTo>
                  <a:pt x="2002152" y="41883"/>
                  <a:pt x="1999708" y="42383"/>
                  <a:pt x="1997659" y="43382"/>
                </a:cubicBezTo>
                <a:cubicBezTo>
                  <a:pt x="1995609" y="44381"/>
                  <a:pt x="1993875" y="45695"/>
                  <a:pt x="1992455" y="47324"/>
                </a:cubicBezTo>
                <a:cubicBezTo>
                  <a:pt x="1991038" y="48952"/>
                  <a:pt x="1989961" y="50870"/>
                  <a:pt x="1989225" y="53079"/>
                </a:cubicBezTo>
                <a:cubicBezTo>
                  <a:pt x="1988488" y="55285"/>
                  <a:pt x="1987963" y="57597"/>
                  <a:pt x="1987649" y="60014"/>
                </a:cubicBezTo>
                <a:cubicBezTo>
                  <a:pt x="1987439" y="61276"/>
                  <a:pt x="1987359" y="62302"/>
                  <a:pt x="1987411" y="63091"/>
                </a:cubicBezTo>
                <a:cubicBezTo>
                  <a:pt x="1987464" y="63878"/>
                  <a:pt x="1987700" y="64272"/>
                  <a:pt x="1988120" y="64272"/>
                </a:cubicBezTo>
                <a:lnTo>
                  <a:pt x="2016814" y="642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wewillhavenothingtowork">
            <a:extLst xmlns:a="http://schemas.openxmlformats.org/drawingml/2006/main">
              <a:ext uri="{FF2B5EF4-FFF2-40B4-BE49-F238E27FC236}">
                <a16:creationId xmlns:a16="http://schemas.microsoft.com/office/drawing/2014/main" id="{E84CD8C8-45F7-421C-8328-9E5CAC7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78" y="1766714"/>
            <a:ext cx="2045909" cy="159493"/>
          </a:xfrm>
          <a:custGeom xmlns:a="http://schemas.openxmlformats.org/drawingml/2006/main">
            <a:pathLst>
              <a:path w="2045909" h="159493">
                <a:moveTo>
                  <a:pt x="62745" y="39675"/>
                </a:moveTo>
                <a:cubicBezTo>
                  <a:pt x="66108" y="47559"/>
                  <a:pt x="69418" y="55416"/>
                  <a:pt x="72675" y="63247"/>
                </a:cubicBezTo>
                <a:cubicBezTo>
                  <a:pt x="75934" y="71077"/>
                  <a:pt x="79245" y="78932"/>
                  <a:pt x="82608" y="86815"/>
                </a:cubicBezTo>
                <a:cubicBezTo>
                  <a:pt x="82818" y="87549"/>
                  <a:pt x="83160" y="87864"/>
                  <a:pt x="83633" y="87760"/>
                </a:cubicBezTo>
                <a:cubicBezTo>
                  <a:pt x="84106" y="87654"/>
                  <a:pt x="84448" y="87339"/>
                  <a:pt x="84658" y="86815"/>
                </a:cubicBezTo>
                <a:cubicBezTo>
                  <a:pt x="86444" y="81139"/>
                  <a:pt x="87994" y="75674"/>
                  <a:pt x="89308" y="70418"/>
                </a:cubicBezTo>
                <a:cubicBezTo>
                  <a:pt x="90623" y="65163"/>
                  <a:pt x="91858" y="59855"/>
                  <a:pt x="93015" y="54496"/>
                </a:cubicBezTo>
                <a:cubicBezTo>
                  <a:pt x="93435" y="52813"/>
                  <a:pt x="93645" y="51289"/>
                  <a:pt x="93645" y="49923"/>
                </a:cubicBezTo>
                <a:cubicBezTo>
                  <a:pt x="93645" y="47506"/>
                  <a:pt x="93014" y="45956"/>
                  <a:pt x="91752" y="45273"/>
                </a:cubicBezTo>
                <a:cubicBezTo>
                  <a:pt x="90491" y="44589"/>
                  <a:pt x="88495" y="44038"/>
                  <a:pt x="85762" y="43617"/>
                </a:cubicBezTo>
                <a:cubicBezTo>
                  <a:pt x="85026" y="43512"/>
                  <a:pt x="84500" y="43196"/>
                  <a:pt x="84184" y="42672"/>
                </a:cubicBezTo>
                <a:cubicBezTo>
                  <a:pt x="83869" y="42146"/>
                  <a:pt x="83712" y="41620"/>
                  <a:pt x="83712" y="41094"/>
                </a:cubicBezTo>
                <a:cubicBezTo>
                  <a:pt x="83712" y="40464"/>
                  <a:pt x="83896" y="39912"/>
                  <a:pt x="84263" y="39439"/>
                </a:cubicBezTo>
                <a:cubicBezTo>
                  <a:pt x="84632" y="38966"/>
                  <a:pt x="85132" y="38729"/>
                  <a:pt x="85762" y="38729"/>
                </a:cubicBezTo>
                <a:cubicBezTo>
                  <a:pt x="88285" y="38729"/>
                  <a:pt x="90596" y="38940"/>
                  <a:pt x="92697" y="39362"/>
                </a:cubicBezTo>
                <a:cubicBezTo>
                  <a:pt x="94800" y="39782"/>
                  <a:pt x="96902" y="39992"/>
                  <a:pt x="99005" y="39992"/>
                </a:cubicBezTo>
                <a:cubicBezTo>
                  <a:pt x="101107" y="39992"/>
                  <a:pt x="103340" y="39782"/>
                  <a:pt x="105704" y="39362"/>
                </a:cubicBezTo>
                <a:cubicBezTo>
                  <a:pt x="108070" y="38940"/>
                  <a:pt x="109988" y="38729"/>
                  <a:pt x="111458" y="38729"/>
                </a:cubicBezTo>
                <a:cubicBezTo>
                  <a:pt x="112090" y="38729"/>
                  <a:pt x="112537" y="38966"/>
                  <a:pt x="112798" y="39439"/>
                </a:cubicBezTo>
                <a:cubicBezTo>
                  <a:pt x="113061" y="39912"/>
                  <a:pt x="113193" y="40464"/>
                  <a:pt x="113193" y="41094"/>
                </a:cubicBezTo>
                <a:cubicBezTo>
                  <a:pt x="113193" y="41726"/>
                  <a:pt x="113061" y="42305"/>
                  <a:pt x="112798" y="42831"/>
                </a:cubicBezTo>
                <a:cubicBezTo>
                  <a:pt x="112537" y="43355"/>
                  <a:pt x="112196" y="43617"/>
                  <a:pt x="111776" y="43617"/>
                </a:cubicBezTo>
                <a:cubicBezTo>
                  <a:pt x="109674" y="43828"/>
                  <a:pt x="107913" y="44327"/>
                  <a:pt x="106493" y="45116"/>
                </a:cubicBezTo>
                <a:cubicBezTo>
                  <a:pt x="105074" y="45904"/>
                  <a:pt x="103865" y="46980"/>
                  <a:pt x="102866" y="48347"/>
                </a:cubicBezTo>
                <a:cubicBezTo>
                  <a:pt x="101868" y="49713"/>
                  <a:pt x="101028" y="51290"/>
                  <a:pt x="100345" y="53076"/>
                </a:cubicBezTo>
                <a:cubicBezTo>
                  <a:pt x="99661" y="54863"/>
                  <a:pt x="99005" y="56807"/>
                  <a:pt x="98374" y="58910"/>
                </a:cubicBezTo>
                <a:cubicBezTo>
                  <a:pt x="93119" y="76883"/>
                  <a:pt x="87496" y="94698"/>
                  <a:pt x="81506" y="112355"/>
                </a:cubicBezTo>
                <a:cubicBezTo>
                  <a:pt x="81296" y="112985"/>
                  <a:pt x="80639" y="113326"/>
                  <a:pt x="79534" y="113377"/>
                </a:cubicBezTo>
                <a:cubicBezTo>
                  <a:pt x="78430" y="113430"/>
                  <a:pt x="77774" y="113142"/>
                  <a:pt x="77564" y="112511"/>
                </a:cubicBezTo>
                <a:cubicBezTo>
                  <a:pt x="74517" y="104209"/>
                  <a:pt x="71417" y="95958"/>
                  <a:pt x="68264" y="87760"/>
                </a:cubicBezTo>
                <a:cubicBezTo>
                  <a:pt x="65111" y="79562"/>
                  <a:pt x="61590" y="71101"/>
                  <a:pt x="57701" y="62379"/>
                </a:cubicBezTo>
                <a:cubicBezTo>
                  <a:pt x="57491" y="61853"/>
                  <a:pt x="57175" y="61590"/>
                  <a:pt x="56753" y="61590"/>
                </a:cubicBezTo>
                <a:cubicBezTo>
                  <a:pt x="56333" y="61590"/>
                  <a:pt x="56017" y="61853"/>
                  <a:pt x="55807" y="62379"/>
                </a:cubicBezTo>
                <a:cubicBezTo>
                  <a:pt x="53917" y="67318"/>
                  <a:pt x="52130" y="71943"/>
                  <a:pt x="50448" y="76252"/>
                </a:cubicBezTo>
                <a:cubicBezTo>
                  <a:pt x="48765" y="80561"/>
                  <a:pt x="47163" y="84713"/>
                  <a:pt x="45639" y="88708"/>
                </a:cubicBezTo>
                <a:cubicBezTo>
                  <a:pt x="44115" y="92701"/>
                  <a:pt x="42618" y="96642"/>
                  <a:pt x="41145" y="100531"/>
                </a:cubicBezTo>
                <a:cubicBezTo>
                  <a:pt x="39675" y="104419"/>
                  <a:pt x="38203" y="108412"/>
                  <a:pt x="36731" y="112511"/>
                </a:cubicBezTo>
                <a:cubicBezTo>
                  <a:pt x="36521" y="113142"/>
                  <a:pt x="35838" y="113483"/>
                  <a:pt x="34681" y="113536"/>
                </a:cubicBezTo>
                <a:cubicBezTo>
                  <a:pt x="33527" y="113589"/>
                  <a:pt x="32844" y="113247"/>
                  <a:pt x="32632" y="112511"/>
                </a:cubicBezTo>
                <a:cubicBezTo>
                  <a:pt x="29375" y="103263"/>
                  <a:pt x="26195" y="94092"/>
                  <a:pt x="23094" y="85001"/>
                </a:cubicBezTo>
                <a:cubicBezTo>
                  <a:pt x="19994" y="75909"/>
                  <a:pt x="17025" y="66844"/>
                  <a:pt x="14188" y="57806"/>
                </a:cubicBezTo>
                <a:cubicBezTo>
                  <a:pt x="13346" y="55179"/>
                  <a:pt x="12531" y="53025"/>
                  <a:pt x="11742" y="51344"/>
                </a:cubicBezTo>
                <a:cubicBezTo>
                  <a:pt x="10954" y="49662"/>
                  <a:pt x="10087" y="48296"/>
                  <a:pt x="9141" y="47245"/>
                </a:cubicBezTo>
                <a:cubicBezTo>
                  <a:pt x="8197" y="46193"/>
                  <a:pt x="7093" y="45404"/>
                  <a:pt x="5831" y="44878"/>
                </a:cubicBezTo>
                <a:cubicBezTo>
                  <a:pt x="4571" y="44352"/>
                  <a:pt x="3099" y="43932"/>
                  <a:pt x="1417" y="43617"/>
                </a:cubicBezTo>
                <a:cubicBezTo>
                  <a:pt x="892" y="43512"/>
                  <a:pt x="525" y="43196"/>
                  <a:pt x="315" y="42672"/>
                </a:cubicBezTo>
                <a:cubicBezTo>
                  <a:pt x="105" y="42146"/>
                  <a:pt x="0" y="41620"/>
                  <a:pt x="0" y="41094"/>
                </a:cubicBezTo>
                <a:cubicBezTo>
                  <a:pt x="0" y="40464"/>
                  <a:pt x="105" y="39912"/>
                  <a:pt x="315" y="39439"/>
                </a:cubicBezTo>
                <a:cubicBezTo>
                  <a:pt x="525" y="38966"/>
                  <a:pt x="892" y="38729"/>
                  <a:pt x="1417" y="38729"/>
                </a:cubicBezTo>
                <a:cubicBezTo>
                  <a:pt x="4045" y="38729"/>
                  <a:pt x="6752" y="38940"/>
                  <a:pt x="9536" y="39362"/>
                </a:cubicBezTo>
                <a:cubicBezTo>
                  <a:pt x="12321" y="39782"/>
                  <a:pt x="15239" y="39992"/>
                  <a:pt x="18287" y="39992"/>
                </a:cubicBezTo>
                <a:cubicBezTo>
                  <a:pt x="21334" y="39992"/>
                  <a:pt x="24303" y="39782"/>
                  <a:pt x="27193" y="39362"/>
                </a:cubicBezTo>
                <a:cubicBezTo>
                  <a:pt x="30084" y="38940"/>
                  <a:pt x="33002" y="38729"/>
                  <a:pt x="35944" y="38729"/>
                </a:cubicBezTo>
                <a:cubicBezTo>
                  <a:pt x="36469" y="38729"/>
                  <a:pt x="36889" y="38966"/>
                  <a:pt x="37205" y="39439"/>
                </a:cubicBezTo>
                <a:cubicBezTo>
                  <a:pt x="37521" y="39912"/>
                  <a:pt x="37705" y="40438"/>
                  <a:pt x="37756" y="41017"/>
                </a:cubicBezTo>
                <a:cubicBezTo>
                  <a:pt x="37809" y="41594"/>
                  <a:pt x="37677" y="42146"/>
                  <a:pt x="37361" y="42672"/>
                </a:cubicBezTo>
                <a:cubicBezTo>
                  <a:pt x="37047" y="43196"/>
                  <a:pt x="36575" y="43512"/>
                  <a:pt x="35944" y="43617"/>
                </a:cubicBezTo>
                <a:cubicBezTo>
                  <a:pt x="32896" y="44038"/>
                  <a:pt x="30740" y="44721"/>
                  <a:pt x="29478" y="45667"/>
                </a:cubicBezTo>
                <a:cubicBezTo>
                  <a:pt x="28218" y="46613"/>
                  <a:pt x="27587" y="47927"/>
                  <a:pt x="27587" y="49607"/>
                </a:cubicBezTo>
                <a:cubicBezTo>
                  <a:pt x="27587" y="50449"/>
                  <a:pt x="27692" y="51370"/>
                  <a:pt x="27903" y="52369"/>
                </a:cubicBezTo>
                <a:cubicBezTo>
                  <a:pt x="28113" y="53367"/>
                  <a:pt x="28376" y="54443"/>
                  <a:pt x="28692" y="55600"/>
                </a:cubicBezTo>
                <a:cubicBezTo>
                  <a:pt x="30164" y="60959"/>
                  <a:pt x="31714" y="66214"/>
                  <a:pt x="33342" y="71364"/>
                </a:cubicBezTo>
                <a:cubicBezTo>
                  <a:pt x="34971" y="76513"/>
                  <a:pt x="36679" y="81664"/>
                  <a:pt x="38465" y="86815"/>
                </a:cubicBezTo>
                <a:cubicBezTo>
                  <a:pt x="38676" y="87445"/>
                  <a:pt x="39044" y="87760"/>
                  <a:pt x="39570" y="87760"/>
                </a:cubicBezTo>
                <a:cubicBezTo>
                  <a:pt x="40200" y="87760"/>
                  <a:pt x="40620" y="87497"/>
                  <a:pt x="40830" y="86971"/>
                </a:cubicBezTo>
                <a:cubicBezTo>
                  <a:pt x="46926" y="70366"/>
                  <a:pt x="53023" y="54654"/>
                  <a:pt x="59120" y="39833"/>
                </a:cubicBezTo>
                <a:cubicBezTo>
                  <a:pt x="59434" y="39097"/>
                  <a:pt x="60012" y="38729"/>
                  <a:pt x="60852" y="38729"/>
                </a:cubicBezTo>
                <a:cubicBezTo>
                  <a:pt x="61798" y="38729"/>
                  <a:pt x="62429" y="39044"/>
                  <a:pt x="62745" y="39675"/>
                </a:cubicBezTo>
                <a:close/>
                <a:moveTo>
                  <a:pt x="136227" y="69629"/>
                </a:moveTo>
                <a:cubicBezTo>
                  <a:pt x="135701" y="69629"/>
                  <a:pt x="135412" y="69814"/>
                  <a:pt x="135359" y="70182"/>
                </a:cubicBezTo>
                <a:cubicBezTo>
                  <a:pt x="135308" y="70550"/>
                  <a:pt x="135282" y="70996"/>
                  <a:pt x="135282" y="71522"/>
                </a:cubicBezTo>
                <a:cubicBezTo>
                  <a:pt x="135282" y="76988"/>
                  <a:pt x="135886" y="81612"/>
                  <a:pt x="137093" y="85395"/>
                </a:cubicBezTo>
                <a:cubicBezTo>
                  <a:pt x="138302" y="89179"/>
                  <a:pt x="139984" y="92253"/>
                  <a:pt x="142138" y="94618"/>
                </a:cubicBezTo>
                <a:cubicBezTo>
                  <a:pt x="144293" y="96982"/>
                  <a:pt x="146869" y="98690"/>
                  <a:pt x="149865" y="99742"/>
                </a:cubicBezTo>
                <a:cubicBezTo>
                  <a:pt x="152860" y="100793"/>
                  <a:pt x="156092" y="101318"/>
                  <a:pt x="159559" y="101318"/>
                </a:cubicBezTo>
                <a:cubicBezTo>
                  <a:pt x="163132" y="101318"/>
                  <a:pt x="166600" y="101029"/>
                  <a:pt x="169963" y="100452"/>
                </a:cubicBezTo>
                <a:cubicBezTo>
                  <a:pt x="173328" y="99873"/>
                  <a:pt x="176219" y="98585"/>
                  <a:pt x="178636" y="96589"/>
                </a:cubicBezTo>
                <a:cubicBezTo>
                  <a:pt x="179162" y="96168"/>
                  <a:pt x="179713" y="96011"/>
                  <a:pt x="180291" y="96117"/>
                </a:cubicBezTo>
                <a:cubicBezTo>
                  <a:pt x="180870" y="96221"/>
                  <a:pt x="181343" y="96484"/>
                  <a:pt x="181710" y="96904"/>
                </a:cubicBezTo>
                <a:cubicBezTo>
                  <a:pt x="182077" y="97324"/>
                  <a:pt x="182313" y="97797"/>
                  <a:pt x="182417" y="98323"/>
                </a:cubicBezTo>
                <a:cubicBezTo>
                  <a:pt x="182523" y="98849"/>
                  <a:pt x="182419" y="99322"/>
                  <a:pt x="182104" y="99742"/>
                </a:cubicBezTo>
                <a:cubicBezTo>
                  <a:pt x="178741" y="104156"/>
                  <a:pt x="174957" y="107204"/>
                  <a:pt x="170752" y="108886"/>
                </a:cubicBezTo>
                <a:cubicBezTo>
                  <a:pt x="166549" y="110567"/>
                  <a:pt x="161346" y="111407"/>
                  <a:pt x="155145" y="111407"/>
                </a:cubicBezTo>
                <a:cubicBezTo>
                  <a:pt x="148839" y="111407"/>
                  <a:pt x="143400" y="110462"/>
                  <a:pt x="138828" y="108571"/>
                </a:cubicBezTo>
                <a:cubicBezTo>
                  <a:pt x="134255" y="106679"/>
                  <a:pt x="130471" y="104024"/>
                  <a:pt x="127476" y="100608"/>
                </a:cubicBezTo>
                <a:cubicBezTo>
                  <a:pt x="124482" y="97192"/>
                  <a:pt x="122275" y="93199"/>
                  <a:pt x="120856" y="88629"/>
                </a:cubicBezTo>
                <a:cubicBezTo>
                  <a:pt x="119436" y="84056"/>
                  <a:pt x="118727" y="79090"/>
                  <a:pt x="118727" y="73728"/>
                </a:cubicBezTo>
                <a:cubicBezTo>
                  <a:pt x="118727" y="68579"/>
                  <a:pt x="119593" y="63692"/>
                  <a:pt x="121327" y="59069"/>
                </a:cubicBezTo>
                <a:cubicBezTo>
                  <a:pt x="123062" y="54443"/>
                  <a:pt x="125506" y="50449"/>
                  <a:pt x="128659" y="47086"/>
                </a:cubicBezTo>
                <a:cubicBezTo>
                  <a:pt x="131812" y="43723"/>
                  <a:pt x="135543" y="41043"/>
                  <a:pt x="139852" y="39047"/>
                </a:cubicBezTo>
                <a:cubicBezTo>
                  <a:pt x="144162" y="37049"/>
                  <a:pt x="148944" y="36049"/>
                  <a:pt x="154199" y="36049"/>
                </a:cubicBezTo>
                <a:cubicBezTo>
                  <a:pt x="158613" y="36049"/>
                  <a:pt x="162633" y="36812"/>
                  <a:pt x="166259" y="38337"/>
                </a:cubicBezTo>
                <a:cubicBezTo>
                  <a:pt x="169885" y="39861"/>
                  <a:pt x="172959" y="41962"/>
                  <a:pt x="175482" y="44642"/>
                </a:cubicBezTo>
                <a:cubicBezTo>
                  <a:pt x="178004" y="47322"/>
                  <a:pt x="179975" y="50528"/>
                  <a:pt x="181395" y="54260"/>
                </a:cubicBezTo>
                <a:cubicBezTo>
                  <a:pt x="182814" y="57990"/>
                  <a:pt x="183524" y="62010"/>
                  <a:pt x="183524" y="66319"/>
                </a:cubicBezTo>
                <a:cubicBezTo>
                  <a:pt x="183524" y="68526"/>
                  <a:pt x="182735" y="69629"/>
                  <a:pt x="181159" y="69629"/>
                </a:cubicBezTo>
                <a:lnTo>
                  <a:pt x="136227" y="69629"/>
                </a:lnTo>
                <a:moveTo>
                  <a:pt x="165078" y="64113"/>
                </a:moveTo>
                <a:cubicBezTo>
                  <a:pt x="166548" y="64113"/>
                  <a:pt x="167389" y="63588"/>
                  <a:pt x="167599" y="62537"/>
                </a:cubicBezTo>
                <a:cubicBezTo>
                  <a:pt x="167810" y="61485"/>
                  <a:pt x="167916" y="60223"/>
                  <a:pt x="167916" y="58751"/>
                </a:cubicBezTo>
                <a:cubicBezTo>
                  <a:pt x="167916" y="56544"/>
                  <a:pt x="167575" y="54416"/>
                  <a:pt x="166891" y="52367"/>
                </a:cubicBezTo>
                <a:cubicBezTo>
                  <a:pt x="166208" y="50317"/>
                  <a:pt x="165236" y="48504"/>
                  <a:pt x="163973" y="46928"/>
                </a:cubicBezTo>
                <a:cubicBezTo>
                  <a:pt x="162713" y="45351"/>
                  <a:pt x="161189" y="44090"/>
                  <a:pt x="159403" y="43144"/>
                </a:cubicBezTo>
                <a:cubicBezTo>
                  <a:pt x="157616" y="42197"/>
                  <a:pt x="155567" y="41724"/>
                  <a:pt x="153254" y="41724"/>
                </a:cubicBezTo>
                <a:cubicBezTo>
                  <a:pt x="150415" y="41724"/>
                  <a:pt x="147971" y="42224"/>
                  <a:pt x="145922" y="43223"/>
                </a:cubicBezTo>
                <a:cubicBezTo>
                  <a:pt x="143872" y="44222"/>
                  <a:pt x="142138" y="45536"/>
                  <a:pt x="140719" y="47166"/>
                </a:cubicBezTo>
                <a:cubicBezTo>
                  <a:pt x="139301" y="48793"/>
                  <a:pt x="138224" y="50712"/>
                  <a:pt x="137488" y="52920"/>
                </a:cubicBezTo>
                <a:cubicBezTo>
                  <a:pt x="136752" y="55127"/>
                  <a:pt x="136226" y="57438"/>
                  <a:pt x="135912" y="59855"/>
                </a:cubicBezTo>
                <a:cubicBezTo>
                  <a:pt x="135702" y="61117"/>
                  <a:pt x="135623" y="62143"/>
                  <a:pt x="135674" y="62932"/>
                </a:cubicBezTo>
                <a:cubicBezTo>
                  <a:pt x="135727" y="63719"/>
                  <a:pt x="135963" y="64113"/>
                  <a:pt x="136384" y="64113"/>
                </a:cubicBezTo>
                <a:lnTo>
                  <a:pt x="165078" y="64113"/>
                </a:lnTo>
                <a:close/>
                <a:moveTo>
                  <a:pt x="299276" y="39675"/>
                </a:moveTo>
                <a:cubicBezTo>
                  <a:pt x="302639" y="47559"/>
                  <a:pt x="305949" y="55416"/>
                  <a:pt x="309206" y="63247"/>
                </a:cubicBezTo>
                <a:cubicBezTo>
                  <a:pt x="312465" y="71077"/>
                  <a:pt x="315776" y="78932"/>
                  <a:pt x="319139" y="86815"/>
                </a:cubicBezTo>
                <a:cubicBezTo>
                  <a:pt x="319349" y="87549"/>
                  <a:pt x="319691" y="87864"/>
                  <a:pt x="320164" y="87760"/>
                </a:cubicBezTo>
                <a:cubicBezTo>
                  <a:pt x="320637" y="87654"/>
                  <a:pt x="320979" y="87339"/>
                  <a:pt x="321189" y="86815"/>
                </a:cubicBezTo>
                <a:cubicBezTo>
                  <a:pt x="322975" y="81139"/>
                  <a:pt x="324525" y="75674"/>
                  <a:pt x="325839" y="70418"/>
                </a:cubicBezTo>
                <a:cubicBezTo>
                  <a:pt x="327154" y="65163"/>
                  <a:pt x="328389" y="59855"/>
                  <a:pt x="329546" y="54496"/>
                </a:cubicBezTo>
                <a:cubicBezTo>
                  <a:pt x="329966" y="52813"/>
                  <a:pt x="330176" y="51289"/>
                  <a:pt x="330176" y="49923"/>
                </a:cubicBezTo>
                <a:cubicBezTo>
                  <a:pt x="330176" y="47506"/>
                  <a:pt x="329545" y="45956"/>
                  <a:pt x="328283" y="45273"/>
                </a:cubicBezTo>
                <a:cubicBezTo>
                  <a:pt x="327022" y="44589"/>
                  <a:pt x="325026" y="44038"/>
                  <a:pt x="322293" y="43617"/>
                </a:cubicBezTo>
                <a:cubicBezTo>
                  <a:pt x="321557" y="43512"/>
                  <a:pt x="321031" y="43196"/>
                  <a:pt x="320715" y="42672"/>
                </a:cubicBezTo>
                <a:cubicBezTo>
                  <a:pt x="320400" y="42146"/>
                  <a:pt x="320243" y="41620"/>
                  <a:pt x="320243" y="41094"/>
                </a:cubicBezTo>
                <a:cubicBezTo>
                  <a:pt x="320243" y="40464"/>
                  <a:pt x="320427" y="39912"/>
                  <a:pt x="320794" y="39439"/>
                </a:cubicBezTo>
                <a:cubicBezTo>
                  <a:pt x="321163" y="38966"/>
                  <a:pt x="321663" y="38729"/>
                  <a:pt x="322293" y="38729"/>
                </a:cubicBezTo>
                <a:cubicBezTo>
                  <a:pt x="324815" y="38729"/>
                  <a:pt x="327127" y="38940"/>
                  <a:pt x="329228" y="39362"/>
                </a:cubicBezTo>
                <a:cubicBezTo>
                  <a:pt x="331331" y="39782"/>
                  <a:pt x="333433" y="39992"/>
                  <a:pt x="335536" y="39992"/>
                </a:cubicBezTo>
                <a:cubicBezTo>
                  <a:pt x="337638" y="39992"/>
                  <a:pt x="339871" y="39782"/>
                  <a:pt x="342235" y="39362"/>
                </a:cubicBezTo>
                <a:cubicBezTo>
                  <a:pt x="344601" y="38940"/>
                  <a:pt x="346519" y="38729"/>
                  <a:pt x="347989" y="38729"/>
                </a:cubicBezTo>
                <a:cubicBezTo>
                  <a:pt x="348621" y="38729"/>
                  <a:pt x="349068" y="38966"/>
                  <a:pt x="349329" y="39439"/>
                </a:cubicBezTo>
                <a:cubicBezTo>
                  <a:pt x="349592" y="39912"/>
                  <a:pt x="349724" y="40464"/>
                  <a:pt x="349724" y="41094"/>
                </a:cubicBezTo>
                <a:cubicBezTo>
                  <a:pt x="349724" y="41726"/>
                  <a:pt x="349592" y="42305"/>
                  <a:pt x="349329" y="42831"/>
                </a:cubicBezTo>
                <a:cubicBezTo>
                  <a:pt x="349068" y="43355"/>
                  <a:pt x="348727" y="43617"/>
                  <a:pt x="348307" y="43617"/>
                </a:cubicBezTo>
                <a:cubicBezTo>
                  <a:pt x="346204" y="43828"/>
                  <a:pt x="344444" y="44327"/>
                  <a:pt x="343024" y="45116"/>
                </a:cubicBezTo>
                <a:cubicBezTo>
                  <a:pt x="341605" y="45904"/>
                  <a:pt x="340396" y="46980"/>
                  <a:pt x="339397" y="48347"/>
                </a:cubicBezTo>
                <a:cubicBezTo>
                  <a:pt x="338399" y="49713"/>
                  <a:pt x="337559" y="51290"/>
                  <a:pt x="336876" y="53076"/>
                </a:cubicBezTo>
                <a:cubicBezTo>
                  <a:pt x="336192" y="54863"/>
                  <a:pt x="335536" y="56807"/>
                  <a:pt x="334905" y="58910"/>
                </a:cubicBezTo>
                <a:cubicBezTo>
                  <a:pt x="329650" y="76883"/>
                  <a:pt x="324027" y="94698"/>
                  <a:pt x="318037" y="112355"/>
                </a:cubicBezTo>
                <a:cubicBezTo>
                  <a:pt x="317827" y="112985"/>
                  <a:pt x="317170" y="113326"/>
                  <a:pt x="316065" y="113377"/>
                </a:cubicBezTo>
                <a:cubicBezTo>
                  <a:pt x="314961" y="113430"/>
                  <a:pt x="314305" y="113142"/>
                  <a:pt x="314095" y="112511"/>
                </a:cubicBezTo>
                <a:cubicBezTo>
                  <a:pt x="311047" y="104209"/>
                  <a:pt x="307947" y="95958"/>
                  <a:pt x="304795" y="87760"/>
                </a:cubicBezTo>
                <a:cubicBezTo>
                  <a:pt x="301642" y="79562"/>
                  <a:pt x="298121" y="71101"/>
                  <a:pt x="294232" y="62379"/>
                </a:cubicBezTo>
                <a:cubicBezTo>
                  <a:pt x="294021" y="61853"/>
                  <a:pt x="293706" y="61590"/>
                  <a:pt x="293284" y="61590"/>
                </a:cubicBezTo>
                <a:cubicBezTo>
                  <a:pt x="292864" y="61590"/>
                  <a:pt x="292548" y="61853"/>
                  <a:pt x="292338" y="62379"/>
                </a:cubicBezTo>
                <a:cubicBezTo>
                  <a:pt x="290448" y="67318"/>
                  <a:pt x="288661" y="71943"/>
                  <a:pt x="286979" y="76252"/>
                </a:cubicBezTo>
                <a:cubicBezTo>
                  <a:pt x="285296" y="80561"/>
                  <a:pt x="283693" y="84713"/>
                  <a:pt x="282170" y="88708"/>
                </a:cubicBezTo>
                <a:cubicBezTo>
                  <a:pt x="280646" y="92701"/>
                  <a:pt x="279148" y="96642"/>
                  <a:pt x="277676" y="100531"/>
                </a:cubicBezTo>
                <a:cubicBezTo>
                  <a:pt x="276206" y="104419"/>
                  <a:pt x="274734" y="108412"/>
                  <a:pt x="273262" y="112511"/>
                </a:cubicBezTo>
                <a:cubicBezTo>
                  <a:pt x="273052" y="113142"/>
                  <a:pt x="272369" y="113483"/>
                  <a:pt x="271212" y="113536"/>
                </a:cubicBezTo>
                <a:cubicBezTo>
                  <a:pt x="270058" y="113589"/>
                  <a:pt x="269375" y="113247"/>
                  <a:pt x="269163" y="112511"/>
                </a:cubicBezTo>
                <a:cubicBezTo>
                  <a:pt x="265906" y="103263"/>
                  <a:pt x="262726" y="94092"/>
                  <a:pt x="259625" y="85001"/>
                </a:cubicBezTo>
                <a:cubicBezTo>
                  <a:pt x="256525" y="75909"/>
                  <a:pt x="253556" y="66844"/>
                  <a:pt x="250719" y="57806"/>
                </a:cubicBezTo>
                <a:cubicBezTo>
                  <a:pt x="249877" y="55179"/>
                  <a:pt x="249062" y="53025"/>
                  <a:pt x="248273" y="51344"/>
                </a:cubicBezTo>
                <a:cubicBezTo>
                  <a:pt x="247485" y="49662"/>
                  <a:pt x="246618" y="48296"/>
                  <a:pt x="245672" y="47245"/>
                </a:cubicBezTo>
                <a:cubicBezTo>
                  <a:pt x="244728" y="46193"/>
                  <a:pt x="243624" y="45404"/>
                  <a:pt x="242362" y="44878"/>
                </a:cubicBezTo>
                <a:cubicBezTo>
                  <a:pt x="241102" y="44352"/>
                  <a:pt x="239630" y="43932"/>
                  <a:pt x="237948" y="43617"/>
                </a:cubicBezTo>
                <a:cubicBezTo>
                  <a:pt x="237423" y="43512"/>
                  <a:pt x="237056" y="43196"/>
                  <a:pt x="236846" y="42672"/>
                </a:cubicBezTo>
                <a:cubicBezTo>
                  <a:pt x="236636" y="42146"/>
                  <a:pt x="236531" y="41620"/>
                  <a:pt x="236531" y="41094"/>
                </a:cubicBezTo>
                <a:cubicBezTo>
                  <a:pt x="236531" y="40464"/>
                  <a:pt x="236636" y="39912"/>
                  <a:pt x="236846" y="39439"/>
                </a:cubicBezTo>
                <a:cubicBezTo>
                  <a:pt x="237056" y="38966"/>
                  <a:pt x="237423" y="38729"/>
                  <a:pt x="237948" y="38729"/>
                </a:cubicBezTo>
                <a:cubicBezTo>
                  <a:pt x="240576" y="38729"/>
                  <a:pt x="243283" y="38940"/>
                  <a:pt x="246067" y="39362"/>
                </a:cubicBezTo>
                <a:cubicBezTo>
                  <a:pt x="248852" y="39782"/>
                  <a:pt x="251770" y="39992"/>
                  <a:pt x="254818" y="39992"/>
                </a:cubicBezTo>
                <a:cubicBezTo>
                  <a:pt x="257865" y="39992"/>
                  <a:pt x="260834" y="39782"/>
                  <a:pt x="263724" y="39362"/>
                </a:cubicBezTo>
                <a:cubicBezTo>
                  <a:pt x="266615" y="38940"/>
                  <a:pt x="269532" y="38729"/>
                  <a:pt x="272475" y="38729"/>
                </a:cubicBezTo>
                <a:cubicBezTo>
                  <a:pt x="273000" y="38729"/>
                  <a:pt x="273420" y="38966"/>
                  <a:pt x="273736" y="39439"/>
                </a:cubicBezTo>
                <a:cubicBezTo>
                  <a:pt x="274052" y="39912"/>
                  <a:pt x="274235" y="40438"/>
                  <a:pt x="274287" y="41017"/>
                </a:cubicBezTo>
                <a:cubicBezTo>
                  <a:pt x="274340" y="41594"/>
                  <a:pt x="274208" y="42146"/>
                  <a:pt x="273892" y="42672"/>
                </a:cubicBezTo>
                <a:cubicBezTo>
                  <a:pt x="273578" y="43196"/>
                  <a:pt x="273106" y="43512"/>
                  <a:pt x="272475" y="43617"/>
                </a:cubicBezTo>
                <a:cubicBezTo>
                  <a:pt x="269427" y="44038"/>
                  <a:pt x="267271" y="44721"/>
                  <a:pt x="266009" y="45667"/>
                </a:cubicBezTo>
                <a:cubicBezTo>
                  <a:pt x="264749" y="46613"/>
                  <a:pt x="264118" y="47927"/>
                  <a:pt x="264118" y="49607"/>
                </a:cubicBezTo>
                <a:cubicBezTo>
                  <a:pt x="264118" y="50449"/>
                  <a:pt x="264223" y="51370"/>
                  <a:pt x="264433" y="52369"/>
                </a:cubicBezTo>
                <a:cubicBezTo>
                  <a:pt x="264644" y="53367"/>
                  <a:pt x="264907" y="54443"/>
                  <a:pt x="265222" y="55600"/>
                </a:cubicBezTo>
                <a:cubicBezTo>
                  <a:pt x="266695" y="60959"/>
                  <a:pt x="268245" y="66214"/>
                  <a:pt x="269872" y="71364"/>
                </a:cubicBezTo>
                <a:cubicBezTo>
                  <a:pt x="271502" y="76513"/>
                  <a:pt x="273210" y="81664"/>
                  <a:pt x="274996" y="86815"/>
                </a:cubicBezTo>
                <a:cubicBezTo>
                  <a:pt x="275206" y="87445"/>
                  <a:pt x="275575" y="87760"/>
                  <a:pt x="276101" y="87760"/>
                </a:cubicBezTo>
                <a:cubicBezTo>
                  <a:pt x="276731" y="87760"/>
                  <a:pt x="277151" y="87497"/>
                  <a:pt x="277361" y="86971"/>
                </a:cubicBezTo>
                <a:cubicBezTo>
                  <a:pt x="283457" y="70366"/>
                  <a:pt x="289553" y="54654"/>
                  <a:pt x="295651" y="39833"/>
                </a:cubicBezTo>
                <a:cubicBezTo>
                  <a:pt x="295965" y="39097"/>
                  <a:pt x="296543" y="38729"/>
                  <a:pt x="297383" y="38729"/>
                </a:cubicBezTo>
                <a:cubicBezTo>
                  <a:pt x="298329" y="38729"/>
                  <a:pt x="298960" y="39044"/>
                  <a:pt x="299276" y="39675"/>
                </a:cubicBezTo>
                <a:close/>
                <a:moveTo>
                  <a:pt x="379222" y="90755"/>
                </a:moveTo>
                <a:cubicBezTo>
                  <a:pt x="379222" y="93384"/>
                  <a:pt x="379274" y="95591"/>
                  <a:pt x="379378" y="97378"/>
                </a:cubicBezTo>
                <a:cubicBezTo>
                  <a:pt x="379484" y="99164"/>
                  <a:pt x="379852" y="100636"/>
                  <a:pt x="380483" y="101792"/>
                </a:cubicBezTo>
                <a:cubicBezTo>
                  <a:pt x="381113" y="102948"/>
                  <a:pt x="382085" y="103842"/>
                  <a:pt x="383398" y="104472"/>
                </a:cubicBezTo>
                <a:cubicBezTo>
                  <a:pt x="384713" y="105102"/>
                  <a:pt x="386579" y="105575"/>
                  <a:pt x="388996" y="105891"/>
                </a:cubicBezTo>
                <a:cubicBezTo>
                  <a:pt x="389626" y="105995"/>
                  <a:pt x="390099" y="106284"/>
                  <a:pt x="390415" y="106757"/>
                </a:cubicBezTo>
                <a:cubicBezTo>
                  <a:pt x="390731" y="107230"/>
                  <a:pt x="390889" y="107782"/>
                  <a:pt x="390889" y="108412"/>
                </a:cubicBezTo>
                <a:cubicBezTo>
                  <a:pt x="390889" y="108938"/>
                  <a:pt x="390731" y="109438"/>
                  <a:pt x="390415" y="109911"/>
                </a:cubicBezTo>
                <a:cubicBezTo>
                  <a:pt x="390099" y="110384"/>
                  <a:pt x="389626" y="110621"/>
                  <a:pt x="388996" y="110621"/>
                </a:cubicBezTo>
                <a:cubicBezTo>
                  <a:pt x="387104" y="110621"/>
                  <a:pt x="384633" y="110436"/>
                  <a:pt x="381584" y="110067"/>
                </a:cubicBezTo>
                <a:cubicBezTo>
                  <a:pt x="378537" y="109700"/>
                  <a:pt x="375437" y="109516"/>
                  <a:pt x="372284" y="109516"/>
                </a:cubicBezTo>
                <a:cubicBezTo>
                  <a:pt x="368921" y="109516"/>
                  <a:pt x="365637" y="109700"/>
                  <a:pt x="362431" y="110067"/>
                </a:cubicBezTo>
                <a:cubicBezTo>
                  <a:pt x="359225" y="110436"/>
                  <a:pt x="356151" y="110621"/>
                  <a:pt x="353208" y="110621"/>
                </a:cubicBezTo>
                <a:cubicBezTo>
                  <a:pt x="352683" y="110621"/>
                  <a:pt x="352263" y="110384"/>
                  <a:pt x="351947" y="109911"/>
                </a:cubicBezTo>
                <a:cubicBezTo>
                  <a:pt x="351633" y="109438"/>
                  <a:pt x="351476" y="108938"/>
                  <a:pt x="351476" y="108412"/>
                </a:cubicBezTo>
                <a:cubicBezTo>
                  <a:pt x="351476" y="107782"/>
                  <a:pt x="351633" y="107230"/>
                  <a:pt x="351947" y="106757"/>
                </a:cubicBezTo>
                <a:cubicBezTo>
                  <a:pt x="352263" y="106284"/>
                  <a:pt x="352736" y="105995"/>
                  <a:pt x="353367" y="105891"/>
                </a:cubicBezTo>
                <a:cubicBezTo>
                  <a:pt x="356099" y="105575"/>
                  <a:pt x="358228" y="105102"/>
                  <a:pt x="359751" y="104472"/>
                </a:cubicBezTo>
                <a:cubicBezTo>
                  <a:pt x="361275" y="103842"/>
                  <a:pt x="362378" y="102975"/>
                  <a:pt x="363061" y="101871"/>
                </a:cubicBezTo>
                <a:cubicBezTo>
                  <a:pt x="363744" y="100766"/>
                  <a:pt x="364138" y="99400"/>
                  <a:pt x="364242" y="97772"/>
                </a:cubicBezTo>
                <a:cubicBezTo>
                  <a:pt x="364348" y="96143"/>
                  <a:pt x="364401" y="94119"/>
                  <a:pt x="364401" y="91701"/>
                </a:cubicBezTo>
                <a:lnTo>
                  <a:pt x="364401" y="66319"/>
                </a:lnTo>
                <a:cubicBezTo>
                  <a:pt x="364401" y="61800"/>
                  <a:pt x="364296" y="58174"/>
                  <a:pt x="364086" y="55441"/>
                </a:cubicBezTo>
                <a:cubicBezTo>
                  <a:pt x="363876" y="52708"/>
                  <a:pt x="363403" y="50633"/>
                  <a:pt x="362667" y="49215"/>
                </a:cubicBezTo>
                <a:cubicBezTo>
                  <a:pt x="361932" y="47796"/>
                  <a:pt x="360829" y="46823"/>
                  <a:pt x="359357" y="46297"/>
                </a:cubicBezTo>
                <a:cubicBezTo>
                  <a:pt x="357886" y="45771"/>
                  <a:pt x="355889" y="45351"/>
                  <a:pt x="353367" y="45037"/>
                </a:cubicBezTo>
                <a:cubicBezTo>
                  <a:pt x="352736" y="45037"/>
                  <a:pt x="352263" y="44774"/>
                  <a:pt x="351947" y="44248"/>
                </a:cubicBezTo>
                <a:cubicBezTo>
                  <a:pt x="351633" y="43722"/>
                  <a:pt x="351476" y="43196"/>
                  <a:pt x="351476" y="42672"/>
                </a:cubicBezTo>
                <a:cubicBezTo>
                  <a:pt x="351476" y="42146"/>
                  <a:pt x="351633" y="41621"/>
                  <a:pt x="351947" y="41096"/>
                </a:cubicBezTo>
                <a:cubicBezTo>
                  <a:pt x="352263" y="40570"/>
                  <a:pt x="352736" y="40307"/>
                  <a:pt x="353367" y="40307"/>
                </a:cubicBezTo>
                <a:cubicBezTo>
                  <a:pt x="354417" y="40202"/>
                  <a:pt x="355704" y="40096"/>
                  <a:pt x="357228" y="39992"/>
                </a:cubicBezTo>
                <a:cubicBezTo>
                  <a:pt x="358753" y="39886"/>
                  <a:pt x="360356" y="39755"/>
                  <a:pt x="362036" y="39598"/>
                </a:cubicBezTo>
                <a:cubicBezTo>
                  <a:pt x="363719" y="39439"/>
                  <a:pt x="365427" y="39229"/>
                  <a:pt x="367160" y="38967"/>
                </a:cubicBezTo>
                <a:cubicBezTo>
                  <a:pt x="368896" y="38704"/>
                  <a:pt x="370446" y="38415"/>
                  <a:pt x="371813" y="38099"/>
                </a:cubicBezTo>
                <a:cubicBezTo>
                  <a:pt x="372969" y="37889"/>
                  <a:pt x="373889" y="37652"/>
                  <a:pt x="374572" y="37389"/>
                </a:cubicBezTo>
                <a:cubicBezTo>
                  <a:pt x="375255" y="37126"/>
                  <a:pt x="375807" y="36995"/>
                  <a:pt x="376227" y="36995"/>
                </a:cubicBezTo>
                <a:cubicBezTo>
                  <a:pt x="377488" y="36995"/>
                  <a:pt x="378301" y="37363"/>
                  <a:pt x="378669" y="38099"/>
                </a:cubicBezTo>
                <a:cubicBezTo>
                  <a:pt x="379038" y="38835"/>
                  <a:pt x="379222" y="39518"/>
                  <a:pt x="379222" y="40149"/>
                </a:cubicBezTo>
                <a:lnTo>
                  <a:pt x="379222" y="90755"/>
                </a:lnTo>
                <a:moveTo>
                  <a:pt x="370865" y="20916"/>
                </a:moveTo>
                <a:cubicBezTo>
                  <a:pt x="368238" y="20916"/>
                  <a:pt x="365978" y="20101"/>
                  <a:pt x="364086" y="18472"/>
                </a:cubicBezTo>
                <a:cubicBezTo>
                  <a:pt x="362195" y="16842"/>
                  <a:pt x="361250" y="14819"/>
                  <a:pt x="361250" y="12402"/>
                </a:cubicBezTo>
                <a:cubicBezTo>
                  <a:pt x="361250" y="9984"/>
                  <a:pt x="362143" y="7934"/>
                  <a:pt x="363930" y="6254"/>
                </a:cubicBezTo>
                <a:cubicBezTo>
                  <a:pt x="365716" y="4571"/>
                  <a:pt x="367923" y="3730"/>
                  <a:pt x="370550" y="3730"/>
                </a:cubicBezTo>
                <a:cubicBezTo>
                  <a:pt x="373072" y="3730"/>
                  <a:pt x="375149" y="4598"/>
                  <a:pt x="376778" y="6333"/>
                </a:cubicBezTo>
                <a:cubicBezTo>
                  <a:pt x="378407" y="8067"/>
                  <a:pt x="379222" y="10142"/>
                  <a:pt x="379222" y="12559"/>
                </a:cubicBezTo>
                <a:cubicBezTo>
                  <a:pt x="379222" y="14871"/>
                  <a:pt x="378434" y="16842"/>
                  <a:pt x="376857" y="18472"/>
                </a:cubicBezTo>
                <a:cubicBezTo>
                  <a:pt x="375281" y="20101"/>
                  <a:pt x="373283" y="20916"/>
                  <a:pt x="370865" y="20916"/>
                </a:cubicBezTo>
                <a:close/>
                <a:moveTo>
                  <a:pt x="412975" y="29744"/>
                </a:moveTo>
                <a:cubicBezTo>
                  <a:pt x="412975" y="25225"/>
                  <a:pt x="412870" y="21626"/>
                  <a:pt x="412659" y="18946"/>
                </a:cubicBezTo>
                <a:cubicBezTo>
                  <a:pt x="412449" y="16264"/>
                  <a:pt x="411924" y="14188"/>
                  <a:pt x="411084" y="12718"/>
                </a:cubicBezTo>
                <a:cubicBezTo>
                  <a:pt x="410243" y="11245"/>
                  <a:pt x="408956" y="10247"/>
                  <a:pt x="407220" y="9723"/>
                </a:cubicBezTo>
                <a:cubicBezTo>
                  <a:pt x="405487" y="9197"/>
                  <a:pt x="403096" y="8776"/>
                  <a:pt x="400047" y="8460"/>
                </a:cubicBezTo>
                <a:cubicBezTo>
                  <a:pt x="399522" y="8460"/>
                  <a:pt x="399129" y="8197"/>
                  <a:pt x="398866" y="7673"/>
                </a:cubicBezTo>
                <a:cubicBezTo>
                  <a:pt x="398603" y="7147"/>
                  <a:pt x="398445" y="6622"/>
                  <a:pt x="398392" y="6097"/>
                </a:cubicBezTo>
                <a:cubicBezTo>
                  <a:pt x="398339" y="5571"/>
                  <a:pt x="398444" y="5045"/>
                  <a:pt x="398707" y="4519"/>
                </a:cubicBezTo>
                <a:cubicBezTo>
                  <a:pt x="398970" y="3993"/>
                  <a:pt x="399417" y="3730"/>
                  <a:pt x="400047" y="3730"/>
                </a:cubicBezTo>
                <a:cubicBezTo>
                  <a:pt x="403200" y="3520"/>
                  <a:pt x="407010" y="3205"/>
                  <a:pt x="411476" y="2785"/>
                </a:cubicBezTo>
                <a:cubicBezTo>
                  <a:pt x="415944" y="2365"/>
                  <a:pt x="420122" y="1576"/>
                  <a:pt x="424011" y="420"/>
                </a:cubicBezTo>
                <a:cubicBezTo>
                  <a:pt x="425482" y="0"/>
                  <a:pt x="426454" y="79"/>
                  <a:pt x="426927" y="658"/>
                </a:cubicBezTo>
                <a:cubicBezTo>
                  <a:pt x="427400" y="1236"/>
                  <a:pt x="427690" y="1839"/>
                  <a:pt x="427795" y="2470"/>
                </a:cubicBezTo>
                <a:lnTo>
                  <a:pt x="427795" y="90755"/>
                </a:lnTo>
                <a:cubicBezTo>
                  <a:pt x="427795" y="93384"/>
                  <a:pt x="427848" y="95591"/>
                  <a:pt x="427952" y="97378"/>
                </a:cubicBezTo>
                <a:cubicBezTo>
                  <a:pt x="428058" y="99164"/>
                  <a:pt x="428452" y="100636"/>
                  <a:pt x="429135" y="101792"/>
                </a:cubicBezTo>
                <a:cubicBezTo>
                  <a:pt x="429819" y="102948"/>
                  <a:pt x="430922" y="103842"/>
                  <a:pt x="432445" y="104472"/>
                </a:cubicBezTo>
                <a:cubicBezTo>
                  <a:pt x="433969" y="105102"/>
                  <a:pt x="436097" y="105575"/>
                  <a:pt x="438830" y="105891"/>
                </a:cubicBezTo>
                <a:cubicBezTo>
                  <a:pt x="439460" y="105995"/>
                  <a:pt x="439933" y="106284"/>
                  <a:pt x="440249" y="106757"/>
                </a:cubicBezTo>
                <a:cubicBezTo>
                  <a:pt x="440565" y="107230"/>
                  <a:pt x="440723" y="107782"/>
                  <a:pt x="440723" y="108412"/>
                </a:cubicBezTo>
                <a:cubicBezTo>
                  <a:pt x="440723" y="108938"/>
                  <a:pt x="440565" y="109438"/>
                  <a:pt x="440249" y="109911"/>
                </a:cubicBezTo>
                <a:cubicBezTo>
                  <a:pt x="439933" y="110384"/>
                  <a:pt x="439460" y="110621"/>
                  <a:pt x="438830" y="110621"/>
                </a:cubicBezTo>
                <a:cubicBezTo>
                  <a:pt x="436307" y="110621"/>
                  <a:pt x="433469" y="110436"/>
                  <a:pt x="430317" y="110067"/>
                </a:cubicBezTo>
                <a:cubicBezTo>
                  <a:pt x="427164" y="109700"/>
                  <a:pt x="424011" y="109516"/>
                  <a:pt x="420858" y="109516"/>
                </a:cubicBezTo>
                <a:cubicBezTo>
                  <a:pt x="417495" y="109516"/>
                  <a:pt x="414184" y="109700"/>
                  <a:pt x="410925" y="110067"/>
                </a:cubicBezTo>
                <a:cubicBezTo>
                  <a:pt x="407668" y="110436"/>
                  <a:pt x="404358" y="110621"/>
                  <a:pt x="400995" y="110621"/>
                </a:cubicBezTo>
                <a:cubicBezTo>
                  <a:pt x="400469" y="110621"/>
                  <a:pt x="400048" y="110384"/>
                  <a:pt x="399732" y="109911"/>
                </a:cubicBezTo>
                <a:cubicBezTo>
                  <a:pt x="399417" y="109438"/>
                  <a:pt x="399260" y="108938"/>
                  <a:pt x="399260" y="108412"/>
                </a:cubicBezTo>
                <a:cubicBezTo>
                  <a:pt x="399260" y="107782"/>
                  <a:pt x="399417" y="107230"/>
                  <a:pt x="399732" y="106757"/>
                </a:cubicBezTo>
                <a:cubicBezTo>
                  <a:pt x="400048" y="106284"/>
                  <a:pt x="400521" y="105995"/>
                  <a:pt x="401151" y="105891"/>
                </a:cubicBezTo>
                <a:cubicBezTo>
                  <a:pt x="404094" y="105575"/>
                  <a:pt x="406380" y="105102"/>
                  <a:pt x="408009" y="104472"/>
                </a:cubicBezTo>
                <a:cubicBezTo>
                  <a:pt x="409639" y="103842"/>
                  <a:pt x="410821" y="102975"/>
                  <a:pt x="411555" y="101871"/>
                </a:cubicBezTo>
                <a:cubicBezTo>
                  <a:pt x="412291" y="100766"/>
                  <a:pt x="412712" y="99400"/>
                  <a:pt x="412816" y="97772"/>
                </a:cubicBezTo>
                <a:cubicBezTo>
                  <a:pt x="412922" y="96143"/>
                  <a:pt x="412975" y="94119"/>
                  <a:pt x="412975" y="91701"/>
                </a:cubicBezTo>
                <a:lnTo>
                  <a:pt x="412975" y="29744"/>
                </a:lnTo>
                <a:close/>
                <a:moveTo>
                  <a:pt x="463755" y="29744"/>
                </a:moveTo>
                <a:cubicBezTo>
                  <a:pt x="463755" y="25225"/>
                  <a:pt x="463650" y="21626"/>
                  <a:pt x="463439" y="18946"/>
                </a:cubicBezTo>
                <a:cubicBezTo>
                  <a:pt x="463229" y="16264"/>
                  <a:pt x="462704" y="14188"/>
                  <a:pt x="461864" y="12718"/>
                </a:cubicBezTo>
                <a:cubicBezTo>
                  <a:pt x="461023" y="11245"/>
                  <a:pt x="459736" y="10247"/>
                  <a:pt x="458000" y="9723"/>
                </a:cubicBezTo>
                <a:cubicBezTo>
                  <a:pt x="456267" y="9197"/>
                  <a:pt x="453876" y="8776"/>
                  <a:pt x="450827" y="8460"/>
                </a:cubicBezTo>
                <a:cubicBezTo>
                  <a:pt x="450303" y="8460"/>
                  <a:pt x="449909" y="8197"/>
                  <a:pt x="449646" y="7673"/>
                </a:cubicBezTo>
                <a:cubicBezTo>
                  <a:pt x="449383" y="7147"/>
                  <a:pt x="449225" y="6622"/>
                  <a:pt x="449172" y="6097"/>
                </a:cubicBezTo>
                <a:cubicBezTo>
                  <a:pt x="449119" y="5571"/>
                  <a:pt x="449224" y="5045"/>
                  <a:pt x="449487" y="4519"/>
                </a:cubicBezTo>
                <a:cubicBezTo>
                  <a:pt x="449750" y="3993"/>
                  <a:pt x="450197" y="3730"/>
                  <a:pt x="450827" y="3730"/>
                </a:cubicBezTo>
                <a:cubicBezTo>
                  <a:pt x="453980" y="3520"/>
                  <a:pt x="457790" y="3205"/>
                  <a:pt x="462256" y="2785"/>
                </a:cubicBezTo>
                <a:cubicBezTo>
                  <a:pt x="466724" y="2365"/>
                  <a:pt x="470902" y="1576"/>
                  <a:pt x="474791" y="420"/>
                </a:cubicBezTo>
                <a:cubicBezTo>
                  <a:pt x="476262" y="0"/>
                  <a:pt x="477234" y="79"/>
                  <a:pt x="477707" y="658"/>
                </a:cubicBezTo>
                <a:cubicBezTo>
                  <a:pt x="478180" y="1236"/>
                  <a:pt x="478470" y="1839"/>
                  <a:pt x="478575" y="2470"/>
                </a:cubicBezTo>
                <a:lnTo>
                  <a:pt x="478575" y="90755"/>
                </a:lnTo>
                <a:cubicBezTo>
                  <a:pt x="478575" y="93384"/>
                  <a:pt x="478628" y="95591"/>
                  <a:pt x="478732" y="97378"/>
                </a:cubicBezTo>
                <a:cubicBezTo>
                  <a:pt x="478838" y="99164"/>
                  <a:pt x="479232" y="100636"/>
                  <a:pt x="479915" y="101792"/>
                </a:cubicBezTo>
                <a:cubicBezTo>
                  <a:pt x="480599" y="102948"/>
                  <a:pt x="481702" y="103842"/>
                  <a:pt x="483225" y="104472"/>
                </a:cubicBezTo>
                <a:cubicBezTo>
                  <a:pt x="484749" y="105102"/>
                  <a:pt x="486877" y="105575"/>
                  <a:pt x="489610" y="105891"/>
                </a:cubicBezTo>
                <a:cubicBezTo>
                  <a:pt x="490240" y="105995"/>
                  <a:pt x="490713" y="106284"/>
                  <a:pt x="491029" y="106757"/>
                </a:cubicBezTo>
                <a:cubicBezTo>
                  <a:pt x="491345" y="107230"/>
                  <a:pt x="491503" y="107782"/>
                  <a:pt x="491503" y="108412"/>
                </a:cubicBezTo>
                <a:cubicBezTo>
                  <a:pt x="491503" y="108938"/>
                  <a:pt x="491345" y="109438"/>
                  <a:pt x="491029" y="109911"/>
                </a:cubicBezTo>
                <a:cubicBezTo>
                  <a:pt x="490713" y="110384"/>
                  <a:pt x="490240" y="110621"/>
                  <a:pt x="489610" y="110621"/>
                </a:cubicBezTo>
                <a:cubicBezTo>
                  <a:pt x="487087" y="110621"/>
                  <a:pt x="484249" y="110436"/>
                  <a:pt x="481097" y="110067"/>
                </a:cubicBezTo>
                <a:cubicBezTo>
                  <a:pt x="477944" y="109700"/>
                  <a:pt x="474791" y="109516"/>
                  <a:pt x="471638" y="109516"/>
                </a:cubicBezTo>
                <a:cubicBezTo>
                  <a:pt x="468275" y="109516"/>
                  <a:pt x="464964" y="109700"/>
                  <a:pt x="461705" y="110067"/>
                </a:cubicBezTo>
                <a:cubicBezTo>
                  <a:pt x="458448" y="110436"/>
                  <a:pt x="455138" y="110621"/>
                  <a:pt x="451775" y="110621"/>
                </a:cubicBezTo>
                <a:cubicBezTo>
                  <a:pt x="451249" y="110621"/>
                  <a:pt x="450828" y="110384"/>
                  <a:pt x="450512" y="109911"/>
                </a:cubicBezTo>
                <a:cubicBezTo>
                  <a:pt x="450197" y="109438"/>
                  <a:pt x="450040" y="108938"/>
                  <a:pt x="450040" y="108412"/>
                </a:cubicBezTo>
                <a:cubicBezTo>
                  <a:pt x="450040" y="107782"/>
                  <a:pt x="450197" y="107230"/>
                  <a:pt x="450512" y="106757"/>
                </a:cubicBezTo>
                <a:cubicBezTo>
                  <a:pt x="450828" y="106284"/>
                  <a:pt x="451301" y="105995"/>
                  <a:pt x="451931" y="105891"/>
                </a:cubicBezTo>
                <a:cubicBezTo>
                  <a:pt x="454874" y="105575"/>
                  <a:pt x="457160" y="105102"/>
                  <a:pt x="458789" y="104472"/>
                </a:cubicBezTo>
                <a:cubicBezTo>
                  <a:pt x="460419" y="103842"/>
                  <a:pt x="461601" y="102975"/>
                  <a:pt x="462335" y="101871"/>
                </a:cubicBezTo>
                <a:cubicBezTo>
                  <a:pt x="463071" y="100766"/>
                  <a:pt x="463492" y="99400"/>
                  <a:pt x="463596" y="97772"/>
                </a:cubicBezTo>
                <a:cubicBezTo>
                  <a:pt x="463702" y="96143"/>
                  <a:pt x="463755" y="94119"/>
                  <a:pt x="463755" y="91701"/>
                </a:cubicBezTo>
                <a:lnTo>
                  <a:pt x="463755" y="29744"/>
                </a:lnTo>
                <a:close/>
                <a:moveTo>
                  <a:pt x="573422" y="47401"/>
                </a:moveTo>
                <a:cubicBezTo>
                  <a:pt x="573632" y="47926"/>
                  <a:pt x="573895" y="47926"/>
                  <a:pt x="574211" y="47401"/>
                </a:cubicBezTo>
                <a:cubicBezTo>
                  <a:pt x="576942" y="43828"/>
                  <a:pt x="580331" y="41043"/>
                  <a:pt x="584377" y="39047"/>
                </a:cubicBezTo>
                <a:cubicBezTo>
                  <a:pt x="588425" y="37049"/>
                  <a:pt x="592445" y="36049"/>
                  <a:pt x="596438" y="36049"/>
                </a:cubicBezTo>
                <a:cubicBezTo>
                  <a:pt x="605373" y="36049"/>
                  <a:pt x="611810" y="38494"/>
                  <a:pt x="615751" y="43382"/>
                </a:cubicBezTo>
                <a:cubicBezTo>
                  <a:pt x="619693" y="48268"/>
                  <a:pt x="621664" y="54653"/>
                  <a:pt x="621664" y="62535"/>
                </a:cubicBezTo>
                <a:lnTo>
                  <a:pt x="621664" y="91701"/>
                </a:lnTo>
                <a:cubicBezTo>
                  <a:pt x="621664" y="94433"/>
                  <a:pt x="621742" y="96641"/>
                  <a:pt x="621899" y="98323"/>
                </a:cubicBezTo>
                <a:cubicBezTo>
                  <a:pt x="622056" y="100004"/>
                  <a:pt x="622424" y="101344"/>
                  <a:pt x="623001" y="102343"/>
                </a:cubicBezTo>
                <a:cubicBezTo>
                  <a:pt x="623580" y="103342"/>
                  <a:pt x="624500" y="104078"/>
                  <a:pt x="625760" y="104551"/>
                </a:cubicBezTo>
                <a:cubicBezTo>
                  <a:pt x="627022" y="105023"/>
                  <a:pt x="628757" y="105469"/>
                  <a:pt x="630964" y="105891"/>
                </a:cubicBezTo>
                <a:cubicBezTo>
                  <a:pt x="631595" y="105995"/>
                  <a:pt x="632069" y="106310"/>
                  <a:pt x="632383" y="106837"/>
                </a:cubicBezTo>
                <a:cubicBezTo>
                  <a:pt x="632699" y="107361"/>
                  <a:pt x="632857" y="107886"/>
                  <a:pt x="632857" y="108412"/>
                </a:cubicBezTo>
                <a:cubicBezTo>
                  <a:pt x="632857" y="108938"/>
                  <a:pt x="632699" y="109438"/>
                  <a:pt x="632383" y="109911"/>
                </a:cubicBezTo>
                <a:cubicBezTo>
                  <a:pt x="632069" y="110384"/>
                  <a:pt x="631648" y="110621"/>
                  <a:pt x="631122" y="110621"/>
                </a:cubicBezTo>
                <a:cubicBezTo>
                  <a:pt x="629652" y="110621"/>
                  <a:pt x="627419" y="110436"/>
                  <a:pt x="624423" y="110067"/>
                </a:cubicBezTo>
                <a:cubicBezTo>
                  <a:pt x="621427" y="109700"/>
                  <a:pt x="618353" y="109516"/>
                  <a:pt x="615200" y="109516"/>
                </a:cubicBezTo>
                <a:cubicBezTo>
                  <a:pt x="611837" y="109516"/>
                  <a:pt x="608526" y="109700"/>
                  <a:pt x="605267" y="110067"/>
                </a:cubicBezTo>
                <a:cubicBezTo>
                  <a:pt x="602008" y="110436"/>
                  <a:pt x="599223" y="110621"/>
                  <a:pt x="596912" y="110621"/>
                </a:cubicBezTo>
                <a:cubicBezTo>
                  <a:pt x="596281" y="110621"/>
                  <a:pt x="595807" y="110384"/>
                  <a:pt x="595491" y="109911"/>
                </a:cubicBezTo>
                <a:cubicBezTo>
                  <a:pt x="595176" y="109438"/>
                  <a:pt x="595019" y="108938"/>
                  <a:pt x="595019" y="108412"/>
                </a:cubicBezTo>
                <a:cubicBezTo>
                  <a:pt x="595019" y="107782"/>
                  <a:pt x="595176" y="107230"/>
                  <a:pt x="595491" y="106757"/>
                </a:cubicBezTo>
                <a:cubicBezTo>
                  <a:pt x="595807" y="106284"/>
                  <a:pt x="596333" y="105995"/>
                  <a:pt x="597069" y="105891"/>
                </a:cubicBezTo>
                <a:cubicBezTo>
                  <a:pt x="599487" y="105575"/>
                  <a:pt x="601353" y="105155"/>
                  <a:pt x="602667" y="104631"/>
                </a:cubicBezTo>
                <a:cubicBezTo>
                  <a:pt x="603980" y="104105"/>
                  <a:pt x="604925" y="103316"/>
                  <a:pt x="605503" y="102266"/>
                </a:cubicBezTo>
                <a:cubicBezTo>
                  <a:pt x="606082" y="101214"/>
                  <a:pt x="606450" y="99847"/>
                  <a:pt x="606607" y="98167"/>
                </a:cubicBezTo>
                <a:cubicBezTo>
                  <a:pt x="606764" y="96484"/>
                  <a:pt x="606843" y="94329"/>
                  <a:pt x="606843" y="91701"/>
                </a:cubicBezTo>
                <a:lnTo>
                  <a:pt x="606843" y="67895"/>
                </a:lnTo>
                <a:cubicBezTo>
                  <a:pt x="606843" y="65268"/>
                  <a:pt x="606659" y="62641"/>
                  <a:pt x="606292" y="60014"/>
                </a:cubicBezTo>
                <a:cubicBezTo>
                  <a:pt x="605925" y="57385"/>
                  <a:pt x="605241" y="54994"/>
                  <a:pt x="604242" y="52841"/>
                </a:cubicBezTo>
                <a:cubicBezTo>
                  <a:pt x="603245" y="50685"/>
                  <a:pt x="601800" y="48924"/>
                  <a:pt x="599907" y="47558"/>
                </a:cubicBezTo>
                <a:cubicBezTo>
                  <a:pt x="598015" y="46191"/>
                  <a:pt x="595492" y="45508"/>
                  <a:pt x="592339" y="45508"/>
                </a:cubicBezTo>
                <a:cubicBezTo>
                  <a:pt x="588976" y="45508"/>
                  <a:pt x="586112" y="46139"/>
                  <a:pt x="583747" y="47401"/>
                </a:cubicBezTo>
                <a:cubicBezTo>
                  <a:pt x="581383" y="48662"/>
                  <a:pt x="579438" y="50186"/>
                  <a:pt x="577913" y="51972"/>
                </a:cubicBezTo>
                <a:cubicBezTo>
                  <a:pt x="576389" y="53759"/>
                  <a:pt x="575260" y="55651"/>
                  <a:pt x="574524" y="57649"/>
                </a:cubicBezTo>
                <a:cubicBezTo>
                  <a:pt x="573789" y="59646"/>
                  <a:pt x="573422" y="61380"/>
                  <a:pt x="573422" y="62850"/>
                </a:cubicBezTo>
                <a:lnTo>
                  <a:pt x="573422" y="90755"/>
                </a:lnTo>
                <a:cubicBezTo>
                  <a:pt x="573422" y="93594"/>
                  <a:pt x="573474" y="95933"/>
                  <a:pt x="573578" y="97772"/>
                </a:cubicBezTo>
                <a:cubicBezTo>
                  <a:pt x="573684" y="99610"/>
                  <a:pt x="573999" y="101055"/>
                  <a:pt x="574524" y="102107"/>
                </a:cubicBezTo>
                <a:cubicBezTo>
                  <a:pt x="575050" y="103158"/>
                  <a:pt x="575864" y="103972"/>
                  <a:pt x="576968" y="104551"/>
                </a:cubicBezTo>
                <a:cubicBezTo>
                  <a:pt x="578073" y="105129"/>
                  <a:pt x="579623" y="105575"/>
                  <a:pt x="581620" y="105891"/>
                </a:cubicBezTo>
                <a:cubicBezTo>
                  <a:pt x="582355" y="105995"/>
                  <a:pt x="582880" y="106310"/>
                  <a:pt x="583196" y="106837"/>
                </a:cubicBezTo>
                <a:cubicBezTo>
                  <a:pt x="583512" y="107361"/>
                  <a:pt x="583670" y="107886"/>
                  <a:pt x="583670" y="108412"/>
                </a:cubicBezTo>
                <a:cubicBezTo>
                  <a:pt x="583670" y="108938"/>
                  <a:pt x="583512" y="109438"/>
                  <a:pt x="583196" y="109911"/>
                </a:cubicBezTo>
                <a:cubicBezTo>
                  <a:pt x="582880" y="110384"/>
                  <a:pt x="582407" y="110621"/>
                  <a:pt x="581776" y="110621"/>
                </a:cubicBezTo>
                <a:cubicBezTo>
                  <a:pt x="580410" y="110621"/>
                  <a:pt x="578282" y="110436"/>
                  <a:pt x="575392" y="110067"/>
                </a:cubicBezTo>
                <a:cubicBezTo>
                  <a:pt x="572502" y="109700"/>
                  <a:pt x="569481" y="109516"/>
                  <a:pt x="566328" y="109516"/>
                </a:cubicBezTo>
                <a:cubicBezTo>
                  <a:pt x="562965" y="109516"/>
                  <a:pt x="559759" y="109700"/>
                  <a:pt x="556710" y="110067"/>
                </a:cubicBezTo>
                <a:cubicBezTo>
                  <a:pt x="553661" y="110436"/>
                  <a:pt x="550929" y="110621"/>
                  <a:pt x="548512" y="110621"/>
                </a:cubicBezTo>
                <a:cubicBezTo>
                  <a:pt x="547882" y="110621"/>
                  <a:pt x="547408" y="110384"/>
                  <a:pt x="547093" y="109911"/>
                </a:cubicBezTo>
                <a:cubicBezTo>
                  <a:pt x="546778" y="109438"/>
                  <a:pt x="546621" y="108938"/>
                  <a:pt x="546621" y="108412"/>
                </a:cubicBezTo>
                <a:cubicBezTo>
                  <a:pt x="546621" y="107782"/>
                  <a:pt x="546778" y="107230"/>
                  <a:pt x="547093" y="106757"/>
                </a:cubicBezTo>
                <a:cubicBezTo>
                  <a:pt x="547408" y="106284"/>
                  <a:pt x="547934" y="105995"/>
                  <a:pt x="548671" y="105891"/>
                </a:cubicBezTo>
                <a:cubicBezTo>
                  <a:pt x="551087" y="105575"/>
                  <a:pt x="552953" y="105155"/>
                  <a:pt x="554266" y="104631"/>
                </a:cubicBezTo>
                <a:cubicBezTo>
                  <a:pt x="555579" y="104105"/>
                  <a:pt x="556551" y="103316"/>
                  <a:pt x="557182" y="102266"/>
                </a:cubicBezTo>
                <a:cubicBezTo>
                  <a:pt x="557813" y="101214"/>
                  <a:pt x="558208" y="99847"/>
                  <a:pt x="558365" y="98167"/>
                </a:cubicBezTo>
                <a:cubicBezTo>
                  <a:pt x="558522" y="96484"/>
                  <a:pt x="558601" y="94329"/>
                  <a:pt x="558601" y="91701"/>
                </a:cubicBezTo>
                <a:lnTo>
                  <a:pt x="558601" y="29744"/>
                </a:lnTo>
                <a:cubicBezTo>
                  <a:pt x="558601" y="25225"/>
                  <a:pt x="558496" y="21626"/>
                  <a:pt x="558286" y="18946"/>
                </a:cubicBezTo>
                <a:cubicBezTo>
                  <a:pt x="558076" y="16264"/>
                  <a:pt x="557550" y="14188"/>
                  <a:pt x="556710" y="12718"/>
                </a:cubicBezTo>
                <a:cubicBezTo>
                  <a:pt x="555870" y="11245"/>
                  <a:pt x="554608" y="10247"/>
                  <a:pt x="552926" y="9723"/>
                </a:cubicBezTo>
                <a:cubicBezTo>
                  <a:pt x="551245" y="9197"/>
                  <a:pt x="548934" y="8776"/>
                  <a:pt x="545991" y="8460"/>
                </a:cubicBezTo>
                <a:cubicBezTo>
                  <a:pt x="545465" y="8460"/>
                  <a:pt x="545070" y="8197"/>
                  <a:pt x="544807" y="7673"/>
                </a:cubicBezTo>
                <a:cubicBezTo>
                  <a:pt x="544544" y="7147"/>
                  <a:pt x="544386" y="6622"/>
                  <a:pt x="544333" y="6097"/>
                </a:cubicBezTo>
                <a:cubicBezTo>
                  <a:pt x="544282" y="5571"/>
                  <a:pt x="544387" y="5045"/>
                  <a:pt x="544648" y="4519"/>
                </a:cubicBezTo>
                <a:cubicBezTo>
                  <a:pt x="544911" y="3993"/>
                  <a:pt x="545359" y="3730"/>
                  <a:pt x="545991" y="3730"/>
                </a:cubicBezTo>
                <a:cubicBezTo>
                  <a:pt x="549038" y="3520"/>
                  <a:pt x="552768" y="3205"/>
                  <a:pt x="557182" y="2785"/>
                </a:cubicBezTo>
                <a:cubicBezTo>
                  <a:pt x="561597" y="2365"/>
                  <a:pt x="565749" y="1576"/>
                  <a:pt x="569638" y="420"/>
                </a:cubicBezTo>
                <a:cubicBezTo>
                  <a:pt x="571108" y="0"/>
                  <a:pt x="572080" y="79"/>
                  <a:pt x="572553" y="658"/>
                </a:cubicBezTo>
                <a:cubicBezTo>
                  <a:pt x="573026" y="1236"/>
                  <a:pt x="573316" y="1839"/>
                  <a:pt x="573422" y="2470"/>
                </a:cubicBezTo>
                <a:lnTo>
                  <a:pt x="573422" y="47401"/>
                </a:lnTo>
                <a:close/>
                <a:moveTo>
                  <a:pt x="684062" y="77197"/>
                </a:moveTo>
                <a:cubicBezTo>
                  <a:pt x="684062" y="76041"/>
                  <a:pt x="684009" y="75331"/>
                  <a:pt x="683903" y="75068"/>
                </a:cubicBezTo>
                <a:cubicBezTo>
                  <a:pt x="683799" y="74805"/>
                  <a:pt x="683536" y="74674"/>
                  <a:pt x="683116" y="74674"/>
                </a:cubicBezTo>
                <a:cubicBezTo>
                  <a:pt x="674498" y="75410"/>
                  <a:pt x="668112" y="77224"/>
                  <a:pt x="663960" y="80115"/>
                </a:cubicBezTo>
                <a:cubicBezTo>
                  <a:pt x="659810" y="83005"/>
                  <a:pt x="657735" y="86710"/>
                  <a:pt x="657735" y="91229"/>
                </a:cubicBezTo>
                <a:cubicBezTo>
                  <a:pt x="657735" y="94382"/>
                  <a:pt x="658523" y="97036"/>
                  <a:pt x="660099" y="99192"/>
                </a:cubicBezTo>
                <a:cubicBezTo>
                  <a:pt x="661676" y="101345"/>
                  <a:pt x="664304" y="102422"/>
                  <a:pt x="667983" y="102422"/>
                </a:cubicBezTo>
                <a:cubicBezTo>
                  <a:pt x="670399" y="102422"/>
                  <a:pt x="672948" y="101949"/>
                  <a:pt x="675628" y="101003"/>
                </a:cubicBezTo>
                <a:cubicBezTo>
                  <a:pt x="678307" y="100057"/>
                  <a:pt x="680699" y="98690"/>
                  <a:pt x="682801" y="96904"/>
                </a:cubicBezTo>
                <a:cubicBezTo>
                  <a:pt x="683641" y="96063"/>
                  <a:pt x="684062" y="95222"/>
                  <a:pt x="684062" y="94380"/>
                </a:cubicBezTo>
                <a:lnTo>
                  <a:pt x="684062" y="77197"/>
                </a:lnTo>
                <a:moveTo>
                  <a:pt x="698882" y="92805"/>
                </a:moveTo>
                <a:cubicBezTo>
                  <a:pt x="698882" y="96484"/>
                  <a:pt x="699224" y="99059"/>
                  <a:pt x="699907" y="100531"/>
                </a:cubicBezTo>
                <a:cubicBezTo>
                  <a:pt x="700590" y="102002"/>
                  <a:pt x="701930" y="102737"/>
                  <a:pt x="703927" y="102737"/>
                </a:cubicBezTo>
                <a:cubicBezTo>
                  <a:pt x="705083" y="102737"/>
                  <a:pt x="706029" y="102606"/>
                  <a:pt x="706763" y="102343"/>
                </a:cubicBezTo>
                <a:cubicBezTo>
                  <a:pt x="707499" y="102080"/>
                  <a:pt x="708551" y="101528"/>
                  <a:pt x="709917" y="100688"/>
                </a:cubicBezTo>
                <a:cubicBezTo>
                  <a:pt x="710233" y="100478"/>
                  <a:pt x="710574" y="100478"/>
                  <a:pt x="710942" y="100688"/>
                </a:cubicBezTo>
                <a:cubicBezTo>
                  <a:pt x="711311" y="100898"/>
                  <a:pt x="711626" y="101187"/>
                  <a:pt x="711887" y="101556"/>
                </a:cubicBezTo>
                <a:cubicBezTo>
                  <a:pt x="712150" y="101923"/>
                  <a:pt x="712334" y="102344"/>
                  <a:pt x="712438" y="102817"/>
                </a:cubicBezTo>
                <a:cubicBezTo>
                  <a:pt x="712544" y="103290"/>
                  <a:pt x="712440" y="103684"/>
                  <a:pt x="712125" y="103998"/>
                </a:cubicBezTo>
                <a:cubicBezTo>
                  <a:pt x="708026" y="108937"/>
                  <a:pt x="703191" y="111407"/>
                  <a:pt x="697620" y="111407"/>
                </a:cubicBezTo>
                <a:cubicBezTo>
                  <a:pt x="694572" y="111407"/>
                  <a:pt x="691971" y="110593"/>
                  <a:pt x="689816" y="108965"/>
                </a:cubicBezTo>
                <a:cubicBezTo>
                  <a:pt x="687662" y="107336"/>
                  <a:pt x="686060" y="105417"/>
                  <a:pt x="685009" y="103209"/>
                </a:cubicBezTo>
                <a:cubicBezTo>
                  <a:pt x="684798" y="102684"/>
                  <a:pt x="684482" y="102632"/>
                  <a:pt x="684062" y="103053"/>
                </a:cubicBezTo>
                <a:cubicBezTo>
                  <a:pt x="681329" y="105469"/>
                  <a:pt x="678149" y="107466"/>
                  <a:pt x="674523" y="109042"/>
                </a:cubicBezTo>
                <a:cubicBezTo>
                  <a:pt x="670897" y="110619"/>
                  <a:pt x="666352" y="111407"/>
                  <a:pt x="660888" y="111407"/>
                </a:cubicBezTo>
                <a:cubicBezTo>
                  <a:pt x="654897" y="111407"/>
                  <a:pt x="650272" y="109805"/>
                  <a:pt x="647013" y="106601"/>
                </a:cubicBezTo>
                <a:cubicBezTo>
                  <a:pt x="643756" y="103395"/>
                  <a:pt x="642127" y="98849"/>
                  <a:pt x="642127" y="92963"/>
                </a:cubicBezTo>
                <a:cubicBezTo>
                  <a:pt x="642127" y="85395"/>
                  <a:pt x="645648" y="79588"/>
                  <a:pt x="652690" y="75542"/>
                </a:cubicBezTo>
                <a:cubicBezTo>
                  <a:pt x="659732" y="71496"/>
                  <a:pt x="669979" y="69473"/>
                  <a:pt x="683431" y="69473"/>
                </a:cubicBezTo>
                <a:cubicBezTo>
                  <a:pt x="683641" y="69473"/>
                  <a:pt x="683799" y="69210"/>
                  <a:pt x="683903" y="68684"/>
                </a:cubicBezTo>
                <a:cubicBezTo>
                  <a:pt x="684009" y="68158"/>
                  <a:pt x="684062" y="66949"/>
                  <a:pt x="684062" y="65059"/>
                </a:cubicBezTo>
                <a:lnTo>
                  <a:pt x="684062" y="60801"/>
                </a:lnTo>
                <a:cubicBezTo>
                  <a:pt x="684062" y="58174"/>
                  <a:pt x="683852" y="55704"/>
                  <a:pt x="683431" y="53391"/>
                </a:cubicBezTo>
                <a:cubicBezTo>
                  <a:pt x="683011" y="51079"/>
                  <a:pt x="682302" y="49056"/>
                  <a:pt x="681302" y="47322"/>
                </a:cubicBezTo>
                <a:cubicBezTo>
                  <a:pt x="680305" y="45588"/>
                  <a:pt x="678913" y="44222"/>
                  <a:pt x="677126" y="43223"/>
                </a:cubicBezTo>
                <a:cubicBezTo>
                  <a:pt x="675340" y="42224"/>
                  <a:pt x="673132" y="41724"/>
                  <a:pt x="670504" y="41724"/>
                </a:cubicBezTo>
                <a:cubicBezTo>
                  <a:pt x="666615" y="41724"/>
                  <a:pt x="663462" y="42487"/>
                  <a:pt x="661045" y="44012"/>
                </a:cubicBezTo>
                <a:cubicBezTo>
                  <a:pt x="658628" y="45536"/>
                  <a:pt x="657420" y="47506"/>
                  <a:pt x="657420" y="49923"/>
                </a:cubicBezTo>
                <a:cubicBezTo>
                  <a:pt x="657420" y="51079"/>
                  <a:pt x="657787" y="52209"/>
                  <a:pt x="658521" y="53312"/>
                </a:cubicBezTo>
                <a:cubicBezTo>
                  <a:pt x="659257" y="54415"/>
                  <a:pt x="659626" y="55545"/>
                  <a:pt x="659626" y="56701"/>
                </a:cubicBezTo>
                <a:cubicBezTo>
                  <a:pt x="659626" y="58174"/>
                  <a:pt x="658889" y="59593"/>
                  <a:pt x="657417" y="60959"/>
                </a:cubicBezTo>
                <a:cubicBezTo>
                  <a:pt x="655947" y="62326"/>
                  <a:pt x="654161" y="63009"/>
                  <a:pt x="652060" y="63009"/>
                </a:cubicBezTo>
                <a:cubicBezTo>
                  <a:pt x="649221" y="63009"/>
                  <a:pt x="647197" y="62247"/>
                  <a:pt x="645988" y="60724"/>
                </a:cubicBezTo>
                <a:cubicBezTo>
                  <a:pt x="644781" y="59198"/>
                  <a:pt x="644177" y="57333"/>
                  <a:pt x="644177" y="55126"/>
                </a:cubicBezTo>
                <a:cubicBezTo>
                  <a:pt x="644177" y="52499"/>
                  <a:pt x="644912" y="50003"/>
                  <a:pt x="646383" y="47637"/>
                </a:cubicBezTo>
                <a:cubicBezTo>
                  <a:pt x="647855" y="45272"/>
                  <a:pt x="649852" y="43249"/>
                  <a:pt x="652373" y="41568"/>
                </a:cubicBezTo>
                <a:cubicBezTo>
                  <a:pt x="654895" y="39886"/>
                  <a:pt x="657838" y="38546"/>
                  <a:pt x="661201" y="37548"/>
                </a:cubicBezTo>
                <a:cubicBezTo>
                  <a:pt x="664566" y="36549"/>
                  <a:pt x="668088" y="36049"/>
                  <a:pt x="671767" y="36049"/>
                </a:cubicBezTo>
                <a:cubicBezTo>
                  <a:pt x="680173" y="36049"/>
                  <a:pt x="686794" y="37994"/>
                  <a:pt x="691630" y="41883"/>
                </a:cubicBezTo>
                <a:cubicBezTo>
                  <a:pt x="696465" y="45772"/>
                  <a:pt x="698882" y="52236"/>
                  <a:pt x="698882" y="61275"/>
                </a:cubicBezTo>
                <a:lnTo>
                  <a:pt x="698882" y="92805"/>
                </a:lnTo>
                <a:close/>
                <a:moveTo>
                  <a:pt x="779254" y="58751"/>
                </a:moveTo>
                <a:cubicBezTo>
                  <a:pt x="772212" y="76094"/>
                  <a:pt x="764697" y="93804"/>
                  <a:pt x="756709" y="111881"/>
                </a:cubicBezTo>
                <a:cubicBezTo>
                  <a:pt x="756603" y="112091"/>
                  <a:pt x="756314" y="112275"/>
                  <a:pt x="755840" y="112432"/>
                </a:cubicBezTo>
                <a:cubicBezTo>
                  <a:pt x="755369" y="112591"/>
                  <a:pt x="754870" y="112670"/>
                  <a:pt x="754344" y="112670"/>
                </a:cubicBezTo>
                <a:cubicBezTo>
                  <a:pt x="753818" y="112670"/>
                  <a:pt x="753319" y="112591"/>
                  <a:pt x="752845" y="112432"/>
                </a:cubicBezTo>
                <a:cubicBezTo>
                  <a:pt x="752372" y="112275"/>
                  <a:pt x="752084" y="112091"/>
                  <a:pt x="751979" y="111881"/>
                </a:cubicBezTo>
                <a:cubicBezTo>
                  <a:pt x="747460" y="102737"/>
                  <a:pt x="743230" y="93882"/>
                  <a:pt x="739288" y="85316"/>
                </a:cubicBezTo>
                <a:cubicBezTo>
                  <a:pt x="735347" y="76751"/>
                  <a:pt x="731380" y="67528"/>
                  <a:pt x="727385" y="57649"/>
                </a:cubicBezTo>
                <a:cubicBezTo>
                  <a:pt x="726334" y="55127"/>
                  <a:pt x="725414" y="53025"/>
                  <a:pt x="724625" y="51344"/>
                </a:cubicBezTo>
                <a:cubicBezTo>
                  <a:pt x="723838" y="49662"/>
                  <a:pt x="722998" y="48296"/>
                  <a:pt x="722104" y="47245"/>
                </a:cubicBezTo>
                <a:cubicBezTo>
                  <a:pt x="721211" y="46193"/>
                  <a:pt x="720160" y="45378"/>
                  <a:pt x="718951" y="44801"/>
                </a:cubicBezTo>
                <a:cubicBezTo>
                  <a:pt x="717741" y="44222"/>
                  <a:pt x="716191" y="43775"/>
                  <a:pt x="714301" y="43459"/>
                </a:cubicBezTo>
                <a:cubicBezTo>
                  <a:pt x="713775" y="43354"/>
                  <a:pt x="713354" y="43066"/>
                  <a:pt x="713038" y="42593"/>
                </a:cubicBezTo>
                <a:cubicBezTo>
                  <a:pt x="712723" y="42120"/>
                  <a:pt x="712566" y="41620"/>
                  <a:pt x="712566" y="41094"/>
                </a:cubicBezTo>
                <a:cubicBezTo>
                  <a:pt x="712566" y="40464"/>
                  <a:pt x="712671" y="39912"/>
                  <a:pt x="712881" y="39439"/>
                </a:cubicBezTo>
                <a:cubicBezTo>
                  <a:pt x="713091" y="38966"/>
                  <a:pt x="713459" y="38729"/>
                  <a:pt x="713985" y="38729"/>
                </a:cubicBezTo>
                <a:cubicBezTo>
                  <a:pt x="717033" y="38729"/>
                  <a:pt x="720001" y="38914"/>
                  <a:pt x="722891" y="39283"/>
                </a:cubicBezTo>
                <a:cubicBezTo>
                  <a:pt x="725783" y="39650"/>
                  <a:pt x="728805" y="39833"/>
                  <a:pt x="731958" y="39833"/>
                </a:cubicBezTo>
                <a:cubicBezTo>
                  <a:pt x="735005" y="39833"/>
                  <a:pt x="738026" y="39650"/>
                  <a:pt x="741022" y="39283"/>
                </a:cubicBezTo>
                <a:cubicBezTo>
                  <a:pt x="744018" y="38914"/>
                  <a:pt x="747039" y="38729"/>
                  <a:pt x="750086" y="38729"/>
                </a:cubicBezTo>
                <a:cubicBezTo>
                  <a:pt x="750612" y="38729"/>
                  <a:pt x="751007" y="38966"/>
                  <a:pt x="751270" y="39439"/>
                </a:cubicBezTo>
                <a:cubicBezTo>
                  <a:pt x="751533" y="39912"/>
                  <a:pt x="751664" y="40464"/>
                  <a:pt x="751664" y="41094"/>
                </a:cubicBezTo>
                <a:cubicBezTo>
                  <a:pt x="751664" y="41620"/>
                  <a:pt x="751533" y="42146"/>
                  <a:pt x="751270" y="42672"/>
                </a:cubicBezTo>
                <a:cubicBezTo>
                  <a:pt x="751007" y="43196"/>
                  <a:pt x="750612" y="43459"/>
                  <a:pt x="750086" y="43459"/>
                </a:cubicBezTo>
                <a:cubicBezTo>
                  <a:pt x="746829" y="43669"/>
                  <a:pt x="744491" y="44273"/>
                  <a:pt x="743072" y="45273"/>
                </a:cubicBezTo>
                <a:cubicBezTo>
                  <a:pt x="741652" y="46272"/>
                  <a:pt x="740943" y="47717"/>
                  <a:pt x="740943" y="49607"/>
                </a:cubicBezTo>
                <a:cubicBezTo>
                  <a:pt x="740943" y="51184"/>
                  <a:pt x="741364" y="53128"/>
                  <a:pt x="742206" y="55441"/>
                </a:cubicBezTo>
                <a:cubicBezTo>
                  <a:pt x="744622" y="61957"/>
                  <a:pt x="747144" y="68289"/>
                  <a:pt x="749771" y="74438"/>
                </a:cubicBezTo>
                <a:cubicBezTo>
                  <a:pt x="752400" y="80587"/>
                  <a:pt x="755080" y="86394"/>
                  <a:pt x="757813" y="91859"/>
                </a:cubicBezTo>
                <a:cubicBezTo>
                  <a:pt x="758023" y="92385"/>
                  <a:pt x="758338" y="92622"/>
                  <a:pt x="758758" y="92569"/>
                </a:cubicBezTo>
                <a:cubicBezTo>
                  <a:pt x="759179" y="92516"/>
                  <a:pt x="759494" y="92279"/>
                  <a:pt x="759704" y="91859"/>
                </a:cubicBezTo>
                <a:cubicBezTo>
                  <a:pt x="760756" y="89547"/>
                  <a:pt x="761964" y="86709"/>
                  <a:pt x="763329" y="83346"/>
                </a:cubicBezTo>
                <a:cubicBezTo>
                  <a:pt x="764695" y="79983"/>
                  <a:pt x="766035" y="76541"/>
                  <a:pt x="767349" y="73021"/>
                </a:cubicBezTo>
                <a:cubicBezTo>
                  <a:pt x="768664" y="69499"/>
                  <a:pt x="769900" y="66005"/>
                  <a:pt x="771056" y="62537"/>
                </a:cubicBezTo>
                <a:cubicBezTo>
                  <a:pt x="772212" y="59069"/>
                  <a:pt x="773158" y="56073"/>
                  <a:pt x="773892" y="53550"/>
                </a:cubicBezTo>
                <a:cubicBezTo>
                  <a:pt x="774314" y="52184"/>
                  <a:pt x="774525" y="50870"/>
                  <a:pt x="774525" y="49607"/>
                </a:cubicBezTo>
                <a:cubicBezTo>
                  <a:pt x="774525" y="46980"/>
                  <a:pt x="773736" y="45352"/>
                  <a:pt x="772158" y="44722"/>
                </a:cubicBezTo>
                <a:cubicBezTo>
                  <a:pt x="770581" y="44090"/>
                  <a:pt x="768953" y="43669"/>
                  <a:pt x="767272" y="43459"/>
                </a:cubicBezTo>
                <a:cubicBezTo>
                  <a:pt x="766642" y="43354"/>
                  <a:pt x="766168" y="43039"/>
                  <a:pt x="765853" y="42513"/>
                </a:cubicBezTo>
                <a:cubicBezTo>
                  <a:pt x="765537" y="41987"/>
                  <a:pt x="765405" y="41462"/>
                  <a:pt x="765458" y="40938"/>
                </a:cubicBezTo>
                <a:cubicBezTo>
                  <a:pt x="765511" y="40412"/>
                  <a:pt x="765695" y="39912"/>
                  <a:pt x="766009" y="39439"/>
                </a:cubicBezTo>
                <a:cubicBezTo>
                  <a:pt x="766325" y="38966"/>
                  <a:pt x="766746" y="38729"/>
                  <a:pt x="767272" y="38729"/>
                </a:cubicBezTo>
                <a:cubicBezTo>
                  <a:pt x="769584" y="38729"/>
                  <a:pt x="771739" y="38914"/>
                  <a:pt x="773736" y="39283"/>
                </a:cubicBezTo>
                <a:cubicBezTo>
                  <a:pt x="775732" y="39650"/>
                  <a:pt x="777834" y="39833"/>
                  <a:pt x="780041" y="39833"/>
                </a:cubicBezTo>
                <a:cubicBezTo>
                  <a:pt x="782353" y="39833"/>
                  <a:pt x="784797" y="39650"/>
                  <a:pt x="787371" y="39283"/>
                </a:cubicBezTo>
                <a:cubicBezTo>
                  <a:pt x="789946" y="38914"/>
                  <a:pt x="791970" y="38729"/>
                  <a:pt x="793442" y="38729"/>
                </a:cubicBezTo>
                <a:cubicBezTo>
                  <a:pt x="794073" y="38729"/>
                  <a:pt x="794519" y="38966"/>
                  <a:pt x="794782" y="39439"/>
                </a:cubicBezTo>
                <a:cubicBezTo>
                  <a:pt x="795045" y="39912"/>
                  <a:pt x="795177" y="40464"/>
                  <a:pt x="795177" y="41094"/>
                </a:cubicBezTo>
                <a:cubicBezTo>
                  <a:pt x="795177" y="41620"/>
                  <a:pt x="795045" y="42146"/>
                  <a:pt x="794782" y="42672"/>
                </a:cubicBezTo>
                <a:cubicBezTo>
                  <a:pt x="794519" y="43196"/>
                  <a:pt x="794125" y="43459"/>
                  <a:pt x="793599" y="43459"/>
                </a:cubicBezTo>
                <a:cubicBezTo>
                  <a:pt x="791498" y="43565"/>
                  <a:pt x="789738" y="44038"/>
                  <a:pt x="788318" y="44878"/>
                </a:cubicBezTo>
                <a:cubicBezTo>
                  <a:pt x="786899" y="45718"/>
                  <a:pt x="785664" y="46796"/>
                  <a:pt x="784614" y="48111"/>
                </a:cubicBezTo>
                <a:cubicBezTo>
                  <a:pt x="783563" y="49425"/>
                  <a:pt x="782617" y="51001"/>
                  <a:pt x="781775" y="52841"/>
                </a:cubicBezTo>
                <a:cubicBezTo>
                  <a:pt x="780935" y="54680"/>
                  <a:pt x="780094" y="56650"/>
                  <a:pt x="779254" y="58751"/>
                </a:cubicBezTo>
                <a:close/>
                <a:moveTo>
                  <a:pt x="818162" y="69629"/>
                </a:moveTo>
                <a:cubicBezTo>
                  <a:pt x="817636" y="69629"/>
                  <a:pt x="817347" y="69814"/>
                  <a:pt x="817294" y="70182"/>
                </a:cubicBezTo>
                <a:cubicBezTo>
                  <a:pt x="817243" y="70550"/>
                  <a:pt x="817217" y="70996"/>
                  <a:pt x="817217" y="71522"/>
                </a:cubicBezTo>
                <a:cubicBezTo>
                  <a:pt x="817217" y="76988"/>
                  <a:pt x="817821" y="81612"/>
                  <a:pt x="819028" y="85395"/>
                </a:cubicBezTo>
                <a:cubicBezTo>
                  <a:pt x="820238" y="89179"/>
                  <a:pt x="821919" y="92253"/>
                  <a:pt x="824073" y="94618"/>
                </a:cubicBezTo>
                <a:cubicBezTo>
                  <a:pt x="826228" y="96982"/>
                  <a:pt x="828804" y="98690"/>
                  <a:pt x="831800" y="99742"/>
                </a:cubicBezTo>
                <a:cubicBezTo>
                  <a:pt x="834796" y="100793"/>
                  <a:pt x="838027" y="101318"/>
                  <a:pt x="841494" y="101318"/>
                </a:cubicBezTo>
                <a:cubicBezTo>
                  <a:pt x="845067" y="101318"/>
                  <a:pt x="848535" y="101029"/>
                  <a:pt x="851898" y="100452"/>
                </a:cubicBezTo>
                <a:cubicBezTo>
                  <a:pt x="855263" y="99873"/>
                  <a:pt x="858154" y="98585"/>
                  <a:pt x="860571" y="96589"/>
                </a:cubicBezTo>
                <a:cubicBezTo>
                  <a:pt x="861097" y="96168"/>
                  <a:pt x="861648" y="96011"/>
                  <a:pt x="862226" y="96117"/>
                </a:cubicBezTo>
                <a:cubicBezTo>
                  <a:pt x="862805" y="96221"/>
                  <a:pt x="863278" y="96484"/>
                  <a:pt x="863645" y="96904"/>
                </a:cubicBezTo>
                <a:cubicBezTo>
                  <a:pt x="864012" y="97324"/>
                  <a:pt x="864248" y="97797"/>
                  <a:pt x="864352" y="98323"/>
                </a:cubicBezTo>
                <a:cubicBezTo>
                  <a:pt x="864458" y="98849"/>
                  <a:pt x="864354" y="99322"/>
                  <a:pt x="864040" y="99742"/>
                </a:cubicBezTo>
                <a:cubicBezTo>
                  <a:pt x="860677" y="104156"/>
                  <a:pt x="856893" y="107204"/>
                  <a:pt x="852688" y="108886"/>
                </a:cubicBezTo>
                <a:cubicBezTo>
                  <a:pt x="848484" y="110567"/>
                  <a:pt x="843282" y="111407"/>
                  <a:pt x="837080" y="111407"/>
                </a:cubicBezTo>
                <a:cubicBezTo>
                  <a:pt x="830774" y="111407"/>
                  <a:pt x="825335" y="110462"/>
                  <a:pt x="820763" y="108571"/>
                </a:cubicBezTo>
                <a:cubicBezTo>
                  <a:pt x="816191" y="106679"/>
                  <a:pt x="812407" y="104024"/>
                  <a:pt x="809411" y="100608"/>
                </a:cubicBezTo>
                <a:cubicBezTo>
                  <a:pt x="806417" y="97192"/>
                  <a:pt x="804210" y="93199"/>
                  <a:pt x="802791" y="88629"/>
                </a:cubicBezTo>
                <a:cubicBezTo>
                  <a:pt x="801371" y="84056"/>
                  <a:pt x="800662" y="79090"/>
                  <a:pt x="800662" y="73728"/>
                </a:cubicBezTo>
                <a:cubicBezTo>
                  <a:pt x="800662" y="68579"/>
                  <a:pt x="801529" y="63692"/>
                  <a:pt x="803262" y="59069"/>
                </a:cubicBezTo>
                <a:cubicBezTo>
                  <a:pt x="804997" y="54443"/>
                  <a:pt x="807441" y="50449"/>
                  <a:pt x="810594" y="47086"/>
                </a:cubicBezTo>
                <a:cubicBezTo>
                  <a:pt x="813747" y="43723"/>
                  <a:pt x="817478" y="41043"/>
                  <a:pt x="821788" y="39047"/>
                </a:cubicBezTo>
                <a:cubicBezTo>
                  <a:pt x="826097" y="37049"/>
                  <a:pt x="830879" y="36049"/>
                  <a:pt x="836135" y="36049"/>
                </a:cubicBezTo>
                <a:cubicBezTo>
                  <a:pt x="840548" y="36049"/>
                  <a:pt x="844568" y="36812"/>
                  <a:pt x="848194" y="38337"/>
                </a:cubicBezTo>
                <a:cubicBezTo>
                  <a:pt x="851820" y="39861"/>
                  <a:pt x="854894" y="41962"/>
                  <a:pt x="857417" y="44642"/>
                </a:cubicBezTo>
                <a:cubicBezTo>
                  <a:pt x="859940" y="47322"/>
                  <a:pt x="861911" y="50528"/>
                  <a:pt x="863330" y="54260"/>
                </a:cubicBezTo>
                <a:cubicBezTo>
                  <a:pt x="864749" y="57990"/>
                  <a:pt x="865459" y="62010"/>
                  <a:pt x="865459" y="66319"/>
                </a:cubicBezTo>
                <a:cubicBezTo>
                  <a:pt x="865459" y="68526"/>
                  <a:pt x="864671" y="69629"/>
                  <a:pt x="863094" y="69629"/>
                </a:cubicBezTo>
                <a:lnTo>
                  <a:pt x="818162" y="69629"/>
                </a:lnTo>
                <a:moveTo>
                  <a:pt x="847013" y="64113"/>
                </a:moveTo>
                <a:cubicBezTo>
                  <a:pt x="848483" y="64113"/>
                  <a:pt x="849324" y="63588"/>
                  <a:pt x="849534" y="62537"/>
                </a:cubicBezTo>
                <a:cubicBezTo>
                  <a:pt x="849745" y="61485"/>
                  <a:pt x="849851" y="60223"/>
                  <a:pt x="849851" y="58751"/>
                </a:cubicBezTo>
                <a:cubicBezTo>
                  <a:pt x="849851" y="56544"/>
                  <a:pt x="849510" y="54416"/>
                  <a:pt x="848827" y="52367"/>
                </a:cubicBezTo>
                <a:cubicBezTo>
                  <a:pt x="848143" y="50317"/>
                  <a:pt x="847171" y="48504"/>
                  <a:pt x="845909" y="46928"/>
                </a:cubicBezTo>
                <a:cubicBezTo>
                  <a:pt x="844648" y="45351"/>
                  <a:pt x="843124" y="44090"/>
                  <a:pt x="841338" y="43144"/>
                </a:cubicBezTo>
                <a:cubicBezTo>
                  <a:pt x="839551" y="42197"/>
                  <a:pt x="837502" y="41724"/>
                  <a:pt x="835189" y="41724"/>
                </a:cubicBezTo>
                <a:cubicBezTo>
                  <a:pt x="832351" y="41724"/>
                  <a:pt x="829907" y="42224"/>
                  <a:pt x="827857" y="43223"/>
                </a:cubicBezTo>
                <a:cubicBezTo>
                  <a:pt x="825807" y="44222"/>
                  <a:pt x="824073" y="45536"/>
                  <a:pt x="822654" y="47166"/>
                </a:cubicBezTo>
                <a:cubicBezTo>
                  <a:pt x="821236" y="48793"/>
                  <a:pt x="820159" y="50712"/>
                  <a:pt x="819423" y="52920"/>
                </a:cubicBezTo>
                <a:cubicBezTo>
                  <a:pt x="818687" y="55127"/>
                  <a:pt x="818162" y="57438"/>
                  <a:pt x="817847" y="59855"/>
                </a:cubicBezTo>
                <a:cubicBezTo>
                  <a:pt x="817637" y="61117"/>
                  <a:pt x="817558" y="62143"/>
                  <a:pt x="817609" y="62932"/>
                </a:cubicBezTo>
                <a:cubicBezTo>
                  <a:pt x="817662" y="63719"/>
                  <a:pt x="817899" y="64113"/>
                  <a:pt x="818319" y="64113"/>
                </a:cubicBezTo>
                <a:lnTo>
                  <a:pt x="847013" y="64113"/>
                </a:lnTo>
                <a:close/>
                <a:moveTo>
                  <a:pt x="948258" y="90755"/>
                </a:moveTo>
                <a:cubicBezTo>
                  <a:pt x="948258" y="93384"/>
                  <a:pt x="948311" y="95591"/>
                  <a:pt x="948415" y="97378"/>
                </a:cubicBezTo>
                <a:cubicBezTo>
                  <a:pt x="948521" y="99164"/>
                  <a:pt x="948810" y="100636"/>
                  <a:pt x="949283" y="101792"/>
                </a:cubicBezTo>
                <a:cubicBezTo>
                  <a:pt x="949756" y="102948"/>
                  <a:pt x="950545" y="103842"/>
                  <a:pt x="951648" y="104472"/>
                </a:cubicBezTo>
                <a:cubicBezTo>
                  <a:pt x="952751" y="105102"/>
                  <a:pt x="954301" y="105575"/>
                  <a:pt x="956298" y="105891"/>
                </a:cubicBezTo>
                <a:cubicBezTo>
                  <a:pt x="956928" y="105995"/>
                  <a:pt x="957401" y="106284"/>
                  <a:pt x="957717" y="106757"/>
                </a:cubicBezTo>
                <a:cubicBezTo>
                  <a:pt x="958033" y="107230"/>
                  <a:pt x="958191" y="107782"/>
                  <a:pt x="958191" y="108412"/>
                </a:cubicBezTo>
                <a:cubicBezTo>
                  <a:pt x="958191" y="108938"/>
                  <a:pt x="958033" y="109438"/>
                  <a:pt x="957717" y="109911"/>
                </a:cubicBezTo>
                <a:cubicBezTo>
                  <a:pt x="957401" y="110384"/>
                  <a:pt x="956928" y="110621"/>
                  <a:pt x="956298" y="110621"/>
                </a:cubicBezTo>
                <a:cubicBezTo>
                  <a:pt x="955247" y="110621"/>
                  <a:pt x="953276" y="110436"/>
                  <a:pt x="950385" y="110067"/>
                </a:cubicBezTo>
                <a:cubicBezTo>
                  <a:pt x="947495" y="109700"/>
                  <a:pt x="944474" y="109516"/>
                  <a:pt x="941321" y="109516"/>
                </a:cubicBezTo>
                <a:cubicBezTo>
                  <a:pt x="937958" y="109516"/>
                  <a:pt x="934700" y="109700"/>
                  <a:pt x="931547" y="110067"/>
                </a:cubicBezTo>
                <a:cubicBezTo>
                  <a:pt x="928394" y="110436"/>
                  <a:pt x="925451" y="110621"/>
                  <a:pt x="922718" y="110621"/>
                </a:cubicBezTo>
                <a:cubicBezTo>
                  <a:pt x="922192" y="110621"/>
                  <a:pt x="921771" y="110384"/>
                  <a:pt x="921455" y="109911"/>
                </a:cubicBezTo>
                <a:cubicBezTo>
                  <a:pt x="921141" y="109438"/>
                  <a:pt x="920984" y="108938"/>
                  <a:pt x="920984" y="108412"/>
                </a:cubicBezTo>
                <a:cubicBezTo>
                  <a:pt x="920984" y="107782"/>
                  <a:pt x="921141" y="107230"/>
                  <a:pt x="921455" y="106757"/>
                </a:cubicBezTo>
                <a:cubicBezTo>
                  <a:pt x="921771" y="106284"/>
                  <a:pt x="922245" y="105995"/>
                  <a:pt x="922877" y="105891"/>
                </a:cubicBezTo>
                <a:cubicBezTo>
                  <a:pt x="925504" y="105575"/>
                  <a:pt x="927526" y="105155"/>
                  <a:pt x="928944" y="104631"/>
                </a:cubicBezTo>
                <a:cubicBezTo>
                  <a:pt x="930363" y="104105"/>
                  <a:pt x="931414" y="103316"/>
                  <a:pt x="932098" y="102266"/>
                </a:cubicBezTo>
                <a:cubicBezTo>
                  <a:pt x="932781" y="101214"/>
                  <a:pt x="933175" y="99847"/>
                  <a:pt x="933279" y="98167"/>
                </a:cubicBezTo>
                <a:cubicBezTo>
                  <a:pt x="933385" y="96484"/>
                  <a:pt x="933438" y="94329"/>
                  <a:pt x="933438" y="91701"/>
                </a:cubicBezTo>
                <a:lnTo>
                  <a:pt x="933438" y="71837"/>
                </a:lnTo>
                <a:cubicBezTo>
                  <a:pt x="933438" y="66688"/>
                  <a:pt x="933385" y="62405"/>
                  <a:pt x="933279" y="58989"/>
                </a:cubicBezTo>
                <a:cubicBezTo>
                  <a:pt x="933175" y="55573"/>
                  <a:pt x="932807" y="52867"/>
                  <a:pt x="932177" y="50870"/>
                </a:cubicBezTo>
                <a:cubicBezTo>
                  <a:pt x="931547" y="48872"/>
                  <a:pt x="930548" y="47479"/>
                  <a:pt x="929182" y="46692"/>
                </a:cubicBezTo>
                <a:cubicBezTo>
                  <a:pt x="927816" y="45903"/>
                  <a:pt x="925871" y="45508"/>
                  <a:pt x="923348" y="45508"/>
                </a:cubicBezTo>
                <a:cubicBezTo>
                  <a:pt x="922718" y="45508"/>
                  <a:pt x="922219" y="45298"/>
                  <a:pt x="921850" y="44878"/>
                </a:cubicBezTo>
                <a:cubicBezTo>
                  <a:pt x="921483" y="44458"/>
                  <a:pt x="921299" y="43985"/>
                  <a:pt x="921299" y="43459"/>
                </a:cubicBezTo>
                <a:cubicBezTo>
                  <a:pt x="921299" y="42828"/>
                  <a:pt x="921483" y="42303"/>
                  <a:pt x="921850" y="41883"/>
                </a:cubicBezTo>
                <a:cubicBezTo>
                  <a:pt x="922219" y="41463"/>
                  <a:pt x="922718" y="41253"/>
                  <a:pt x="923348" y="41253"/>
                </a:cubicBezTo>
                <a:cubicBezTo>
                  <a:pt x="925345" y="41253"/>
                  <a:pt x="928261" y="40938"/>
                  <a:pt x="932098" y="40307"/>
                </a:cubicBezTo>
                <a:cubicBezTo>
                  <a:pt x="935934" y="39675"/>
                  <a:pt x="939849" y="38782"/>
                  <a:pt x="943844" y="37628"/>
                </a:cubicBezTo>
                <a:cubicBezTo>
                  <a:pt x="945315" y="37206"/>
                  <a:pt x="946418" y="37494"/>
                  <a:pt x="947154" y="38494"/>
                </a:cubicBezTo>
                <a:cubicBezTo>
                  <a:pt x="947890" y="39493"/>
                  <a:pt x="948258" y="40622"/>
                  <a:pt x="948258" y="41883"/>
                </a:cubicBezTo>
                <a:lnTo>
                  <a:pt x="948258" y="48188"/>
                </a:lnTo>
                <a:cubicBezTo>
                  <a:pt x="948258" y="48398"/>
                  <a:pt x="948337" y="48530"/>
                  <a:pt x="948494" y="48583"/>
                </a:cubicBezTo>
                <a:cubicBezTo>
                  <a:pt x="948651" y="48636"/>
                  <a:pt x="948783" y="48557"/>
                  <a:pt x="948889" y="48347"/>
                </a:cubicBezTo>
                <a:cubicBezTo>
                  <a:pt x="949625" y="47191"/>
                  <a:pt x="950650" y="45904"/>
                  <a:pt x="951963" y="44486"/>
                </a:cubicBezTo>
                <a:cubicBezTo>
                  <a:pt x="953276" y="43067"/>
                  <a:pt x="954853" y="41727"/>
                  <a:pt x="956692" y="40466"/>
                </a:cubicBezTo>
                <a:cubicBezTo>
                  <a:pt x="958532" y="39204"/>
                  <a:pt x="960607" y="38153"/>
                  <a:pt x="962918" y="37312"/>
                </a:cubicBezTo>
                <a:cubicBezTo>
                  <a:pt x="965231" y="36470"/>
                  <a:pt x="967806" y="36049"/>
                  <a:pt x="970645" y="36049"/>
                </a:cubicBezTo>
                <a:cubicBezTo>
                  <a:pt x="978527" y="36049"/>
                  <a:pt x="984702" y="38231"/>
                  <a:pt x="989168" y="42593"/>
                </a:cubicBezTo>
                <a:cubicBezTo>
                  <a:pt x="993636" y="46955"/>
                  <a:pt x="995870" y="54022"/>
                  <a:pt x="995870" y="63796"/>
                </a:cubicBezTo>
                <a:lnTo>
                  <a:pt x="995870" y="90755"/>
                </a:lnTo>
                <a:cubicBezTo>
                  <a:pt x="995870" y="93594"/>
                  <a:pt x="995949" y="95906"/>
                  <a:pt x="996106" y="97693"/>
                </a:cubicBezTo>
                <a:cubicBezTo>
                  <a:pt x="996263" y="99479"/>
                  <a:pt x="996630" y="100924"/>
                  <a:pt x="997207" y="102028"/>
                </a:cubicBezTo>
                <a:cubicBezTo>
                  <a:pt x="997786" y="103131"/>
                  <a:pt x="998680" y="103972"/>
                  <a:pt x="999890" y="104551"/>
                </a:cubicBezTo>
                <a:cubicBezTo>
                  <a:pt x="1001099" y="105129"/>
                  <a:pt x="1002807" y="105575"/>
                  <a:pt x="1005014" y="105891"/>
                </a:cubicBezTo>
                <a:cubicBezTo>
                  <a:pt x="1005644" y="105995"/>
                  <a:pt x="1006116" y="106284"/>
                  <a:pt x="1006431" y="106757"/>
                </a:cubicBezTo>
                <a:cubicBezTo>
                  <a:pt x="1006746" y="107230"/>
                  <a:pt x="1006904" y="107782"/>
                  <a:pt x="1006904" y="108412"/>
                </a:cubicBezTo>
                <a:cubicBezTo>
                  <a:pt x="1006904" y="108938"/>
                  <a:pt x="1006746" y="109438"/>
                  <a:pt x="1006431" y="109911"/>
                </a:cubicBezTo>
                <a:cubicBezTo>
                  <a:pt x="1006116" y="110384"/>
                  <a:pt x="1005644" y="110621"/>
                  <a:pt x="1005014" y="110621"/>
                </a:cubicBezTo>
                <a:cubicBezTo>
                  <a:pt x="1003647" y="110621"/>
                  <a:pt x="1001413" y="110436"/>
                  <a:pt x="998312" y="110067"/>
                </a:cubicBezTo>
                <a:cubicBezTo>
                  <a:pt x="995212" y="109700"/>
                  <a:pt x="992085" y="109516"/>
                  <a:pt x="988932" y="109516"/>
                </a:cubicBezTo>
                <a:cubicBezTo>
                  <a:pt x="985569" y="109516"/>
                  <a:pt x="982363" y="109700"/>
                  <a:pt x="979315" y="110067"/>
                </a:cubicBezTo>
                <a:cubicBezTo>
                  <a:pt x="976268" y="110436"/>
                  <a:pt x="973746" y="110621"/>
                  <a:pt x="971749" y="110621"/>
                </a:cubicBezTo>
                <a:cubicBezTo>
                  <a:pt x="971223" y="110621"/>
                  <a:pt x="970802" y="110384"/>
                  <a:pt x="970486" y="109911"/>
                </a:cubicBezTo>
                <a:cubicBezTo>
                  <a:pt x="970172" y="109438"/>
                  <a:pt x="970015" y="108938"/>
                  <a:pt x="970015" y="108412"/>
                </a:cubicBezTo>
                <a:cubicBezTo>
                  <a:pt x="970015" y="107782"/>
                  <a:pt x="970172" y="107230"/>
                  <a:pt x="970486" y="106757"/>
                </a:cubicBezTo>
                <a:cubicBezTo>
                  <a:pt x="970802" y="106284"/>
                  <a:pt x="971275" y="105995"/>
                  <a:pt x="971905" y="105891"/>
                </a:cubicBezTo>
                <a:cubicBezTo>
                  <a:pt x="974218" y="105575"/>
                  <a:pt x="975978" y="105102"/>
                  <a:pt x="977186" y="104472"/>
                </a:cubicBezTo>
                <a:cubicBezTo>
                  <a:pt x="978395" y="103842"/>
                  <a:pt x="979288" y="102975"/>
                  <a:pt x="979866" y="101871"/>
                </a:cubicBezTo>
                <a:cubicBezTo>
                  <a:pt x="980444" y="100766"/>
                  <a:pt x="980786" y="99400"/>
                  <a:pt x="980890" y="97772"/>
                </a:cubicBezTo>
                <a:cubicBezTo>
                  <a:pt x="980996" y="96143"/>
                  <a:pt x="981049" y="94119"/>
                  <a:pt x="981049" y="91701"/>
                </a:cubicBezTo>
                <a:lnTo>
                  <a:pt x="981049" y="67738"/>
                </a:lnTo>
                <a:cubicBezTo>
                  <a:pt x="981049" y="65110"/>
                  <a:pt x="980944" y="62482"/>
                  <a:pt x="980734" y="59855"/>
                </a:cubicBezTo>
                <a:cubicBezTo>
                  <a:pt x="980524" y="57228"/>
                  <a:pt x="979946" y="54864"/>
                  <a:pt x="978999" y="52761"/>
                </a:cubicBezTo>
                <a:cubicBezTo>
                  <a:pt x="978055" y="50659"/>
                  <a:pt x="976689" y="48924"/>
                  <a:pt x="974900" y="47558"/>
                </a:cubicBezTo>
                <a:cubicBezTo>
                  <a:pt x="973114" y="46191"/>
                  <a:pt x="970644" y="45508"/>
                  <a:pt x="967491" y="45508"/>
                </a:cubicBezTo>
                <a:cubicBezTo>
                  <a:pt x="964338" y="45508"/>
                  <a:pt x="961579" y="46008"/>
                  <a:pt x="959213" y="47007"/>
                </a:cubicBezTo>
                <a:cubicBezTo>
                  <a:pt x="956850" y="48004"/>
                  <a:pt x="954853" y="49344"/>
                  <a:pt x="953224" y="51027"/>
                </a:cubicBezTo>
                <a:cubicBezTo>
                  <a:pt x="951594" y="52709"/>
                  <a:pt x="950359" y="54680"/>
                  <a:pt x="949519" y="56940"/>
                </a:cubicBezTo>
                <a:cubicBezTo>
                  <a:pt x="948679" y="59199"/>
                  <a:pt x="948258" y="61590"/>
                  <a:pt x="948258" y="64113"/>
                </a:cubicBezTo>
                <a:lnTo>
                  <a:pt x="948258" y="90755"/>
                </a:lnTo>
                <a:close/>
                <a:moveTo>
                  <a:pt x="1089642" y="71679"/>
                </a:moveTo>
                <a:cubicBezTo>
                  <a:pt x="1089642" y="78090"/>
                  <a:pt x="1088748" y="83766"/>
                  <a:pt x="1086962" y="88706"/>
                </a:cubicBezTo>
                <a:cubicBezTo>
                  <a:pt x="1085175" y="93645"/>
                  <a:pt x="1082626" y="97797"/>
                  <a:pt x="1079314" y="101162"/>
                </a:cubicBezTo>
                <a:cubicBezTo>
                  <a:pt x="1076004" y="104525"/>
                  <a:pt x="1072037" y="107073"/>
                  <a:pt x="1067412" y="108807"/>
                </a:cubicBezTo>
                <a:cubicBezTo>
                  <a:pt x="1062788" y="110540"/>
                  <a:pt x="1057638" y="111407"/>
                  <a:pt x="1051963" y="111407"/>
                </a:cubicBezTo>
                <a:cubicBezTo>
                  <a:pt x="1047023" y="111407"/>
                  <a:pt x="1042451" y="110593"/>
                  <a:pt x="1038246" y="108965"/>
                </a:cubicBezTo>
                <a:cubicBezTo>
                  <a:pt x="1034043" y="107336"/>
                  <a:pt x="1030417" y="104918"/>
                  <a:pt x="1027368" y="101713"/>
                </a:cubicBezTo>
                <a:cubicBezTo>
                  <a:pt x="1024321" y="98507"/>
                  <a:pt x="1021903" y="94461"/>
                  <a:pt x="1020115" y="89574"/>
                </a:cubicBezTo>
                <a:cubicBezTo>
                  <a:pt x="1018329" y="84686"/>
                  <a:pt x="1017435" y="78931"/>
                  <a:pt x="1017435" y="72309"/>
                </a:cubicBezTo>
                <a:cubicBezTo>
                  <a:pt x="1017435" y="66949"/>
                  <a:pt x="1018329" y="62036"/>
                  <a:pt x="1020115" y="57570"/>
                </a:cubicBezTo>
                <a:cubicBezTo>
                  <a:pt x="1021903" y="53104"/>
                  <a:pt x="1024400" y="49294"/>
                  <a:pt x="1027604" y="46141"/>
                </a:cubicBezTo>
                <a:cubicBezTo>
                  <a:pt x="1030810" y="42986"/>
                  <a:pt x="1034672" y="40516"/>
                  <a:pt x="1039192" y="38729"/>
                </a:cubicBezTo>
                <a:cubicBezTo>
                  <a:pt x="1043711" y="36943"/>
                  <a:pt x="1048651" y="36049"/>
                  <a:pt x="1054012" y="36049"/>
                </a:cubicBezTo>
                <a:cubicBezTo>
                  <a:pt x="1059162" y="36049"/>
                  <a:pt x="1063917" y="36838"/>
                  <a:pt x="1068278" y="38414"/>
                </a:cubicBezTo>
                <a:cubicBezTo>
                  <a:pt x="1072640" y="39991"/>
                  <a:pt x="1076397" y="42277"/>
                  <a:pt x="1079550" y="45273"/>
                </a:cubicBezTo>
                <a:cubicBezTo>
                  <a:pt x="1082705" y="48268"/>
                  <a:pt x="1085175" y="51974"/>
                  <a:pt x="1086962" y="56389"/>
                </a:cubicBezTo>
                <a:cubicBezTo>
                  <a:pt x="1088748" y="60802"/>
                  <a:pt x="1089642" y="65899"/>
                  <a:pt x="1089642" y="71679"/>
                </a:cubicBezTo>
                <a:moveTo>
                  <a:pt x="1073089" y="73413"/>
                </a:moveTo>
                <a:cubicBezTo>
                  <a:pt x="1073089" y="69420"/>
                  <a:pt x="1072826" y="65532"/>
                  <a:pt x="1072300" y="61748"/>
                </a:cubicBezTo>
                <a:cubicBezTo>
                  <a:pt x="1071774" y="57964"/>
                  <a:pt x="1070828" y="54600"/>
                  <a:pt x="1069461" y="51657"/>
                </a:cubicBezTo>
                <a:cubicBezTo>
                  <a:pt x="1068095" y="48714"/>
                  <a:pt x="1066203" y="46349"/>
                  <a:pt x="1063786" y="44563"/>
                </a:cubicBezTo>
                <a:cubicBezTo>
                  <a:pt x="1061370" y="42776"/>
                  <a:pt x="1058269" y="41883"/>
                  <a:pt x="1054484" y="41883"/>
                </a:cubicBezTo>
                <a:cubicBezTo>
                  <a:pt x="1050281" y="41883"/>
                  <a:pt x="1046865" y="42776"/>
                  <a:pt x="1044236" y="44563"/>
                </a:cubicBezTo>
                <a:cubicBezTo>
                  <a:pt x="1041609" y="46349"/>
                  <a:pt x="1039534" y="48741"/>
                  <a:pt x="1038010" y="51736"/>
                </a:cubicBezTo>
                <a:cubicBezTo>
                  <a:pt x="1036487" y="54732"/>
                  <a:pt x="1035436" y="58122"/>
                  <a:pt x="1034857" y="61905"/>
                </a:cubicBezTo>
                <a:cubicBezTo>
                  <a:pt x="1034279" y="65688"/>
                  <a:pt x="1033991" y="69629"/>
                  <a:pt x="1033991" y="73728"/>
                </a:cubicBezTo>
                <a:cubicBezTo>
                  <a:pt x="1033991" y="77301"/>
                  <a:pt x="1034253" y="80980"/>
                  <a:pt x="1034777" y="84765"/>
                </a:cubicBezTo>
                <a:cubicBezTo>
                  <a:pt x="1035303" y="88548"/>
                  <a:pt x="1036302" y="91964"/>
                  <a:pt x="1037772" y="95013"/>
                </a:cubicBezTo>
                <a:cubicBezTo>
                  <a:pt x="1039244" y="98060"/>
                  <a:pt x="1041268" y="100583"/>
                  <a:pt x="1043842" y="102581"/>
                </a:cubicBezTo>
                <a:cubicBezTo>
                  <a:pt x="1046417" y="104578"/>
                  <a:pt x="1049702" y="105576"/>
                  <a:pt x="1053697" y="105576"/>
                </a:cubicBezTo>
                <a:cubicBezTo>
                  <a:pt x="1057796" y="105576"/>
                  <a:pt x="1061107" y="104630"/>
                  <a:pt x="1063628" y="102737"/>
                </a:cubicBezTo>
                <a:cubicBezTo>
                  <a:pt x="1066150" y="100845"/>
                  <a:pt x="1068121" y="98375"/>
                  <a:pt x="1069541" y="95328"/>
                </a:cubicBezTo>
                <a:cubicBezTo>
                  <a:pt x="1070960" y="92279"/>
                  <a:pt x="1071906" y="88837"/>
                  <a:pt x="1072379" y="85001"/>
                </a:cubicBezTo>
                <a:cubicBezTo>
                  <a:pt x="1072852" y="81165"/>
                  <a:pt x="1073089" y="77302"/>
                  <a:pt x="1073089" y="73413"/>
                </a:cubicBezTo>
                <a:close/>
                <a:moveTo>
                  <a:pt x="1122559" y="85552"/>
                </a:moveTo>
                <a:cubicBezTo>
                  <a:pt x="1122559" y="91437"/>
                  <a:pt x="1123216" y="95800"/>
                  <a:pt x="1124529" y="98638"/>
                </a:cubicBezTo>
                <a:cubicBezTo>
                  <a:pt x="1125843" y="101475"/>
                  <a:pt x="1128234" y="102894"/>
                  <a:pt x="1131703" y="102894"/>
                </a:cubicBezTo>
                <a:cubicBezTo>
                  <a:pt x="1134120" y="102894"/>
                  <a:pt x="1136405" y="102526"/>
                  <a:pt x="1138559" y="101792"/>
                </a:cubicBezTo>
                <a:cubicBezTo>
                  <a:pt x="1140714" y="101056"/>
                  <a:pt x="1142370" y="100268"/>
                  <a:pt x="1143526" y="99427"/>
                </a:cubicBezTo>
                <a:cubicBezTo>
                  <a:pt x="1143842" y="99217"/>
                  <a:pt x="1144210" y="99191"/>
                  <a:pt x="1144630" y="99348"/>
                </a:cubicBezTo>
                <a:cubicBezTo>
                  <a:pt x="1145051" y="99505"/>
                  <a:pt x="1145418" y="99768"/>
                  <a:pt x="1145732" y="100137"/>
                </a:cubicBezTo>
                <a:cubicBezTo>
                  <a:pt x="1146048" y="100504"/>
                  <a:pt x="1146285" y="100898"/>
                  <a:pt x="1146442" y="101318"/>
                </a:cubicBezTo>
                <a:cubicBezTo>
                  <a:pt x="1146601" y="101738"/>
                  <a:pt x="1146575" y="102106"/>
                  <a:pt x="1146365" y="102422"/>
                </a:cubicBezTo>
                <a:cubicBezTo>
                  <a:pt x="1144368" y="105679"/>
                  <a:pt x="1141767" y="107991"/>
                  <a:pt x="1138561" y="109358"/>
                </a:cubicBezTo>
                <a:cubicBezTo>
                  <a:pt x="1135355" y="110724"/>
                  <a:pt x="1131598" y="111407"/>
                  <a:pt x="1127288" y="111407"/>
                </a:cubicBezTo>
                <a:cubicBezTo>
                  <a:pt x="1120142" y="111407"/>
                  <a:pt x="1115098" y="109805"/>
                  <a:pt x="1112155" y="106601"/>
                </a:cubicBezTo>
                <a:cubicBezTo>
                  <a:pt x="1109212" y="103395"/>
                  <a:pt x="1107741" y="98376"/>
                  <a:pt x="1107741" y="91544"/>
                </a:cubicBezTo>
                <a:lnTo>
                  <a:pt x="1107741" y="51027"/>
                </a:lnTo>
                <a:cubicBezTo>
                  <a:pt x="1107741" y="49766"/>
                  <a:pt x="1107688" y="48768"/>
                  <a:pt x="1107582" y="48032"/>
                </a:cubicBezTo>
                <a:cubicBezTo>
                  <a:pt x="1107478" y="47296"/>
                  <a:pt x="1107162" y="46770"/>
                  <a:pt x="1106636" y="46456"/>
                </a:cubicBezTo>
                <a:cubicBezTo>
                  <a:pt x="1106110" y="46140"/>
                  <a:pt x="1105243" y="45956"/>
                  <a:pt x="1104034" y="45903"/>
                </a:cubicBezTo>
                <a:cubicBezTo>
                  <a:pt x="1102826" y="45850"/>
                  <a:pt x="1101119" y="45823"/>
                  <a:pt x="1098912" y="45823"/>
                </a:cubicBezTo>
                <a:cubicBezTo>
                  <a:pt x="1098596" y="45823"/>
                  <a:pt x="1098333" y="45508"/>
                  <a:pt x="1098123" y="44878"/>
                </a:cubicBezTo>
                <a:cubicBezTo>
                  <a:pt x="1097913" y="44248"/>
                  <a:pt x="1097781" y="43565"/>
                  <a:pt x="1097729" y="42828"/>
                </a:cubicBezTo>
                <a:cubicBezTo>
                  <a:pt x="1097676" y="42092"/>
                  <a:pt x="1097754" y="41409"/>
                  <a:pt x="1097964" y="40779"/>
                </a:cubicBezTo>
                <a:cubicBezTo>
                  <a:pt x="1098176" y="40149"/>
                  <a:pt x="1098492" y="39833"/>
                  <a:pt x="1098912" y="39833"/>
                </a:cubicBezTo>
                <a:cubicBezTo>
                  <a:pt x="1101539" y="39623"/>
                  <a:pt x="1103798" y="39230"/>
                  <a:pt x="1105689" y="38652"/>
                </a:cubicBezTo>
                <a:cubicBezTo>
                  <a:pt x="1107581" y="38073"/>
                  <a:pt x="1109184" y="37154"/>
                  <a:pt x="1110497" y="35893"/>
                </a:cubicBezTo>
                <a:cubicBezTo>
                  <a:pt x="1111813" y="34631"/>
                  <a:pt x="1112864" y="32923"/>
                  <a:pt x="1113651" y="30769"/>
                </a:cubicBezTo>
                <a:cubicBezTo>
                  <a:pt x="1114440" y="28614"/>
                  <a:pt x="1115097" y="25802"/>
                  <a:pt x="1115621" y="22335"/>
                </a:cubicBezTo>
                <a:cubicBezTo>
                  <a:pt x="1115727" y="21703"/>
                  <a:pt x="1116148" y="21230"/>
                  <a:pt x="1116884" y="20916"/>
                </a:cubicBezTo>
                <a:cubicBezTo>
                  <a:pt x="1117620" y="20600"/>
                  <a:pt x="1118409" y="20442"/>
                  <a:pt x="1119249" y="20442"/>
                </a:cubicBezTo>
                <a:cubicBezTo>
                  <a:pt x="1120089" y="20442"/>
                  <a:pt x="1120851" y="20573"/>
                  <a:pt x="1121534" y="20836"/>
                </a:cubicBezTo>
                <a:cubicBezTo>
                  <a:pt x="1122218" y="21099"/>
                  <a:pt x="1122559" y="21441"/>
                  <a:pt x="1122559" y="21861"/>
                </a:cubicBezTo>
                <a:lnTo>
                  <a:pt x="1122559" y="35419"/>
                </a:lnTo>
                <a:cubicBezTo>
                  <a:pt x="1122559" y="37102"/>
                  <a:pt x="1122638" y="38074"/>
                  <a:pt x="1122795" y="38337"/>
                </a:cubicBezTo>
                <a:cubicBezTo>
                  <a:pt x="1122954" y="38599"/>
                  <a:pt x="1123611" y="38729"/>
                  <a:pt x="1124767" y="38729"/>
                </a:cubicBezTo>
                <a:lnTo>
                  <a:pt x="1141162" y="38729"/>
                </a:lnTo>
                <a:cubicBezTo>
                  <a:pt x="1141898" y="38729"/>
                  <a:pt x="1142371" y="39150"/>
                  <a:pt x="1142581" y="39992"/>
                </a:cubicBezTo>
                <a:cubicBezTo>
                  <a:pt x="1142791" y="40833"/>
                  <a:pt x="1142896" y="41568"/>
                  <a:pt x="1142896" y="42198"/>
                </a:cubicBezTo>
                <a:cubicBezTo>
                  <a:pt x="1142896" y="42828"/>
                  <a:pt x="1142764" y="43590"/>
                  <a:pt x="1142501" y="44483"/>
                </a:cubicBezTo>
                <a:cubicBezTo>
                  <a:pt x="1142240" y="45377"/>
                  <a:pt x="1141688" y="45823"/>
                  <a:pt x="1140846" y="45823"/>
                </a:cubicBezTo>
                <a:lnTo>
                  <a:pt x="1123978" y="45823"/>
                </a:lnTo>
                <a:cubicBezTo>
                  <a:pt x="1123242" y="45823"/>
                  <a:pt x="1122821" y="46008"/>
                  <a:pt x="1122715" y="46377"/>
                </a:cubicBezTo>
                <a:cubicBezTo>
                  <a:pt x="1122611" y="46744"/>
                  <a:pt x="1122559" y="48084"/>
                  <a:pt x="1122559" y="50396"/>
                </a:cubicBezTo>
                <a:lnTo>
                  <a:pt x="1122559" y="85552"/>
                </a:lnTo>
                <a:close/>
                <a:moveTo>
                  <a:pt x="1176761" y="47401"/>
                </a:moveTo>
                <a:cubicBezTo>
                  <a:pt x="1176971" y="47926"/>
                  <a:pt x="1177234" y="47926"/>
                  <a:pt x="1177550" y="47401"/>
                </a:cubicBezTo>
                <a:cubicBezTo>
                  <a:pt x="1180281" y="43828"/>
                  <a:pt x="1183670" y="41043"/>
                  <a:pt x="1187716" y="39047"/>
                </a:cubicBezTo>
                <a:cubicBezTo>
                  <a:pt x="1191764" y="37049"/>
                  <a:pt x="1195784" y="36049"/>
                  <a:pt x="1199778" y="36049"/>
                </a:cubicBezTo>
                <a:cubicBezTo>
                  <a:pt x="1208712" y="36049"/>
                  <a:pt x="1215149" y="38494"/>
                  <a:pt x="1219090" y="43382"/>
                </a:cubicBezTo>
                <a:cubicBezTo>
                  <a:pt x="1223032" y="48268"/>
                  <a:pt x="1225003" y="54653"/>
                  <a:pt x="1225003" y="62535"/>
                </a:cubicBezTo>
                <a:lnTo>
                  <a:pt x="1225003" y="91701"/>
                </a:lnTo>
                <a:cubicBezTo>
                  <a:pt x="1225003" y="94433"/>
                  <a:pt x="1225081" y="96641"/>
                  <a:pt x="1225238" y="98323"/>
                </a:cubicBezTo>
                <a:cubicBezTo>
                  <a:pt x="1225396" y="100004"/>
                  <a:pt x="1225763" y="101344"/>
                  <a:pt x="1226340" y="102343"/>
                </a:cubicBezTo>
                <a:cubicBezTo>
                  <a:pt x="1226919" y="103342"/>
                  <a:pt x="1227839" y="104078"/>
                  <a:pt x="1229099" y="104551"/>
                </a:cubicBezTo>
                <a:cubicBezTo>
                  <a:pt x="1230362" y="105023"/>
                  <a:pt x="1232096" y="105469"/>
                  <a:pt x="1234303" y="105891"/>
                </a:cubicBezTo>
                <a:cubicBezTo>
                  <a:pt x="1234935" y="105995"/>
                  <a:pt x="1235408" y="106310"/>
                  <a:pt x="1235722" y="106837"/>
                </a:cubicBezTo>
                <a:cubicBezTo>
                  <a:pt x="1236038" y="107361"/>
                  <a:pt x="1236196" y="107886"/>
                  <a:pt x="1236196" y="108412"/>
                </a:cubicBezTo>
                <a:cubicBezTo>
                  <a:pt x="1236196" y="108938"/>
                  <a:pt x="1236038" y="109438"/>
                  <a:pt x="1235722" y="109911"/>
                </a:cubicBezTo>
                <a:cubicBezTo>
                  <a:pt x="1235408" y="110384"/>
                  <a:pt x="1234987" y="110621"/>
                  <a:pt x="1234461" y="110621"/>
                </a:cubicBezTo>
                <a:cubicBezTo>
                  <a:pt x="1232991" y="110621"/>
                  <a:pt x="1230758" y="110436"/>
                  <a:pt x="1227762" y="110067"/>
                </a:cubicBezTo>
                <a:cubicBezTo>
                  <a:pt x="1224766" y="109700"/>
                  <a:pt x="1221692" y="109516"/>
                  <a:pt x="1218539" y="109516"/>
                </a:cubicBezTo>
                <a:cubicBezTo>
                  <a:pt x="1215176" y="109516"/>
                  <a:pt x="1211865" y="109700"/>
                  <a:pt x="1208606" y="110067"/>
                </a:cubicBezTo>
                <a:cubicBezTo>
                  <a:pt x="1205347" y="110436"/>
                  <a:pt x="1202562" y="110621"/>
                  <a:pt x="1200251" y="110621"/>
                </a:cubicBezTo>
                <a:cubicBezTo>
                  <a:pt x="1199620" y="110621"/>
                  <a:pt x="1199146" y="110384"/>
                  <a:pt x="1198830" y="109911"/>
                </a:cubicBezTo>
                <a:cubicBezTo>
                  <a:pt x="1198515" y="109438"/>
                  <a:pt x="1198358" y="108938"/>
                  <a:pt x="1198358" y="108412"/>
                </a:cubicBezTo>
                <a:cubicBezTo>
                  <a:pt x="1198358" y="107782"/>
                  <a:pt x="1198515" y="107230"/>
                  <a:pt x="1198830" y="106757"/>
                </a:cubicBezTo>
                <a:cubicBezTo>
                  <a:pt x="1199146" y="106284"/>
                  <a:pt x="1199672" y="105995"/>
                  <a:pt x="1200408" y="105891"/>
                </a:cubicBezTo>
                <a:cubicBezTo>
                  <a:pt x="1202826" y="105575"/>
                  <a:pt x="1204692" y="105155"/>
                  <a:pt x="1206006" y="104631"/>
                </a:cubicBezTo>
                <a:cubicBezTo>
                  <a:pt x="1207319" y="104105"/>
                  <a:pt x="1208265" y="103316"/>
                  <a:pt x="1208842" y="102266"/>
                </a:cubicBezTo>
                <a:cubicBezTo>
                  <a:pt x="1209421" y="101214"/>
                  <a:pt x="1209789" y="99847"/>
                  <a:pt x="1209946" y="98167"/>
                </a:cubicBezTo>
                <a:cubicBezTo>
                  <a:pt x="1210103" y="96484"/>
                  <a:pt x="1210182" y="94329"/>
                  <a:pt x="1210182" y="91701"/>
                </a:cubicBezTo>
                <a:lnTo>
                  <a:pt x="1210182" y="67895"/>
                </a:lnTo>
                <a:cubicBezTo>
                  <a:pt x="1210182" y="65268"/>
                  <a:pt x="1209998" y="62641"/>
                  <a:pt x="1209631" y="60014"/>
                </a:cubicBezTo>
                <a:cubicBezTo>
                  <a:pt x="1209264" y="57385"/>
                  <a:pt x="1208580" y="54994"/>
                  <a:pt x="1207581" y="52841"/>
                </a:cubicBezTo>
                <a:cubicBezTo>
                  <a:pt x="1206584" y="50685"/>
                  <a:pt x="1205139" y="48924"/>
                  <a:pt x="1203246" y="47558"/>
                </a:cubicBezTo>
                <a:cubicBezTo>
                  <a:pt x="1201354" y="46191"/>
                  <a:pt x="1198831" y="45508"/>
                  <a:pt x="1195678" y="45508"/>
                </a:cubicBezTo>
                <a:cubicBezTo>
                  <a:pt x="1192315" y="45508"/>
                  <a:pt x="1189451" y="46139"/>
                  <a:pt x="1187086" y="47401"/>
                </a:cubicBezTo>
                <a:cubicBezTo>
                  <a:pt x="1184722" y="48662"/>
                  <a:pt x="1182777" y="50186"/>
                  <a:pt x="1181252" y="51972"/>
                </a:cubicBezTo>
                <a:cubicBezTo>
                  <a:pt x="1179729" y="53759"/>
                  <a:pt x="1178599" y="55651"/>
                  <a:pt x="1177863" y="57649"/>
                </a:cubicBezTo>
                <a:cubicBezTo>
                  <a:pt x="1177128" y="59646"/>
                  <a:pt x="1176761" y="61380"/>
                  <a:pt x="1176761" y="62850"/>
                </a:cubicBezTo>
                <a:lnTo>
                  <a:pt x="1176761" y="90755"/>
                </a:lnTo>
                <a:cubicBezTo>
                  <a:pt x="1176761" y="93594"/>
                  <a:pt x="1176813" y="95933"/>
                  <a:pt x="1176917" y="97772"/>
                </a:cubicBezTo>
                <a:cubicBezTo>
                  <a:pt x="1177023" y="99610"/>
                  <a:pt x="1177338" y="101055"/>
                  <a:pt x="1177863" y="102107"/>
                </a:cubicBezTo>
                <a:cubicBezTo>
                  <a:pt x="1178389" y="103158"/>
                  <a:pt x="1179203" y="103972"/>
                  <a:pt x="1180307" y="104551"/>
                </a:cubicBezTo>
                <a:cubicBezTo>
                  <a:pt x="1181412" y="105129"/>
                  <a:pt x="1182962" y="105575"/>
                  <a:pt x="1184959" y="105891"/>
                </a:cubicBezTo>
                <a:cubicBezTo>
                  <a:pt x="1185694" y="105995"/>
                  <a:pt x="1186219" y="106310"/>
                  <a:pt x="1186535" y="106837"/>
                </a:cubicBezTo>
                <a:cubicBezTo>
                  <a:pt x="1186851" y="107361"/>
                  <a:pt x="1187009" y="107886"/>
                  <a:pt x="1187009" y="108412"/>
                </a:cubicBezTo>
                <a:cubicBezTo>
                  <a:pt x="1187009" y="108938"/>
                  <a:pt x="1186851" y="109438"/>
                  <a:pt x="1186535" y="109911"/>
                </a:cubicBezTo>
                <a:cubicBezTo>
                  <a:pt x="1186219" y="110384"/>
                  <a:pt x="1185746" y="110621"/>
                  <a:pt x="1185115" y="110621"/>
                </a:cubicBezTo>
                <a:cubicBezTo>
                  <a:pt x="1183749" y="110621"/>
                  <a:pt x="1181621" y="110436"/>
                  <a:pt x="1178731" y="110067"/>
                </a:cubicBezTo>
                <a:cubicBezTo>
                  <a:pt x="1175841" y="109700"/>
                  <a:pt x="1172820" y="109516"/>
                  <a:pt x="1169667" y="109516"/>
                </a:cubicBezTo>
                <a:cubicBezTo>
                  <a:pt x="1166304" y="109516"/>
                  <a:pt x="1163098" y="109700"/>
                  <a:pt x="1160049" y="110067"/>
                </a:cubicBezTo>
                <a:cubicBezTo>
                  <a:pt x="1157000" y="110436"/>
                  <a:pt x="1154268" y="110621"/>
                  <a:pt x="1151851" y="110621"/>
                </a:cubicBezTo>
                <a:cubicBezTo>
                  <a:pt x="1151221" y="110621"/>
                  <a:pt x="1150748" y="110384"/>
                  <a:pt x="1150432" y="109911"/>
                </a:cubicBezTo>
                <a:cubicBezTo>
                  <a:pt x="1150117" y="109438"/>
                  <a:pt x="1149960" y="108938"/>
                  <a:pt x="1149960" y="108412"/>
                </a:cubicBezTo>
                <a:cubicBezTo>
                  <a:pt x="1149960" y="107782"/>
                  <a:pt x="1150117" y="107230"/>
                  <a:pt x="1150432" y="106757"/>
                </a:cubicBezTo>
                <a:cubicBezTo>
                  <a:pt x="1150748" y="106284"/>
                  <a:pt x="1151274" y="105995"/>
                  <a:pt x="1152010" y="105891"/>
                </a:cubicBezTo>
                <a:cubicBezTo>
                  <a:pt x="1154426" y="105575"/>
                  <a:pt x="1156292" y="105155"/>
                  <a:pt x="1157605" y="104631"/>
                </a:cubicBezTo>
                <a:cubicBezTo>
                  <a:pt x="1158919" y="104105"/>
                  <a:pt x="1159890" y="103316"/>
                  <a:pt x="1160521" y="102266"/>
                </a:cubicBezTo>
                <a:cubicBezTo>
                  <a:pt x="1161153" y="101214"/>
                  <a:pt x="1161547" y="99847"/>
                  <a:pt x="1161704" y="98167"/>
                </a:cubicBezTo>
                <a:cubicBezTo>
                  <a:pt x="1161861" y="96484"/>
                  <a:pt x="1161940" y="94329"/>
                  <a:pt x="1161940" y="91701"/>
                </a:cubicBezTo>
                <a:lnTo>
                  <a:pt x="1161940" y="29744"/>
                </a:lnTo>
                <a:cubicBezTo>
                  <a:pt x="1161940" y="25225"/>
                  <a:pt x="1161835" y="21626"/>
                  <a:pt x="1161625" y="18946"/>
                </a:cubicBezTo>
                <a:cubicBezTo>
                  <a:pt x="1161415" y="16264"/>
                  <a:pt x="1160890" y="14188"/>
                  <a:pt x="1160049" y="12718"/>
                </a:cubicBezTo>
                <a:cubicBezTo>
                  <a:pt x="1159209" y="11245"/>
                  <a:pt x="1157947" y="10247"/>
                  <a:pt x="1156265" y="9723"/>
                </a:cubicBezTo>
                <a:cubicBezTo>
                  <a:pt x="1154584" y="9197"/>
                  <a:pt x="1152273" y="8776"/>
                  <a:pt x="1149330" y="8460"/>
                </a:cubicBezTo>
                <a:cubicBezTo>
                  <a:pt x="1148804" y="8460"/>
                  <a:pt x="1148409" y="8197"/>
                  <a:pt x="1148146" y="7673"/>
                </a:cubicBezTo>
                <a:cubicBezTo>
                  <a:pt x="1147883" y="7147"/>
                  <a:pt x="1147725" y="6622"/>
                  <a:pt x="1147672" y="6097"/>
                </a:cubicBezTo>
                <a:cubicBezTo>
                  <a:pt x="1147621" y="5571"/>
                  <a:pt x="1147726" y="5045"/>
                  <a:pt x="1147988" y="4519"/>
                </a:cubicBezTo>
                <a:cubicBezTo>
                  <a:pt x="1148251" y="3993"/>
                  <a:pt x="1148698" y="3730"/>
                  <a:pt x="1149330" y="3730"/>
                </a:cubicBezTo>
                <a:cubicBezTo>
                  <a:pt x="1152377" y="3520"/>
                  <a:pt x="1156107" y="3205"/>
                  <a:pt x="1160521" y="2785"/>
                </a:cubicBezTo>
                <a:cubicBezTo>
                  <a:pt x="1164936" y="2365"/>
                  <a:pt x="1169088" y="1576"/>
                  <a:pt x="1172977" y="420"/>
                </a:cubicBezTo>
                <a:cubicBezTo>
                  <a:pt x="1174447" y="0"/>
                  <a:pt x="1175419" y="79"/>
                  <a:pt x="1175892" y="658"/>
                </a:cubicBezTo>
                <a:cubicBezTo>
                  <a:pt x="1176366" y="1236"/>
                  <a:pt x="1176655" y="1839"/>
                  <a:pt x="1176761" y="2470"/>
                </a:cubicBezTo>
                <a:lnTo>
                  <a:pt x="1176761" y="47401"/>
                </a:lnTo>
                <a:close/>
                <a:moveTo>
                  <a:pt x="1269902" y="90755"/>
                </a:moveTo>
                <a:cubicBezTo>
                  <a:pt x="1269902" y="93384"/>
                  <a:pt x="1269954" y="95591"/>
                  <a:pt x="1270059" y="97378"/>
                </a:cubicBezTo>
                <a:cubicBezTo>
                  <a:pt x="1270164" y="99164"/>
                  <a:pt x="1270533" y="100636"/>
                  <a:pt x="1271163" y="101792"/>
                </a:cubicBezTo>
                <a:cubicBezTo>
                  <a:pt x="1271793" y="102948"/>
                  <a:pt x="1272765" y="103842"/>
                  <a:pt x="1274078" y="104472"/>
                </a:cubicBezTo>
                <a:cubicBezTo>
                  <a:pt x="1275393" y="105102"/>
                  <a:pt x="1277259" y="105575"/>
                  <a:pt x="1279676" y="105891"/>
                </a:cubicBezTo>
                <a:cubicBezTo>
                  <a:pt x="1280306" y="105995"/>
                  <a:pt x="1280780" y="106284"/>
                  <a:pt x="1281095" y="106757"/>
                </a:cubicBezTo>
                <a:cubicBezTo>
                  <a:pt x="1281411" y="107230"/>
                  <a:pt x="1281569" y="107782"/>
                  <a:pt x="1281569" y="108412"/>
                </a:cubicBezTo>
                <a:cubicBezTo>
                  <a:pt x="1281569" y="108938"/>
                  <a:pt x="1281411" y="109438"/>
                  <a:pt x="1281095" y="109911"/>
                </a:cubicBezTo>
                <a:cubicBezTo>
                  <a:pt x="1280780" y="110384"/>
                  <a:pt x="1280306" y="110621"/>
                  <a:pt x="1279676" y="110621"/>
                </a:cubicBezTo>
                <a:cubicBezTo>
                  <a:pt x="1277784" y="110621"/>
                  <a:pt x="1275313" y="110436"/>
                  <a:pt x="1272265" y="110067"/>
                </a:cubicBezTo>
                <a:cubicBezTo>
                  <a:pt x="1269217" y="109700"/>
                  <a:pt x="1266117" y="109516"/>
                  <a:pt x="1262964" y="109516"/>
                </a:cubicBezTo>
                <a:cubicBezTo>
                  <a:pt x="1259601" y="109516"/>
                  <a:pt x="1256317" y="109700"/>
                  <a:pt x="1253111" y="110067"/>
                </a:cubicBezTo>
                <a:cubicBezTo>
                  <a:pt x="1249905" y="110436"/>
                  <a:pt x="1246831" y="110621"/>
                  <a:pt x="1243888" y="110621"/>
                </a:cubicBezTo>
                <a:cubicBezTo>
                  <a:pt x="1243364" y="110621"/>
                  <a:pt x="1242944" y="110384"/>
                  <a:pt x="1242628" y="109911"/>
                </a:cubicBezTo>
                <a:cubicBezTo>
                  <a:pt x="1242313" y="109438"/>
                  <a:pt x="1242156" y="108938"/>
                  <a:pt x="1242156" y="108412"/>
                </a:cubicBezTo>
                <a:cubicBezTo>
                  <a:pt x="1242156" y="107782"/>
                  <a:pt x="1242313" y="107230"/>
                  <a:pt x="1242628" y="106757"/>
                </a:cubicBezTo>
                <a:cubicBezTo>
                  <a:pt x="1242944" y="106284"/>
                  <a:pt x="1243417" y="105995"/>
                  <a:pt x="1244047" y="105891"/>
                </a:cubicBezTo>
                <a:cubicBezTo>
                  <a:pt x="1246780" y="105575"/>
                  <a:pt x="1248908" y="105102"/>
                  <a:pt x="1250431" y="104472"/>
                </a:cubicBezTo>
                <a:cubicBezTo>
                  <a:pt x="1251955" y="103842"/>
                  <a:pt x="1253058" y="102975"/>
                  <a:pt x="1253741" y="101871"/>
                </a:cubicBezTo>
                <a:cubicBezTo>
                  <a:pt x="1254425" y="100766"/>
                  <a:pt x="1254818" y="99400"/>
                  <a:pt x="1254923" y="97772"/>
                </a:cubicBezTo>
                <a:cubicBezTo>
                  <a:pt x="1255028" y="96143"/>
                  <a:pt x="1255081" y="94119"/>
                  <a:pt x="1255081" y="91701"/>
                </a:cubicBezTo>
                <a:lnTo>
                  <a:pt x="1255081" y="66319"/>
                </a:lnTo>
                <a:cubicBezTo>
                  <a:pt x="1255081" y="61800"/>
                  <a:pt x="1254976" y="58174"/>
                  <a:pt x="1254766" y="55441"/>
                </a:cubicBezTo>
                <a:cubicBezTo>
                  <a:pt x="1254556" y="52708"/>
                  <a:pt x="1254083" y="50633"/>
                  <a:pt x="1253347" y="49215"/>
                </a:cubicBezTo>
                <a:cubicBezTo>
                  <a:pt x="1252612" y="47796"/>
                  <a:pt x="1251509" y="46823"/>
                  <a:pt x="1250037" y="46297"/>
                </a:cubicBezTo>
                <a:cubicBezTo>
                  <a:pt x="1248566" y="45771"/>
                  <a:pt x="1246570" y="45351"/>
                  <a:pt x="1244047" y="45037"/>
                </a:cubicBezTo>
                <a:cubicBezTo>
                  <a:pt x="1243417" y="45037"/>
                  <a:pt x="1242944" y="44774"/>
                  <a:pt x="1242628" y="44248"/>
                </a:cubicBezTo>
                <a:cubicBezTo>
                  <a:pt x="1242313" y="43722"/>
                  <a:pt x="1242156" y="43196"/>
                  <a:pt x="1242156" y="42672"/>
                </a:cubicBezTo>
                <a:cubicBezTo>
                  <a:pt x="1242156" y="42146"/>
                  <a:pt x="1242313" y="41621"/>
                  <a:pt x="1242628" y="41096"/>
                </a:cubicBezTo>
                <a:cubicBezTo>
                  <a:pt x="1242944" y="40570"/>
                  <a:pt x="1243417" y="40307"/>
                  <a:pt x="1244047" y="40307"/>
                </a:cubicBezTo>
                <a:cubicBezTo>
                  <a:pt x="1245097" y="40202"/>
                  <a:pt x="1246384" y="40096"/>
                  <a:pt x="1247908" y="39992"/>
                </a:cubicBezTo>
                <a:cubicBezTo>
                  <a:pt x="1249433" y="39886"/>
                  <a:pt x="1251036" y="39755"/>
                  <a:pt x="1252717" y="39598"/>
                </a:cubicBezTo>
                <a:cubicBezTo>
                  <a:pt x="1254399" y="39439"/>
                  <a:pt x="1256107" y="39229"/>
                  <a:pt x="1257841" y="38967"/>
                </a:cubicBezTo>
                <a:cubicBezTo>
                  <a:pt x="1259576" y="38704"/>
                  <a:pt x="1261127" y="38415"/>
                  <a:pt x="1262493" y="38099"/>
                </a:cubicBezTo>
                <a:cubicBezTo>
                  <a:pt x="1263649" y="37889"/>
                  <a:pt x="1264569" y="37652"/>
                  <a:pt x="1265252" y="37389"/>
                </a:cubicBezTo>
                <a:cubicBezTo>
                  <a:pt x="1265935" y="37126"/>
                  <a:pt x="1266487" y="36995"/>
                  <a:pt x="1266907" y="36995"/>
                </a:cubicBezTo>
                <a:cubicBezTo>
                  <a:pt x="1268168" y="36995"/>
                  <a:pt x="1268982" y="37363"/>
                  <a:pt x="1269349" y="38099"/>
                </a:cubicBezTo>
                <a:cubicBezTo>
                  <a:pt x="1269718" y="38835"/>
                  <a:pt x="1269902" y="39518"/>
                  <a:pt x="1269902" y="40149"/>
                </a:cubicBezTo>
                <a:lnTo>
                  <a:pt x="1269902" y="90755"/>
                </a:lnTo>
                <a:moveTo>
                  <a:pt x="1261545" y="20916"/>
                </a:moveTo>
                <a:cubicBezTo>
                  <a:pt x="1258918" y="20916"/>
                  <a:pt x="1256659" y="20101"/>
                  <a:pt x="1254766" y="18472"/>
                </a:cubicBezTo>
                <a:cubicBezTo>
                  <a:pt x="1252875" y="16842"/>
                  <a:pt x="1251930" y="14819"/>
                  <a:pt x="1251930" y="12402"/>
                </a:cubicBezTo>
                <a:cubicBezTo>
                  <a:pt x="1251930" y="9984"/>
                  <a:pt x="1252823" y="7934"/>
                  <a:pt x="1254610" y="6254"/>
                </a:cubicBezTo>
                <a:cubicBezTo>
                  <a:pt x="1256396" y="4571"/>
                  <a:pt x="1258603" y="3730"/>
                  <a:pt x="1261230" y="3730"/>
                </a:cubicBezTo>
                <a:cubicBezTo>
                  <a:pt x="1263753" y="3730"/>
                  <a:pt x="1265829" y="4598"/>
                  <a:pt x="1267458" y="6333"/>
                </a:cubicBezTo>
                <a:cubicBezTo>
                  <a:pt x="1269088" y="8067"/>
                  <a:pt x="1269902" y="10142"/>
                  <a:pt x="1269902" y="12559"/>
                </a:cubicBezTo>
                <a:cubicBezTo>
                  <a:pt x="1269902" y="14871"/>
                  <a:pt x="1269114" y="16842"/>
                  <a:pt x="1267538" y="18472"/>
                </a:cubicBezTo>
                <a:cubicBezTo>
                  <a:pt x="1265961" y="20101"/>
                  <a:pt x="1263964" y="20916"/>
                  <a:pt x="1261545" y="20916"/>
                </a:cubicBezTo>
                <a:close/>
                <a:moveTo>
                  <a:pt x="1315117" y="90755"/>
                </a:moveTo>
                <a:cubicBezTo>
                  <a:pt x="1315117" y="93384"/>
                  <a:pt x="1315169" y="95591"/>
                  <a:pt x="1315274" y="97378"/>
                </a:cubicBezTo>
                <a:cubicBezTo>
                  <a:pt x="1315379" y="99164"/>
                  <a:pt x="1315669" y="100636"/>
                  <a:pt x="1316142" y="101792"/>
                </a:cubicBezTo>
                <a:cubicBezTo>
                  <a:pt x="1316615" y="102948"/>
                  <a:pt x="1317403" y="103842"/>
                  <a:pt x="1318507" y="104472"/>
                </a:cubicBezTo>
                <a:cubicBezTo>
                  <a:pt x="1319610" y="105102"/>
                  <a:pt x="1321160" y="105575"/>
                  <a:pt x="1323157" y="105891"/>
                </a:cubicBezTo>
                <a:cubicBezTo>
                  <a:pt x="1323787" y="105995"/>
                  <a:pt x="1324260" y="106284"/>
                  <a:pt x="1324576" y="106757"/>
                </a:cubicBezTo>
                <a:cubicBezTo>
                  <a:pt x="1324892" y="107230"/>
                  <a:pt x="1325050" y="107782"/>
                  <a:pt x="1325050" y="108412"/>
                </a:cubicBezTo>
                <a:cubicBezTo>
                  <a:pt x="1325050" y="108938"/>
                  <a:pt x="1324892" y="109438"/>
                  <a:pt x="1324576" y="109911"/>
                </a:cubicBezTo>
                <a:cubicBezTo>
                  <a:pt x="1324260" y="110384"/>
                  <a:pt x="1323787" y="110621"/>
                  <a:pt x="1323157" y="110621"/>
                </a:cubicBezTo>
                <a:cubicBezTo>
                  <a:pt x="1322106" y="110621"/>
                  <a:pt x="1320135" y="110436"/>
                  <a:pt x="1317244" y="110067"/>
                </a:cubicBezTo>
                <a:cubicBezTo>
                  <a:pt x="1314354" y="109700"/>
                  <a:pt x="1311332" y="109516"/>
                  <a:pt x="1308179" y="109516"/>
                </a:cubicBezTo>
                <a:cubicBezTo>
                  <a:pt x="1304816" y="109516"/>
                  <a:pt x="1301558" y="109700"/>
                  <a:pt x="1298406" y="110067"/>
                </a:cubicBezTo>
                <a:cubicBezTo>
                  <a:pt x="1295253" y="110436"/>
                  <a:pt x="1292310" y="110621"/>
                  <a:pt x="1289577" y="110621"/>
                </a:cubicBezTo>
                <a:cubicBezTo>
                  <a:pt x="1289051" y="110621"/>
                  <a:pt x="1288630" y="110384"/>
                  <a:pt x="1288314" y="109911"/>
                </a:cubicBezTo>
                <a:cubicBezTo>
                  <a:pt x="1288000" y="109438"/>
                  <a:pt x="1287843" y="108938"/>
                  <a:pt x="1287843" y="108412"/>
                </a:cubicBezTo>
                <a:cubicBezTo>
                  <a:pt x="1287843" y="107782"/>
                  <a:pt x="1288000" y="107230"/>
                  <a:pt x="1288314" y="106757"/>
                </a:cubicBezTo>
                <a:cubicBezTo>
                  <a:pt x="1288630" y="106284"/>
                  <a:pt x="1289104" y="105995"/>
                  <a:pt x="1289736" y="105891"/>
                </a:cubicBezTo>
                <a:cubicBezTo>
                  <a:pt x="1292363" y="105575"/>
                  <a:pt x="1294385" y="105155"/>
                  <a:pt x="1295803" y="104631"/>
                </a:cubicBezTo>
                <a:cubicBezTo>
                  <a:pt x="1297222" y="104105"/>
                  <a:pt x="1298273" y="103316"/>
                  <a:pt x="1298956" y="102266"/>
                </a:cubicBezTo>
                <a:cubicBezTo>
                  <a:pt x="1299640" y="101214"/>
                  <a:pt x="1300033" y="99847"/>
                  <a:pt x="1300138" y="98167"/>
                </a:cubicBezTo>
                <a:cubicBezTo>
                  <a:pt x="1300243" y="96484"/>
                  <a:pt x="1300296" y="94329"/>
                  <a:pt x="1300296" y="91701"/>
                </a:cubicBezTo>
                <a:lnTo>
                  <a:pt x="1300296" y="71837"/>
                </a:lnTo>
                <a:cubicBezTo>
                  <a:pt x="1300296" y="66688"/>
                  <a:pt x="1300243" y="62405"/>
                  <a:pt x="1300138" y="58989"/>
                </a:cubicBezTo>
                <a:cubicBezTo>
                  <a:pt x="1300033" y="55573"/>
                  <a:pt x="1299666" y="52867"/>
                  <a:pt x="1299036" y="50870"/>
                </a:cubicBezTo>
                <a:cubicBezTo>
                  <a:pt x="1298406" y="48872"/>
                  <a:pt x="1297407" y="47479"/>
                  <a:pt x="1296041" y="46692"/>
                </a:cubicBezTo>
                <a:cubicBezTo>
                  <a:pt x="1294674" y="45903"/>
                  <a:pt x="1292730" y="45508"/>
                  <a:pt x="1290207" y="45508"/>
                </a:cubicBezTo>
                <a:cubicBezTo>
                  <a:pt x="1289577" y="45508"/>
                  <a:pt x="1289077" y="45298"/>
                  <a:pt x="1288709" y="44878"/>
                </a:cubicBezTo>
                <a:cubicBezTo>
                  <a:pt x="1288341" y="44458"/>
                  <a:pt x="1288158" y="43985"/>
                  <a:pt x="1288158" y="43459"/>
                </a:cubicBezTo>
                <a:cubicBezTo>
                  <a:pt x="1288158" y="42828"/>
                  <a:pt x="1288341" y="42303"/>
                  <a:pt x="1288709" y="41883"/>
                </a:cubicBezTo>
                <a:cubicBezTo>
                  <a:pt x="1289077" y="41463"/>
                  <a:pt x="1289577" y="41253"/>
                  <a:pt x="1290207" y="41253"/>
                </a:cubicBezTo>
                <a:cubicBezTo>
                  <a:pt x="1292204" y="41253"/>
                  <a:pt x="1295120" y="40938"/>
                  <a:pt x="1298956" y="40307"/>
                </a:cubicBezTo>
                <a:cubicBezTo>
                  <a:pt x="1302793" y="39675"/>
                  <a:pt x="1306708" y="38782"/>
                  <a:pt x="1310703" y="37628"/>
                </a:cubicBezTo>
                <a:cubicBezTo>
                  <a:pt x="1312174" y="37206"/>
                  <a:pt x="1313277" y="37494"/>
                  <a:pt x="1314013" y="38494"/>
                </a:cubicBezTo>
                <a:cubicBezTo>
                  <a:pt x="1314749" y="39493"/>
                  <a:pt x="1315117" y="40622"/>
                  <a:pt x="1315117" y="41883"/>
                </a:cubicBezTo>
                <a:lnTo>
                  <a:pt x="1315117" y="48188"/>
                </a:lnTo>
                <a:cubicBezTo>
                  <a:pt x="1315117" y="48398"/>
                  <a:pt x="1315196" y="48530"/>
                  <a:pt x="1315353" y="48583"/>
                </a:cubicBezTo>
                <a:cubicBezTo>
                  <a:pt x="1315510" y="48636"/>
                  <a:pt x="1315642" y="48557"/>
                  <a:pt x="1315747" y="48347"/>
                </a:cubicBezTo>
                <a:cubicBezTo>
                  <a:pt x="1316484" y="47191"/>
                  <a:pt x="1317508" y="45904"/>
                  <a:pt x="1318822" y="44486"/>
                </a:cubicBezTo>
                <a:cubicBezTo>
                  <a:pt x="1320135" y="43067"/>
                  <a:pt x="1321712" y="41727"/>
                  <a:pt x="1323551" y="40466"/>
                </a:cubicBezTo>
                <a:cubicBezTo>
                  <a:pt x="1325391" y="39204"/>
                  <a:pt x="1327466" y="38153"/>
                  <a:pt x="1329777" y="37312"/>
                </a:cubicBezTo>
                <a:cubicBezTo>
                  <a:pt x="1332089" y="36470"/>
                  <a:pt x="1334665" y="36049"/>
                  <a:pt x="1337504" y="36049"/>
                </a:cubicBezTo>
                <a:cubicBezTo>
                  <a:pt x="1345386" y="36049"/>
                  <a:pt x="1351560" y="38231"/>
                  <a:pt x="1356027" y="42593"/>
                </a:cubicBezTo>
                <a:cubicBezTo>
                  <a:pt x="1360495" y="46955"/>
                  <a:pt x="1362729" y="54022"/>
                  <a:pt x="1362729" y="63796"/>
                </a:cubicBezTo>
                <a:lnTo>
                  <a:pt x="1362729" y="90755"/>
                </a:lnTo>
                <a:cubicBezTo>
                  <a:pt x="1362729" y="93594"/>
                  <a:pt x="1362807" y="95906"/>
                  <a:pt x="1362964" y="97693"/>
                </a:cubicBezTo>
                <a:cubicBezTo>
                  <a:pt x="1363122" y="99479"/>
                  <a:pt x="1363489" y="100924"/>
                  <a:pt x="1364066" y="102028"/>
                </a:cubicBezTo>
                <a:cubicBezTo>
                  <a:pt x="1364645" y="103131"/>
                  <a:pt x="1365539" y="103972"/>
                  <a:pt x="1366748" y="104551"/>
                </a:cubicBezTo>
                <a:cubicBezTo>
                  <a:pt x="1367958" y="105129"/>
                  <a:pt x="1369666" y="105575"/>
                  <a:pt x="1371872" y="105891"/>
                </a:cubicBezTo>
                <a:cubicBezTo>
                  <a:pt x="1372503" y="105995"/>
                  <a:pt x="1372975" y="106284"/>
                  <a:pt x="1373289" y="106757"/>
                </a:cubicBezTo>
                <a:cubicBezTo>
                  <a:pt x="1373605" y="107230"/>
                  <a:pt x="1373763" y="107782"/>
                  <a:pt x="1373763" y="108412"/>
                </a:cubicBezTo>
                <a:cubicBezTo>
                  <a:pt x="1373763" y="108938"/>
                  <a:pt x="1373605" y="109438"/>
                  <a:pt x="1373289" y="109911"/>
                </a:cubicBezTo>
                <a:cubicBezTo>
                  <a:pt x="1372975" y="110384"/>
                  <a:pt x="1372503" y="110621"/>
                  <a:pt x="1371872" y="110621"/>
                </a:cubicBezTo>
                <a:cubicBezTo>
                  <a:pt x="1370506" y="110621"/>
                  <a:pt x="1368272" y="110436"/>
                  <a:pt x="1365170" y="110067"/>
                </a:cubicBezTo>
                <a:cubicBezTo>
                  <a:pt x="1362070" y="109700"/>
                  <a:pt x="1358944" y="109516"/>
                  <a:pt x="1355791" y="109516"/>
                </a:cubicBezTo>
                <a:cubicBezTo>
                  <a:pt x="1352428" y="109516"/>
                  <a:pt x="1349222" y="109700"/>
                  <a:pt x="1346173" y="110067"/>
                </a:cubicBezTo>
                <a:cubicBezTo>
                  <a:pt x="1343126" y="110436"/>
                  <a:pt x="1340604" y="110621"/>
                  <a:pt x="1338608" y="110621"/>
                </a:cubicBezTo>
                <a:cubicBezTo>
                  <a:pt x="1338082" y="110621"/>
                  <a:pt x="1337661" y="110384"/>
                  <a:pt x="1337345" y="109911"/>
                </a:cubicBezTo>
                <a:cubicBezTo>
                  <a:pt x="1337031" y="109438"/>
                  <a:pt x="1336873" y="108938"/>
                  <a:pt x="1336873" y="108412"/>
                </a:cubicBezTo>
                <a:cubicBezTo>
                  <a:pt x="1336873" y="107782"/>
                  <a:pt x="1337031" y="107230"/>
                  <a:pt x="1337345" y="106757"/>
                </a:cubicBezTo>
                <a:cubicBezTo>
                  <a:pt x="1337661" y="106284"/>
                  <a:pt x="1338134" y="105995"/>
                  <a:pt x="1338764" y="105891"/>
                </a:cubicBezTo>
                <a:cubicBezTo>
                  <a:pt x="1341077" y="105575"/>
                  <a:pt x="1342837" y="105102"/>
                  <a:pt x="1344044" y="104472"/>
                </a:cubicBezTo>
                <a:cubicBezTo>
                  <a:pt x="1345254" y="103842"/>
                  <a:pt x="1346147" y="102975"/>
                  <a:pt x="1346724" y="101871"/>
                </a:cubicBezTo>
                <a:cubicBezTo>
                  <a:pt x="1347303" y="100766"/>
                  <a:pt x="1347645" y="99400"/>
                  <a:pt x="1347749" y="97772"/>
                </a:cubicBezTo>
                <a:cubicBezTo>
                  <a:pt x="1347855" y="96143"/>
                  <a:pt x="1347908" y="94119"/>
                  <a:pt x="1347908" y="91701"/>
                </a:cubicBezTo>
                <a:lnTo>
                  <a:pt x="1347908" y="67738"/>
                </a:lnTo>
                <a:cubicBezTo>
                  <a:pt x="1347908" y="65110"/>
                  <a:pt x="1347803" y="62482"/>
                  <a:pt x="1347593" y="59855"/>
                </a:cubicBezTo>
                <a:cubicBezTo>
                  <a:pt x="1347383" y="57228"/>
                  <a:pt x="1346804" y="54864"/>
                  <a:pt x="1345858" y="52761"/>
                </a:cubicBezTo>
                <a:cubicBezTo>
                  <a:pt x="1344914" y="50659"/>
                  <a:pt x="1343547" y="48924"/>
                  <a:pt x="1341759" y="47558"/>
                </a:cubicBezTo>
                <a:cubicBezTo>
                  <a:pt x="1339973" y="46191"/>
                  <a:pt x="1337503" y="45508"/>
                  <a:pt x="1334350" y="45508"/>
                </a:cubicBezTo>
                <a:cubicBezTo>
                  <a:pt x="1331197" y="45508"/>
                  <a:pt x="1328438" y="46008"/>
                  <a:pt x="1326072" y="47007"/>
                </a:cubicBezTo>
                <a:cubicBezTo>
                  <a:pt x="1323708" y="48004"/>
                  <a:pt x="1321712" y="49344"/>
                  <a:pt x="1320082" y="51027"/>
                </a:cubicBezTo>
                <a:cubicBezTo>
                  <a:pt x="1318453" y="52709"/>
                  <a:pt x="1317218" y="54680"/>
                  <a:pt x="1316378" y="56940"/>
                </a:cubicBezTo>
                <a:cubicBezTo>
                  <a:pt x="1315537" y="59199"/>
                  <a:pt x="1315117" y="61590"/>
                  <a:pt x="1315117" y="64113"/>
                </a:cubicBezTo>
                <a:lnTo>
                  <a:pt x="1315117" y="90755"/>
                </a:lnTo>
                <a:close/>
                <a:moveTo>
                  <a:pt x="1416772" y="85869"/>
                </a:moveTo>
                <a:cubicBezTo>
                  <a:pt x="1422238" y="85869"/>
                  <a:pt x="1426152" y="84083"/>
                  <a:pt x="1428516" y="80510"/>
                </a:cubicBezTo>
                <a:cubicBezTo>
                  <a:pt x="1430882" y="76935"/>
                  <a:pt x="1432064" y="71732"/>
                  <a:pt x="1432064" y="64900"/>
                </a:cubicBezTo>
                <a:cubicBezTo>
                  <a:pt x="1432064" y="61432"/>
                  <a:pt x="1431880" y="58280"/>
                  <a:pt x="1431511" y="55443"/>
                </a:cubicBezTo>
                <a:cubicBezTo>
                  <a:pt x="1431144" y="52605"/>
                  <a:pt x="1430434" y="50161"/>
                  <a:pt x="1429382" y="48111"/>
                </a:cubicBezTo>
                <a:cubicBezTo>
                  <a:pt x="1428332" y="46062"/>
                  <a:pt x="1426940" y="44485"/>
                  <a:pt x="1425206" y="43382"/>
                </a:cubicBezTo>
                <a:cubicBezTo>
                  <a:pt x="1423472" y="42277"/>
                  <a:pt x="1421239" y="41724"/>
                  <a:pt x="1418506" y="41724"/>
                </a:cubicBezTo>
                <a:cubicBezTo>
                  <a:pt x="1415143" y="41724"/>
                  <a:pt x="1412437" y="42434"/>
                  <a:pt x="1410388" y="43853"/>
                </a:cubicBezTo>
                <a:cubicBezTo>
                  <a:pt x="1408338" y="45273"/>
                  <a:pt x="1406735" y="47086"/>
                  <a:pt x="1405579" y="49292"/>
                </a:cubicBezTo>
                <a:cubicBezTo>
                  <a:pt x="1404422" y="51499"/>
                  <a:pt x="1403634" y="53969"/>
                  <a:pt x="1403214" y="56701"/>
                </a:cubicBezTo>
                <a:cubicBezTo>
                  <a:pt x="1402794" y="59434"/>
                  <a:pt x="1402584" y="62115"/>
                  <a:pt x="1402584" y="64743"/>
                </a:cubicBezTo>
                <a:cubicBezTo>
                  <a:pt x="1402584" y="71680"/>
                  <a:pt x="1403792" y="76935"/>
                  <a:pt x="1406209" y="80510"/>
                </a:cubicBezTo>
                <a:cubicBezTo>
                  <a:pt x="1408626" y="84083"/>
                  <a:pt x="1412147" y="85869"/>
                  <a:pt x="1416772" y="85869"/>
                </a:cubicBezTo>
                <a:moveTo>
                  <a:pt x="1444362" y="48662"/>
                </a:moveTo>
                <a:cubicBezTo>
                  <a:pt x="1445832" y="50869"/>
                  <a:pt x="1446909" y="53207"/>
                  <a:pt x="1447592" y="55677"/>
                </a:cubicBezTo>
                <a:cubicBezTo>
                  <a:pt x="1448276" y="58146"/>
                  <a:pt x="1448670" y="60643"/>
                  <a:pt x="1448776" y="63165"/>
                </a:cubicBezTo>
                <a:cubicBezTo>
                  <a:pt x="1448776" y="67790"/>
                  <a:pt x="1447908" y="71864"/>
                  <a:pt x="1446173" y="75386"/>
                </a:cubicBezTo>
                <a:cubicBezTo>
                  <a:pt x="1444440" y="78906"/>
                  <a:pt x="1442075" y="81874"/>
                  <a:pt x="1439079" y="84291"/>
                </a:cubicBezTo>
                <a:cubicBezTo>
                  <a:pt x="1436083" y="86708"/>
                  <a:pt x="1432641" y="88548"/>
                  <a:pt x="1428752" y="89810"/>
                </a:cubicBezTo>
                <a:cubicBezTo>
                  <a:pt x="1424864" y="91070"/>
                  <a:pt x="1420713" y="91701"/>
                  <a:pt x="1416298" y="91701"/>
                </a:cubicBezTo>
                <a:cubicBezTo>
                  <a:pt x="1415038" y="91701"/>
                  <a:pt x="1413408" y="91753"/>
                  <a:pt x="1411410" y="91859"/>
                </a:cubicBezTo>
                <a:cubicBezTo>
                  <a:pt x="1409413" y="91964"/>
                  <a:pt x="1407469" y="92174"/>
                  <a:pt x="1405576" y="92490"/>
                </a:cubicBezTo>
                <a:cubicBezTo>
                  <a:pt x="1403686" y="92805"/>
                  <a:pt x="1402083" y="93305"/>
                  <a:pt x="1400770" y="93988"/>
                </a:cubicBezTo>
                <a:cubicBezTo>
                  <a:pt x="1399457" y="94671"/>
                  <a:pt x="1398800" y="95643"/>
                  <a:pt x="1398800" y="96904"/>
                </a:cubicBezTo>
                <a:cubicBezTo>
                  <a:pt x="1398800" y="97850"/>
                  <a:pt x="1399325" y="98638"/>
                  <a:pt x="1400375" y="99269"/>
                </a:cubicBezTo>
                <a:cubicBezTo>
                  <a:pt x="1401426" y="99899"/>
                  <a:pt x="1402713" y="100398"/>
                  <a:pt x="1404236" y="100767"/>
                </a:cubicBezTo>
                <a:cubicBezTo>
                  <a:pt x="1405762" y="101134"/>
                  <a:pt x="1407286" y="101397"/>
                  <a:pt x="1408809" y="101556"/>
                </a:cubicBezTo>
                <a:cubicBezTo>
                  <a:pt x="1410333" y="101713"/>
                  <a:pt x="1411568" y="101792"/>
                  <a:pt x="1412514" y="101792"/>
                </a:cubicBezTo>
                <a:cubicBezTo>
                  <a:pt x="1420082" y="102316"/>
                  <a:pt x="1426861" y="102973"/>
                  <a:pt x="1432851" y="103762"/>
                </a:cubicBezTo>
                <a:cubicBezTo>
                  <a:pt x="1438843" y="104550"/>
                  <a:pt x="1443914" y="105837"/>
                  <a:pt x="1448064" y="107626"/>
                </a:cubicBezTo>
                <a:cubicBezTo>
                  <a:pt x="1452216" y="109412"/>
                  <a:pt x="1455395" y="111908"/>
                  <a:pt x="1457602" y="115112"/>
                </a:cubicBezTo>
                <a:cubicBezTo>
                  <a:pt x="1459811" y="118318"/>
                  <a:pt x="1460915" y="122496"/>
                  <a:pt x="1460915" y="127647"/>
                </a:cubicBezTo>
                <a:cubicBezTo>
                  <a:pt x="1460915" y="132167"/>
                  <a:pt x="1460021" y="136370"/>
                  <a:pt x="1458235" y="140257"/>
                </a:cubicBezTo>
                <a:cubicBezTo>
                  <a:pt x="1456448" y="144146"/>
                  <a:pt x="1453768" y="147510"/>
                  <a:pt x="1450193" y="150347"/>
                </a:cubicBezTo>
                <a:cubicBezTo>
                  <a:pt x="1446620" y="153185"/>
                  <a:pt x="1442232" y="155419"/>
                  <a:pt x="1437030" y="157048"/>
                </a:cubicBezTo>
                <a:cubicBezTo>
                  <a:pt x="1431827" y="158678"/>
                  <a:pt x="1425810" y="159493"/>
                  <a:pt x="1418978" y="159493"/>
                </a:cubicBezTo>
                <a:cubicBezTo>
                  <a:pt x="1413302" y="159493"/>
                  <a:pt x="1408100" y="158993"/>
                  <a:pt x="1403370" y="157994"/>
                </a:cubicBezTo>
                <a:cubicBezTo>
                  <a:pt x="1398641" y="156996"/>
                  <a:pt x="1394568" y="155446"/>
                  <a:pt x="1391152" y="153344"/>
                </a:cubicBezTo>
                <a:cubicBezTo>
                  <a:pt x="1387736" y="151241"/>
                  <a:pt x="1385109" y="148561"/>
                  <a:pt x="1383269" y="145302"/>
                </a:cubicBezTo>
                <a:cubicBezTo>
                  <a:pt x="1381431" y="142045"/>
                  <a:pt x="1380512" y="138157"/>
                  <a:pt x="1380512" y="133637"/>
                </a:cubicBezTo>
                <a:cubicBezTo>
                  <a:pt x="1380512" y="131010"/>
                  <a:pt x="1380880" y="128619"/>
                  <a:pt x="1381614" y="126464"/>
                </a:cubicBezTo>
                <a:cubicBezTo>
                  <a:pt x="1382350" y="124310"/>
                  <a:pt x="1383349" y="122392"/>
                  <a:pt x="1384609" y="120710"/>
                </a:cubicBezTo>
                <a:cubicBezTo>
                  <a:pt x="1385871" y="119027"/>
                  <a:pt x="1387291" y="117529"/>
                  <a:pt x="1388867" y="116216"/>
                </a:cubicBezTo>
                <a:cubicBezTo>
                  <a:pt x="1390444" y="114902"/>
                  <a:pt x="1392073" y="113826"/>
                  <a:pt x="1393755" y="112985"/>
                </a:cubicBezTo>
                <a:cubicBezTo>
                  <a:pt x="1391337" y="112143"/>
                  <a:pt x="1389129" y="110960"/>
                  <a:pt x="1387133" y="109437"/>
                </a:cubicBezTo>
                <a:cubicBezTo>
                  <a:pt x="1385136" y="107913"/>
                  <a:pt x="1384138" y="105470"/>
                  <a:pt x="1384138" y="102107"/>
                </a:cubicBezTo>
                <a:cubicBezTo>
                  <a:pt x="1384138" y="99689"/>
                  <a:pt x="1384689" y="97639"/>
                  <a:pt x="1385793" y="95958"/>
                </a:cubicBezTo>
                <a:cubicBezTo>
                  <a:pt x="1386896" y="94276"/>
                  <a:pt x="1388368" y="92910"/>
                  <a:pt x="1390207" y="91859"/>
                </a:cubicBezTo>
                <a:cubicBezTo>
                  <a:pt x="1392046" y="90809"/>
                  <a:pt x="1394096" y="90047"/>
                  <a:pt x="1396356" y="89574"/>
                </a:cubicBezTo>
                <a:cubicBezTo>
                  <a:pt x="1398615" y="89101"/>
                  <a:pt x="1400849" y="88811"/>
                  <a:pt x="1403055" y="88706"/>
                </a:cubicBezTo>
                <a:cubicBezTo>
                  <a:pt x="1403161" y="88706"/>
                  <a:pt x="1403214" y="88653"/>
                  <a:pt x="1403214" y="88549"/>
                </a:cubicBezTo>
                <a:cubicBezTo>
                  <a:pt x="1403214" y="88443"/>
                  <a:pt x="1403161" y="88390"/>
                  <a:pt x="1403055" y="88390"/>
                </a:cubicBezTo>
                <a:cubicBezTo>
                  <a:pt x="1397696" y="86288"/>
                  <a:pt x="1393491" y="83372"/>
                  <a:pt x="1390443" y="79641"/>
                </a:cubicBezTo>
                <a:cubicBezTo>
                  <a:pt x="1387396" y="75909"/>
                  <a:pt x="1385872" y="70890"/>
                  <a:pt x="1385872" y="64585"/>
                </a:cubicBezTo>
                <a:cubicBezTo>
                  <a:pt x="1385872" y="60275"/>
                  <a:pt x="1386660" y="56361"/>
                  <a:pt x="1388237" y="52841"/>
                </a:cubicBezTo>
                <a:cubicBezTo>
                  <a:pt x="1389813" y="49319"/>
                  <a:pt x="1392046" y="46323"/>
                  <a:pt x="1394936" y="43853"/>
                </a:cubicBezTo>
                <a:cubicBezTo>
                  <a:pt x="1397826" y="41383"/>
                  <a:pt x="1401321" y="39465"/>
                  <a:pt x="1405420" y="38099"/>
                </a:cubicBezTo>
                <a:cubicBezTo>
                  <a:pt x="1409519" y="36733"/>
                  <a:pt x="1414038" y="36049"/>
                  <a:pt x="1418978" y="36049"/>
                </a:cubicBezTo>
                <a:cubicBezTo>
                  <a:pt x="1424549" y="36049"/>
                  <a:pt x="1428990" y="36838"/>
                  <a:pt x="1432300" y="38414"/>
                </a:cubicBezTo>
                <a:cubicBezTo>
                  <a:pt x="1435610" y="39991"/>
                  <a:pt x="1438632" y="42040"/>
                  <a:pt x="1441364" y="44563"/>
                </a:cubicBezTo>
                <a:cubicBezTo>
                  <a:pt x="1443363" y="42566"/>
                  <a:pt x="1445727" y="40885"/>
                  <a:pt x="1448459" y="39518"/>
                </a:cubicBezTo>
                <a:cubicBezTo>
                  <a:pt x="1451191" y="38152"/>
                  <a:pt x="1454240" y="37469"/>
                  <a:pt x="1457605" y="37469"/>
                </a:cubicBezTo>
                <a:cubicBezTo>
                  <a:pt x="1458761" y="37469"/>
                  <a:pt x="1460048" y="37574"/>
                  <a:pt x="1461466" y="37784"/>
                </a:cubicBezTo>
                <a:cubicBezTo>
                  <a:pt x="1462885" y="37994"/>
                  <a:pt x="1464198" y="38388"/>
                  <a:pt x="1465406" y="38967"/>
                </a:cubicBezTo>
                <a:cubicBezTo>
                  <a:pt x="1466615" y="39545"/>
                  <a:pt x="1467613" y="40307"/>
                  <a:pt x="1468401" y="41253"/>
                </a:cubicBezTo>
                <a:cubicBezTo>
                  <a:pt x="1469190" y="42199"/>
                  <a:pt x="1469584" y="43460"/>
                  <a:pt x="1469584" y="45037"/>
                </a:cubicBezTo>
                <a:cubicBezTo>
                  <a:pt x="1469584" y="46823"/>
                  <a:pt x="1469111" y="48426"/>
                  <a:pt x="1468165" y="49846"/>
                </a:cubicBezTo>
                <a:cubicBezTo>
                  <a:pt x="1467221" y="51263"/>
                  <a:pt x="1465382" y="51972"/>
                  <a:pt x="1462649" y="51972"/>
                </a:cubicBezTo>
                <a:cubicBezTo>
                  <a:pt x="1460652" y="51972"/>
                  <a:pt x="1459338" y="51552"/>
                  <a:pt x="1458706" y="50712"/>
                </a:cubicBezTo>
                <a:cubicBezTo>
                  <a:pt x="1458076" y="49871"/>
                  <a:pt x="1457603" y="48978"/>
                  <a:pt x="1457287" y="48032"/>
                </a:cubicBezTo>
                <a:cubicBezTo>
                  <a:pt x="1456973" y="47086"/>
                  <a:pt x="1456605" y="46192"/>
                  <a:pt x="1456185" y="45352"/>
                </a:cubicBezTo>
                <a:cubicBezTo>
                  <a:pt x="1455765" y="44510"/>
                  <a:pt x="1454767" y="44089"/>
                  <a:pt x="1453190" y="44089"/>
                </a:cubicBezTo>
                <a:cubicBezTo>
                  <a:pt x="1451508" y="44089"/>
                  <a:pt x="1449826" y="44510"/>
                  <a:pt x="1448143" y="45352"/>
                </a:cubicBezTo>
                <a:cubicBezTo>
                  <a:pt x="1446463" y="46192"/>
                  <a:pt x="1445202" y="47296"/>
                  <a:pt x="1444362" y="48662"/>
                </a:cubicBezTo>
                <a:moveTo>
                  <a:pt x="1401636" y="114720"/>
                </a:moveTo>
                <a:cubicBezTo>
                  <a:pt x="1399849" y="116190"/>
                  <a:pt x="1398430" y="118292"/>
                  <a:pt x="1397378" y="121025"/>
                </a:cubicBezTo>
                <a:cubicBezTo>
                  <a:pt x="1396328" y="123757"/>
                  <a:pt x="1395802" y="126490"/>
                  <a:pt x="1395802" y="129223"/>
                </a:cubicBezTo>
                <a:cubicBezTo>
                  <a:pt x="1395802" y="133112"/>
                  <a:pt x="1396617" y="136502"/>
                  <a:pt x="1398247" y="139391"/>
                </a:cubicBezTo>
                <a:cubicBezTo>
                  <a:pt x="1399876" y="142281"/>
                  <a:pt x="1402004" y="144698"/>
                  <a:pt x="1404631" y="146642"/>
                </a:cubicBezTo>
                <a:cubicBezTo>
                  <a:pt x="1407259" y="148587"/>
                  <a:pt x="1410282" y="150033"/>
                  <a:pt x="1413698" y="150979"/>
                </a:cubicBezTo>
                <a:cubicBezTo>
                  <a:pt x="1417114" y="151925"/>
                  <a:pt x="1420608" y="152398"/>
                  <a:pt x="1424181" y="152398"/>
                </a:cubicBezTo>
                <a:cubicBezTo>
                  <a:pt x="1427334" y="152398"/>
                  <a:pt x="1430303" y="151872"/>
                  <a:pt x="1433087" y="150820"/>
                </a:cubicBezTo>
                <a:cubicBezTo>
                  <a:pt x="1435872" y="149770"/>
                  <a:pt x="1438317" y="148351"/>
                  <a:pt x="1440419" y="146565"/>
                </a:cubicBezTo>
                <a:cubicBezTo>
                  <a:pt x="1442521" y="144778"/>
                  <a:pt x="1444203" y="142676"/>
                  <a:pt x="1445464" y="140257"/>
                </a:cubicBezTo>
                <a:cubicBezTo>
                  <a:pt x="1446726" y="137841"/>
                  <a:pt x="1447357" y="135214"/>
                  <a:pt x="1447357" y="132377"/>
                </a:cubicBezTo>
                <a:cubicBezTo>
                  <a:pt x="1447357" y="128802"/>
                  <a:pt x="1446174" y="125911"/>
                  <a:pt x="1443808" y="123705"/>
                </a:cubicBezTo>
                <a:cubicBezTo>
                  <a:pt x="1441445" y="121498"/>
                  <a:pt x="1438213" y="119763"/>
                  <a:pt x="1434114" y="118501"/>
                </a:cubicBezTo>
                <a:cubicBezTo>
                  <a:pt x="1430015" y="117241"/>
                  <a:pt x="1425180" y="116347"/>
                  <a:pt x="1419608" y="115821"/>
                </a:cubicBezTo>
                <a:cubicBezTo>
                  <a:pt x="1414038" y="115297"/>
                  <a:pt x="1408048" y="114930"/>
                  <a:pt x="1401636" y="114720"/>
                </a:cubicBezTo>
                <a:close/>
                <a:moveTo>
                  <a:pt x="1542609" y="85552"/>
                </a:moveTo>
                <a:cubicBezTo>
                  <a:pt x="1542609" y="91437"/>
                  <a:pt x="1543266" y="95800"/>
                  <a:pt x="1544579" y="98638"/>
                </a:cubicBezTo>
                <a:cubicBezTo>
                  <a:pt x="1545893" y="101475"/>
                  <a:pt x="1548284" y="102894"/>
                  <a:pt x="1551753" y="102894"/>
                </a:cubicBezTo>
                <a:cubicBezTo>
                  <a:pt x="1554169" y="102894"/>
                  <a:pt x="1556455" y="102526"/>
                  <a:pt x="1558608" y="101792"/>
                </a:cubicBezTo>
                <a:cubicBezTo>
                  <a:pt x="1560764" y="101056"/>
                  <a:pt x="1562420" y="100268"/>
                  <a:pt x="1563576" y="99427"/>
                </a:cubicBezTo>
                <a:cubicBezTo>
                  <a:pt x="1563892" y="99217"/>
                  <a:pt x="1564260" y="99191"/>
                  <a:pt x="1564680" y="99348"/>
                </a:cubicBezTo>
                <a:cubicBezTo>
                  <a:pt x="1565100" y="99505"/>
                  <a:pt x="1565468" y="99768"/>
                  <a:pt x="1565782" y="100137"/>
                </a:cubicBezTo>
                <a:cubicBezTo>
                  <a:pt x="1566098" y="100504"/>
                  <a:pt x="1566334" y="100898"/>
                  <a:pt x="1566492" y="101318"/>
                </a:cubicBezTo>
                <a:cubicBezTo>
                  <a:pt x="1566650" y="101738"/>
                  <a:pt x="1566625" y="102106"/>
                  <a:pt x="1566415" y="102422"/>
                </a:cubicBezTo>
                <a:cubicBezTo>
                  <a:pt x="1564418" y="105679"/>
                  <a:pt x="1561817" y="107991"/>
                  <a:pt x="1558611" y="109358"/>
                </a:cubicBezTo>
                <a:cubicBezTo>
                  <a:pt x="1555405" y="110724"/>
                  <a:pt x="1551648" y="111407"/>
                  <a:pt x="1547338" y="111407"/>
                </a:cubicBezTo>
                <a:cubicBezTo>
                  <a:pt x="1540192" y="111407"/>
                  <a:pt x="1535148" y="109805"/>
                  <a:pt x="1532205" y="106601"/>
                </a:cubicBezTo>
                <a:cubicBezTo>
                  <a:pt x="1529262" y="103395"/>
                  <a:pt x="1527790" y="98376"/>
                  <a:pt x="1527790" y="91544"/>
                </a:cubicBezTo>
                <a:lnTo>
                  <a:pt x="1527790" y="51027"/>
                </a:lnTo>
                <a:cubicBezTo>
                  <a:pt x="1527790" y="49766"/>
                  <a:pt x="1527737" y="48768"/>
                  <a:pt x="1527632" y="48032"/>
                </a:cubicBezTo>
                <a:cubicBezTo>
                  <a:pt x="1527527" y="47296"/>
                  <a:pt x="1527212" y="46770"/>
                  <a:pt x="1526686" y="46456"/>
                </a:cubicBezTo>
                <a:cubicBezTo>
                  <a:pt x="1526160" y="46140"/>
                  <a:pt x="1525293" y="45956"/>
                  <a:pt x="1524083" y="45903"/>
                </a:cubicBezTo>
                <a:cubicBezTo>
                  <a:pt x="1522876" y="45850"/>
                  <a:pt x="1521169" y="45823"/>
                  <a:pt x="1518962" y="45823"/>
                </a:cubicBezTo>
                <a:cubicBezTo>
                  <a:pt x="1518646" y="45823"/>
                  <a:pt x="1518383" y="45508"/>
                  <a:pt x="1518173" y="44878"/>
                </a:cubicBezTo>
                <a:cubicBezTo>
                  <a:pt x="1517963" y="44248"/>
                  <a:pt x="1517831" y="43565"/>
                  <a:pt x="1517778" y="42828"/>
                </a:cubicBezTo>
                <a:cubicBezTo>
                  <a:pt x="1517725" y="42092"/>
                  <a:pt x="1517804" y="41409"/>
                  <a:pt x="1518014" y="40779"/>
                </a:cubicBezTo>
                <a:cubicBezTo>
                  <a:pt x="1518226" y="40149"/>
                  <a:pt x="1518542" y="39833"/>
                  <a:pt x="1518962" y="39833"/>
                </a:cubicBezTo>
                <a:cubicBezTo>
                  <a:pt x="1521589" y="39623"/>
                  <a:pt x="1523848" y="39230"/>
                  <a:pt x="1525738" y="38652"/>
                </a:cubicBezTo>
                <a:cubicBezTo>
                  <a:pt x="1527631" y="38073"/>
                  <a:pt x="1529234" y="37154"/>
                  <a:pt x="1530547" y="35893"/>
                </a:cubicBezTo>
                <a:cubicBezTo>
                  <a:pt x="1531862" y="34631"/>
                  <a:pt x="1532914" y="32923"/>
                  <a:pt x="1533701" y="30769"/>
                </a:cubicBezTo>
                <a:cubicBezTo>
                  <a:pt x="1534490" y="28614"/>
                  <a:pt x="1535147" y="25802"/>
                  <a:pt x="1535671" y="22335"/>
                </a:cubicBezTo>
                <a:cubicBezTo>
                  <a:pt x="1535777" y="21703"/>
                  <a:pt x="1536198" y="21230"/>
                  <a:pt x="1536934" y="20916"/>
                </a:cubicBezTo>
                <a:cubicBezTo>
                  <a:pt x="1537670" y="20600"/>
                  <a:pt x="1538458" y="20442"/>
                  <a:pt x="1539299" y="20442"/>
                </a:cubicBezTo>
                <a:cubicBezTo>
                  <a:pt x="1540139" y="20442"/>
                  <a:pt x="1540901" y="20573"/>
                  <a:pt x="1541584" y="20836"/>
                </a:cubicBezTo>
                <a:cubicBezTo>
                  <a:pt x="1542267" y="21099"/>
                  <a:pt x="1542609" y="21441"/>
                  <a:pt x="1542609" y="21861"/>
                </a:cubicBezTo>
                <a:lnTo>
                  <a:pt x="1542609" y="35419"/>
                </a:lnTo>
                <a:cubicBezTo>
                  <a:pt x="1542609" y="37102"/>
                  <a:pt x="1542687" y="38074"/>
                  <a:pt x="1542845" y="38337"/>
                </a:cubicBezTo>
                <a:cubicBezTo>
                  <a:pt x="1543003" y="38599"/>
                  <a:pt x="1543661" y="38729"/>
                  <a:pt x="1544817" y="38729"/>
                </a:cubicBezTo>
                <a:lnTo>
                  <a:pt x="1561211" y="38729"/>
                </a:lnTo>
                <a:cubicBezTo>
                  <a:pt x="1561947" y="38729"/>
                  <a:pt x="1562421" y="39150"/>
                  <a:pt x="1562631" y="39992"/>
                </a:cubicBezTo>
                <a:cubicBezTo>
                  <a:pt x="1562841" y="40833"/>
                  <a:pt x="1562946" y="41568"/>
                  <a:pt x="1562946" y="42198"/>
                </a:cubicBezTo>
                <a:cubicBezTo>
                  <a:pt x="1562946" y="42828"/>
                  <a:pt x="1562814" y="43590"/>
                  <a:pt x="1562551" y="44483"/>
                </a:cubicBezTo>
                <a:cubicBezTo>
                  <a:pt x="1562290" y="45377"/>
                  <a:pt x="1561738" y="45823"/>
                  <a:pt x="1560896" y="45823"/>
                </a:cubicBezTo>
                <a:lnTo>
                  <a:pt x="1544028" y="45823"/>
                </a:lnTo>
                <a:cubicBezTo>
                  <a:pt x="1543292" y="45823"/>
                  <a:pt x="1542871" y="46008"/>
                  <a:pt x="1542765" y="46377"/>
                </a:cubicBezTo>
                <a:cubicBezTo>
                  <a:pt x="1542661" y="46744"/>
                  <a:pt x="1542609" y="48084"/>
                  <a:pt x="1542609" y="50396"/>
                </a:cubicBezTo>
                <a:lnTo>
                  <a:pt x="1542609" y="85552"/>
                </a:lnTo>
                <a:close/>
                <a:moveTo>
                  <a:pt x="1645131" y="71679"/>
                </a:moveTo>
                <a:cubicBezTo>
                  <a:pt x="1645131" y="78090"/>
                  <a:pt x="1644238" y="83766"/>
                  <a:pt x="1642451" y="88706"/>
                </a:cubicBezTo>
                <a:cubicBezTo>
                  <a:pt x="1640665" y="93645"/>
                  <a:pt x="1638116" y="97797"/>
                  <a:pt x="1634804" y="101162"/>
                </a:cubicBezTo>
                <a:cubicBezTo>
                  <a:pt x="1631494" y="104525"/>
                  <a:pt x="1627526" y="107073"/>
                  <a:pt x="1622901" y="108807"/>
                </a:cubicBezTo>
                <a:cubicBezTo>
                  <a:pt x="1618277" y="110540"/>
                  <a:pt x="1613128" y="111407"/>
                  <a:pt x="1607452" y="111407"/>
                </a:cubicBezTo>
                <a:cubicBezTo>
                  <a:pt x="1602513" y="111407"/>
                  <a:pt x="1597941" y="110593"/>
                  <a:pt x="1593736" y="108965"/>
                </a:cubicBezTo>
                <a:cubicBezTo>
                  <a:pt x="1589532" y="107336"/>
                  <a:pt x="1585906" y="104918"/>
                  <a:pt x="1582857" y="101713"/>
                </a:cubicBezTo>
                <a:cubicBezTo>
                  <a:pt x="1579810" y="98507"/>
                  <a:pt x="1577393" y="94461"/>
                  <a:pt x="1575605" y="89574"/>
                </a:cubicBezTo>
                <a:cubicBezTo>
                  <a:pt x="1573818" y="84686"/>
                  <a:pt x="1572925" y="78931"/>
                  <a:pt x="1572925" y="72309"/>
                </a:cubicBezTo>
                <a:cubicBezTo>
                  <a:pt x="1572925" y="66949"/>
                  <a:pt x="1573818" y="62036"/>
                  <a:pt x="1575605" y="57570"/>
                </a:cubicBezTo>
                <a:cubicBezTo>
                  <a:pt x="1577393" y="53104"/>
                  <a:pt x="1579889" y="49294"/>
                  <a:pt x="1583093" y="46141"/>
                </a:cubicBezTo>
                <a:cubicBezTo>
                  <a:pt x="1586299" y="42986"/>
                  <a:pt x="1590162" y="40516"/>
                  <a:pt x="1594681" y="38729"/>
                </a:cubicBezTo>
                <a:cubicBezTo>
                  <a:pt x="1599200" y="36943"/>
                  <a:pt x="1604141" y="36049"/>
                  <a:pt x="1609502" y="36049"/>
                </a:cubicBezTo>
                <a:cubicBezTo>
                  <a:pt x="1614651" y="36049"/>
                  <a:pt x="1619406" y="36838"/>
                  <a:pt x="1623767" y="38414"/>
                </a:cubicBezTo>
                <a:cubicBezTo>
                  <a:pt x="1628129" y="39991"/>
                  <a:pt x="1631887" y="42277"/>
                  <a:pt x="1635040" y="45273"/>
                </a:cubicBezTo>
                <a:cubicBezTo>
                  <a:pt x="1638194" y="48268"/>
                  <a:pt x="1640665" y="51974"/>
                  <a:pt x="1642451" y="56389"/>
                </a:cubicBezTo>
                <a:cubicBezTo>
                  <a:pt x="1644238" y="60802"/>
                  <a:pt x="1645131" y="65899"/>
                  <a:pt x="1645131" y="71679"/>
                </a:cubicBezTo>
                <a:moveTo>
                  <a:pt x="1628578" y="73413"/>
                </a:moveTo>
                <a:cubicBezTo>
                  <a:pt x="1628578" y="69420"/>
                  <a:pt x="1628315" y="65532"/>
                  <a:pt x="1627789" y="61748"/>
                </a:cubicBezTo>
                <a:cubicBezTo>
                  <a:pt x="1627263" y="57964"/>
                  <a:pt x="1626317" y="54600"/>
                  <a:pt x="1624951" y="51657"/>
                </a:cubicBezTo>
                <a:cubicBezTo>
                  <a:pt x="1623584" y="48714"/>
                  <a:pt x="1621693" y="46349"/>
                  <a:pt x="1619276" y="44563"/>
                </a:cubicBezTo>
                <a:cubicBezTo>
                  <a:pt x="1616859" y="42776"/>
                  <a:pt x="1613758" y="41883"/>
                  <a:pt x="1609973" y="41883"/>
                </a:cubicBezTo>
                <a:cubicBezTo>
                  <a:pt x="1605770" y="41883"/>
                  <a:pt x="1602354" y="42776"/>
                  <a:pt x="1599726" y="44563"/>
                </a:cubicBezTo>
                <a:cubicBezTo>
                  <a:pt x="1597099" y="46349"/>
                  <a:pt x="1595023" y="48741"/>
                  <a:pt x="1593500" y="51736"/>
                </a:cubicBezTo>
                <a:cubicBezTo>
                  <a:pt x="1591976" y="54732"/>
                  <a:pt x="1590925" y="58122"/>
                  <a:pt x="1590346" y="61905"/>
                </a:cubicBezTo>
                <a:cubicBezTo>
                  <a:pt x="1589769" y="65688"/>
                  <a:pt x="1589480" y="69629"/>
                  <a:pt x="1589480" y="73728"/>
                </a:cubicBezTo>
                <a:cubicBezTo>
                  <a:pt x="1589480" y="77301"/>
                  <a:pt x="1589742" y="80980"/>
                  <a:pt x="1590267" y="84765"/>
                </a:cubicBezTo>
                <a:cubicBezTo>
                  <a:pt x="1590793" y="88548"/>
                  <a:pt x="1591791" y="91964"/>
                  <a:pt x="1593262" y="95013"/>
                </a:cubicBezTo>
                <a:cubicBezTo>
                  <a:pt x="1594734" y="98060"/>
                  <a:pt x="1596757" y="100583"/>
                  <a:pt x="1599331" y="102581"/>
                </a:cubicBezTo>
                <a:cubicBezTo>
                  <a:pt x="1601907" y="104578"/>
                  <a:pt x="1605192" y="105576"/>
                  <a:pt x="1609187" y="105576"/>
                </a:cubicBezTo>
                <a:cubicBezTo>
                  <a:pt x="1613286" y="105576"/>
                  <a:pt x="1616596" y="104630"/>
                  <a:pt x="1619117" y="102737"/>
                </a:cubicBezTo>
                <a:cubicBezTo>
                  <a:pt x="1621640" y="100845"/>
                  <a:pt x="1623611" y="98375"/>
                  <a:pt x="1625030" y="95328"/>
                </a:cubicBezTo>
                <a:cubicBezTo>
                  <a:pt x="1626449" y="92279"/>
                  <a:pt x="1627395" y="88837"/>
                  <a:pt x="1627869" y="85001"/>
                </a:cubicBezTo>
                <a:cubicBezTo>
                  <a:pt x="1628342" y="81165"/>
                  <a:pt x="1628578" y="77302"/>
                  <a:pt x="1628578" y="73413"/>
                </a:cubicBezTo>
                <a:close/>
                <a:moveTo>
                  <a:pt x="1761930" y="39675"/>
                </a:moveTo>
                <a:cubicBezTo>
                  <a:pt x="1765293" y="47559"/>
                  <a:pt x="1768603" y="55416"/>
                  <a:pt x="1771860" y="63247"/>
                </a:cubicBezTo>
                <a:cubicBezTo>
                  <a:pt x="1775119" y="71077"/>
                  <a:pt x="1778430" y="78932"/>
                  <a:pt x="1781793" y="86815"/>
                </a:cubicBezTo>
                <a:cubicBezTo>
                  <a:pt x="1782003" y="87549"/>
                  <a:pt x="1782344" y="87864"/>
                  <a:pt x="1782817" y="87760"/>
                </a:cubicBezTo>
                <a:cubicBezTo>
                  <a:pt x="1783290" y="87654"/>
                  <a:pt x="1783632" y="87339"/>
                  <a:pt x="1783842" y="86815"/>
                </a:cubicBezTo>
                <a:cubicBezTo>
                  <a:pt x="1785629" y="81139"/>
                  <a:pt x="1787179" y="75674"/>
                  <a:pt x="1788492" y="70418"/>
                </a:cubicBezTo>
                <a:cubicBezTo>
                  <a:pt x="1789807" y="65163"/>
                  <a:pt x="1791043" y="59855"/>
                  <a:pt x="1792199" y="54496"/>
                </a:cubicBezTo>
                <a:cubicBezTo>
                  <a:pt x="1792619" y="52813"/>
                  <a:pt x="1792829" y="51289"/>
                  <a:pt x="1792829" y="49923"/>
                </a:cubicBezTo>
                <a:cubicBezTo>
                  <a:pt x="1792829" y="47506"/>
                  <a:pt x="1792198" y="45956"/>
                  <a:pt x="1790936" y="45273"/>
                </a:cubicBezTo>
                <a:cubicBezTo>
                  <a:pt x="1789676" y="44589"/>
                  <a:pt x="1787679" y="44038"/>
                  <a:pt x="1784946" y="43617"/>
                </a:cubicBezTo>
                <a:cubicBezTo>
                  <a:pt x="1784210" y="43512"/>
                  <a:pt x="1783684" y="43196"/>
                  <a:pt x="1783368" y="42672"/>
                </a:cubicBezTo>
                <a:cubicBezTo>
                  <a:pt x="1783054" y="42146"/>
                  <a:pt x="1782897" y="41620"/>
                  <a:pt x="1782897" y="41094"/>
                </a:cubicBezTo>
                <a:cubicBezTo>
                  <a:pt x="1782897" y="40464"/>
                  <a:pt x="1783080" y="39912"/>
                  <a:pt x="1783448" y="39439"/>
                </a:cubicBezTo>
                <a:cubicBezTo>
                  <a:pt x="1783816" y="38966"/>
                  <a:pt x="1784316" y="38729"/>
                  <a:pt x="1784946" y="38729"/>
                </a:cubicBezTo>
                <a:cubicBezTo>
                  <a:pt x="1787469" y="38729"/>
                  <a:pt x="1789781" y="38940"/>
                  <a:pt x="1791882" y="39362"/>
                </a:cubicBezTo>
                <a:cubicBezTo>
                  <a:pt x="1793984" y="39782"/>
                  <a:pt x="1796087" y="39992"/>
                  <a:pt x="1798189" y="39992"/>
                </a:cubicBezTo>
                <a:cubicBezTo>
                  <a:pt x="1800292" y="39992"/>
                  <a:pt x="1802525" y="39782"/>
                  <a:pt x="1804889" y="39362"/>
                </a:cubicBezTo>
                <a:cubicBezTo>
                  <a:pt x="1807254" y="38940"/>
                  <a:pt x="1809172" y="38729"/>
                  <a:pt x="1810643" y="38729"/>
                </a:cubicBezTo>
                <a:cubicBezTo>
                  <a:pt x="1811275" y="38729"/>
                  <a:pt x="1811721" y="38966"/>
                  <a:pt x="1811983" y="39439"/>
                </a:cubicBezTo>
                <a:cubicBezTo>
                  <a:pt x="1812246" y="39912"/>
                  <a:pt x="1812377" y="40464"/>
                  <a:pt x="1812377" y="41094"/>
                </a:cubicBezTo>
                <a:cubicBezTo>
                  <a:pt x="1812377" y="41726"/>
                  <a:pt x="1812246" y="42305"/>
                  <a:pt x="1811983" y="42831"/>
                </a:cubicBezTo>
                <a:cubicBezTo>
                  <a:pt x="1811721" y="43355"/>
                  <a:pt x="1811381" y="43617"/>
                  <a:pt x="1810960" y="43617"/>
                </a:cubicBezTo>
                <a:cubicBezTo>
                  <a:pt x="1808858" y="43828"/>
                  <a:pt x="1807097" y="44327"/>
                  <a:pt x="1805678" y="45116"/>
                </a:cubicBezTo>
                <a:cubicBezTo>
                  <a:pt x="1804258" y="45904"/>
                  <a:pt x="1803049" y="46980"/>
                  <a:pt x="1802050" y="48347"/>
                </a:cubicBezTo>
                <a:cubicBezTo>
                  <a:pt x="1801053" y="49713"/>
                  <a:pt x="1800212" y="51290"/>
                  <a:pt x="1799529" y="53076"/>
                </a:cubicBezTo>
                <a:cubicBezTo>
                  <a:pt x="1798846" y="54863"/>
                  <a:pt x="1798189" y="56807"/>
                  <a:pt x="1797559" y="58910"/>
                </a:cubicBezTo>
                <a:cubicBezTo>
                  <a:pt x="1792303" y="76883"/>
                  <a:pt x="1786681" y="94698"/>
                  <a:pt x="1780691" y="112355"/>
                </a:cubicBezTo>
                <a:cubicBezTo>
                  <a:pt x="1780481" y="112985"/>
                  <a:pt x="1779823" y="113326"/>
                  <a:pt x="1778718" y="113377"/>
                </a:cubicBezTo>
                <a:cubicBezTo>
                  <a:pt x="1777615" y="113430"/>
                  <a:pt x="1776958" y="113142"/>
                  <a:pt x="1776748" y="112511"/>
                </a:cubicBezTo>
                <a:cubicBezTo>
                  <a:pt x="1773701" y="104209"/>
                  <a:pt x="1770601" y="95958"/>
                  <a:pt x="1767448" y="87760"/>
                </a:cubicBezTo>
                <a:cubicBezTo>
                  <a:pt x="1764295" y="79562"/>
                  <a:pt x="1760774" y="71101"/>
                  <a:pt x="1756885" y="62379"/>
                </a:cubicBezTo>
                <a:cubicBezTo>
                  <a:pt x="1756675" y="61853"/>
                  <a:pt x="1756359" y="61590"/>
                  <a:pt x="1755937" y="61590"/>
                </a:cubicBezTo>
                <a:cubicBezTo>
                  <a:pt x="1755517" y="61590"/>
                  <a:pt x="1755202" y="61853"/>
                  <a:pt x="1754992" y="62379"/>
                </a:cubicBezTo>
                <a:cubicBezTo>
                  <a:pt x="1753101" y="67318"/>
                  <a:pt x="1751314" y="71943"/>
                  <a:pt x="1749632" y="76252"/>
                </a:cubicBezTo>
                <a:cubicBezTo>
                  <a:pt x="1747950" y="80561"/>
                  <a:pt x="1746347" y="84713"/>
                  <a:pt x="1744823" y="88708"/>
                </a:cubicBezTo>
                <a:cubicBezTo>
                  <a:pt x="1743300" y="92701"/>
                  <a:pt x="1741802" y="96642"/>
                  <a:pt x="1740330" y="100531"/>
                </a:cubicBezTo>
                <a:cubicBezTo>
                  <a:pt x="1738859" y="104419"/>
                  <a:pt x="1737388" y="108412"/>
                  <a:pt x="1735915" y="112511"/>
                </a:cubicBezTo>
                <a:cubicBezTo>
                  <a:pt x="1735705" y="113142"/>
                  <a:pt x="1735022" y="113483"/>
                  <a:pt x="1733866" y="113536"/>
                </a:cubicBezTo>
                <a:cubicBezTo>
                  <a:pt x="1732711" y="113589"/>
                  <a:pt x="1732028" y="113247"/>
                  <a:pt x="1731816" y="112511"/>
                </a:cubicBezTo>
                <a:cubicBezTo>
                  <a:pt x="1728559" y="103263"/>
                  <a:pt x="1725380" y="94092"/>
                  <a:pt x="1722278" y="85001"/>
                </a:cubicBezTo>
                <a:cubicBezTo>
                  <a:pt x="1719178" y="75909"/>
                  <a:pt x="1716210" y="66844"/>
                  <a:pt x="1713373" y="57806"/>
                </a:cubicBezTo>
                <a:cubicBezTo>
                  <a:pt x="1712531" y="55179"/>
                  <a:pt x="1711715" y="53025"/>
                  <a:pt x="1710926" y="51344"/>
                </a:cubicBezTo>
                <a:cubicBezTo>
                  <a:pt x="1710139" y="49662"/>
                  <a:pt x="1709272" y="48296"/>
                  <a:pt x="1708326" y="47245"/>
                </a:cubicBezTo>
                <a:cubicBezTo>
                  <a:pt x="1707381" y="46193"/>
                  <a:pt x="1706278" y="45404"/>
                  <a:pt x="1705016" y="44878"/>
                </a:cubicBezTo>
                <a:cubicBezTo>
                  <a:pt x="1703755" y="44352"/>
                  <a:pt x="1702284" y="43932"/>
                  <a:pt x="1700601" y="43617"/>
                </a:cubicBezTo>
                <a:cubicBezTo>
                  <a:pt x="1700077" y="43512"/>
                  <a:pt x="1699710" y="43196"/>
                  <a:pt x="1699500" y="42672"/>
                </a:cubicBezTo>
                <a:cubicBezTo>
                  <a:pt x="1699289" y="42146"/>
                  <a:pt x="1699184" y="41620"/>
                  <a:pt x="1699184" y="41094"/>
                </a:cubicBezTo>
                <a:cubicBezTo>
                  <a:pt x="1699184" y="40464"/>
                  <a:pt x="1699289" y="39912"/>
                  <a:pt x="1699500" y="39439"/>
                </a:cubicBezTo>
                <a:cubicBezTo>
                  <a:pt x="1699710" y="38966"/>
                  <a:pt x="1700077" y="38729"/>
                  <a:pt x="1700601" y="38729"/>
                </a:cubicBezTo>
                <a:cubicBezTo>
                  <a:pt x="1703230" y="38729"/>
                  <a:pt x="1705936" y="38940"/>
                  <a:pt x="1708720" y="39362"/>
                </a:cubicBezTo>
                <a:cubicBezTo>
                  <a:pt x="1711506" y="39782"/>
                  <a:pt x="1714423" y="39992"/>
                  <a:pt x="1717472" y="39992"/>
                </a:cubicBezTo>
                <a:cubicBezTo>
                  <a:pt x="1720519" y="39992"/>
                  <a:pt x="1723487" y="39782"/>
                  <a:pt x="1726377" y="39362"/>
                </a:cubicBezTo>
                <a:cubicBezTo>
                  <a:pt x="1729269" y="38940"/>
                  <a:pt x="1732186" y="38729"/>
                  <a:pt x="1735129" y="38729"/>
                </a:cubicBezTo>
                <a:cubicBezTo>
                  <a:pt x="1735653" y="38729"/>
                  <a:pt x="1736073" y="38966"/>
                  <a:pt x="1736389" y="39439"/>
                </a:cubicBezTo>
                <a:cubicBezTo>
                  <a:pt x="1736705" y="39912"/>
                  <a:pt x="1736889" y="40438"/>
                  <a:pt x="1736940" y="41017"/>
                </a:cubicBezTo>
                <a:cubicBezTo>
                  <a:pt x="1736993" y="41594"/>
                  <a:pt x="1736862" y="42146"/>
                  <a:pt x="1736546" y="42672"/>
                </a:cubicBezTo>
                <a:cubicBezTo>
                  <a:pt x="1736231" y="43196"/>
                  <a:pt x="1735759" y="43512"/>
                  <a:pt x="1735129" y="43617"/>
                </a:cubicBezTo>
                <a:cubicBezTo>
                  <a:pt x="1732080" y="44038"/>
                  <a:pt x="1729925" y="44721"/>
                  <a:pt x="1728663" y="45667"/>
                </a:cubicBezTo>
                <a:cubicBezTo>
                  <a:pt x="1727402" y="46613"/>
                  <a:pt x="1726772" y="47927"/>
                  <a:pt x="1726772" y="49607"/>
                </a:cubicBezTo>
                <a:cubicBezTo>
                  <a:pt x="1726772" y="50449"/>
                  <a:pt x="1726877" y="51370"/>
                  <a:pt x="1727087" y="52369"/>
                </a:cubicBezTo>
                <a:cubicBezTo>
                  <a:pt x="1727297" y="53367"/>
                  <a:pt x="1727560" y="54443"/>
                  <a:pt x="1727876" y="55600"/>
                </a:cubicBezTo>
                <a:cubicBezTo>
                  <a:pt x="1729348" y="60959"/>
                  <a:pt x="1730898" y="66214"/>
                  <a:pt x="1732526" y="71364"/>
                </a:cubicBezTo>
                <a:cubicBezTo>
                  <a:pt x="1734155" y="76513"/>
                  <a:pt x="1735863" y="81664"/>
                  <a:pt x="1737650" y="86815"/>
                </a:cubicBezTo>
                <a:cubicBezTo>
                  <a:pt x="1737860" y="87445"/>
                  <a:pt x="1738228" y="87760"/>
                  <a:pt x="1738754" y="87760"/>
                </a:cubicBezTo>
                <a:cubicBezTo>
                  <a:pt x="1739384" y="87760"/>
                  <a:pt x="1739804" y="87497"/>
                  <a:pt x="1740015" y="86971"/>
                </a:cubicBezTo>
                <a:cubicBezTo>
                  <a:pt x="1746110" y="70366"/>
                  <a:pt x="1752207" y="54654"/>
                  <a:pt x="1758304" y="39833"/>
                </a:cubicBezTo>
                <a:cubicBezTo>
                  <a:pt x="1758619" y="39097"/>
                  <a:pt x="1759196" y="38729"/>
                  <a:pt x="1760036" y="38729"/>
                </a:cubicBezTo>
                <a:cubicBezTo>
                  <a:pt x="1760983" y="38729"/>
                  <a:pt x="1761614" y="39044"/>
                  <a:pt x="1761930" y="39675"/>
                </a:cubicBezTo>
                <a:close/>
                <a:moveTo>
                  <a:pt x="1890117" y="71679"/>
                </a:moveTo>
                <a:cubicBezTo>
                  <a:pt x="1890117" y="78090"/>
                  <a:pt x="1889224" y="83766"/>
                  <a:pt x="1887437" y="88706"/>
                </a:cubicBezTo>
                <a:cubicBezTo>
                  <a:pt x="1885651" y="93645"/>
                  <a:pt x="1883102" y="97797"/>
                  <a:pt x="1879790" y="101162"/>
                </a:cubicBezTo>
                <a:cubicBezTo>
                  <a:pt x="1876480" y="104525"/>
                  <a:pt x="1872512" y="107073"/>
                  <a:pt x="1867887" y="108807"/>
                </a:cubicBezTo>
                <a:cubicBezTo>
                  <a:pt x="1863263" y="110540"/>
                  <a:pt x="1858114" y="111407"/>
                  <a:pt x="1852438" y="111407"/>
                </a:cubicBezTo>
                <a:cubicBezTo>
                  <a:pt x="1847499" y="111407"/>
                  <a:pt x="1842927" y="110593"/>
                  <a:pt x="1838722" y="108965"/>
                </a:cubicBezTo>
                <a:cubicBezTo>
                  <a:pt x="1834518" y="107336"/>
                  <a:pt x="1830892" y="104918"/>
                  <a:pt x="1827843" y="101713"/>
                </a:cubicBezTo>
                <a:cubicBezTo>
                  <a:pt x="1824796" y="98507"/>
                  <a:pt x="1822379" y="94461"/>
                  <a:pt x="1820591" y="89574"/>
                </a:cubicBezTo>
                <a:cubicBezTo>
                  <a:pt x="1818804" y="84686"/>
                  <a:pt x="1817911" y="78931"/>
                  <a:pt x="1817911" y="72309"/>
                </a:cubicBezTo>
                <a:cubicBezTo>
                  <a:pt x="1817911" y="66949"/>
                  <a:pt x="1818804" y="62036"/>
                  <a:pt x="1820591" y="57570"/>
                </a:cubicBezTo>
                <a:cubicBezTo>
                  <a:pt x="1822379" y="53104"/>
                  <a:pt x="1824875" y="49294"/>
                  <a:pt x="1828079" y="46141"/>
                </a:cubicBezTo>
                <a:cubicBezTo>
                  <a:pt x="1831285" y="42986"/>
                  <a:pt x="1835148" y="40516"/>
                  <a:pt x="1839667" y="38729"/>
                </a:cubicBezTo>
                <a:cubicBezTo>
                  <a:pt x="1844186" y="36943"/>
                  <a:pt x="1849127" y="36049"/>
                  <a:pt x="1854488" y="36049"/>
                </a:cubicBezTo>
                <a:cubicBezTo>
                  <a:pt x="1859637" y="36049"/>
                  <a:pt x="1864392" y="36838"/>
                  <a:pt x="1868753" y="38414"/>
                </a:cubicBezTo>
                <a:cubicBezTo>
                  <a:pt x="1873115" y="39991"/>
                  <a:pt x="1876873" y="42277"/>
                  <a:pt x="1880026" y="45273"/>
                </a:cubicBezTo>
                <a:cubicBezTo>
                  <a:pt x="1883180" y="48268"/>
                  <a:pt x="1885651" y="51974"/>
                  <a:pt x="1887437" y="56389"/>
                </a:cubicBezTo>
                <a:cubicBezTo>
                  <a:pt x="1889224" y="60802"/>
                  <a:pt x="1890117" y="65899"/>
                  <a:pt x="1890117" y="71679"/>
                </a:cubicBezTo>
                <a:moveTo>
                  <a:pt x="1873564" y="73413"/>
                </a:moveTo>
                <a:cubicBezTo>
                  <a:pt x="1873564" y="69420"/>
                  <a:pt x="1873301" y="65532"/>
                  <a:pt x="1872775" y="61748"/>
                </a:cubicBezTo>
                <a:cubicBezTo>
                  <a:pt x="1872249" y="57964"/>
                  <a:pt x="1871303" y="54600"/>
                  <a:pt x="1869937" y="51657"/>
                </a:cubicBezTo>
                <a:cubicBezTo>
                  <a:pt x="1868570" y="48714"/>
                  <a:pt x="1866679" y="46349"/>
                  <a:pt x="1864262" y="44563"/>
                </a:cubicBezTo>
                <a:cubicBezTo>
                  <a:pt x="1861845" y="42776"/>
                  <a:pt x="1858744" y="41883"/>
                  <a:pt x="1854959" y="41883"/>
                </a:cubicBezTo>
                <a:cubicBezTo>
                  <a:pt x="1850756" y="41883"/>
                  <a:pt x="1847340" y="42776"/>
                  <a:pt x="1844711" y="44563"/>
                </a:cubicBezTo>
                <a:cubicBezTo>
                  <a:pt x="1842085" y="46349"/>
                  <a:pt x="1840009" y="48741"/>
                  <a:pt x="1838486" y="51736"/>
                </a:cubicBezTo>
                <a:cubicBezTo>
                  <a:pt x="1836962" y="54732"/>
                  <a:pt x="1835911" y="58122"/>
                  <a:pt x="1835332" y="61905"/>
                </a:cubicBezTo>
                <a:cubicBezTo>
                  <a:pt x="1834755" y="65688"/>
                  <a:pt x="1834466" y="69629"/>
                  <a:pt x="1834466" y="73728"/>
                </a:cubicBezTo>
                <a:cubicBezTo>
                  <a:pt x="1834466" y="77301"/>
                  <a:pt x="1834728" y="80980"/>
                  <a:pt x="1835253" y="84765"/>
                </a:cubicBezTo>
                <a:cubicBezTo>
                  <a:pt x="1835779" y="88548"/>
                  <a:pt x="1836777" y="91964"/>
                  <a:pt x="1838248" y="95013"/>
                </a:cubicBezTo>
                <a:cubicBezTo>
                  <a:pt x="1839720" y="98060"/>
                  <a:pt x="1841743" y="100583"/>
                  <a:pt x="1844317" y="102581"/>
                </a:cubicBezTo>
                <a:cubicBezTo>
                  <a:pt x="1846893" y="104578"/>
                  <a:pt x="1850178" y="105576"/>
                  <a:pt x="1854173" y="105576"/>
                </a:cubicBezTo>
                <a:cubicBezTo>
                  <a:pt x="1858272" y="105576"/>
                  <a:pt x="1861582" y="104630"/>
                  <a:pt x="1864103" y="102737"/>
                </a:cubicBezTo>
                <a:cubicBezTo>
                  <a:pt x="1866626" y="100845"/>
                  <a:pt x="1868597" y="98375"/>
                  <a:pt x="1870016" y="95328"/>
                </a:cubicBezTo>
                <a:cubicBezTo>
                  <a:pt x="1871435" y="92279"/>
                  <a:pt x="1872381" y="88837"/>
                  <a:pt x="1872855" y="85001"/>
                </a:cubicBezTo>
                <a:cubicBezTo>
                  <a:pt x="1873328" y="81165"/>
                  <a:pt x="1873564" y="77302"/>
                  <a:pt x="1873564" y="73413"/>
                </a:cubicBezTo>
                <a:close/>
                <a:moveTo>
                  <a:pt x="1927181" y="90755"/>
                </a:moveTo>
                <a:cubicBezTo>
                  <a:pt x="1927181" y="93384"/>
                  <a:pt x="1927260" y="95591"/>
                  <a:pt x="1927417" y="97378"/>
                </a:cubicBezTo>
                <a:cubicBezTo>
                  <a:pt x="1927576" y="99164"/>
                  <a:pt x="1928127" y="100636"/>
                  <a:pt x="1929072" y="101792"/>
                </a:cubicBezTo>
                <a:cubicBezTo>
                  <a:pt x="1930018" y="102948"/>
                  <a:pt x="1931490" y="103842"/>
                  <a:pt x="1933486" y="104472"/>
                </a:cubicBezTo>
                <a:cubicBezTo>
                  <a:pt x="1935484" y="105102"/>
                  <a:pt x="1938375" y="105575"/>
                  <a:pt x="1942158" y="105891"/>
                </a:cubicBezTo>
                <a:cubicBezTo>
                  <a:pt x="1942789" y="105995"/>
                  <a:pt x="1943261" y="106284"/>
                  <a:pt x="1943575" y="106757"/>
                </a:cubicBezTo>
                <a:cubicBezTo>
                  <a:pt x="1943891" y="107230"/>
                  <a:pt x="1944049" y="107782"/>
                  <a:pt x="1944049" y="108412"/>
                </a:cubicBezTo>
                <a:cubicBezTo>
                  <a:pt x="1944049" y="108938"/>
                  <a:pt x="1943891" y="109438"/>
                  <a:pt x="1943575" y="109911"/>
                </a:cubicBezTo>
                <a:cubicBezTo>
                  <a:pt x="1943261" y="110384"/>
                  <a:pt x="1942789" y="110621"/>
                  <a:pt x="1942158" y="110621"/>
                </a:cubicBezTo>
                <a:cubicBezTo>
                  <a:pt x="1937639" y="110621"/>
                  <a:pt x="1933645" y="110436"/>
                  <a:pt x="1930176" y="110067"/>
                </a:cubicBezTo>
                <a:cubicBezTo>
                  <a:pt x="1926707" y="109700"/>
                  <a:pt x="1923396" y="109516"/>
                  <a:pt x="1920243" y="109516"/>
                </a:cubicBezTo>
                <a:cubicBezTo>
                  <a:pt x="1916880" y="109516"/>
                  <a:pt x="1913543" y="109700"/>
                  <a:pt x="1910231" y="110067"/>
                </a:cubicBezTo>
                <a:cubicBezTo>
                  <a:pt x="1906921" y="110436"/>
                  <a:pt x="1903585" y="110621"/>
                  <a:pt x="1900222" y="110621"/>
                </a:cubicBezTo>
                <a:cubicBezTo>
                  <a:pt x="1899697" y="110621"/>
                  <a:pt x="1899277" y="110384"/>
                  <a:pt x="1898961" y="109911"/>
                </a:cubicBezTo>
                <a:cubicBezTo>
                  <a:pt x="1898645" y="109438"/>
                  <a:pt x="1898487" y="108938"/>
                  <a:pt x="1898487" y="108412"/>
                </a:cubicBezTo>
                <a:cubicBezTo>
                  <a:pt x="1898487" y="107782"/>
                  <a:pt x="1898645" y="107230"/>
                  <a:pt x="1898961" y="106757"/>
                </a:cubicBezTo>
                <a:cubicBezTo>
                  <a:pt x="1899277" y="106284"/>
                  <a:pt x="1899750" y="105995"/>
                  <a:pt x="1900380" y="105891"/>
                </a:cubicBezTo>
                <a:cubicBezTo>
                  <a:pt x="1903323" y="105575"/>
                  <a:pt x="1905609" y="105102"/>
                  <a:pt x="1907236" y="104472"/>
                </a:cubicBezTo>
                <a:cubicBezTo>
                  <a:pt x="1908866" y="103842"/>
                  <a:pt x="1910048" y="102975"/>
                  <a:pt x="1910785" y="101871"/>
                </a:cubicBezTo>
                <a:cubicBezTo>
                  <a:pt x="1911521" y="100766"/>
                  <a:pt x="1911967" y="99400"/>
                  <a:pt x="1912125" y="97772"/>
                </a:cubicBezTo>
                <a:cubicBezTo>
                  <a:pt x="1912283" y="96143"/>
                  <a:pt x="1912363" y="94119"/>
                  <a:pt x="1912363" y="91701"/>
                </a:cubicBezTo>
                <a:lnTo>
                  <a:pt x="1912363" y="68684"/>
                </a:lnTo>
                <a:cubicBezTo>
                  <a:pt x="1912363" y="63534"/>
                  <a:pt x="1912257" y="59462"/>
                  <a:pt x="1912045" y="56466"/>
                </a:cubicBezTo>
                <a:cubicBezTo>
                  <a:pt x="1911835" y="53470"/>
                  <a:pt x="1911335" y="51158"/>
                  <a:pt x="1910546" y="49530"/>
                </a:cubicBezTo>
                <a:cubicBezTo>
                  <a:pt x="1909759" y="47901"/>
                  <a:pt x="1908524" y="46823"/>
                  <a:pt x="1906842" y="46297"/>
                </a:cubicBezTo>
                <a:cubicBezTo>
                  <a:pt x="1905161" y="45771"/>
                  <a:pt x="1902849" y="45403"/>
                  <a:pt x="1899907" y="45193"/>
                </a:cubicBezTo>
                <a:cubicBezTo>
                  <a:pt x="1899382" y="45193"/>
                  <a:pt x="1898988" y="44931"/>
                  <a:pt x="1898725" y="44406"/>
                </a:cubicBezTo>
                <a:cubicBezTo>
                  <a:pt x="1898462" y="43880"/>
                  <a:pt x="1898331" y="43354"/>
                  <a:pt x="1898331" y="42828"/>
                </a:cubicBezTo>
                <a:cubicBezTo>
                  <a:pt x="1898331" y="42304"/>
                  <a:pt x="1898462" y="41779"/>
                  <a:pt x="1898725" y="41253"/>
                </a:cubicBezTo>
                <a:cubicBezTo>
                  <a:pt x="1898988" y="40727"/>
                  <a:pt x="1899435" y="40464"/>
                  <a:pt x="1900065" y="40464"/>
                </a:cubicBezTo>
                <a:cubicBezTo>
                  <a:pt x="1902168" y="40254"/>
                  <a:pt x="1905084" y="40017"/>
                  <a:pt x="1908814" y="39754"/>
                </a:cubicBezTo>
                <a:cubicBezTo>
                  <a:pt x="1912546" y="39491"/>
                  <a:pt x="1916356" y="38834"/>
                  <a:pt x="1920243" y="37784"/>
                </a:cubicBezTo>
                <a:cubicBezTo>
                  <a:pt x="1921716" y="37364"/>
                  <a:pt x="1922925" y="37312"/>
                  <a:pt x="1923871" y="37628"/>
                </a:cubicBezTo>
                <a:cubicBezTo>
                  <a:pt x="1924817" y="37942"/>
                  <a:pt x="1925237" y="38835"/>
                  <a:pt x="1925132" y="40307"/>
                </a:cubicBezTo>
                <a:lnTo>
                  <a:pt x="1924816" y="50396"/>
                </a:lnTo>
                <a:cubicBezTo>
                  <a:pt x="1924816" y="50607"/>
                  <a:pt x="1924869" y="50738"/>
                  <a:pt x="1924973" y="50791"/>
                </a:cubicBezTo>
                <a:cubicBezTo>
                  <a:pt x="1925079" y="50844"/>
                  <a:pt x="1925237" y="50764"/>
                  <a:pt x="1925447" y="50553"/>
                </a:cubicBezTo>
                <a:cubicBezTo>
                  <a:pt x="1927653" y="46139"/>
                  <a:pt x="1930360" y="42619"/>
                  <a:pt x="1933566" y="39992"/>
                </a:cubicBezTo>
                <a:cubicBezTo>
                  <a:pt x="1936771" y="37364"/>
                  <a:pt x="1941054" y="36049"/>
                  <a:pt x="1946414" y="36049"/>
                </a:cubicBezTo>
                <a:cubicBezTo>
                  <a:pt x="1950829" y="36049"/>
                  <a:pt x="1954087" y="37179"/>
                  <a:pt x="1956188" y="39439"/>
                </a:cubicBezTo>
                <a:cubicBezTo>
                  <a:pt x="1958290" y="41699"/>
                  <a:pt x="1959342" y="44458"/>
                  <a:pt x="1959342" y="47717"/>
                </a:cubicBezTo>
                <a:cubicBezTo>
                  <a:pt x="1959342" y="49503"/>
                  <a:pt x="1958658" y="51133"/>
                  <a:pt x="1957292" y="52605"/>
                </a:cubicBezTo>
                <a:cubicBezTo>
                  <a:pt x="1955926" y="54075"/>
                  <a:pt x="1953982" y="54811"/>
                  <a:pt x="1951461" y="54811"/>
                </a:cubicBezTo>
                <a:cubicBezTo>
                  <a:pt x="1949042" y="54811"/>
                  <a:pt x="1947360" y="54233"/>
                  <a:pt x="1946414" y="53076"/>
                </a:cubicBezTo>
                <a:cubicBezTo>
                  <a:pt x="1945469" y="51920"/>
                  <a:pt x="1944997" y="50659"/>
                  <a:pt x="1944997" y="49292"/>
                </a:cubicBezTo>
                <a:cubicBezTo>
                  <a:pt x="1944997" y="47822"/>
                  <a:pt x="1944708" y="46666"/>
                  <a:pt x="1944129" y="45826"/>
                </a:cubicBezTo>
                <a:cubicBezTo>
                  <a:pt x="1943551" y="44984"/>
                  <a:pt x="1942316" y="44563"/>
                  <a:pt x="1940424" y="44563"/>
                </a:cubicBezTo>
                <a:cubicBezTo>
                  <a:pt x="1938427" y="44563"/>
                  <a:pt x="1936614" y="45220"/>
                  <a:pt x="1934985" y="46533"/>
                </a:cubicBezTo>
                <a:cubicBezTo>
                  <a:pt x="1933356" y="47846"/>
                  <a:pt x="1931963" y="49397"/>
                  <a:pt x="1930806" y="51185"/>
                </a:cubicBezTo>
                <a:cubicBezTo>
                  <a:pt x="1929650" y="52972"/>
                  <a:pt x="1928757" y="54811"/>
                  <a:pt x="1928127" y="56704"/>
                </a:cubicBezTo>
                <a:cubicBezTo>
                  <a:pt x="1927496" y="58595"/>
                  <a:pt x="1927181" y="60065"/>
                  <a:pt x="1927181" y="61116"/>
                </a:cubicBezTo>
                <a:lnTo>
                  <a:pt x="1927181" y="90755"/>
                </a:lnTo>
                <a:close/>
                <a:moveTo>
                  <a:pt x="2044018" y="110621"/>
                </a:moveTo>
                <a:cubicBezTo>
                  <a:pt x="2042335" y="110515"/>
                  <a:pt x="2040627" y="110409"/>
                  <a:pt x="2038894" y="110303"/>
                </a:cubicBezTo>
                <a:cubicBezTo>
                  <a:pt x="2037160" y="110199"/>
                  <a:pt x="2035347" y="110147"/>
                  <a:pt x="2033455" y="110147"/>
                </a:cubicBezTo>
                <a:cubicBezTo>
                  <a:pt x="2031352" y="110147"/>
                  <a:pt x="2029276" y="110225"/>
                  <a:pt x="2027227" y="110382"/>
                </a:cubicBezTo>
                <a:cubicBezTo>
                  <a:pt x="2025177" y="110541"/>
                  <a:pt x="2023259" y="110621"/>
                  <a:pt x="2021473" y="110621"/>
                </a:cubicBezTo>
                <a:cubicBezTo>
                  <a:pt x="2020738" y="110621"/>
                  <a:pt x="2020213" y="110357"/>
                  <a:pt x="2019897" y="109831"/>
                </a:cubicBezTo>
                <a:cubicBezTo>
                  <a:pt x="2019581" y="109305"/>
                  <a:pt x="2019371" y="108832"/>
                  <a:pt x="2019267" y="108412"/>
                </a:cubicBezTo>
                <a:cubicBezTo>
                  <a:pt x="2018426" y="103999"/>
                  <a:pt x="2017033" y="99874"/>
                  <a:pt x="2015088" y="96038"/>
                </a:cubicBezTo>
                <a:cubicBezTo>
                  <a:pt x="2013144" y="92202"/>
                  <a:pt x="2010911" y="88812"/>
                  <a:pt x="2008388" y="85869"/>
                </a:cubicBezTo>
                <a:cubicBezTo>
                  <a:pt x="2005866" y="82926"/>
                  <a:pt x="2003159" y="80614"/>
                  <a:pt x="2000267" y="78932"/>
                </a:cubicBezTo>
                <a:cubicBezTo>
                  <a:pt x="1997377" y="77249"/>
                  <a:pt x="1994514" y="76408"/>
                  <a:pt x="1991677" y="76408"/>
                </a:cubicBezTo>
                <a:lnTo>
                  <a:pt x="1991677" y="88706"/>
                </a:lnTo>
                <a:cubicBezTo>
                  <a:pt x="1991677" y="91754"/>
                  <a:pt x="1991729" y="94277"/>
                  <a:pt x="1991833" y="96274"/>
                </a:cubicBezTo>
                <a:cubicBezTo>
                  <a:pt x="1991939" y="98270"/>
                  <a:pt x="1992281" y="99900"/>
                  <a:pt x="1992858" y="101162"/>
                </a:cubicBezTo>
                <a:cubicBezTo>
                  <a:pt x="1993437" y="102422"/>
                  <a:pt x="1994357" y="103421"/>
                  <a:pt x="1995617" y="104157"/>
                </a:cubicBezTo>
                <a:cubicBezTo>
                  <a:pt x="1996879" y="104891"/>
                  <a:pt x="1998719" y="105469"/>
                  <a:pt x="2001136" y="105891"/>
                </a:cubicBezTo>
                <a:cubicBezTo>
                  <a:pt x="2001766" y="105995"/>
                  <a:pt x="2002239" y="106310"/>
                  <a:pt x="2002555" y="106837"/>
                </a:cubicBezTo>
                <a:cubicBezTo>
                  <a:pt x="2002871" y="107361"/>
                  <a:pt x="2003029" y="107886"/>
                  <a:pt x="2003029" y="108412"/>
                </a:cubicBezTo>
                <a:cubicBezTo>
                  <a:pt x="2003029" y="108938"/>
                  <a:pt x="2002871" y="109438"/>
                  <a:pt x="2002555" y="109911"/>
                </a:cubicBezTo>
                <a:cubicBezTo>
                  <a:pt x="2002239" y="110384"/>
                  <a:pt x="2001766" y="110621"/>
                  <a:pt x="2001136" y="110621"/>
                </a:cubicBezTo>
                <a:cubicBezTo>
                  <a:pt x="1998193" y="110621"/>
                  <a:pt x="1995513" y="110436"/>
                  <a:pt x="1993096" y="110067"/>
                </a:cubicBezTo>
                <a:cubicBezTo>
                  <a:pt x="1990679" y="109700"/>
                  <a:pt x="1987894" y="109516"/>
                  <a:pt x="1984739" y="109516"/>
                </a:cubicBezTo>
                <a:cubicBezTo>
                  <a:pt x="1981376" y="109516"/>
                  <a:pt x="1978065" y="109700"/>
                  <a:pt x="1974806" y="110067"/>
                </a:cubicBezTo>
                <a:cubicBezTo>
                  <a:pt x="1971549" y="110436"/>
                  <a:pt x="1968239" y="110621"/>
                  <a:pt x="1964876" y="110621"/>
                </a:cubicBezTo>
                <a:cubicBezTo>
                  <a:pt x="1964350" y="110621"/>
                  <a:pt x="1963929" y="110384"/>
                  <a:pt x="1963613" y="109911"/>
                </a:cubicBezTo>
                <a:cubicBezTo>
                  <a:pt x="1963299" y="109438"/>
                  <a:pt x="1963142" y="108938"/>
                  <a:pt x="1963142" y="108412"/>
                </a:cubicBezTo>
                <a:cubicBezTo>
                  <a:pt x="1963142" y="107782"/>
                  <a:pt x="1963299" y="107230"/>
                  <a:pt x="1963613" y="106757"/>
                </a:cubicBezTo>
                <a:cubicBezTo>
                  <a:pt x="1963929" y="106284"/>
                  <a:pt x="1964402" y="105995"/>
                  <a:pt x="1965032" y="105891"/>
                </a:cubicBezTo>
                <a:cubicBezTo>
                  <a:pt x="1967975" y="105575"/>
                  <a:pt x="1970261" y="105102"/>
                  <a:pt x="1971891" y="104472"/>
                </a:cubicBezTo>
                <a:cubicBezTo>
                  <a:pt x="1973520" y="103842"/>
                  <a:pt x="1974703" y="102975"/>
                  <a:pt x="1975439" y="101871"/>
                </a:cubicBezTo>
                <a:cubicBezTo>
                  <a:pt x="1976175" y="100766"/>
                  <a:pt x="1976595" y="99400"/>
                  <a:pt x="1976700" y="97772"/>
                </a:cubicBezTo>
                <a:cubicBezTo>
                  <a:pt x="1976805" y="96143"/>
                  <a:pt x="1976858" y="94119"/>
                  <a:pt x="1976858" y="91701"/>
                </a:cubicBezTo>
                <a:lnTo>
                  <a:pt x="1976858" y="29744"/>
                </a:lnTo>
                <a:cubicBezTo>
                  <a:pt x="1976858" y="25225"/>
                  <a:pt x="1976753" y="21626"/>
                  <a:pt x="1976541" y="18946"/>
                </a:cubicBezTo>
                <a:cubicBezTo>
                  <a:pt x="1976331" y="16264"/>
                  <a:pt x="1975753" y="14188"/>
                  <a:pt x="1974806" y="12718"/>
                </a:cubicBezTo>
                <a:cubicBezTo>
                  <a:pt x="1973862" y="11245"/>
                  <a:pt x="1972443" y="10247"/>
                  <a:pt x="1970551" y="9723"/>
                </a:cubicBezTo>
                <a:cubicBezTo>
                  <a:pt x="1968660" y="9197"/>
                  <a:pt x="1966032" y="8776"/>
                  <a:pt x="1962668" y="8460"/>
                </a:cubicBezTo>
                <a:cubicBezTo>
                  <a:pt x="1962143" y="8460"/>
                  <a:pt x="1961750" y="8197"/>
                  <a:pt x="1961487" y="7673"/>
                </a:cubicBezTo>
                <a:cubicBezTo>
                  <a:pt x="1961224" y="7147"/>
                  <a:pt x="1961066" y="6622"/>
                  <a:pt x="1961013" y="6097"/>
                </a:cubicBezTo>
                <a:cubicBezTo>
                  <a:pt x="1960961" y="5571"/>
                  <a:pt x="1961066" y="5045"/>
                  <a:pt x="1961328" y="4519"/>
                </a:cubicBezTo>
                <a:cubicBezTo>
                  <a:pt x="1961591" y="3993"/>
                  <a:pt x="1962037" y="3730"/>
                  <a:pt x="1962668" y="3730"/>
                </a:cubicBezTo>
                <a:cubicBezTo>
                  <a:pt x="1966453" y="3520"/>
                  <a:pt x="1970630" y="3205"/>
                  <a:pt x="1975201" y="2785"/>
                </a:cubicBezTo>
                <a:cubicBezTo>
                  <a:pt x="1979773" y="2365"/>
                  <a:pt x="1984004" y="1576"/>
                  <a:pt x="1987893" y="420"/>
                </a:cubicBezTo>
                <a:cubicBezTo>
                  <a:pt x="1989365" y="0"/>
                  <a:pt x="1990337" y="79"/>
                  <a:pt x="1990808" y="658"/>
                </a:cubicBezTo>
                <a:cubicBezTo>
                  <a:pt x="1991282" y="1236"/>
                  <a:pt x="1991571" y="1839"/>
                  <a:pt x="1991677" y="2470"/>
                </a:cubicBezTo>
                <a:lnTo>
                  <a:pt x="1991677" y="69629"/>
                </a:lnTo>
                <a:cubicBezTo>
                  <a:pt x="1993673" y="68369"/>
                  <a:pt x="1995565" y="66950"/>
                  <a:pt x="1997352" y="65374"/>
                </a:cubicBezTo>
                <a:cubicBezTo>
                  <a:pt x="1999138" y="63797"/>
                  <a:pt x="2000767" y="62169"/>
                  <a:pt x="2002237" y="60488"/>
                </a:cubicBezTo>
                <a:cubicBezTo>
                  <a:pt x="2003710" y="58806"/>
                  <a:pt x="2005076" y="57176"/>
                  <a:pt x="2006337" y="55600"/>
                </a:cubicBezTo>
                <a:cubicBezTo>
                  <a:pt x="2007599" y="54023"/>
                  <a:pt x="2008703" y="52657"/>
                  <a:pt x="2009649" y="51501"/>
                </a:cubicBezTo>
                <a:cubicBezTo>
                  <a:pt x="2011752" y="48768"/>
                  <a:pt x="2012671" y="46797"/>
                  <a:pt x="2012408" y="45588"/>
                </a:cubicBezTo>
                <a:cubicBezTo>
                  <a:pt x="2012145" y="44378"/>
                  <a:pt x="2010332" y="43669"/>
                  <a:pt x="2006969" y="43459"/>
                </a:cubicBezTo>
                <a:cubicBezTo>
                  <a:pt x="2006443" y="43459"/>
                  <a:pt x="2006022" y="43196"/>
                  <a:pt x="2005706" y="42672"/>
                </a:cubicBezTo>
                <a:cubicBezTo>
                  <a:pt x="2005392" y="42146"/>
                  <a:pt x="2005235" y="41620"/>
                  <a:pt x="2005235" y="41094"/>
                </a:cubicBezTo>
                <a:cubicBezTo>
                  <a:pt x="2005235" y="40464"/>
                  <a:pt x="2005392" y="39912"/>
                  <a:pt x="2005706" y="39439"/>
                </a:cubicBezTo>
                <a:cubicBezTo>
                  <a:pt x="2006022" y="38966"/>
                  <a:pt x="2006443" y="38729"/>
                  <a:pt x="2006969" y="38729"/>
                </a:cubicBezTo>
                <a:cubicBezTo>
                  <a:pt x="2008652" y="38729"/>
                  <a:pt x="2010096" y="38782"/>
                  <a:pt x="2011304" y="38888"/>
                </a:cubicBezTo>
                <a:cubicBezTo>
                  <a:pt x="2012513" y="38992"/>
                  <a:pt x="2013617" y="39124"/>
                  <a:pt x="2014614" y="39283"/>
                </a:cubicBezTo>
                <a:cubicBezTo>
                  <a:pt x="2015613" y="39440"/>
                  <a:pt x="2016586" y="39571"/>
                  <a:pt x="2017532" y="39677"/>
                </a:cubicBezTo>
                <a:cubicBezTo>
                  <a:pt x="2018478" y="39781"/>
                  <a:pt x="2019582" y="39833"/>
                  <a:pt x="2020842" y="39833"/>
                </a:cubicBezTo>
                <a:cubicBezTo>
                  <a:pt x="2023261" y="39833"/>
                  <a:pt x="2025730" y="39650"/>
                  <a:pt x="2028251" y="39283"/>
                </a:cubicBezTo>
                <a:cubicBezTo>
                  <a:pt x="2030774" y="38914"/>
                  <a:pt x="2033245" y="38729"/>
                  <a:pt x="2035663" y="38729"/>
                </a:cubicBezTo>
                <a:cubicBezTo>
                  <a:pt x="2036083" y="38729"/>
                  <a:pt x="2036451" y="38966"/>
                  <a:pt x="2036765" y="39439"/>
                </a:cubicBezTo>
                <a:cubicBezTo>
                  <a:pt x="2037081" y="39912"/>
                  <a:pt x="2037239" y="40464"/>
                  <a:pt x="2037239" y="41094"/>
                </a:cubicBezTo>
                <a:cubicBezTo>
                  <a:pt x="2037239" y="41620"/>
                  <a:pt x="2037107" y="42120"/>
                  <a:pt x="2036844" y="42593"/>
                </a:cubicBezTo>
                <a:cubicBezTo>
                  <a:pt x="2036581" y="43066"/>
                  <a:pt x="2036188" y="43354"/>
                  <a:pt x="2035663" y="43459"/>
                </a:cubicBezTo>
                <a:cubicBezTo>
                  <a:pt x="2033561" y="43669"/>
                  <a:pt x="2031826" y="43985"/>
                  <a:pt x="2030460" y="44406"/>
                </a:cubicBezTo>
                <a:cubicBezTo>
                  <a:pt x="2029093" y="44827"/>
                  <a:pt x="2027832" y="45405"/>
                  <a:pt x="2026676" y="46141"/>
                </a:cubicBezTo>
                <a:cubicBezTo>
                  <a:pt x="2025520" y="46875"/>
                  <a:pt x="2024415" y="47742"/>
                  <a:pt x="2023363" y="48741"/>
                </a:cubicBezTo>
                <a:cubicBezTo>
                  <a:pt x="2022313" y="49739"/>
                  <a:pt x="2021052" y="50921"/>
                  <a:pt x="2019582" y="52287"/>
                </a:cubicBezTo>
                <a:cubicBezTo>
                  <a:pt x="2018636" y="53129"/>
                  <a:pt x="2017374" y="54286"/>
                  <a:pt x="2015798" y="55758"/>
                </a:cubicBezTo>
                <a:cubicBezTo>
                  <a:pt x="2014221" y="57229"/>
                  <a:pt x="2012513" y="58779"/>
                  <a:pt x="2010674" y="60409"/>
                </a:cubicBezTo>
                <a:cubicBezTo>
                  <a:pt x="2008834" y="62036"/>
                  <a:pt x="2007048" y="63586"/>
                  <a:pt x="2005314" y="65059"/>
                </a:cubicBezTo>
                <a:cubicBezTo>
                  <a:pt x="2003581" y="66529"/>
                  <a:pt x="2002083" y="67738"/>
                  <a:pt x="2000820" y="68684"/>
                </a:cubicBezTo>
                <a:cubicBezTo>
                  <a:pt x="2000400" y="69000"/>
                  <a:pt x="2000242" y="69316"/>
                  <a:pt x="2000347" y="69632"/>
                </a:cubicBezTo>
                <a:cubicBezTo>
                  <a:pt x="2000452" y="69946"/>
                  <a:pt x="2000663" y="70103"/>
                  <a:pt x="2000979" y="70103"/>
                </a:cubicBezTo>
                <a:cubicBezTo>
                  <a:pt x="2005183" y="70313"/>
                  <a:pt x="2008676" y="71023"/>
                  <a:pt x="2011460" y="72232"/>
                </a:cubicBezTo>
                <a:cubicBezTo>
                  <a:pt x="2014246" y="73440"/>
                  <a:pt x="2016585" y="74963"/>
                  <a:pt x="2018478" y="76803"/>
                </a:cubicBezTo>
                <a:cubicBezTo>
                  <a:pt x="2020370" y="78642"/>
                  <a:pt x="2021973" y="80718"/>
                  <a:pt x="2023286" y="83031"/>
                </a:cubicBezTo>
                <a:cubicBezTo>
                  <a:pt x="2024600" y="85343"/>
                  <a:pt x="2025913" y="87734"/>
                  <a:pt x="2027227" y="90204"/>
                </a:cubicBezTo>
                <a:cubicBezTo>
                  <a:pt x="2028542" y="92674"/>
                  <a:pt x="2030013" y="95092"/>
                  <a:pt x="2031641" y="97457"/>
                </a:cubicBezTo>
                <a:cubicBezTo>
                  <a:pt x="2033270" y="99821"/>
                  <a:pt x="2035346" y="102001"/>
                  <a:pt x="2037869" y="103998"/>
                </a:cubicBezTo>
                <a:cubicBezTo>
                  <a:pt x="2038605" y="104524"/>
                  <a:pt x="2039525" y="104945"/>
                  <a:pt x="2040628" y="105261"/>
                </a:cubicBezTo>
                <a:cubicBezTo>
                  <a:pt x="2041732" y="105575"/>
                  <a:pt x="2042861" y="105785"/>
                  <a:pt x="2044018" y="105891"/>
                </a:cubicBezTo>
                <a:cubicBezTo>
                  <a:pt x="2044648" y="105891"/>
                  <a:pt x="2045120" y="106154"/>
                  <a:pt x="2045435" y="106680"/>
                </a:cubicBezTo>
                <a:cubicBezTo>
                  <a:pt x="2045751" y="107205"/>
                  <a:pt x="2045909" y="107782"/>
                  <a:pt x="2045909" y="108412"/>
                </a:cubicBezTo>
                <a:cubicBezTo>
                  <a:pt x="2045909" y="108938"/>
                  <a:pt x="2045751" y="109438"/>
                  <a:pt x="2045435" y="109911"/>
                </a:cubicBezTo>
                <a:cubicBezTo>
                  <a:pt x="2045120" y="110384"/>
                  <a:pt x="2044648" y="110621"/>
                  <a:pt x="2044018" y="1106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f">
            <a:extLst xmlns:a="http://schemas.openxmlformats.org/drawingml/2006/main">
              <a:ext uri="{FF2B5EF4-FFF2-40B4-BE49-F238E27FC236}">
                <a16:creationId xmlns:a16="http://schemas.microsoft.com/office/drawing/2014/main" id="{C8157548-8E03-4DFD-B7BA-08208BC8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60" y="1939094"/>
            <a:ext cx="67318" cy="110674"/>
          </a:xfrm>
          <a:custGeom xmlns:a="http://schemas.openxmlformats.org/drawingml/2006/main">
            <a:pathLst>
              <a:path w="67318" h="110674">
                <a:moveTo>
                  <a:pt x="28379" y="91124"/>
                </a:moveTo>
                <a:cubicBezTo>
                  <a:pt x="28379" y="93752"/>
                  <a:pt x="28484" y="95934"/>
                  <a:pt x="28694" y="97667"/>
                </a:cubicBezTo>
                <a:cubicBezTo>
                  <a:pt x="28904" y="99401"/>
                  <a:pt x="29429" y="100794"/>
                  <a:pt x="30270" y="101846"/>
                </a:cubicBezTo>
                <a:cubicBezTo>
                  <a:pt x="31112" y="102896"/>
                  <a:pt x="32504" y="103736"/>
                  <a:pt x="34448" y="104367"/>
                </a:cubicBezTo>
                <a:cubicBezTo>
                  <a:pt x="36392" y="104997"/>
                  <a:pt x="39098" y="105523"/>
                  <a:pt x="42567" y="105945"/>
                </a:cubicBezTo>
                <a:cubicBezTo>
                  <a:pt x="43197" y="106049"/>
                  <a:pt x="43670" y="106338"/>
                  <a:pt x="43986" y="106811"/>
                </a:cubicBezTo>
                <a:cubicBezTo>
                  <a:pt x="44302" y="107284"/>
                  <a:pt x="44460" y="107836"/>
                  <a:pt x="44460" y="108466"/>
                </a:cubicBezTo>
                <a:cubicBezTo>
                  <a:pt x="44460" y="108992"/>
                  <a:pt x="44302" y="109491"/>
                  <a:pt x="43986" y="109965"/>
                </a:cubicBezTo>
                <a:cubicBezTo>
                  <a:pt x="43670" y="110438"/>
                  <a:pt x="43250" y="110674"/>
                  <a:pt x="42726" y="110674"/>
                </a:cubicBezTo>
                <a:cubicBezTo>
                  <a:pt x="38521" y="110674"/>
                  <a:pt x="34762" y="110490"/>
                  <a:pt x="31451" y="110121"/>
                </a:cubicBezTo>
                <a:cubicBezTo>
                  <a:pt x="28141" y="109754"/>
                  <a:pt x="24909" y="109570"/>
                  <a:pt x="21756" y="109570"/>
                </a:cubicBezTo>
                <a:cubicBezTo>
                  <a:pt x="18393" y="109570"/>
                  <a:pt x="15030" y="109754"/>
                  <a:pt x="11667" y="110121"/>
                </a:cubicBezTo>
                <a:cubicBezTo>
                  <a:pt x="8304" y="110490"/>
                  <a:pt x="5046" y="110674"/>
                  <a:pt x="1893" y="110674"/>
                </a:cubicBezTo>
                <a:cubicBezTo>
                  <a:pt x="1263" y="110674"/>
                  <a:pt x="790" y="110438"/>
                  <a:pt x="474" y="109965"/>
                </a:cubicBezTo>
                <a:cubicBezTo>
                  <a:pt x="158" y="109491"/>
                  <a:pt x="0" y="108992"/>
                  <a:pt x="0" y="108466"/>
                </a:cubicBezTo>
                <a:cubicBezTo>
                  <a:pt x="0" y="107836"/>
                  <a:pt x="158" y="107284"/>
                  <a:pt x="474" y="106811"/>
                </a:cubicBezTo>
                <a:cubicBezTo>
                  <a:pt x="790" y="106338"/>
                  <a:pt x="1315" y="106049"/>
                  <a:pt x="2050" y="105945"/>
                </a:cubicBezTo>
                <a:cubicBezTo>
                  <a:pt x="4888" y="105629"/>
                  <a:pt x="7069" y="105182"/>
                  <a:pt x="8593" y="104605"/>
                </a:cubicBezTo>
                <a:cubicBezTo>
                  <a:pt x="10116" y="104026"/>
                  <a:pt x="11246" y="103211"/>
                  <a:pt x="11982" y="102161"/>
                </a:cubicBezTo>
                <a:cubicBezTo>
                  <a:pt x="12718" y="101109"/>
                  <a:pt x="13165" y="99742"/>
                  <a:pt x="13322" y="98062"/>
                </a:cubicBezTo>
                <a:cubicBezTo>
                  <a:pt x="13479" y="96379"/>
                  <a:pt x="13558" y="94225"/>
                  <a:pt x="13558" y="91598"/>
                </a:cubicBezTo>
                <a:lnTo>
                  <a:pt x="13558" y="48401"/>
                </a:lnTo>
                <a:cubicBezTo>
                  <a:pt x="13558" y="46928"/>
                  <a:pt x="13453" y="46062"/>
                  <a:pt x="13243" y="45800"/>
                </a:cubicBezTo>
                <a:cubicBezTo>
                  <a:pt x="13033" y="45537"/>
                  <a:pt x="12244" y="45406"/>
                  <a:pt x="10878" y="45406"/>
                </a:cubicBezTo>
                <a:lnTo>
                  <a:pt x="2997" y="45406"/>
                </a:lnTo>
                <a:cubicBezTo>
                  <a:pt x="2366" y="45406"/>
                  <a:pt x="1892" y="45117"/>
                  <a:pt x="1576" y="44540"/>
                </a:cubicBezTo>
                <a:cubicBezTo>
                  <a:pt x="1261" y="43961"/>
                  <a:pt x="1104" y="43356"/>
                  <a:pt x="1104" y="42726"/>
                </a:cubicBezTo>
                <a:cubicBezTo>
                  <a:pt x="1104" y="41990"/>
                  <a:pt x="1288" y="41306"/>
                  <a:pt x="1655" y="40676"/>
                </a:cubicBezTo>
                <a:cubicBezTo>
                  <a:pt x="2024" y="40044"/>
                  <a:pt x="2523" y="39676"/>
                  <a:pt x="3154" y="39572"/>
                </a:cubicBezTo>
                <a:lnTo>
                  <a:pt x="11667" y="38783"/>
                </a:lnTo>
                <a:cubicBezTo>
                  <a:pt x="12087" y="38783"/>
                  <a:pt x="12429" y="38731"/>
                  <a:pt x="12692" y="38627"/>
                </a:cubicBezTo>
                <a:cubicBezTo>
                  <a:pt x="12955" y="38521"/>
                  <a:pt x="13165" y="38284"/>
                  <a:pt x="13322" y="37917"/>
                </a:cubicBezTo>
                <a:cubicBezTo>
                  <a:pt x="13479" y="37548"/>
                  <a:pt x="13558" y="36944"/>
                  <a:pt x="13558" y="36103"/>
                </a:cubicBezTo>
                <a:cubicBezTo>
                  <a:pt x="13558" y="35157"/>
                  <a:pt x="13558" y="33896"/>
                  <a:pt x="13558" y="32319"/>
                </a:cubicBezTo>
                <a:cubicBezTo>
                  <a:pt x="13558" y="27696"/>
                  <a:pt x="14268" y="23414"/>
                  <a:pt x="15687" y="19473"/>
                </a:cubicBezTo>
                <a:cubicBezTo>
                  <a:pt x="17106" y="15531"/>
                  <a:pt x="19182" y="12115"/>
                  <a:pt x="21915" y="9225"/>
                </a:cubicBezTo>
                <a:cubicBezTo>
                  <a:pt x="24648" y="6334"/>
                  <a:pt x="28011" y="4073"/>
                  <a:pt x="32004" y="2444"/>
                </a:cubicBezTo>
                <a:cubicBezTo>
                  <a:pt x="35999" y="815"/>
                  <a:pt x="40571" y="0"/>
                  <a:pt x="45721" y="0"/>
                </a:cubicBezTo>
                <a:cubicBezTo>
                  <a:pt x="48348" y="0"/>
                  <a:pt x="50949" y="263"/>
                  <a:pt x="53524" y="789"/>
                </a:cubicBezTo>
                <a:cubicBezTo>
                  <a:pt x="56100" y="1315"/>
                  <a:pt x="58412" y="2183"/>
                  <a:pt x="60460" y="3392"/>
                </a:cubicBezTo>
                <a:cubicBezTo>
                  <a:pt x="62509" y="4599"/>
                  <a:pt x="64164" y="6176"/>
                  <a:pt x="65425" y="8121"/>
                </a:cubicBezTo>
                <a:cubicBezTo>
                  <a:pt x="66687" y="10065"/>
                  <a:pt x="67318" y="12455"/>
                  <a:pt x="67318" y="15292"/>
                </a:cubicBezTo>
                <a:cubicBezTo>
                  <a:pt x="67318" y="17185"/>
                  <a:pt x="66582" y="18814"/>
                  <a:pt x="65110" y="20181"/>
                </a:cubicBezTo>
                <a:cubicBezTo>
                  <a:pt x="63639" y="21547"/>
                  <a:pt x="61853" y="22230"/>
                  <a:pt x="59753" y="22230"/>
                </a:cubicBezTo>
                <a:cubicBezTo>
                  <a:pt x="57964" y="22230"/>
                  <a:pt x="56361" y="21783"/>
                  <a:pt x="54941" y="20890"/>
                </a:cubicBezTo>
                <a:cubicBezTo>
                  <a:pt x="53524" y="19997"/>
                  <a:pt x="52815" y="18657"/>
                  <a:pt x="52815" y="16870"/>
                </a:cubicBezTo>
                <a:cubicBezTo>
                  <a:pt x="52815" y="15294"/>
                  <a:pt x="53051" y="14269"/>
                  <a:pt x="53524" y="13796"/>
                </a:cubicBezTo>
                <a:cubicBezTo>
                  <a:pt x="53998" y="13323"/>
                  <a:pt x="54234" y="12718"/>
                  <a:pt x="54234" y="11982"/>
                </a:cubicBezTo>
                <a:cubicBezTo>
                  <a:pt x="54234" y="9880"/>
                  <a:pt x="53341" y="8303"/>
                  <a:pt x="51554" y="7253"/>
                </a:cubicBezTo>
                <a:cubicBezTo>
                  <a:pt x="49768" y="6202"/>
                  <a:pt x="47508" y="5677"/>
                  <a:pt x="44775" y="5677"/>
                </a:cubicBezTo>
                <a:cubicBezTo>
                  <a:pt x="40676" y="5677"/>
                  <a:pt x="37522" y="6570"/>
                  <a:pt x="35314" y="8357"/>
                </a:cubicBezTo>
                <a:cubicBezTo>
                  <a:pt x="33107" y="10144"/>
                  <a:pt x="31478" y="12403"/>
                  <a:pt x="30426" y="15136"/>
                </a:cubicBezTo>
                <a:cubicBezTo>
                  <a:pt x="29376" y="17869"/>
                  <a:pt x="28772" y="20838"/>
                  <a:pt x="28615" y="24044"/>
                </a:cubicBezTo>
                <a:cubicBezTo>
                  <a:pt x="28457" y="27248"/>
                  <a:pt x="28379" y="30270"/>
                  <a:pt x="28379" y="33108"/>
                </a:cubicBezTo>
                <a:lnTo>
                  <a:pt x="28379" y="36103"/>
                </a:lnTo>
                <a:cubicBezTo>
                  <a:pt x="28379" y="37365"/>
                  <a:pt x="28484" y="38128"/>
                  <a:pt x="28694" y="38391"/>
                </a:cubicBezTo>
                <a:cubicBezTo>
                  <a:pt x="28904" y="38652"/>
                  <a:pt x="29587" y="38783"/>
                  <a:pt x="30744" y="38783"/>
                </a:cubicBezTo>
                <a:lnTo>
                  <a:pt x="46036" y="38783"/>
                </a:lnTo>
                <a:cubicBezTo>
                  <a:pt x="46666" y="38783"/>
                  <a:pt x="47138" y="39125"/>
                  <a:pt x="47453" y="39808"/>
                </a:cubicBezTo>
                <a:cubicBezTo>
                  <a:pt x="47769" y="40491"/>
                  <a:pt x="47927" y="41254"/>
                  <a:pt x="47927" y="42096"/>
                </a:cubicBezTo>
                <a:cubicBezTo>
                  <a:pt x="47927" y="42936"/>
                  <a:pt x="47769" y="43698"/>
                  <a:pt x="47453" y="44381"/>
                </a:cubicBezTo>
                <a:cubicBezTo>
                  <a:pt x="47138" y="45064"/>
                  <a:pt x="46666" y="45406"/>
                  <a:pt x="46036" y="45406"/>
                </a:cubicBezTo>
                <a:lnTo>
                  <a:pt x="30744" y="45406"/>
                </a:lnTo>
                <a:cubicBezTo>
                  <a:pt x="29587" y="45406"/>
                  <a:pt x="28904" y="45537"/>
                  <a:pt x="28694" y="45800"/>
                </a:cubicBezTo>
                <a:cubicBezTo>
                  <a:pt x="28484" y="46062"/>
                  <a:pt x="28379" y="46928"/>
                  <a:pt x="28379" y="48401"/>
                </a:cubicBezTo>
                <a:lnTo>
                  <a:pt x="28379" y="91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or.Butatthesametime">
            <a:extLst xmlns:a="http://schemas.openxmlformats.org/drawingml/2006/main">
              <a:ext uri="{FF2B5EF4-FFF2-40B4-BE49-F238E27FC236}">
                <a16:creationId xmlns:a16="http://schemas.microsoft.com/office/drawing/2014/main" id="{0058F0C2-D92F-4B68-850E-6C758A6F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43" y="1939147"/>
            <a:ext cx="1981328" cy="111881"/>
          </a:xfrm>
          <a:custGeom xmlns:a="http://schemas.openxmlformats.org/drawingml/2006/main">
            <a:pathLst>
              <a:path w="1981328" h="111881">
                <a:moveTo>
                  <a:pt x="72206" y="71679"/>
                </a:moveTo>
                <a:cubicBezTo>
                  <a:pt x="72206" y="78090"/>
                  <a:pt x="71313" y="83766"/>
                  <a:pt x="69527" y="88706"/>
                </a:cubicBezTo>
                <a:cubicBezTo>
                  <a:pt x="67740" y="93645"/>
                  <a:pt x="65191" y="97797"/>
                  <a:pt x="61879" y="101162"/>
                </a:cubicBezTo>
                <a:cubicBezTo>
                  <a:pt x="58569" y="104525"/>
                  <a:pt x="54601" y="107073"/>
                  <a:pt x="49976" y="108807"/>
                </a:cubicBezTo>
                <a:cubicBezTo>
                  <a:pt x="45353" y="110540"/>
                  <a:pt x="40203" y="111407"/>
                  <a:pt x="34528" y="111407"/>
                </a:cubicBezTo>
                <a:cubicBezTo>
                  <a:pt x="29588" y="111407"/>
                  <a:pt x="25016" y="110593"/>
                  <a:pt x="20811" y="108965"/>
                </a:cubicBezTo>
                <a:cubicBezTo>
                  <a:pt x="16607" y="107336"/>
                  <a:pt x="12981" y="104918"/>
                  <a:pt x="9933" y="101713"/>
                </a:cubicBezTo>
                <a:cubicBezTo>
                  <a:pt x="6886" y="98507"/>
                  <a:pt x="4468" y="94461"/>
                  <a:pt x="2680" y="89574"/>
                </a:cubicBezTo>
                <a:cubicBezTo>
                  <a:pt x="893" y="84686"/>
                  <a:pt x="0" y="78931"/>
                  <a:pt x="0" y="72309"/>
                </a:cubicBezTo>
                <a:cubicBezTo>
                  <a:pt x="0" y="66949"/>
                  <a:pt x="893" y="62036"/>
                  <a:pt x="2680" y="57570"/>
                </a:cubicBezTo>
                <a:cubicBezTo>
                  <a:pt x="4468" y="53104"/>
                  <a:pt x="6964" y="49294"/>
                  <a:pt x="10168" y="46141"/>
                </a:cubicBezTo>
                <a:cubicBezTo>
                  <a:pt x="13374" y="42986"/>
                  <a:pt x="17237" y="40516"/>
                  <a:pt x="21756" y="38729"/>
                </a:cubicBezTo>
                <a:cubicBezTo>
                  <a:pt x="26276" y="36943"/>
                  <a:pt x="31216" y="36049"/>
                  <a:pt x="36577" y="36049"/>
                </a:cubicBezTo>
                <a:cubicBezTo>
                  <a:pt x="41727" y="36049"/>
                  <a:pt x="46482" y="36838"/>
                  <a:pt x="50842" y="38414"/>
                </a:cubicBezTo>
                <a:cubicBezTo>
                  <a:pt x="55204" y="39991"/>
                  <a:pt x="58962" y="42277"/>
                  <a:pt x="62115" y="45273"/>
                </a:cubicBezTo>
                <a:cubicBezTo>
                  <a:pt x="65269" y="48268"/>
                  <a:pt x="67740" y="51974"/>
                  <a:pt x="69527" y="56389"/>
                </a:cubicBezTo>
                <a:cubicBezTo>
                  <a:pt x="71313" y="60802"/>
                  <a:pt x="72206" y="65899"/>
                  <a:pt x="72206" y="71679"/>
                </a:cubicBezTo>
                <a:moveTo>
                  <a:pt x="55653" y="73413"/>
                </a:moveTo>
                <a:cubicBezTo>
                  <a:pt x="55653" y="69420"/>
                  <a:pt x="55390" y="65532"/>
                  <a:pt x="54864" y="61748"/>
                </a:cubicBezTo>
                <a:cubicBezTo>
                  <a:pt x="54338" y="57964"/>
                  <a:pt x="53392" y="54600"/>
                  <a:pt x="52026" y="51657"/>
                </a:cubicBezTo>
                <a:cubicBezTo>
                  <a:pt x="50659" y="48714"/>
                  <a:pt x="48768" y="46349"/>
                  <a:pt x="46351" y="44563"/>
                </a:cubicBezTo>
                <a:cubicBezTo>
                  <a:pt x="43934" y="42776"/>
                  <a:pt x="40833" y="41883"/>
                  <a:pt x="37049" y="41883"/>
                </a:cubicBezTo>
                <a:cubicBezTo>
                  <a:pt x="32845" y="41883"/>
                  <a:pt x="29429" y="42776"/>
                  <a:pt x="26801" y="44563"/>
                </a:cubicBezTo>
                <a:cubicBezTo>
                  <a:pt x="24174" y="46349"/>
                  <a:pt x="22099" y="48741"/>
                  <a:pt x="20575" y="51736"/>
                </a:cubicBezTo>
                <a:cubicBezTo>
                  <a:pt x="19052" y="54732"/>
                  <a:pt x="18000" y="58122"/>
                  <a:pt x="17421" y="61905"/>
                </a:cubicBezTo>
                <a:cubicBezTo>
                  <a:pt x="16844" y="65688"/>
                  <a:pt x="16555" y="69629"/>
                  <a:pt x="16555" y="73728"/>
                </a:cubicBezTo>
                <a:cubicBezTo>
                  <a:pt x="16555" y="77301"/>
                  <a:pt x="16818" y="80980"/>
                  <a:pt x="17342" y="84765"/>
                </a:cubicBezTo>
                <a:cubicBezTo>
                  <a:pt x="17868" y="88548"/>
                  <a:pt x="18866" y="91964"/>
                  <a:pt x="20337" y="95013"/>
                </a:cubicBezTo>
                <a:cubicBezTo>
                  <a:pt x="21809" y="98060"/>
                  <a:pt x="23832" y="100583"/>
                  <a:pt x="26406" y="102581"/>
                </a:cubicBezTo>
                <a:cubicBezTo>
                  <a:pt x="28982" y="104578"/>
                  <a:pt x="32267" y="105576"/>
                  <a:pt x="36262" y="105576"/>
                </a:cubicBezTo>
                <a:cubicBezTo>
                  <a:pt x="40361" y="105576"/>
                  <a:pt x="43671" y="104630"/>
                  <a:pt x="46192" y="102737"/>
                </a:cubicBezTo>
                <a:cubicBezTo>
                  <a:pt x="48715" y="100845"/>
                  <a:pt x="50686" y="98375"/>
                  <a:pt x="52105" y="95328"/>
                </a:cubicBezTo>
                <a:cubicBezTo>
                  <a:pt x="53524" y="92279"/>
                  <a:pt x="54471" y="88837"/>
                  <a:pt x="54944" y="85001"/>
                </a:cubicBezTo>
                <a:cubicBezTo>
                  <a:pt x="55417" y="81165"/>
                  <a:pt x="55653" y="77302"/>
                  <a:pt x="55653" y="73413"/>
                </a:cubicBezTo>
                <a:close/>
                <a:moveTo>
                  <a:pt x="109286" y="90755"/>
                </a:moveTo>
                <a:cubicBezTo>
                  <a:pt x="109286" y="93384"/>
                  <a:pt x="109365" y="95591"/>
                  <a:pt x="109522" y="97378"/>
                </a:cubicBezTo>
                <a:cubicBezTo>
                  <a:pt x="109681" y="99164"/>
                  <a:pt x="110232" y="100636"/>
                  <a:pt x="111177" y="101792"/>
                </a:cubicBezTo>
                <a:cubicBezTo>
                  <a:pt x="112123" y="102948"/>
                  <a:pt x="113594" y="103842"/>
                  <a:pt x="115591" y="104472"/>
                </a:cubicBezTo>
                <a:cubicBezTo>
                  <a:pt x="117589" y="105102"/>
                  <a:pt x="120480" y="105575"/>
                  <a:pt x="124263" y="105891"/>
                </a:cubicBezTo>
                <a:cubicBezTo>
                  <a:pt x="124894" y="105995"/>
                  <a:pt x="125366" y="106284"/>
                  <a:pt x="125680" y="106757"/>
                </a:cubicBezTo>
                <a:cubicBezTo>
                  <a:pt x="125996" y="107230"/>
                  <a:pt x="126154" y="107782"/>
                  <a:pt x="126154" y="108412"/>
                </a:cubicBezTo>
                <a:cubicBezTo>
                  <a:pt x="126154" y="108938"/>
                  <a:pt x="125996" y="109438"/>
                  <a:pt x="125680" y="109911"/>
                </a:cubicBezTo>
                <a:cubicBezTo>
                  <a:pt x="125366" y="110384"/>
                  <a:pt x="124894" y="110621"/>
                  <a:pt x="124263" y="110621"/>
                </a:cubicBezTo>
                <a:cubicBezTo>
                  <a:pt x="119744" y="110621"/>
                  <a:pt x="115750" y="110436"/>
                  <a:pt x="112281" y="110067"/>
                </a:cubicBezTo>
                <a:cubicBezTo>
                  <a:pt x="108812" y="109700"/>
                  <a:pt x="105501" y="109516"/>
                  <a:pt x="102348" y="109516"/>
                </a:cubicBezTo>
                <a:cubicBezTo>
                  <a:pt x="98985" y="109516"/>
                  <a:pt x="95648" y="109700"/>
                  <a:pt x="92336" y="110067"/>
                </a:cubicBezTo>
                <a:cubicBezTo>
                  <a:pt x="89026" y="110436"/>
                  <a:pt x="85690" y="110621"/>
                  <a:pt x="82327" y="110621"/>
                </a:cubicBezTo>
                <a:cubicBezTo>
                  <a:pt x="81802" y="110621"/>
                  <a:pt x="81382" y="110384"/>
                  <a:pt x="81066" y="109911"/>
                </a:cubicBezTo>
                <a:cubicBezTo>
                  <a:pt x="80750" y="109438"/>
                  <a:pt x="80592" y="108938"/>
                  <a:pt x="80592" y="108412"/>
                </a:cubicBezTo>
                <a:cubicBezTo>
                  <a:pt x="80592" y="107782"/>
                  <a:pt x="80750" y="107230"/>
                  <a:pt x="81066" y="106757"/>
                </a:cubicBezTo>
                <a:cubicBezTo>
                  <a:pt x="81382" y="106284"/>
                  <a:pt x="81855" y="105995"/>
                  <a:pt x="82485" y="105891"/>
                </a:cubicBezTo>
                <a:cubicBezTo>
                  <a:pt x="85428" y="105575"/>
                  <a:pt x="87713" y="105102"/>
                  <a:pt x="89341" y="104472"/>
                </a:cubicBezTo>
                <a:cubicBezTo>
                  <a:pt x="90971" y="103842"/>
                  <a:pt x="92153" y="102975"/>
                  <a:pt x="92890" y="101871"/>
                </a:cubicBezTo>
                <a:cubicBezTo>
                  <a:pt x="93626" y="100766"/>
                  <a:pt x="94072" y="99400"/>
                  <a:pt x="94229" y="97772"/>
                </a:cubicBezTo>
                <a:cubicBezTo>
                  <a:pt x="94388" y="96143"/>
                  <a:pt x="94468" y="94119"/>
                  <a:pt x="94468" y="91701"/>
                </a:cubicBezTo>
                <a:lnTo>
                  <a:pt x="94468" y="68684"/>
                </a:lnTo>
                <a:cubicBezTo>
                  <a:pt x="94468" y="63534"/>
                  <a:pt x="94362" y="59462"/>
                  <a:pt x="94150" y="56466"/>
                </a:cubicBezTo>
                <a:cubicBezTo>
                  <a:pt x="93940" y="53470"/>
                  <a:pt x="93440" y="51158"/>
                  <a:pt x="92651" y="49530"/>
                </a:cubicBezTo>
                <a:cubicBezTo>
                  <a:pt x="91864" y="47901"/>
                  <a:pt x="90629" y="46823"/>
                  <a:pt x="88947" y="46297"/>
                </a:cubicBezTo>
                <a:cubicBezTo>
                  <a:pt x="87266" y="45771"/>
                  <a:pt x="84954" y="45403"/>
                  <a:pt x="82011" y="45193"/>
                </a:cubicBezTo>
                <a:cubicBezTo>
                  <a:pt x="81487" y="45193"/>
                  <a:pt x="81093" y="44931"/>
                  <a:pt x="80830" y="44406"/>
                </a:cubicBezTo>
                <a:cubicBezTo>
                  <a:pt x="80567" y="43880"/>
                  <a:pt x="80436" y="43354"/>
                  <a:pt x="80436" y="42828"/>
                </a:cubicBezTo>
                <a:cubicBezTo>
                  <a:pt x="80436" y="42304"/>
                  <a:pt x="80567" y="41779"/>
                  <a:pt x="80830" y="41253"/>
                </a:cubicBezTo>
                <a:cubicBezTo>
                  <a:pt x="81093" y="40727"/>
                  <a:pt x="81540" y="40464"/>
                  <a:pt x="82170" y="40464"/>
                </a:cubicBezTo>
                <a:cubicBezTo>
                  <a:pt x="84273" y="40254"/>
                  <a:pt x="87189" y="40017"/>
                  <a:pt x="90919" y="39754"/>
                </a:cubicBezTo>
                <a:cubicBezTo>
                  <a:pt x="94651" y="39491"/>
                  <a:pt x="98461" y="38834"/>
                  <a:pt x="102348" y="37784"/>
                </a:cubicBezTo>
                <a:cubicBezTo>
                  <a:pt x="103821" y="37364"/>
                  <a:pt x="105030" y="37312"/>
                  <a:pt x="105976" y="37628"/>
                </a:cubicBezTo>
                <a:cubicBezTo>
                  <a:pt x="106922" y="37942"/>
                  <a:pt x="107342" y="38835"/>
                  <a:pt x="107236" y="40307"/>
                </a:cubicBezTo>
                <a:lnTo>
                  <a:pt x="106921" y="50396"/>
                </a:lnTo>
                <a:cubicBezTo>
                  <a:pt x="106921" y="50607"/>
                  <a:pt x="106973" y="50738"/>
                  <a:pt x="107078" y="50791"/>
                </a:cubicBezTo>
                <a:cubicBezTo>
                  <a:pt x="107184" y="50844"/>
                  <a:pt x="107342" y="50764"/>
                  <a:pt x="107552" y="50553"/>
                </a:cubicBezTo>
                <a:cubicBezTo>
                  <a:pt x="109758" y="46139"/>
                  <a:pt x="112465" y="42619"/>
                  <a:pt x="115670" y="39992"/>
                </a:cubicBezTo>
                <a:cubicBezTo>
                  <a:pt x="118876" y="37364"/>
                  <a:pt x="123159" y="36049"/>
                  <a:pt x="128519" y="36049"/>
                </a:cubicBezTo>
                <a:cubicBezTo>
                  <a:pt x="132934" y="36049"/>
                  <a:pt x="136192" y="37179"/>
                  <a:pt x="138293" y="39439"/>
                </a:cubicBezTo>
                <a:cubicBezTo>
                  <a:pt x="140395" y="41699"/>
                  <a:pt x="141446" y="44458"/>
                  <a:pt x="141446" y="47717"/>
                </a:cubicBezTo>
                <a:cubicBezTo>
                  <a:pt x="141446" y="49503"/>
                  <a:pt x="140763" y="51133"/>
                  <a:pt x="139397" y="52605"/>
                </a:cubicBezTo>
                <a:cubicBezTo>
                  <a:pt x="138030" y="54075"/>
                  <a:pt x="136087" y="54811"/>
                  <a:pt x="133566" y="54811"/>
                </a:cubicBezTo>
                <a:cubicBezTo>
                  <a:pt x="131147" y="54811"/>
                  <a:pt x="129465" y="54233"/>
                  <a:pt x="128519" y="53076"/>
                </a:cubicBezTo>
                <a:cubicBezTo>
                  <a:pt x="127574" y="51920"/>
                  <a:pt x="127102" y="50659"/>
                  <a:pt x="127102" y="49292"/>
                </a:cubicBezTo>
                <a:cubicBezTo>
                  <a:pt x="127102" y="47822"/>
                  <a:pt x="126812" y="46666"/>
                  <a:pt x="126233" y="45826"/>
                </a:cubicBezTo>
                <a:cubicBezTo>
                  <a:pt x="125656" y="44984"/>
                  <a:pt x="124421" y="44563"/>
                  <a:pt x="122529" y="44563"/>
                </a:cubicBezTo>
                <a:cubicBezTo>
                  <a:pt x="120532" y="44563"/>
                  <a:pt x="118719" y="45220"/>
                  <a:pt x="117090" y="46533"/>
                </a:cubicBezTo>
                <a:cubicBezTo>
                  <a:pt x="115460" y="47846"/>
                  <a:pt x="114068" y="49397"/>
                  <a:pt x="112911" y="51185"/>
                </a:cubicBezTo>
                <a:cubicBezTo>
                  <a:pt x="111755" y="52972"/>
                  <a:pt x="110862" y="54811"/>
                  <a:pt x="110231" y="56704"/>
                </a:cubicBezTo>
                <a:cubicBezTo>
                  <a:pt x="109601" y="58595"/>
                  <a:pt x="109286" y="60065"/>
                  <a:pt x="109286" y="61116"/>
                </a:cubicBezTo>
                <a:lnTo>
                  <a:pt x="109286" y="90755"/>
                </a:lnTo>
                <a:close/>
                <a:moveTo>
                  <a:pt x="155282" y="111881"/>
                </a:moveTo>
                <a:cubicBezTo>
                  <a:pt x="152865" y="111881"/>
                  <a:pt x="150763" y="110988"/>
                  <a:pt x="148977" y="109201"/>
                </a:cubicBezTo>
                <a:cubicBezTo>
                  <a:pt x="147190" y="107415"/>
                  <a:pt x="146297" y="105312"/>
                  <a:pt x="146297" y="102894"/>
                </a:cubicBezTo>
                <a:cubicBezTo>
                  <a:pt x="146297" y="100477"/>
                  <a:pt x="147190" y="98375"/>
                  <a:pt x="148977" y="96589"/>
                </a:cubicBezTo>
                <a:cubicBezTo>
                  <a:pt x="150763" y="94802"/>
                  <a:pt x="152865" y="93909"/>
                  <a:pt x="155282" y="93909"/>
                </a:cubicBezTo>
                <a:cubicBezTo>
                  <a:pt x="157910" y="93909"/>
                  <a:pt x="160065" y="94802"/>
                  <a:pt x="161746" y="96589"/>
                </a:cubicBezTo>
                <a:cubicBezTo>
                  <a:pt x="163428" y="98375"/>
                  <a:pt x="164269" y="100477"/>
                  <a:pt x="164269" y="102894"/>
                </a:cubicBezTo>
                <a:cubicBezTo>
                  <a:pt x="164269" y="105312"/>
                  <a:pt x="163428" y="107415"/>
                  <a:pt x="161746" y="109201"/>
                </a:cubicBezTo>
                <a:cubicBezTo>
                  <a:pt x="160065" y="110988"/>
                  <a:pt x="157910" y="111881"/>
                  <a:pt x="155282" y="111881"/>
                </a:cubicBezTo>
                <a:close/>
                <a:moveTo>
                  <a:pt x="318838" y="47086"/>
                </a:moveTo>
                <a:cubicBezTo>
                  <a:pt x="318838" y="48137"/>
                  <a:pt x="319126" y="49083"/>
                  <a:pt x="319704" y="49925"/>
                </a:cubicBezTo>
                <a:cubicBezTo>
                  <a:pt x="320283" y="50765"/>
                  <a:pt x="321255" y="51185"/>
                  <a:pt x="322622" y="51185"/>
                </a:cubicBezTo>
                <a:lnTo>
                  <a:pt x="325617" y="51185"/>
                </a:lnTo>
                <a:cubicBezTo>
                  <a:pt x="329085" y="51185"/>
                  <a:pt x="332265" y="50897"/>
                  <a:pt x="335155" y="50319"/>
                </a:cubicBezTo>
                <a:cubicBezTo>
                  <a:pt x="338046" y="49741"/>
                  <a:pt x="340542" y="48663"/>
                  <a:pt x="342643" y="47086"/>
                </a:cubicBezTo>
                <a:cubicBezTo>
                  <a:pt x="344746" y="45510"/>
                  <a:pt x="346401" y="43382"/>
                  <a:pt x="347609" y="40702"/>
                </a:cubicBezTo>
                <a:cubicBezTo>
                  <a:pt x="348818" y="38020"/>
                  <a:pt x="349422" y="34525"/>
                  <a:pt x="349422" y="30216"/>
                </a:cubicBezTo>
                <a:cubicBezTo>
                  <a:pt x="349422" y="22964"/>
                  <a:pt x="347609" y="17788"/>
                  <a:pt x="343983" y="14688"/>
                </a:cubicBezTo>
                <a:cubicBezTo>
                  <a:pt x="340357" y="11588"/>
                  <a:pt x="335128" y="10038"/>
                  <a:pt x="328296" y="10038"/>
                </a:cubicBezTo>
                <a:lnTo>
                  <a:pt x="322937" y="10038"/>
                </a:lnTo>
                <a:cubicBezTo>
                  <a:pt x="320940" y="10038"/>
                  <a:pt x="319757" y="10589"/>
                  <a:pt x="319388" y="11693"/>
                </a:cubicBezTo>
                <a:cubicBezTo>
                  <a:pt x="319021" y="12796"/>
                  <a:pt x="318838" y="14661"/>
                  <a:pt x="318838" y="17288"/>
                </a:cubicBezTo>
                <a:lnTo>
                  <a:pt x="318838" y="47086"/>
                </a:lnTo>
                <a:moveTo>
                  <a:pt x="318838" y="78773"/>
                </a:moveTo>
                <a:cubicBezTo>
                  <a:pt x="318838" y="84448"/>
                  <a:pt x="319021" y="88942"/>
                  <a:pt x="319388" y="92254"/>
                </a:cubicBezTo>
                <a:cubicBezTo>
                  <a:pt x="319757" y="95564"/>
                  <a:pt x="320572" y="98034"/>
                  <a:pt x="321833" y="99663"/>
                </a:cubicBezTo>
                <a:cubicBezTo>
                  <a:pt x="323095" y="101292"/>
                  <a:pt x="324908" y="102317"/>
                  <a:pt x="327272" y="102737"/>
                </a:cubicBezTo>
                <a:cubicBezTo>
                  <a:pt x="329637" y="103158"/>
                  <a:pt x="332817" y="103368"/>
                  <a:pt x="336810" y="103368"/>
                </a:cubicBezTo>
                <a:cubicBezTo>
                  <a:pt x="343117" y="103368"/>
                  <a:pt x="347663" y="101634"/>
                  <a:pt x="350447" y="98167"/>
                </a:cubicBezTo>
                <a:cubicBezTo>
                  <a:pt x="353233" y="94698"/>
                  <a:pt x="354626" y="89442"/>
                  <a:pt x="354626" y="82400"/>
                </a:cubicBezTo>
                <a:cubicBezTo>
                  <a:pt x="354626" y="77355"/>
                  <a:pt x="353890" y="73230"/>
                  <a:pt x="352417" y="70024"/>
                </a:cubicBezTo>
                <a:cubicBezTo>
                  <a:pt x="350947" y="66818"/>
                  <a:pt x="348976" y="64322"/>
                  <a:pt x="346507" y="62535"/>
                </a:cubicBezTo>
                <a:cubicBezTo>
                  <a:pt x="344037" y="60749"/>
                  <a:pt x="341120" y="59514"/>
                  <a:pt x="337755" y="58830"/>
                </a:cubicBezTo>
                <a:cubicBezTo>
                  <a:pt x="334392" y="58147"/>
                  <a:pt x="330819" y="57806"/>
                  <a:pt x="327036" y="57806"/>
                </a:cubicBezTo>
                <a:lnTo>
                  <a:pt x="324041" y="57806"/>
                </a:lnTo>
                <a:cubicBezTo>
                  <a:pt x="321938" y="57806"/>
                  <a:pt x="320546" y="58489"/>
                  <a:pt x="319862" y="59855"/>
                </a:cubicBezTo>
                <a:cubicBezTo>
                  <a:pt x="319179" y="61222"/>
                  <a:pt x="318838" y="62903"/>
                  <a:pt x="318838" y="64900"/>
                </a:cubicBezTo>
                <a:lnTo>
                  <a:pt x="318838" y="78773"/>
                </a:lnTo>
                <a:moveTo>
                  <a:pt x="301654" y="30375"/>
                </a:moveTo>
                <a:cubicBezTo>
                  <a:pt x="301654" y="28062"/>
                  <a:pt x="301575" y="25802"/>
                  <a:pt x="301416" y="23596"/>
                </a:cubicBezTo>
                <a:cubicBezTo>
                  <a:pt x="301259" y="21389"/>
                  <a:pt x="300918" y="19339"/>
                  <a:pt x="300391" y="17447"/>
                </a:cubicBezTo>
                <a:cubicBezTo>
                  <a:pt x="299867" y="15555"/>
                  <a:pt x="299053" y="13925"/>
                  <a:pt x="297950" y="12559"/>
                </a:cubicBezTo>
                <a:cubicBezTo>
                  <a:pt x="296846" y="11192"/>
                  <a:pt x="295349" y="10247"/>
                  <a:pt x="293456" y="9723"/>
                </a:cubicBezTo>
                <a:cubicBezTo>
                  <a:pt x="292300" y="9407"/>
                  <a:pt x="291091" y="9144"/>
                  <a:pt x="289829" y="8934"/>
                </a:cubicBezTo>
                <a:cubicBezTo>
                  <a:pt x="288568" y="8723"/>
                  <a:pt x="287360" y="8566"/>
                  <a:pt x="286203" y="8460"/>
                </a:cubicBezTo>
                <a:cubicBezTo>
                  <a:pt x="285573" y="8460"/>
                  <a:pt x="285100" y="8197"/>
                  <a:pt x="284784" y="7673"/>
                </a:cubicBezTo>
                <a:cubicBezTo>
                  <a:pt x="284470" y="7147"/>
                  <a:pt x="284312" y="6569"/>
                  <a:pt x="284312" y="5939"/>
                </a:cubicBezTo>
                <a:cubicBezTo>
                  <a:pt x="284312" y="5308"/>
                  <a:pt x="284470" y="4730"/>
                  <a:pt x="284784" y="4204"/>
                </a:cubicBezTo>
                <a:cubicBezTo>
                  <a:pt x="285100" y="3678"/>
                  <a:pt x="285573" y="3415"/>
                  <a:pt x="286203" y="3415"/>
                </a:cubicBezTo>
                <a:cubicBezTo>
                  <a:pt x="289778" y="3415"/>
                  <a:pt x="292984" y="3520"/>
                  <a:pt x="295821" y="3730"/>
                </a:cubicBezTo>
                <a:cubicBezTo>
                  <a:pt x="298659" y="3940"/>
                  <a:pt x="301970" y="4045"/>
                  <a:pt x="305754" y="4045"/>
                </a:cubicBezTo>
                <a:cubicBezTo>
                  <a:pt x="307330" y="4045"/>
                  <a:pt x="309090" y="4020"/>
                  <a:pt x="311034" y="3968"/>
                </a:cubicBezTo>
                <a:cubicBezTo>
                  <a:pt x="312979" y="3916"/>
                  <a:pt x="314977" y="3837"/>
                  <a:pt x="317026" y="3733"/>
                </a:cubicBezTo>
                <a:cubicBezTo>
                  <a:pt x="319076" y="3627"/>
                  <a:pt x="321072" y="3547"/>
                  <a:pt x="323016" y="3495"/>
                </a:cubicBezTo>
                <a:cubicBezTo>
                  <a:pt x="324960" y="3442"/>
                  <a:pt x="326720" y="3415"/>
                  <a:pt x="328296" y="3415"/>
                </a:cubicBezTo>
                <a:cubicBezTo>
                  <a:pt x="332396" y="3415"/>
                  <a:pt x="336705" y="3757"/>
                  <a:pt x="341224" y="4440"/>
                </a:cubicBezTo>
                <a:cubicBezTo>
                  <a:pt x="345743" y="5123"/>
                  <a:pt x="349921" y="6411"/>
                  <a:pt x="353757" y="8303"/>
                </a:cubicBezTo>
                <a:cubicBezTo>
                  <a:pt x="357595" y="10194"/>
                  <a:pt x="360749" y="12795"/>
                  <a:pt x="363218" y="16107"/>
                </a:cubicBezTo>
                <a:cubicBezTo>
                  <a:pt x="365688" y="19417"/>
                  <a:pt x="366923" y="23700"/>
                  <a:pt x="366923" y="28955"/>
                </a:cubicBezTo>
                <a:cubicBezTo>
                  <a:pt x="366923" y="32214"/>
                  <a:pt x="366423" y="35052"/>
                  <a:pt x="365424" y="37469"/>
                </a:cubicBezTo>
                <a:cubicBezTo>
                  <a:pt x="364427" y="39886"/>
                  <a:pt x="363087" y="41988"/>
                  <a:pt x="361405" y="43776"/>
                </a:cubicBezTo>
                <a:cubicBezTo>
                  <a:pt x="359722" y="45563"/>
                  <a:pt x="357725" y="47113"/>
                  <a:pt x="355412" y="48426"/>
                </a:cubicBezTo>
                <a:cubicBezTo>
                  <a:pt x="353101" y="49740"/>
                  <a:pt x="350684" y="50870"/>
                  <a:pt x="348162" y="51816"/>
                </a:cubicBezTo>
                <a:cubicBezTo>
                  <a:pt x="347321" y="52130"/>
                  <a:pt x="346953" y="52550"/>
                  <a:pt x="347058" y="53076"/>
                </a:cubicBezTo>
                <a:cubicBezTo>
                  <a:pt x="347163" y="53602"/>
                  <a:pt x="347532" y="53970"/>
                  <a:pt x="348162" y="54180"/>
                </a:cubicBezTo>
                <a:cubicBezTo>
                  <a:pt x="352261" y="55441"/>
                  <a:pt x="355913" y="56886"/>
                  <a:pt x="359119" y="58515"/>
                </a:cubicBezTo>
                <a:cubicBezTo>
                  <a:pt x="362325" y="60145"/>
                  <a:pt x="365031" y="62063"/>
                  <a:pt x="367238" y="64269"/>
                </a:cubicBezTo>
                <a:cubicBezTo>
                  <a:pt x="369445" y="66476"/>
                  <a:pt x="371126" y="69077"/>
                  <a:pt x="372283" y="72073"/>
                </a:cubicBezTo>
                <a:cubicBezTo>
                  <a:pt x="373439" y="75069"/>
                  <a:pt x="374017" y="78616"/>
                  <a:pt x="374017" y="82716"/>
                </a:cubicBezTo>
                <a:cubicBezTo>
                  <a:pt x="374017" y="88181"/>
                  <a:pt x="373044" y="92700"/>
                  <a:pt x="371099" y="96274"/>
                </a:cubicBezTo>
                <a:cubicBezTo>
                  <a:pt x="369155" y="99847"/>
                  <a:pt x="366554" y="102658"/>
                  <a:pt x="363295" y="104708"/>
                </a:cubicBezTo>
                <a:cubicBezTo>
                  <a:pt x="360038" y="106757"/>
                  <a:pt x="356334" y="108203"/>
                  <a:pt x="352182" y="109045"/>
                </a:cubicBezTo>
                <a:cubicBezTo>
                  <a:pt x="348031" y="109885"/>
                  <a:pt x="343748" y="110305"/>
                  <a:pt x="339333" y="110305"/>
                </a:cubicBezTo>
                <a:cubicBezTo>
                  <a:pt x="337337" y="110305"/>
                  <a:pt x="335103" y="110252"/>
                  <a:pt x="332634" y="110147"/>
                </a:cubicBezTo>
                <a:cubicBezTo>
                  <a:pt x="330164" y="110042"/>
                  <a:pt x="327615" y="109964"/>
                  <a:pt x="324986" y="109911"/>
                </a:cubicBezTo>
                <a:cubicBezTo>
                  <a:pt x="322359" y="109858"/>
                  <a:pt x="319705" y="109779"/>
                  <a:pt x="317024" y="109675"/>
                </a:cubicBezTo>
                <a:cubicBezTo>
                  <a:pt x="314344" y="109569"/>
                  <a:pt x="311849" y="109516"/>
                  <a:pt x="309538" y="109516"/>
                </a:cubicBezTo>
                <a:cubicBezTo>
                  <a:pt x="307329" y="109516"/>
                  <a:pt x="305332" y="109543"/>
                  <a:pt x="303545" y="109596"/>
                </a:cubicBezTo>
                <a:cubicBezTo>
                  <a:pt x="301759" y="109647"/>
                  <a:pt x="300051" y="109726"/>
                  <a:pt x="298421" y="109831"/>
                </a:cubicBezTo>
                <a:cubicBezTo>
                  <a:pt x="296794" y="109937"/>
                  <a:pt x="295112" y="110069"/>
                  <a:pt x="293377" y="110226"/>
                </a:cubicBezTo>
                <a:cubicBezTo>
                  <a:pt x="291643" y="110383"/>
                  <a:pt x="289673" y="110567"/>
                  <a:pt x="287466" y="110777"/>
                </a:cubicBezTo>
                <a:cubicBezTo>
                  <a:pt x="286730" y="110883"/>
                  <a:pt x="286152" y="110673"/>
                  <a:pt x="285732" y="110147"/>
                </a:cubicBezTo>
                <a:cubicBezTo>
                  <a:pt x="285312" y="109621"/>
                  <a:pt x="285075" y="109042"/>
                  <a:pt x="285022" y="108412"/>
                </a:cubicBezTo>
                <a:cubicBezTo>
                  <a:pt x="284969" y="107782"/>
                  <a:pt x="285126" y="107152"/>
                  <a:pt x="285494" y="106521"/>
                </a:cubicBezTo>
                <a:cubicBezTo>
                  <a:pt x="285862" y="105891"/>
                  <a:pt x="286467" y="105523"/>
                  <a:pt x="287307" y="105417"/>
                </a:cubicBezTo>
                <a:cubicBezTo>
                  <a:pt x="289830" y="105101"/>
                  <a:pt x="292011" y="104681"/>
                  <a:pt x="293851" y="104157"/>
                </a:cubicBezTo>
                <a:cubicBezTo>
                  <a:pt x="295690" y="103631"/>
                  <a:pt x="297188" y="102816"/>
                  <a:pt x="298344" y="101713"/>
                </a:cubicBezTo>
                <a:cubicBezTo>
                  <a:pt x="299501" y="100609"/>
                  <a:pt x="300341" y="99217"/>
                  <a:pt x="300865" y="97536"/>
                </a:cubicBezTo>
                <a:cubicBezTo>
                  <a:pt x="301391" y="95854"/>
                  <a:pt x="301654" y="93647"/>
                  <a:pt x="301654" y="90914"/>
                </a:cubicBezTo>
                <a:lnTo>
                  <a:pt x="301654" y="30375"/>
                </a:lnTo>
                <a:close/>
                <a:moveTo>
                  <a:pt x="454373" y="82400"/>
                </a:moveTo>
                <a:cubicBezTo>
                  <a:pt x="454373" y="86710"/>
                  <a:pt x="454452" y="90204"/>
                  <a:pt x="454609" y="92884"/>
                </a:cubicBezTo>
                <a:cubicBezTo>
                  <a:pt x="454766" y="95564"/>
                  <a:pt x="455239" y="97666"/>
                  <a:pt x="456028" y="99192"/>
                </a:cubicBezTo>
                <a:cubicBezTo>
                  <a:pt x="456817" y="100715"/>
                  <a:pt x="458000" y="101766"/>
                  <a:pt x="459576" y="102343"/>
                </a:cubicBezTo>
                <a:cubicBezTo>
                  <a:pt x="461153" y="102920"/>
                  <a:pt x="463360" y="103209"/>
                  <a:pt x="466197" y="103209"/>
                </a:cubicBezTo>
                <a:cubicBezTo>
                  <a:pt x="466617" y="103209"/>
                  <a:pt x="466958" y="103445"/>
                  <a:pt x="467221" y="103919"/>
                </a:cubicBezTo>
                <a:cubicBezTo>
                  <a:pt x="467484" y="104392"/>
                  <a:pt x="467616" y="104944"/>
                  <a:pt x="467616" y="105576"/>
                </a:cubicBezTo>
                <a:cubicBezTo>
                  <a:pt x="467616" y="106100"/>
                  <a:pt x="467511" y="106626"/>
                  <a:pt x="467301" y="107152"/>
                </a:cubicBezTo>
                <a:cubicBezTo>
                  <a:pt x="467091" y="107678"/>
                  <a:pt x="466723" y="107941"/>
                  <a:pt x="466197" y="107941"/>
                </a:cubicBezTo>
                <a:cubicBezTo>
                  <a:pt x="465356" y="107941"/>
                  <a:pt x="464647" y="107967"/>
                  <a:pt x="464068" y="108020"/>
                </a:cubicBezTo>
                <a:cubicBezTo>
                  <a:pt x="463490" y="108071"/>
                  <a:pt x="462912" y="108123"/>
                  <a:pt x="462333" y="108176"/>
                </a:cubicBezTo>
                <a:cubicBezTo>
                  <a:pt x="461756" y="108229"/>
                  <a:pt x="461126" y="108309"/>
                  <a:pt x="460442" y="108415"/>
                </a:cubicBezTo>
                <a:cubicBezTo>
                  <a:pt x="459759" y="108519"/>
                  <a:pt x="458892" y="108623"/>
                  <a:pt x="457842" y="108727"/>
                </a:cubicBezTo>
                <a:cubicBezTo>
                  <a:pt x="457000" y="108833"/>
                  <a:pt x="455817" y="109044"/>
                  <a:pt x="454294" y="109360"/>
                </a:cubicBezTo>
                <a:cubicBezTo>
                  <a:pt x="452770" y="109674"/>
                  <a:pt x="451220" y="109989"/>
                  <a:pt x="449644" y="110303"/>
                </a:cubicBezTo>
                <a:cubicBezTo>
                  <a:pt x="448067" y="110619"/>
                  <a:pt x="446596" y="110882"/>
                  <a:pt x="445229" y="111092"/>
                </a:cubicBezTo>
                <a:cubicBezTo>
                  <a:pt x="443863" y="111302"/>
                  <a:pt x="442970" y="111407"/>
                  <a:pt x="442550" y="111407"/>
                </a:cubicBezTo>
                <a:cubicBezTo>
                  <a:pt x="440657" y="111407"/>
                  <a:pt x="439711" y="108464"/>
                  <a:pt x="439711" y="102579"/>
                </a:cubicBezTo>
                <a:cubicBezTo>
                  <a:pt x="439711" y="102369"/>
                  <a:pt x="439606" y="102238"/>
                  <a:pt x="439396" y="102186"/>
                </a:cubicBezTo>
                <a:cubicBezTo>
                  <a:pt x="439186" y="102134"/>
                  <a:pt x="438976" y="102212"/>
                  <a:pt x="438766" y="102422"/>
                </a:cubicBezTo>
                <a:cubicBezTo>
                  <a:pt x="434877" y="105785"/>
                  <a:pt x="430961" y="108123"/>
                  <a:pt x="427019" y="109437"/>
                </a:cubicBezTo>
                <a:cubicBezTo>
                  <a:pt x="423079" y="110750"/>
                  <a:pt x="419269" y="111407"/>
                  <a:pt x="415590" y="111407"/>
                </a:cubicBezTo>
                <a:cubicBezTo>
                  <a:pt x="410755" y="111407"/>
                  <a:pt x="406761" y="110803"/>
                  <a:pt x="403608" y="109596"/>
                </a:cubicBezTo>
                <a:cubicBezTo>
                  <a:pt x="400455" y="108387"/>
                  <a:pt x="397985" y="106626"/>
                  <a:pt x="396199" y="104313"/>
                </a:cubicBezTo>
                <a:cubicBezTo>
                  <a:pt x="394412" y="102000"/>
                  <a:pt x="393151" y="99137"/>
                  <a:pt x="392415" y="95723"/>
                </a:cubicBezTo>
                <a:cubicBezTo>
                  <a:pt x="391678" y="92307"/>
                  <a:pt x="391310" y="88444"/>
                  <a:pt x="391310" y="84135"/>
                </a:cubicBezTo>
                <a:lnTo>
                  <a:pt x="391310" y="66319"/>
                </a:lnTo>
                <a:cubicBezTo>
                  <a:pt x="391310" y="61800"/>
                  <a:pt x="391205" y="58279"/>
                  <a:pt x="390995" y="55756"/>
                </a:cubicBezTo>
                <a:cubicBezTo>
                  <a:pt x="390785" y="53233"/>
                  <a:pt x="390312" y="51342"/>
                  <a:pt x="389576" y="50081"/>
                </a:cubicBezTo>
                <a:cubicBezTo>
                  <a:pt x="388841" y="48819"/>
                  <a:pt x="387738" y="47978"/>
                  <a:pt x="386266" y="47558"/>
                </a:cubicBezTo>
                <a:cubicBezTo>
                  <a:pt x="384795" y="47138"/>
                  <a:pt x="382799" y="46770"/>
                  <a:pt x="380276" y="46456"/>
                </a:cubicBezTo>
                <a:cubicBezTo>
                  <a:pt x="379750" y="46456"/>
                  <a:pt x="379355" y="46193"/>
                  <a:pt x="379092" y="45667"/>
                </a:cubicBezTo>
                <a:cubicBezTo>
                  <a:pt x="378831" y="45141"/>
                  <a:pt x="378674" y="44616"/>
                  <a:pt x="378621" y="44091"/>
                </a:cubicBezTo>
                <a:cubicBezTo>
                  <a:pt x="378568" y="43565"/>
                  <a:pt x="378673" y="43039"/>
                  <a:pt x="378936" y="42513"/>
                </a:cubicBezTo>
                <a:cubicBezTo>
                  <a:pt x="379199" y="41987"/>
                  <a:pt x="379646" y="41724"/>
                  <a:pt x="380276" y="41724"/>
                </a:cubicBezTo>
                <a:cubicBezTo>
                  <a:pt x="381326" y="41620"/>
                  <a:pt x="382718" y="41463"/>
                  <a:pt x="384452" y="41253"/>
                </a:cubicBezTo>
                <a:cubicBezTo>
                  <a:pt x="386187" y="41043"/>
                  <a:pt x="388053" y="40728"/>
                  <a:pt x="390050" y="40307"/>
                </a:cubicBezTo>
                <a:cubicBezTo>
                  <a:pt x="392047" y="39886"/>
                  <a:pt x="394122" y="39439"/>
                  <a:pt x="396276" y="38967"/>
                </a:cubicBezTo>
                <a:cubicBezTo>
                  <a:pt x="398431" y="38494"/>
                  <a:pt x="400455" y="37995"/>
                  <a:pt x="402347" y="37469"/>
                </a:cubicBezTo>
                <a:cubicBezTo>
                  <a:pt x="403818" y="37049"/>
                  <a:pt x="404816" y="37285"/>
                  <a:pt x="405342" y="38178"/>
                </a:cubicBezTo>
                <a:cubicBezTo>
                  <a:pt x="405868" y="39072"/>
                  <a:pt x="406131" y="39833"/>
                  <a:pt x="406131" y="40464"/>
                </a:cubicBezTo>
                <a:lnTo>
                  <a:pt x="406131" y="77986"/>
                </a:lnTo>
                <a:cubicBezTo>
                  <a:pt x="406131" y="82190"/>
                  <a:pt x="406315" y="85763"/>
                  <a:pt x="406682" y="88706"/>
                </a:cubicBezTo>
                <a:cubicBezTo>
                  <a:pt x="407051" y="91648"/>
                  <a:pt x="407708" y="94066"/>
                  <a:pt x="408652" y="95958"/>
                </a:cubicBezTo>
                <a:cubicBezTo>
                  <a:pt x="409599" y="97849"/>
                  <a:pt x="410912" y="99216"/>
                  <a:pt x="412593" y="100058"/>
                </a:cubicBezTo>
                <a:cubicBezTo>
                  <a:pt x="414275" y="100898"/>
                  <a:pt x="416378" y="101318"/>
                  <a:pt x="418900" y="101318"/>
                </a:cubicBezTo>
                <a:cubicBezTo>
                  <a:pt x="422473" y="101318"/>
                  <a:pt x="426204" y="100688"/>
                  <a:pt x="430093" y="99427"/>
                </a:cubicBezTo>
                <a:cubicBezTo>
                  <a:pt x="433982" y="98165"/>
                  <a:pt x="436925" y="96641"/>
                  <a:pt x="438922" y="94854"/>
                </a:cubicBezTo>
                <a:cubicBezTo>
                  <a:pt x="439238" y="94538"/>
                  <a:pt x="439422" y="93960"/>
                  <a:pt x="439473" y="93120"/>
                </a:cubicBezTo>
                <a:cubicBezTo>
                  <a:pt x="439526" y="92279"/>
                  <a:pt x="439552" y="91649"/>
                  <a:pt x="439552" y="91229"/>
                </a:cubicBezTo>
                <a:lnTo>
                  <a:pt x="439552" y="66319"/>
                </a:lnTo>
                <a:cubicBezTo>
                  <a:pt x="439552" y="61800"/>
                  <a:pt x="439499" y="58279"/>
                  <a:pt x="439393" y="55756"/>
                </a:cubicBezTo>
                <a:cubicBezTo>
                  <a:pt x="439289" y="53233"/>
                  <a:pt x="438922" y="51342"/>
                  <a:pt x="438292" y="50081"/>
                </a:cubicBezTo>
                <a:cubicBezTo>
                  <a:pt x="437661" y="48819"/>
                  <a:pt x="436690" y="47978"/>
                  <a:pt x="435376" y="47558"/>
                </a:cubicBezTo>
                <a:cubicBezTo>
                  <a:pt x="434063" y="47138"/>
                  <a:pt x="432145" y="46770"/>
                  <a:pt x="429622" y="46456"/>
                </a:cubicBezTo>
                <a:cubicBezTo>
                  <a:pt x="429096" y="46350"/>
                  <a:pt x="428701" y="46061"/>
                  <a:pt x="428438" y="45588"/>
                </a:cubicBezTo>
                <a:cubicBezTo>
                  <a:pt x="428175" y="45115"/>
                  <a:pt x="428017" y="44589"/>
                  <a:pt x="427964" y="44012"/>
                </a:cubicBezTo>
                <a:cubicBezTo>
                  <a:pt x="427913" y="43433"/>
                  <a:pt x="428018" y="42907"/>
                  <a:pt x="428280" y="42434"/>
                </a:cubicBezTo>
                <a:cubicBezTo>
                  <a:pt x="428543" y="41961"/>
                  <a:pt x="428990" y="41724"/>
                  <a:pt x="429622" y="41724"/>
                </a:cubicBezTo>
                <a:cubicBezTo>
                  <a:pt x="433405" y="41514"/>
                  <a:pt x="436873" y="41042"/>
                  <a:pt x="440026" y="40307"/>
                </a:cubicBezTo>
                <a:cubicBezTo>
                  <a:pt x="443179" y="39571"/>
                  <a:pt x="446700" y="38625"/>
                  <a:pt x="450589" y="37469"/>
                </a:cubicBezTo>
                <a:cubicBezTo>
                  <a:pt x="452060" y="37049"/>
                  <a:pt x="453058" y="37285"/>
                  <a:pt x="453584" y="38178"/>
                </a:cubicBezTo>
                <a:cubicBezTo>
                  <a:pt x="454110" y="39072"/>
                  <a:pt x="454373" y="39833"/>
                  <a:pt x="454373" y="40464"/>
                </a:cubicBezTo>
                <a:lnTo>
                  <a:pt x="454373" y="82400"/>
                </a:lnTo>
                <a:close/>
                <a:moveTo>
                  <a:pt x="495788" y="85552"/>
                </a:moveTo>
                <a:cubicBezTo>
                  <a:pt x="495788" y="91437"/>
                  <a:pt x="496445" y="95800"/>
                  <a:pt x="497758" y="98638"/>
                </a:cubicBezTo>
                <a:cubicBezTo>
                  <a:pt x="499072" y="101475"/>
                  <a:pt x="501463" y="102894"/>
                  <a:pt x="504932" y="102894"/>
                </a:cubicBezTo>
                <a:cubicBezTo>
                  <a:pt x="507349" y="102894"/>
                  <a:pt x="509634" y="102526"/>
                  <a:pt x="511788" y="101792"/>
                </a:cubicBezTo>
                <a:cubicBezTo>
                  <a:pt x="513943" y="101056"/>
                  <a:pt x="515599" y="100268"/>
                  <a:pt x="516755" y="99427"/>
                </a:cubicBezTo>
                <a:cubicBezTo>
                  <a:pt x="517071" y="99217"/>
                  <a:pt x="517439" y="99191"/>
                  <a:pt x="517859" y="99348"/>
                </a:cubicBezTo>
                <a:cubicBezTo>
                  <a:pt x="518280" y="99505"/>
                  <a:pt x="518647" y="99768"/>
                  <a:pt x="518961" y="100137"/>
                </a:cubicBezTo>
                <a:cubicBezTo>
                  <a:pt x="519277" y="100504"/>
                  <a:pt x="519514" y="100898"/>
                  <a:pt x="519671" y="101318"/>
                </a:cubicBezTo>
                <a:cubicBezTo>
                  <a:pt x="519830" y="101738"/>
                  <a:pt x="519804" y="102106"/>
                  <a:pt x="519594" y="102422"/>
                </a:cubicBezTo>
                <a:cubicBezTo>
                  <a:pt x="517597" y="105679"/>
                  <a:pt x="514996" y="107991"/>
                  <a:pt x="511790" y="109358"/>
                </a:cubicBezTo>
                <a:cubicBezTo>
                  <a:pt x="508584" y="110724"/>
                  <a:pt x="504827" y="111407"/>
                  <a:pt x="500517" y="111407"/>
                </a:cubicBezTo>
                <a:cubicBezTo>
                  <a:pt x="493371" y="111407"/>
                  <a:pt x="488327" y="109805"/>
                  <a:pt x="485384" y="106601"/>
                </a:cubicBezTo>
                <a:cubicBezTo>
                  <a:pt x="482441" y="103395"/>
                  <a:pt x="480970" y="98376"/>
                  <a:pt x="480970" y="91544"/>
                </a:cubicBezTo>
                <a:lnTo>
                  <a:pt x="480970" y="51027"/>
                </a:lnTo>
                <a:cubicBezTo>
                  <a:pt x="480970" y="49766"/>
                  <a:pt x="480917" y="48768"/>
                  <a:pt x="480811" y="48032"/>
                </a:cubicBezTo>
                <a:cubicBezTo>
                  <a:pt x="480707" y="47296"/>
                  <a:pt x="480391" y="46770"/>
                  <a:pt x="479865" y="46456"/>
                </a:cubicBezTo>
                <a:cubicBezTo>
                  <a:pt x="479339" y="46140"/>
                  <a:pt x="478472" y="45956"/>
                  <a:pt x="477263" y="45903"/>
                </a:cubicBezTo>
                <a:cubicBezTo>
                  <a:pt x="476055" y="45850"/>
                  <a:pt x="474348" y="45823"/>
                  <a:pt x="472141" y="45823"/>
                </a:cubicBezTo>
                <a:cubicBezTo>
                  <a:pt x="471825" y="45823"/>
                  <a:pt x="471562" y="45508"/>
                  <a:pt x="471352" y="44878"/>
                </a:cubicBezTo>
                <a:cubicBezTo>
                  <a:pt x="471142" y="44248"/>
                  <a:pt x="471010" y="43565"/>
                  <a:pt x="470958" y="42828"/>
                </a:cubicBezTo>
                <a:cubicBezTo>
                  <a:pt x="470905" y="42092"/>
                  <a:pt x="470983" y="41409"/>
                  <a:pt x="471193" y="40779"/>
                </a:cubicBezTo>
                <a:cubicBezTo>
                  <a:pt x="471405" y="40149"/>
                  <a:pt x="471721" y="39833"/>
                  <a:pt x="472141" y="39833"/>
                </a:cubicBezTo>
                <a:cubicBezTo>
                  <a:pt x="474768" y="39623"/>
                  <a:pt x="477027" y="39230"/>
                  <a:pt x="478918" y="38652"/>
                </a:cubicBezTo>
                <a:cubicBezTo>
                  <a:pt x="480810" y="38073"/>
                  <a:pt x="482413" y="37154"/>
                  <a:pt x="483726" y="35893"/>
                </a:cubicBezTo>
                <a:cubicBezTo>
                  <a:pt x="485041" y="34631"/>
                  <a:pt x="486093" y="32923"/>
                  <a:pt x="486880" y="30769"/>
                </a:cubicBezTo>
                <a:cubicBezTo>
                  <a:pt x="487669" y="28614"/>
                  <a:pt x="488326" y="25802"/>
                  <a:pt x="488850" y="22335"/>
                </a:cubicBezTo>
                <a:cubicBezTo>
                  <a:pt x="488956" y="21703"/>
                  <a:pt x="489377" y="21230"/>
                  <a:pt x="490113" y="20916"/>
                </a:cubicBezTo>
                <a:cubicBezTo>
                  <a:pt x="490849" y="20600"/>
                  <a:pt x="491638" y="20442"/>
                  <a:pt x="492478" y="20442"/>
                </a:cubicBezTo>
                <a:cubicBezTo>
                  <a:pt x="493318" y="20442"/>
                  <a:pt x="494080" y="20573"/>
                  <a:pt x="494763" y="20836"/>
                </a:cubicBezTo>
                <a:cubicBezTo>
                  <a:pt x="495446" y="21099"/>
                  <a:pt x="495788" y="21441"/>
                  <a:pt x="495788" y="21861"/>
                </a:cubicBezTo>
                <a:lnTo>
                  <a:pt x="495788" y="35419"/>
                </a:lnTo>
                <a:cubicBezTo>
                  <a:pt x="495788" y="37102"/>
                  <a:pt x="495867" y="38074"/>
                  <a:pt x="496024" y="38337"/>
                </a:cubicBezTo>
                <a:cubicBezTo>
                  <a:pt x="496183" y="38599"/>
                  <a:pt x="496840" y="38729"/>
                  <a:pt x="497996" y="38729"/>
                </a:cubicBezTo>
                <a:lnTo>
                  <a:pt x="514391" y="38729"/>
                </a:lnTo>
                <a:cubicBezTo>
                  <a:pt x="515127" y="38729"/>
                  <a:pt x="515600" y="39150"/>
                  <a:pt x="515810" y="39992"/>
                </a:cubicBezTo>
                <a:cubicBezTo>
                  <a:pt x="516020" y="40833"/>
                  <a:pt x="516125" y="41568"/>
                  <a:pt x="516125" y="42198"/>
                </a:cubicBezTo>
                <a:cubicBezTo>
                  <a:pt x="516125" y="42828"/>
                  <a:pt x="515993" y="43590"/>
                  <a:pt x="515730" y="44483"/>
                </a:cubicBezTo>
                <a:cubicBezTo>
                  <a:pt x="515469" y="45377"/>
                  <a:pt x="514917" y="45823"/>
                  <a:pt x="514075" y="45823"/>
                </a:cubicBezTo>
                <a:lnTo>
                  <a:pt x="497207" y="45823"/>
                </a:lnTo>
                <a:cubicBezTo>
                  <a:pt x="496471" y="45823"/>
                  <a:pt x="496050" y="46008"/>
                  <a:pt x="495944" y="46377"/>
                </a:cubicBezTo>
                <a:cubicBezTo>
                  <a:pt x="495840" y="46744"/>
                  <a:pt x="495788" y="48084"/>
                  <a:pt x="495788" y="50396"/>
                </a:cubicBezTo>
                <a:lnTo>
                  <a:pt x="495788" y="85552"/>
                </a:lnTo>
                <a:close/>
                <a:moveTo>
                  <a:pt x="678793" y="77197"/>
                </a:moveTo>
                <a:cubicBezTo>
                  <a:pt x="678793" y="76041"/>
                  <a:pt x="678740" y="75331"/>
                  <a:pt x="678634" y="75068"/>
                </a:cubicBezTo>
                <a:cubicBezTo>
                  <a:pt x="678530" y="74805"/>
                  <a:pt x="678268" y="74674"/>
                  <a:pt x="677848" y="74674"/>
                </a:cubicBezTo>
                <a:cubicBezTo>
                  <a:pt x="669229" y="75410"/>
                  <a:pt x="662844" y="77224"/>
                  <a:pt x="658692" y="80115"/>
                </a:cubicBezTo>
                <a:cubicBezTo>
                  <a:pt x="654542" y="83005"/>
                  <a:pt x="652466" y="86710"/>
                  <a:pt x="652466" y="91229"/>
                </a:cubicBezTo>
                <a:cubicBezTo>
                  <a:pt x="652466" y="94382"/>
                  <a:pt x="653255" y="97036"/>
                  <a:pt x="654831" y="99192"/>
                </a:cubicBezTo>
                <a:cubicBezTo>
                  <a:pt x="656408" y="101345"/>
                  <a:pt x="659035" y="102422"/>
                  <a:pt x="662714" y="102422"/>
                </a:cubicBezTo>
                <a:cubicBezTo>
                  <a:pt x="665131" y="102422"/>
                  <a:pt x="667679" y="101949"/>
                  <a:pt x="670359" y="101003"/>
                </a:cubicBezTo>
                <a:cubicBezTo>
                  <a:pt x="673039" y="100057"/>
                  <a:pt x="675430" y="98690"/>
                  <a:pt x="677533" y="96904"/>
                </a:cubicBezTo>
                <a:cubicBezTo>
                  <a:pt x="678373" y="96063"/>
                  <a:pt x="678793" y="95222"/>
                  <a:pt x="678793" y="94380"/>
                </a:cubicBezTo>
                <a:lnTo>
                  <a:pt x="678793" y="77197"/>
                </a:lnTo>
                <a:moveTo>
                  <a:pt x="693614" y="92805"/>
                </a:moveTo>
                <a:cubicBezTo>
                  <a:pt x="693614" y="96484"/>
                  <a:pt x="693956" y="99059"/>
                  <a:pt x="694639" y="100531"/>
                </a:cubicBezTo>
                <a:cubicBezTo>
                  <a:pt x="695322" y="102002"/>
                  <a:pt x="696662" y="102737"/>
                  <a:pt x="698659" y="102737"/>
                </a:cubicBezTo>
                <a:cubicBezTo>
                  <a:pt x="699815" y="102737"/>
                  <a:pt x="700760" y="102606"/>
                  <a:pt x="701495" y="102343"/>
                </a:cubicBezTo>
                <a:cubicBezTo>
                  <a:pt x="702231" y="102080"/>
                  <a:pt x="703282" y="101528"/>
                  <a:pt x="704649" y="100688"/>
                </a:cubicBezTo>
                <a:cubicBezTo>
                  <a:pt x="704964" y="100478"/>
                  <a:pt x="705306" y="100478"/>
                  <a:pt x="705673" y="100688"/>
                </a:cubicBezTo>
                <a:cubicBezTo>
                  <a:pt x="706042" y="100898"/>
                  <a:pt x="706357" y="101187"/>
                  <a:pt x="706619" y="101556"/>
                </a:cubicBezTo>
                <a:cubicBezTo>
                  <a:pt x="706882" y="101923"/>
                  <a:pt x="707065" y="102344"/>
                  <a:pt x="707170" y="102817"/>
                </a:cubicBezTo>
                <a:cubicBezTo>
                  <a:pt x="707275" y="103290"/>
                  <a:pt x="707171" y="103684"/>
                  <a:pt x="706857" y="103998"/>
                </a:cubicBezTo>
                <a:cubicBezTo>
                  <a:pt x="702758" y="108937"/>
                  <a:pt x="697923" y="111407"/>
                  <a:pt x="692351" y="111407"/>
                </a:cubicBezTo>
                <a:cubicBezTo>
                  <a:pt x="689304" y="111407"/>
                  <a:pt x="686703" y="110593"/>
                  <a:pt x="684547" y="108965"/>
                </a:cubicBezTo>
                <a:cubicBezTo>
                  <a:pt x="682394" y="107336"/>
                  <a:pt x="680791" y="105417"/>
                  <a:pt x="679741" y="103209"/>
                </a:cubicBezTo>
                <a:cubicBezTo>
                  <a:pt x="679529" y="102684"/>
                  <a:pt x="679213" y="102632"/>
                  <a:pt x="678793" y="103053"/>
                </a:cubicBezTo>
                <a:cubicBezTo>
                  <a:pt x="676060" y="105469"/>
                  <a:pt x="672881" y="107466"/>
                  <a:pt x="669255" y="109042"/>
                </a:cubicBezTo>
                <a:cubicBezTo>
                  <a:pt x="665629" y="110619"/>
                  <a:pt x="661084" y="111407"/>
                  <a:pt x="655620" y="111407"/>
                </a:cubicBezTo>
                <a:cubicBezTo>
                  <a:pt x="649629" y="111407"/>
                  <a:pt x="645003" y="109805"/>
                  <a:pt x="641745" y="106601"/>
                </a:cubicBezTo>
                <a:cubicBezTo>
                  <a:pt x="638487" y="103395"/>
                  <a:pt x="636859" y="98849"/>
                  <a:pt x="636859" y="92963"/>
                </a:cubicBezTo>
                <a:cubicBezTo>
                  <a:pt x="636859" y="85395"/>
                  <a:pt x="640380" y="79588"/>
                  <a:pt x="647422" y="75542"/>
                </a:cubicBezTo>
                <a:cubicBezTo>
                  <a:pt x="654464" y="71496"/>
                  <a:pt x="664711" y="69473"/>
                  <a:pt x="678163" y="69473"/>
                </a:cubicBezTo>
                <a:cubicBezTo>
                  <a:pt x="678373" y="69473"/>
                  <a:pt x="678530" y="69210"/>
                  <a:pt x="678634" y="68684"/>
                </a:cubicBezTo>
                <a:cubicBezTo>
                  <a:pt x="678740" y="68158"/>
                  <a:pt x="678793" y="66949"/>
                  <a:pt x="678793" y="65059"/>
                </a:cubicBezTo>
                <a:lnTo>
                  <a:pt x="678793" y="60801"/>
                </a:lnTo>
                <a:cubicBezTo>
                  <a:pt x="678793" y="58174"/>
                  <a:pt x="678583" y="55704"/>
                  <a:pt x="678163" y="53391"/>
                </a:cubicBezTo>
                <a:cubicBezTo>
                  <a:pt x="677743" y="51079"/>
                  <a:pt x="677033" y="49056"/>
                  <a:pt x="676034" y="47322"/>
                </a:cubicBezTo>
                <a:cubicBezTo>
                  <a:pt x="675036" y="45588"/>
                  <a:pt x="673644" y="44222"/>
                  <a:pt x="671858" y="43223"/>
                </a:cubicBezTo>
                <a:cubicBezTo>
                  <a:pt x="670071" y="42224"/>
                  <a:pt x="667864" y="41724"/>
                  <a:pt x="665235" y="41724"/>
                </a:cubicBezTo>
                <a:cubicBezTo>
                  <a:pt x="661346" y="41724"/>
                  <a:pt x="658193" y="42487"/>
                  <a:pt x="655776" y="44012"/>
                </a:cubicBezTo>
                <a:cubicBezTo>
                  <a:pt x="653360" y="45536"/>
                  <a:pt x="652151" y="47506"/>
                  <a:pt x="652151" y="49923"/>
                </a:cubicBezTo>
                <a:cubicBezTo>
                  <a:pt x="652151" y="51079"/>
                  <a:pt x="652519" y="52209"/>
                  <a:pt x="653253" y="53312"/>
                </a:cubicBezTo>
                <a:cubicBezTo>
                  <a:pt x="653989" y="54415"/>
                  <a:pt x="654357" y="55545"/>
                  <a:pt x="654357" y="56701"/>
                </a:cubicBezTo>
                <a:cubicBezTo>
                  <a:pt x="654357" y="58174"/>
                  <a:pt x="653621" y="59593"/>
                  <a:pt x="652149" y="60959"/>
                </a:cubicBezTo>
                <a:cubicBezTo>
                  <a:pt x="650678" y="62326"/>
                  <a:pt x="648892" y="63009"/>
                  <a:pt x="646792" y="63009"/>
                </a:cubicBezTo>
                <a:cubicBezTo>
                  <a:pt x="643953" y="63009"/>
                  <a:pt x="641929" y="62247"/>
                  <a:pt x="640720" y="60724"/>
                </a:cubicBezTo>
                <a:cubicBezTo>
                  <a:pt x="639512" y="59198"/>
                  <a:pt x="638908" y="57333"/>
                  <a:pt x="638908" y="55126"/>
                </a:cubicBezTo>
                <a:cubicBezTo>
                  <a:pt x="638908" y="52499"/>
                  <a:pt x="639644" y="50003"/>
                  <a:pt x="641114" y="47637"/>
                </a:cubicBezTo>
                <a:cubicBezTo>
                  <a:pt x="642587" y="45272"/>
                  <a:pt x="644583" y="43249"/>
                  <a:pt x="647104" y="41568"/>
                </a:cubicBezTo>
                <a:cubicBezTo>
                  <a:pt x="649627" y="39886"/>
                  <a:pt x="652570" y="38546"/>
                  <a:pt x="655933" y="37548"/>
                </a:cubicBezTo>
                <a:cubicBezTo>
                  <a:pt x="659297" y="36549"/>
                  <a:pt x="662819" y="36049"/>
                  <a:pt x="666498" y="36049"/>
                </a:cubicBezTo>
                <a:cubicBezTo>
                  <a:pt x="674905" y="36049"/>
                  <a:pt x="681526" y="37994"/>
                  <a:pt x="686361" y="41883"/>
                </a:cubicBezTo>
                <a:cubicBezTo>
                  <a:pt x="691196" y="45772"/>
                  <a:pt x="693614" y="52236"/>
                  <a:pt x="693614" y="61275"/>
                </a:cubicBezTo>
                <a:lnTo>
                  <a:pt x="693614" y="92805"/>
                </a:lnTo>
                <a:close/>
                <a:moveTo>
                  <a:pt x="734036" y="85552"/>
                </a:moveTo>
                <a:cubicBezTo>
                  <a:pt x="734036" y="91437"/>
                  <a:pt x="734692" y="95800"/>
                  <a:pt x="736006" y="98638"/>
                </a:cubicBezTo>
                <a:cubicBezTo>
                  <a:pt x="737319" y="101475"/>
                  <a:pt x="739710" y="102894"/>
                  <a:pt x="743179" y="102894"/>
                </a:cubicBezTo>
                <a:cubicBezTo>
                  <a:pt x="745596" y="102894"/>
                  <a:pt x="747881" y="102526"/>
                  <a:pt x="750035" y="101792"/>
                </a:cubicBezTo>
                <a:cubicBezTo>
                  <a:pt x="752191" y="101056"/>
                  <a:pt x="753846" y="100268"/>
                  <a:pt x="755003" y="99427"/>
                </a:cubicBezTo>
                <a:cubicBezTo>
                  <a:pt x="755319" y="99217"/>
                  <a:pt x="755687" y="99191"/>
                  <a:pt x="756107" y="99348"/>
                </a:cubicBezTo>
                <a:cubicBezTo>
                  <a:pt x="756527" y="99505"/>
                  <a:pt x="756894" y="99768"/>
                  <a:pt x="757209" y="100137"/>
                </a:cubicBezTo>
                <a:cubicBezTo>
                  <a:pt x="757525" y="100504"/>
                  <a:pt x="757761" y="100898"/>
                  <a:pt x="757918" y="101318"/>
                </a:cubicBezTo>
                <a:cubicBezTo>
                  <a:pt x="758077" y="101738"/>
                  <a:pt x="758051" y="102106"/>
                  <a:pt x="757841" y="102422"/>
                </a:cubicBezTo>
                <a:cubicBezTo>
                  <a:pt x="755845" y="105679"/>
                  <a:pt x="753243" y="107991"/>
                  <a:pt x="750038" y="109358"/>
                </a:cubicBezTo>
                <a:cubicBezTo>
                  <a:pt x="746832" y="110724"/>
                  <a:pt x="743074" y="111407"/>
                  <a:pt x="738765" y="111407"/>
                </a:cubicBezTo>
                <a:cubicBezTo>
                  <a:pt x="731619" y="111407"/>
                  <a:pt x="726574" y="109805"/>
                  <a:pt x="723631" y="106601"/>
                </a:cubicBezTo>
                <a:cubicBezTo>
                  <a:pt x="720689" y="103395"/>
                  <a:pt x="719217" y="98376"/>
                  <a:pt x="719217" y="91544"/>
                </a:cubicBezTo>
                <a:lnTo>
                  <a:pt x="719217" y="51027"/>
                </a:lnTo>
                <a:cubicBezTo>
                  <a:pt x="719217" y="49766"/>
                  <a:pt x="719164" y="48768"/>
                  <a:pt x="719058" y="48032"/>
                </a:cubicBezTo>
                <a:cubicBezTo>
                  <a:pt x="718954" y="47296"/>
                  <a:pt x="718639" y="46770"/>
                  <a:pt x="718113" y="46456"/>
                </a:cubicBezTo>
                <a:cubicBezTo>
                  <a:pt x="717587" y="46140"/>
                  <a:pt x="716719" y="45956"/>
                  <a:pt x="715510" y="45903"/>
                </a:cubicBezTo>
                <a:cubicBezTo>
                  <a:pt x="714302" y="45850"/>
                  <a:pt x="712595" y="45823"/>
                  <a:pt x="710389" y="45823"/>
                </a:cubicBezTo>
                <a:cubicBezTo>
                  <a:pt x="710073" y="45823"/>
                  <a:pt x="709810" y="45508"/>
                  <a:pt x="709600" y="44878"/>
                </a:cubicBezTo>
                <a:cubicBezTo>
                  <a:pt x="709389" y="44248"/>
                  <a:pt x="709258" y="43565"/>
                  <a:pt x="709205" y="42828"/>
                </a:cubicBezTo>
                <a:cubicBezTo>
                  <a:pt x="709152" y="42092"/>
                  <a:pt x="709231" y="41409"/>
                  <a:pt x="709441" y="40779"/>
                </a:cubicBezTo>
                <a:cubicBezTo>
                  <a:pt x="709652" y="40149"/>
                  <a:pt x="709968" y="39833"/>
                  <a:pt x="710389" y="39833"/>
                </a:cubicBezTo>
                <a:cubicBezTo>
                  <a:pt x="713015" y="39623"/>
                  <a:pt x="715274" y="39230"/>
                  <a:pt x="717165" y="38652"/>
                </a:cubicBezTo>
                <a:cubicBezTo>
                  <a:pt x="719058" y="38073"/>
                  <a:pt x="720660" y="37154"/>
                  <a:pt x="721974" y="35893"/>
                </a:cubicBezTo>
                <a:cubicBezTo>
                  <a:pt x="723289" y="34631"/>
                  <a:pt x="724340" y="32923"/>
                  <a:pt x="725128" y="30769"/>
                </a:cubicBezTo>
                <a:cubicBezTo>
                  <a:pt x="725917" y="28614"/>
                  <a:pt x="726573" y="25802"/>
                  <a:pt x="727098" y="22335"/>
                </a:cubicBezTo>
                <a:cubicBezTo>
                  <a:pt x="727204" y="21703"/>
                  <a:pt x="727625" y="21230"/>
                  <a:pt x="728361" y="20916"/>
                </a:cubicBezTo>
                <a:cubicBezTo>
                  <a:pt x="729097" y="20600"/>
                  <a:pt x="729885" y="20442"/>
                  <a:pt x="730725" y="20442"/>
                </a:cubicBezTo>
                <a:cubicBezTo>
                  <a:pt x="731566" y="20442"/>
                  <a:pt x="732328" y="20573"/>
                  <a:pt x="733011" y="20836"/>
                </a:cubicBezTo>
                <a:cubicBezTo>
                  <a:pt x="733694" y="21099"/>
                  <a:pt x="734036" y="21441"/>
                  <a:pt x="734036" y="21861"/>
                </a:cubicBezTo>
                <a:lnTo>
                  <a:pt x="734036" y="35419"/>
                </a:lnTo>
                <a:cubicBezTo>
                  <a:pt x="734036" y="37102"/>
                  <a:pt x="734114" y="38074"/>
                  <a:pt x="734271" y="38337"/>
                </a:cubicBezTo>
                <a:cubicBezTo>
                  <a:pt x="734430" y="38599"/>
                  <a:pt x="735088" y="38729"/>
                  <a:pt x="736244" y="38729"/>
                </a:cubicBezTo>
                <a:lnTo>
                  <a:pt x="752638" y="38729"/>
                </a:lnTo>
                <a:cubicBezTo>
                  <a:pt x="753374" y="38729"/>
                  <a:pt x="753847" y="39150"/>
                  <a:pt x="754057" y="39992"/>
                </a:cubicBezTo>
                <a:cubicBezTo>
                  <a:pt x="754267" y="40833"/>
                  <a:pt x="754372" y="41568"/>
                  <a:pt x="754372" y="42198"/>
                </a:cubicBezTo>
                <a:cubicBezTo>
                  <a:pt x="754372" y="42828"/>
                  <a:pt x="754241" y="43590"/>
                  <a:pt x="753978" y="44483"/>
                </a:cubicBezTo>
                <a:cubicBezTo>
                  <a:pt x="753717" y="45377"/>
                  <a:pt x="753165" y="45823"/>
                  <a:pt x="752323" y="45823"/>
                </a:cubicBezTo>
                <a:lnTo>
                  <a:pt x="735455" y="45823"/>
                </a:lnTo>
                <a:cubicBezTo>
                  <a:pt x="734719" y="45823"/>
                  <a:pt x="734298" y="46008"/>
                  <a:pt x="734192" y="46377"/>
                </a:cubicBezTo>
                <a:cubicBezTo>
                  <a:pt x="734088" y="46744"/>
                  <a:pt x="734036" y="48084"/>
                  <a:pt x="734036" y="50396"/>
                </a:cubicBezTo>
                <a:lnTo>
                  <a:pt x="734036" y="85552"/>
                </a:lnTo>
                <a:close/>
                <a:moveTo>
                  <a:pt x="896051" y="85552"/>
                </a:moveTo>
                <a:cubicBezTo>
                  <a:pt x="896051" y="91437"/>
                  <a:pt x="896707" y="95800"/>
                  <a:pt x="898021" y="98638"/>
                </a:cubicBezTo>
                <a:cubicBezTo>
                  <a:pt x="899334" y="101475"/>
                  <a:pt x="901725" y="102894"/>
                  <a:pt x="905194" y="102894"/>
                </a:cubicBezTo>
                <a:cubicBezTo>
                  <a:pt x="907611" y="102894"/>
                  <a:pt x="909896" y="102526"/>
                  <a:pt x="912050" y="101792"/>
                </a:cubicBezTo>
                <a:cubicBezTo>
                  <a:pt x="914206" y="101056"/>
                  <a:pt x="915861" y="100268"/>
                  <a:pt x="917018" y="99427"/>
                </a:cubicBezTo>
                <a:cubicBezTo>
                  <a:pt x="917334" y="99217"/>
                  <a:pt x="917702" y="99191"/>
                  <a:pt x="918122" y="99348"/>
                </a:cubicBezTo>
                <a:cubicBezTo>
                  <a:pt x="918542" y="99505"/>
                  <a:pt x="918909" y="99768"/>
                  <a:pt x="919224" y="100137"/>
                </a:cubicBezTo>
                <a:cubicBezTo>
                  <a:pt x="919540" y="100504"/>
                  <a:pt x="919776" y="100898"/>
                  <a:pt x="919933" y="101318"/>
                </a:cubicBezTo>
                <a:cubicBezTo>
                  <a:pt x="920092" y="101738"/>
                  <a:pt x="920066" y="102106"/>
                  <a:pt x="919856" y="102422"/>
                </a:cubicBezTo>
                <a:cubicBezTo>
                  <a:pt x="917860" y="105679"/>
                  <a:pt x="915258" y="107991"/>
                  <a:pt x="912053" y="109358"/>
                </a:cubicBezTo>
                <a:cubicBezTo>
                  <a:pt x="908847" y="110724"/>
                  <a:pt x="905089" y="111407"/>
                  <a:pt x="900780" y="111407"/>
                </a:cubicBezTo>
                <a:cubicBezTo>
                  <a:pt x="893634" y="111407"/>
                  <a:pt x="888589" y="109805"/>
                  <a:pt x="885646" y="106601"/>
                </a:cubicBezTo>
                <a:cubicBezTo>
                  <a:pt x="882703" y="103395"/>
                  <a:pt x="881232" y="98376"/>
                  <a:pt x="881232" y="91544"/>
                </a:cubicBezTo>
                <a:lnTo>
                  <a:pt x="881232" y="51027"/>
                </a:lnTo>
                <a:cubicBezTo>
                  <a:pt x="881232" y="49766"/>
                  <a:pt x="881179" y="48768"/>
                  <a:pt x="881073" y="48032"/>
                </a:cubicBezTo>
                <a:cubicBezTo>
                  <a:pt x="880969" y="47296"/>
                  <a:pt x="880654" y="46770"/>
                  <a:pt x="880128" y="46456"/>
                </a:cubicBezTo>
                <a:cubicBezTo>
                  <a:pt x="879602" y="46140"/>
                  <a:pt x="878734" y="45956"/>
                  <a:pt x="877525" y="45903"/>
                </a:cubicBezTo>
                <a:cubicBezTo>
                  <a:pt x="876317" y="45850"/>
                  <a:pt x="874610" y="45823"/>
                  <a:pt x="872404" y="45823"/>
                </a:cubicBezTo>
                <a:cubicBezTo>
                  <a:pt x="872088" y="45823"/>
                  <a:pt x="871825" y="45508"/>
                  <a:pt x="871615" y="44878"/>
                </a:cubicBezTo>
                <a:cubicBezTo>
                  <a:pt x="871404" y="44248"/>
                  <a:pt x="871273" y="43565"/>
                  <a:pt x="871220" y="42828"/>
                </a:cubicBezTo>
                <a:cubicBezTo>
                  <a:pt x="871167" y="42092"/>
                  <a:pt x="871246" y="41409"/>
                  <a:pt x="871456" y="40779"/>
                </a:cubicBezTo>
                <a:cubicBezTo>
                  <a:pt x="871667" y="40149"/>
                  <a:pt x="871983" y="39833"/>
                  <a:pt x="872404" y="39833"/>
                </a:cubicBezTo>
                <a:cubicBezTo>
                  <a:pt x="875030" y="39623"/>
                  <a:pt x="877289" y="39230"/>
                  <a:pt x="879180" y="38652"/>
                </a:cubicBezTo>
                <a:cubicBezTo>
                  <a:pt x="881072" y="38073"/>
                  <a:pt x="882675" y="37154"/>
                  <a:pt x="883989" y="35893"/>
                </a:cubicBezTo>
                <a:cubicBezTo>
                  <a:pt x="885304" y="34631"/>
                  <a:pt x="886355" y="32923"/>
                  <a:pt x="887143" y="30769"/>
                </a:cubicBezTo>
                <a:cubicBezTo>
                  <a:pt x="887932" y="28614"/>
                  <a:pt x="888588" y="25802"/>
                  <a:pt x="889113" y="22335"/>
                </a:cubicBezTo>
                <a:cubicBezTo>
                  <a:pt x="889219" y="21703"/>
                  <a:pt x="889640" y="21230"/>
                  <a:pt x="890376" y="20916"/>
                </a:cubicBezTo>
                <a:cubicBezTo>
                  <a:pt x="891112" y="20600"/>
                  <a:pt x="891900" y="20442"/>
                  <a:pt x="892740" y="20442"/>
                </a:cubicBezTo>
                <a:cubicBezTo>
                  <a:pt x="893581" y="20442"/>
                  <a:pt x="894343" y="20573"/>
                  <a:pt x="895026" y="20836"/>
                </a:cubicBezTo>
                <a:cubicBezTo>
                  <a:pt x="895709" y="21099"/>
                  <a:pt x="896051" y="21441"/>
                  <a:pt x="896051" y="21861"/>
                </a:cubicBezTo>
                <a:lnTo>
                  <a:pt x="896051" y="35419"/>
                </a:lnTo>
                <a:cubicBezTo>
                  <a:pt x="896051" y="37102"/>
                  <a:pt x="896129" y="38074"/>
                  <a:pt x="896286" y="38337"/>
                </a:cubicBezTo>
                <a:cubicBezTo>
                  <a:pt x="896445" y="38599"/>
                  <a:pt x="897103" y="38729"/>
                  <a:pt x="898259" y="38729"/>
                </a:cubicBezTo>
                <a:lnTo>
                  <a:pt x="914653" y="38729"/>
                </a:lnTo>
                <a:cubicBezTo>
                  <a:pt x="915389" y="38729"/>
                  <a:pt x="915862" y="39150"/>
                  <a:pt x="916072" y="39992"/>
                </a:cubicBezTo>
                <a:cubicBezTo>
                  <a:pt x="916282" y="40833"/>
                  <a:pt x="916387" y="41568"/>
                  <a:pt x="916387" y="42198"/>
                </a:cubicBezTo>
                <a:cubicBezTo>
                  <a:pt x="916387" y="42828"/>
                  <a:pt x="916256" y="43590"/>
                  <a:pt x="915993" y="44483"/>
                </a:cubicBezTo>
                <a:cubicBezTo>
                  <a:pt x="915732" y="45377"/>
                  <a:pt x="915180" y="45823"/>
                  <a:pt x="914338" y="45823"/>
                </a:cubicBezTo>
                <a:lnTo>
                  <a:pt x="897470" y="45823"/>
                </a:lnTo>
                <a:cubicBezTo>
                  <a:pt x="896734" y="45823"/>
                  <a:pt x="896313" y="46008"/>
                  <a:pt x="896207" y="46377"/>
                </a:cubicBezTo>
                <a:cubicBezTo>
                  <a:pt x="896103" y="46744"/>
                  <a:pt x="896051" y="48084"/>
                  <a:pt x="896051" y="50396"/>
                </a:cubicBezTo>
                <a:lnTo>
                  <a:pt x="896051" y="85552"/>
                </a:lnTo>
                <a:close/>
                <a:moveTo>
                  <a:pt x="950331" y="47401"/>
                </a:moveTo>
                <a:cubicBezTo>
                  <a:pt x="950541" y="47926"/>
                  <a:pt x="950804" y="47926"/>
                  <a:pt x="951120" y="47401"/>
                </a:cubicBezTo>
                <a:cubicBezTo>
                  <a:pt x="953851" y="43828"/>
                  <a:pt x="957240" y="41043"/>
                  <a:pt x="961286" y="39047"/>
                </a:cubicBezTo>
                <a:cubicBezTo>
                  <a:pt x="965334" y="37049"/>
                  <a:pt x="969354" y="36049"/>
                  <a:pt x="973348" y="36049"/>
                </a:cubicBezTo>
                <a:cubicBezTo>
                  <a:pt x="982282" y="36049"/>
                  <a:pt x="988719" y="38494"/>
                  <a:pt x="992660" y="43382"/>
                </a:cubicBezTo>
                <a:cubicBezTo>
                  <a:pt x="996602" y="48268"/>
                  <a:pt x="998573" y="54653"/>
                  <a:pt x="998573" y="62535"/>
                </a:cubicBezTo>
                <a:lnTo>
                  <a:pt x="998573" y="91701"/>
                </a:lnTo>
                <a:cubicBezTo>
                  <a:pt x="998573" y="94433"/>
                  <a:pt x="998651" y="96641"/>
                  <a:pt x="998809" y="98323"/>
                </a:cubicBezTo>
                <a:cubicBezTo>
                  <a:pt x="998966" y="100004"/>
                  <a:pt x="999333" y="101344"/>
                  <a:pt x="999910" y="102343"/>
                </a:cubicBezTo>
                <a:cubicBezTo>
                  <a:pt x="1000489" y="103342"/>
                  <a:pt x="1001409" y="104078"/>
                  <a:pt x="1002670" y="104551"/>
                </a:cubicBezTo>
                <a:cubicBezTo>
                  <a:pt x="1003932" y="105023"/>
                  <a:pt x="1005666" y="105469"/>
                  <a:pt x="1007873" y="105891"/>
                </a:cubicBezTo>
                <a:cubicBezTo>
                  <a:pt x="1008505" y="105995"/>
                  <a:pt x="1008978" y="106310"/>
                  <a:pt x="1009292" y="106837"/>
                </a:cubicBezTo>
                <a:cubicBezTo>
                  <a:pt x="1009608" y="107361"/>
                  <a:pt x="1009766" y="107886"/>
                  <a:pt x="1009766" y="108412"/>
                </a:cubicBezTo>
                <a:cubicBezTo>
                  <a:pt x="1009766" y="108938"/>
                  <a:pt x="1009608" y="109438"/>
                  <a:pt x="1009292" y="109911"/>
                </a:cubicBezTo>
                <a:cubicBezTo>
                  <a:pt x="1008978" y="110384"/>
                  <a:pt x="1008558" y="110621"/>
                  <a:pt x="1008032" y="110621"/>
                </a:cubicBezTo>
                <a:cubicBezTo>
                  <a:pt x="1006561" y="110621"/>
                  <a:pt x="1004328" y="110436"/>
                  <a:pt x="1001332" y="110067"/>
                </a:cubicBezTo>
                <a:cubicBezTo>
                  <a:pt x="998336" y="109700"/>
                  <a:pt x="995262" y="109516"/>
                  <a:pt x="992109" y="109516"/>
                </a:cubicBezTo>
                <a:cubicBezTo>
                  <a:pt x="988746" y="109516"/>
                  <a:pt x="985435" y="109700"/>
                  <a:pt x="982176" y="110067"/>
                </a:cubicBezTo>
                <a:cubicBezTo>
                  <a:pt x="978918" y="110436"/>
                  <a:pt x="976133" y="110621"/>
                  <a:pt x="973822" y="110621"/>
                </a:cubicBezTo>
                <a:cubicBezTo>
                  <a:pt x="973190" y="110621"/>
                  <a:pt x="972716" y="110384"/>
                  <a:pt x="972400" y="109911"/>
                </a:cubicBezTo>
                <a:cubicBezTo>
                  <a:pt x="972086" y="109438"/>
                  <a:pt x="971928" y="108938"/>
                  <a:pt x="971928" y="108412"/>
                </a:cubicBezTo>
                <a:cubicBezTo>
                  <a:pt x="971928" y="107782"/>
                  <a:pt x="972086" y="107230"/>
                  <a:pt x="972400" y="106757"/>
                </a:cubicBezTo>
                <a:cubicBezTo>
                  <a:pt x="972716" y="106284"/>
                  <a:pt x="973242" y="105995"/>
                  <a:pt x="973978" y="105891"/>
                </a:cubicBezTo>
                <a:cubicBezTo>
                  <a:pt x="976396" y="105575"/>
                  <a:pt x="978262" y="105155"/>
                  <a:pt x="979576" y="104631"/>
                </a:cubicBezTo>
                <a:cubicBezTo>
                  <a:pt x="980889" y="104105"/>
                  <a:pt x="981835" y="103316"/>
                  <a:pt x="982412" y="102266"/>
                </a:cubicBezTo>
                <a:cubicBezTo>
                  <a:pt x="982991" y="101214"/>
                  <a:pt x="983359" y="99847"/>
                  <a:pt x="983516" y="98167"/>
                </a:cubicBezTo>
                <a:cubicBezTo>
                  <a:pt x="983673" y="96484"/>
                  <a:pt x="983752" y="94329"/>
                  <a:pt x="983752" y="91701"/>
                </a:cubicBezTo>
                <a:lnTo>
                  <a:pt x="983752" y="67895"/>
                </a:lnTo>
                <a:cubicBezTo>
                  <a:pt x="983752" y="65268"/>
                  <a:pt x="983568" y="62641"/>
                  <a:pt x="983201" y="60014"/>
                </a:cubicBezTo>
                <a:cubicBezTo>
                  <a:pt x="982834" y="57385"/>
                  <a:pt x="982151" y="54994"/>
                  <a:pt x="981151" y="52841"/>
                </a:cubicBezTo>
                <a:cubicBezTo>
                  <a:pt x="980154" y="50685"/>
                  <a:pt x="978709" y="48924"/>
                  <a:pt x="976817" y="47558"/>
                </a:cubicBezTo>
                <a:cubicBezTo>
                  <a:pt x="974924" y="46191"/>
                  <a:pt x="972402" y="45508"/>
                  <a:pt x="969249" y="45508"/>
                </a:cubicBezTo>
                <a:cubicBezTo>
                  <a:pt x="965886" y="45508"/>
                  <a:pt x="963021" y="46139"/>
                  <a:pt x="960656" y="47401"/>
                </a:cubicBezTo>
                <a:cubicBezTo>
                  <a:pt x="958292" y="48662"/>
                  <a:pt x="956347" y="50186"/>
                  <a:pt x="954822" y="51972"/>
                </a:cubicBezTo>
                <a:cubicBezTo>
                  <a:pt x="953299" y="53759"/>
                  <a:pt x="952169" y="55651"/>
                  <a:pt x="951433" y="57649"/>
                </a:cubicBezTo>
                <a:cubicBezTo>
                  <a:pt x="950698" y="59646"/>
                  <a:pt x="950331" y="61380"/>
                  <a:pt x="950331" y="62850"/>
                </a:cubicBezTo>
                <a:lnTo>
                  <a:pt x="950331" y="90755"/>
                </a:lnTo>
                <a:cubicBezTo>
                  <a:pt x="950331" y="93594"/>
                  <a:pt x="950383" y="95933"/>
                  <a:pt x="950487" y="97772"/>
                </a:cubicBezTo>
                <a:cubicBezTo>
                  <a:pt x="950593" y="99610"/>
                  <a:pt x="950908" y="101055"/>
                  <a:pt x="951433" y="102107"/>
                </a:cubicBezTo>
                <a:cubicBezTo>
                  <a:pt x="951959" y="103158"/>
                  <a:pt x="952773" y="103972"/>
                  <a:pt x="953877" y="104551"/>
                </a:cubicBezTo>
                <a:cubicBezTo>
                  <a:pt x="954982" y="105129"/>
                  <a:pt x="956533" y="105575"/>
                  <a:pt x="958529" y="105891"/>
                </a:cubicBezTo>
                <a:cubicBezTo>
                  <a:pt x="959264" y="105995"/>
                  <a:pt x="959789" y="106310"/>
                  <a:pt x="960105" y="106837"/>
                </a:cubicBezTo>
                <a:cubicBezTo>
                  <a:pt x="960421" y="107361"/>
                  <a:pt x="960579" y="107886"/>
                  <a:pt x="960579" y="108412"/>
                </a:cubicBezTo>
                <a:cubicBezTo>
                  <a:pt x="960579" y="108938"/>
                  <a:pt x="960421" y="109438"/>
                  <a:pt x="960105" y="109911"/>
                </a:cubicBezTo>
                <a:cubicBezTo>
                  <a:pt x="959789" y="110384"/>
                  <a:pt x="959316" y="110621"/>
                  <a:pt x="958686" y="110621"/>
                </a:cubicBezTo>
                <a:cubicBezTo>
                  <a:pt x="957319" y="110621"/>
                  <a:pt x="955191" y="110436"/>
                  <a:pt x="952301" y="110067"/>
                </a:cubicBezTo>
                <a:cubicBezTo>
                  <a:pt x="949411" y="109700"/>
                  <a:pt x="946390" y="109516"/>
                  <a:pt x="943237" y="109516"/>
                </a:cubicBezTo>
                <a:cubicBezTo>
                  <a:pt x="939874" y="109516"/>
                  <a:pt x="936668" y="109700"/>
                  <a:pt x="933619" y="110067"/>
                </a:cubicBezTo>
                <a:cubicBezTo>
                  <a:pt x="930571" y="110436"/>
                  <a:pt x="927838" y="110621"/>
                  <a:pt x="925421" y="110621"/>
                </a:cubicBezTo>
                <a:cubicBezTo>
                  <a:pt x="924791" y="110621"/>
                  <a:pt x="924318" y="110384"/>
                  <a:pt x="924002" y="109911"/>
                </a:cubicBezTo>
                <a:cubicBezTo>
                  <a:pt x="923687" y="109438"/>
                  <a:pt x="923530" y="108938"/>
                  <a:pt x="923530" y="108412"/>
                </a:cubicBezTo>
                <a:cubicBezTo>
                  <a:pt x="923530" y="107782"/>
                  <a:pt x="923687" y="107230"/>
                  <a:pt x="924002" y="106757"/>
                </a:cubicBezTo>
                <a:cubicBezTo>
                  <a:pt x="924318" y="106284"/>
                  <a:pt x="924844" y="105995"/>
                  <a:pt x="925580" y="105891"/>
                </a:cubicBezTo>
                <a:cubicBezTo>
                  <a:pt x="927997" y="105575"/>
                  <a:pt x="929862" y="105155"/>
                  <a:pt x="931175" y="104631"/>
                </a:cubicBezTo>
                <a:cubicBezTo>
                  <a:pt x="932489" y="104105"/>
                  <a:pt x="933461" y="103316"/>
                  <a:pt x="934091" y="102266"/>
                </a:cubicBezTo>
                <a:cubicBezTo>
                  <a:pt x="934723" y="101214"/>
                  <a:pt x="935117" y="99847"/>
                  <a:pt x="935274" y="98167"/>
                </a:cubicBezTo>
                <a:cubicBezTo>
                  <a:pt x="935432" y="96484"/>
                  <a:pt x="935510" y="94329"/>
                  <a:pt x="935510" y="91701"/>
                </a:cubicBezTo>
                <a:lnTo>
                  <a:pt x="935510" y="29744"/>
                </a:lnTo>
                <a:cubicBezTo>
                  <a:pt x="935510" y="25225"/>
                  <a:pt x="935405" y="21626"/>
                  <a:pt x="935195" y="18946"/>
                </a:cubicBezTo>
                <a:cubicBezTo>
                  <a:pt x="934985" y="16264"/>
                  <a:pt x="934460" y="14188"/>
                  <a:pt x="933619" y="12718"/>
                </a:cubicBezTo>
                <a:cubicBezTo>
                  <a:pt x="932779" y="11245"/>
                  <a:pt x="931518" y="10247"/>
                  <a:pt x="929835" y="9723"/>
                </a:cubicBezTo>
                <a:cubicBezTo>
                  <a:pt x="928155" y="9197"/>
                  <a:pt x="925843" y="8776"/>
                  <a:pt x="922900" y="8460"/>
                </a:cubicBezTo>
                <a:cubicBezTo>
                  <a:pt x="922374" y="8460"/>
                  <a:pt x="921979" y="8197"/>
                  <a:pt x="921716" y="7673"/>
                </a:cubicBezTo>
                <a:cubicBezTo>
                  <a:pt x="921453" y="7147"/>
                  <a:pt x="921295" y="6622"/>
                  <a:pt x="921243" y="6097"/>
                </a:cubicBezTo>
                <a:cubicBezTo>
                  <a:pt x="921191" y="5571"/>
                  <a:pt x="921296" y="5045"/>
                  <a:pt x="921558" y="4519"/>
                </a:cubicBezTo>
                <a:cubicBezTo>
                  <a:pt x="921821" y="3993"/>
                  <a:pt x="922268" y="3730"/>
                  <a:pt x="922900" y="3730"/>
                </a:cubicBezTo>
                <a:cubicBezTo>
                  <a:pt x="925947" y="3520"/>
                  <a:pt x="929677" y="3205"/>
                  <a:pt x="934091" y="2785"/>
                </a:cubicBezTo>
                <a:cubicBezTo>
                  <a:pt x="938506" y="2365"/>
                  <a:pt x="942658" y="1576"/>
                  <a:pt x="946547" y="420"/>
                </a:cubicBezTo>
                <a:cubicBezTo>
                  <a:pt x="948018" y="0"/>
                  <a:pt x="948989" y="79"/>
                  <a:pt x="949463" y="658"/>
                </a:cubicBezTo>
                <a:cubicBezTo>
                  <a:pt x="949936" y="1236"/>
                  <a:pt x="950225" y="1839"/>
                  <a:pt x="950331" y="2470"/>
                </a:cubicBezTo>
                <a:lnTo>
                  <a:pt x="950331" y="47401"/>
                </a:lnTo>
                <a:close/>
                <a:moveTo>
                  <a:pt x="1037087" y="69629"/>
                </a:moveTo>
                <a:cubicBezTo>
                  <a:pt x="1036561" y="69629"/>
                  <a:pt x="1036272" y="69814"/>
                  <a:pt x="1036219" y="70182"/>
                </a:cubicBezTo>
                <a:cubicBezTo>
                  <a:pt x="1036168" y="70550"/>
                  <a:pt x="1036142" y="70996"/>
                  <a:pt x="1036142" y="71522"/>
                </a:cubicBezTo>
                <a:cubicBezTo>
                  <a:pt x="1036142" y="76988"/>
                  <a:pt x="1036746" y="81612"/>
                  <a:pt x="1037953" y="85395"/>
                </a:cubicBezTo>
                <a:cubicBezTo>
                  <a:pt x="1039163" y="89179"/>
                  <a:pt x="1040844" y="92253"/>
                  <a:pt x="1042998" y="94618"/>
                </a:cubicBezTo>
                <a:cubicBezTo>
                  <a:pt x="1045153" y="96982"/>
                  <a:pt x="1047729" y="98690"/>
                  <a:pt x="1050725" y="99742"/>
                </a:cubicBezTo>
                <a:cubicBezTo>
                  <a:pt x="1053721" y="100793"/>
                  <a:pt x="1056952" y="101318"/>
                  <a:pt x="1060419" y="101318"/>
                </a:cubicBezTo>
                <a:cubicBezTo>
                  <a:pt x="1063992" y="101318"/>
                  <a:pt x="1067461" y="101029"/>
                  <a:pt x="1070824" y="100452"/>
                </a:cubicBezTo>
                <a:cubicBezTo>
                  <a:pt x="1074188" y="99873"/>
                  <a:pt x="1077079" y="98585"/>
                  <a:pt x="1079496" y="96589"/>
                </a:cubicBezTo>
                <a:cubicBezTo>
                  <a:pt x="1080022" y="96168"/>
                  <a:pt x="1080573" y="96011"/>
                  <a:pt x="1081151" y="96117"/>
                </a:cubicBezTo>
                <a:cubicBezTo>
                  <a:pt x="1081730" y="96221"/>
                  <a:pt x="1082203" y="96484"/>
                  <a:pt x="1082570" y="96904"/>
                </a:cubicBezTo>
                <a:cubicBezTo>
                  <a:pt x="1082937" y="97324"/>
                  <a:pt x="1083173" y="97797"/>
                  <a:pt x="1083277" y="98323"/>
                </a:cubicBezTo>
                <a:cubicBezTo>
                  <a:pt x="1083383" y="98849"/>
                  <a:pt x="1083279" y="99322"/>
                  <a:pt x="1082965" y="99742"/>
                </a:cubicBezTo>
                <a:cubicBezTo>
                  <a:pt x="1079602" y="104156"/>
                  <a:pt x="1075818" y="107204"/>
                  <a:pt x="1071613" y="108886"/>
                </a:cubicBezTo>
                <a:cubicBezTo>
                  <a:pt x="1067409" y="110567"/>
                  <a:pt x="1062207" y="111407"/>
                  <a:pt x="1056005" y="111407"/>
                </a:cubicBezTo>
                <a:cubicBezTo>
                  <a:pt x="1049699" y="111407"/>
                  <a:pt x="1044260" y="110462"/>
                  <a:pt x="1039688" y="108571"/>
                </a:cubicBezTo>
                <a:cubicBezTo>
                  <a:pt x="1035116" y="106679"/>
                  <a:pt x="1031332" y="104024"/>
                  <a:pt x="1028336" y="100608"/>
                </a:cubicBezTo>
                <a:cubicBezTo>
                  <a:pt x="1025342" y="97192"/>
                  <a:pt x="1023135" y="93199"/>
                  <a:pt x="1021716" y="88629"/>
                </a:cubicBezTo>
                <a:cubicBezTo>
                  <a:pt x="1020296" y="84056"/>
                  <a:pt x="1019587" y="79090"/>
                  <a:pt x="1019587" y="73728"/>
                </a:cubicBezTo>
                <a:cubicBezTo>
                  <a:pt x="1019587" y="68579"/>
                  <a:pt x="1020454" y="63692"/>
                  <a:pt x="1022187" y="59069"/>
                </a:cubicBezTo>
                <a:cubicBezTo>
                  <a:pt x="1023922" y="54443"/>
                  <a:pt x="1026367" y="50449"/>
                  <a:pt x="1029519" y="47086"/>
                </a:cubicBezTo>
                <a:cubicBezTo>
                  <a:pt x="1032672" y="43723"/>
                  <a:pt x="1036403" y="41043"/>
                  <a:pt x="1040713" y="39047"/>
                </a:cubicBezTo>
                <a:cubicBezTo>
                  <a:pt x="1045022" y="37049"/>
                  <a:pt x="1049804" y="36049"/>
                  <a:pt x="1055060" y="36049"/>
                </a:cubicBezTo>
                <a:cubicBezTo>
                  <a:pt x="1059473" y="36049"/>
                  <a:pt x="1063493" y="36812"/>
                  <a:pt x="1067119" y="38337"/>
                </a:cubicBezTo>
                <a:cubicBezTo>
                  <a:pt x="1070745" y="39861"/>
                  <a:pt x="1073819" y="41962"/>
                  <a:pt x="1076342" y="44642"/>
                </a:cubicBezTo>
                <a:cubicBezTo>
                  <a:pt x="1078865" y="47322"/>
                  <a:pt x="1080836" y="50528"/>
                  <a:pt x="1082255" y="54260"/>
                </a:cubicBezTo>
                <a:cubicBezTo>
                  <a:pt x="1083674" y="57990"/>
                  <a:pt x="1084384" y="62010"/>
                  <a:pt x="1084384" y="66319"/>
                </a:cubicBezTo>
                <a:cubicBezTo>
                  <a:pt x="1084384" y="68526"/>
                  <a:pt x="1083596" y="69629"/>
                  <a:pt x="1082019" y="69629"/>
                </a:cubicBezTo>
                <a:lnTo>
                  <a:pt x="1037087" y="69629"/>
                </a:lnTo>
                <a:moveTo>
                  <a:pt x="1065938" y="64113"/>
                </a:moveTo>
                <a:cubicBezTo>
                  <a:pt x="1067408" y="64113"/>
                  <a:pt x="1068249" y="63588"/>
                  <a:pt x="1068459" y="62537"/>
                </a:cubicBezTo>
                <a:cubicBezTo>
                  <a:pt x="1068671" y="61485"/>
                  <a:pt x="1068776" y="60223"/>
                  <a:pt x="1068776" y="58751"/>
                </a:cubicBezTo>
                <a:cubicBezTo>
                  <a:pt x="1068776" y="56544"/>
                  <a:pt x="1068435" y="54416"/>
                  <a:pt x="1067752" y="52367"/>
                </a:cubicBezTo>
                <a:cubicBezTo>
                  <a:pt x="1067068" y="50317"/>
                  <a:pt x="1066096" y="48504"/>
                  <a:pt x="1064834" y="46928"/>
                </a:cubicBezTo>
                <a:cubicBezTo>
                  <a:pt x="1063573" y="45351"/>
                  <a:pt x="1062050" y="44090"/>
                  <a:pt x="1060263" y="43144"/>
                </a:cubicBezTo>
                <a:cubicBezTo>
                  <a:pt x="1058476" y="42197"/>
                  <a:pt x="1056427" y="41724"/>
                  <a:pt x="1054114" y="41724"/>
                </a:cubicBezTo>
                <a:cubicBezTo>
                  <a:pt x="1051276" y="41724"/>
                  <a:pt x="1048832" y="42224"/>
                  <a:pt x="1046782" y="43223"/>
                </a:cubicBezTo>
                <a:cubicBezTo>
                  <a:pt x="1044732" y="44222"/>
                  <a:pt x="1042998" y="45536"/>
                  <a:pt x="1041579" y="47166"/>
                </a:cubicBezTo>
                <a:cubicBezTo>
                  <a:pt x="1040161" y="48793"/>
                  <a:pt x="1039084" y="50712"/>
                  <a:pt x="1038348" y="52920"/>
                </a:cubicBezTo>
                <a:cubicBezTo>
                  <a:pt x="1037612" y="55127"/>
                  <a:pt x="1037087" y="57438"/>
                  <a:pt x="1036772" y="59855"/>
                </a:cubicBezTo>
                <a:cubicBezTo>
                  <a:pt x="1036562" y="61117"/>
                  <a:pt x="1036483" y="62143"/>
                  <a:pt x="1036534" y="62932"/>
                </a:cubicBezTo>
                <a:cubicBezTo>
                  <a:pt x="1036587" y="63719"/>
                  <a:pt x="1036824" y="64113"/>
                  <a:pt x="1037244" y="64113"/>
                </a:cubicBezTo>
                <a:lnTo>
                  <a:pt x="1065938" y="64113"/>
                </a:lnTo>
                <a:close/>
                <a:moveTo>
                  <a:pt x="1255481" y="38414"/>
                </a:moveTo>
                <a:cubicBezTo>
                  <a:pt x="1255167" y="39570"/>
                  <a:pt x="1254878" y="40990"/>
                  <a:pt x="1254615" y="42672"/>
                </a:cubicBezTo>
                <a:cubicBezTo>
                  <a:pt x="1254352" y="44353"/>
                  <a:pt x="1254221" y="46139"/>
                  <a:pt x="1254221" y="48032"/>
                </a:cubicBezTo>
                <a:cubicBezTo>
                  <a:pt x="1254221" y="50028"/>
                  <a:pt x="1254273" y="52104"/>
                  <a:pt x="1254377" y="54260"/>
                </a:cubicBezTo>
                <a:cubicBezTo>
                  <a:pt x="1254483" y="56414"/>
                  <a:pt x="1254536" y="58069"/>
                  <a:pt x="1254536" y="59225"/>
                </a:cubicBezTo>
                <a:cubicBezTo>
                  <a:pt x="1254536" y="59541"/>
                  <a:pt x="1254326" y="59804"/>
                  <a:pt x="1253905" y="60014"/>
                </a:cubicBezTo>
                <a:cubicBezTo>
                  <a:pt x="1253485" y="60224"/>
                  <a:pt x="1253012" y="60356"/>
                  <a:pt x="1252486" y="60409"/>
                </a:cubicBezTo>
                <a:cubicBezTo>
                  <a:pt x="1251962" y="60460"/>
                  <a:pt x="1251489" y="60407"/>
                  <a:pt x="1251067" y="60250"/>
                </a:cubicBezTo>
                <a:cubicBezTo>
                  <a:pt x="1250647" y="60093"/>
                  <a:pt x="1250384" y="59856"/>
                  <a:pt x="1250280" y="59540"/>
                </a:cubicBezTo>
                <a:cubicBezTo>
                  <a:pt x="1249124" y="53970"/>
                  <a:pt x="1247231" y="49688"/>
                  <a:pt x="1244603" y="46692"/>
                </a:cubicBezTo>
                <a:cubicBezTo>
                  <a:pt x="1241976" y="43696"/>
                  <a:pt x="1237773" y="42198"/>
                  <a:pt x="1231993" y="42198"/>
                </a:cubicBezTo>
                <a:cubicBezTo>
                  <a:pt x="1228104" y="42198"/>
                  <a:pt x="1224898" y="43171"/>
                  <a:pt x="1222375" y="45116"/>
                </a:cubicBezTo>
                <a:cubicBezTo>
                  <a:pt x="1219853" y="47060"/>
                  <a:pt x="1218591" y="49661"/>
                  <a:pt x="1218591" y="52920"/>
                </a:cubicBezTo>
                <a:cubicBezTo>
                  <a:pt x="1218591" y="55651"/>
                  <a:pt x="1219642" y="57753"/>
                  <a:pt x="1221743" y="59225"/>
                </a:cubicBezTo>
                <a:cubicBezTo>
                  <a:pt x="1223845" y="60696"/>
                  <a:pt x="1226631" y="62062"/>
                  <a:pt x="1230100" y="63324"/>
                </a:cubicBezTo>
                <a:cubicBezTo>
                  <a:pt x="1231572" y="63850"/>
                  <a:pt x="1233333" y="64508"/>
                  <a:pt x="1235382" y="65297"/>
                </a:cubicBezTo>
                <a:cubicBezTo>
                  <a:pt x="1237432" y="66084"/>
                  <a:pt x="1239087" y="66740"/>
                  <a:pt x="1240347" y="67264"/>
                </a:cubicBezTo>
                <a:cubicBezTo>
                  <a:pt x="1243080" y="68527"/>
                  <a:pt x="1245629" y="69841"/>
                  <a:pt x="1247992" y="71207"/>
                </a:cubicBezTo>
                <a:cubicBezTo>
                  <a:pt x="1250358" y="72574"/>
                  <a:pt x="1252407" y="74177"/>
                  <a:pt x="1254141" y="76016"/>
                </a:cubicBezTo>
                <a:cubicBezTo>
                  <a:pt x="1255876" y="77854"/>
                  <a:pt x="1257243" y="79929"/>
                  <a:pt x="1258240" y="82242"/>
                </a:cubicBezTo>
                <a:cubicBezTo>
                  <a:pt x="1259239" y="84554"/>
                  <a:pt x="1259739" y="87235"/>
                  <a:pt x="1259739" y="90284"/>
                </a:cubicBezTo>
                <a:cubicBezTo>
                  <a:pt x="1259739" y="94277"/>
                  <a:pt x="1258898" y="97613"/>
                  <a:pt x="1257215" y="100293"/>
                </a:cubicBezTo>
                <a:cubicBezTo>
                  <a:pt x="1255535" y="102973"/>
                  <a:pt x="1253380" y="105128"/>
                  <a:pt x="1250752" y="106757"/>
                </a:cubicBezTo>
                <a:cubicBezTo>
                  <a:pt x="1248125" y="108387"/>
                  <a:pt x="1245130" y="109568"/>
                  <a:pt x="1241767" y="110303"/>
                </a:cubicBezTo>
                <a:cubicBezTo>
                  <a:pt x="1238404" y="111039"/>
                  <a:pt x="1235093" y="111407"/>
                  <a:pt x="1231834" y="111407"/>
                </a:cubicBezTo>
                <a:cubicBezTo>
                  <a:pt x="1229101" y="111407"/>
                  <a:pt x="1226053" y="111092"/>
                  <a:pt x="1222690" y="110462"/>
                </a:cubicBezTo>
                <a:cubicBezTo>
                  <a:pt x="1219327" y="109831"/>
                  <a:pt x="1216385" y="108938"/>
                  <a:pt x="1213862" y="107782"/>
                </a:cubicBezTo>
                <a:cubicBezTo>
                  <a:pt x="1213232" y="107572"/>
                  <a:pt x="1212575" y="107677"/>
                  <a:pt x="1211892" y="108097"/>
                </a:cubicBezTo>
                <a:cubicBezTo>
                  <a:pt x="1211208" y="108517"/>
                  <a:pt x="1210762" y="109305"/>
                  <a:pt x="1210552" y="110462"/>
                </a:cubicBezTo>
                <a:cubicBezTo>
                  <a:pt x="1210552" y="110778"/>
                  <a:pt x="1210315" y="110988"/>
                  <a:pt x="1209842" y="111092"/>
                </a:cubicBezTo>
                <a:cubicBezTo>
                  <a:pt x="1209369" y="111198"/>
                  <a:pt x="1208869" y="111251"/>
                  <a:pt x="1208343" y="111251"/>
                </a:cubicBezTo>
                <a:cubicBezTo>
                  <a:pt x="1207923" y="111251"/>
                  <a:pt x="1207503" y="111171"/>
                  <a:pt x="1207083" y="111013"/>
                </a:cubicBezTo>
                <a:cubicBezTo>
                  <a:pt x="1206663" y="110855"/>
                  <a:pt x="1206453" y="110620"/>
                  <a:pt x="1206453" y="110305"/>
                </a:cubicBezTo>
                <a:cubicBezTo>
                  <a:pt x="1206453" y="109463"/>
                  <a:pt x="1206558" y="108307"/>
                  <a:pt x="1206768" y="106837"/>
                </a:cubicBezTo>
                <a:cubicBezTo>
                  <a:pt x="1206978" y="105364"/>
                  <a:pt x="1207083" y="103998"/>
                  <a:pt x="1207083" y="102737"/>
                </a:cubicBezTo>
                <a:cubicBezTo>
                  <a:pt x="1207083" y="101475"/>
                  <a:pt x="1207003" y="100082"/>
                  <a:pt x="1206845" y="98559"/>
                </a:cubicBezTo>
                <a:cubicBezTo>
                  <a:pt x="1206688" y="97035"/>
                  <a:pt x="1206530" y="95538"/>
                  <a:pt x="1206373" y="94068"/>
                </a:cubicBezTo>
                <a:cubicBezTo>
                  <a:pt x="1206216" y="92595"/>
                  <a:pt x="1206085" y="91281"/>
                  <a:pt x="1205979" y="90125"/>
                </a:cubicBezTo>
                <a:cubicBezTo>
                  <a:pt x="1205874" y="88969"/>
                  <a:pt x="1205822" y="88127"/>
                  <a:pt x="1205822" y="87601"/>
                </a:cubicBezTo>
                <a:cubicBezTo>
                  <a:pt x="1205822" y="87181"/>
                  <a:pt x="1206032" y="86866"/>
                  <a:pt x="1206453" y="86656"/>
                </a:cubicBezTo>
                <a:cubicBezTo>
                  <a:pt x="1206873" y="86446"/>
                  <a:pt x="1207345" y="86315"/>
                  <a:pt x="1207870" y="86264"/>
                </a:cubicBezTo>
                <a:cubicBezTo>
                  <a:pt x="1208396" y="86211"/>
                  <a:pt x="1208895" y="86263"/>
                  <a:pt x="1209368" y="86420"/>
                </a:cubicBezTo>
                <a:cubicBezTo>
                  <a:pt x="1209841" y="86577"/>
                  <a:pt x="1210131" y="86866"/>
                  <a:pt x="1210237" y="87286"/>
                </a:cubicBezTo>
                <a:cubicBezTo>
                  <a:pt x="1210971" y="90335"/>
                  <a:pt x="1211917" y="93016"/>
                  <a:pt x="1213073" y="95328"/>
                </a:cubicBezTo>
                <a:cubicBezTo>
                  <a:pt x="1214229" y="97639"/>
                  <a:pt x="1215674" y="99584"/>
                  <a:pt x="1217408" y="101162"/>
                </a:cubicBezTo>
                <a:cubicBezTo>
                  <a:pt x="1219143" y="102738"/>
                  <a:pt x="1221245" y="103921"/>
                  <a:pt x="1223715" y="104710"/>
                </a:cubicBezTo>
                <a:cubicBezTo>
                  <a:pt x="1226185" y="105497"/>
                  <a:pt x="1229154" y="105891"/>
                  <a:pt x="1232623" y="105891"/>
                </a:cubicBezTo>
                <a:cubicBezTo>
                  <a:pt x="1236406" y="105891"/>
                  <a:pt x="1239480" y="104840"/>
                  <a:pt x="1241844" y="102737"/>
                </a:cubicBezTo>
                <a:cubicBezTo>
                  <a:pt x="1244209" y="100635"/>
                  <a:pt x="1245392" y="97692"/>
                  <a:pt x="1245392" y="93909"/>
                </a:cubicBezTo>
                <a:cubicBezTo>
                  <a:pt x="1245392" y="90546"/>
                  <a:pt x="1244209" y="87892"/>
                  <a:pt x="1241844" y="85949"/>
                </a:cubicBezTo>
                <a:cubicBezTo>
                  <a:pt x="1239480" y="84003"/>
                  <a:pt x="1236721" y="82295"/>
                  <a:pt x="1233568" y="80822"/>
                </a:cubicBezTo>
                <a:cubicBezTo>
                  <a:pt x="1232096" y="80192"/>
                  <a:pt x="1230598" y="79562"/>
                  <a:pt x="1229075" y="78932"/>
                </a:cubicBezTo>
                <a:cubicBezTo>
                  <a:pt x="1227551" y="78301"/>
                  <a:pt x="1226001" y="77671"/>
                  <a:pt x="1224425" y="77041"/>
                </a:cubicBezTo>
                <a:cubicBezTo>
                  <a:pt x="1222112" y="76095"/>
                  <a:pt x="1219826" y="75123"/>
                  <a:pt x="1217566" y="74125"/>
                </a:cubicBezTo>
                <a:cubicBezTo>
                  <a:pt x="1215307" y="73126"/>
                  <a:pt x="1213309" y="71890"/>
                  <a:pt x="1211574" y="70418"/>
                </a:cubicBezTo>
                <a:cubicBezTo>
                  <a:pt x="1209840" y="68946"/>
                  <a:pt x="1208448" y="67106"/>
                  <a:pt x="1207398" y="64900"/>
                </a:cubicBezTo>
                <a:cubicBezTo>
                  <a:pt x="1206348" y="62693"/>
                  <a:pt x="1205822" y="59960"/>
                  <a:pt x="1205822" y="56701"/>
                </a:cubicBezTo>
                <a:cubicBezTo>
                  <a:pt x="1205822" y="52918"/>
                  <a:pt x="1206636" y="49713"/>
                  <a:pt x="1208264" y="47086"/>
                </a:cubicBezTo>
                <a:cubicBezTo>
                  <a:pt x="1209893" y="44458"/>
                  <a:pt x="1211995" y="42330"/>
                  <a:pt x="1214569" y="40702"/>
                </a:cubicBezTo>
                <a:cubicBezTo>
                  <a:pt x="1217145" y="39072"/>
                  <a:pt x="1220009" y="37890"/>
                  <a:pt x="1223162" y="37154"/>
                </a:cubicBezTo>
                <a:cubicBezTo>
                  <a:pt x="1226316" y="36418"/>
                  <a:pt x="1229417" y="36049"/>
                  <a:pt x="1232464" y="36049"/>
                </a:cubicBezTo>
                <a:cubicBezTo>
                  <a:pt x="1235407" y="36049"/>
                  <a:pt x="1238008" y="36391"/>
                  <a:pt x="1240268" y="37074"/>
                </a:cubicBezTo>
                <a:cubicBezTo>
                  <a:pt x="1242528" y="37757"/>
                  <a:pt x="1245024" y="38992"/>
                  <a:pt x="1247757" y="40779"/>
                </a:cubicBezTo>
                <a:cubicBezTo>
                  <a:pt x="1248177" y="40989"/>
                  <a:pt x="1248729" y="40963"/>
                  <a:pt x="1249412" y="40702"/>
                </a:cubicBezTo>
                <a:cubicBezTo>
                  <a:pt x="1250095" y="40439"/>
                  <a:pt x="1250647" y="39571"/>
                  <a:pt x="1251067" y="38099"/>
                </a:cubicBezTo>
                <a:cubicBezTo>
                  <a:pt x="1251173" y="37679"/>
                  <a:pt x="1251488" y="37417"/>
                  <a:pt x="1252012" y="37312"/>
                </a:cubicBezTo>
                <a:cubicBezTo>
                  <a:pt x="1252538" y="37207"/>
                  <a:pt x="1253064" y="37180"/>
                  <a:pt x="1253590" y="37233"/>
                </a:cubicBezTo>
                <a:cubicBezTo>
                  <a:pt x="1254116" y="37284"/>
                  <a:pt x="1254589" y="37416"/>
                  <a:pt x="1255010" y="37628"/>
                </a:cubicBezTo>
                <a:cubicBezTo>
                  <a:pt x="1255430" y="37838"/>
                  <a:pt x="1255587" y="38100"/>
                  <a:pt x="1255481" y="38414"/>
                </a:cubicBezTo>
                <a:close/>
                <a:moveTo>
                  <a:pt x="1310487" y="77197"/>
                </a:moveTo>
                <a:cubicBezTo>
                  <a:pt x="1310487" y="76041"/>
                  <a:pt x="1310434" y="75331"/>
                  <a:pt x="1310328" y="75068"/>
                </a:cubicBezTo>
                <a:cubicBezTo>
                  <a:pt x="1310224" y="74805"/>
                  <a:pt x="1309961" y="74674"/>
                  <a:pt x="1309541" y="74674"/>
                </a:cubicBezTo>
                <a:cubicBezTo>
                  <a:pt x="1300923" y="75410"/>
                  <a:pt x="1294537" y="77224"/>
                  <a:pt x="1290385" y="80115"/>
                </a:cubicBezTo>
                <a:cubicBezTo>
                  <a:pt x="1286235" y="83005"/>
                  <a:pt x="1284160" y="86710"/>
                  <a:pt x="1284160" y="91229"/>
                </a:cubicBezTo>
                <a:cubicBezTo>
                  <a:pt x="1284160" y="94382"/>
                  <a:pt x="1284948" y="97036"/>
                  <a:pt x="1286524" y="99192"/>
                </a:cubicBezTo>
                <a:cubicBezTo>
                  <a:pt x="1288101" y="101345"/>
                  <a:pt x="1290729" y="102422"/>
                  <a:pt x="1294408" y="102422"/>
                </a:cubicBezTo>
                <a:cubicBezTo>
                  <a:pt x="1296824" y="102422"/>
                  <a:pt x="1299373" y="101949"/>
                  <a:pt x="1302053" y="101003"/>
                </a:cubicBezTo>
                <a:cubicBezTo>
                  <a:pt x="1304732" y="100057"/>
                  <a:pt x="1307124" y="98690"/>
                  <a:pt x="1309226" y="96904"/>
                </a:cubicBezTo>
                <a:cubicBezTo>
                  <a:pt x="1310066" y="96063"/>
                  <a:pt x="1310487" y="95222"/>
                  <a:pt x="1310487" y="94380"/>
                </a:cubicBezTo>
                <a:lnTo>
                  <a:pt x="1310487" y="77197"/>
                </a:lnTo>
                <a:moveTo>
                  <a:pt x="1325307" y="92805"/>
                </a:moveTo>
                <a:cubicBezTo>
                  <a:pt x="1325307" y="96484"/>
                  <a:pt x="1325649" y="99059"/>
                  <a:pt x="1326332" y="100531"/>
                </a:cubicBezTo>
                <a:cubicBezTo>
                  <a:pt x="1327015" y="102002"/>
                  <a:pt x="1328355" y="102737"/>
                  <a:pt x="1330352" y="102737"/>
                </a:cubicBezTo>
                <a:cubicBezTo>
                  <a:pt x="1331508" y="102737"/>
                  <a:pt x="1332454" y="102606"/>
                  <a:pt x="1333188" y="102343"/>
                </a:cubicBezTo>
                <a:cubicBezTo>
                  <a:pt x="1333924" y="102080"/>
                  <a:pt x="1334975" y="101528"/>
                  <a:pt x="1336342" y="100688"/>
                </a:cubicBezTo>
                <a:cubicBezTo>
                  <a:pt x="1336658" y="100478"/>
                  <a:pt x="1336999" y="100478"/>
                  <a:pt x="1337367" y="100688"/>
                </a:cubicBezTo>
                <a:cubicBezTo>
                  <a:pt x="1337736" y="100898"/>
                  <a:pt x="1338051" y="101187"/>
                  <a:pt x="1338312" y="101556"/>
                </a:cubicBezTo>
                <a:cubicBezTo>
                  <a:pt x="1338575" y="101923"/>
                  <a:pt x="1338759" y="102344"/>
                  <a:pt x="1338863" y="102817"/>
                </a:cubicBezTo>
                <a:cubicBezTo>
                  <a:pt x="1338969" y="103290"/>
                  <a:pt x="1338865" y="103684"/>
                  <a:pt x="1338550" y="103998"/>
                </a:cubicBezTo>
                <a:cubicBezTo>
                  <a:pt x="1334451" y="108937"/>
                  <a:pt x="1329616" y="111407"/>
                  <a:pt x="1324044" y="111407"/>
                </a:cubicBezTo>
                <a:cubicBezTo>
                  <a:pt x="1320997" y="111407"/>
                  <a:pt x="1318396" y="110593"/>
                  <a:pt x="1316241" y="108965"/>
                </a:cubicBezTo>
                <a:cubicBezTo>
                  <a:pt x="1314087" y="107336"/>
                  <a:pt x="1312485" y="105417"/>
                  <a:pt x="1311434" y="103209"/>
                </a:cubicBezTo>
                <a:cubicBezTo>
                  <a:pt x="1311223" y="102684"/>
                  <a:pt x="1310907" y="102632"/>
                  <a:pt x="1310487" y="103053"/>
                </a:cubicBezTo>
                <a:cubicBezTo>
                  <a:pt x="1307754" y="105469"/>
                  <a:pt x="1304574" y="107466"/>
                  <a:pt x="1300948" y="109042"/>
                </a:cubicBezTo>
                <a:cubicBezTo>
                  <a:pt x="1297322" y="110619"/>
                  <a:pt x="1292777" y="111407"/>
                  <a:pt x="1287313" y="111407"/>
                </a:cubicBezTo>
                <a:cubicBezTo>
                  <a:pt x="1281322" y="111407"/>
                  <a:pt x="1276697" y="109805"/>
                  <a:pt x="1273438" y="106601"/>
                </a:cubicBezTo>
                <a:cubicBezTo>
                  <a:pt x="1270181" y="103395"/>
                  <a:pt x="1268552" y="98849"/>
                  <a:pt x="1268552" y="92963"/>
                </a:cubicBezTo>
                <a:cubicBezTo>
                  <a:pt x="1268552" y="85395"/>
                  <a:pt x="1272073" y="79588"/>
                  <a:pt x="1279115" y="75542"/>
                </a:cubicBezTo>
                <a:cubicBezTo>
                  <a:pt x="1286157" y="71496"/>
                  <a:pt x="1296404" y="69473"/>
                  <a:pt x="1309856" y="69473"/>
                </a:cubicBezTo>
                <a:cubicBezTo>
                  <a:pt x="1310066" y="69473"/>
                  <a:pt x="1310224" y="69210"/>
                  <a:pt x="1310328" y="68684"/>
                </a:cubicBezTo>
                <a:cubicBezTo>
                  <a:pt x="1310434" y="68158"/>
                  <a:pt x="1310487" y="66949"/>
                  <a:pt x="1310487" y="65059"/>
                </a:cubicBezTo>
                <a:lnTo>
                  <a:pt x="1310487" y="60801"/>
                </a:lnTo>
                <a:cubicBezTo>
                  <a:pt x="1310487" y="58174"/>
                  <a:pt x="1310276" y="55704"/>
                  <a:pt x="1309856" y="53391"/>
                </a:cubicBezTo>
                <a:cubicBezTo>
                  <a:pt x="1309436" y="51079"/>
                  <a:pt x="1308726" y="49056"/>
                  <a:pt x="1307727" y="47322"/>
                </a:cubicBezTo>
                <a:cubicBezTo>
                  <a:pt x="1306730" y="45588"/>
                  <a:pt x="1305338" y="44222"/>
                  <a:pt x="1303551" y="43223"/>
                </a:cubicBezTo>
                <a:cubicBezTo>
                  <a:pt x="1301765" y="42224"/>
                  <a:pt x="1299557" y="41724"/>
                  <a:pt x="1296929" y="41724"/>
                </a:cubicBezTo>
                <a:cubicBezTo>
                  <a:pt x="1293040" y="41724"/>
                  <a:pt x="1289887" y="42487"/>
                  <a:pt x="1287470" y="44012"/>
                </a:cubicBezTo>
                <a:cubicBezTo>
                  <a:pt x="1285053" y="45536"/>
                  <a:pt x="1283845" y="47506"/>
                  <a:pt x="1283845" y="49923"/>
                </a:cubicBezTo>
                <a:cubicBezTo>
                  <a:pt x="1283845" y="51079"/>
                  <a:pt x="1284212" y="52209"/>
                  <a:pt x="1284946" y="53312"/>
                </a:cubicBezTo>
                <a:cubicBezTo>
                  <a:pt x="1285682" y="54415"/>
                  <a:pt x="1286050" y="55545"/>
                  <a:pt x="1286050" y="56701"/>
                </a:cubicBezTo>
                <a:cubicBezTo>
                  <a:pt x="1286050" y="58174"/>
                  <a:pt x="1285314" y="59593"/>
                  <a:pt x="1283842" y="60959"/>
                </a:cubicBezTo>
                <a:cubicBezTo>
                  <a:pt x="1282372" y="62326"/>
                  <a:pt x="1280586" y="63009"/>
                  <a:pt x="1278485" y="63009"/>
                </a:cubicBezTo>
                <a:cubicBezTo>
                  <a:pt x="1275646" y="63009"/>
                  <a:pt x="1273622" y="62247"/>
                  <a:pt x="1272413" y="60724"/>
                </a:cubicBezTo>
                <a:cubicBezTo>
                  <a:pt x="1271206" y="59198"/>
                  <a:pt x="1270602" y="57333"/>
                  <a:pt x="1270602" y="55126"/>
                </a:cubicBezTo>
                <a:cubicBezTo>
                  <a:pt x="1270602" y="52499"/>
                  <a:pt x="1271337" y="50003"/>
                  <a:pt x="1272808" y="47637"/>
                </a:cubicBezTo>
                <a:cubicBezTo>
                  <a:pt x="1274280" y="45272"/>
                  <a:pt x="1276277" y="43249"/>
                  <a:pt x="1278798" y="41568"/>
                </a:cubicBezTo>
                <a:cubicBezTo>
                  <a:pt x="1281320" y="39886"/>
                  <a:pt x="1284263" y="38546"/>
                  <a:pt x="1287626" y="37548"/>
                </a:cubicBezTo>
                <a:cubicBezTo>
                  <a:pt x="1290991" y="36549"/>
                  <a:pt x="1294513" y="36049"/>
                  <a:pt x="1298192" y="36049"/>
                </a:cubicBezTo>
                <a:cubicBezTo>
                  <a:pt x="1306598" y="36049"/>
                  <a:pt x="1313219" y="37994"/>
                  <a:pt x="1318055" y="41883"/>
                </a:cubicBezTo>
                <a:cubicBezTo>
                  <a:pt x="1322890" y="45772"/>
                  <a:pt x="1325307" y="52236"/>
                  <a:pt x="1325307" y="61275"/>
                </a:cubicBezTo>
                <a:lnTo>
                  <a:pt x="1325307" y="92805"/>
                </a:lnTo>
                <a:close/>
                <a:moveTo>
                  <a:pt x="1369275" y="90755"/>
                </a:moveTo>
                <a:cubicBezTo>
                  <a:pt x="1369275" y="93384"/>
                  <a:pt x="1369327" y="95591"/>
                  <a:pt x="1369432" y="97378"/>
                </a:cubicBezTo>
                <a:cubicBezTo>
                  <a:pt x="1369537" y="99164"/>
                  <a:pt x="1369906" y="100636"/>
                  <a:pt x="1370536" y="101792"/>
                </a:cubicBezTo>
                <a:cubicBezTo>
                  <a:pt x="1371168" y="102948"/>
                  <a:pt x="1372192" y="103842"/>
                  <a:pt x="1373610" y="104472"/>
                </a:cubicBezTo>
                <a:cubicBezTo>
                  <a:pt x="1375029" y="105102"/>
                  <a:pt x="1377000" y="105575"/>
                  <a:pt x="1379523" y="105891"/>
                </a:cubicBezTo>
                <a:cubicBezTo>
                  <a:pt x="1380153" y="105995"/>
                  <a:pt x="1380626" y="106284"/>
                  <a:pt x="1380942" y="106757"/>
                </a:cubicBezTo>
                <a:cubicBezTo>
                  <a:pt x="1381258" y="107230"/>
                  <a:pt x="1381416" y="107782"/>
                  <a:pt x="1381416" y="108412"/>
                </a:cubicBezTo>
                <a:cubicBezTo>
                  <a:pt x="1381416" y="108938"/>
                  <a:pt x="1381258" y="109438"/>
                  <a:pt x="1380942" y="109911"/>
                </a:cubicBezTo>
                <a:cubicBezTo>
                  <a:pt x="1380626" y="110384"/>
                  <a:pt x="1380153" y="110621"/>
                  <a:pt x="1379523" y="110621"/>
                </a:cubicBezTo>
                <a:cubicBezTo>
                  <a:pt x="1377421" y="110621"/>
                  <a:pt x="1374819" y="110436"/>
                  <a:pt x="1371719" y="110067"/>
                </a:cubicBezTo>
                <a:cubicBezTo>
                  <a:pt x="1368619" y="109700"/>
                  <a:pt x="1365493" y="109516"/>
                  <a:pt x="1362340" y="109516"/>
                </a:cubicBezTo>
                <a:cubicBezTo>
                  <a:pt x="1358977" y="109516"/>
                  <a:pt x="1355718" y="109700"/>
                  <a:pt x="1352564" y="110067"/>
                </a:cubicBezTo>
                <a:cubicBezTo>
                  <a:pt x="1349411" y="110436"/>
                  <a:pt x="1346521" y="110621"/>
                  <a:pt x="1343894" y="110621"/>
                </a:cubicBezTo>
                <a:cubicBezTo>
                  <a:pt x="1343368" y="110621"/>
                  <a:pt x="1342947" y="110384"/>
                  <a:pt x="1342631" y="109911"/>
                </a:cubicBezTo>
                <a:cubicBezTo>
                  <a:pt x="1342317" y="109438"/>
                  <a:pt x="1342159" y="108938"/>
                  <a:pt x="1342159" y="108412"/>
                </a:cubicBezTo>
                <a:cubicBezTo>
                  <a:pt x="1342159" y="107782"/>
                  <a:pt x="1342317" y="107230"/>
                  <a:pt x="1342631" y="106757"/>
                </a:cubicBezTo>
                <a:cubicBezTo>
                  <a:pt x="1342947" y="106284"/>
                  <a:pt x="1343421" y="105995"/>
                  <a:pt x="1344053" y="105891"/>
                </a:cubicBezTo>
                <a:cubicBezTo>
                  <a:pt x="1346679" y="105575"/>
                  <a:pt x="1348702" y="105102"/>
                  <a:pt x="1350119" y="104472"/>
                </a:cubicBezTo>
                <a:cubicBezTo>
                  <a:pt x="1351539" y="103842"/>
                  <a:pt x="1352564" y="102975"/>
                  <a:pt x="1353194" y="101871"/>
                </a:cubicBezTo>
                <a:cubicBezTo>
                  <a:pt x="1353826" y="100766"/>
                  <a:pt x="1354194" y="99400"/>
                  <a:pt x="1354298" y="97772"/>
                </a:cubicBezTo>
                <a:cubicBezTo>
                  <a:pt x="1354404" y="96143"/>
                  <a:pt x="1354457" y="94119"/>
                  <a:pt x="1354457" y="91701"/>
                </a:cubicBezTo>
                <a:lnTo>
                  <a:pt x="1354457" y="68369"/>
                </a:lnTo>
                <a:cubicBezTo>
                  <a:pt x="1354457" y="63429"/>
                  <a:pt x="1354404" y="59488"/>
                  <a:pt x="1354298" y="56545"/>
                </a:cubicBezTo>
                <a:cubicBezTo>
                  <a:pt x="1354194" y="53602"/>
                  <a:pt x="1353826" y="51343"/>
                  <a:pt x="1353194" y="49766"/>
                </a:cubicBezTo>
                <a:cubicBezTo>
                  <a:pt x="1352564" y="48190"/>
                  <a:pt x="1351592" y="47113"/>
                  <a:pt x="1350278" y="46535"/>
                </a:cubicBezTo>
                <a:cubicBezTo>
                  <a:pt x="1348965" y="45957"/>
                  <a:pt x="1347047" y="45614"/>
                  <a:pt x="1344524" y="45508"/>
                </a:cubicBezTo>
                <a:cubicBezTo>
                  <a:pt x="1344000" y="45508"/>
                  <a:pt x="1343579" y="45298"/>
                  <a:pt x="1343264" y="44878"/>
                </a:cubicBezTo>
                <a:cubicBezTo>
                  <a:pt x="1342948" y="44458"/>
                  <a:pt x="1342737" y="43986"/>
                  <a:pt x="1342631" y="43461"/>
                </a:cubicBezTo>
                <a:cubicBezTo>
                  <a:pt x="1342527" y="42935"/>
                  <a:pt x="1342606" y="42436"/>
                  <a:pt x="1342869" y="41962"/>
                </a:cubicBezTo>
                <a:cubicBezTo>
                  <a:pt x="1343132" y="41489"/>
                  <a:pt x="1343579" y="41253"/>
                  <a:pt x="1344209" y="41253"/>
                </a:cubicBezTo>
                <a:cubicBezTo>
                  <a:pt x="1345996" y="41043"/>
                  <a:pt x="1348597" y="40622"/>
                  <a:pt x="1352013" y="39992"/>
                </a:cubicBezTo>
                <a:cubicBezTo>
                  <a:pt x="1355429" y="39360"/>
                  <a:pt x="1359133" y="38519"/>
                  <a:pt x="1363127" y="37469"/>
                </a:cubicBezTo>
                <a:cubicBezTo>
                  <a:pt x="1363338" y="37363"/>
                  <a:pt x="1363759" y="37284"/>
                  <a:pt x="1364389" y="37233"/>
                </a:cubicBezTo>
                <a:cubicBezTo>
                  <a:pt x="1365020" y="37180"/>
                  <a:pt x="1365440" y="37154"/>
                  <a:pt x="1365650" y="37154"/>
                </a:cubicBezTo>
                <a:cubicBezTo>
                  <a:pt x="1366700" y="37154"/>
                  <a:pt x="1367594" y="37574"/>
                  <a:pt x="1368330" y="38414"/>
                </a:cubicBezTo>
                <a:cubicBezTo>
                  <a:pt x="1369066" y="39255"/>
                  <a:pt x="1369381" y="40253"/>
                  <a:pt x="1369275" y="41409"/>
                </a:cubicBezTo>
                <a:lnTo>
                  <a:pt x="1368960" y="49136"/>
                </a:lnTo>
                <a:cubicBezTo>
                  <a:pt x="1368960" y="49660"/>
                  <a:pt x="1369170" y="49712"/>
                  <a:pt x="1369590" y="49292"/>
                </a:cubicBezTo>
                <a:cubicBezTo>
                  <a:pt x="1370116" y="48556"/>
                  <a:pt x="1370983" y="47453"/>
                  <a:pt x="1372191" y="45982"/>
                </a:cubicBezTo>
                <a:cubicBezTo>
                  <a:pt x="1373400" y="44510"/>
                  <a:pt x="1374977" y="43039"/>
                  <a:pt x="1376920" y="41568"/>
                </a:cubicBezTo>
                <a:cubicBezTo>
                  <a:pt x="1378866" y="40096"/>
                  <a:pt x="1381231" y="38808"/>
                  <a:pt x="1384017" y="37705"/>
                </a:cubicBezTo>
                <a:cubicBezTo>
                  <a:pt x="1386802" y="36601"/>
                  <a:pt x="1389982" y="36049"/>
                  <a:pt x="1393555" y="36049"/>
                </a:cubicBezTo>
                <a:cubicBezTo>
                  <a:pt x="1400071" y="36049"/>
                  <a:pt x="1405220" y="37337"/>
                  <a:pt x="1409004" y="39913"/>
                </a:cubicBezTo>
                <a:cubicBezTo>
                  <a:pt x="1412788" y="42487"/>
                  <a:pt x="1415731" y="46296"/>
                  <a:pt x="1417832" y="51342"/>
                </a:cubicBezTo>
                <a:cubicBezTo>
                  <a:pt x="1418358" y="50186"/>
                  <a:pt x="1419357" y="48741"/>
                  <a:pt x="1420827" y="47007"/>
                </a:cubicBezTo>
                <a:cubicBezTo>
                  <a:pt x="1422299" y="45273"/>
                  <a:pt x="1424192" y="43592"/>
                  <a:pt x="1426504" y="41962"/>
                </a:cubicBezTo>
                <a:cubicBezTo>
                  <a:pt x="1428817" y="40333"/>
                  <a:pt x="1431445" y="38940"/>
                  <a:pt x="1434387" y="37784"/>
                </a:cubicBezTo>
                <a:cubicBezTo>
                  <a:pt x="1437330" y="36628"/>
                  <a:pt x="1440535" y="36049"/>
                  <a:pt x="1444003" y="36049"/>
                </a:cubicBezTo>
                <a:cubicBezTo>
                  <a:pt x="1449048" y="36049"/>
                  <a:pt x="1453147" y="36812"/>
                  <a:pt x="1456300" y="38337"/>
                </a:cubicBezTo>
                <a:cubicBezTo>
                  <a:pt x="1459453" y="39861"/>
                  <a:pt x="1461923" y="41936"/>
                  <a:pt x="1463709" y="44563"/>
                </a:cubicBezTo>
                <a:cubicBezTo>
                  <a:pt x="1465497" y="47190"/>
                  <a:pt x="1466707" y="50316"/>
                  <a:pt x="1467337" y="53942"/>
                </a:cubicBezTo>
                <a:cubicBezTo>
                  <a:pt x="1467967" y="57568"/>
                  <a:pt x="1468282" y="61484"/>
                  <a:pt x="1468282" y="65689"/>
                </a:cubicBezTo>
                <a:lnTo>
                  <a:pt x="1468282" y="90755"/>
                </a:lnTo>
                <a:cubicBezTo>
                  <a:pt x="1468282" y="93384"/>
                  <a:pt x="1468334" y="95591"/>
                  <a:pt x="1468439" y="97378"/>
                </a:cubicBezTo>
                <a:cubicBezTo>
                  <a:pt x="1468545" y="99164"/>
                  <a:pt x="1468860" y="100636"/>
                  <a:pt x="1469384" y="101792"/>
                </a:cubicBezTo>
                <a:cubicBezTo>
                  <a:pt x="1469910" y="102948"/>
                  <a:pt x="1470751" y="103842"/>
                  <a:pt x="1471908" y="104472"/>
                </a:cubicBezTo>
                <a:cubicBezTo>
                  <a:pt x="1473064" y="105102"/>
                  <a:pt x="1474745" y="105575"/>
                  <a:pt x="1476952" y="105891"/>
                </a:cubicBezTo>
                <a:cubicBezTo>
                  <a:pt x="1477584" y="105995"/>
                  <a:pt x="1478057" y="106284"/>
                  <a:pt x="1478371" y="106757"/>
                </a:cubicBezTo>
                <a:cubicBezTo>
                  <a:pt x="1478687" y="107230"/>
                  <a:pt x="1478845" y="107782"/>
                  <a:pt x="1478845" y="108412"/>
                </a:cubicBezTo>
                <a:cubicBezTo>
                  <a:pt x="1478845" y="108938"/>
                  <a:pt x="1478687" y="109438"/>
                  <a:pt x="1478371" y="109911"/>
                </a:cubicBezTo>
                <a:cubicBezTo>
                  <a:pt x="1478057" y="110384"/>
                  <a:pt x="1477584" y="110621"/>
                  <a:pt x="1476952" y="110621"/>
                </a:cubicBezTo>
                <a:cubicBezTo>
                  <a:pt x="1475586" y="110621"/>
                  <a:pt x="1473431" y="110436"/>
                  <a:pt x="1470488" y="110067"/>
                </a:cubicBezTo>
                <a:cubicBezTo>
                  <a:pt x="1467545" y="109700"/>
                  <a:pt x="1464498" y="109516"/>
                  <a:pt x="1461345" y="109516"/>
                </a:cubicBezTo>
                <a:cubicBezTo>
                  <a:pt x="1457982" y="109516"/>
                  <a:pt x="1454750" y="109700"/>
                  <a:pt x="1451650" y="110067"/>
                </a:cubicBezTo>
                <a:cubicBezTo>
                  <a:pt x="1448550" y="110436"/>
                  <a:pt x="1445791" y="110621"/>
                  <a:pt x="1443372" y="110621"/>
                </a:cubicBezTo>
                <a:cubicBezTo>
                  <a:pt x="1442848" y="110621"/>
                  <a:pt x="1442428" y="110384"/>
                  <a:pt x="1442112" y="109911"/>
                </a:cubicBezTo>
                <a:cubicBezTo>
                  <a:pt x="1441796" y="109438"/>
                  <a:pt x="1441638" y="108938"/>
                  <a:pt x="1441638" y="108412"/>
                </a:cubicBezTo>
                <a:cubicBezTo>
                  <a:pt x="1441638" y="107782"/>
                  <a:pt x="1441796" y="107230"/>
                  <a:pt x="1442112" y="106757"/>
                </a:cubicBezTo>
                <a:cubicBezTo>
                  <a:pt x="1442428" y="106284"/>
                  <a:pt x="1442901" y="105995"/>
                  <a:pt x="1443531" y="105891"/>
                </a:cubicBezTo>
                <a:cubicBezTo>
                  <a:pt x="1446054" y="105575"/>
                  <a:pt x="1447972" y="105102"/>
                  <a:pt x="1449285" y="104472"/>
                </a:cubicBezTo>
                <a:cubicBezTo>
                  <a:pt x="1450599" y="103842"/>
                  <a:pt x="1451571" y="102975"/>
                  <a:pt x="1452201" y="101871"/>
                </a:cubicBezTo>
                <a:cubicBezTo>
                  <a:pt x="1452833" y="100766"/>
                  <a:pt x="1453201" y="99400"/>
                  <a:pt x="1453305" y="97772"/>
                </a:cubicBezTo>
                <a:cubicBezTo>
                  <a:pt x="1453411" y="96143"/>
                  <a:pt x="1453464" y="94119"/>
                  <a:pt x="1453464" y="91701"/>
                </a:cubicBezTo>
                <a:lnTo>
                  <a:pt x="1453464" y="71364"/>
                </a:lnTo>
                <a:cubicBezTo>
                  <a:pt x="1453464" y="68527"/>
                  <a:pt x="1453358" y="65585"/>
                  <a:pt x="1453146" y="62537"/>
                </a:cubicBezTo>
                <a:cubicBezTo>
                  <a:pt x="1452936" y="59489"/>
                  <a:pt x="1452385" y="56703"/>
                  <a:pt x="1451491" y="54180"/>
                </a:cubicBezTo>
                <a:cubicBezTo>
                  <a:pt x="1450598" y="51658"/>
                  <a:pt x="1449258" y="49582"/>
                  <a:pt x="1447472" y="47952"/>
                </a:cubicBezTo>
                <a:cubicBezTo>
                  <a:pt x="1445685" y="46323"/>
                  <a:pt x="1443163" y="45508"/>
                  <a:pt x="1439906" y="45508"/>
                </a:cubicBezTo>
                <a:cubicBezTo>
                  <a:pt x="1436961" y="45508"/>
                  <a:pt x="1434201" y="46191"/>
                  <a:pt x="1431626" y="47558"/>
                </a:cubicBezTo>
                <a:cubicBezTo>
                  <a:pt x="1429052" y="48924"/>
                  <a:pt x="1426819" y="50659"/>
                  <a:pt x="1424926" y="52761"/>
                </a:cubicBezTo>
                <a:cubicBezTo>
                  <a:pt x="1423035" y="54864"/>
                  <a:pt x="1421538" y="57150"/>
                  <a:pt x="1420435" y="59619"/>
                </a:cubicBezTo>
                <a:cubicBezTo>
                  <a:pt x="1419332" y="62089"/>
                  <a:pt x="1418780" y="64480"/>
                  <a:pt x="1418780" y="66793"/>
                </a:cubicBezTo>
                <a:lnTo>
                  <a:pt x="1418780" y="90755"/>
                </a:lnTo>
                <a:cubicBezTo>
                  <a:pt x="1418780" y="93804"/>
                  <a:pt x="1418832" y="96248"/>
                  <a:pt x="1418936" y="98087"/>
                </a:cubicBezTo>
                <a:cubicBezTo>
                  <a:pt x="1419042" y="99925"/>
                  <a:pt x="1419357" y="101370"/>
                  <a:pt x="1419882" y="102422"/>
                </a:cubicBezTo>
                <a:cubicBezTo>
                  <a:pt x="1420408" y="103473"/>
                  <a:pt x="1421249" y="104234"/>
                  <a:pt x="1422405" y="104708"/>
                </a:cubicBezTo>
                <a:cubicBezTo>
                  <a:pt x="1423562" y="105181"/>
                  <a:pt x="1425243" y="105575"/>
                  <a:pt x="1427450" y="105891"/>
                </a:cubicBezTo>
                <a:cubicBezTo>
                  <a:pt x="1428080" y="105995"/>
                  <a:pt x="1428553" y="106284"/>
                  <a:pt x="1428869" y="106757"/>
                </a:cubicBezTo>
                <a:cubicBezTo>
                  <a:pt x="1429185" y="107230"/>
                  <a:pt x="1429343" y="107782"/>
                  <a:pt x="1429343" y="108412"/>
                </a:cubicBezTo>
                <a:cubicBezTo>
                  <a:pt x="1429343" y="108938"/>
                  <a:pt x="1429185" y="109438"/>
                  <a:pt x="1428869" y="109911"/>
                </a:cubicBezTo>
                <a:cubicBezTo>
                  <a:pt x="1428553" y="110384"/>
                  <a:pt x="1428080" y="110621"/>
                  <a:pt x="1427450" y="110621"/>
                </a:cubicBezTo>
                <a:cubicBezTo>
                  <a:pt x="1426083" y="110621"/>
                  <a:pt x="1423929" y="110436"/>
                  <a:pt x="1420986" y="110067"/>
                </a:cubicBezTo>
                <a:cubicBezTo>
                  <a:pt x="1418043" y="109700"/>
                  <a:pt x="1414995" y="109516"/>
                  <a:pt x="1411842" y="109516"/>
                </a:cubicBezTo>
                <a:cubicBezTo>
                  <a:pt x="1408479" y="109516"/>
                  <a:pt x="1405247" y="109700"/>
                  <a:pt x="1402145" y="110067"/>
                </a:cubicBezTo>
                <a:cubicBezTo>
                  <a:pt x="1399045" y="110436"/>
                  <a:pt x="1396445" y="110621"/>
                  <a:pt x="1394344" y="110621"/>
                </a:cubicBezTo>
                <a:cubicBezTo>
                  <a:pt x="1393818" y="110621"/>
                  <a:pt x="1393397" y="110384"/>
                  <a:pt x="1393081" y="109911"/>
                </a:cubicBezTo>
                <a:cubicBezTo>
                  <a:pt x="1392767" y="109438"/>
                  <a:pt x="1392610" y="108938"/>
                  <a:pt x="1392610" y="108412"/>
                </a:cubicBezTo>
                <a:cubicBezTo>
                  <a:pt x="1392610" y="107782"/>
                  <a:pt x="1392767" y="107230"/>
                  <a:pt x="1393081" y="106757"/>
                </a:cubicBezTo>
                <a:cubicBezTo>
                  <a:pt x="1393397" y="106284"/>
                  <a:pt x="1393870" y="105995"/>
                  <a:pt x="1394500" y="105891"/>
                </a:cubicBezTo>
                <a:cubicBezTo>
                  <a:pt x="1396813" y="105575"/>
                  <a:pt x="1398626" y="105181"/>
                  <a:pt x="1399939" y="104708"/>
                </a:cubicBezTo>
                <a:cubicBezTo>
                  <a:pt x="1401253" y="104234"/>
                  <a:pt x="1402198" y="103499"/>
                  <a:pt x="1402776" y="102502"/>
                </a:cubicBezTo>
                <a:cubicBezTo>
                  <a:pt x="1403355" y="101502"/>
                  <a:pt x="1403696" y="100163"/>
                  <a:pt x="1403800" y="98482"/>
                </a:cubicBezTo>
                <a:cubicBezTo>
                  <a:pt x="1403906" y="96800"/>
                  <a:pt x="1403959" y="94539"/>
                  <a:pt x="1403959" y="91701"/>
                </a:cubicBezTo>
                <a:lnTo>
                  <a:pt x="1403959" y="71364"/>
                </a:lnTo>
                <a:cubicBezTo>
                  <a:pt x="1403959" y="68527"/>
                  <a:pt x="1403828" y="65585"/>
                  <a:pt x="1403565" y="62537"/>
                </a:cubicBezTo>
                <a:cubicBezTo>
                  <a:pt x="1403303" y="59489"/>
                  <a:pt x="1402699" y="56703"/>
                  <a:pt x="1401753" y="54180"/>
                </a:cubicBezTo>
                <a:cubicBezTo>
                  <a:pt x="1400807" y="51658"/>
                  <a:pt x="1399388" y="49582"/>
                  <a:pt x="1397495" y="47952"/>
                </a:cubicBezTo>
                <a:cubicBezTo>
                  <a:pt x="1395604" y="46323"/>
                  <a:pt x="1392978" y="45508"/>
                  <a:pt x="1389615" y="45508"/>
                </a:cubicBezTo>
                <a:cubicBezTo>
                  <a:pt x="1386040" y="45508"/>
                  <a:pt x="1382965" y="46166"/>
                  <a:pt x="1380389" y="47481"/>
                </a:cubicBezTo>
                <a:cubicBezTo>
                  <a:pt x="1377815" y="48794"/>
                  <a:pt x="1375713" y="50502"/>
                  <a:pt x="1374084" y="52605"/>
                </a:cubicBezTo>
                <a:cubicBezTo>
                  <a:pt x="1372455" y="54706"/>
                  <a:pt x="1371245" y="57044"/>
                  <a:pt x="1370456" y="59619"/>
                </a:cubicBezTo>
                <a:cubicBezTo>
                  <a:pt x="1369669" y="62193"/>
                  <a:pt x="1369275" y="64742"/>
                  <a:pt x="1369275" y="67264"/>
                </a:cubicBezTo>
                <a:lnTo>
                  <a:pt x="1369275" y="90755"/>
                </a:lnTo>
                <a:close/>
                <a:moveTo>
                  <a:pt x="1506577" y="69629"/>
                </a:moveTo>
                <a:cubicBezTo>
                  <a:pt x="1506051" y="69629"/>
                  <a:pt x="1505761" y="69814"/>
                  <a:pt x="1505708" y="70182"/>
                </a:cubicBezTo>
                <a:cubicBezTo>
                  <a:pt x="1505657" y="70550"/>
                  <a:pt x="1505631" y="70996"/>
                  <a:pt x="1505631" y="71522"/>
                </a:cubicBezTo>
                <a:cubicBezTo>
                  <a:pt x="1505631" y="76988"/>
                  <a:pt x="1506235" y="81612"/>
                  <a:pt x="1507443" y="85395"/>
                </a:cubicBezTo>
                <a:cubicBezTo>
                  <a:pt x="1508652" y="89179"/>
                  <a:pt x="1510333" y="92253"/>
                  <a:pt x="1512487" y="94618"/>
                </a:cubicBezTo>
                <a:cubicBezTo>
                  <a:pt x="1514643" y="96982"/>
                  <a:pt x="1517218" y="98690"/>
                  <a:pt x="1520214" y="99742"/>
                </a:cubicBezTo>
                <a:cubicBezTo>
                  <a:pt x="1523210" y="100793"/>
                  <a:pt x="1526441" y="101318"/>
                  <a:pt x="1529908" y="101318"/>
                </a:cubicBezTo>
                <a:cubicBezTo>
                  <a:pt x="1533482" y="101318"/>
                  <a:pt x="1536950" y="101029"/>
                  <a:pt x="1540313" y="100452"/>
                </a:cubicBezTo>
                <a:cubicBezTo>
                  <a:pt x="1543677" y="99873"/>
                  <a:pt x="1546568" y="98585"/>
                  <a:pt x="1548985" y="96589"/>
                </a:cubicBezTo>
                <a:cubicBezTo>
                  <a:pt x="1549511" y="96168"/>
                  <a:pt x="1550063" y="96011"/>
                  <a:pt x="1550640" y="96117"/>
                </a:cubicBezTo>
                <a:cubicBezTo>
                  <a:pt x="1551219" y="96221"/>
                  <a:pt x="1551692" y="96484"/>
                  <a:pt x="1552059" y="96904"/>
                </a:cubicBezTo>
                <a:cubicBezTo>
                  <a:pt x="1552426" y="97324"/>
                  <a:pt x="1552662" y="97797"/>
                  <a:pt x="1552766" y="98323"/>
                </a:cubicBezTo>
                <a:cubicBezTo>
                  <a:pt x="1552872" y="98849"/>
                  <a:pt x="1552768" y="99322"/>
                  <a:pt x="1552454" y="99742"/>
                </a:cubicBezTo>
                <a:cubicBezTo>
                  <a:pt x="1549091" y="104156"/>
                  <a:pt x="1545307" y="107204"/>
                  <a:pt x="1541102" y="108886"/>
                </a:cubicBezTo>
                <a:cubicBezTo>
                  <a:pt x="1536898" y="110567"/>
                  <a:pt x="1531696" y="111407"/>
                  <a:pt x="1525494" y="111407"/>
                </a:cubicBezTo>
                <a:cubicBezTo>
                  <a:pt x="1519188" y="111407"/>
                  <a:pt x="1513749" y="110462"/>
                  <a:pt x="1509177" y="108571"/>
                </a:cubicBezTo>
                <a:cubicBezTo>
                  <a:pt x="1504605" y="106679"/>
                  <a:pt x="1500821" y="104024"/>
                  <a:pt x="1497825" y="100608"/>
                </a:cubicBezTo>
                <a:cubicBezTo>
                  <a:pt x="1494831" y="97192"/>
                  <a:pt x="1492624" y="93199"/>
                  <a:pt x="1491205" y="88629"/>
                </a:cubicBezTo>
                <a:cubicBezTo>
                  <a:pt x="1489786" y="84056"/>
                  <a:pt x="1489076" y="79090"/>
                  <a:pt x="1489076" y="73728"/>
                </a:cubicBezTo>
                <a:cubicBezTo>
                  <a:pt x="1489076" y="68579"/>
                  <a:pt x="1489943" y="63692"/>
                  <a:pt x="1491676" y="59069"/>
                </a:cubicBezTo>
                <a:cubicBezTo>
                  <a:pt x="1493412" y="54443"/>
                  <a:pt x="1495856" y="50449"/>
                  <a:pt x="1499009" y="47086"/>
                </a:cubicBezTo>
                <a:cubicBezTo>
                  <a:pt x="1502162" y="43723"/>
                  <a:pt x="1505893" y="41043"/>
                  <a:pt x="1510202" y="39047"/>
                </a:cubicBezTo>
                <a:cubicBezTo>
                  <a:pt x="1514511" y="37049"/>
                  <a:pt x="1519293" y="36049"/>
                  <a:pt x="1524549" y="36049"/>
                </a:cubicBezTo>
                <a:cubicBezTo>
                  <a:pt x="1528962" y="36049"/>
                  <a:pt x="1532982" y="36812"/>
                  <a:pt x="1536608" y="38337"/>
                </a:cubicBezTo>
                <a:cubicBezTo>
                  <a:pt x="1540234" y="39861"/>
                  <a:pt x="1543308" y="41962"/>
                  <a:pt x="1545831" y="44642"/>
                </a:cubicBezTo>
                <a:cubicBezTo>
                  <a:pt x="1548354" y="47322"/>
                  <a:pt x="1550325" y="50528"/>
                  <a:pt x="1551744" y="54260"/>
                </a:cubicBezTo>
                <a:cubicBezTo>
                  <a:pt x="1553163" y="57990"/>
                  <a:pt x="1553873" y="62010"/>
                  <a:pt x="1553873" y="66319"/>
                </a:cubicBezTo>
                <a:cubicBezTo>
                  <a:pt x="1553873" y="68526"/>
                  <a:pt x="1553085" y="69629"/>
                  <a:pt x="1551508" y="69629"/>
                </a:cubicBezTo>
                <a:lnTo>
                  <a:pt x="1506577" y="69629"/>
                </a:lnTo>
                <a:moveTo>
                  <a:pt x="1535427" y="64113"/>
                </a:moveTo>
                <a:cubicBezTo>
                  <a:pt x="1536898" y="64113"/>
                  <a:pt x="1537738" y="63588"/>
                  <a:pt x="1537948" y="62537"/>
                </a:cubicBezTo>
                <a:cubicBezTo>
                  <a:pt x="1538160" y="61485"/>
                  <a:pt x="1538266" y="60223"/>
                  <a:pt x="1538266" y="58751"/>
                </a:cubicBezTo>
                <a:cubicBezTo>
                  <a:pt x="1538266" y="56544"/>
                  <a:pt x="1537924" y="54416"/>
                  <a:pt x="1537241" y="52367"/>
                </a:cubicBezTo>
                <a:cubicBezTo>
                  <a:pt x="1536558" y="50317"/>
                  <a:pt x="1535585" y="48504"/>
                  <a:pt x="1534323" y="46928"/>
                </a:cubicBezTo>
                <a:cubicBezTo>
                  <a:pt x="1533062" y="45351"/>
                  <a:pt x="1531539" y="44090"/>
                  <a:pt x="1529752" y="43144"/>
                </a:cubicBezTo>
                <a:cubicBezTo>
                  <a:pt x="1527966" y="42197"/>
                  <a:pt x="1525916" y="41724"/>
                  <a:pt x="1523603" y="41724"/>
                </a:cubicBezTo>
                <a:cubicBezTo>
                  <a:pt x="1520765" y="41724"/>
                  <a:pt x="1518321" y="42224"/>
                  <a:pt x="1516271" y="43223"/>
                </a:cubicBezTo>
                <a:cubicBezTo>
                  <a:pt x="1514222" y="44222"/>
                  <a:pt x="1512487" y="45536"/>
                  <a:pt x="1511068" y="47166"/>
                </a:cubicBezTo>
                <a:cubicBezTo>
                  <a:pt x="1509650" y="48793"/>
                  <a:pt x="1508573" y="50712"/>
                  <a:pt x="1507837" y="52920"/>
                </a:cubicBezTo>
                <a:cubicBezTo>
                  <a:pt x="1507101" y="55127"/>
                  <a:pt x="1506576" y="57438"/>
                  <a:pt x="1506261" y="59855"/>
                </a:cubicBezTo>
                <a:cubicBezTo>
                  <a:pt x="1506051" y="61117"/>
                  <a:pt x="1505972" y="62143"/>
                  <a:pt x="1506023" y="62932"/>
                </a:cubicBezTo>
                <a:cubicBezTo>
                  <a:pt x="1506076" y="63719"/>
                  <a:pt x="1506313" y="64113"/>
                  <a:pt x="1506733" y="64113"/>
                </a:cubicBezTo>
                <a:lnTo>
                  <a:pt x="1535427" y="64113"/>
                </a:lnTo>
                <a:close/>
                <a:moveTo>
                  <a:pt x="1697094" y="85552"/>
                </a:moveTo>
                <a:cubicBezTo>
                  <a:pt x="1697094" y="91437"/>
                  <a:pt x="1697751" y="95800"/>
                  <a:pt x="1699064" y="98638"/>
                </a:cubicBezTo>
                <a:cubicBezTo>
                  <a:pt x="1700378" y="101475"/>
                  <a:pt x="1702769" y="102894"/>
                  <a:pt x="1706238" y="102894"/>
                </a:cubicBezTo>
                <a:cubicBezTo>
                  <a:pt x="1708655" y="102894"/>
                  <a:pt x="1710940" y="102526"/>
                  <a:pt x="1713094" y="101792"/>
                </a:cubicBezTo>
                <a:cubicBezTo>
                  <a:pt x="1715249" y="101056"/>
                  <a:pt x="1716905" y="100268"/>
                  <a:pt x="1718061" y="99427"/>
                </a:cubicBezTo>
                <a:cubicBezTo>
                  <a:pt x="1718377" y="99217"/>
                  <a:pt x="1718745" y="99191"/>
                  <a:pt x="1719166" y="99348"/>
                </a:cubicBezTo>
                <a:cubicBezTo>
                  <a:pt x="1719586" y="99505"/>
                  <a:pt x="1719953" y="99768"/>
                  <a:pt x="1720267" y="100137"/>
                </a:cubicBezTo>
                <a:cubicBezTo>
                  <a:pt x="1720583" y="100504"/>
                  <a:pt x="1720820" y="100898"/>
                  <a:pt x="1720977" y="101318"/>
                </a:cubicBezTo>
                <a:cubicBezTo>
                  <a:pt x="1721136" y="101738"/>
                  <a:pt x="1721110" y="102106"/>
                  <a:pt x="1720900" y="102422"/>
                </a:cubicBezTo>
                <a:cubicBezTo>
                  <a:pt x="1718903" y="105679"/>
                  <a:pt x="1716302" y="107991"/>
                  <a:pt x="1713096" y="109358"/>
                </a:cubicBezTo>
                <a:cubicBezTo>
                  <a:pt x="1709890" y="110724"/>
                  <a:pt x="1706133" y="111407"/>
                  <a:pt x="1701824" y="111407"/>
                </a:cubicBezTo>
                <a:cubicBezTo>
                  <a:pt x="1694677" y="111407"/>
                  <a:pt x="1689633" y="109805"/>
                  <a:pt x="1686690" y="106601"/>
                </a:cubicBezTo>
                <a:cubicBezTo>
                  <a:pt x="1683747" y="103395"/>
                  <a:pt x="1682276" y="98376"/>
                  <a:pt x="1682276" y="91544"/>
                </a:cubicBezTo>
                <a:lnTo>
                  <a:pt x="1682276" y="51027"/>
                </a:lnTo>
                <a:cubicBezTo>
                  <a:pt x="1682276" y="49766"/>
                  <a:pt x="1682223" y="48768"/>
                  <a:pt x="1682117" y="48032"/>
                </a:cubicBezTo>
                <a:cubicBezTo>
                  <a:pt x="1682013" y="47296"/>
                  <a:pt x="1681698" y="46770"/>
                  <a:pt x="1681172" y="46456"/>
                </a:cubicBezTo>
                <a:cubicBezTo>
                  <a:pt x="1680646" y="46140"/>
                  <a:pt x="1679778" y="45956"/>
                  <a:pt x="1678569" y="45903"/>
                </a:cubicBezTo>
                <a:cubicBezTo>
                  <a:pt x="1677361" y="45850"/>
                  <a:pt x="1675654" y="45823"/>
                  <a:pt x="1673447" y="45823"/>
                </a:cubicBezTo>
                <a:cubicBezTo>
                  <a:pt x="1673131" y="45823"/>
                  <a:pt x="1672868" y="45508"/>
                  <a:pt x="1672658" y="44878"/>
                </a:cubicBezTo>
                <a:cubicBezTo>
                  <a:pt x="1672448" y="44248"/>
                  <a:pt x="1672317" y="43565"/>
                  <a:pt x="1672264" y="42828"/>
                </a:cubicBezTo>
                <a:cubicBezTo>
                  <a:pt x="1672211" y="42092"/>
                  <a:pt x="1672289" y="41409"/>
                  <a:pt x="1672499" y="40779"/>
                </a:cubicBezTo>
                <a:cubicBezTo>
                  <a:pt x="1672711" y="40149"/>
                  <a:pt x="1673027" y="39833"/>
                  <a:pt x="1673447" y="39833"/>
                </a:cubicBezTo>
                <a:cubicBezTo>
                  <a:pt x="1676074" y="39623"/>
                  <a:pt x="1678333" y="39230"/>
                  <a:pt x="1680224" y="38652"/>
                </a:cubicBezTo>
                <a:cubicBezTo>
                  <a:pt x="1682116" y="38073"/>
                  <a:pt x="1683719" y="37154"/>
                  <a:pt x="1685033" y="35893"/>
                </a:cubicBezTo>
                <a:cubicBezTo>
                  <a:pt x="1686348" y="34631"/>
                  <a:pt x="1687399" y="32923"/>
                  <a:pt x="1688186" y="30769"/>
                </a:cubicBezTo>
                <a:cubicBezTo>
                  <a:pt x="1688975" y="28614"/>
                  <a:pt x="1689632" y="25802"/>
                  <a:pt x="1690157" y="22335"/>
                </a:cubicBezTo>
                <a:cubicBezTo>
                  <a:pt x="1690262" y="21703"/>
                  <a:pt x="1690683" y="21230"/>
                  <a:pt x="1691420" y="20916"/>
                </a:cubicBezTo>
                <a:cubicBezTo>
                  <a:pt x="1692156" y="20600"/>
                  <a:pt x="1692944" y="20442"/>
                  <a:pt x="1693784" y="20442"/>
                </a:cubicBezTo>
                <a:cubicBezTo>
                  <a:pt x="1694625" y="20442"/>
                  <a:pt x="1695386" y="20573"/>
                  <a:pt x="1696070" y="20836"/>
                </a:cubicBezTo>
                <a:cubicBezTo>
                  <a:pt x="1696753" y="21099"/>
                  <a:pt x="1697094" y="21441"/>
                  <a:pt x="1697094" y="21861"/>
                </a:cubicBezTo>
                <a:lnTo>
                  <a:pt x="1697094" y="35419"/>
                </a:lnTo>
                <a:cubicBezTo>
                  <a:pt x="1697094" y="37102"/>
                  <a:pt x="1697173" y="38074"/>
                  <a:pt x="1697330" y="38337"/>
                </a:cubicBezTo>
                <a:cubicBezTo>
                  <a:pt x="1697489" y="38599"/>
                  <a:pt x="1698146" y="38729"/>
                  <a:pt x="1699303" y="38729"/>
                </a:cubicBezTo>
                <a:lnTo>
                  <a:pt x="1715697" y="38729"/>
                </a:lnTo>
                <a:cubicBezTo>
                  <a:pt x="1716433" y="38729"/>
                  <a:pt x="1716906" y="39150"/>
                  <a:pt x="1717116" y="39992"/>
                </a:cubicBezTo>
                <a:cubicBezTo>
                  <a:pt x="1717326" y="40833"/>
                  <a:pt x="1717431" y="41568"/>
                  <a:pt x="1717431" y="42198"/>
                </a:cubicBezTo>
                <a:cubicBezTo>
                  <a:pt x="1717431" y="42828"/>
                  <a:pt x="1717300" y="43590"/>
                  <a:pt x="1717037" y="44483"/>
                </a:cubicBezTo>
                <a:cubicBezTo>
                  <a:pt x="1716775" y="45377"/>
                  <a:pt x="1716224" y="45823"/>
                  <a:pt x="1715382" y="45823"/>
                </a:cubicBezTo>
                <a:lnTo>
                  <a:pt x="1698514" y="45823"/>
                </a:lnTo>
                <a:cubicBezTo>
                  <a:pt x="1697777" y="45823"/>
                  <a:pt x="1697357" y="46008"/>
                  <a:pt x="1697251" y="46377"/>
                </a:cubicBezTo>
                <a:cubicBezTo>
                  <a:pt x="1697146" y="46744"/>
                  <a:pt x="1697094" y="48084"/>
                  <a:pt x="1697094" y="50396"/>
                </a:cubicBezTo>
                <a:lnTo>
                  <a:pt x="1697094" y="85552"/>
                </a:lnTo>
                <a:close/>
                <a:moveTo>
                  <a:pt x="1751375" y="90755"/>
                </a:moveTo>
                <a:cubicBezTo>
                  <a:pt x="1751375" y="93384"/>
                  <a:pt x="1751427" y="95591"/>
                  <a:pt x="1751531" y="97378"/>
                </a:cubicBezTo>
                <a:cubicBezTo>
                  <a:pt x="1751637" y="99164"/>
                  <a:pt x="1752005" y="100636"/>
                  <a:pt x="1752635" y="101792"/>
                </a:cubicBezTo>
                <a:cubicBezTo>
                  <a:pt x="1753266" y="102948"/>
                  <a:pt x="1754237" y="103842"/>
                  <a:pt x="1755551" y="104472"/>
                </a:cubicBezTo>
                <a:cubicBezTo>
                  <a:pt x="1756866" y="105102"/>
                  <a:pt x="1758732" y="105575"/>
                  <a:pt x="1761149" y="105891"/>
                </a:cubicBezTo>
                <a:cubicBezTo>
                  <a:pt x="1761779" y="105995"/>
                  <a:pt x="1762252" y="106284"/>
                  <a:pt x="1762568" y="106757"/>
                </a:cubicBezTo>
                <a:cubicBezTo>
                  <a:pt x="1762884" y="107230"/>
                  <a:pt x="1763042" y="107782"/>
                  <a:pt x="1763042" y="108412"/>
                </a:cubicBezTo>
                <a:cubicBezTo>
                  <a:pt x="1763042" y="108938"/>
                  <a:pt x="1762884" y="109438"/>
                  <a:pt x="1762568" y="109911"/>
                </a:cubicBezTo>
                <a:cubicBezTo>
                  <a:pt x="1762252" y="110384"/>
                  <a:pt x="1761779" y="110621"/>
                  <a:pt x="1761149" y="110621"/>
                </a:cubicBezTo>
                <a:cubicBezTo>
                  <a:pt x="1759256" y="110621"/>
                  <a:pt x="1756786" y="110436"/>
                  <a:pt x="1753737" y="110067"/>
                </a:cubicBezTo>
                <a:cubicBezTo>
                  <a:pt x="1750690" y="109700"/>
                  <a:pt x="1747590" y="109516"/>
                  <a:pt x="1744437" y="109516"/>
                </a:cubicBezTo>
                <a:cubicBezTo>
                  <a:pt x="1741074" y="109516"/>
                  <a:pt x="1737790" y="109700"/>
                  <a:pt x="1734584" y="110067"/>
                </a:cubicBezTo>
                <a:cubicBezTo>
                  <a:pt x="1731378" y="110436"/>
                  <a:pt x="1728304" y="110621"/>
                  <a:pt x="1725361" y="110621"/>
                </a:cubicBezTo>
                <a:cubicBezTo>
                  <a:pt x="1724836" y="110621"/>
                  <a:pt x="1724416" y="110384"/>
                  <a:pt x="1724100" y="109911"/>
                </a:cubicBezTo>
                <a:cubicBezTo>
                  <a:pt x="1723786" y="109438"/>
                  <a:pt x="1723629" y="108938"/>
                  <a:pt x="1723629" y="108412"/>
                </a:cubicBezTo>
                <a:cubicBezTo>
                  <a:pt x="1723629" y="107782"/>
                  <a:pt x="1723786" y="107230"/>
                  <a:pt x="1724100" y="106757"/>
                </a:cubicBezTo>
                <a:cubicBezTo>
                  <a:pt x="1724416" y="106284"/>
                  <a:pt x="1724889" y="105995"/>
                  <a:pt x="1725519" y="105891"/>
                </a:cubicBezTo>
                <a:cubicBezTo>
                  <a:pt x="1728252" y="105575"/>
                  <a:pt x="1730380" y="105102"/>
                  <a:pt x="1731904" y="104472"/>
                </a:cubicBezTo>
                <a:cubicBezTo>
                  <a:pt x="1733427" y="103842"/>
                  <a:pt x="1734531" y="102975"/>
                  <a:pt x="1735214" y="101871"/>
                </a:cubicBezTo>
                <a:cubicBezTo>
                  <a:pt x="1735897" y="100766"/>
                  <a:pt x="1736291" y="99400"/>
                  <a:pt x="1736395" y="97772"/>
                </a:cubicBezTo>
                <a:cubicBezTo>
                  <a:pt x="1736501" y="96143"/>
                  <a:pt x="1736554" y="94119"/>
                  <a:pt x="1736554" y="91701"/>
                </a:cubicBezTo>
                <a:lnTo>
                  <a:pt x="1736554" y="66319"/>
                </a:lnTo>
                <a:cubicBezTo>
                  <a:pt x="1736554" y="61800"/>
                  <a:pt x="1736449" y="58174"/>
                  <a:pt x="1736239" y="55441"/>
                </a:cubicBezTo>
                <a:cubicBezTo>
                  <a:pt x="1736029" y="52708"/>
                  <a:pt x="1735556" y="50633"/>
                  <a:pt x="1734819" y="49215"/>
                </a:cubicBezTo>
                <a:cubicBezTo>
                  <a:pt x="1734085" y="47796"/>
                  <a:pt x="1732982" y="46823"/>
                  <a:pt x="1731509" y="46297"/>
                </a:cubicBezTo>
                <a:cubicBezTo>
                  <a:pt x="1730039" y="45771"/>
                  <a:pt x="1728042" y="45351"/>
                  <a:pt x="1725519" y="45037"/>
                </a:cubicBezTo>
                <a:cubicBezTo>
                  <a:pt x="1724889" y="45037"/>
                  <a:pt x="1724416" y="44774"/>
                  <a:pt x="1724100" y="44248"/>
                </a:cubicBezTo>
                <a:cubicBezTo>
                  <a:pt x="1723786" y="43722"/>
                  <a:pt x="1723629" y="43196"/>
                  <a:pt x="1723629" y="42672"/>
                </a:cubicBezTo>
                <a:cubicBezTo>
                  <a:pt x="1723629" y="42146"/>
                  <a:pt x="1723786" y="41621"/>
                  <a:pt x="1724100" y="41096"/>
                </a:cubicBezTo>
                <a:cubicBezTo>
                  <a:pt x="1724416" y="40570"/>
                  <a:pt x="1724889" y="40307"/>
                  <a:pt x="1725519" y="40307"/>
                </a:cubicBezTo>
                <a:cubicBezTo>
                  <a:pt x="1726570" y="40202"/>
                  <a:pt x="1727857" y="40096"/>
                  <a:pt x="1729380" y="39992"/>
                </a:cubicBezTo>
                <a:cubicBezTo>
                  <a:pt x="1730906" y="39886"/>
                  <a:pt x="1732509" y="39755"/>
                  <a:pt x="1734189" y="39598"/>
                </a:cubicBezTo>
                <a:cubicBezTo>
                  <a:pt x="1735872" y="39439"/>
                  <a:pt x="1737580" y="39229"/>
                  <a:pt x="1739313" y="38967"/>
                </a:cubicBezTo>
                <a:cubicBezTo>
                  <a:pt x="1741048" y="38704"/>
                  <a:pt x="1742599" y="38415"/>
                  <a:pt x="1743966" y="38099"/>
                </a:cubicBezTo>
                <a:cubicBezTo>
                  <a:pt x="1745122" y="37889"/>
                  <a:pt x="1746042" y="37652"/>
                  <a:pt x="1746725" y="37389"/>
                </a:cubicBezTo>
                <a:cubicBezTo>
                  <a:pt x="1747408" y="37126"/>
                  <a:pt x="1747960" y="36995"/>
                  <a:pt x="1748380" y="36995"/>
                </a:cubicBezTo>
                <a:cubicBezTo>
                  <a:pt x="1749640" y="36995"/>
                  <a:pt x="1750454" y="37363"/>
                  <a:pt x="1750822" y="38099"/>
                </a:cubicBezTo>
                <a:cubicBezTo>
                  <a:pt x="1751190" y="38835"/>
                  <a:pt x="1751375" y="39518"/>
                  <a:pt x="1751375" y="40149"/>
                </a:cubicBezTo>
                <a:lnTo>
                  <a:pt x="1751375" y="90755"/>
                </a:lnTo>
                <a:moveTo>
                  <a:pt x="1743018" y="20916"/>
                </a:moveTo>
                <a:cubicBezTo>
                  <a:pt x="1740391" y="20916"/>
                  <a:pt x="1738131" y="20101"/>
                  <a:pt x="1736239" y="18472"/>
                </a:cubicBezTo>
                <a:cubicBezTo>
                  <a:pt x="1734348" y="16842"/>
                  <a:pt x="1733403" y="14819"/>
                  <a:pt x="1733403" y="12402"/>
                </a:cubicBezTo>
                <a:cubicBezTo>
                  <a:pt x="1733403" y="9984"/>
                  <a:pt x="1734296" y="7934"/>
                  <a:pt x="1736082" y="6254"/>
                </a:cubicBezTo>
                <a:cubicBezTo>
                  <a:pt x="1737869" y="4571"/>
                  <a:pt x="1740076" y="3730"/>
                  <a:pt x="1742703" y="3730"/>
                </a:cubicBezTo>
                <a:cubicBezTo>
                  <a:pt x="1745225" y="3730"/>
                  <a:pt x="1747301" y="4598"/>
                  <a:pt x="1748931" y="6333"/>
                </a:cubicBezTo>
                <a:cubicBezTo>
                  <a:pt x="1750560" y="8067"/>
                  <a:pt x="1751375" y="10142"/>
                  <a:pt x="1751375" y="12559"/>
                </a:cubicBezTo>
                <a:cubicBezTo>
                  <a:pt x="1751375" y="14871"/>
                  <a:pt x="1750587" y="16842"/>
                  <a:pt x="1749010" y="18472"/>
                </a:cubicBezTo>
                <a:cubicBezTo>
                  <a:pt x="1747434" y="20101"/>
                  <a:pt x="1745436" y="20916"/>
                  <a:pt x="1743018" y="20916"/>
                </a:cubicBezTo>
                <a:close/>
                <a:moveTo>
                  <a:pt x="1796667" y="90755"/>
                </a:moveTo>
                <a:cubicBezTo>
                  <a:pt x="1796667" y="93384"/>
                  <a:pt x="1796719" y="95591"/>
                  <a:pt x="1796824" y="97378"/>
                </a:cubicBezTo>
                <a:cubicBezTo>
                  <a:pt x="1796929" y="99164"/>
                  <a:pt x="1797298" y="100636"/>
                  <a:pt x="1797928" y="101792"/>
                </a:cubicBezTo>
                <a:cubicBezTo>
                  <a:pt x="1798560" y="102948"/>
                  <a:pt x="1799584" y="103842"/>
                  <a:pt x="1801002" y="104472"/>
                </a:cubicBezTo>
                <a:cubicBezTo>
                  <a:pt x="1802421" y="105102"/>
                  <a:pt x="1804392" y="105575"/>
                  <a:pt x="1806915" y="105891"/>
                </a:cubicBezTo>
                <a:cubicBezTo>
                  <a:pt x="1807545" y="105995"/>
                  <a:pt x="1808018" y="106284"/>
                  <a:pt x="1808334" y="106757"/>
                </a:cubicBezTo>
                <a:cubicBezTo>
                  <a:pt x="1808650" y="107230"/>
                  <a:pt x="1808808" y="107782"/>
                  <a:pt x="1808808" y="108412"/>
                </a:cubicBezTo>
                <a:cubicBezTo>
                  <a:pt x="1808808" y="108938"/>
                  <a:pt x="1808650" y="109438"/>
                  <a:pt x="1808334" y="109911"/>
                </a:cubicBezTo>
                <a:cubicBezTo>
                  <a:pt x="1808018" y="110384"/>
                  <a:pt x="1807545" y="110621"/>
                  <a:pt x="1806915" y="110621"/>
                </a:cubicBezTo>
                <a:cubicBezTo>
                  <a:pt x="1804813" y="110621"/>
                  <a:pt x="1802211" y="110436"/>
                  <a:pt x="1799111" y="110067"/>
                </a:cubicBezTo>
                <a:cubicBezTo>
                  <a:pt x="1796011" y="109700"/>
                  <a:pt x="1792885" y="109516"/>
                  <a:pt x="1789732" y="109516"/>
                </a:cubicBezTo>
                <a:cubicBezTo>
                  <a:pt x="1786369" y="109516"/>
                  <a:pt x="1783110" y="109700"/>
                  <a:pt x="1779956" y="110067"/>
                </a:cubicBezTo>
                <a:cubicBezTo>
                  <a:pt x="1776803" y="110436"/>
                  <a:pt x="1773913" y="110621"/>
                  <a:pt x="1771286" y="110621"/>
                </a:cubicBezTo>
                <a:cubicBezTo>
                  <a:pt x="1770760" y="110621"/>
                  <a:pt x="1770339" y="110384"/>
                  <a:pt x="1770023" y="109911"/>
                </a:cubicBezTo>
                <a:cubicBezTo>
                  <a:pt x="1769709" y="109438"/>
                  <a:pt x="1769551" y="108938"/>
                  <a:pt x="1769551" y="108412"/>
                </a:cubicBezTo>
                <a:cubicBezTo>
                  <a:pt x="1769551" y="107782"/>
                  <a:pt x="1769709" y="107230"/>
                  <a:pt x="1770023" y="106757"/>
                </a:cubicBezTo>
                <a:cubicBezTo>
                  <a:pt x="1770339" y="106284"/>
                  <a:pt x="1770813" y="105995"/>
                  <a:pt x="1771445" y="105891"/>
                </a:cubicBezTo>
                <a:cubicBezTo>
                  <a:pt x="1774071" y="105575"/>
                  <a:pt x="1776094" y="105102"/>
                  <a:pt x="1777511" y="104472"/>
                </a:cubicBezTo>
                <a:cubicBezTo>
                  <a:pt x="1778931" y="103842"/>
                  <a:pt x="1779956" y="102975"/>
                  <a:pt x="1780586" y="101871"/>
                </a:cubicBezTo>
                <a:cubicBezTo>
                  <a:pt x="1781218" y="100766"/>
                  <a:pt x="1781586" y="99400"/>
                  <a:pt x="1781690" y="97772"/>
                </a:cubicBezTo>
                <a:cubicBezTo>
                  <a:pt x="1781796" y="96143"/>
                  <a:pt x="1781849" y="94119"/>
                  <a:pt x="1781849" y="91701"/>
                </a:cubicBezTo>
                <a:lnTo>
                  <a:pt x="1781849" y="68369"/>
                </a:lnTo>
                <a:cubicBezTo>
                  <a:pt x="1781849" y="63429"/>
                  <a:pt x="1781796" y="59488"/>
                  <a:pt x="1781690" y="56545"/>
                </a:cubicBezTo>
                <a:cubicBezTo>
                  <a:pt x="1781586" y="53602"/>
                  <a:pt x="1781218" y="51343"/>
                  <a:pt x="1780586" y="49766"/>
                </a:cubicBezTo>
                <a:cubicBezTo>
                  <a:pt x="1779956" y="48190"/>
                  <a:pt x="1778984" y="47113"/>
                  <a:pt x="1777670" y="46535"/>
                </a:cubicBezTo>
                <a:cubicBezTo>
                  <a:pt x="1776357" y="45957"/>
                  <a:pt x="1774439" y="45614"/>
                  <a:pt x="1771916" y="45508"/>
                </a:cubicBezTo>
                <a:cubicBezTo>
                  <a:pt x="1771392" y="45508"/>
                  <a:pt x="1770971" y="45298"/>
                  <a:pt x="1770656" y="44878"/>
                </a:cubicBezTo>
                <a:cubicBezTo>
                  <a:pt x="1770340" y="44458"/>
                  <a:pt x="1770129" y="43986"/>
                  <a:pt x="1770023" y="43461"/>
                </a:cubicBezTo>
                <a:cubicBezTo>
                  <a:pt x="1769919" y="42935"/>
                  <a:pt x="1769998" y="42436"/>
                  <a:pt x="1770261" y="41962"/>
                </a:cubicBezTo>
                <a:cubicBezTo>
                  <a:pt x="1770524" y="41489"/>
                  <a:pt x="1770971" y="41253"/>
                  <a:pt x="1771601" y="41253"/>
                </a:cubicBezTo>
                <a:cubicBezTo>
                  <a:pt x="1773387" y="41043"/>
                  <a:pt x="1775989" y="40622"/>
                  <a:pt x="1779405" y="39992"/>
                </a:cubicBezTo>
                <a:cubicBezTo>
                  <a:pt x="1782821" y="39360"/>
                  <a:pt x="1786525" y="38519"/>
                  <a:pt x="1790519" y="37469"/>
                </a:cubicBezTo>
                <a:cubicBezTo>
                  <a:pt x="1790730" y="37363"/>
                  <a:pt x="1791151" y="37284"/>
                  <a:pt x="1791781" y="37233"/>
                </a:cubicBezTo>
                <a:cubicBezTo>
                  <a:pt x="1792412" y="37180"/>
                  <a:pt x="1792832" y="37154"/>
                  <a:pt x="1793042" y="37154"/>
                </a:cubicBezTo>
                <a:cubicBezTo>
                  <a:pt x="1794092" y="37154"/>
                  <a:pt x="1794986" y="37574"/>
                  <a:pt x="1795722" y="38414"/>
                </a:cubicBezTo>
                <a:cubicBezTo>
                  <a:pt x="1796458" y="39255"/>
                  <a:pt x="1796773" y="40253"/>
                  <a:pt x="1796667" y="41409"/>
                </a:cubicBezTo>
                <a:lnTo>
                  <a:pt x="1796352" y="49136"/>
                </a:lnTo>
                <a:cubicBezTo>
                  <a:pt x="1796352" y="49660"/>
                  <a:pt x="1796562" y="49712"/>
                  <a:pt x="1796982" y="49292"/>
                </a:cubicBezTo>
                <a:cubicBezTo>
                  <a:pt x="1797508" y="48556"/>
                  <a:pt x="1798375" y="47453"/>
                  <a:pt x="1799583" y="45982"/>
                </a:cubicBezTo>
                <a:cubicBezTo>
                  <a:pt x="1800792" y="44510"/>
                  <a:pt x="1802368" y="43039"/>
                  <a:pt x="1804312" y="41568"/>
                </a:cubicBezTo>
                <a:cubicBezTo>
                  <a:pt x="1806258" y="40096"/>
                  <a:pt x="1808623" y="38808"/>
                  <a:pt x="1811409" y="37705"/>
                </a:cubicBezTo>
                <a:cubicBezTo>
                  <a:pt x="1814194" y="36601"/>
                  <a:pt x="1817374" y="36049"/>
                  <a:pt x="1820947" y="36049"/>
                </a:cubicBezTo>
                <a:cubicBezTo>
                  <a:pt x="1827463" y="36049"/>
                  <a:pt x="1832612" y="37337"/>
                  <a:pt x="1836396" y="39913"/>
                </a:cubicBezTo>
                <a:cubicBezTo>
                  <a:pt x="1840180" y="42487"/>
                  <a:pt x="1843123" y="46296"/>
                  <a:pt x="1845224" y="51342"/>
                </a:cubicBezTo>
                <a:cubicBezTo>
                  <a:pt x="1845750" y="50186"/>
                  <a:pt x="1846749" y="48741"/>
                  <a:pt x="1848219" y="47007"/>
                </a:cubicBezTo>
                <a:cubicBezTo>
                  <a:pt x="1849691" y="45273"/>
                  <a:pt x="1851584" y="43592"/>
                  <a:pt x="1853896" y="41962"/>
                </a:cubicBezTo>
                <a:cubicBezTo>
                  <a:pt x="1856209" y="40333"/>
                  <a:pt x="1858837" y="38940"/>
                  <a:pt x="1861779" y="37784"/>
                </a:cubicBezTo>
                <a:cubicBezTo>
                  <a:pt x="1864722" y="36628"/>
                  <a:pt x="1867927" y="36049"/>
                  <a:pt x="1871395" y="36049"/>
                </a:cubicBezTo>
                <a:cubicBezTo>
                  <a:pt x="1876440" y="36049"/>
                  <a:pt x="1880539" y="36812"/>
                  <a:pt x="1883692" y="38337"/>
                </a:cubicBezTo>
                <a:cubicBezTo>
                  <a:pt x="1886845" y="39861"/>
                  <a:pt x="1889315" y="41936"/>
                  <a:pt x="1891101" y="44563"/>
                </a:cubicBezTo>
                <a:cubicBezTo>
                  <a:pt x="1892889" y="47190"/>
                  <a:pt x="1894099" y="50316"/>
                  <a:pt x="1894729" y="53942"/>
                </a:cubicBezTo>
                <a:cubicBezTo>
                  <a:pt x="1895359" y="57568"/>
                  <a:pt x="1895674" y="61484"/>
                  <a:pt x="1895674" y="65689"/>
                </a:cubicBezTo>
                <a:lnTo>
                  <a:pt x="1895674" y="90755"/>
                </a:lnTo>
                <a:cubicBezTo>
                  <a:pt x="1895674" y="93384"/>
                  <a:pt x="1895726" y="95591"/>
                  <a:pt x="1895831" y="97378"/>
                </a:cubicBezTo>
                <a:cubicBezTo>
                  <a:pt x="1895937" y="99164"/>
                  <a:pt x="1896252" y="100636"/>
                  <a:pt x="1896776" y="101792"/>
                </a:cubicBezTo>
                <a:cubicBezTo>
                  <a:pt x="1897302" y="102948"/>
                  <a:pt x="1898143" y="103842"/>
                  <a:pt x="1899300" y="104472"/>
                </a:cubicBezTo>
                <a:cubicBezTo>
                  <a:pt x="1900456" y="105102"/>
                  <a:pt x="1902137" y="105575"/>
                  <a:pt x="1904344" y="105891"/>
                </a:cubicBezTo>
                <a:cubicBezTo>
                  <a:pt x="1904976" y="105995"/>
                  <a:pt x="1905449" y="106284"/>
                  <a:pt x="1905763" y="106757"/>
                </a:cubicBezTo>
                <a:cubicBezTo>
                  <a:pt x="1906079" y="107230"/>
                  <a:pt x="1906237" y="107782"/>
                  <a:pt x="1906237" y="108412"/>
                </a:cubicBezTo>
                <a:cubicBezTo>
                  <a:pt x="1906237" y="108938"/>
                  <a:pt x="1906079" y="109438"/>
                  <a:pt x="1905763" y="109911"/>
                </a:cubicBezTo>
                <a:cubicBezTo>
                  <a:pt x="1905449" y="110384"/>
                  <a:pt x="1904976" y="110621"/>
                  <a:pt x="1904344" y="110621"/>
                </a:cubicBezTo>
                <a:cubicBezTo>
                  <a:pt x="1902978" y="110621"/>
                  <a:pt x="1900823" y="110436"/>
                  <a:pt x="1897880" y="110067"/>
                </a:cubicBezTo>
                <a:cubicBezTo>
                  <a:pt x="1894937" y="109700"/>
                  <a:pt x="1891890" y="109516"/>
                  <a:pt x="1888737" y="109516"/>
                </a:cubicBezTo>
                <a:cubicBezTo>
                  <a:pt x="1885374" y="109516"/>
                  <a:pt x="1882142" y="109700"/>
                  <a:pt x="1879042" y="110067"/>
                </a:cubicBezTo>
                <a:cubicBezTo>
                  <a:pt x="1875942" y="110436"/>
                  <a:pt x="1873183" y="110621"/>
                  <a:pt x="1870764" y="110621"/>
                </a:cubicBezTo>
                <a:cubicBezTo>
                  <a:pt x="1870240" y="110621"/>
                  <a:pt x="1869820" y="110384"/>
                  <a:pt x="1869504" y="109911"/>
                </a:cubicBezTo>
                <a:cubicBezTo>
                  <a:pt x="1869188" y="109438"/>
                  <a:pt x="1869030" y="108938"/>
                  <a:pt x="1869030" y="108412"/>
                </a:cubicBezTo>
                <a:cubicBezTo>
                  <a:pt x="1869030" y="107782"/>
                  <a:pt x="1869188" y="107230"/>
                  <a:pt x="1869504" y="106757"/>
                </a:cubicBezTo>
                <a:cubicBezTo>
                  <a:pt x="1869820" y="106284"/>
                  <a:pt x="1870293" y="105995"/>
                  <a:pt x="1870923" y="105891"/>
                </a:cubicBezTo>
                <a:cubicBezTo>
                  <a:pt x="1873446" y="105575"/>
                  <a:pt x="1875364" y="105102"/>
                  <a:pt x="1876677" y="104472"/>
                </a:cubicBezTo>
                <a:cubicBezTo>
                  <a:pt x="1877991" y="103842"/>
                  <a:pt x="1878963" y="102975"/>
                  <a:pt x="1879593" y="101871"/>
                </a:cubicBezTo>
                <a:cubicBezTo>
                  <a:pt x="1880225" y="100766"/>
                  <a:pt x="1880593" y="99400"/>
                  <a:pt x="1880697" y="97772"/>
                </a:cubicBezTo>
                <a:cubicBezTo>
                  <a:pt x="1880803" y="96143"/>
                  <a:pt x="1880856" y="94119"/>
                  <a:pt x="1880856" y="91701"/>
                </a:cubicBezTo>
                <a:lnTo>
                  <a:pt x="1880856" y="71364"/>
                </a:lnTo>
                <a:cubicBezTo>
                  <a:pt x="1880856" y="68527"/>
                  <a:pt x="1880750" y="65585"/>
                  <a:pt x="1880538" y="62537"/>
                </a:cubicBezTo>
                <a:cubicBezTo>
                  <a:pt x="1880328" y="59489"/>
                  <a:pt x="1879777" y="56703"/>
                  <a:pt x="1878883" y="54180"/>
                </a:cubicBezTo>
                <a:cubicBezTo>
                  <a:pt x="1877990" y="51658"/>
                  <a:pt x="1876650" y="49582"/>
                  <a:pt x="1874864" y="47952"/>
                </a:cubicBezTo>
                <a:cubicBezTo>
                  <a:pt x="1873077" y="46323"/>
                  <a:pt x="1870555" y="45508"/>
                  <a:pt x="1867298" y="45508"/>
                </a:cubicBezTo>
                <a:cubicBezTo>
                  <a:pt x="1864353" y="45508"/>
                  <a:pt x="1861593" y="46191"/>
                  <a:pt x="1859018" y="47558"/>
                </a:cubicBezTo>
                <a:cubicBezTo>
                  <a:pt x="1856444" y="48924"/>
                  <a:pt x="1854211" y="50659"/>
                  <a:pt x="1852318" y="52761"/>
                </a:cubicBezTo>
                <a:cubicBezTo>
                  <a:pt x="1850427" y="54864"/>
                  <a:pt x="1848930" y="57150"/>
                  <a:pt x="1847827" y="59619"/>
                </a:cubicBezTo>
                <a:cubicBezTo>
                  <a:pt x="1846724" y="62089"/>
                  <a:pt x="1846172" y="64480"/>
                  <a:pt x="1846172" y="66793"/>
                </a:cubicBezTo>
                <a:lnTo>
                  <a:pt x="1846172" y="90755"/>
                </a:lnTo>
                <a:cubicBezTo>
                  <a:pt x="1846172" y="93804"/>
                  <a:pt x="1846224" y="96248"/>
                  <a:pt x="1846328" y="98087"/>
                </a:cubicBezTo>
                <a:cubicBezTo>
                  <a:pt x="1846434" y="99925"/>
                  <a:pt x="1846749" y="101370"/>
                  <a:pt x="1847274" y="102422"/>
                </a:cubicBezTo>
                <a:cubicBezTo>
                  <a:pt x="1847800" y="103473"/>
                  <a:pt x="1848641" y="104234"/>
                  <a:pt x="1849797" y="104708"/>
                </a:cubicBezTo>
                <a:cubicBezTo>
                  <a:pt x="1850954" y="105181"/>
                  <a:pt x="1852635" y="105575"/>
                  <a:pt x="1854842" y="105891"/>
                </a:cubicBezTo>
                <a:cubicBezTo>
                  <a:pt x="1855472" y="105995"/>
                  <a:pt x="1855945" y="106284"/>
                  <a:pt x="1856261" y="106757"/>
                </a:cubicBezTo>
                <a:cubicBezTo>
                  <a:pt x="1856577" y="107230"/>
                  <a:pt x="1856735" y="107782"/>
                  <a:pt x="1856735" y="108412"/>
                </a:cubicBezTo>
                <a:cubicBezTo>
                  <a:pt x="1856735" y="108938"/>
                  <a:pt x="1856577" y="109438"/>
                  <a:pt x="1856261" y="109911"/>
                </a:cubicBezTo>
                <a:cubicBezTo>
                  <a:pt x="1855945" y="110384"/>
                  <a:pt x="1855472" y="110621"/>
                  <a:pt x="1854842" y="110621"/>
                </a:cubicBezTo>
                <a:cubicBezTo>
                  <a:pt x="1853475" y="110621"/>
                  <a:pt x="1851321" y="110436"/>
                  <a:pt x="1848378" y="110067"/>
                </a:cubicBezTo>
                <a:cubicBezTo>
                  <a:pt x="1845435" y="109700"/>
                  <a:pt x="1842387" y="109516"/>
                  <a:pt x="1839234" y="109516"/>
                </a:cubicBezTo>
                <a:cubicBezTo>
                  <a:pt x="1835871" y="109516"/>
                  <a:pt x="1832639" y="109700"/>
                  <a:pt x="1829537" y="110067"/>
                </a:cubicBezTo>
                <a:cubicBezTo>
                  <a:pt x="1826437" y="110436"/>
                  <a:pt x="1823837" y="110621"/>
                  <a:pt x="1821736" y="110621"/>
                </a:cubicBezTo>
                <a:cubicBezTo>
                  <a:pt x="1821210" y="110621"/>
                  <a:pt x="1820789" y="110384"/>
                  <a:pt x="1820473" y="109911"/>
                </a:cubicBezTo>
                <a:cubicBezTo>
                  <a:pt x="1820159" y="109438"/>
                  <a:pt x="1820002" y="108938"/>
                  <a:pt x="1820002" y="108412"/>
                </a:cubicBezTo>
                <a:cubicBezTo>
                  <a:pt x="1820002" y="107782"/>
                  <a:pt x="1820159" y="107230"/>
                  <a:pt x="1820473" y="106757"/>
                </a:cubicBezTo>
                <a:cubicBezTo>
                  <a:pt x="1820789" y="106284"/>
                  <a:pt x="1821262" y="105995"/>
                  <a:pt x="1821892" y="105891"/>
                </a:cubicBezTo>
                <a:cubicBezTo>
                  <a:pt x="1824205" y="105575"/>
                  <a:pt x="1826018" y="105181"/>
                  <a:pt x="1827331" y="104708"/>
                </a:cubicBezTo>
                <a:cubicBezTo>
                  <a:pt x="1828645" y="104234"/>
                  <a:pt x="1829590" y="103499"/>
                  <a:pt x="1830168" y="102502"/>
                </a:cubicBezTo>
                <a:cubicBezTo>
                  <a:pt x="1830747" y="101502"/>
                  <a:pt x="1831088" y="100163"/>
                  <a:pt x="1831192" y="98482"/>
                </a:cubicBezTo>
                <a:cubicBezTo>
                  <a:pt x="1831298" y="96800"/>
                  <a:pt x="1831351" y="94539"/>
                  <a:pt x="1831351" y="91701"/>
                </a:cubicBezTo>
                <a:lnTo>
                  <a:pt x="1831351" y="71364"/>
                </a:lnTo>
                <a:cubicBezTo>
                  <a:pt x="1831351" y="68527"/>
                  <a:pt x="1831220" y="65585"/>
                  <a:pt x="1830957" y="62537"/>
                </a:cubicBezTo>
                <a:cubicBezTo>
                  <a:pt x="1830695" y="59489"/>
                  <a:pt x="1830091" y="56703"/>
                  <a:pt x="1829145" y="54180"/>
                </a:cubicBezTo>
                <a:cubicBezTo>
                  <a:pt x="1828199" y="51658"/>
                  <a:pt x="1826780" y="49582"/>
                  <a:pt x="1824887" y="47952"/>
                </a:cubicBezTo>
                <a:cubicBezTo>
                  <a:pt x="1822996" y="46323"/>
                  <a:pt x="1820370" y="45508"/>
                  <a:pt x="1817007" y="45508"/>
                </a:cubicBezTo>
                <a:cubicBezTo>
                  <a:pt x="1813432" y="45508"/>
                  <a:pt x="1810357" y="46166"/>
                  <a:pt x="1807781" y="47481"/>
                </a:cubicBezTo>
                <a:cubicBezTo>
                  <a:pt x="1805207" y="48794"/>
                  <a:pt x="1803105" y="50502"/>
                  <a:pt x="1801476" y="52605"/>
                </a:cubicBezTo>
                <a:cubicBezTo>
                  <a:pt x="1799847" y="54706"/>
                  <a:pt x="1798637" y="57044"/>
                  <a:pt x="1797848" y="59619"/>
                </a:cubicBezTo>
                <a:cubicBezTo>
                  <a:pt x="1797061" y="62193"/>
                  <a:pt x="1796667" y="64742"/>
                  <a:pt x="1796667" y="67264"/>
                </a:cubicBezTo>
                <a:lnTo>
                  <a:pt x="1796667" y="90755"/>
                </a:lnTo>
                <a:close/>
                <a:moveTo>
                  <a:pt x="1934031" y="69629"/>
                </a:moveTo>
                <a:cubicBezTo>
                  <a:pt x="1933505" y="69629"/>
                  <a:pt x="1933216" y="69814"/>
                  <a:pt x="1933163" y="70182"/>
                </a:cubicBezTo>
                <a:cubicBezTo>
                  <a:pt x="1933112" y="70550"/>
                  <a:pt x="1933086" y="70996"/>
                  <a:pt x="1933086" y="71522"/>
                </a:cubicBezTo>
                <a:cubicBezTo>
                  <a:pt x="1933086" y="76988"/>
                  <a:pt x="1933690" y="81612"/>
                  <a:pt x="1934897" y="85395"/>
                </a:cubicBezTo>
                <a:cubicBezTo>
                  <a:pt x="1936107" y="89179"/>
                  <a:pt x="1937788" y="92253"/>
                  <a:pt x="1939942" y="94618"/>
                </a:cubicBezTo>
                <a:cubicBezTo>
                  <a:pt x="1942097" y="96982"/>
                  <a:pt x="1944673" y="98690"/>
                  <a:pt x="1947669" y="99742"/>
                </a:cubicBezTo>
                <a:cubicBezTo>
                  <a:pt x="1950665" y="100793"/>
                  <a:pt x="1953896" y="101318"/>
                  <a:pt x="1957363" y="101318"/>
                </a:cubicBezTo>
                <a:cubicBezTo>
                  <a:pt x="1960936" y="101318"/>
                  <a:pt x="1964405" y="101029"/>
                  <a:pt x="1967768" y="100452"/>
                </a:cubicBezTo>
                <a:cubicBezTo>
                  <a:pt x="1971132" y="99873"/>
                  <a:pt x="1974023" y="98585"/>
                  <a:pt x="1976440" y="96589"/>
                </a:cubicBezTo>
                <a:cubicBezTo>
                  <a:pt x="1976966" y="96168"/>
                  <a:pt x="1977517" y="96011"/>
                  <a:pt x="1978095" y="96117"/>
                </a:cubicBezTo>
                <a:cubicBezTo>
                  <a:pt x="1978674" y="96221"/>
                  <a:pt x="1979147" y="96484"/>
                  <a:pt x="1979514" y="96904"/>
                </a:cubicBezTo>
                <a:cubicBezTo>
                  <a:pt x="1979881" y="97324"/>
                  <a:pt x="1980117" y="97797"/>
                  <a:pt x="1980221" y="98323"/>
                </a:cubicBezTo>
                <a:cubicBezTo>
                  <a:pt x="1980327" y="98849"/>
                  <a:pt x="1980223" y="99322"/>
                  <a:pt x="1979909" y="99742"/>
                </a:cubicBezTo>
                <a:cubicBezTo>
                  <a:pt x="1976546" y="104156"/>
                  <a:pt x="1972762" y="107204"/>
                  <a:pt x="1968557" y="108886"/>
                </a:cubicBezTo>
                <a:cubicBezTo>
                  <a:pt x="1964353" y="110567"/>
                  <a:pt x="1959151" y="111407"/>
                  <a:pt x="1952949" y="111407"/>
                </a:cubicBezTo>
                <a:cubicBezTo>
                  <a:pt x="1946643" y="111407"/>
                  <a:pt x="1941204" y="110462"/>
                  <a:pt x="1936632" y="108571"/>
                </a:cubicBezTo>
                <a:cubicBezTo>
                  <a:pt x="1932060" y="106679"/>
                  <a:pt x="1928276" y="104024"/>
                  <a:pt x="1925280" y="100608"/>
                </a:cubicBezTo>
                <a:cubicBezTo>
                  <a:pt x="1922286" y="97192"/>
                  <a:pt x="1920079" y="93199"/>
                  <a:pt x="1918660" y="88629"/>
                </a:cubicBezTo>
                <a:cubicBezTo>
                  <a:pt x="1917240" y="84056"/>
                  <a:pt x="1916531" y="79090"/>
                  <a:pt x="1916531" y="73728"/>
                </a:cubicBezTo>
                <a:cubicBezTo>
                  <a:pt x="1916531" y="68579"/>
                  <a:pt x="1917398" y="63692"/>
                  <a:pt x="1919131" y="59069"/>
                </a:cubicBezTo>
                <a:cubicBezTo>
                  <a:pt x="1920866" y="54443"/>
                  <a:pt x="1923311" y="50449"/>
                  <a:pt x="1926463" y="47086"/>
                </a:cubicBezTo>
                <a:cubicBezTo>
                  <a:pt x="1929616" y="43723"/>
                  <a:pt x="1933347" y="41043"/>
                  <a:pt x="1937657" y="39047"/>
                </a:cubicBezTo>
                <a:cubicBezTo>
                  <a:pt x="1941966" y="37049"/>
                  <a:pt x="1946748" y="36049"/>
                  <a:pt x="1952004" y="36049"/>
                </a:cubicBezTo>
                <a:cubicBezTo>
                  <a:pt x="1956417" y="36049"/>
                  <a:pt x="1960437" y="36812"/>
                  <a:pt x="1964063" y="38337"/>
                </a:cubicBezTo>
                <a:cubicBezTo>
                  <a:pt x="1967689" y="39861"/>
                  <a:pt x="1970763" y="41962"/>
                  <a:pt x="1973286" y="44642"/>
                </a:cubicBezTo>
                <a:cubicBezTo>
                  <a:pt x="1975809" y="47322"/>
                  <a:pt x="1977780" y="50528"/>
                  <a:pt x="1979199" y="54260"/>
                </a:cubicBezTo>
                <a:cubicBezTo>
                  <a:pt x="1980618" y="57990"/>
                  <a:pt x="1981328" y="62010"/>
                  <a:pt x="1981328" y="66319"/>
                </a:cubicBezTo>
                <a:cubicBezTo>
                  <a:pt x="1981328" y="68526"/>
                  <a:pt x="1980540" y="69629"/>
                  <a:pt x="1978963" y="69629"/>
                </a:cubicBezTo>
                <a:lnTo>
                  <a:pt x="1934031" y="69629"/>
                </a:lnTo>
                <a:moveTo>
                  <a:pt x="1962882" y="64113"/>
                </a:moveTo>
                <a:cubicBezTo>
                  <a:pt x="1964352" y="64113"/>
                  <a:pt x="1965193" y="63588"/>
                  <a:pt x="1965403" y="62537"/>
                </a:cubicBezTo>
                <a:cubicBezTo>
                  <a:pt x="1965615" y="61485"/>
                  <a:pt x="1965720" y="60223"/>
                  <a:pt x="1965720" y="58751"/>
                </a:cubicBezTo>
                <a:cubicBezTo>
                  <a:pt x="1965720" y="56544"/>
                  <a:pt x="1965379" y="54416"/>
                  <a:pt x="1964696" y="52367"/>
                </a:cubicBezTo>
                <a:cubicBezTo>
                  <a:pt x="1964012" y="50317"/>
                  <a:pt x="1963040" y="48504"/>
                  <a:pt x="1961778" y="46928"/>
                </a:cubicBezTo>
                <a:cubicBezTo>
                  <a:pt x="1960517" y="45351"/>
                  <a:pt x="1958994" y="44090"/>
                  <a:pt x="1957207" y="43144"/>
                </a:cubicBezTo>
                <a:cubicBezTo>
                  <a:pt x="1955420" y="42197"/>
                  <a:pt x="1953371" y="41724"/>
                  <a:pt x="1951058" y="41724"/>
                </a:cubicBezTo>
                <a:cubicBezTo>
                  <a:pt x="1948220" y="41724"/>
                  <a:pt x="1945776" y="42224"/>
                  <a:pt x="1943726" y="43223"/>
                </a:cubicBezTo>
                <a:cubicBezTo>
                  <a:pt x="1941676" y="44222"/>
                  <a:pt x="1939942" y="45536"/>
                  <a:pt x="1938523" y="47166"/>
                </a:cubicBezTo>
                <a:cubicBezTo>
                  <a:pt x="1937105" y="48793"/>
                  <a:pt x="1936028" y="50712"/>
                  <a:pt x="1935292" y="52920"/>
                </a:cubicBezTo>
                <a:cubicBezTo>
                  <a:pt x="1934556" y="55127"/>
                  <a:pt x="1934031" y="57438"/>
                  <a:pt x="1933716" y="59855"/>
                </a:cubicBezTo>
                <a:cubicBezTo>
                  <a:pt x="1933506" y="61117"/>
                  <a:pt x="1933427" y="62143"/>
                  <a:pt x="1933478" y="62932"/>
                </a:cubicBezTo>
                <a:cubicBezTo>
                  <a:pt x="1933531" y="63719"/>
                  <a:pt x="1933768" y="64113"/>
                  <a:pt x="1934188" y="64113"/>
                </a:cubicBezTo>
                <a:lnTo>
                  <a:pt x="1962882" y="641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therearepositiveef">
            <a:extLst xmlns:a="http://schemas.openxmlformats.org/drawingml/2006/main">
              <a:ext uri="{FF2B5EF4-FFF2-40B4-BE49-F238E27FC236}">
                <a16:creationId xmlns:a16="http://schemas.microsoft.com/office/drawing/2014/main" id="{21C27C0A-8177-4DBA-AF68-D08E1A30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22" y="2106600"/>
            <a:ext cx="1430133" cy="154343"/>
          </a:xfrm>
          <a:custGeom xmlns:a="http://schemas.openxmlformats.org/drawingml/2006/main">
            <a:pathLst>
              <a:path w="1430133" h="154343">
                <a:moveTo>
                  <a:pt x="24883" y="85606"/>
                </a:moveTo>
                <a:cubicBezTo>
                  <a:pt x="24883" y="91491"/>
                  <a:pt x="25540" y="95853"/>
                  <a:pt x="26854" y="98692"/>
                </a:cubicBezTo>
                <a:cubicBezTo>
                  <a:pt x="28167" y="101529"/>
                  <a:pt x="30558" y="102947"/>
                  <a:pt x="34027" y="102947"/>
                </a:cubicBezTo>
                <a:cubicBezTo>
                  <a:pt x="36444" y="102947"/>
                  <a:pt x="38729" y="102580"/>
                  <a:pt x="40883" y="101846"/>
                </a:cubicBezTo>
                <a:cubicBezTo>
                  <a:pt x="43039" y="101110"/>
                  <a:pt x="44694" y="100321"/>
                  <a:pt x="45851" y="99481"/>
                </a:cubicBezTo>
                <a:cubicBezTo>
                  <a:pt x="46167" y="99271"/>
                  <a:pt x="46535" y="99244"/>
                  <a:pt x="46955" y="99402"/>
                </a:cubicBezTo>
                <a:cubicBezTo>
                  <a:pt x="47375" y="99559"/>
                  <a:pt x="47742" y="99822"/>
                  <a:pt x="48057" y="100191"/>
                </a:cubicBezTo>
                <a:cubicBezTo>
                  <a:pt x="48373" y="100558"/>
                  <a:pt x="48609" y="100952"/>
                  <a:pt x="48766" y="101372"/>
                </a:cubicBezTo>
                <a:cubicBezTo>
                  <a:pt x="48925" y="101792"/>
                  <a:pt x="48899" y="102160"/>
                  <a:pt x="48689" y="102476"/>
                </a:cubicBezTo>
                <a:cubicBezTo>
                  <a:pt x="46693" y="105733"/>
                  <a:pt x="44091" y="108045"/>
                  <a:pt x="40885" y="109411"/>
                </a:cubicBezTo>
                <a:cubicBezTo>
                  <a:pt x="37680" y="110778"/>
                  <a:pt x="33922" y="111461"/>
                  <a:pt x="29613" y="111461"/>
                </a:cubicBezTo>
                <a:cubicBezTo>
                  <a:pt x="22467" y="111461"/>
                  <a:pt x="17422" y="109859"/>
                  <a:pt x="14479" y="106654"/>
                </a:cubicBezTo>
                <a:cubicBezTo>
                  <a:pt x="11536" y="103449"/>
                  <a:pt x="10065" y="98430"/>
                  <a:pt x="10065" y="91598"/>
                </a:cubicBezTo>
                <a:lnTo>
                  <a:pt x="10065" y="51080"/>
                </a:lnTo>
                <a:cubicBezTo>
                  <a:pt x="10065" y="49820"/>
                  <a:pt x="10012" y="48822"/>
                  <a:pt x="9906" y="48085"/>
                </a:cubicBezTo>
                <a:cubicBezTo>
                  <a:pt x="9802" y="47349"/>
                  <a:pt x="9487" y="46824"/>
                  <a:pt x="8961" y="46510"/>
                </a:cubicBezTo>
                <a:cubicBezTo>
                  <a:pt x="8435" y="46194"/>
                  <a:pt x="7567" y="46009"/>
                  <a:pt x="6358" y="45956"/>
                </a:cubicBezTo>
                <a:cubicBezTo>
                  <a:pt x="5150" y="45904"/>
                  <a:pt x="3443" y="45877"/>
                  <a:pt x="1236" y="45877"/>
                </a:cubicBezTo>
                <a:cubicBezTo>
                  <a:pt x="921" y="45877"/>
                  <a:pt x="658" y="45562"/>
                  <a:pt x="447" y="44932"/>
                </a:cubicBezTo>
                <a:cubicBezTo>
                  <a:pt x="237" y="44301"/>
                  <a:pt x="106" y="43618"/>
                  <a:pt x="53" y="42882"/>
                </a:cubicBezTo>
                <a:cubicBezTo>
                  <a:pt x="0" y="42146"/>
                  <a:pt x="79" y="41463"/>
                  <a:pt x="289" y="40833"/>
                </a:cubicBezTo>
                <a:cubicBezTo>
                  <a:pt x="500" y="40202"/>
                  <a:pt x="816" y="39887"/>
                  <a:pt x="1236" y="39887"/>
                </a:cubicBezTo>
                <a:cubicBezTo>
                  <a:pt x="3863" y="39677"/>
                  <a:pt x="6122" y="39283"/>
                  <a:pt x="8013" y="38706"/>
                </a:cubicBezTo>
                <a:cubicBezTo>
                  <a:pt x="9905" y="38127"/>
                  <a:pt x="11508" y="37207"/>
                  <a:pt x="12822" y="35947"/>
                </a:cubicBezTo>
                <a:cubicBezTo>
                  <a:pt x="14137" y="34685"/>
                  <a:pt x="15188" y="32977"/>
                  <a:pt x="15976" y="30823"/>
                </a:cubicBezTo>
                <a:cubicBezTo>
                  <a:pt x="16765" y="28667"/>
                  <a:pt x="17421" y="25856"/>
                  <a:pt x="17946" y="22389"/>
                </a:cubicBezTo>
                <a:cubicBezTo>
                  <a:pt x="18052" y="21757"/>
                  <a:pt x="18473" y="21284"/>
                  <a:pt x="19209" y="20970"/>
                </a:cubicBezTo>
                <a:cubicBezTo>
                  <a:pt x="19945" y="20654"/>
                  <a:pt x="20733" y="20496"/>
                  <a:pt x="21573" y="20496"/>
                </a:cubicBezTo>
                <a:cubicBezTo>
                  <a:pt x="22414" y="20496"/>
                  <a:pt x="23176" y="20627"/>
                  <a:pt x="23859" y="20890"/>
                </a:cubicBezTo>
                <a:cubicBezTo>
                  <a:pt x="24542" y="21153"/>
                  <a:pt x="24883" y="21495"/>
                  <a:pt x="24883" y="21915"/>
                </a:cubicBezTo>
                <a:lnTo>
                  <a:pt x="24883" y="35473"/>
                </a:lnTo>
                <a:cubicBezTo>
                  <a:pt x="24883" y="37155"/>
                  <a:pt x="24962" y="38128"/>
                  <a:pt x="25119" y="38391"/>
                </a:cubicBezTo>
                <a:cubicBezTo>
                  <a:pt x="25278" y="38652"/>
                  <a:pt x="25936" y="38783"/>
                  <a:pt x="27092" y="38783"/>
                </a:cubicBezTo>
                <a:lnTo>
                  <a:pt x="43486" y="38783"/>
                </a:lnTo>
                <a:cubicBezTo>
                  <a:pt x="44222" y="38783"/>
                  <a:pt x="44695" y="39204"/>
                  <a:pt x="44905" y="40046"/>
                </a:cubicBezTo>
                <a:cubicBezTo>
                  <a:pt x="45115" y="40886"/>
                  <a:pt x="45220" y="41622"/>
                  <a:pt x="45220" y="42252"/>
                </a:cubicBezTo>
                <a:cubicBezTo>
                  <a:pt x="45220" y="42882"/>
                  <a:pt x="45089" y="43644"/>
                  <a:pt x="44826" y="44537"/>
                </a:cubicBezTo>
                <a:cubicBezTo>
                  <a:pt x="44564" y="45430"/>
                  <a:pt x="44013" y="45877"/>
                  <a:pt x="43171" y="45877"/>
                </a:cubicBezTo>
                <a:lnTo>
                  <a:pt x="26303" y="45877"/>
                </a:lnTo>
                <a:cubicBezTo>
                  <a:pt x="25567" y="45877"/>
                  <a:pt x="25146" y="46062"/>
                  <a:pt x="25040" y="46430"/>
                </a:cubicBezTo>
                <a:cubicBezTo>
                  <a:pt x="24936" y="46798"/>
                  <a:pt x="24883" y="48138"/>
                  <a:pt x="24883" y="50450"/>
                </a:cubicBezTo>
                <a:lnTo>
                  <a:pt x="24883" y="85606"/>
                </a:lnTo>
                <a:close/>
                <a:moveTo>
                  <a:pt x="79164" y="47455"/>
                </a:moveTo>
                <a:cubicBezTo>
                  <a:pt x="79374" y="47980"/>
                  <a:pt x="79637" y="47980"/>
                  <a:pt x="79953" y="47455"/>
                </a:cubicBezTo>
                <a:cubicBezTo>
                  <a:pt x="82684" y="43882"/>
                  <a:pt x="86073" y="41097"/>
                  <a:pt x="90119" y="39101"/>
                </a:cubicBezTo>
                <a:cubicBezTo>
                  <a:pt x="94167" y="37102"/>
                  <a:pt x="98187" y="36103"/>
                  <a:pt x="102181" y="36103"/>
                </a:cubicBezTo>
                <a:cubicBezTo>
                  <a:pt x="111115" y="36103"/>
                  <a:pt x="117552" y="38547"/>
                  <a:pt x="121493" y="43435"/>
                </a:cubicBezTo>
                <a:cubicBezTo>
                  <a:pt x="125435" y="48322"/>
                  <a:pt x="127406" y="54706"/>
                  <a:pt x="127406" y="62589"/>
                </a:cubicBezTo>
                <a:lnTo>
                  <a:pt x="127406" y="91754"/>
                </a:lnTo>
                <a:cubicBezTo>
                  <a:pt x="127406" y="94487"/>
                  <a:pt x="127484" y="96695"/>
                  <a:pt x="127641" y="98377"/>
                </a:cubicBezTo>
                <a:cubicBezTo>
                  <a:pt x="127799" y="100058"/>
                  <a:pt x="128166" y="101397"/>
                  <a:pt x="128743" y="102397"/>
                </a:cubicBezTo>
                <a:cubicBezTo>
                  <a:pt x="129322" y="103396"/>
                  <a:pt x="130242" y="104132"/>
                  <a:pt x="131502" y="104605"/>
                </a:cubicBezTo>
                <a:cubicBezTo>
                  <a:pt x="132765" y="105076"/>
                  <a:pt x="134499" y="105523"/>
                  <a:pt x="136706" y="105945"/>
                </a:cubicBezTo>
                <a:cubicBezTo>
                  <a:pt x="137338" y="106049"/>
                  <a:pt x="137811" y="106364"/>
                  <a:pt x="138125" y="106890"/>
                </a:cubicBezTo>
                <a:cubicBezTo>
                  <a:pt x="138441" y="107415"/>
                  <a:pt x="138599" y="107940"/>
                  <a:pt x="138599" y="108466"/>
                </a:cubicBezTo>
                <a:cubicBezTo>
                  <a:pt x="138599" y="108992"/>
                  <a:pt x="138441" y="109491"/>
                  <a:pt x="138125" y="109965"/>
                </a:cubicBezTo>
                <a:cubicBezTo>
                  <a:pt x="137811" y="110438"/>
                  <a:pt x="137391" y="110674"/>
                  <a:pt x="136865" y="110674"/>
                </a:cubicBezTo>
                <a:cubicBezTo>
                  <a:pt x="135394" y="110674"/>
                  <a:pt x="133161" y="110490"/>
                  <a:pt x="130165" y="110121"/>
                </a:cubicBezTo>
                <a:cubicBezTo>
                  <a:pt x="127169" y="109754"/>
                  <a:pt x="124095" y="109570"/>
                  <a:pt x="120942" y="109570"/>
                </a:cubicBezTo>
                <a:cubicBezTo>
                  <a:pt x="117579" y="109570"/>
                  <a:pt x="114268" y="109754"/>
                  <a:pt x="111009" y="110121"/>
                </a:cubicBezTo>
                <a:cubicBezTo>
                  <a:pt x="107750" y="110490"/>
                  <a:pt x="104966" y="110674"/>
                  <a:pt x="102655" y="110674"/>
                </a:cubicBezTo>
                <a:cubicBezTo>
                  <a:pt x="102023" y="110674"/>
                  <a:pt x="101549" y="110438"/>
                  <a:pt x="101233" y="109965"/>
                </a:cubicBezTo>
                <a:cubicBezTo>
                  <a:pt x="100919" y="109491"/>
                  <a:pt x="100761" y="108992"/>
                  <a:pt x="100761" y="108466"/>
                </a:cubicBezTo>
                <a:cubicBezTo>
                  <a:pt x="100761" y="107836"/>
                  <a:pt x="100919" y="107284"/>
                  <a:pt x="101233" y="106811"/>
                </a:cubicBezTo>
                <a:cubicBezTo>
                  <a:pt x="101549" y="106338"/>
                  <a:pt x="102075" y="106049"/>
                  <a:pt x="102811" y="105945"/>
                </a:cubicBezTo>
                <a:cubicBezTo>
                  <a:pt x="105229" y="105629"/>
                  <a:pt x="107095" y="105209"/>
                  <a:pt x="108409" y="104684"/>
                </a:cubicBezTo>
                <a:cubicBezTo>
                  <a:pt x="109722" y="104158"/>
                  <a:pt x="110668" y="103370"/>
                  <a:pt x="111245" y="102320"/>
                </a:cubicBezTo>
                <a:cubicBezTo>
                  <a:pt x="111824" y="101268"/>
                  <a:pt x="112192" y="99901"/>
                  <a:pt x="112349" y="98220"/>
                </a:cubicBezTo>
                <a:cubicBezTo>
                  <a:pt x="112506" y="96538"/>
                  <a:pt x="112585" y="94383"/>
                  <a:pt x="112585" y="91754"/>
                </a:cubicBezTo>
                <a:lnTo>
                  <a:pt x="112585" y="67948"/>
                </a:lnTo>
                <a:cubicBezTo>
                  <a:pt x="112585" y="65322"/>
                  <a:pt x="112401" y="62695"/>
                  <a:pt x="112034" y="60068"/>
                </a:cubicBezTo>
                <a:cubicBezTo>
                  <a:pt x="111667" y="57439"/>
                  <a:pt x="110984" y="55048"/>
                  <a:pt x="109984" y="52894"/>
                </a:cubicBezTo>
                <a:cubicBezTo>
                  <a:pt x="108987" y="50739"/>
                  <a:pt x="107542" y="48978"/>
                  <a:pt x="105650" y="47612"/>
                </a:cubicBezTo>
                <a:cubicBezTo>
                  <a:pt x="103757" y="46245"/>
                  <a:pt x="101234" y="45562"/>
                  <a:pt x="98082" y="45562"/>
                </a:cubicBezTo>
                <a:cubicBezTo>
                  <a:pt x="94718" y="45562"/>
                  <a:pt x="91854" y="46193"/>
                  <a:pt x="89489" y="47455"/>
                </a:cubicBezTo>
                <a:cubicBezTo>
                  <a:pt x="87125" y="48716"/>
                  <a:pt x="85180" y="50239"/>
                  <a:pt x="83655" y="52026"/>
                </a:cubicBezTo>
                <a:cubicBezTo>
                  <a:pt x="82132" y="53812"/>
                  <a:pt x="81002" y="55705"/>
                  <a:pt x="80266" y="57703"/>
                </a:cubicBezTo>
                <a:cubicBezTo>
                  <a:pt x="79531" y="59700"/>
                  <a:pt x="79164" y="61433"/>
                  <a:pt x="79164" y="62904"/>
                </a:cubicBezTo>
                <a:lnTo>
                  <a:pt x="79164" y="90809"/>
                </a:lnTo>
                <a:cubicBezTo>
                  <a:pt x="79164" y="93647"/>
                  <a:pt x="79216" y="95986"/>
                  <a:pt x="79320" y="97826"/>
                </a:cubicBezTo>
                <a:cubicBezTo>
                  <a:pt x="79426" y="99664"/>
                  <a:pt x="79741" y="101109"/>
                  <a:pt x="80266" y="102161"/>
                </a:cubicBezTo>
                <a:cubicBezTo>
                  <a:pt x="80792" y="103211"/>
                  <a:pt x="81606" y="104026"/>
                  <a:pt x="82710" y="104605"/>
                </a:cubicBezTo>
                <a:cubicBezTo>
                  <a:pt x="83815" y="105182"/>
                  <a:pt x="85366" y="105629"/>
                  <a:pt x="87362" y="105945"/>
                </a:cubicBezTo>
                <a:cubicBezTo>
                  <a:pt x="88097" y="106049"/>
                  <a:pt x="88622" y="106364"/>
                  <a:pt x="88938" y="106890"/>
                </a:cubicBezTo>
                <a:cubicBezTo>
                  <a:pt x="89254" y="107415"/>
                  <a:pt x="89412" y="107940"/>
                  <a:pt x="89412" y="108466"/>
                </a:cubicBezTo>
                <a:cubicBezTo>
                  <a:pt x="89412" y="108992"/>
                  <a:pt x="89254" y="109491"/>
                  <a:pt x="88938" y="109965"/>
                </a:cubicBezTo>
                <a:cubicBezTo>
                  <a:pt x="88622" y="110438"/>
                  <a:pt x="88149" y="110674"/>
                  <a:pt x="87519" y="110674"/>
                </a:cubicBezTo>
                <a:cubicBezTo>
                  <a:pt x="86152" y="110674"/>
                  <a:pt x="84024" y="110490"/>
                  <a:pt x="81134" y="110121"/>
                </a:cubicBezTo>
                <a:cubicBezTo>
                  <a:pt x="78244" y="109754"/>
                  <a:pt x="75223" y="109570"/>
                  <a:pt x="72070" y="109570"/>
                </a:cubicBezTo>
                <a:cubicBezTo>
                  <a:pt x="68707" y="109570"/>
                  <a:pt x="65501" y="109754"/>
                  <a:pt x="62452" y="110121"/>
                </a:cubicBezTo>
                <a:cubicBezTo>
                  <a:pt x="59404" y="110490"/>
                  <a:pt x="56671" y="110674"/>
                  <a:pt x="54254" y="110674"/>
                </a:cubicBezTo>
                <a:cubicBezTo>
                  <a:pt x="53624" y="110674"/>
                  <a:pt x="53151" y="110438"/>
                  <a:pt x="52835" y="109965"/>
                </a:cubicBezTo>
                <a:cubicBezTo>
                  <a:pt x="52520" y="109491"/>
                  <a:pt x="52363" y="108992"/>
                  <a:pt x="52363" y="108466"/>
                </a:cubicBezTo>
                <a:cubicBezTo>
                  <a:pt x="52363" y="107836"/>
                  <a:pt x="52520" y="107284"/>
                  <a:pt x="52835" y="106811"/>
                </a:cubicBezTo>
                <a:cubicBezTo>
                  <a:pt x="53151" y="106338"/>
                  <a:pt x="53677" y="106049"/>
                  <a:pt x="54413" y="105945"/>
                </a:cubicBezTo>
                <a:cubicBezTo>
                  <a:pt x="56830" y="105629"/>
                  <a:pt x="58695" y="105209"/>
                  <a:pt x="60008" y="104684"/>
                </a:cubicBezTo>
                <a:cubicBezTo>
                  <a:pt x="61322" y="104158"/>
                  <a:pt x="62293" y="103370"/>
                  <a:pt x="62924" y="102320"/>
                </a:cubicBezTo>
                <a:cubicBezTo>
                  <a:pt x="63556" y="101268"/>
                  <a:pt x="63950" y="99901"/>
                  <a:pt x="64107" y="98220"/>
                </a:cubicBezTo>
                <a:cubicBezTo>
                  <a:pt x="64264" y="96538"/>
                  <a:pt x="64343" y="94383"/>
                  <a:pt x="64343" y="91754"/>
                </a:cubicBezTo>
                <a:lnTo>
                  <a:pt x="64343" y="29798"/>
                </a:lnTo>
                <a:cubicBezTo>
                  <a:pt x="64343" y="25279"/>
                  <a:pt x="64238" y="21679"/>
                  <a:pt x="64028" y="18999"/>
                </a:cubicBezTo>
                <a:cubicBezTo>
                  <a:pt x="63818" y="16318"/>
                  <a:pt x="63293" y="14242"/>
                  <a:pt x="62452" y="12771"/>
                </a:cubicBezTo>
                <a:cubicBezTo>
                  <a:pt x="61612" y="11299"/>
                  <a:pt x="60351" y="10301"/>
                  <a:pt x="58668" y="9776"/>
                </a:cubicBezTo>
                <a:cubicBezTo>
                  <a:pt x="56988" y="9250"/>
                  <a:pt x="54676" y="8829"/>
                  <a:pt x="51733" y="8513"/>
                </a:cubicBezTo>
                <a:cubicBezTo>
                  <a:pt x="51207" y="8513"/>
                  <a:pt x="50812" y="8251"/>
                  <a:pt x="50549" y="7727"/>
                </a:cubicBezTo>
                <a:cubicBezTo>
                  <a:pt x="50286" y="7201"/>
                  <a:pt x="50128" y="6676"/>
                  <a:pt x="50075" y="6151"/>
                </a:cubicBezTo>
                <a:cubicBezTo>
                  <a:pt x="50024" y="5625"/>
                  <a:pt x="50129" y="5099"/>
                  <a:pt x="50391" y="4573"/>
                </a:cubicBezTo>
                <a:cubicBezTo>
                  <a:pt x="50654" y="4047"/>
                  <a:pt x="51101" y="3784"/>
                  <a:pt x="51733" y="3784"/>
                </a:cubicBezTo>
                <a:cubicBezTo>
                  <a:pt x="54780" y="3574"/>
                  <a:pt x="58510" y="3259"/>
                  <a:pt x="62924" y="2839"/>
                </a:cubicBezTo>
                <a:cubicBezTo>
                  <a:pt x="67339" y="2418"/>
                  <a:pt x="71491" y="1630"/>
                  <a:pt x="75380" y="474"/>
                </a:cubicBezTo>
                <a:cubicBezTo>
                  <a:pt x="76851" y="54"/>
                  <a:pt x="77822" y="133"/>
                  <a:pt x="78295" y="712"/>
                </a:cubicBezTo>
                <a:cubicBezTo>
                  <a:pt x="78769" y="1289"/>
                  <a:pt x="79058" y="1893"/>
                  <a:pt x="79164" y="2523"/>
                </a:cubicBezTo>
                <a:lnTo>
                  <a:pt x="79164" y="47455"/>
                </a:lnTo>
                <a:close/>
                <a:moveTo>
                  <a:pt x="165920" y="69683"/>
                </a:moveTo>
                <a:cubicBezTo>
                  <a:pt x="165394" y="69683"/>
                  <a:pt x="165105" y="69867"/>
                  <a:pt x="165052" y="70236"/>
                </a:cubicBezTo>
                <a:cubicBezTo>
                  <a:pt x="165001" y="70603"/>
                  <a:pt x="164975" y="71050"/>
                  <a:pt x="164975" y="71576"/>
                </a:cubicBezTo>
                <a:cubicBezTo>
                  <a:pt x="164975" y="77042"/>
                  <a:pt x="165579" y="81666"/>
                  <a:pt x="166786" y="85449"/>
                </a:cubicBezTo>
                <a:cubicBezTo>
                  <a:pt x="167996" y="89232"/>
                  <a:pt x="169677" y="92307"/>
                  <a:pt x="171831" y="94672"/>
                </a:cubicBezTo>
                <a:cubicBezTo>
                  <a:pt x="173986" y="97036"/>
                  <a:pt x="176562" y="98744"/>
                  <a:pt x="179558" y="99796"/>
                </a:cubicBezTo>
                <a:cubicBezTo>
                  <a:pt x="182553" y="100847"/>
                  <a:pt x="185785" y="101372"/>
                  <a:pt x="189252" y="101372"/>
                </a:cubicBezTo>
                <a:cubicBezTo>
                  <a:pt x="192825" y="101372"/>
                  <a:pt x="196293" y="101083"/>
                  <a:pt x="199656" y="100506"/>
                </a:cubicBezTo>
                <a:cubicBezTo>
                  <a:pt x="203021" y="99927"/>
                  <a:pt x="205912" y="98639"/>
                  <a:pt x="208329" y="96642"/>
                </a:cubicBezTo>
                <a:cubicBezTo>
                  <a:pt x="208855" y="96222"/>
                  <a:pt x="209406" y="96065"/>
                  <a:pt x="209984" y="96171"/>
                </a:cubicBezTo>
                <a:cubicBezTo>
                  <a:pt x="210563" y="96275"/>
                  <a:pt x="211036" y="96537"/>
                  <a:pt x="211403" y="96958"/>
                </a:cubicBezTo>
                <a:cubicBezTo>
                  <a:pt x="211770" y="97378"/>
                  <a:pt x="212006" y="97851"/>
                  <a:pt x="212110" y="98377"/>
                </a:cubicBezTo>
                <a:cubicBezTo>
                  <a:pt x="212216" y="98903"/>
                  <a:pt x="212112" y="99376"/>
                  <a:pt x="211797" y="99796"/>
                </a:cubicBezTo>
                <a:cubicBezTo>
                  <a:pt x="208434" y="104210"/>
                  <a:pt x="204650" y="107257"/>
                  <a:pt x="200445" y="108940"/>
                </a:cubicBezTo>
                <a:cubicBezTo>
                  <a:pt x="196242" y="110620"/>
                  <a:pt x="191040" y="111461"/>
                  <a:pt x="184838" y="111461"/>
                </a:cubicBezTo>
                <a:cubicBezTo>
                  <a:pt x="178532" y="111461"/>
                  <a:pt x="173093" y="110515"/>
                  <a:pt x="168521" y="108625"/>
                </a:cubicBezTo>
                <a:cubicBezTo>
                  <a:pt x="163949" y="106732"/>
                  <a:pt x="160165" y="104078"/>
                  <a:pt x="157169" y="100662"/>
                </a:cubicBezTo>
                <a:cubicBezTo>
                  <a:pt x="154175" y="97246"/>
                  <a:pt x="151968" y="93253"/>
                  <a:pt x="150549" y="88682"/>
                </a:cubicBezTo>
                <a:cubicBezTo>
                  <a:pt x="149129" y="84110"/>
                  <a:pt x="148420" y="79143"/>
                  <a:pt x="148420" y="73782"/>
                </a:cubicBezTo>
                <a:cubicBezTo>
                  <a:pt x="148420" y="68632"/>
                  <a:pt x="149286" y="63746"/>
                  <a:pt x="151020" y="59122"/>
                </a:cubicBezTo>
                <a:cubicBezTo>
                  <a:pt x="152755" y="54497"/>
                  <a:pt x="155199" y="50503"/>
                  <a:pt x="158352" y="47140"/>
                </a:cubicBezTo>
                <a:cubicBezTo>
                  <a:pt x="161505" y="43777"/>
                  <a:pt x="165236" y="41097"/>
                  <a:pt x="169546" y="39101"/>
                </a:cubicBezTo>
                <a:cubicBezTo>
                  <a:pt x="173855" y="37102"/>
                  <a:pt x="178637" y="36103"/>
                  <a:pt x="183893" y="36103"/>
                </a:cubicBezTo>
                <a:cubicBezTo>
                  <a:pt x="188306" y="36103"/>
                  <a:pt x="192326" y="36866"/>
                  <a:pt x="195952" y="38391"/>
                </a:cubicBezTo>
                <a:cubicBezTo>
                  <a:pt x="199578" y="39914"/>
                  <a:pt x="202652" y="42016"/>
                  <a:pt x="205175" y="44696"/>
                </a:cubicBezTo>
                <a:cubicBezTo>
                  <a:pt x="207698" y="47376"/>
                  <a:pt x="209669" y="50582"/>
                  <a:pt x="211088" y="54314"/>
                </a:cubicBezTo>
                <a:cubicBezTo>
                  <a:pt x="212507" y="58044"/>
                  <a:pt x="213217" y="62064"/>
                  <a:pt x="213217" y="66373"/>
                </a:cubicBezTo>
                <a:cubicBezTo>
                  <a:pt x="213217" y="68580"/>
                  <a:pt x="212429" y="69683"/>
                  <a:pt x="210852" y="69683"/>
                </a:cubicBezTo>
                <a:lnTo>
                  <a:pt x="165920" y="69683"/>
                </a:lnTo>
                <a:moveTo>
                  <a:pt x="194771" y="64167"/>
                </a:moveTo>
                <a:cubicBezTo>
                  <a:pt x="196241" y="64167"/>
                  <a:pt x="197082" y="63642"/>
                  <a:pt x="197292" y="62591"/>
                </a:cubicBezTo>
                <a:cubicBezTo>
                  <a:pt x="197503" y="61539"/>
                  <a:pt x="197609" y="60277"/>
                  <a:pt x="197609" y="58805"/>
                </a:cubicBezTo>
                <a:cubicBezTo>
                  <a:pt x="197609" y="56598"/>
                  <a:pt x="197268" y="54470"/>
                  <a:pt x="196584" y="52420"/>
                </a:cubicBezTo>
                <a:cubicBezTo>
                  <a:pt x="195901" y="50371"/>
                  <a:pt x="194929" y="48558"/>
                  <a:pt x="193667" y="46981"/>
                </a:cubicBezTo>
                <a:cubicBezTo>
                  <a:pt x="192406" y="45405"/>
                  <a:pt x="190882" y="44143"/>
                  <a:pt x="189096" y="43197"/>
                </a:cubicBezTo>
                <a:cubicBezTo>
                  <a:pt x="187309" y="42251"/>
                  <a:pt x="185260" y="41778"/>
                  <a:pt x="182947" y="41778"/>
                </a:cubicBezTo>
                <a:cubicBezTo>
                  <a:pt x="180109" y="41778"/>
                  <a:pt x="177664" y="42278"/>
                  <a:pt x="175615" y="43277"/>
                </a:cubicBezTo>
                <a:cubicBezTo>
                  <a:pt x="173565" y="44276"/>
                  <a:pt x="171831" y="45590"/>
                  <a:pt x="170412" y="47219"/>
                </a:cubicBezTo>
                <a:cubicBezTo>
                  <a:pt x="168994" y="48847"/>
                  <a:pt x="167917" y="50765"/>
                  <a:pt x="167181" y="52974"/>
                </a:cubicBezTo>
                <a:cubicBezTo>
                  <a:pt x="166445" y="55180"/>
                  <a:pt x="165920" y="57492"/>
                  <a:pt x="165605" y="59909"/>
                </a:cubicBezTo>
                <a:cubicBezTo>
                  <a:pt x="165395" y="61171"/>
                  <a:pt x="165316" y="62197"/>
                  <a:pt x="165367" y="62986"/>
                </a:cubicBezTo>
                <a:cubicBezTo>
                  <a:pt x="165420" y="63773"/>
                  <a:pt x="165657" y="64167"/>
                  <a:pt x="166077" y="64167"/>
                </a:cubicBezTo>
                <a:lnTo>
                  <a:pt x="194771" y="64167"/>
                </a:lnTo>
                <a:close/>
                <a:moveTo>
                  <a:pt x="249208" y="90809"/>
                </a:moveTo>
                <a:cubicBezTo>
                  <a:pt x="249208" y="93437"/>
                  <a:pt x="249287" y="95645"/>
                  <a:pt x="249444" y="97431"/>
                </a:cubicBezTo>
                <a:cubicBezTo>
                  <a:pt x="249603" y="99218"/>
                  <a:pt x="250154" y="100689"/>
                  <a:pt x="251099" y="101846"/>
                </a:cubicBezTo>
                <a:cubicBezTo>
                  <a:pt x="252045" y="103002"/>
                  <a:pt x="253517" y="103895"/>
                  <a:pt x="255513" y="104526"/>
                </a:cubicBezTo>
                <a:cubicBezTo>
                  <a:pt x="257512" y="105156"/>
                  <a:pt x="260402" y="105629"/>
                  <a:pt x="264185" y="105945"/>
                </a:cubicBezTo>
                <a:cubicBezTo>
                  <a:pt x="264816" y="106049"/>
                  <a:pt x="265288" y="106338"/>
                  <a:pt x="265602" y="106811"/>
                </a:cubicBezTo>
                <a:cubicBezTo>
                  <a:pt x="265918" y="107284"/>
                  <a:pt x="266076" y="107836"/>
                  <a:pt x="266076" y="108466"/>
                </a:cubicBezTo>
                <a:cubicBezTo>
                  <a:pt x="266076" y="108992"/>
                  <a:pt x="265918" y="109491"/>
                  <a:pt x="265602" y="109965"/>
                </a:cubicBezTo>
                <a:cubicBezTo>
                  <a:pt x="265288" y="110438"/>
                  <a:pt x="264816" y="110674"/>
                  <a:pt x="264185" y="110674"/>
                </a:cubicBezTo>
                <a:cubicBezTo>
                  <a:pt x="259666" y="110674"/>
                  <a:pt x="255672" y="110490"/>
                  <a:pt x="252203" y="110121"/>
                </a:cubicBezTo>
                <a:cubicBezTo>
                  <a:pt x="248734" y="109754"/>
                  <a:pt x="245423" y="109570"/>
                  <a:pt x="242271" y="109570"/>
                </a:cubicBezTo>
                <a:cubicBezTo>
                  <a:pt x="238907" y="109570"/>
                  <a:pt x="235570" y="109754"/>
                  <a:pt x="232258" y="110121"/>
                </a:cubicBezTo>
                <a:cubicBezTo>
                  <a:pt x="228948" y="110490"/>
                  <a:pt x="225612" y="110674"/>
                  <a:pt x="222249" y="110674"/>
                </a:cubicBezTo>
                <a:cubicBezTo>
                  <a:pt x="221724" y="110674"/>
                  <a:pt x="221304" y="110438"/>
                  <a:pt x="220988" y="109965"/>
                </a:cubicBezTo>
                <a:cubicBezTo>
                  <a:pt x="220672" y="109491"/>
                  <a:pt x="220514" y="108992"/>
                  <a:pt x="220514" y="108466"/>
                </a:cubicBezTo>
                <a:cubicBezTo>
                  <a:pt x="220514" y="107836"/>
                  <a:pt x="220672" y="107284"/>
                  <a:pt x="220988" y="106811"/>
                </a:cubicBezTo>
                <a:cubicBezTo>
                  <a:pt x="221304" y="106338"/>
                  <a:pt x="221777" y="106049"/>
                  <a:pt x="222408" y="105945"/>
                </a:cubicBezTo>
                <a:cubicBezTo>
                  <a:pt x="225350" y="105629"/>
                  <a:pt x="227636" y="105156"/>
                  <a:pt x="229263" y="104526"/>
                </a:cubicBezTo>
                <a:cubicBezTo>
                  <a:pt x="230893" y="103895"/>
                  <a:pt x="232076" y="103028"/>
                  <a:pt x="232812" y="101925"/>
                </a:cubicBezTo>
                <a:cubicBezTo>
                  <a:pt x="233548" y="100820"/>
                  <a:pt x="233994" y="99454"/>
                  <a:pt x="234152" y="97826"/>
                </a:cubicBezTo>
                <a:cubicBezTo>
                  <a:pt x="234310" y="96197"/>
                  <a:pt x="234390" y="94173"/>
                  <a:pt x="234390" y="91754"/>
                </a:cubicBezTo>
                <a:lnTo>
                  <a:pt x="234390" y="68737"/>
                </a:lnTo>
                <a:cubicBezTo>
                  <a:pt x="234390" y="63588"/>
                  <a:pt x="234284" y="59515"/>
                  <a:pt x="234072" y="56519"/>
                </a:cubicBezTo>
                <a:cubicBezTo>
                  <a:pt x="233862" y="53524"/>
                  <a:pt x="233363" y="51212"/>
                  <a:pt x="232574" y="49584"/>
                </a:cubicBezTo>
                <a:cubicBezTo>
                  <a:pt x="231786" y="47955"/>
                  <a:pt x="230551" y="46877"/>
                  <a:pt x="228869" y="46351"/>
                </a:cubicBezTo>
                <a:cubicBezTo>
                  <a:pt x="227188" y="45825"/>
                  <a:pt x="224876" y="45457"/>
                  <a:pt x="221934" y="45247"/>
                </a:cubicBezTo>
                <a:cubicBezTo>
                  <a:pt x="221409" y="45247"/>
                  <a:pt x="221015" y="44985"/>
                  <a:pt x="220752" y="44460"/>
                </a:cubicBezTo>
                <a:cubicBezTo>
                  <a:pt x="220489" y="43934"/>
                  <a:pt x="220358" y="43408"/>
                  <a:pt x="220358" y="42882"/>
                </a:cubicBezTo>
                <a:cubicBezTo>
                  <a:pt x="220358" y="42358"/>
                  <a:pt x="220489" y="41832"/>
                  <a:pt x="220752" y="41306"/>
                </a:cubicBezTo>
                <a:cubicBezTo>
                  <a:pt x="221015" y="40780"/>
                  <a:pt x="221462" y="40517"/>
                  <a:pt x="222092" y="40517"/>
                </a:cubicBezTo>
                <a:cubicBezTo>
                  <a:pt x="224195" y="40307"/>
                  <a:pt x="227111" y="40071"/>
                  <a:pt x="230842" y="39808"/>
                </a:cubicBezTo>
                <a:cubicBezTo>
                  <a:pt x="234573" y="39545"/>
                  <a:pt x="238383" y="38888"/>
                  <a:pt x="242271" y="37838"/>
                </a:cubicBezTo>
                <a:cubicBezTo>
                  <a:pt x="243743" y="37417"/>
                  <a:pt x="244952" y="37365"/>
                  <a:pt x="245898" y="37681"/>
                </a:cubicBezTo>
                <a:cubicBezTo>
                  <a:pt x="246844" y="37996"/>
                  <a:pt x="247265" y="38889"/>
                  <a:pt x="247159" y="40361"/>
                </a:cubicBezTo>
                <a:lnTo>
                  <a:pt x="246844" y="50450"/>
                </a:lnTo>
                <a:cubicBezTo>
                  <a:pt x="246844" y="50660"/>
                  <a:pt x="246896" y="50792"/>
                  <a:pt x="247000" y="50845"/>
                </a:cubicBezTo>
                <a:cubicBezTo>
                  <a:pt x="247106" y="50898"/>
                  <a:pt x="247264" y="50818"/>
                  <a:pt x="247474" y="50607"/>
                </a:cubicBezTo>
                <a:cubicBezTo>
                  <a:pt x="249681" y="46193"/>
                  <a:pt x="252387" y="42673"/>
                  <a:pt x="255593" y="40046"/>
                </a:cubicBezTo>
                <a:cubicBezTo>
                  <a:pt x="258799" y="37417"/>
                  <a:pt x="263081" y="36103"/>
                  <a:pt x="268441" y="36103"/>
                </a:cubicBezTo>
                <a:cubicBezTo>
                  <a:pt x="272856" y="36103"/>
                  <a:pt x="276114" y="37233"/>
                  <a:pt x="278215" y="39493"/>
                </a:cubicBezTo>
                <a:cubicBezTo>
                  <a:pt x="280317" y="41752"/>
                  <a:pt x="281369" y="44512"/>
                  <a:pt x="281369" y="47770"/>
                </a:cubicBezTo>
                <a:cubicBezTo>
                  <a:pt x="281369" y="49557"/>
                  <a:pt x="280685" y="51186"/>
                  <a:pt x="279319" y="52658"/>
                </a:cubicBezTo>
                <a:cubicBezTo>
                  <a:pt x="277953" y="54129"/>
                  <a:pt x="276009" y="54864"/>
                  <a:pt x="273488" y="54864"/>
                </a:cubicBezTo>
                <a:cubicBezTo>
                  <a:pt x="271069" y="54864"/>
                  <a:pt x="269387" y="54286"/>
                  <a:pt x="268441" y="53130"/>
                </a:cubicBezTo>
                <a:cubicBezTo>
                  <a:pt x="267496" y="51974"/>
                  <a:pt x="267024" y="50712"/>
                  <a:pt x="267024" y="49346"/>
                </a:cubicBezTo>
                <a:cubicBezTo>
                  <a:pt x="267024" y="47875"/>
                  <a:pt x="266735" y="46720"/>
                  <a:pt x="266156" y="45880"/>
                </a:cubicBezTo>
                <a:cubicBezTo>
                  <a:pt x="265578" y="45038"/>
                  <a:pt x="264343" y="44617"/>
                  <a:pt x="262451" y="44617"/>
                </a:cubicBezTo>
                <a:cubicBezTo>
                  <a:pt x="260454" y="44617"/>
                  <a:pt x="258641" y="45273"/>
                  <a:pt x="257012" y="46587"/>
                </a:cubicBezTo>
                <a:cubicBezTo>
                  <a:pt x="255383" y="47900"/>
                  <a:pt x="253990" y="49451"/>
                  <a:pt x="252833" y="51239"/>
                </a:cubicBezTo>
                <a:cubicBezTo>
                  <a:pt x="251677" y="53026"/>
                  <a:pt x="250784" y="54865"/>
                  <a:pt x="250154" y="56758"/>
                </a:cubicBezTo>
                <a:cubicBezTo>
                  <a:pt x="249523" y="58648"/>
                  <a:pt x="249208" y="60119"/>
                  <a:pt x="249208" y="61169"/>
                </a:cubicBezTo>
                <a:lnTo>
                  <a:pt x="249208" y="90809"/>
                </a:lnTo>
                <a:close/>
                <a:moveTo>
                  <a:pt x="304277" y="69683"/>
                </a:moveTo>
                <a:cubicBezTo>
                  <a:pt x="303751" y="69683"/>
                  <a:pt x="303461" y="69867"/>
                  <a:pt x="303408" y="70236"/>
                </a:cubicBezTo>
                <a:cubicBezTo>
                  <a:pt x="303357" y="70603"/>
                  <a:pt x="303331" y="71050"/>
                  <a:pt x="303331" y="71576"/>
                </a:cubicBezTo>
                <a:cubicBezTo>
                  <a:pt x="303331" y="77042"/>
                  <a:pt x="303935" y="81666"/>
                  <a:pt x="305143" y="85449"/>
                </a:cubicBezTo>
                <a:cubicBezTo>
                  <a:pt x="306352" y="89232"/>
                  <a:pt x="308033" y="92307"/>
                  <a:pt x="310187" y="94672"/>
                </a:cubicBezTo>
                <a:cubicBezTo>
                  <a:pt x="312343" y="97036"/>
                  <a:pt x="314918" y="98744"/>
                  <a:pt x="317914" y="99796"/>
                </a:cubicBezTo>
                <a:cubicBezTo>
                  <a:pt x="320910" y="100847"/>
                  <a:pt x="324141" y="101372"/>
                  <a:pt x="327609" y="101372"/>
                </a:cubicBezTo>
                <a:cubicBezTo>
                  <a:pt x="331182" y="101372"/>
                  <a:pt x="334650" y="101083"/>
                  <a:pt x="338013" y="100506"/>
                </a:cubicBezTo>
                <a:cubicBezTo>
                  <a:pt x="341377" y="99927"/>
                  <a:pt x="344268" y="98639"/>
                  <a:pt x="346685" y="96642"/>
                </a:cubicBezTo>
                <a:cubicBezTo>
                  <a:pt x="347211" y="96222"/>
                  <a:pt x="347763" y="96065"/>
                  <a:pt x="348340" y="96171"/>
                </a:cubicBezTo>
                <a:cubicBezTo>
                  <a:pt x="348919" y="96275"/>
                  <a:pt x="349392" y="96537"/>
                  <a:pt x="349759" y="96958"/>
                </a:cubicBezTo>
                <a:cubicBezTo>
                  <a:pt x="350127" y="97378"/>
                  <a:pt x="350362" y="97851"/>
                  <a:pt x="350467" y="98377"/>
                </a:cubicBezTo>
                <a:cubicBezTo>
                  <a:pt x="350572" y="98903"/>
                  <a:pt x="350468" y="99376"/>
                  <a:pt x="350154" y="99796"/>
                </a:cubicBezTo>
                <a:cubicBezTo>
                  <a:pt x="346791" y="104210"/>
                  <a:pt x="343007" y="107257"/>
                  <a:pt x="338802" y="108940"/>
                </a:cubicBezTo>
                <a:cubicBezTo>
                  <a:pt x="334598" y="110620"/>
                  <a:pt x="329396" y="111461"/>
                  <a:pt x="323194" y="111461"/>
                </a:cubicBezTo>
                <a:cubicBezTo>
                  <a:pt x="316888" y="111461"/>
                  <a:pt x="311449" y="110515"/>
                  <a:pt x="306877" y="108625"/>
                </a:cubicBezTo>
                <a:cubicBezTo>
                  <a:pt x="302305" y="106732"/>
                  <a:pt x="298521" y="104078"/>
                  <a:pt x="295525" y="100662"/>
                </a:cubicBezTo>
                <a:cubicBezTo>
                  <a:pt x="292531" y="97246"/>
                  <a:pt x="290324" y="93253"/>
                  <a:pt x="288905" y="88682"/>
                </a:cubicBezTo>
                <a:cubicBezTo>
                  <a:pt x="287486" y="84110"/>
                  <a:pt x="286776" y="79143"/>
                  <a:pt x="286776" y="73782"/>
                </a:cubicBezTo>
                <a:cubicBezTo>
                  <a:pt x="286776" y="68632"/>
                  <a:pt x="287643" y="63746"/>
                  <a:pt x="289376" y="59122"/>
                </a:cubicBezTo>
                <a:cubicBezTo>
                  <a:pt x="291112" y="54497"/>
                  <a:pt x="293556" y="50503"/>
                  <a:pt x="296709" y="47140"/>
                </a:cubicBezTo>
                <a:cubicBezTo>
                  <a:pt x="299862" y="43777"/>
                  <a:pt x="303593" y="41097"/>
                  <a:pt x="307902" y="39101"/>
                </a:cubicBezTo>
                <a:cubicBezTo>
                  <a:pt x="312211" y="37102"/>
                  <a:pt x="316994" y="36103"/>
                  <a:pt x="322249" y="36103"/>
                </a:cubicBezTo>
                <a:cubicBezTo>
                  <a:pt x="326662" y="36103"/>
                  <a:pt x="330682" y="36866"/>
                  <a:pt x="334308" y="38391"/>
                </a:cubicBezTo>
                <a:cubicBezTo>
                  <a:pt x="337934" y="39914"/>
                  <a:pt x="341009" y="42016"/>
                  <a:pt x="343531" y="44696"/>
                </a:cubicBezTo>
                <a:cubicBezTo>
                  <a:pt x="346054" y="47376"/>
                  <a:pt x="348025" y="50582"/>
                  <a:pt x="349444" y="54314"/>
                </a:cubicBezTo>
                <a:cubicBezTo>
                  <a:pt x="350863" y="58044"/>
                  <a:pt x="351573" y="62064"/>
                  <a:pt x="351573" y="66373"/>
                </a:cubicBezTo>
                <a:cubicBezTo>
                  <a:pt x="351573" y="68580"/>
                  <a:pt x="350785" y="69683"/>
                  <a:pt x="349208" y="69683"/>
                </a:cubicBezTo>
                <a:lnTo>
                  <a:pt x="304277" y="69683"/>
                </a:lnTo>
                <a:moveTo>
                  <a:pt x="333127" y="64167"/>
                </a:moveTo>
                <a:cubicBezTo>
                  <a:pt x="334598" y="64167"/>
                  <a:pt x="335438" y="63642"/>
                  <a:pt x="335648" y="62591"/>
                </a:cubicBezTo>
                <a:cubicBezTo>
                  <a:pt x="335860" y="61539"/>
                  <a:pt x="335966" y="60277"/>
                  <a:pt x="335966" y="58805"/>
                </a:cubicBezTo>
                <a:cubicBezTo>
                  <a:pt x="335966" y="56598"/>
                  <a:pt x="335624" y="54470"/>
                  <a:pt x="334941" y="52420"/>
                </a:cubicBezTo>
                <a:cubicBezTo>
                  <a:pt x="334258" y="50371"/>
                  <a:pt x="333285" y="48558"/>
                  <a:pt x="332023" y="46981"/>
                </a:cubicBezTo>
                <a:cubicBezTo>
                  <a:pt x="330762" y="45405"/>
                  <a:pt x="329239" y="44143"/>
                  <a:pt x="327452" y="43197"/>
                </a:cubicBezTo>
                <a:cubicBezTo>
                  <a:pt x="325666" y="42251"/>
                  <a:pt x="323616" y="41778"/>
                  <a:pt x="321304" y="41778"/>
                </a:cubicBezTo>
                <a:cubicBezTo>
                  <a:pt x="318465" y="41778"/>
                  <a:pt x="316021" y="42278"/>
                  <a:pt x="313971" y="43277"/>
                </a:cubicBezTo>
                <a:cubicBezTo>
                  <a:pt x="311922" y="44276"/>
                  <a:pt x="310187" y="45590"/>
                  <a:pt x="308768" y="47219"/>
                </a:cubicBezTo>
                <a:cubicBezTo>
                  <a:pt x="307350" y="48847"/>
                  <a:pt x="306273" y="50765"/>
                  <a:pt x="305537" y="52974"/>
                </a:cubicBezTo>
                <a:cubicBezTo>
                  <a:pt x="304801" y="55180"/>
                  <a:pt x="304276" y="57492"/>
                  <a:pt x="303962" y="59909"/>
                </a:cubicBezTo>
                <a:cubicBezTo>
                  <a:pt x="303752" y="61171"/>
                  <a:pt x="303672" y="62197"/>
                  <a:pt x="303723" y="62986"/>
                </a:cubicBezTo>
                <a:cubicBezTo>
                  <a:pt x="303776" y="63773"/>
                  <a:pt x="304013" y="64167"/>
                  <a:pt x="304433" y="64167"/>
                </a:cubicBezTo>
                <a:lnTo>
                  <a:pt x="333127" y="64167"/>
                </a:lnTo>
                <a:close/>
                <a:moveTo>
                  <a:pt x="463590" y="77251"/>
                </a:moveTo>
                <a:cubicBezTo>
                  <a:pt x="463590" y="76095"/>
                  <a:pt x="463537" y="75385"/>
                  <a:pt x="463432" y="75122"/>
                </a:cubicBezTo>
                <a:cubicBezTo>
                  <a:pt x="463327" y="74859"/>
                  <a:pt x="463065" y="74727"/>
                  <a:pt x="462645" y="74727"/>
                </a:cubicBezTo>
                <a:cubicBezTo>
                  <a:pt x="454026" y="75464"/>
                  <a:pt x="447641" y="77277"/>
                  <a:pt x="443489" y="80169"/>
                </a:cubicBezTo>
                <a:cubicBezTo>
                  <a:pt x="439339" y="83059"/>
                  <a:pt x="437263" y="86763"/>
                  <a:pt x="437263" y="91283"/>
                </a:cubicBezTo>
                <a:cubicBezTo>
                  <a:pt x="437263" y="94436"/>
                  <a:pt x="438052" y="97090"/>
                  <a:pt x="439628" y="99245"/>
                </a:cubicBezTo>
                <a:cubicBezTo>
                  <a:pt x="441205" y="101399"/>
                  <a:pt x="443832" y="102476"/>
                  <a:pt x="447511" y="102476"/>
                </a:cubicBezTo>
                <a:cubicBezTo>
                  <a:pt x="449928" y="102476"/>
                  <a:pt x="452476" y="102003"/>
                  <a:pt x="455156" y="101057"/>
                </a:cubicBezTo>
                <a:cubicBezTo>
                  <a:pt x="457836" y="100110"/>
                  <a:pt x="460227" y="98744"/>
                  <a:pt x="462330" y="96958"/>
                </a:cubicBezTo>
                <a:cubicBezTo>
                  <a:pt x="463170" y="96117"/>
                  <a:pt x="463590" y="95276"/>
                  <a:pt x="463590" y="94434"/>
                </a:cubicBezTo>
                <a:lnTo>
                  <a:pt x="463590" y="77251"/>
                </a:lnTo>
                <a:moveTo>
                  <a:pt x="478411" y="92858"/>
                </a:moveTo>
                <a:cubicBezTo>
                  <a:pt x="478411" y="96537"/>
                  <a:pt x="478753" y="99113"/>
                  <a:pt x="479436" y="100585"/>
                </a:cubicBezTo>
                <a:cubicBezTo>
                  <a:pt x="480119" y="102056"/>
                  <a:pt x="481459" y="102791"/>
                  <a:pt x="483456" y="102791"/>
                </a:cubicBezTo>
                <a:cubicBezTo>
                  <a:pt x="484612" y="102791"/>
                  <a:pt x="485557" y="102660"/>
                  <a:pt x="486292" y="102397"/>
                </a:cubicBezTo>
                <a:cubicBezTo>
                  <a:pt x="487028" y="102134"/>
                  <a:pt x="488079" y="101582"/>
                  <a:pt x="489446" y="100742"/>
                </a:cubicBezTo>
                <a:cubicBezTo>
                  <a:pt x="489762" y="100531"/>
                  <a:pt x="490103" y="100531"/>
                  <a:pt x="490470" y="100742"/>
                </a:cubicBezTo>
                <a:cubicBezTo>
                  <a:pt x="490839" y="100952"/>
                  <a:pt x="491154" y="101241"/>
                  <a:pt x="491416" y="101610"/>
                </a:cubicBezTo>
                <a:cubicBezTo>
                  <a:pt x="491679" y="101977"/>
                  <a:pt x="491862" y="102397"/>
                  <a:pt x="491967" y="102870"/>
                </a:cubicBezTo>
                <a:cubicBezTo>
                  <a:pt x="492073" y="103344"/>
                  <a:pt x="491968" y="103737"/>
                  <a:pt x="491654" y="104052"/>
                </a:cubicBezTo>
                <a:cubicBezTo>
                  <a:pt x="487555" y="108991"/>
                  <a:pt x="482720" y="111461"/>
                  <a:pt x="477148" y="111461"/>
                </a:cubicBezTo>
                <a:cubicBezTo>
                  <a:pt x="474101" y="111461"/>
                  <a:pt x="471500" y="110647"/>
                  <a:pt x="469345" y="109019"/>
                </a:cubicBezTo>
                <a:cubicBezTo>
                  <a:pt x="467191" y="107390"/>
                  <a:pt x="465589" y="105471"/>
                  <a:pt x="464538" y="103263"/>
                </a:cubicBezTo>
                <a:cubicBezTo>
                  <a:pt x="464326" y="102738"/>
                  <a:pt x="464010" y="102686"/>
                  <a:pt x="463590" y="103106"/>
                </a:cubicBezTo>
                <a:cubicBezTo>
                  <a:pt x="460858" y="105523"/>
                  <a:pt x="457678" y="107520"/>
                  <a:pt x="454052" y="109096"/>
                </a:cubicBezTo>
                <a:cubicBezTo>
                  <a:pt x="450426" y="110673"/>
                  <a:pt x="445881" y="111461"/>
                  <a:pt x="440417" y="111461"/>
                </a:cubicBezTo>
                <a:cubicBezTo>
                  <a:pt x="434426" y="111461"/>
                  <a:pt x="429801" y="109859"/>
                  <a:pt x="426542" y="106654"/>
                </a:cubicBezTo>
                <a:cubicBezTo>
                  <a:pt x="423285" y="103449"/>
                  <a:pt x="421656" y="98903"/>
                  <a:pt x="421656" y="93017"/>
                </a:cubicBezTo>
                <a:cubicBezTo>
                  <a:pt x="421656" y="85449"/>
                  <a:pt x="425177" y="79642"/>
                  <a:pt x="432219" y="75596"/>
                </a:cubicBezTo>
                <a:cubicBezTo>
                  <a:pt x="439261" y="71550"/>
                  <a:pt x="449508" y="69527"/>
                  <a:pt x="462960" y="69527"/>
                </a:cubicBezTo>
                <a:cubicBezTo>
                  <a:pt x="463170" y="69527"/>
                  <a:pt x="463327" y="69264"/>
                  <a:pt x="463432" y="68737"/>
                </a:cubicBezTo>
                <a:cubicBezTo>
                  <a:pt x="463537" y="68211"/>
                  <a:pt x="463590" y="67003"/>
                  <a:pt x="463590" y="65112"/>
                </a:cubicBezTo>
                <a:lnTo>
                  <a:pt x="463590" y="60854"/>
                </a:lnTo>
                <a:cubicBezTo>
                  <a:pt x="463590" y="58227"/>
                  <a:pt x="463380" y="55758"/>
                  <a:pt x="462960" y="53445"/>
                </a:cubicBezTo>
                <a:cubicBezTo>
                  <a:pt x="462540" y="51133"/>
                  <a:pt x="461830" y="49109"/>
                  <a:pt x="460831" y="47376"/>
                </a:cubicBezTo>
                <a:cubicBezTo>
                  <a:pt x="459834" y="45642"/>
                  <a:pt x="458442" y="44276"/>
                  <a:pt x="456655" y="43277"/>
                </a:cubicBezTo>
                <a:cubicBezTo>
                  <a:pt x="454868" y="42278"/>
                  <a:pt x="452661" y="41778"/>
                  <a:pt x="450032" y="41778"/>
                </a:cubicBezTo>
                <a:cubicBezTo>
                  <a:pt x="446143" y="41778"/>
                  <a:pt x="442990" y="42541"/>
                  <a:pt x="440574" y="44066"/>
                </a:cubicBezTo>
                <a:cubicBezTo>
                  <a:pt x="438157" y="45589"/>
                  <a:pt x="436948" y="47559"/>
                  <a:pt x="436948" y="49976"/>
                </a:cubicBezTo>
                <a:cubicBezTo>
                  <a:pt x="436948" y="51133"/>
                  <a:pt x="437316" y="52262"/>
                  <a:pt x="438050" y="53366"/>
                </a:cubicBezTo>
                <a:cubicBezTo>
                  <a:pt x="438786" y="54469"/>
                  <a:pt x="439154" y="55599"/>
                  <a:pt x="439154" y="56755"/>
                </a:cubicBezTo>
                <a:cubicBezTo>
                  <a:pt x="439154" y="58227"/>
                  <a:pt x="438418" y="59647"/>
                  <a:pt x="436946" y="61013"/>
                </a:cubicBezTo>
                <a:cubicBezTo>
                  <a:pt x="435475" y="62379"/>
                  <a:pt x="433690" y="63063"/>
                  <a:pt x="431589" y="63063"/>
                </a:cubicBezTo>
                <a:cubicBezTo>
                  <a:pt x="428750" y="63063"/>
                  <a:pt x="426726" y="62301"/>
                  <a:pt x="425517" y="60777"/>
                </a:cubicBezTo>
                <a:cubicBezTo>
                  <a:pt x="424309" y="59252"/>
                  <a:pt x="423706" y="57386"/>
                  <a:pt x="423706" y="55180"/>
                </a:cubicBezTo>
                <a:cubicBezTo>
                  <a:pt x="423706" y="52553"/>
                  <a:pt x="424441" y="50056"/>
                  <a:pt x="425911" y="47691"/>
                </a:cubicBezTo>
                <a:cubicBezTo>
                  <a:pt x="427384" y="45325"/>
                  <a:pt x="429380" y="43302"/>
                  <a:pt x="431901" y="41622"/>
                </a:cubicBezTo>
                <a:cubicBezTo>
                  <a:pt x="434424" y="39939"/>
                  <a:pt x="437367" y="38599"/>
                  <a:pt x="440730" y="37602"/>
                </a:cubicBezTo>
                <a:cubicBezTo>
                  <a:pt x="444095" y="36603"/>
                  <a:pt x="447616" y="36103"/>
                  <a:pt x="451295" y="36103"/>
                </a:cubicBezTo>
                <a:cubicBezTo>
                  <a:pt x="459702" y="36103"/>
                  <a:pt x="466323" y="38048"/>
                  <a:pt x="471158" y="41937"/>
                </a:cubicBezTo>
                <a:cubicBezTo>
                  <a:pt x="475994" y="45826"/>
                  <a:pt x="478411" y="52290"/>
                  <a:pt x="478411" y="61328"/>
                </a:cubicBezTo>
                <a:lnTo>
                  <a:pt x="478411" y="92858"/>
                </a:lnTo>
                <a:close/>
                <a:moveTo>
                  <a:pt x="522932" y="90809"/>
                </a:moveTo>
                <a:cubicBezTo>
                  <a:pt x="522932" y="93437"/>
                  <a:pt x="523010" y="95645"/>
                  <a:pt x="523168" y="97431"/>
                </a:cubicBezTo>
                <a:cubicBezTo>
                  <a:pt x="523326" y="99218"/>
                  <a:pt x="523878" y="100689"/>
                  <a:pt x="524823" y="101846"/>
                </a:cubicBezTo>
                <a:cubicBezTo>
                  <a:pt x="525769" y="103002"/>
                  <a:pt x="527240" y="103895"/>
                  <a:pt x="529237" y="104526"/>
                </a:cubicBezTo>
                <a:cubicBezTo>
                  <a:pt x="531235" y="105156"/>
                  <a:pt x="534126" y="105629"/>
                  <a:pt x="537909" y="105945"/>
                </a:cubicBezTo>
                <a:cubicBezTo>
                  <a:pt x="538539" y="106049"/>
                  <a:pt x="539012" y="106338"/>
                  <a:pt x="539326" y="106811"/>
                </a:cubicBezTo>
                <a:cubicBezTo>
                  <a:pt x="539642" y="107284"/>
                  <a:pt x="539800" y="107836"/>
                  <a:pt x="539800" y="108466"/>
                </a:cubicBezTo>
                <a:cubicBezTo>
                  <a:pt x="539800" y="108992"/>
                  <a:pt x="539642" y="109491"/>
                  <a:pt x="539326" y="109965"/>
                </a:cubicBezTo>
                <a:cubicBezTo>
                  <a:pt x="539012" y="110438"/>
                  <a:pt x="538539" y="110674"/>
                  <a:pt x="537909" y="110674"/>
                </a:cubicBezTo>
                <a:cubicBezTo>
                  <a:pt x="533390" y="110674"/>
                  <a:pt x="529396" y="110490"/>
                  <a:pt x="525927" y="110121"/>
                </a:cubicBezTo>
                <a:cubicBezTo>
                  <a:pt x="522458" y="109754"/>
                  <a:pt x="519147" y="109570"/>
                  <a:pt x="515994" y="109570"/>
                </a:cubicBezTo>
                <a:cubicBezTo>
                  <a:pt x="512631" y="109570"/>
                  <a:pt x="509294" y="109754"/>
                  <a:pt x="505982" y="110121"/>
                </a:cubicBezTo>
                <a:cubicBezTo>
                  <a:pt x="502672" y="110490"/>
                  <a:pt x="499335" y="110674"/>
                  <a:pt x="495972" y="110674"/>
                </a:cubicBezTo>
                <a:cubicBezTo>
                  <a:pt x="495448" y="110674"/>
                  <a:pt x="495028" y="110438"/>
                  <a:pt x="494712" y="109965"/>
                </a:cubicBezTo>
                <a:cubicBezTo>
                  <a:pt x="494396" y="109491"/>
                  <a:pt x="494238" y="108992"/>
                  <a:pt x="494238" y="108466"/>
                </a:cubicBezTo>
                <a:cubicBezTo>
                  <a:pt x="494238" y="107836"/>
                  <a:pt x="494396" y="107284"/>
                  <a:pt x="494712" y="106811"/>
                </a:cubicBezTo>
                <a:cubicBezTo>
                  <a:pt x="495028" y="106338"/>
                  <a:pt x="495501" y="106049"/>
                  <a:pt x="496131" y="105945"/>
                </a:cubicBezTo>
                <a:cubicBezTo>
                  <a:pt x="499074" y="105629"/>
                  <a:pt x="501359" y="105156"/>
                  <a:pt x="502987" y="104526"/>
                </a:cubicBezTo>
                <a:cubicBezTo>
                  <a:pt x="504616" y="103895"/>
                  <a:pt x="505799" y="103028"/>
                  <a:pt x="506535" y="101925"/>
                </a:cubicBezTo>
                <a:cubicBezTo>
                  <a:pt x="507271" y="100820"/>
                  <a:pt x="507718" y="99454"/>
                  <a:pt x="507875" y="97826"/>
                </a:cubicBezTo>
                <a:cubicBezTo>
                  <a:pt x="508034" y="96197"/>
                  <a:pt x="508113" y="94173"/>
                  <a:pt x="508113" y="91754"/>
                </a:cubicBezTo>
                <a:lnTo>
                  <a:pt x="508113" y="68737"/>
                </a:lnTo>
                <a:cubicBezTo>
                  <a:pt x="508113" y="63588"/>
                  <a:pt x="508007" y="59515"/>
                  <a:pt x="507796" y="56519"/>
                </a:cubicBezTo>
                <a:cubicBezTo>
                  <a:pt x="507586" y="53524"/>
                  <a:pt x="507086" y="51212"/>
                  <a:pt x="506297" y="49584"/>
                </a:cubicBezTo>
                <a:cubicBezTo>
                  <a:pt x="505510" y="47955"/>
                  <a:pt x="504275" y="46877"/>
                  <a:pt x="502592" y="46351"/>
                </a:cubicBezTo>
                <a:cubicBezTo>
                  <a:pt x="500912" y="45825"/>
                  <a:pt x="498600" y="45457"/>
                  <a:pt x="495657" y="45247"/>
                </a:cubicBezTo>
                <a:cubicBezTo>
                  <a:pt x="495133" y="45247"/>
                  <a:pt x="494739" y="44985"/>
                  <a:pt x="494476" y="44460"/>
                </a:cubicBezTo>
                <a:cubicBezTo>
                  <a:pt x="494213" y="43934"/>
                  <a:pt x="494081" y="43408"/>
                  <a:pt x="494081" y="42882"/>
                </a:cubicBezTo>
                <a:cubicBezTo>
                  <a:pt x="494081" y="42358"/>
                  <a:pt x="494213" y="41832"/>
                  <a:pt x="494476" y="41306"/>
                </a:cubicBezTo>
                <a:cubicBezTo>
                  <a:pt x="494739" y="40780"/>
                  <a:pt x="495186" y="40517"/>
                  <a:pt x="495816" y="40517"/>
                </a:cubicBezTo>
                <a:cubicBezTo>
                  <a:pt x="497918" y="40307"/>
                  <a:pt x="500835" y="40071"/>
                  <a:pt x="504565" y="39808"/>
                </a:cubicBezTo>
                <a:cubicBezTo>
                  <a:pt x="508297" y="39545"/>
                  <a:pt x="512107" y="38888"/>
                  <a:pt x="515994" y="37838"/>
                </a:cubicBezTo>
                <a:cubicBezTo>
                  <a:pt x="517466" y="37417"/>
                  <a:pt x="518675" y="37365"/>
                  <a:pt x="519622" y="37681"/>
                </a:cubicBezTo>
                <a:cubicBezTo>
                  <a:pt x="520568" y="37996"/>
                  <a:pt x="520988" y="38889"/>
                  <a:pt x="520882" y="40361"/>
                </a:cubicBezTo>
                <a:lnTo>
                  <a:pt x="520567" y="50450"/>
                </a:lnTo>
                <a:cubicBezTo>
                  <a:pt x="520567" y="50660"/>
                  <a:pt x="520619" y="50792"/>
                  <a:pt x="520723" y="50845"/>
                </a:cubicBezTo>
                <a:cubicBezTo>
                  <a:pt x="520829" y="50898"/>
                  <a:pt x="520987" y="50818"/>
                  <a:pt x="521197" y="50607"/>
                </a:cubicBezTo>
                <a:cubicBezTo>
                  <a:pt x="523404" y="46193"/>
                  <a:pt x="526110" y="42673"/>
                  <a:pt x="529316" y="40046"/>
                </a:cubicBezTo>
                <a:cubicBezTo>
                  <a:pt x="532522" y="37417"/>
                  <a:pt x="536805" y="36103"/>
                  <a:pt x="542165" y="36103"/>
                </a:cubicBezTo>
                <a:cubicBezTo>
                  <a:pt x="546580" y="36103"/>
                  <a:pt x="549838" y="37233"/>
                  <a:pt x="551938" y="39493"/>
                </a:cubicBezTo>
                <a:cubicBezTo>
                  <a:pt x="554041" y="41752"/>
                  <a:pt x="555092" y="44512"/>
                  <a:pt x="555092" y="47770"/>
                </a:cubicBezTo>
                <a:cubicBezTo>
                  <a:pt x="555092" y="49557"/>
                  <a:pt x="554409" y="51186"/>
                  <a:pt x="553043" y="52658"/>
                </a:cubicBezTo>
                <a:cubicBezTo>
                  <a:pt x="551676" y="54129"/>
                  <a:pt x="549733" y="54864"/>
                  <a:pt x="547211" y="54864"/>
                </a:cubicBezTo>
                <a:cubicBezTo>
                  <a:pt x="544793" y="54864"/>
                  <a:pt x="543111" y="54286"/>
                  <a:pt x="542165" y="53130"/>
                </a:cubicBezTo>
                <a:cubicBezTo>
                  <a:pt x="541220" y="51974"/>
                  <a:pt x="540748" y="50712"/>
                  <a:pt x="540748" y="49346"/>
                </a:cubicBezTo>
                <a:cubicBezTo>
                  <a:pt x="540748" y="47875"/>
                  <a:pt x="540458" y="46720"/>
                  <a:pt x="539879" y="45880"/>
                </a:cubicBezTo>
                <a:cubicBezTo>
                  <a:pt x="539302" y="45038"/>
                  <a:pt x="538067" y="44617"/>
                  <a:pt x="536175" y="44617"/>
                </a:cubicBezTo>
                <a:cubicBezTo>
                  <a:pt x="534178" y="44617"/>
                  <a:pt x="532365" y="45273"/>
                  <a:pt x="530736" y="46587"/>
                </a:cubicBezTo>
                <a:cubicBezTo>
                  <a:pt x="529106" y="47900"/>
                  <a:pt x="527713" y="49451"/>
                  <a:pt x="526557" y="51239"/>
                </a:cubicBezTo>
                <a:cubicBezTo>
                  <a:pt x="525401" y="53026"/>
                  <a:pt x="524507" y="54865"/>
                  <a:pt x="523877" y="56758"/>
                </a:cubicBezTo>
                <a:cubicBezTo>
                  <a:pt x="523247" y="58648"/>
                  <a:pt x="522932" y="60119"/>
                  <a:pt x="522932" y="61169"/>
                </a:cubicBezTo>
                <a:lnTo>
                  <a:pt x="522932" y="90809"/>
                </a:lnTo>
                <a:close/>
                <a:moveTo>
                  <a:pt x="578016" y="69683"/>
                </a:moveTo>
                <a:cubicBezTo>
                  <a:pt x="577490" y="69683"/>
                  <a:pt x="577201" y="69867"/>
                  <a:pt x="577148" y="70236"/>
                </a:cubicBezTo>
                <a:cubicBezTo>
                  <a:pt x="577096" y="70603"/>
                  <a:pt x="577071" y="71050"/>
                  <a:pt x="577071" y="71576"/>
                </a:cubicBezTo>
                <a:cubicBezTo>
                  <a:pt x="577071" y="77042"/>
                  <a:pt x="577674" y="81666"/>
                  <a:pt x="578882" y="85449"/>
                </a:cubicBezTo>
                <a:cubicBezTo>
                  <a:pt x="580091" y="89232"/>
                  <a:pt x="581773" y="92307"/>
                  <a:pt x="583927" y="94672"/>
                </a:cubicBezTo>
                <a:cubicBezTo>
                  <a:pt x="586082" y="97036"/>
                  <a:pt x="588658" y="98744"/>
                  <a:pt x="591653" y="99796"/>
                </a:cubicBezTo>
                <a:cubicBezTo>
                  <a:pt x="594649" y="100847"/>
                  <a:pt x="597881" y="101372"/>
                  <a:pt x="601348" y="101372"/>
                </a:cubicBezTo>
                <a:cubicBezTo>
                  <a:pt x="604921" y="101372"/>
                  <a:pt x="608389" y="101083"/>
                  <a:pt x="611752" y="100506"/>
                </a:cubicBezTo>
                <a:cubicBezTo>
                  <a:pt x="615117" y="99927"/>
                  <a:pt x="618007" y="98639"/>
                  <a:pt x="620424" y="96642"/>
                </a:cubicBezTo>
                <a:cubicBezTo>
                  <a:pt x="620950" y="96222"/>
                  <a:pt x="621502" y="96065"/>
                  <a:pt x="622079" y="96171"/>
                </a:cubicBezTo>
                <a:cubicBezTo>
                  <a:pt x="622658" y="96275"/>
                  <a:pt x="623131" y="96537"/>
                  <a:pt x="623499" y="96958"/>
                </a:cubicBezTo>
                <a:cubicBezTo>
                  <a:pt x="623866" y="97378"/>
                  <a:pt x="624102" y="97851"/>
                  <a:pt x="624206" y="98377"/>
                </a:cubicBezTo>
                <a:cubicBezTo>
                  <a:pt x="624312" y="98903"/>
                  <a:pt x="624207" y="99376"/>
                  <a:pt x="623893" y="99796"/>
                </a:cubicBezTo>
                <a:cubicBezTo>
                  <a:pt x="620530" y="104210"/>
                  <a:pt x="616746" y="107257"/>
                  <a:pt x="612541" y="108940"/>
                </a:cubicBezTo>
                <a:cubicBezTo>
                  <a:pt x="608338" y="110620"/>
                  <a:pt x="603135" y="111461"/>
                  <a:pt x="596934" y="111461"/>
                </a:cubicBezTo>
                <a:cubicBezTo>
                  <a:pt x="590628" y="111461"/>
                  <a:pt x="585189" y="110515"/>
                  <a:pt x="580616" y="108625"/>
                </a:cubicBezTo>
                <a:cubicBezTo>
                  <a:pt x="576044" y="106732"/>
                  <a:pt x="572260" y="104078"/>
                  <a:pt x="569264" y="100662"/>
                </a:cubicBezTo>
                <a:cubicBezTo>
                  <a:pt x="566270" y="97246"/>
                  <a:pt x="564064" y="93253"/>
                  <a:pt x="562644" y="88682"/>
                </a:cubicBezTo>
                <a:cubicBezTo>
                  <a:pt x="561225" y="84110"/>
                  <a:pt x="560515" y="79143"/>
                  <a:pt x="560515" y="73782"/>
                </a:cubicBezTo>
                <a:cubicBezTo>
                  <a:pt x="560515" y="68632"/>
                  <a:pt x="561382" y="63746"/>
                  <a:pt x="563116" y="59122"/>
                </a:cubicBezTo>
                <a:cubicBezTo>
                  <a:pt x="564851" y="54497"/>
                  <a:pt x="567295" y="50503"/>
                  <a:pt x="570448" y="47140"/>
                </a:cubicBezTo>
                <a:cubicBezTo>
                  <a:pt x="573601" y="43777"/>
                  <a:pt x="577332" y="41097"/>
                  <a:pt x="581641" y="39101"/>
                </a:cubicBezTo>
                <a:cubicBezTo>
                  <a:pt x="585950" y="37102"/>
                  <a:pt x="590733" y="36103"/>
                  <a:pt x="595988" y="36103"/>
                </a:cubicBezTo>
                <a:cubicBezTo>
                  <a:pt x="600402" y="36103"/>
                  <a:pt x="604421" y="36866"/>
                  <a:pt x="608047" y="38391"/>
                </a:cubicBezTo>
                <a:cubicBezTo>
                  <a:pt x="611674" y="39914"/>
                  <a:pt x="614748" y="42016"/>
                  <a:pt x="617271" y="44696"/>
                </a:cubicBezTo>
                <a:cubicBezTo>
                  <a:pt x="619793" y="47376"/>
                  <a:pt x="621764" y="50582"/>
                  <a:pt x="623183" y="54314"/>
                </a:cubicBezTo>
                <a:cubicBezTo>
                  <a:pt x="624603" y="58044"/>
                  <a:pt x="625312" y="62064"/>
                  <a:pt x="625312" y="66373"/>
                </a:cubicBezTo>
                <a:cubicBezTo>
                  <a:pt x="625312" y="68580"/>
                  <a:pt x="624524" y="69683"/>
                  <a:pt x="622948" y="69683"/>
                </a:cubicBezTo>
                <a:lnTo>
                  <a:pt x="578016" y="69683"/>
                </a:lnTo>
                <a:moveTo>
                  <a:pt x="606866" y="64167"/>
                </a:moveTo>
                <a:cubicBezTo>
                  <a:pt x="608337" y="64167"/>
                  <a:pt x="609177" y="63642"/>
                  <a:pt x="609387" y="62591"/>
                </a:cubicBezTo>
                <a:cubicBezTo>
                  <a:pt x="609599" y="61539"/>
                  <a:pt x="609705" y="60277"/>
                  <a:pt x="609705" y="58805"/>
                </a:cubicBezTo>
                <a:cubicBezTo>
                  <a:pt x="609705" y="56598"/>
                  <a:pt x="609363" y="54470"/>
                  <a:pt x="608680" y="52420"/>
                </a:cubicBezTo>
                <a:cubicBezTo>
                  <a:pt x="607997" y="50371"/>
                  <a:pt x="607024" y="48558"/>
                  <a:pt x="605762" y="46981"/>
                </a:cubicBezTo>
                <a:cubicBezTo>
                  <a:pt x="604502" y="45405"/>
                  <a:pt x="602978" y="44143"/>
                  <a:pt x="601192" y="43197"/>
                </a:cubicBezTo>
                <a:cubicBezTo>
                  <a:pt x="599405" y="42251"/>
                  <a:pt x="597355" y="41778"/>
                  <a:pt x="595043" y="41778"/>
                </a:cubicBezTo>
                <a:cubicBezTo>
                  <a:pt x="592204" y="41778"/>
                  <a:pt x="589760" y="42278"/>
                  <a:pt x="587711" y="43277"/>
                </a:cubicBezTo>
                <a:cubicBezTo>
                  <a:pt x="585661" y="44276"/>
                  <a:pt x="583927" y="45590"/>
                  <a:pt x="582507" y="47219"/>
                </a:cubicBezTo>
                <a:cubicBezTo>
                  <a:pt x="581090" y="48847"/>
                  <a:pt x="580013" y="50765"/>
                  <a:pt x="579277" y="52974"/>
                </a:cubicBezTo>
                <a:cubicBezTo>
                  <a:pt x="578540" y="55180"/>
                  <a:pt x="578015" y="57492"/>
                  <a:pt x="577701" y="59909"/>
                </a:cubicBezTo>
                <a:cubicBezTo>
                  <a:pt x="577491" y="61171"/>
                  <a:pt x="577411" y="62197"/>
                  <a:pt x="577463" y="62986"/>
                </a:cubicBezTo>
                <a:cubicBezTo>
                  <a:pt x="577516" y="63773"/>
                  <a:pt x="577752" y="64167"/>
                  <a:pt x="578172" y="64167"/>
                </a:cubicBezTo>
                <a:lnTo>
                  <a:pt x="606866" y="64167"/>
                </a:lnTo>
                <a:close/>
                <a:moveTo>
                  <a:pt x="719881" y="92702"/>
                </a:moveTo>
                <a:cubicBezTo>
                  <a:pt x="719881" y="93542"/>
                  <a:pt x="720248" y="94672"/>
                  <a:pt x="720983" y="96092"/>
                </a:cubicBezTo>
                <a:cubicBezTo>
                  <a:pt x="721719" y="97509"/>
                  <a:pt x="722796" y="98876"/>
                  <a:pt x="724216" y="100191"/>
                </a:cubicBezTo>
                <a:cubicBezTo>
                  <a:pt x="725635" y="101504"/>
                  <a:pt x="727369" y="102660"/>
                  <a:pt x="729419" y="103660"/>
                </a:cubicBezTo>
                <a:cubicBezTo>
                  <a:pt x="731469" y="104657"/>
                  <a:pt x="733807" y="105156"/>
                  <a:pt x="736434" y="105156"/>
                </a:cubicBezTo>
                <a:cubicBezTo>
                  <a:pt x="739692" y="105156"/>
                  <a:pt x="742452" y="104315"/>
                  <a:pt x="744711" y="102635"/>
                </a:cubicBezTo>
                <a:cubicBezTo>
                  <a:pt x="746971" y="100952"/>
                  <a:pt x="748810" y="98640"/>
                  <a:pt x="750227" y="95697"/>
                </a:cubicBezTo>
                <a:cubicBezTo>
                  <a:pt x="751647" y="92754"/>
                  <a:pt x="752671" y="89338"/>
                  <a:pt x="753302" y="85449"/>
                </a:cubicBezTo>
                <a:cubicBezTo>
                  <a:pt x="753934" y="81560"/>
                  <a:pt x="754250" y="77461"/>
                  <a:pt x="754250" y="73152"/>
                </a:cubicBezTo>
                <a:cubicBezTo>
                  <a:pt x="754250" y="64219"/>
                  <a:pt x="753040" y="57519"/>
                  <a:pt x="750622" y="53053"/>
                </a:cubicBezTo>
                <a:cubicBezTo>
                  <a:pt x="748205" y="48585"/>
                  <a:pt x="744159" y="46351"/>
                  <a:pt x="738483" y="46351"/>
                </a:cubicBezTo>
                <a:cubicBezTo>
                  <a:pt x="735751" y="46351"/>
                  <a:pt x="733254" y="46798"/>
                  <a:pt x="730995" y="47691"/>
                </a:cubicBezTo>
                <a:cubicBezTo>
                  <a:pt x="728735" y="48584"/>
                  <a:pt x="726790" y="49740"/>
                  <a:pt x="725161" y="51160"/>
                </a:cubicBezTo>
                <a:cubicBezTo>
                  <a:pt x="723532" y="52579"/>
                  <a:pt x="722244" y="54261"/>
                  <a:pt x="721298" y="56204"/>
                </a:cubicBezTo>
                <a:cubicBezTo>
                  <a:pt x="720353" y="58148"/>
                  <a:pt x="719881" y="60119"/>
                  <a:pt x="719881" y="62117"/>
                </a:cubicBezTo>
                <a:lnTo>
                  <a:pt x="719881" y="92702"/>
                </a:lnTo>
                <a:moveTo>
                  <a:pt x="705060" y="71891"/>
                </a:moveTo>
                <a:cubicBezTo>
                  <a:pt x="705060" y="66742"/>
                  <a:pt x="704981" y="62459"/>
                  <a:pt x="704824" y="59043"/>
                </a:cubicBezTo>
                <a:cubicBezTo>
                  <a:pt x="704667" y="55627"/>
                  <a:pt x="704247" y="52921"/>
                  <a:pt x="703564" y="50924"/>
                </a:cubicBezTo>
                <a:cubicBezTo>
                  <a:pt x="702880" y="48926"/>
                  <a:pt x="701776" y="47480"/>
                  <a:pt x="700251" y="46587"/>
                </a:cubicBezTo>
                <a:cubicBezTo>
                  <a:pt x="698728" y="45693"/>
                  <a:pt x="696599" y="45195"/>
                  <a:pt x="693867" y="45090"/>
                </a:cubicBezTo>
                <a:cubicBezTo>
                  <a:pt x="693342" y="45090"/>
                  <a:pt x="692949" y="44827"/>
                  <a:pt x="692686" y="44301"/>
                </a:cubicBezTo>
                <a:cubicBezTo>
                  <a:pt x="692423" y="43775"/>
                  <a:pt x="692291" y="43250"/>
                  <a:pt x="692291" y="42726"/>
                </a:cubicBezTo>
                <a:cubicBezTo>
                  <a:pt x="692291" y="42200"/>
                  <a:pt x="692396" y="41675"/>
                  <a:pt x="692606" y="41150"/>
                </a:cubicBezTo>
                <a:cubicBezTo>
                  <a:pt x="692816" y="40624"/>
                  <a:pt x="693131" y="40361"/>
                  <a:pt x="693552" y="40361"/>
                </a:cubicBezTo>
                <a:cubicBezTo>
                  <a:pt x="695864" y="40151"/>
                  <a:pt x="698912" y="39809"/>
                  <a:pt x="702695" y="39336"/>
                </a:cubicBezTo>
                <a:cubicBezTo>
                  <a:pt x="706480" y="38863"/>
                  <a:pt x="710159" y="38206"/>
                  <a:pt x="713732" y="37364"/>
                </a:cubicBezTo>
                <a:cubicBezTo>
                  <a:pt x="715203" y="37049"/>
                  <a:pt x="716332" y="37050"/>
                  <a:pt x="717119" y="37366"/>
                </a:cubicBezTo>
                <a:cubicBezTo>
                  <a:pt x="717908" y="37680"/>
                  <a:pt x="718409" y="38574"/>
                  <a:pt x="718620" y="40046"/>
                </a:cubicBezTo>
                <a:lnTo>
                  <a:pt x="719251" y="48401"/>
                </a:lnTo>
                <a:cubicBezTo>
                  <a:pt x="719251" y="48717"/>
                  <a:pt x="719408" y="48769"/>
                  <a:pt x="719722" y="48557"/>
                </a:cubicBezTo>
                <a:cubicBezTo>
                  <a:pt x="721719" y="45194"/>
                  <a:pt x="724635" y="42278"/>
                  <a:pt x="728471" y="39808"/>
                </a:cubicBezTo>
                <a:cubicBezTo>
                  <a:pt x="732309" y="37338"/>
                  <a:pt x="736908" y="36103"/>
                  <a:pt x="742267" y="36103"/>
                </a:cubicBezTo>
                <a:cubicBezTo>
                  <a:pt x="746997" y="36103"/>
                  <a:pt x="751148" y="37076"/>
                  <a:pt x="754721" y="39021"/>
                </a:cubicBezTo>
                <a:cubicBezTo>
                  <a:pt x="758296" y="40965"/>
                  <a:pt x="761265" y="43593"/>
                  <a:pt x="763629" y="46904"/>
                </a:cubicBezTo>
                <a:cubicBezTo>
                  <a:pt x="765994" y="50214"/>
                  <a:pt x="767781" y="54024"/>
                  <a:pt x="768989" y="58333"/>
                </a:cubicBezTo>
                <a:cubicBezTo>
                  <a:pt x="770198" y="62643"/>
                  <a:pt x="770802" y="67109"/>
                  <a:pt x="770802" y="71732"/>
                </a:cubicBezTo>
                <a:cubicBezTo>
                  <a:pt x="770802" y="77408"/>
                  <a:pt x="770014" y="82663"/>
                  <a:pt x="768438" y="87499"/>
                </a:cubicBezTo>
                <a:cubicBezTo>
                  <a:pt x="766861" y="92334"/>
                  <a:pt x="764602" y="96538"/>
                  <a:pt x="761659" y="100111"/>
                </a:cubicBezTo>
                <a:cubicBezTo>
                  <a:pt x="758716" y="103684"/>
                  <a:pt x="755195" y="106469"/>
                  <a:pt x="751096" y="108466"/>
                </a:cubicBezTo>
                <a:cubicBezTo>
                  <a:pt x="746997" y="110463"/>
                  <a:pt x="742372" y="111461"/>
                  <a:pt x="737223" y="111461"/>
                </a:cubicBezTo>
                <a:cubicBezTo>
                  <a:pt x="733964" y="111461"/>
                  <a:pt x="731073" y="111224"/>
                  <a:pt x="728551" y="110751"/>
                </a:cubicBezTo>
                <a:cubicBezTo>
                  <a:pt x="726028" y="110280"/>
                  <a:pt x="723506" y="109623"/>
                  <a:pt x="720985" y="108781"/>
                </a:cubicBezTo>
                <a:cubicBezTo>
                  <a:pt x="720459" y="108571"/>
                  <a:pt x="720143" y="108571"/>
                  <a:pt x="720037" y="108781"/>
                </a:cubicBezTo>
                <a:cubicBezTo>
                  <a:pt x="719933" y="108991"/>
                  <a:pt x="719881" y="109517"/>
                  <a:pt x="719881" y="110359"/>
                </a:cubicBezTo>
                <a:lnTo>
                  <a:pt x="719881" y="134480"/>
                </a:lnTo>
                <a:cubicBezTo>
                  <a:pt x="719881" y="137107"/>
                  <a:pt x="719959" y="139314"/>
                  <a:pt x="720117" y="141100"/>
                </a:cubicBezTo>
                <a:cubicBezTo>
                  <a:pt x="720274" y="142887"/>
                  <a:pt x="720772" y="144358"/>
                  <a:pt x="721613" y="145514"/>
                </a:cubicBezTo>
                <a:cubicBezTo>
                  <a:pt x="722455" y="146671"/>
                  <a:pt x="723769" y="147564"/>
                  <a:pt x="725556" y="148194"/>
                </a:cubicBezTo>
                <a:cubicBezTo>
                  <a:pt x="727342" y="148825"/>
                  <a:pt x="729917" y="149298"/>
                  <a:pt x="733280" y="149614"/>
                </a:cubicBezTo>
                <a:cubicBezTo>
                  <a:pt x="733912" y="149719"/>
                  <a:pt x="734358" y="150008"/>
                  <a:pt x="734620" y="150480"/>
                </a:cubicBezTo>
                <a:cubicBezTo>
                  <a:pt x="734883" y="150953"/>
                  <a:pt x="735014" y="151452"/>
                  <a:pt x="735014" y="151978"/>
                </a:cubicBezTo>
                <a:cubicBezTo>
                  <a:pt x="735014" y="152609"/>
                  <a:pt x="734856" y="153160"/>
                  <a:pt x="734541" y="153633"/>
                </a:cubicBezTo>
                <a:cubicBezTo>
                  <a:pt x="734226" y="154106"/>
                  <a:pt x="733806" y="154343"/>
                  <a:pt x="733280" y="154343"/>
                </a:cubicBezTo>
                <a:cubicBezTo>
                  <a:pt x="728551" y="154343"/>
                  <a:pt x="724688" y="154159"/>
                  <a:pt x="721692" y="153790"/>
                </a:cubicBezTo>
                <a:cubicBezTo>
                  <a:pt x="718698" y="153422"/>
                  <a:pt x="715677" y="153239"/>
                  <a:pt x="712628" y="153239"/>
                </a:cubicBezTo>
                <a:cubicBezTo>
                  <a:pt x="709475" y="153239"/>
                  <a:pt x="706269" y="153422"/>
                  <a:pt x="703010" y="153790"/>
                </a:cubicBezTo>
                <a:cubicBezTo>
                  <a:pt x="699753" y="154159"/>
                  <a:pt x="696443" y="154343"/>
                  <a:pt x="693080" y="154343"/>
                </a:cubicBezTo>
                <a:cubicBezTo>
                  <a:pt x="692554" y="154343"/>
                  <a:pt x="692133" y="154106"/>
                  <a:pt x="691817" y="153633"/>
                </a:cubicBezTo>
                <a:cubicBezTo>
                  <a:pt x="691503" y="153160"/>
                  <a:pt x="691346" y="152609"/>
                  <a:pt x="691346" y="151978"/>
                </a:cubicBezTo>
                <a:cubicBezTo>
                  <a:pt x="691346" y="151452"/>
                  <a:pt x="691503" y="150953"/>
                  <a:pt x="691817" y="150480"/>
                </a:cubicBezTo>
                <a:cubicBezTo>
                  <a:pt x="692133" y="150008"/>
                  <a:pt x="692606" y="149719"/>
                  <a:pt x="693236" y="149614"/>
                </a:cubicBezTo>
                <a:cubicBezTo>
                  <a:pt x="696179" y="149298"/>
                  <a:pt x="698465" y="148825"/>
                  <a:pt x="700095" y="148194"/>
                </a:cubicBezTo>
                <a:cubicBezTo>
                  <a:pt x="701724" y="147564"/>
                  <a:pt x="702906" y="146697"/>
                  <a:pt x="703641" y="145594"/>
                </a:cubicBezTo>
                <a:cubicBezTo>
                  <a:pt x="704377" y="144490"/>
                  <a:pt x="704797" y="143124"/>
                  <a:pt x="704901" y="141495"/>
                </a:cubicBezTo>
                <a:cubicBezTo>
                  <a:pt x="705007" y="139865"/>
                  <a:pt x="705060" y="137842"/>
                  <a:pt x="705060" y="135425"/>
                </a:cubicBezTo>
                <a:lnTo>
                  <a:pt x="705060" y="71891"/>
                </a:lnTo>
                <a:close/>
                <a:moveTo>
                  <a:pt x="855620" y="71732"/>
                </a:moveTo>
                <a:cubicBezTo>
                  <a:pt x="855620" y="78144"/>
                  <a:pt x="854727" y="83820"/>
                  <a:pt x="852940" y="88759"/>
                </a:cubicBezTo>
                <a:cubicBezTo>
                  <a:pt x="851154" y="93699"/>
                  <a:pt x="848605" y="97851"/>
                  <a:pt x="845293" y="101215"/>
                </a:cubicBezTo>
                <a:cubicBezTo>
                  <a:pt x="841983" y="104578"/>
                  <a:pt x="838015" y="107127"/>
                  <a:pt x="833390" y="108860"/>
                </a:cubicBezTo>
                <a:cubicBezTo>
                  <a:pt x="828767" y="110594"/>
                  <a:pt x="823617" y="111461"/>
                  <a:pt x="817941" y="111461"/>
                </a:cubicBezTo>
                <a:cubicBezTo>
                  <a:pt x="813002" y="111461"/>
                  <a:pt x="808430" y="110647"/>
                  <a:pt x="804225" y="109019"/>
                </a:cubicBezTo>
                <a:cubicBezTo>
                  <a:pt x="800021" y="107390"/>
                  <a:pt x="796395" y="104972"/>
                  <a:pt x="793347" y="101766"/>
                </a:cubicBezTo>
                <a:cubicBezTo>
                  <a:pt x="790299" y="98560"/>
                  <a:pt x="787882" y="94514"/>
                  <a:pt x="786094" y="89628"/>
                </a:cubicBezTo>
                <a:cubicBezTo>
                  <a:pt x="784307" y="84739"/>
                  <a:pt x="783414" y="78985"/>
                  <a:pt x="783414" y="72363"/>
                </a:cubicBezTo>
                <a:cubicBezTo>
                  <a:pt x="783414" y="67003"/>
                  <a:pt x="784307" y="62090"/>
                  <a:pt x="786094" y="57624"/>
                </a:cubicBezTo>
                <a:cubicBezTo>
                  <a:pt x="787882" y="53157"/>
                  <a:pt x="790378" y="49348"/>
                  <a:pt x="793582" y="46195"/>
                </a:cubicBezTo>
                <a:cubicBezTo>
                  <a:pt x="796788" y="43040"/>
                  <a:pt x="800651" y="40570"/>
                  <a:pt x="805170" y="38783"/>
                </a:cubicBezTo>
                <a:cubicBezTo>
                  <a:pt x="809689" y="36996"/>
                  <a:pt x="814630" y="36103"/>
                  <a:pt x="819991" y="36103"/>
                </a:cubicBezTo>
                <a:cubicBezTo>
                  <a:pt x="825141" y="36103"/>
                  <a:pt x="829896" y="36891"/>
                  <a:pt x="834256" y="38468"/>
                </a:cubicBezTo>
                <a:cubicBezTo>
                  <a:pt x="838618" y="40044"/>
                  <a:pt x="842376" y="42330"/>
                  <a:pt x="845529" y="45326"/>
                </a:cubicBezTo>
                <a:cubicBezTo>
                  <a:pt x="848683" y="48322"/>
                  <a:pt x="851154" y="52027"/>
                  <a:pt x="852940" y="56442"/>
                </a:cubicBezTo>
                <a:cubicBezTo>
                  <a:pt x="854727" y="60856"/>
                  <a:pt x="855620" y="65953"/>
                  <a:pt x="855620" y="71732"/>
                </a:cubicBezTo>
                <a:moveTo>
                  <a:pt x="839067" y="73467"/>
                </a:moveTo>
                <a:cubicBezTo>
                  <a:pt x="839067" y="69474"/>
                  <a:pt x="838804" y="65585"/>
                  <a:pt x="838278" y="61802"/>
                </a:cubicBezTo>
                <a:cubicBezTo>
                  <a:pt x="837752" y="58017"/>
                  <a:pt x="836806" y="54654"/>
                  <a:pt x="835440" y="51711"/>
                </a:cubicBezTo>
                <a:cubicBezTo>
                  <a:pt x="834073" y="48768"/>
                  <a:pt x="832182" y="46403"/>
                  <a:pt x="829765" y="44617"/>
                </a:cubicBezTo>
                <a:cubicBezTo>
                  <a:pt x="827348" y="42830"/>
                  <a:pt x="824247" y="41937"/>
                  <a:pt x="820462" y="41937"/>
                </a:cubicBezTo>
                <a:cubicBezTo>
                  <a:pt x="816259" y="41937"/>
                  <a:pt x="812843" y="42830"/>
                  <a:pt x="810215" y="44617"/>
                </a:cubicBezTo>
                <a:cubicBezTo>
                  <a:pt x="807588" y="46403"/>
                  <a:pt x="805512" y="48794"/>
                  <a:pt x="803989" y="51790"/>
                </a:cubicBezTo>
                <a:cubicBezTo>
                  <a:pt x="802465" y="54786"/>
                  <a:pt x="801414" y="58175"/>
                  <a:pt x="800835" y="61959"/>
                </a:cubicBezTo>
                <a:cubicBezTo>
                  <a:pt x="800258" y="65742"/>
                  <a:pt x="799969" y="69683"/>
                  <a:pt x="799969" y="73782"/>
                </a:cubicBezTo>
                <a:cubicBezTo>
                  <a:pt x="799969" y="77355"/>
                  <a:pt x="800231" y="81034"/>
                  <a:pt x="800756" y="84819"/>
                </a:cubicBezTo>
                <a:cubicBezTo>
                  <a:pt x="801282" y="88602"/>
                  <a:pt x="802280" y="92018"/>
                  <a:pt x="803751" y="95067"/>
                </a:cubicBezTo>
                <a:cubicBezTo>
                  <a:pt x="805223" y="98114"/>
                  <a:pt x="807246" y="100636"/>
                  <a:pt x="809820" y="102635"/>
                </a:cubicBezTo>
                <a:cubicBezTo>
                  <a:pt x="812396" y="104631"/>
                  <a:pt x="815681" y="105630"/>
                  <a:pt x="819676" y="105630"/>
                </a:cubicBezTo>
                <a:cubicBezTo>
                  <a:pt x="823775" y="105630"/>
                  <a:pt x="827085" y="104683"/>
                  <a:pt x="829606" y="102791"/>
                </a:cubicBezTo>
                <a:cubicBezTo>
                  <a:pt x="832129" y="100899"/>
                  <a:pt x="834100" y="98429"/>
                  <a:pt x="835519" y="95382"/>
                </a:cubicBezTo>
                <a:cubicBezTo>
                  <a:pt x="836938" y="92333"/>
                  <a:pt x="837885" y="88891"/>
                  <a:pt x="838358" y="85055"/>
                </a:cubicBezTo>
                <a:cubicBezTo>
                  <a:pt x="838831" y="81219"/>
                  <a:pt x="839067" y="77356"/>
                  <a:pt x="839067" y="73467"/>
                </a:cubicBezTo>
                <a:close/>
                <a:moveTo>
                  <a:pt x="916630" y="38468"/>
                </a:moveTo>
                <a:cubicBezTo>
                  <a:pt x="916316" y="39624"/>
                  <a:pt x="916027" y="41043"/>
                  <a:pt x="915764" y="42726"/>
                </a:cubicBezTo>
                <a:cubicBezTo>
                  <a:pt x="915501" y="44406"/>
                  <a:pt x="915370" y="46193"/>
                  <a:pt x="915370" y="48085"/>
                </a:cubicBezTo>
                <a:cubicBezTo>
                  <a:pt x="915370" y="50082"/>
                  <a:pt x="915422" y="52158"/>
                  <a:pt x="915526" y="54314"/>
                </a:cubicBezTo>
                <a:cubicBezTo>
                  <a:pt x="915632" y="56467"/>
                  <a:pt x="915685" y="58122"/>
                  <a:pt x="915685" y="59279"/>
                </a:cubicBezTo>
                <a:cubicBezTo>
                  <a:pt x="915685" y="59595"/>
                  <a:pt x="915475" y="59858"/>
                  <a:pt x="915055" y="60068"/>
                </a:cubicBezTo>
                <a:cubicBezTo>
                  <a:pt x="914635" y="60278"/>
                  <a:pt x="914162" y="60409"/>
                  <a:pt x="913635" y="60462"/>
                </a:cubicBezTo>
                <a:cubicBezTo>
                  <a:pt x="913111" y="60514"/>
                  <a:pt x="912638" y="60461"/>
                  <a:pt x="912216" y="60303"/>
                </a:cubicBezTo>
                <a:cubicBezTo>
                  <a:pt x="911796" y="60146"/>
                  <a:pt x="911534" y="59910"/>
                  <a:pt x="911430" y="59594"/>
                </a:cubicBezTo>
                <a:cubicBezTo>
                  <a:pt x="910273" y="54024"/>
                  <a:pt x="908381" y="49741"/>
                  <a:pt x="905752" y="46746"/>
                </a:cubicBezTo>
                <a:cubicBezTo>
                  <a:pt x="903125" y="43750"/>
                  <a:pt x="898922" y="42252"/>
                  <a:pt x="893142" y="42252"/>
                </a:cubicBezTo>
                <a:cubicBezTo>
                  <a:pt x="889253" y="42252"/>
                  <a:pt x="886047" y="43225"/>
                  <a:pt x="883525" y="45170"/>
                </a:cubicBezTo>
                <a:cubicBezTo>
                  <a:pt x="881002" y="47114"/>
                  <a:pt x="879741" y="49715"/>
                  <a:pt x="879741" y="52974"/>
                </a:cubicBezTo>
                <a:cubicBezTo>
                  <a:pt x="879741" y="55705"/>
                  <a:pt x="880791" y="57806"/>
                  <a:pt x="882892" y="59279"/>
                </a:cubicBezTo>
                <a:cubicBezTo>
                  <a:pt x="884994" y="60749"/>
                  <a:pt x="887780" y="62116"/>
                  <a:pt x="891249" y="63378"/>
                </a:cubicBezTo>
                <a:cubicBezTo>
                  <a:pt x="892721" y="63904"/>
                  <a:pt x="894482" y="64561"/>
                  <a:pt x="896532" y="65350"/>
                </a:cubicBezTo>
                <a:cubicBezTo>
                  <a:pt x="898581" y="66138"/>
                  <a:pt x="900236" y="66794"/>
                  <a:pt x="901497" y="67318"/>
                </a:cubicBezTo>
                <a:cubicBezTo>
                  <a:pt x="904230" y="68580"/>
                  <a:pt x="906778" y="69895"/>
                  <a:pt x="909142" y="71261"/>
                </a:cubicBezTo>
                <a:cubicBezTo>
                  <a:pt x="911507" y="72627"/>
                  <a:pt x="913557" y="74230"/>
                  <a:pt x="915291" y="76070"/>
                </a:cubicBezTo>
                <a:cubicBezTo>
                  <a:pt x="917026" y="77908"/>
                  <a:pt x="918392" y="79983"/>
                  <a:pt x="919390" y="82295"/>
                </a:cubicBezTo>
                <a:cubicBezTo>
                  <a:pt x="920389" y="84608"/>
                  <a:pt x="920888" y="87289"/>
                  <a:pt x="920888" y="90337"/>
                </a:cubicBezTo>
                <a:cubicBezTo>
                  <a:pt x="920888" y="94331"/>
                  <a:pt x="920047" y="97667"/>
                  <a:pt x="918365" y="100347"/>
                </a:cubicBezTo>
                <a:cubicBezTo>
                  <a:pt x="916684" y="103027"/>
                  <a:pt x="914530" y="105181"/>
                  <a:pt x="911901" y="106811"/>
                </a:cubicBezTo>
                <a:cubicBezTo>
                  <a:pt x="909274" y="108440"/>
                  <a:pt x="906279" y="109622"/>
                  <a:pt x="902916" y="110357"/>
                </a:cubicBezTo>
                <a:cubicBezTo>
                  <a:pt x="899553" y="111093"/>
                  <a:pt x="896242" y="111461"/>
                  <a:pt x="892983" y="111461"/>
                </a:cubicBezTo>
                <a:cubicBezTo>
                  <a:pt x="890251" y="111461"/>
                  <a:pt x="887203" y="111146"/>
                  <a:pt x="883840" y="110515"/>
                </a:cubicBezTo>
                <a:cubicBezTo>
                  <a:pt x="880477" y="109885"/>
                  <a:pt x="877534" y="108992"/>
                  <a:pt x="875011" y="107836"/>
                </a:cubicBezTo>
                <a:cubicBezTo>
                  <a:pt x="874381" y="107626"/>
                  <a:pt x="873724" y="107731"/>
                  <a:pt x="873041" y="108151"/>
                </a:cubicBezTo>
                <a:cubicBezTo>
                  <a:pt x="872358" y="108571"/>
                  <a:pt x="871911" y="109359"/>
                  <a:pt x="871701" y="110515"/>
                </a:cubicBezTo>
                <a:cubicBezTo>
                  <a:pt x="871701" y="110831"/>
                  <a:pt x="871465" y="111041"/>
                  <a:pt x="870991" y="111146"/>
                </a:cubicBezTo>
                <a:cubicBezTo>
                  <a:pt x="870518" y="111252"/>
                  <a:pt x="870019" y="111304"/>
                  <a:pt x="869493" y="111304"/>
                </a:cubicBezTo>
                <a:cubicBezTo>
                  <a:pt x="869073" y="111304"/>
                  <a:pt x="868652" y="111225"/>
                  <a:pt x="868232" y="111066"/>
                </a:cubicBezTo>
                <a:cubicBezTo>
                  <a:pt x="867812" y="110909"/>
                  <a:pt x="867602" y="110673"/>
                  <a:pt x="867602" y="110359"/>
                </a:cubicBezTo>
                <a:cubicBezTo>
                  <a:pt x="867602" y="109517"/>
                  <a:pt x="867707" y="108361"/>
                  <a:pt x="867917" y="106890"/>
                </a:cubicBezTo>
                <a:cubicBezTo>
                  <a:pt x="868127" y="105418"/>
                  <a:pt x="868232" y="104052"/>
                  <a:pt x="868232" y="102791"/>
                </a:cubicBezTo>
                <a:cubicBezTo>
                  <a:pt x="868232" y="101529"/>
                  <a:pt x="868153" y="100136"/>
                  <a:pt x="867994" y="98613"/>
                </a:cubicBezTo>
                <a:cubicBezTo>
                  <a:pt x="867837" y="97089"/>
                  <a:pt x="867680" y="95592"/>
                  <a:pt x="867523" y="94121"/>
                </a:cubicBezTo>
                <a:cubicBezTo>
                  <a:pt x="867365" y="92649"/>
                  <a:pt x="867234" y="91335"/>
                  <a:pt x="867128" y="90179"/>
                </a:cubicBezTo>
                <a:cubicBezTo>
                  <a:pt x="867024" y="89022"/>
                  <a:pt x="866972" y="88181"/>
                  <a:pt x="866972" y="87655"/>
                </a:cubicBezTo>
                <a:cubicBezTo>
                  <a:pt x="866972" y="87235"/>
                  <a:pt x="867182" y="86920"/>
                  <a:pt x="867602" y="86710"/>
                </a:cubicBezTo>
                <a:cubicBezTo>
                  <a:pt x="868022" y="86500"/>
                  <a:pt x="868494" y="86369"/>
                  <a:pt x="869019" y="86318"/>
                </a:cubicBezTo>
                <a:cubicBezTo>
                  <a:pt x="869545" y="86265"/>
                  <a:pt x="870044" y="86317"/>
                  <a:pt x="870518" y="86474"/>
                </a:cubicBezTo>
                <a:cubicBezTo>
                  <a:pt x="870991" y="86631"/>
                  <a:pt x="871280" y="86920"/>
                  <a:pt x="871386" y="87340"/>
                </a:cubicBezTo>
                <a:cubicBezTo>
                  <a:pt x="872121" y="90389"/>
                  <a:pt x="873066" y="93069"/>
                  <a:pt x="874222" y="95382"/>
                </a:cubicBezTo>
                <a:cubicBezTo>
                  <a:pt x="875378" y="97693"/>
                  <a:pt x="876823" y="99637"/>
                  <a:pt x="878557" y="101215"/>
                </a:cubicBezTo>
                <a:cubicBezTo>
                  <a:pt x="880292" y="102792"/>
                  <a:pt x="882395" y="103975"/>
                  <a:pt x="884865" y="104764"/>
                </a:cubicBezTo>
                <a:cubicBezTo>
                  <a:pt x="887334" y="105551"/>
                  <a:pt x="890304" y="105945"/>
                  <a:pt x="893772" y="105945"/>
                </a:cubicBezTo>
                <a:cubicBezTo>
                  <a:pt x="897556" y="105945"/>
                  <a:pt x="900629" y="104894"/>
                  <a:pt x="902993" y="102791"/>
                </a:cubicBezTo>
                <a:cubicBezTo>
                  <a:pt x="905359" y="100689"/>
                  <a:pt x="906541" y="97746"/>
                  <a:pt x="906541" y="93963"/>
                </a:cubicBezTo>
                <a:cubicBezTo>
                  <a:pt x="906541" y="90600"/>
                  <a:pt x="905359" y="87946"/>
                  <a:pt x="902993" y="86002"/>
                </a:cubicBezTo>
                <a:cubicBezTo>
                  <a:pt x="900629" y="84057"/>
                  <a:pt x="897871" y="82348"/>
                  <a:pt x="894718" y="80876"/>
                </a:cubicBezTo>
                <a:cubicBezTo>
                  <a:pt x="893246" y="80246"/>
                  <a:pt x="891748" y="79616"/>
                  <a:pt x="890224" y="78985"/>
                </a:cubicBezTo>
                <a:cubicBezTo>
                  <a:pt x="888701" y="78355"/>
                  <a:pt x="887151" y="77725"/>
                  <a:pt x="885574" y="77095"/>
                </a:cubicBezTo>
                <a:cubicBezTo>
                  <a:pt x="883262" y="76148"/>
                  <a:pt x="880976" y="75176"/>
                  <a:pt x="878716" y="74179"/>
                </a:cubicBezTo>
                <a:cubicBezTo>
                  <a:pt x="876456" y="73180"/>
                  <a:pt x="874459" y="71944"/>
                  <a:pt x="872724" y="70472"/>
                </a:cubicBezTo>
                <a:cubicBezTo>
                  <a:pt x="870990" y="69000"/>
                  <a:pt x="869598" y="67160"/>
                  <a:pt x="868547" y="64953"/>
                </a:cubicBezTo>
                <a:cubicBezTo>
                  <a:pt x="867497" y="62747"/>
                  <a:pt x="866972" y="60014"/>
                  <a:pt x="866972" y="56755"/>
                </a:cubicBezTo>
                <a:cubicBezTo>
                  <a:pt x="866972" y="52972"/>
                  <a:pt x="867786" y="49767"/>
                  <a:pt x="869413" y="47140"/>
                </a:cubicBezTo>
                <a:cubicBezTo>
                  <a:pt x="871043" y="44512"/>
                  <a:pt x="873144" y="42383"/>
                  <a:pt x="875718" y="40756"/>
                </a:cubicBezTo>
                <a:cubicBezTo>
                  <a:pt x="878294" y="39126"/>
                  <a:pt x="881158" y="37943"/>
                  <a:pt x="884311" y="37207"/>
                </a:cubicBezTo>
                <a:cubicBezTo>
                  <a:pt x="887466" y="36471"/>
                  <a:pt x="890567" y="36103"/>
                  <a:pt x="893614" y="36103"/>
                </a:cubicBezTo>
                <a:cubicBezTo>
                  <a:pt x="896557" y="36103"/>
                  <a:pt x="899158" y="36445"/>
                  <a:pt x="901417" y="37128"/>
                </a:cubicBezTo>
                <a:cubicBezTo>
                  <a:pt x="903677" y="37811"/>
                  <a:pt x="906173" y="39046"/>
                  <a:pt x="908906" y="40833"/>
                </a:cubicBezTo>
                <a:cubicBezTo>
                  <a:pt x="909326" y="41043"/>
                  <a:pt x="909878" y="41017"/>
                  <a:pt x="910561" y="40756"/>
                </a:cubicBezTo>
                <a:cubicBezTo>
                  <a:pt x="911244" y="40493"/>
                  <a:pt x="911796" y="39625"/>
                  <a:pt x="912216" y="38153"/>
                </a:cubicBezTo>
                <a:cubicBezTo>
                  <a:pt x="912322" y="37733"/>
                  <a:pt x="912637" y="37470"/>
                  <a:pt x="913162" y="37366"/>
                </a:cubicBezTo>
                <a:cubicBezTo>
                  <a:pt x="913688" y="37260"/>
                  <a:pt x="914214" y="37234"/>
                  <a:pt x="914740" y="37287"/>
                </a:cubicBezTo>
                <a:cubicBezTo>
                  <a:pt x="915266" y="37338"/>
                  <a:pt x="915739" y="37470"/>
                  <a:pt x="916159" y="37681"/>
                </a:cubicBezTo>
                <a:cubicBezTo>
                  <a:pt x="916579" y="37891"/>
                  <a:pt x="916736" y="38154"/>
                  <a:pt x="916630" y="38468"/>
                </a:cubicBezTo>
                <a:close/>
                <a:moveTo>
                  <a:pt x="954153" y="90809"/>
                </a:moveTo>
                <a:cubicBezTo>
                  <a:pt x="954153" y="93437"/>
                  <a:pt x="954205" y="95645"/>
                  <a:pt x="954310" y="97431"/>
                </a:cubicBezTo>
                <a:cubicBezTo>
                  <a:pt x="954416" y="99218"/>
                  <a:pt x="954784" y="100689"/>
                  <a:pt x="955414" y="101846"/>
                </a:cubicBezTo>
                <a:cubicBezTo>
                  <a:pt x="956044" y="103002"/>
                  <a:pt x="957016" y="103895"/>
                  <a:pt x="958329" y="104526"/>
                </a:cubicBezTo>
                <a:cubicBezTo>
                  <a:pt x="959644" y="105156"/>
                  <a:pt x="961510" y="105629"/>
                  <a:pt x="963927" y="105945"/>
                </a:cubicBezTo>
                <a:cubicBezTo>
                  <a:pt x="964558" y="106049"/>
                  <a:pt x="965031" y="106338"/>
                  <a:pt x="965347" y="106811"/>
                </a:cubicBezTo>
                <a:cubicBezTo>
                  <a:pt x="965662" y="107284"/>
                  <a:pt x="965820" y="107836"/>
                  <a:pt x="965820" y="108466"/>
                </a:cubicBezTo>
                <a:cubicBezTo>
                  <a:pt x="965820" y="108992"/>
                  <a:pt x="965662" y="109491"/>
                  <a:pt x="965347" y="109965"/>
                </a:cubicBezTo>
                <a:cubicBezTo>
                  <a:pt x="965031" y="110438"/>
                  <a:pt x="964558" y="110674"/>
                  <a:pt x="963927" y="110674"/>
                </a:cubicBezTo>
                <a:cubicBezTo>
                  <a:pt x="962035" y="110674"/>
                  <a:pt x="959564" y="110490"/>
                  <a:pt x="956516" y="110121"/>
                </a:cubicBezTo>
                <a:cubicBezTo>
                  <a:pt x="953469" y="109754"/>
                  <a:pt x="950369" y="109570"/>
                  <a:pt x="947216" y="109570"/>
                </a:cubicBezTo>
                <a:cubicBezTo>
                  <a:pt x="943853" y="109570"/>
                  <a:pt x="940568" y="109754"/>
                  <a:pt x="937362" y="110121"/>
                </a:cubicBezTo>
                <a:cubicBezTo>
                  <a:pt x="934156" y="110490"/>
                  <a:pt x="931082" y="110674"/>
                  <a:pt x="928139" y="110674"/>
                </a:cubicBezTo>
                <a:cubicBezTo>
                  <a:pt x="927615" y="110674"/>
                  <a:pt x="927195" y="110438"/>
                  <a:pt x="926879" y="109965"/>
                </a:cubicBezTo>
                <a:cubicBezTo>
                  <a:pt x="926564" y="109491"/>
                  <a:pt x="926407" y="108992"/>
                  <a:pt x="926407" y="108466"/>
                </a:cubicBezTo>
                <a:cubicBezTo>
                  <a:pt x="926407" y="107836"/>
                  <a:pt x="926564" y="107284"/>
                  <a:pt x="926879" y="106811"/>
                </a:cubicBezTo>
                <a:cubicBezTo>
                  <a:pt x="927195" y="106338"/>
                  <a:pt x="927668" y="106049"/>
                  <a:pt x="928298" y="105945"/>
                </a:cubicBezTo>
                <a:cubicBezTo>
                  <a:pt x="931031" y="105629"/>
                  <a:pt x="933159" y="105156"/>
                  <a:pt x="934682" y="104526"/>
                </a:cubicBezTo>
                <a:cubicBezTo>
                  <a:pt x="936206" y="103895"/>
                  <a:pt x="937309" y="103028"/>
                  <a:pt x="937993" y="101925"/>
                </a:cubicBezTo>
                <a:cubicBezTo>
                  <a:pt x="938676" y="100820"/>
                  <a:pt x="939069" y="99454"/>
                  <a:pt x="939174" y="97826"/>
                </a:cubicBezTo>
                <a:cubicBezTo>
                  <a:pt x="939280" y="96197"/>
                  <a:pt x="939332" y="94173"/>
                  <a:pt x="939332" y="91754"/>
                </a:cubicBezTo>
                <a:lnTo>
                  <a:pt x="939332" y="66373"/>
                </a:lnTo>
                <a:cubicBezTo>
                  <a:pt x="939332" y="61853"/>
                  <a:pt x="939227" y="58227"/>
                  <a:pt x="939017" y="55495"/>
                </a:cubicBezTo>
                <a:cubicBezTo>
                  <a:pt x="938807" y="52762"/>
                  <a:pt x="938334" y="50687"/>
                  <a:pt x="937598" y="49269"/>
                </a:cubicBezTo>
                <a:cubicBezTo>
                  <a:pt x="936863" y="47850"/>
                  <a:pt x="935760" y="46877"/>
                  <a:pt x="934288" y="46351"/>
                </a:cubicBezTo>
                <a:cubicBezTo>
                  <a:pt x="932817" y="45825"/>
                  <a:pt x="930821" y="45405"/>
                  <a:pt x="928298" y="45090"/>
                </a:cubicBezTo>
                <a:cubicBezTo>
                  <a:pt x="927668" y="45090"/>
                  <a:pt x="927195" y="44827"/>
                  <a:pt x="926879" y="44301"/>
                </a:cubicBezTo>
                <a:cubicBezTo>
                  <a:pt x="926564" y="43775"/>
                  <a:pt x="926407" y="43250"/>
                  <a:pt x="926407" y="42726"/>
                </a:cubicBezTo>
                <a:cubicBezTo>
                  <a:pt x="926407" y="42200"/>
                  <a:pt x="926564" y="41675"/>
                  <a:pt x="926879" y="41150"/>
                </a:cubicBezTo>
                <a:cubicBezTo>
                  <a:pt x="927195" y="40624"/>
                  <a:pt x="927668" y="40361"/>
                  <a:pt x="928298" y="40361"/>
                </a:cubicBezTo>
                <a:cubicBezTo>
                  <a:pt x="929348" y="40255"/>
                  <a:pt x="930635" y="40150"/>
                  <a:pt x="932159" y="40046"/>
                </a:cubicBezTo>
                <a:cubicBezTo>
                  <a:pt x="933684" y="39940"/>
                  <a:pt x="935287" y="39809"/>
                  <a:pt x="936968" y="39651"/>
                </a:cubicBezTo>
                <a:cubicBezTo>
                  <a:pt x="938650" y="39493"/>
                  <a:pt x="940358" y="39283"/>
                  <a:pt x="942092" y="39021"/>
                </a:cubicBezTo>
                <a:cubicBezTo>
                  <a:pt x="943827" y="38758"/>
                  <a:pt x="945378" y="38469"/>
                  <a:pt x="946744" y="38153"/>
                </a:cubicBezTo>
                <a:cubicBezTo>
                  <a:pt x="947900" y="37943"/>
                  <a:pt x="948820" y="37706"/>
                  <a:pt x="949503" y="37443"/>
                </a:cubicBezTo>
                <a:cubicBezTo>
                  <a:pt x="950186" y="37180"/>
                  <a:pt x="950738" y="37049"/>
                  <a:pt x="951158" y="37049"/>
                </a:cubicBezTo>
                <a:cubicBezTo>
                  <a:pt x="952419" y="37049"/>
                  <a:pt x="953233" y="37417"/>
                  <a:pt x="953600" y="38153"/>
                </a:cubicBezTo>
                <a:cubicBezTo>
                  <a:pt x="953969" y="38889"/>
                  <a:pt x="954153" y="39572"/>
                  <a:pt x="954153" y="40202"/>
                </a:cubicBezTo>
                <a:lnTo>
                  <a:pt x="954153" y="90809"/>
                </a:lnTo>
                <a:moveTo>
                  <a:pt x="945796" y="20970"/>
                </a:moveTo>
                <a:cubicBezTo>
                  <a:pt x="943169" y="20970"/>
                  <a:pt x="940910" y="20155"/>
                  <a:pt x="939017" y="18525"/>
                </a:cubicBezTo>
                <a:cubicBezTo>
                  <a:pt x="937127" y="16896"/>
                  <a:pt x="936181" y="14873"/>
                  <a:pt x="936181" y="12456"/>
                </a:cubicBezTo>
                <a:cubicBezTo>
                  <a:pt x="936181" y="10038"/>
                  <a:pt x="937074" y="7988"/>
                  <a:pt x="938861" y="6307"/>
                </a:cubicBezTo>
                <a:cubicBezTo>
                  <a:pt x="940647" y="4625"/>
                  <a:pt x="942854" y="3784"/>
                  <a:pt x="945481" y="3784"/>
                </a:cubicBezTo>
                <a:cubicBezTo>
                  <a:pt x="948004" y="3784"/>
                  <a:pt x="950080" y="4652"/>
                  <a:pt x="951709" y="6387"/>
                </a:cubicBezTo>
                <a:cubicBezTo>
                  <a:pt x="953339" y="8120"/>
                  <a:pt x="954153" y="10196"/>
                  <a:pt x="954153" y="12613"/>
                </a:cubicBezTo>
                <a:cubicBezTo>
                  <a:pt x="954153" y="14925"/>
                  <a:pt x="953365" y="16896"/>
                  <a:pt x="951789" y="18525"/>
                </a:cubicBezTo>
                <a:cubicBezTo>
                  <a:pt x="950212" y="20155"/>
                  <a:pt x="948215" y="20970"/>
                  <a:pt x="945796" y="20970"/>
                </a:cubicBezTo>
                <a:close/>
                <a:moveTo>
                  <a:pt x="995773" y="85606"/>
                </a:moveTo>
                <a:cubicBezTo>
                  <a:pt x="995773" y="91491"/>
                  <a:pt x="996430" y="95853"/>
                  <a:pt x="997743" y="98692"/>
                </a:cubicBezTo>
                <a:cubicBezTo>
                  <a:pt x="999057" y="101529"/>
                  <a:pt x="1001448" y="102947"/>
                  <a:pt x="1004917" y="102947"/>
                </a:cubicBezTo>
                <a:cubicBezTo>
                  <a:pt x="1007334" y="102947"/>
                  <a:pt x="1009619" y="102580"/>
                  <a:pt x="1011773" y="101846"/>
                </a:cubicBezTo>
                <a:cubicBezTo>
                  <a:pt x="1013928" y="101110"/>
                  <a:pt x="1015584" y="100321"/>
                  <a:pt x="1016740" y="99481"/>
                </a:cubicBezTo>
                <a:cubicBezTo>
                  <a:pt x="1017056" y="99271"/>
                  <a:pt x="1017424" y="99244"/>
                  <a:pt x="1017845" y="99402"/>
                </a:cubicBezTo>
                <a:cubicBezTo>
                  <a:pt x="1018265" y="99559"/>
                  <a:pt x="1018632" y="99822"/>
                  <a:pt x="1018946" y="100191"/>
                </a:cubicBezTo>
                <a:cubicBezTo>
                  <a:pt x="1019262" y="100558"/>
                  <a:pt x="1019499" y="100952"/>
                  <a:pt x="1019656" y="101372"/>
                </a:cubicBezTo>
                <a:cubicBezTo>
                  <a:pt x="1019815" y="101792"/>
                  <a:pt x="1019789" y="102160"/>
                  <a:pt x="1019579" y="102476"/>
                </a:cubicBezTo>
                <a:cubicBezTo>
                  <a:pt x="1017582" y="105733"/>
                  <a:pt x="1014981" y="108045"/>
                  <a:pt x="1011775" y="109411"/>
                </a:cubicBezTo>
                <a:cubicBezTo>
                  <a:pt x="1008569" y="110778"/>
                  <a:pt x="1004812" y="111461"/>
                  <a:pt x="1000503" y="111461"/>
                </a:cubicBezTo>
                <a:cubicBezTo>
                  <a:pt x="993356" y="111461"/>
                  <a:pt x="988312" y="109859"/>
                  <a:pt x="985369" y="106654"/>
                </a:cubicBezTo>
                <a:cubicBezTo>
                  <a:pt x="982426" y="103449"/>
                  <a:pt x="980955" y="98430"/>
                  <a:pt x="980955" y="91598"/>
                </a:cubicBezTo>
                <a:lnTo>
                  <a:pt x="980955" y="51080"/>
                </a:lnTo>
                <a:cubicBezTo>
                  <a:pt x="980955" y="49820"/>
                  <a:pt x="980902" y="48822"/>
                  <a:pt x="980796" y="48085"/>
                </a:cubicBezTo>
                <a:cubicBezTo>
                  <a:pt x="980692" y="47349"/>
                  <a:pt x="980377" y="46824"/>
                  <a:pt x="979851" y="46510"/>
                </a:cubicBezTo>
                <a:cubicBezTo>
                  <a:pt x="979325" y="46194"/>
                  <a:pt x="978457" y="46009"/>
                  <a:pt x="977248" y="45956"/>
                </a:cubicBezTo>
                <a:cubicBezTo>
                  <a:pt x="976040" y="45904"/>
                  <a:pt x="974333" y="45877"/>
                  <a:pt x="972126" y="45877"/>
                </a:cubicBezTo>
                <a:cubicBezTo>
                  <a:pt x="971810" y="45877"/>
                  <a:pt x="971547" y="45562"/>
                  <a:pt x="971337" y="44932"/>
                </a:cubicBezTo>
                <a:cubicBezTo>
                  <a:pt x="971127" y="44301"/>
                  <a:pt x="970996" y="43618"/>
                  <a:pt x="970943" y="42882"/>
                </a:cubicBezTo>
                <a:cubicBezTo>
                  <a:pt x="970890" y="42146"/>
                  <a:pt x="970968" y="41463"/>
                  <a:pt x="971178" y="40833"/>
                </a:cubicBezTo>
                <a:cubicBezTo>
                  <a:pt x="971390" y="40202"/>
                  <a:pt x="971706" y="39887"/>
                  <a:pt x="972126" y="39887"/>
                </a:cubicBezTo>
                <a:cubicBezTo>
                  <a:pt x="974753" y="39677"/>
                  <a:pt x="977012" y="39283"/>
                  <a:pt x="978903" y="38706"/>
                </a:cubicBezTo>
                <a:cubicBezTo>
                  <a:pt x="980795" y="38127"/>
                  <a:pt x="982398" y="37207"/>
                  <a:pt x="983712" y="35947"/>
                </a:cubicBezTo>
                <a:cubicBezTo>
                  <a:pt x="985027" y="34685"/>
                  <a:pt x="986078" y="32977"/>
                  <a:pt x="986865" y="30823"/>
                </a:cubicBezTo>
                <a:cubicBezTo>
                  <a:pt x="987654" y="28667"/>
                  <a:pt x="988311" y="25856"/>
                  <a:pt x="988836" y="22389"/>
                </a:cubicBezTo>
                <a:cubicBezTo>
                  <a:pt x="988941" y="21757"/>
                  <a:pt x="989362" y="21284"/>
                  <a:pt x="990098" y="20970"/>
                </a:cubicBezTo>
                <a:cubicBezTo>
                  <a:pt x="990835" y="20654"/>
                  <a:pt x="991623" y="20496"/>
                  <a:pt x="992463" y="20496"/>
                </a:cubicBezTo>
                <a:cubicBezTo>
                  <a:pt x="993304" y="20496"/>
                  <a:pt x="994065" y="20627"/>
                  <a:pt x="994749" y="20890"/>
                </a:cubicBezTo>
                <a:cubicBezTo>
                  <a:pt x="995432" y="21153"/>
                  <a:pt x="995773" y="21495"/>
                  <a:pt x="995773" y="21915"/>
                </a:cubicBezTo>
                <a:lnTo>
                  <a:pt x="995773" y="35473"/>
                </a:lnTo>
                <a:cubicBezTo>
                  <a:pt x="995773" y="37155"/>
                  <a:pt x="995852" y="38128"/>
                  <a:pt x="996009" y="38391"/>
                </a:cubicBezTo>
                <a:cubicBezTo>
                  <a:pt x="996168" y="38652"/>
                  <a:pt x="996825" y="38783"/>
                  <a:pt x="997982" y="38783"/>
                </a:cubicBezTo>
                <a:lnTo>
                  <a:pt x="1014376" y="38783"/>
                </a:lnTo>
                <a:cubicBezTo>
                  <a:pt x="1015112" y="38783"/>
                  <a:pt x="1015585" y="39204"/>
                  <a:pt x="1015795" y="40046"/>
                </a:cubicBezTo>
                <a:cubicBezTo>
                  <a:pt x="1016005" y="40886"/>
                  <a:pt x="1016110" y="41622"/>
                  <a:pt x="1016110" y="42252"/>
                </a:cubicBezTo>
                <a:cubicBezTo>
                  <a:pt x="1016110" y="42882"/>
                  <a:pt x="1015979" y="43644"/>
                  <a:pt x="1015716" y="44537"/>
                </a:cubicBezTo>
                <a:cubicBezTo>
                  <a:pt x="1015454" y="45430"/>
                  <a:pt x="1014903" y="45877"/>
                  <a:pt x="1014061" y="45877"/>
                </a:cubicBezTo>
                <a:lnTo>
                  <a:pt x="997193" y="45877"/>
                </a:lnTo>
                <a:cubicBezTo>
                  <a:pt x="996456" y="45877"/>
                  <a:pt x="996035" y="46062"/>
                  <a:pt x="995930" y="46430"/>
                </a:cubicBezTo>
                <a:cubicBezTo>
                  <a:pt x="995825" y="46798"/>
                  <a:pt x="995773" y="48138"/>
                  <a:pt x="995773" y="50450"/>
                </a:cubicBezTo>
                <a:lnTo>
                  <a:pt x="995773" y="85606"/>
                </a:lnTo>
                <a:close/>
                <a:moveTo>
                  <a:pt x="1050006" y="90809"/>
                </a:moveTo>
                <a:cubicBezTo>
                  <a:pt x="1050006" y="93437"/>
                  <a:pt x="1050059" y="95645"/>
                  <a:pt x="1050163" y="97431"/>
                </a:cubicBezTo>
                <a:cubicBezTo>
                  <a:pt x="1050269" y="99218"/>
                  <a:pt x="1050637" y="100689"/>
                  <a:pt x="1051267" y="101846"/>
                </a:cubicBezTo>
                <a:cubicBezTo>
                  <a:pt x="1051897" y="103002"/>
                  <a:pt x="1052869" y="103895"/>
                  <a:pt x="1054183" y="104526"/>
                </a:cubicBezTo>
                <a:cubicBezTo>
                  <a:pt x="1055498" y="105156"/>
                  <a:pt x="1057364" y="105629"/>
                  <a:pt x="1059780" y="105945"/>
                </a:cubicBezTo>
                <a:cubicBezTo>
                  <a:pt x="1060411" y="106049"/>
                  <a:pt x="1060884" y="106338"/>
                  <a:pt x="1061200" y="106811"/>
                </a:cubicBezTo>
                <a:cubicBezTo>
                  <a:pt x="1061516" y="107284"/>
                  <a:pt x="1061674" y="107836"/>
                  <a:pt x="1061674" y="108466"/>
                </a:cubicBezTo>
                <a:cubicBezTo>
                  <a:pt x="1061674" y="108992"/>
                  <a:pt x="1061516" y="109491"/>
                  <a:pt x="1061200" y="109965"/>
                </a:cubicBezTo>
                <a:cubicBezTo>
                  <a:pt x="1060884" y="110438"/>
                  <a:pt x="1060411" y="110674"/>
                  <a:pt x="1059780" y="110674"/>
                </a:cubicBezTo>
                <a:cubicBezTo>
                  <a:pt x="1057888" y="110674"/>
                  <a:pt x="1055417" y="110490"/>
                  <a:pt x="1052369" y="110121"/>
                </a:cubicBezTo>
                <a:cubicBezTo>
                  <a:pt x="1049322" y="109754"/>
                  <a:pt x="1046222" y="109570"/>
                  <a:pt x="1043069" y="109570"/>
                </a:cubicBezTo>
                <a:cubicBezTo>
                  <a:pt x="1039706" y="109570"/>
                  <a:pt x="1036421" y="109754"/>
                  <a:pt x="1033215" y="110121"/>
                </a:cubicBezTo>
                <a:cubicBezTo>
                  <a:pt x="1030010" y="110490"/>
                  <a:pt x="1026935" y="110674"/>
                  <a:pt x="1023992" y="110674"/>
                </a:cubicBezTo>
                <a:cubicBezTo>
                  <a:pt x="1023468" y="110674"/>
                  <a:pt x="1023048" y="110438"/>
                  <a:pt x="1022732" y="109965"/>
                </a:cubicBezTo>
                <a:cubicBezTo>
                  <a:pt x="1022417" y="109491"/>
                  <a:pt x="1022260" y="108992"/>
                  <a:pt x="1022260" y="108466"/>
                </a:cubicBezTo>
                <a:cubicBezTo>
                  <a:pt x="1022260" y="107836"/>
                  <a:pt x="1022417" y="107284"/>
                  <a:pt x="1022732" y="106811"/>
                </a:cubicBezTo>
                <a:cubicBezTo>
                  <a:pt x="1023048" y="106338"/>
                  <a:pt x="1023521" y="106049"/>
                  <a:pt x="1024151" y="105945"/>
                </a:cubicBezTo>
                <a:cubicBezTo>
                  <a:pt x="1026884" y="105629"/>
                  <a:pt x="1029012" y="105156"/>
                  <a:pt x="1030536" y="104526"/>
                </a:cubicBezTo>
                <a:cubicBezTo>
                  <a:pt x="1032059" y="103895"/>
                  <a:pt x="1033162" y="103028"/>
                  <a:pt x="1033846" y="101925"/>
                </a:cubicBezTo>
                <a:cubicBezTo>
                  <a:pt x="1034529" y="100820"/>
                  <a:pt x="1034923" y="99454"/>
                  <a:pt x="1035027" y="97826"/>
                </a:cubicBezTo>
                <a:cubicBezTo>
                  <a:pt x="1035133" y="96197"/>
                  <a:pt x="1035186" y="94173"/>
                  <a:pt x="1035186" y="91754"/>
                </a:cubicBezTo>
                <a:lnTo>
                  <a:pt x="1035186" y="66373"/>
                </a:lnTo>
                <a:cubicBezTo>
                  <a:pt x="1035186" y="61853"/>
                  <a:pt x="1035081" y="58227"/>
                  <a:pt x="1034870" y="55495"/>
                </a:cubicBezTo>
                <a:cubicBezTo>
                  <a:pt x="1034660" y="52762"/>
                  <a:pt x="1034187" y="50687"/>
                  <a:pt x="1033451" y="49269"/>
                </a:cubicBezTo>
                <a:cubicBezTo>
                  <a:pt x="1032717" y="47850"/>
                  <a:pt x="1031613" y="46877"/>
                  <a:pt x="1030141" y="46351"/>
                </a:cubicBezTo>
                <a:cubicBezTo>
                  <a:pt x="1028670" y="45825"/>
                  <a:pt x="1026674" y="45405"/>
                  <a:pt x="1024151" y="45090"/>
                </a:cubicBezTo>
                <a:cubicBezTo>
                  <a:pt x="1023521" y="45090"/>
                  <a:pt x="1023048" y="44827"/>
                  <a:pt x="1022732" y="44301"/>
                </a:cubicBezTo>
                <a:cubicBezTo>
                  <a:pt x="1022417" y="43775"/>
                  <a:pt x="1022260" y="43250"/>
                  <a:pt x="1022260" y="42726"/>
                </a:cubicBezTo>
                <a:cubicBezTo>
                  <a:pt x="1022260" y="42200"/>
                  <a:pt x="1022417" y="41675"/>
                  <a:pt x="1022732" y="41150"/>
                </a:cubicBezTo>
                <a:cubicBezTo>
                  <a:pt x="1023048" y="40624"/>
                  <a:pt x="1023521" y="40361"/>
                  <a:pt x="1024151" y="40361"/>
                </a:cubicBezTo>
                <a:cubicBezTo>
                  <a:pt x="1025202" y="40255"/>
                  <a:pt x="1026489" y="40150"/>
                  <a:pt x="1028012" y="40046"/>
                </a:cubicBezTo>
                <a:cubicBezTo>
                  <a:pt x="1029537" y="39940"/>
                  <a:pt x="1031140" y="39809"/>
                  <a:pt x="1032821" y="39651"/>
                </a:cubicBezTo>
                <a:cubicBezTo>
                  <a:pt x="1034503" y="39493"/>
                  <a:pt x="1036211" y="39283"/>
                  <a:pt x="1037945" y="39021"/>
                </a:cubicBezTo>
                <a:cubicBezTo>
                  <a:pt x="1039680" y="38758"/>
                  <a:pt x="1041231" y="38469"/>
                  <a:pt x="1042597" y="38153"/>
                </a:cubicBezTo>
                <a:cubicBezTo>
                  <a:pt x="1043754" y="37943"/>
                  <a:pt x="1044673" y="37706"/>
                  <a:pt x="1045356" y="37443"/>
                </a:cubicBezTo>
                <a:cubicBezTo>
                  <a:pt x="1046040" y="37180"/>
                  <a:pt x="1046591" y="37049"/>
                  <a:pt x="1047012" y="37049"/>
                </a:cubicBezTo>
                <a:cubicBezTo>
                  <a:pt x="1048272" y="37049"/>
                  <a:pt x="1049086" y="37417"/>
                  <a:pt x="1049453" y="38153"/>
                </a:cubicBezTo>
                <a:cubicBezTo>
                  <a:pt x="1049822" y="38889"/>
                  <a:pt x="1050006" y="39572"/>
                  <a:pt x="1050006" y="40202"/>
                </a:cubicBezTo>
                <a:lnTo>
                  <a:pt x="1050006" y="90809"/>
                </a:lnTo>
                <a:moveTo>
                  <a:pt x="1041649" y="20970"/>
                </a:moveTo>
                <a:cubicBezTo>
                  <a:pt x="1039023" y="20970"/>
                  <a:pt x="1036763" y="20155"/>
                  <a:pt x="1034870" y="18525"/>
                </a:cubicBezTo>
                <a:cubicBezTo>
                  <a:pt x="1032980" y="16896"/>
                  <a:pt x="1032034" y="14873"/>
                  <a:pt x="1032034" y="12456"/>
                </a:cubicBezTo>
                <a:cubicBezTo>
                  <a:pt x="1032034" y="10038"/>
                  <a:pt x="1032928" y="7988"/>
                  <a:pt x="1034714" y="6307"/>
                </a:cubicBezTo>
                <a:cubicBezTo>
                  <a:pt x="1036501" y="4625"/>
                  <a:pt x="1038707" y="3784"/>
                  <a:pt x="1041334" y="3784"/>
                </a:cubicBezTo>
                <a:cubicBezTo>
                  <a:pt x="1043857" y="3784"/>
                  <a:pt x="1045933" y="4652"/>
                  <a:pt x="1047562" y="6387"/>
                </a:cubicBezTo>
                <a:cubicBezTo>
                  <a:pt x="1049192" y="8120"/>
                  <a:pt x="1050006" y="10196"/>
                  <a:pt x="1050006" y="12613"/>
                </a:cubicBezTo>
                <a:cubicBezTo>
                  <a:pt x="1050006" y="14925"/>
                  <a:pt x="1049218" y="16896"/>
                  <a:pt x="1047642" y="18525"/>
                </a:cubicBezTo>
                <a:cubicBezTo>
                  <a:pt x="1046065" y="20155"/>
                  <a:pt x="1044068" y="20970"/>
                  <a:pt x="1041649" y="20970"/>
                </a:cubicBezTo>
                <a:close/>
                <a:moveTo>
                  <a:pt x="1131514" y="58805"/>
                </a:moveTo>
                <a:cubicBezTo>
                  <a:pt x="1124472" y="76148"/>
                  <a:pt x="1116956" y="93858"/>
                  <a:pt x="1108968" y="111935"/>
                </a:cubicBezTo>
                <a:cubicBezTo>
                  <a:pt x="1108862" y="112145"/>
                  <a:pt x="1108573" y="112328"/>
                  <a:pt x="1108100" y="112486"/>
                </a:cubicBezTo>
                <a:cubicBezTo>
                  <a:pt x="1107628" y="112644"/>
                  <a:pt x="1107130" y="112724"/>
                  <a:pt x="1106604" y="112724"/>
                </a:cubicBezTo>
                <a:cubicBezTo>
                  <a:pt x="1106078" y="112724"/>
                  <a:pt x="1105578" y="112644"/>
                  <a:pt x="1105105" y="112486"/>
                </a:cubicBezTo>
                <a:cubicBezTo>
                  <a:pt x="1104632" y="112328"/>
                  <a:pt x="1104343" y="112145"/>
                  <a:pt x="1104239" y="111935"/>
                </a:cubicBezTo>
                <a:cubicBezTo>
                  <a:pt x="1099720" y="102790"/>
                  <a:pt x="1095489" y="93935"/>
                  <a:pt x="1091547" y="85370"/>
                </a:cubicBezTo>
                <a:cubicBezTo>
                  <a:pt x="1087607" y="76804"/>
                  <a:pt x="1083639" y="67582"/>
                  <a:pt x="1079644" y="57703"/>
                </a:cubicBezTo>
                <a:cubicBezTo>
                  <a:pt x="1078594" y="55180"/>
                  <a:pt x="1077674" y="53079"/>
                  <a:pt x="1076885" y="51398"/>
                </a:cubicBezTo>
                <a:cubicBezTo>
                  <a:pt x="1076097" y="49716"/>
                  <a:pt x="1075257" y="48349"/>
                  <a:pt x="1074364" y="47299"/>
                </a:cubicBezTo>
                <a:cubicBezTo>
                  <a:pt x="1073471" y="46247"/>
                  <a:pt x="1072419" y="45432"/>
                  <a:pt x="1071210" y="44855"/>
                </a:cubicBezTo>
                <a:cubicBezTo>
                  <a:pt x="1070001" y="44276"/>
                  <a:pt x="1068451" y="43828"/>
                  <a:pt x="1066560" y="43512"/>
                </a:cubicBezTo>
                <a:cubicBezTo>
                  <a:pt x="1066034" y="43408"/>
                  <a:pt x="1065613" y="43119"/>
                  <a:pt x="1065297" y="42646"/>
                </a:cubicBezTo>
                <a:cubicBezTo>
                  <a:pt x="1064983" y="42173"/>
                  <a:pt x="1064826" y="41674"/>
                  <a:pt x="1064826" y="41148"/>
                </a:cubicBezTo>
                <a:cubicBezTo>
                  <a:pt x="1064826" y="40517"/>
                  <a:pt x="1064931" y="39966"/>
                  <a:pt x="1065141" y="39493"/>
                </a:cubicBezTo>
                <a:cubicBezTo>
                  <a:pt x="1065351" y="39020"/>
                  <a:pt x="1065719" y="38783"/>
                  <a:pt x="1066245" y="38783"/>
                </a:cubicBezTo>
                <a:cubicBezTo>
                  <a:pt x="1069292" y="38783"/>
                  <a:pt x="1072260" y="38967"/>
                  <a:pt x="1075150" y="39336"/>
                </a:cubicBezTo>
                <a:cubicBezTo>
                  <a:pt x="1078042" y="39704"/>
                  <a:pt x="1081064" y="39887"/>
                  <a:pt x="1084217" y="39887"/>
                </a:cubicBezTo>
                <a:cubicBezTo>
                  <a:pt x="1087264" y="39887"/>
                  <a:pt x="1090286" y="39704"/>
                  <a:pt x="1093281" y="39336"/>
                </a:cubicBezTo>
                <a:cubicBezTo>
                  <a:pt x="1096277" y="38967"/>
                  <a:pt x="1099299" y="38783"/>
                  <a:pt x="1102346" y="38783"/>
                </a:cubicBezTo>
                <a:cubicBezTo>
                  <a:pt x="1102872" y="38783"/>
                  <a:pt x="1103266" y="39020"/>
                  <a:pt x="1103529" y="39493"/>
                </a:cubicBezTo>
                <a:cubicBezTo>
                  <a:pt x="1103792" y="39966"/>
                  <a:pt x="1103924" y="40517"/>
                  <a:pt x="1103924" y="41148"/>
                </a:cubicBezTo>
                <a:cubicBezTo>
                  <a:pt x="1103924" y="41674"/>
                  <a:pt x="1103792" y="42200"/>
                  <a:pt x="1103529" y="42726"/>
                </a:cubicBezTo>
                <a:cubicBezTo>
                  <a:pt x="1103266" y="43250"/>
                  <a:pt x="1102872" y="43512"/>
                  <a:pt x="1102346" y="43512"/>
                </a:cubicBezTo>
                <a:cubicBezTo>
                  <a:pt x="1099088" y="43722"/>
                  <a:pt x="1096750" y="44327"/>
                  <a:pt x="1095331" y="45326"/>
                </a:cubicBezTo>
                <a:cubicBezTo>
                  <a:pt x="1093912" y="46325"/>
                  <a:pt x="1093202" y="47770"/>
                  <a:pt x="1093202" y="49661"/>
                </a:cubicBezTo>
                <a:cubicBezTo>
                  <a:pt x="1093202" y="51238"/>
                  <a:pt x="1093623" y="53182"/>
                  <a:pt x="1094465" y="55495"/>
                </a:cubicBezTo>
                <a:cubicBezTo>
                  <a:pt x="1096882" y="62011"/>
                  <a:pt x="1099404" y="68343"/>
                  <a:pt x="1102031" y="74492"/>
                </a:cubicBezTo>
                <a:cubicBezTo>
                  <a:pt x="1104659" y="80640"/>
                  <a:pt x="1107340" y="86447"/>
                  <a:pt x="1110072" y="91913"/>
                </a:cubicBezTo>
                <a:cubicBezTo>
                  <a:pt x="1110283" y="92439"/>
                  <a:pt x="1110598" y="92676"/>
                  <a:pt x="1111018" y="92623"/>
                </a:cubicBezTo>
                <a:cubicBezTo>
                  <a:pt x="1111438" y="92570"/>
                  <a:pt x="1111753" y="92333"/>
                  <a:pt x="1111963" y="91913"/>
                </a:cubicBezTo>
                <a:cubicBezTo>
                  <a:pt x="1113015" y="89600"/>
                  <a:pt x="1114224" y="86763"/>
                  <a:pt x="1115588" y="83400"/>
                </a:cubicBezTo>
                <a:cubicBezTo>
                  <a:pt x="1116955" y="80037"/>
                  <a:pt x="1118295" y="76595"/>
                  <a:pt x="1119608" y="73075"/>
                </a:cubicBezTo>
                <a:cubicBezTo>
                  <a:pt x="1120923" y="69553"/>
                  <a:pt x="1122159" y="66058"/>
                  <a:pt x="1123315" y="62591"/>
                </a:cubicBezTo>
                <a:cubicBezTo>
                  <a:pt x="1124472" y="59122"/>
                  <a:pt x="1125417" y="56127"/>
                  <a:pt x="1126151" y="53604"/>
                </a:cubicBezTo>
                <a:cubicBezTo>
                  <a:pt x="1126573" y="52237"/>
                  <a:pt x="1126784" y="50923"/>
                  <a:pt x="1126784" y="49661"/>
                </a:cubicBezTo>
                <a:cubicBezTo>
                  <a:pt x="1126784" y="47034"/>
                  <a:pt x="1125995" y="45406"/>
                  <a:pt x="1124417" y="44775"/>
                </a:cubicBezTo>
                <a:cubicBezTo>
                  <a:pt x="1122841" y="44143"/>
                  <a:pt x="1121212" y="43722"/>
                  <a:pt x="1119531" y="43512"/>
                </a:cubicBezTo>
                <a:cubicBezTo>
                  <a:pt x="1118901" y="43408"/>
                  <a:pt x="1118428" y="43093"/>
                  <a:pt x="1118112" y="42567"/>
                </a:cubicBezTo>
                <a:cubicBezTo>
                  <a:pt x="1117796" y="42041"/>
                  <a:pt x="1117665" y="41516"/>
                  <a:pt x="1117717" y="40991"/>
                </a:cubicBezTo>
                <a:cubicBezTo>
                  <a:pt x="1117770" y="40465"/>
                  <a:pt x="1117954" y="39966"/>
                  <a:pt x="1118268" y="39493"/>
                </a:cubicBezTo>
                <a:cubicBezTo>
                  <a:pt x="1118584" y="39020"/>
                  <a:pt x="1119005" y="38783"/>
                  <a:pt x="1119531" y="38783"/>
                </a:cubicBezTo>
                <a:cubicBezTo>
                  <a:pt x="1121844" y="38783"/>
                  <a:pt x="1123998" y="38967"/>
                  <a:pt x="1125995" y="39336"/>
                </a:cubicBezTo>
                <a:cubicBezTo>
                  <a:pt x="1127992" y="39704"/>
                  <a:pt x="1130093" y="39887"/>
                  <a:pt x="1132300" y="39887"/>
                </a:cubicBezTo>
                <a:cubicBezTo>
                  <a:pt x="1134613" y="39887"/>
                  <a:pt x="1137056" y="39704"/>
                  <a:pt x="1139630" y="39336"/>
                </a:cubicBezTo>
                <a:cubicBezTo>
                  <a:pt x="1142206" y="38967"/>
                  <a:pt x="1144229" y="38783"/>
                  <a:pt x="1145702" y="38783"/>
                </a:cubicBezTo>
                <a:cubicBezTo>
                  <a:pt x="1146332" y="38783"/>
                  <a:pt x="1146779" y="39020"/>
                  <a:pt x="1147042" y="39493"/>
                </a:cubicBezTo>
                <a:cubicBezTo>
                  <a:pt x="1147305" y="39966"/>
                  <a:pt x="1147436" y="40517"/>
                  <a:pt x="1147436" y="41148"/>
                </a:cubicBezTo>
                <a:cubicBezTo>
                  <a:pt x="1147436" y="41674"/>
                  <a:pt x="1147305" y="42200"/>
                  <a:pt x="1147042" y="42726"/>
                </a:cubicBezTo>
                <a:cubicBezTo>
                  <a:pt x="1146779" y="43250"/>
                  <a:pt x="1146384" y="43512"/>
                  <a:pt x="1145858" y="43512"/>
                </a:cubicBezTo>
                <a:cubicBezTo>
                  <a:pt x="1143757" y="43618"/>
                  <a:pt x="1141997" y="44091"/>
                  <a:pt x="1140578" y="44932"/>
                </a:cubicBezTo>
                <a:cubicBezTo>
                  <a:pt x="1139159" y="45772"/>
                  <a:pt x="1137924" y="46850"/>
                  <a:pt x="1136873" y="48165"/>
                </a:cubicBezTo>
                <a:cubicBezTo>
                  <a:pt x="1135823" y="49478"/>
                  <a:pt x="1134877" y="51055"/>
                  <a:pt x="1134035" y="52894"/>
                </a:cubicBezTo>
                <a:cubicBezTo>
                  <a:pt x="1133194" y="54734"/>
                  <a:pt x="1132354" y="56704"/>
                  <a:pt x="1131514" y="58805"/>
                </a:cubicBezTo>
                <a:close/>
                <a:moveTo>
                  <a:pt x="1170453" y="69683"/>
                </a:moveTo>
                <a:cubicBezTo>
                  <a:pt x="1169927" y="69683"/>
                  <a:pt x="1169638" y="69867"/>
                  <a:pt x="1169585" y="70236"/>
                </a:cubicBezTo>
                <a:cubicBezTo>
                  <a:pt x="1169534" y="70603"/>
                  <a:pt x="1169508" y="71050"/>
                  <a:pt x="1169508" y="71576"/>
                </a:cubicBezTo>
                <a:cubicBezTo>
                  <a:pt x="1169508" y="77042"/>
                  <a:pt x="1170112" y="81666"/>
                  <a:pt x="1171319" y="85449"/>
                </a:cubicBezTo>
                <a:cubicBezTo>
                  <a:pt x="1172529" y="89232"/>
                  <a:pt x="1174210" y="92307"/>
                  <a:pt x="1176364" y="94672"/>
                </a:cubicBezTo>
                <a:cubicBezTo>
                  <a:pt x="1178519" y="97036"/>
                  <a:pt x="1181095" y="98744"/>
                  <a:pt x="1184091" y="99796"/>
                </a:cubicBezTo>
                <a:cubicBezTo>
                  <a:pt x="1187086" y="100847"/>
                  <a:pt x="1190318" y="101372"/>
                  <a:pt x="1193785" y="101372"/>
                </a:cubicBezTo>
                <a:cubicBezTo>
                  <a:pt x="1197358" y="101372"/>
                  <a:pt x="1200826" y="101083"/>
                  <a:pt x="1204189" y="100506"/>
                </a:cubicBezTo>
                <a:cubicBezTo>
                  <a:pt x="1207554" y="99927"/>
                  <a:pt x="1210445" y="98639"/>
                  <a:pt x="1212862" y="96642"/>
                </a:cubicBezTo>
                <a:cubicBezTo>
                  <a:pt x="1213388" y="96222"/>
                  <a:pt x="1213939" y="96065"/>
                  <a:pt x="1214517" y="96171"/>
                </a:cubicBezTo>
                <a:cubicBezTo>
                  <a:pt x="1215096" y="96275"/>
                  <a:pt x="1215569" y="96537"/>
                  <a:pt x="1215936" y="96958"/>
                </a:cubicBezTo>
                <a:cubicBezTo>
                  <a:pt x="1216303" y="97378"/>
                  <a:pt x="1216539" y="97851"/>
                  <a:pt x="1216643" y="98377"/>
                </a:cubicBezTo>
                <a:cubicBezTo>
                  <a:pt x="1216749" y="98903"/>
                  <a:pt x="1216645" y="99376"/>
                  <a:pt x="1216330" y="99796"/>
                </a:cubicBezTo>
                <a:cubicBezTo>
                  <a:pt x="1212967" y="104210"/>
                  <a:pt x="1209183" y="107257"/>
                  <a:pt x="1204978" y="108940"/>
                </a:cubicBezTo>
                <a:cubicBezTo>
                  <a:pt x="1200775" y="110620"/>
                  <a:pt x="1195573" y="111461"/>
                  <a:pt x="1189371" y="111461"/>
                </a:cubicBezTo>
                <a:cubicBezTo>
                  <a:pt x="1183065" y="111461"/>
                  <a:pt x="1177626" y="110515"/>
                  <a:pt x="1173054" y="108625"/>
                </a:cubicBezTo>
                <a:cubicBezTo>
                  <a:pt x="1168482" y="106732"/>
                  <a:pt x="1164698" y="104078"/>
                  <a:pt x="1161702" y="100662"/>
                </a:cubicBezTo>
                <a:cubicBezTo>
                  <a:pt x="1158708" y="97246"/>
                  <a:pt x="1156501" y="93253"/>
                  <a:pt x="1155082" y="88682"/>
                </a:cubicBezTo>
                <a:cubicBezTo>
                  <a:pt x="1153662" y="84110"/>
                  <a:pt x="1152953" y="79143"/>
                  <a:pt x="1152953" y="73782"/>
                </a:cubicBezTo>
                <a:cubicBezTo>
                  <a:pt x="1152953" y="68632"/>
                  <a:pt x="1153819" y="63746"/>
                  <a:pt x="1155553" y="59122"/>
                </a:cubicBezTo>
                <a:cubicBezTo>
                  <a:pt x="1157288" y="54497"/>
                  <a:pt x="1159732" y="50503"/>
                  <a:pt x="1162885" y="47140"/>
                </a:cubicBezTo>
                <a:cubicBezTo>
                  <a:pt x="1166038" y="43777"/>
                  <a:pt x="1169769" y="41097"/>
                  <a:pt x="1174079" y="39101"/>
                </a:cubicBezTo>
                <a:cubicBezTo>
                  <a:pt x="1178388" y="37102"/>
                  <a:pt x="1183170" y="36103"/>
                  <a:pt x="1188426" y="36103"/>
                </a:cubicBezTo>
                <a:cubicBezTo>
                  <a:pt x="1192839" y="36103"/>
                  <a:pt x="1196859" y="36866"/>
                  <a:pt x="1200485" y="38391"/>
                </a:cubicBezTo>
                <a:cubicBezTo>
                  <a:pt x="1204111" y="39914"/>
                  <a:pt x="1207185" y="42016"/>
                  <a:pt x="1209708" y="44696"/>
                </a:cubicBezTo>
                <a:cubicBezTo>
                  <a:pt x="1212231" y="47376"/>
                  <a:pt x="1214202" y="50582"/>
                  <a:pt x="1215621" y="54314"/>
                </a:cubicBezTo>
                <a:cubicBezTo>
                  <a:pt x="1217040" y="58044"/>
                  <a:pt x="1217750" y="62064"/>
                  <a:pt x="1217750" y="66373"/>
                </a:cubicBezTo>
                <a:cubicBezTo>
                  <a:pt x="1217750" y="68580"/>
                  <a:pt x="1216962" y="69683"/>
                  <a:pt x="1215385" y="69683"/>
                </a:cubicBezTo>
                <a:lnTo>
                  <a:pt x="1170453" y="69683"/>
                </a:lnTo>
                <a:moveTo>
                  <a:pt x="1199304" y="64167"/>
                </a:moveTo>
                <a:cubicBezTo>
                  <a:pt x="1200774" y="64167"/>
                  <a:pt x="1201615" y="63642"/>
                  <a:pt x="1201825" y="62591"/>
                </a:cubicBezTo>
                <a:cubicBezTo>
                  <a:pt x="1202036" y="61539"/>
                  <a:pt x="1202142" y="60277"/>
                  <a:pt x="1202142" y="58805"/>
                </a:cubicBezTo>
                <a:cubicBezTo>
                  <a:pt x="1202142" y="56598"/>
                  <a:pt x="1201801" y="54470"/>
                  <a:pt x="1201118" y="52420"/>
                </a:cubicBezTo>
                <a:cubicBezTo>
                  <a:pt x="1200434" y="50371"/>
                  <a:pt x="1199462" y="48558"/>
                  <a:pt x="1198200" y="46981"/>
                </a:cubicBezTo>
                <a:cubicBezTo>
                  <a:pt x="1196939" y="45405"/>
                  <a:pt x="1195415" y="44143"/>
                  <a:pt x="1193629" y="43197"/>
                </a:cubicBezTo>
                <a:cubicBezTo>
                  <a:pt x="1191842" y="42251"/>
                  <a:pt x="1189793" y="41778"/>
                  <a:pt x="1187480" y="41778"/>
                </a:cubicBezTo>
                <a:cubicBezTo>
                  <a:pt x="1184642" y="41778"/>
                  <a:pt x="1182198" y="42278"/>
                  <a:pt x="1180148" y="43277"/>
                </a:cubicBezTo>
                <a:cubicBezTo>
                  <a:pt x="1178098" y="44276"/>
                  <a:pt x="1176364" y="45590"/>
                  <a:pt x="1174945" y="47219"/>
                </a:cubicBezTo>
                <a:cubicBezTo>
                  <a:pt x="1173527" y="48847"/>
                  <a:pt x="1172450" y="50765"/>
                  <a:pt x="1171714" y="52974"/>
                </a:cubicBezTo>
                <a:cubicBezTo>
                  <a:pt x="1170978" y="55180"/>
                  <a:pt x="1170453" y="57492"/>
                  <a:pt x="1170138" y="59909"/>
                </a:cubicBezTo>
                <a:cubicBezTo>
                  <a:pt x="1169928" y="61171"/>
                  <a:pt x="1169849" y="62197"/>
                  <a:pt x="1169900" y="62986"/>
                </a:cubicBezTo>
                <a:cubicBezTo>
                  <a:pt x="1169953" y="63773"/>
                  <a:pt x="1170190" y="64167"/>
                  <a:pt x="1170610" y="64167"/>
                </a:cubicBezTo>
                <a:lnTo>
                  <a:pt x="1199304" y="64167"/>
                </a:lnTo>
                <a:close/>
                <a:moveTo>
                  <a:pt x="1306156" y="69683"/>
                </a:moveTo>
                <a:cubicBezTo>
                  <a:pt x="1305630" y="69683"/>
                  <a:pt x="1305340" y="69867"/>
                  <a:pt x="1305287" y="70236"/>
                </a:cubicBezTo>
                <a:cubicBezTo>
                  <a:pt x="1305236" y="70603"/>
                  <a:pt x="1305210" y="71050"/>
                  <a:pt x="1305210" y="71576"/>
                </a:cubicBezTo>
                <a:cubicBezTo>
                  <a:pt x="1305210" y="77042"/>
                  <a:pt x="1305814" y="81666"/>
                  <a:pt x="1307022" y="85449"/>
                </a:cubicBezTo>
                <a:cubicBezTo>
                  <a:pt x="1308231" y="89232"/>
                  <a:pt x="1309912" y="92307"/>
                  <a:pt x="1312066" y="94672"/>
                </a:cubicBezTo>
                <a:cubicBezTo>
                  <a:pt x="1314222" y="97036"/>
                  <a:pt x="1316797" y="98744"/>
                  <a:pt x="1319793" y="99796"/>
                </a:cubicBezTo>
                <a:cubicBezTo>
                  <a:pt x="1322789" y="100847"/>
                  <a:pt x="1326020" y="101372"/>
                  <a:pt x="1329488" y="101372"/>
                </a:cubicBezTo>
                <a:cubicBezTo>
                  <a:pt x="1333061" y="101372"/>
                  <a:pt x="1336529" y="101083"/>
                  <a:pt x="1339892" y="100506"/>
                </a:cubicBezTo>
                <a:cubicBezTo>
                  <a:pt x="1343256" y="99927"/>
                  <a:pt x="1346147" y="98639"/>
                  <a:pt x="1348564" y="96642"/>
                </a:cubicBezTo>
                <a:cubicBezTo>
                  <a:pt x="1349090" y="96222"/>
                  <a:pt x="1349642" y="96065"/>
                  <a:pt x="1350219" y="96171"/>
                </a:cubicBezTo>
                <a:cubicBezTo>
                  <a:pt x="1350798" y="96275"/>
                  <a:pt x="1351271" y="96537"/>
                  <a:pt x="1351638" y="96958"/>
                </a:cubicBezTo>
                <a:cubicBezTo>
                  <a:pt x="1352006" y="97378"/>
                  <a:pt x="1352241" y="97851"/>
                  <a:pt x="1352346" y="98377"/>
                </a:cubicBezTo>
                <a:cubicBezTo>
                  <a:pt x="1352451" y="98903"/>
                  <a:pt x="1352347" y="99376"/>
                  <a:pt x="1352033" y="99796"/>
                </a:cubicBezTo>
                <a:cubicBezTo>
                  <a:pt x="1348670" y="104210"/>
                  <a:pt x="1344886" y="107257"/>
                  <a:pt x="1340681" y="108940"/>
                </a:cubicBezTo>
                <a:cubicBezTo>
                  <a:pt x="1336477" y="110620"/>
                  <a:pt x="1331275" y="111461"/>
                  <a:pt x="1325073" y="111461"/>
                </a:cubicBezTo>
                <a:cubicBezTo>
                  <a:pt x="1318767" y="111461"/>
                  <a:pt x="1313328" y="110515"/>
                  <a:pt x="1308756" y="108625"/>
                </a:cubicBezTo>
                <a:cubicBezTo>
                  <a:pt x="1304184" y="106732"/>
                  <a:pt x="1300400" y="104078"/>
                  <a:pt x="1297404" y="100662"/>
                </a:cubicBezTo>
                <a:cubicBezTo>
                  <a:pt x="1294410" y="97246"/>
                  <a:pt x="1292203" y="93253"/>
                  <a:pt x="1290784" y="88682"/>
                </a:cubicBezTo>
                <a:cubicBezTo>
                  <a:pt x="1289365" y="84110"/>
                  <a:pt x="1288655" y="79143"/>
                  <a:pt x="1288655" y="73782"/>
                </a:cubicBezTo>
                <a:cubicBezTo>
                  <a:pt x="1288655" y="68632"/>
                  <a:pt x="1289522" y="63746"/>
                  <a:pt x="1291255" y="59122"/>
                </a:cubicBezTo>
                <a:cubicBezTo>
                  <a:pt x="1292991" y="54497"/>
                  <a:pt x="1295435" y="50503"/>
                  <a:pt x="1298588" y="47140"/>
                </a:cubicBezTo>
                <a:cubicBezTo>
                  <a:pt x="1301741" y="43777"/>
                  <a:pt x="1305472" y="41097"/>
                  <a:pt x="1309781" y="39101"/>
                </a:cubicBezTo>
                <a:cubicBezTo>
                  <a:pt x="1314090" y="37102"/>
                  <a:pt x="1318872" y="36103"/>
                  <a:pt x="1324128" y="36103"/>
                </a:cubicBezTo>
                <a:cubicBezTo>
                  <a:pt x="1328541" y="36103"/>
                  <a:pt x="1332561" y="36866"/>
                  <a:pt x="1336187" y="38391"/>
                </a:cubicBezTo>
                <a:cubicBezTo>
                  <a:pt x="1339813" y="39914"/>
                  <a:pt x="1342888" y="42016"/>
                  <a:pt x="1345410" y="44696"/>
                </a:cubicBezTo>
                <a:cubicBezTo>
                  <a:pt x="1347933" y="47376"/>
                  <a:pt x="1349904" y="50582"/>
                  <a:pt x="1351323" y="54314"/>
                </a:cubicBezTo>
                <a:cubicBezTo>
                  <a:pt x="1352742" y="58044"/>
                  <a:pt x="1353452" y="62064"/>
                  <a:pt x="1353452" y="66373"/>
                </a:cubicBezTo>
                <a:cubicBezTo>
                  <a:pt x="1353452" y="68580"/>
                  <a:pt x="1352664" y="69683"/>
                  <a:pt x="1351087" y="69683"/>
                </a:cubicBezTo>
                <a:lnTo>
                  <a:pt x="1306156" y="69683"/>
                </a:lnTo>
                <a:moveTo>
                  <a:pt x="1335006" y="64167"/>
                </a:moveTo>
                <a:cubicBezTo>
                  <a:pt x="1336477" y="64167"/>
                  <a:pt x="1337317" y="63642"/>
                  <a:pt x="1337527" y="62591"/>
                </a:cubicBezTo>
                <a:cubicBezTo>
                  <a:pt x="1337739" y="61539"/>
                  <a:pt x="1337845" y="60277"/>
                  <a:pt x="1337845" y="58805"/>
                </a:cubicBezTo>
                <a:cubicBezTo>
                  <a:pt x="1337845" y="56598"/>
                  <a:pt x="1337503" y="54470"/>
                  <a:pt x="1336820" y="52420"/>
                </a:cubicBezTo>
                <a:cubicBezTo>
                  <a:pt x="1336137" y="50371"/>
                  <a:pt x="1335164" y="48558"/>
                  <a:pt x="1333902" y="46981"/>
                </a:cubicBezTo>
                <a:cubicBezTo>
                  <a:pt x="1332641" y="45405"/>
                  <a:pt x="1331118" y="44143"/>
                  <a:pt x="1329331" y="43197"/>
                </a:cubicBezTo>
                <a:cubicBezTo>
                  <a:pt x="1327545" y="42251"/>
                  <a:pt x="1325495" y="41778"/>
                  <a:pt x="1323183" y="41778"/>
                </a:cubicBezTo>
                <a:cubicBezTo>
                  <a:pt x="1320344" y="41778"/>
                  <a:pt x="1317900" y="42278"/>
                  <a:pt x="1315850" y="43277"/>
                </a:cubicBezTo>
                <a:cubicBezTo>
                  <a:pt x="1313801" y="44276"/>
                  <a:pt x="1312066" y="45590"/>
                  <a:pt x="1310647" y="47219"/>
                </a:cubicBezTo>
                <a:cubicBezTo>
                  <a:pt x="1309229" y="48847"/>
                  <a:pt x="1308152" y="50765"/>
                  <a:pt x="1307416" y="52974"/>
                </a:cubicBezTo>
                <a:cubicBezTo>
                  <a:pt x="1306680" y="55180"/>
                  <a:pt x="1306155" y="57492"/>
                  <a:pt x="1305841" y="59909"/>
                </a:cubicBezTo>
                <a:cubicBezTo>
                  <a:pt x="1305630" y="61171"/>
                  <a:pt x="1305551" y="62197"/>
                  <a:pt x="1305602" y="62986"/>
                </a:cubicBezTo>
                <a:cubicBezTo>
                  <a:pt x="1305655" y="63773"/>
                  <a:pt x="1305892" y="64167"/>
                  <a:pt x="1306312" y="64167"/>
                </a:cubicBezTo>
                <a:lnTo>
                  <a:pt x="1335006" y="64167"/>
                </a:lnTo>
                <a:close/>
                <a:moveTo>
                  <a:pt x="1391194" y="91124"/>
                </a:moveTo>
                <a:cubicBezTo>
                  <a:pt x="1391194" y="93752"/>
                  <a:pt x="1391299" y="95934"/>
                  <a:pt x="1391509" y="97667"/>
                </a:cubicBezTo>
                <a:cubicBezTo>
                  <a:pt x="1391719" y="99401"/>
                  <a:pt x="1392244" y="100794"/>
                  <a:pt x="1393085" y="101846"/>
                </a:cubicBezTo>
                <a:cubicBezTo>
                  <a:pt x="1393927" y="102896"/>
                  <a:pt x="1395319" y="103736"/>
                  <a:pt x="1397263" y="104367"/>
                </a:cubicBezTo>
                <a:cubicBezTo>
                  <a:pt x="1399207" y="104997"/>
                  <a:pt x="1401913" y="105523"/>
                  <a:pt x="1405382" y="105945"/>
                </a:cubicBezTo>
                <a:cubicBezTo>
                  <a:pt x="1406012" y="106049"/>
                  <a:pt x="1406485" y="106338"/>
                  <a:pt x="1406801" y="106811"/>
                </a:cubicBezTo>
                <a:cubicBezTo>
                  <a:pt x="1407117" y="107284"/>
                  <a:pt x="1407275" y="107836"/>
                  <a:pt x="1407275" y="108466"/>
                </a:cubicBezTo>
                <a:cubicBezTo>
                  <a:pt x="1407275" y="108992"/>
                  <a:pt x="1407117" y="109491"/>
                  <a:pt x="1406801" y="109965"/>
                </a:cubicBezTo>
                <a:cubicBezTo>
                  <a:pt x="1406485" y="110438"/>
                  <a:pt x="1406065" y="110674"/>
                  <a:pt x="1405541" y="110674"/>
                </a:cubicBezTo>
                <a:cubicBezTo>
                  <a:pt x="1401336" y="110674"/>
                  <a:pt x="1397577" y="110490"/>
                  <a:pt x="1394266" y="110121"/>
                </a:cubicBezTo>
                <a:cubicBezTo>
                  <a:pt x="1390956" y="109754"/>
                  <a:pt x="1387724" y="109570"/>
                  <a:pt x="1384571" y="109570"/>
                </a:cubicBezTo>
                <a:cubicBezTo>
                  <a:pt x="1381208" y="109570"/>
                  <a:pt x="1377845" y="109754"/>
                  <a:pt x="1374482" y="110121"/>
                </a:cubicBezTo>
                <a:cubicBezTo>
                  <a:pt x="1371119" y="110490"/>
                  <a:pt x="1367861" y="110674"/>
                  <a:pt x="1364708" y="110674"/>
                </a:cubicBezTo>
                <a:cubicBezTo>
                  <a:pt x="1364078" y="110674"/>
                  <a:pt x="1363605" y="110438"/>
                  <a:pt x="1363289" y="109965"/>
                </a:cubicBezTo>
                <a:cubicBezTo>
                  <a:pt x="1362973" y="109491"/>
                  <a:pt x="1362815" y="108992"/>
                  <a:pt x="1362815" y="108466"/>
                </a:cubicBezTo>
                <a:cubicBezTo>
                  <a:pt x="1362815" y="107836"/>
                  <a:pt x="1362973" y="107284"/>
                  <a:pt x="1363289" y="106811"/>
                </a:cubicBezTo>
                <a:cubicBezTo>
                  <a:pt x="1363605" y="106338"/>
                  <a:pt x="1364130" y="106049"/>
                  <a:pt x="1364865" y="105945"/>
                </a:cubicBezTo>
                <a:cubicBezTo>
                  <a:pt x="1367703" y="105629"/>
                  <a:pt x="1369884" y="105182"/>
                  <a:pt x="1371408" y="104605"/>
                </a:cubicBezTo>
                <a:cubicBezTo>
                  <a:pt x="1372931" y="104026"/>
                  <a:pt x="1374061" y="103211"/>
                  <a:pt x="1374797" y="102161"/>
                </a:cubicBezTo>
                <a:cubicBezTo>
                  <a:pt x="1375533" y="101109"/>
                  <a:pt x="1375980" y="99742"/>
                  <a:pt x="1376137" y="98062"/>
                </a:cubicBezTo>
                <a:cubicBezTo>
                  <a:pt x="1376294" y="96379"/>
                  <a:pt x="1376373" y="94225"/>
                  <a:pt x="1376373" y="91598"/>
                </a:cubicBezTo>
                <a:lnTo>
                  <a:pt x="1376373" y="48401"/>
                </a:lnTo>
                <a:cubicBezTo>
                  <a:pt x="1376373" y="46928"/>
                  <a:pt x="1376268" y="46062"/>
                  <a:pt x="1376058" y="45800"/>
                </a:cubicBezTo>
                <a:cubicBezTo>
                  <a:pt x="1375848" y="45537"/>
                  <a:pt x="1375059" y="45406"/>
                  <a:pt x="1373693" y="45406"/>
                </a:cubicBezTo>
                <a:lnTo>
                  <a:pt x="1365812" y="45406"/>
                </a:lnTo>
                <a:cubicBezTo>
                  <a:pt x="1365180" y="45406"/>
                  <a:pt x="1364707" y="45117"/>
                  <a:pt x="1364391" y="44540"/>
                </a:cubicBezTo>
                <a:cubicBezTo>
                  <a:pt x="1364076" y="43961"/>
                  <a:pt x="1363919" y="43356"/>
                  <a:pt x="1363919" y="42726"/>
                </a:cubicBezTo>
                <a:cubicBezTo>
                  <a:pt x="1363919" y="41990"/>
                  <a:pt x="1364103" y="41306"/>
                  <a:pt x="1364470" y="40676"/>
                </a:cubicBezTo>
                <a:cubicBezTo>
                  <a:pt x="1364839" y="40044"/>
                  <a:pt x="1365338" y="39676"/>
                  <a:pt x="1365969" y="39572"/>
                </a:cubicBezTo>
                <a:lnTo>
                  <a:pt x="1374482" y="38783"/>
                </a:lnTo>
                <a:cubicBezTo>
                  <a:pt x="1374902" y="38783"/>
                  <a:pt x="1375244" y="38731"/>
                  <a:pt x="1375507" y="38627"/>
                </a:cubicBezTo>
                <a:cubicBezTo>
                  <a:pt x="1375770" y="38521"/>
                  <a:pt x="1375980" y="38284"/>
                  <a:pt x="1376137" y="37917"/>
                </a:cubicBezTo>
                <a:cubicBezTo>
                  <a:pt x="1376294" y="37548"/>
                  <a:pt x="1376373" y="36944"/>
                  <a:pt x="1376373" y="36103"/>
                </a:cubicBezTo>
                <a:cubicBezTo>
                  <a:pt x="1376373" y="35157"/>
                  <a:pt x="1376373" y="33896"/>
                  <a:pt x="1376373" y="32319"/>
                </a:cubicBezTo>
                <a:cubicBezTo>
                  <a:pt x="1376373" y="27696"/>
                  <a:pt x="1377083" y="23414"/>
                  <a:pt x="1378502" y="19473"/>
                </a:cubicBezTo>
                <a:cubicBezTo>
                  <a:pt x="1379921" y="15531"/>
                  <a:pt x="1381997" y="12115"/>
                  <a:pt x="1384730" y="9225"/>
                </a:cubicBezTo>
                <a:cubicBezTo>
                  <a:pt x="1387463" y="6334"/>
                  <a:pt x="1390826" y="4073"/>
                  <a:pt x="1394819" y="2444"/>
                </a:cubicBezTo>
                <a:cubicBezTo>
                  <a:pt x="1398814" y="815"/>
                  <a:pt x="1403386" y="0"/>
                  <a:pt x="1408536" y="0"/>
                </a:cubicBezTo>
                <a:cubicBezTo>
                  <a:pt x="1411163" y="0"/>
                  <a:pt x="1413764" y="263"/>
                  <a:pt x="1416339" y="789"/>
                </a:cubicBezTo>
                <a:cubicBezTo>
                  <a:pt x="1418915" y="1315"/>
                  <a:pt x="1421227" y="2183"/>
                  <a:pt x="1423275" y="3392"/>
                </a:cubicBezTo>
                <a:cubicBezTo>
                  <a:pt x="1425324" y="4599"/>
                  <a:pt x="1426979" y="6176"/>
                  <a:pt x="1428240" y="8121"/>
                </a:cubicBezTo>
                <a:cubicBezTo>
                  <a:pt x="1429502" y="10065"/>
                  <a:pt x="1430133" y="12455"/>
                  <a:pt x="1430133" y="15292"/>
                </a:cubicBezTo>
                <a:cubicBezTo>
                  <a:pt x="1430133" y="17185"/>
                  <a:pt x="1429397" y="18814"/>
                  <a:pt x="1427925" y="20181"/>
                </a:cubicBezTo>
                <a:cubicBezTo>
                  <a:pt x="1426454" y="21547"/>
                  <a:pt x="1424668" y="22230"/>
                  <a:pt x="1422568" y="22230"/>
                </a:cubicBezTo>
                <a:cubicBezTo>
                  <a:pt x="1420779" y="22230"/>
                  <a:pt x="1419176" y="21783"/>
                  <a:pt x="1417756" y="20890"/>
                </a:cubicBezTo>
                <a:cubicBezTo>
                  <a:pt x="1416339" y="19997"/>
                  <a:pt x="1415630" y="18657"/>
                  <a:pt x="1415630" y="16870"/>
                </a:cubicBezTo>
                <a:cubicBezTo>
                  <a:pt x="1415630" y="15294"/>
                  <a:pt x="1415866" y="14269"/>
                  <a:pt x="1416339" y="13796"/>
                </a:cubicBezTo>
                <a:cubicBezTo>
                  <a:pt x="1416813" y="13323"/>
                  <a:pt x="1417049" y="12718"/>
                  <a:pt x="1417049" y="11982"/>
                </a:cubicBezTo>
                <a:cubicBezTo>
                  <a:pt x="1417049" y="9880"/>
                  <a:pt x="1416156" y="8303"/>
                  <a:pt x="1414369" y="7253"/>
                </a:cubicBezTo>
                <a:cubicBezTo>
                  <a:pt x="1412583" y="6202"/>
                  <a:pt x="1410323" y="5677"/>
                  <a:pt x="1407590" y="5677"/>
                </a:cubicBezTo>
                <a:cubicBezTo>
                  <a:pt x="1403491" y="5677"/>
                  <a:pt x="1400337" y="6570"/>
                  <a:pt x="1398129" y="8357"/>
                </a:cubicBezTo>
                <a:cubicBezTo>
                  <a:pt x="1395922" y="10144"/>
                  <a:pt x="1394293" y="12403"/>
                  <a:pt x="1393241" y="15136"/>
                </a:cubicBezTo>
                <a:cubicBezTo>
                  <a:pt x="1392190" y="17869"/>
                  <a:pt x="1391587" y="20838"/>
                  <a:pt x="1391430" y="24044"/>
                </a:cubicBezTo>
                <a:cubicBezTo>
                  <a:pt x="1391272" y="27248"/>
                  <a:pt x="1391194" y="30270"/>
                  <a:pt x="1391194" y="33108"/>
                </a:cubicBezTo>
                <a:lnTo>
                  <a:pt x="1391194" y="36103"/>
                </a:lnTo>
                <a:cubicBezTo>
                  <a:pt x="1391194" y="37365"/>
                  <a:pt x="1391299" y="38128"/>
                  <a:pt x="1391509" y="38391"/>
                </a:cubicBezTo>
                <a:cubicBezTo>
                  <a:pt x="1391719" y="38652"/>
                  <a:pt x="1392402" y="38783"/>
                  <a:pt x="1393558" y="38783"/>
                </a:cubicBezTo>
                <a:lnTo>
                  <a:pt x="1408851" y="38783"/>
                </a:lnTo>
                <a:cubicBezTo>
                  <a:pt x="1409481" y="38783"/>
                  <a:pt x="1409953" y="39125"/>
                  <a:pt x="1410268" y="39808"/>
                </a:cubicBezTo>
                <a:cubicBezTo>
                  <a:pt x="1410584" y="40491"/>
                  <a:pt x="1410742" y="41254"/>
                  <a:pt x="1410742" y="42096"/>
                </a:cubicBezTo>
                <a:cubicBezTo>
                  <a:pt x="1410742" y="42936"/>
                  <a:pt x="1410584" y="43698"/>
                  <a:pt x="1410268" y="44381"/>
                </a:cubicBezTo>
                <a:cubicBezTo>
                  <a:pt x="1409953" y="45064"/>
                  <a:pt x="1409481" y="45406"/>
                  <a:pt x="1408851" y="45406"/>
                </a:cubicBezTo>
                <a:lnTo>
                  <a:pt x="1393558" y="45406"/>
                </a:lnTo>
                <a:cubicBezTo>
                  <a:pt x="1392402" y="45406"/>
                  <a:pt x="1391719" y="45537"/>
                  <a:pt x="1391509" y="45800"/>
                </a:cubicBezTo>
                <a:cubicBezTo>
                  <a:pt x="1391299" y="46062"/>
                  <a:pt x="1391194" y="46928"/>
                  <a:pt x="1391194" y="48401"/>
                </a:cubicBezTo>
                <a:lnTo>
                  <a:pt x="1391194" y="91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f">
            <a:extLst xmlns:a="http://schemas.openxmlformats.org/drawingml/2006/main">
              <a:ext uri="{FF2B5EF4-FFF2-40B4-BE49-F238E27FC236}">
                <a16:creationId xmlns:a16="http://schemas.microsoft.com/office/drawing/2014/main" id="{6B2F5FAA-5D20-44FD-A0CD-57440903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802" y="2106600"/>
            <a:ext cx="67318" cy="110674"/>
          </a:xfrm>
          <a:custGeom xmlns:a="http://schemas.openxmlformats.org/drawingml/2006/main">
            <a:pathLst>
              <a:path w="67318" h="110674">
                <a:moveTo>
                  <a:pt x="28379" y="91124"/>
                </a:moveTo>
                <a:cubicBezTo>
                  <a:pt x="28379" y="93752"/>
                  <a:pt x="28484" y="95934"/>
                  <a:pt x="28694" y="97667"/>
                </a:cubicBezTo>
                <a:cubicBezTo>
                  <a:pt x="28904" y="99401"/>
                  <a:pt x="29429" y="100794"/>
                  <a:pt x="30270" y="101846"/>
                </a:cubicBezTo>
                <a:cubicBezTo>
                  <a:pt x="31112" y="102896"/>
                  <a:pt x="32504" y="103736"/>
                  <a:pt x="34448" y="104367"/>
                </a:cubicBezTo>
                <a:cubicBezTo>
                  <a:pt x="36392" y="104997"/>
                  <a:pt x="39098" y="105523"/>
                  <a:pt x="42567" y="105945"/>
                </a:cubicBezTo>
                <a:cubicBezTo>
                  <a:pt x="43197" y="106049"/>
                  <a:pt x="43670" y="106338"/>
                  <a:pt x="43986" y="106811"/>
                </a:cubicBezTo>
                <a:cubicBezTo>
                  <a:pt x="44302" y="107284"/>
                  <a:pt x="44460" y="107836"/>
                  <a:pt x="44460" y="108466"/>
                </a:cubicBezTo>
                <a:cubicBezTo>
                  <a:pt x="44460" y="108992"/>
                  <a:pt x="44302" y="109491"/>
                  <a:pt x="43986" y="109965"/>
                </a:cubicBezTo>
                <a:cubicBezTo>
                  <a:pt x="43670" y="110438"/>
                  <a:pt x="43250" y="110674"/>
                  <a:pt x="42726" y="110674"/>
                </a:cubicBezTo>
                <a:cubicBezTo>
                  <a:pt x="38521" y="110674"/>
                  <a:pt x="34762" y="110490"/>
                  <a:pt x="31451" y="110121"/>
                </a:cubicBezTo>
                <a:cubicBezTo>
                  <a:pt x="28141" y="109754"/>
                  <a:pt x="24909" y="109570"/>
                  <a:pt x="21756" y="109570"/>
                </a:cubicBezTo>
                <a:cubicBezTo>
                  <a:pt x="18393" y="109570"/>
                  <a:pt x="15030" y="109754"/>
                  <a:pt x="11667" y="110121"/>
                </a:cubicBezTo>
                <a:cubicBezTo>
                  <a:pt x="8304" y="110490"/>
                  <a:pt x="5046" y="110674"/>
                  <a:pt x="1893" y="110674"/>
                </a:cubicBezTo>
                <a:cubicBezTo>
                  <a:pt x="1263" y="110674"/>
                  <a:pt x="790" y="110438"/>
                  <a:pt x="474" y="109965"/>
                </a:cubicBezTo>
                <a:cubicBezTo>
                  <a:pt x="158" y="109491"/>
                  <a:pt x="0" y="108992"/>
                  <a:pt x="0" y="108466"/>
                </a:cubicBezTo>
                <a:cubicBezTo>
                  <a:pt x="0" y="107836"/>
                  <a:pt x="158" y="107284"/>
                  <a:pt x="474" y="106811"/>
                </a:cubicBezTo>
                <a:cubicBezTo>
                  <a:pt x="790" y="106338"/>
                  <a:pt x="1315" y="106049"/>
                  <a:pt x="2050" y="105945"/>
                </a:cubicBezTo>
                <a:cubicBezTo>
                  <a:pt x="4888" y="105629"/>
                  <a:pt x="7069" y="105182"/>
                  <a:pt x="8593" y="104605"/>
                </a:cubicBezTo>
                <a:cubicBezTo>
                  <a:pt x="10116" y="104026"/>
                  <a:pt x="11246" y="103211"/>
                  <a:pt x="11982" y="102161"/>
                </a:cubicBezTo>
                <a:cubicBezTo>
                  <a:pt x="12718" y="101109"/>
                  <a:pt x="13165" y="99742"/>
                  <a:pt x="13322" y="98062"/>
                </a:cubicBezTo>
                <a:cubicBezTo>
                  <a:pt x="13479" y="96379"/>
                  <a:pt x="13558" y="94225"/>
                  <a:pt x="13558" y="91598"/>
                </a:cubicBezTo>
                <a:lnTo>
                  <a:pt x="13558" y="48401"/>
                </a:lnTo>
                <a:cubicBezTo>
                  <a:pt x="13558" y="46928"/>
                  <a:pt x="13453" y="46062"/>
                  <a:pt x="13243" y="45800"/>
                </a:cubicBezTo>
                <a:cubicBezTo>
                  <a:pt x="13033" y="45537"/>
                  <a:pt x="12244" y="45406"/>
                  <a:pt x="10878" y="45406"/>
                </a:cubicBezTo>
                <a:lnTo>
                  <a:pt x="2997" y="45406"/>
                </a:lnTo>
                <a:cubicBezTo>
                  <a:pt x="2366" y="45406"/>
                  <a:pt x="1892" y="45117"/>
                  <a:pt x="1576" y="44540"/>
                </a:cubicBezTo>
                <a:cubicBezTo>
                  <a:pt x="1261" y="43961"/>
                  <a:pt x="1104" y="43356"/>
                  <a:pt x="1104" y="42726"/>
                </a:cubicBezTo>
                <a:cubicBezTo>
                  <a:pt x="1104" y="41990"/>
                  <a:pt x="1288" y="41306"/>
                  <a:pt x="1655" y="40676"/>
                </a:cubicBezTo>
                <a:cubicBezTo>
                  <a:pt x="2024" y="40044"/>
                  <a:pt x="2523" y="39676"/>
                  <a:pt x="3154" y="39572"/>
                </a:cubicBezTo>
                <a:lnTo>
                  <a:pt x="11667" y="38783"/>
                </a:lnTo>
                <a:cubicBezTo>
                  <a:pt x="12087" y="38783"/>
                  <a:pt x="12429" y="38731"/>
                  <a:pt x="12692" y="38627"/>
                </a:cubicBezTo>
                <a:cubicBezTo>
                  <a:pt x="12955" y="38521"/>
                  <a:pt x="13165" y="38284"/>
                  <a:pt x="13322" y="37917"/>
                </a:cubicBezTo>
                <a:cubicBezTo>
                  <a:pt x="13479" y="37548"/>
                  <a:pt x="13558" y="36944"/>
                  <a:pt x="13558" y="36103"/>
                </a:cubicBezTo>
                <a:cubicBezTo>
                  <a:pt x="13558" y="35157"/>
                  <a:pt x="13558" y="33896"/>
                  <a:pt x="13558" y="32319"/>
                </a:cubicBezTo>
                <a:cubicBezTo>
                  <a:pt x="13558" y="27696"/>
                  <a:pt x="14268" y="23414"/>
                  <a:pt x="15687" y="19473"/>
                </a:cubicBezTo>
                <a:cubicBezTo>
                  <a:pt x="17106" y="15531"/>
                  <a:pt x="19182" y="12115"/>
                  <a:pt x="21915" y="9225"/>
                </a:cubicBezTo>
                <a:cubicBezTo>
                  <a:pt x="24648" y="6334"/>
                  <a:pt x="28011" y="4073"/>
                  <a:pt x="32004" y="2444"/>
                </a:cubicBezTo>
                <a:cubicBezTo>
                  <a:pt x="35999" y="815"/>
                  <a:pt x="40571" y="0"/>
                  <a:pt x="45721" y="0"/>
                </a:cubicBezTo>
                <a:cubicBezTo>
                  <a:pt x="48348" y="0"/>
                  <a:pt x="50949" y="263"/>
                  <a:pt x="53524" y="789"/>
                </a:cubicBezTo>
                <a:cubicBezTo>
                  <a:pt x="56100" y="1315"/>
                  <a:pt x="58412" y="2183"/>
                  <a:pt x="60460" y="3392"/>
                </a:cubicBezTo>
                <a:cubicBezTo>
                  <a:pt x="62509" y="4599"/>
                  <a:pt x="64164" y="6176"/>
                  <a:pt x="65425" y="8121"/>
                </a:cubicBezTo>
                <a:cubicBezTo>
                  <a:pt x="66687" y="10065"/>
                  <a:pt x="67318" y="12455"/>
                  <a:pt x="67318" y="15292"/>
                </a:cubicBezTo>
                <a:cubicBezTo>
                  <a:pt x="67318" y="17185"/>
                  <a:pt x="66582" y="18814"/>
                  <a:pt x="65110" y="20181"/>
                </a:cubicBezTo>
                <a:cubicBezTo>
                  <a:pt x="63639" y="21547"/>
                  <a:pt x="61853" y="22230"/>
                  <a:pt x="59753" y="22230"/>
                </a:cubicBezTo>
                <a:cubicBezTo>
                  <a:pt x="57964" y="22230"/>
                  <a:pt x="56361" y="21783"/>
                  <a:pt x="54941" y="20890"/>
                </a:cubicBezTo>
                <a:cubicBezTo>
                  <a:pt x="53524" y="19997"/>
                  <a:pt x="52815" y="18657"/>
                  <a:pt x="52815" y="16870"/>
                </a:cubicBezTo>
                <a:cubicBezTo>
                  <a:pt x="52815" y="15294"/>
                  <a:pt x="53051" y="14269"/>
                  <a:pt x="53524" y="13796"/>
                </a:cubicBezTo>
                <a:cubicBezTo>
                  <a:pt x="53998" y="13323"/>
                  <a:pt x="54234" y="12718"/>
                  <a:pt x="54234" y="11982"/>
                </a:cubicBezTo>
                <a:cubicBezTo>
                  <a:pt x="54234" y="9880"/>
                  <a:pt x="53341" y="8303"/>
                  <a:pt x="51554" y="7253"/>
                </a:cubicBezTo>
                <a:cubicBezTo>
                  <a:pt x="49768" y="6202"/>
                  <a:pt x="47508" y="5677"/>
                  <a:pt x="44775" y="5677"/>
                </a:cubicBezTo>
                <a:cubicBezTo>
                  <a:pt x="40676" y="5677"/>
                  <a:pt x="37522" y="6570"/>
                  <a:pt x="35314" y="8357"/>
                </a:cubicBezTo>
                <a:cubicBezTo>
                  <a:pt x="33107" y="10144"/>
                  <a:pt x="31478" y="12403"/>
                  <a:pt x="30426" y="15136"/>
                </a:cubicBezTo>
                <a:cubicBezTo>
                  <a:pt x="29376" y="17869"/>
                  <a:pt x="28772" y="20838"/>
                  <a:pt x="28615" y="24044"/>
                </a:cubicBezTo>
                <a:cubicBezTo>
                  <a:pt x="28457" y="27248"/>
                  <a:pt x="28379" y="30270"/>
                  <a:pt x="28379" y="33108"/>
                </a:cubicBezTo>
                <a:lnTo>
                  <a:pt x="28379" y="36103"/>
                </a:lnTo>
                <a:cubicBezTo>
                  <a:pt x="28379" y="37365"/>
                  <a:pt x="28484" y="38128"/>
                  <a:pt x="28694" y="38391"/>
                </a:cubicBezTo>
                <a:cubicBezTo>
                  <a:pt x="28904" y="38652"/>
                  <a:pt x="29587" y="38783"/>
                  <a:pt x="30744" y="38783"/>
                </a:cubicBezTo>
                <a:lnTo>
                  <a:pt x="46036" y="38783"/>
                </a:lnTo>
                <a:cubicBezTo>
                  <a:pt x="46666" y="38783"/>
                  <a:pt x="47138" y="39125"/>
                  <a:pt x="47453" y="39808"/>
                </a:cubicBezTo>
                <a:cubicBezTo>
                  <a:pt x="47769" y="40491"/>
                  <a:pt x="47927" y="41254"/>
                  <a:pt x="47927" y="42096"/>
                </a:cubicBezTo>
                <a:cubicBezTo>
                  <a:pt x="47927" y="42936"/>
                  <a:pt x="47769" y="43698"/>
                  <a:pt x="47453" y="44381"/>
                </a:cubicBezTo>
                <a:cubicBezTo>
                  <a:pt x="47138" y="45064"/>
                  <a:pt x="46666" y="45406"/>
                  <a:pt x="46036" y="45406"/>
                </a:cubicBezTo>
                <a:lnTo>
                  <a:pt x="30744" y="45406"/>
                </a:lnTo>
                <a:cubicBezTo>
                  <a:pt x="29587" y="45406"/>
                  <a:pt x="28904" y="45537"/>
                  <a:pt x="28694" y="45800"/>
                </a:cubicBezTo>
                <a:cubicBezTo>
                  <a:pt x="28484" y="46062"/>
                  <a:pt x="28379" y="46928"/>
                  <a:pt x="28379" y="48401"/>
                </a:cubicBezTo>
                <a:lnTo>
                  <a:pt x="28379" y="91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ectsand">
            <a:extLst xmlns:a="http://schemas.openxmlformats.org/drawingml/2006/main">
              <a:ext uri="{FF2B5EF4-FFF2-40B4-BE49-F238E27FC236}">
                <a16:creationId xmlns:a16="http://schemas.microsoft.com/office/drawing/2014/main" id="{E79D94FB-4144-4E0E-A422-DA346245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516" y="2106495"/>
            <a:ext cx="569814" cy="111566"/>
          </a:xfrm>
          <a:custGeom xmlns:a="http://schemas.openxmlformats.org/drawingml/2006/main">
            <a:pathLst>
              <a:path w="569814" h="111566">
                <a:moveTo>
                  <a:pt x="17501" y="69788"/>
                </a:moveTo>
                <a:cubicBezTo>
                  <a:pt x="16975" y="69788"/>
                  <a:pt x="16685" y="69972"/>
                  <a:pt x="16632" y="70341"/>
                </a:cubicBezTo>
                <a:cubicBezTo>
                  <a:pt x="16581" y="70708"/>
                  <a:pt x="16555" y="71155"/>
                  <a:pt x="16555" y="71681"/>
                </a:cubicBezTo>
                <a:cubicBezTo>
                  <a:pt x="16555" y="77147"/>
                  <a:pt x="17159" y="81771"/>
                  <a:pt x="18367" y="85554"/>
                </a:cubicBezTo>
                <a:cubicBezTo>
                  <a:pt x="19576" y="89337"/>
                  <a:pt x="21257" y="92412"/>
                  <a:pt x="23411" y="94777"/>
                </a:cubicBezTo>
                <a:cubicBezTo>
                  <a:pt x="25567" y="97141"/>
                  <a:pt x="28142" y="98849"/>
                  <a:pt x="31138" y="99901"/>
                </a:cubicBezTo>
                <a:cubicBezTo>
                  <a:pt x="34134" y="100952"/>
                  <a:pt x="37365" y="101477"/>
                  <a:pt x="40833" y="101477"/>
                </a:cubicBezTo>
                <a:cubicBezTo>
                  <a:pt x="44406" y="101477"/>
                  <a:pt x="47874" y="101188"/>
                  <a:pt x="51237" y="100611"/>
                </a:cubicBezTo>
                <a:cubicBezTo>
                  <a:pt x="54601" y="100032"/>
                  <a:pt x="57492" y="98744"/>
                  <a:pt x="59909" y="96747"/>
                </a:cubicBezTo>
                <a:cubicBezTo>
                  <a:pt x="60435" y="96327"/>
                  <a:pt x="60987" y="96170"/>
                  <a:pt x="61564" y="96276"/>
                </a:cubicBezTo>
                <a:cubicBezTo>
                  <a:pt x="62143" y="96380"/>
                  <a:pt x="62616" y="96642"/>
                  <a:pt x="62983" y="97063"/>
                </a:cubicBezTo>
                <a:cubicBezTo>
                  <a:pt x="63351" y="97483"/>
                  <a:pt x="63586" y="97956"/>
                  <a:pt x="63691" y="98482"/>
                </a:cubicBezTo>
                <a:cubicBezTo>
                  <a:pt x="63796" y="99008"/>
                  <a:pt x="63692" y="99481"/>
                  <a:pt x="63378" y="99901"/>
                </a:cubicBezTo>
                <a:cubicBezTo>
                  <a:pt x="60015" y="104315"/>
                  <a:pt x="56231" y="107363"/>
                  <a:pt x="52026" y="109045"/>
                </a:cubicBezTo>
                <a:cubicBezTo>
                  <a:pt x="47822" y="110726"/>
                  <a:pt x="42620" y="111566"/>
                  <a:pt x="36418" y="111566"/>
                </a:cubicBezTo>
                <a:cubicBezTo>
                  <a:pt x="30112" y="111566"/>
                  <a:pt x="24673" y="110621"/>
                  <a:pt x="20101" y="108730"/>
                </a:cubicBezTo>
                <a:cubicBezTo>
                  <a:pt x="15529" y="106837"/>
                  <a:pt x="11745" y="104183"/>
                  <a:pt x="8749" y="100767"/>
                </a:cubicBezTo>
                <a:cubicBezTo>
                  <a:pt x="5755" y="97351"/>
                  <a:pt x="3548" y="93358"/>
                  <a:pt x="2129" y="88787"/>
                </a:cubicBezTo>
                <a:cubicBezTo>
                  <a:pt x="710" y="84215"/>
                  <a:pt x="0" y="79248"/>
                  <a:pt x="0" y="73887"/>
                </a:cubicBezTo>
                <a:cubicBezTo>
                  <a:pt x="0" y="68737"/>
                  <a:pt x="867" y="63851"/>
                  <a:pt x="2600" y="59227"/>
                </a:cubicBezTo>
                <a:cubicBezTo>
                  <a:pt x="4336" y="54602"/>
                  <a:pt x="6780" y="50608"/>
                  <a:pt x="9933" y="47245"/>
                </a:cubicBezTo>
                <a:cubicBezTo>
                  <a:pt x="13086" y="43882"/>
                  <a:pt x="16817" y="41202"/>
                  <a:pt x="21126" y="39206"/>
                </a:cubicBezTo>
                <a:cubicBezTo>
                  <a:pt x="25435" y="37207"/>
                  <a:pt x="30217" y="36208"/>
                  <a:pt x="35473" y="36208"/>
                </a:cubicBezTo>
                <a:cubicBezTo>
                  <a:pt x="39886" y="36208"/>
                  <a:pt x="43906" y="36971"/>
                  <a:pt x="47532" y="38496"/>
                </a:cubicBezTo>
                <a:cubicBezTo>
                  <a:pt x="51158" y="40019"/>
                  <a:pt x="54233" y="42121"/>
                  <a:pt x="56755" y="44801"/>
                </a:cubicBezTo>
                <a:cubicBezTo>
                  <a:pt x="59278" y="47481"/>
                  <a:pt x="61249" y="50687"/>
                  <a:pt x="62668" y="54419"/>
                </a:cubicBezTo>
                <a:cubicBezTo>
                  <a:pt x="64087" y="58149"/>
                  <a:pt x="64797" y="62169"/>
                  <a:pt x="64797" y="66478"/>
                </a:cubicBezTo>
                <a:cubicBezTo>
                  <a:pt x="64797" y="68685"/>
                  <a:pt x="64009" y="69788"/>
                  <a:pt x="62432" y="69788"/>
                </a:cubicBezTo>
                <a:lnTo>
                  <a:pt x="17501" y="69788"/>
                </a:lnTo>
                <a:moveTo>
                  <a:pt x="46351" y="64272"/>
                </a:moveTo>
                <a:cubicBezTo>
                  <a:pt x="47822" y="64272"/>
                  <a:pt x="48662" y="63747"/>
                  <a:pt x="48872" y="62696"/>
                </a:cubicBezTo>
                <a:cubicBezTo>
                  <a:pt x="49084" y="61644"/>
                  <a:pt x="49190" y="60382"/>
                  <a:pt x="49190" y="58910"/>
                </a:cubicBezTo>
                <a:cubicBezTo>
                  <a:pt x="49190" y="56703"/>
                  <a:pt x="48848" y="54575"/>
                  <a:pt x="48165" y="52525"/>
                </a:cubicBezTo>
                <a:cubicBezTo>
                  <a:pt x="47482" y="50476"/>
                  <a:pt x="46509" y="48663"/>
                  <a:pt x="45247" y="47086"/>
                </a:cubicBezTo>
                <a:cubicBezTo>
                  <a:pt x="43986" y="45510"/>
                  <a:pt x="42463" y="44249"/>
                  <a:pt x="40676" y="43302"/>
                </a:cubicBezTo>
                <a:cubicBezTo>
                  <a:pt x="38890" y="42356"/>
                  <a:pt x="36840" y="41883"/>
                  <a:pt x="34528" y="41883"/>
                </a:cubicBezTo>
                <a:cubicBezTo>
                  <a:pt x="31689" y="41883"/>
                  <a:pt x="29245" y="42383"/>
                  <a:pt x="27195" y="43382"/>
                </a:cubicBezTo>
                <a:cubicBezTo>
                  <a:pt x="25146" y="44381"/>
                  <a:pt x="23411" y="45695"/>
                  <a:pt x="21992" y="47324"/>
                </a:cubicBezTo>
                <a:cubicBezTo>
                  <a:pt x="20574" y="48952"/>
                  <a:pt x="19497" y="50870"/>
                  <a:pt x="18761" y="53079"/>
                </a:cubicBezTo>
                <a:cubicBezTo>
                  <a:pt x="18025" y="55285"/>
                  <a:pt x="17500" y="57597"/>
                  <a:pt x="17186" y="60014"/>
                </a:cubicBezTo>
                <a:cubicBezTo>
                  <a:pt x="16975" y="61276"/>
                  <a:pt x="16896" y="62302"/>
                  <a:pt x="16947" y="63091"/>
                </a:cubicBezTo>
                <a:cubicBezTo>
                  <a:pt x="17000" y="63878"/>
                  <a:pt x="17237" y="64272"/>
                  <a:pt x="17657" y="64272"/>
                </a:cubicBezTo>
                <a:lnTo>
                  <a:pt x="46351" y="64272"/>
                </a:lnTo>
                <a:close/>
                <a:moveTo>
                  <a:pt x="92291" y="71366"/>
                </a:moveTo>
                <a:cubicBezTo>
                  <a:pt x="92291" y="75359"/>
                  <a:pt x="92764" y="79169"/>
                  <a:pt x="93710" y="82795"/>
                </a:cubicBezTo>
                <a:cubicBezTo>
                  <a:pt x="94656" y="86421"/>
                  <a:pt x="96101" y="89627"/>
                  <a:pt x="98045" y="92413"/>
                </a:cubicBezTo>
                <a:cubicBezTo>
                  <a:pt x="99990" y="95197"/>
                  <a:pt x="102487" y="97403"/>
                  <a:pt x="105534" y="99033"/>
                </a:cubicBezTo>
                <a:cubicBezTo>
                  <a:pt x="108582" y="100662"/>
                  <a:pt x="112261" y="101477"/>
                  <a:pt x="116571" y="101477"/>
                </a:cubicBezTo>
                <a:cubicBezTo>
                  <a:pt x="120248" y="101477"/>
                  <a:pt x="123847" y="101188"/>
                  <a:pt x="127367" y="100611"/>
                </a:cubicBezTo>
                <a:cubicBezTo>
                  <a:pt x="130889" y="100032"/>
                  <a:pt x="133859" y="98691"/>
                  <a:pt x="136277" y="96589"/>
                </a:cubicBezTo>
                <a:cubicBezTo>
                  <a:pt x="136697" y="96168"/>
                  <a:pt x="137170" y="96038"/>
                  <a:pt x="137694" y="96197"/>
                </a:cubicBezTo>
                <a:cubicBezTo>
                  <a:pt x="138220" y="96354"/>
                  <a:pt x="138693" y="96617"/>
                  <a:pt x="139113" y="96986"/>
                </a:cubicBezTo>
                <a:cubicBezTo>
                  <a:pt x="139534" y="97353"/>
                  <a:pt x="139822" y="97799"/>
                  <a:pt x="139979" y="98326"/>
                </a:cubicBezTo>
                <a:cubicBezTo>
                  <a:pt x="140138" y="98850"/>
                  <a:pt x="140060" y="99322"/>
                  <a:pt x="139744" y="99742"/>
                </a:cubicBezTo>
                <a:cubicBezTo>
                  <a:pt x="136276" y="104368"/>
                  <a:pt x="132230" y="107495"/>
                  <a:pt x="127605" y="109124"/>
                </a:cubicBezTo>
                <a:cubicBezTo>
                  <a:pt x="122982" y="110752"/>
                  <a:pt x="117516" y="111566"/>
                  <a:pt x="111209" y="111566"/>
                </a:cubicBezTo>
                <a:cubicBezTo>
                  <a:pt x="107005" y="111566"/>
                  <a:pt x="102801" y="110936"/>
                  <a:pt x="98596" y="109675"/>
                </a:cubicBezTo>
                <a:cubicBezTo>
                  <a:pt x="94393" y="108413"/>
                  <a:pt x="90583" y="106310"/>
                  <a:pt x="87167" y="103368"/>
                </a:cubicBezTo>
                <a:cubicBezTo>
                  <a:pt x="83751" y="100425"/>
                  <a:pt x="80992" y="96510"/>
                  <a:pt x="78889" y="91624"/>
                </a:cubicBezTo>
                <a:cubicBezTo>
                  <a:pt x="76788" y="86737"/>
                  <a:pt x="75738" y="80668"/>
                  <a:pt x="75738" y="73416"/>
                </a:cubicBezTo>
                <a:cubicBezTo>
                  <a:pt x="75738" y="68264"/>
                  <a:pt x="76605" y="63403"/>
                  <a:pt x="78338" y="58833"/>
                </a:cubicBezTo>
                <a:cubicBezTo>
                  <a:pt x="80072" y="54261"/>
                  <a:pt x="82594" y="50319"/>
                  <a:pt x="85904" y="47009"/>
                </a:cubicBezTo>
                <a:cubicBezTo>
                  <a:pt x="89216" y="43698"/>
                  <a:pt x="93289" y="41070"/>
                  <a:pt x="98124" y="39126"/>
                </a:cubicBezTo>
                <a:cubicBezTo>
                  <a:pt x="102960" y="37181"/>
                  <a:pt x="108530" y="36208"/>
                  <a:pt x="114836" y="36208"/>
                </a:cubicBezTo>
                <a:cubicBezTo>
                  <a:pt x="117883" y="36208"/>
                  <a:pt x="120852" y="36576"/>
                  <a:pt x="123742" y="37312"/>
                </a:cubicBezTo>
                <a:cubicBezTo>
                  <a:pt x="126633" y="38049"/>
                  <a:pt x="129209" y="39126"/>
                  <a:pt x="131468" y="40546"/>
                </a:cubicBezTo>
                <a:cubicBezTo>
                  <a:pt x="133728" y="41963"/>
                  <a:pt x="135541" y="43723"/>
                  <a:pt x="136908" y="45826"/>
                </a:cubicBezTo>
                <a:cubicBezTo>
                  <a:pt x="138274" y="47928"/>
                  <a:pt x="138957" y="50293"/>
                  <a:pt x="138957" y="52920"/>
                </a:cubicBezTo>
                <a:cubicBezTo>
                  <a:pt x="138957" y="54812"/>
                  <a:pt x="138326" y="56600"/>
                  <a:pt x="137064" y="58282"/>
                </a:cubicBezTo>
                <a:cubicBezTo>
                  <a:pt x="135803" y="59963"/>
                  <a:pt x="133807" y="60803"/>
                  <a:pt x="131074" y="60803"/>
                </a:cubicBezTo>
                <a:cubicBezTo>
                  <a:pt x="128867" y="60803"/>
                  <a:pt x="127054" y="60225"/>
                  <a:pt x="125635" y="59069"/>
                </a:cubicBezTo>
                <a:cubicBezTo>
                  <a:pt x="124216" y="57912"/>
                  <a:pt x="123506" y="56231"/>
                  <a:pt x="123506" y="54024"/>
                </a:cubicBezTo>
                <a:cubicBezTo>
                  <a:pt x="123506" y="52552"/>
                  <a:pt x="123900" y="51343"/>
                  <a:pt x="124687" y="50399"/>
                </a:cubicBezTo>
                <a:cubicBezTo>
                  <a:pt x="125476" y="49453"/>
                  <a:pt x="125871" y="48559"/>
                  <a:pt x="125871" y="47717"/>
                </a:cubicBezTo>
                <a:cubicBezTo>
                  <a:pt x="125871" y="45826"/>
                  <a:pt x="124609" y="44381"/>
                  <a:pt x="122087" y="43382"/>
                </a:cubicBezTo>
                <a:cubicBezTo>
                  <a:pt x="119564" y="42383"/>
                  <a:pt x="116779" y="41883"/>
                  <a:pt x="113732" y="41883"/>
                </a:cubicBezTo>
                <a:cubicBezTo>
                  <a:pt x="109739" y="41883"/>
                  <a:pt x="106401" y="42724"/>
                  <a:pt x="103720" y="44406"/>
                </a:cubicBezTo>
                <a:cubicBezTo>
                  <a:pt x="101040" y="46089"/>
                  <a:pt x="98833" y="48323"/>
                  <a:pt x="97100" y="51108"/>
                </a:cubicBezTo>
                <a:cubicBezTo>
                  <a:pt x="95366" y="53893"/>
                  <a:pt x="94131" y="57045"/>
                  <a:pt x="93395" y="60567"/>
                </a:cubicBezTo>
                <a:cubicBezTo>
                  <a:pt x="92659" y="64087"/>
                  <a:pt x="92291" y="67687"/>
                  <a:pt x="92291" y="71366"/>
                </a:cubicBezTo>
                <a:close/>
                <a:moveTo>
                  <a:pt x="170077" y="85711"/>
                </a:moveTo>
                <a:cubicBezTo>
                  <a:pt x="170077" y="91596"/>
                  <a:pt x="170734" y="95958"/>
                  <a:pt x="172047" y="98797"/>
                </a:cubicBezTo>
                <a:cubicBezTo>
                  <a:pt x="173361" y="101634"/>
                  <a:pt x="175752" y="103053"/>
                  <a:pt x="179221" y="103053"/>
                </a:cubicBezTo>
                <a:cubicBezTo>
                  <a:pt x="181638" y="103053"/>
                  <a:pt x="183923" y="102685"/>
                  <a:pt x="186077" y="101951"/>
                </a:cubicBezTo>
                <a:cubicBezTo>
                  <a:pt x="188232" y="101215"/>
                  <a:pt x="189888" y="100426"/>
                  <a:pt x="191044" y="99586"/>
                </a:cubicBezTo>
                <a:cubicBezTo>
                  <a:pt x="191360" y="99376"/>
                  <a:pt x="191728" y="99349"/>
                  <a:pt x="192148" y="99507"/>
                </a:cubicBezTo>
                <a:cubicBezTo>
                  <a:pt x="192569" y="99664"/>
                  <a:pt x="192936" y="99927"/>
                  <a:pt x="193250" y="100296"/>
                </a:cubicBezTo>
                <a:cubicBezTo>
                  <a:pt x="193566" y="100663"/>
                  <a:pt x="193803" y="101057"/>
                  <a:pt x="193960" y="101477"/>
                </a:cubicBezTo>
                <a:cubicBezTo>
                  <a:pt x="194119" y="101897"/>
                  <a:pt x="194093" y="102265"/>
                  <a:pt x="193883" y="102581"/>
                </a:cubicBezTo>
                <a:cubicBezTo>
                  <a:pt x="191886" y="105838"/>
                  <a:pt x="189285" y="108150"/>
                  <a:pt x="186079" y="109516"/>
                </a:cubicBezTo>
                <a:cubicBezTo>
                  <a:pt x="182873" y="110883"/>
                  <a:pt x="179116" y="111566"/>
                  <a:pt x="174807" y="111566"/>
                </a:cubicBezTo>
                <a:cubicBezTo>
                  <a:pt x="167660" y="111566"/>
                  <a:pt x="162616" y="109964"/>
                  <a:pt x="159673" y="106760"/>
                </a:cubicBezTo>
                <a:cubicBezTo>
                  <a:pt x="156730" y="103554"/>
                  <a:pt x="155259" y="98535"/>
                  <a:pt x="155259" y="91703"/>
                </a:cubicBezTo>
                <a:lnTo>
                  <a:pt x="155259" y="51185"/>
                </a:lnTo>
                <a:cubicBezTo>
                  <a:pt x="155259" y="49925"/>
                  <a:pt x="155206" y="48927"/>
                  <a:pt x="155100" y="48190"/>
                </a:cubicBezTo>
                <a:cubicBezTo>
                  <a:pt x="154996" y="47454"/>
                  <a:pt x="154681" y="46929"/>
                  <a:pt x="154154" y="46615"/>
                </a:cubicBezTo>
                <a:cubicBezTo>
                  <a:pt x="153628" y="46299"/>
                  <a:pt x="152761" y="46114"/>
                  <a:pt x="151552" y="46062"/>
                </a:cubicBezTo>
                <a:cubicBezTo>
                  <a:pt x="150344" y="46009"/>
                  <a:pt x="148637" y="45982"/>
                  <a:pt x="146430" y="45982"/>
                </a:cubicBezTo>
                <a:cubicBezTo>
                  <a:pt x="146114" y="45982"/>
                  <a:pt x="145851" y="45667"/>
                  <a:pt x="145641" y="45037"/>
                </a:cubicBezTo>
                <a:cubicBezTo>
                  <a:pt x="145431" y="44406"/>
                  <a:pt x="145299" y="43723"/>
                  <a:pt x="145247" y="42987"/>
                </a:cubicBezTo>
                <a:cubicBezTo>
                  <a:pt x="145194" y="42251"/>
                  <a:pt x="145272" y="41568"/>
                  <a:pt x="145482" y="40938"/>
                </a:cubicBezTo>
                <a:cubicBezTo>
                  <a:pt x="145694" y="40307"/>
                  <a:pt x="146010" y="39992"/>
                  <a:pt x="146430" y="39992"/>
                </a:cubicBezTo>
                <a:cubicBezTo>
                  <a:pt x="149057" y="39782"/>
                  <a:pt x="151316" y="39388"/>
                  <a:pt x="153207" y="38811"/>
                </a:cubicBezTo>
                <a:cubicBezTo>
                  <a:pt x="155099" y="38232"/>
                  <a:pt x="156702" y="37312"/>
                  <a:pt x="158015" y="36052"/>
                </a:cubicBezTo>
                <a:cubicBezTo>
                  <a:pt x="159331" y="34790"/>
                  <a:pt x="160382" y="33082"/>
                  <a:pt x="161169" y="30928"/>
                </a:cubicBezTo>
                <a:cubicBezTo>
                  <a:pt x="161958" y="28773"/>
                  <a:pt x="162615" y="25961"/>
                  <a:pt x="163139" y="22494"/>
                </a:cubicBezTo>
                <a:cubicBezTo>
                  <a:pt x="163245" y="21862"/>
                  <a:pt x="163666" y="21389"/>
                  <a:pt x="164402" y="21075"/>
                </a:cubicBezTo>
                <a:cubicBezTo>
                  <a:pt x="165138" y="20759"/>
                  <a:pt x="165927" y="20601"/>
                  <a:pt x="166767" y="20601"/>
                </a:cubicBezTo>
                <a:cubicBezTo>
                  <a:pt x="167607" y="20601"/>
                  <a:pt x="168369" y="20732"/>
                  <a:pt x="169052" y="20995"/>
                </a:cubicBezTo>
                <a:cubicBezTo>
                  <a:pt x="169736" y="21258"/>
                  <a:pt x="170077" y="21600"/>
                  <a:pt x="170077" y="22020"/>
                </a:cubicBezTo>
                <a:lnTo>
                  <a:pt x="170077" y="35578"/>
                </a:lnTo>
                <a:cubicBezTo>
                  <a:pt x="170077" y="37260"/>
                  <a:pt x="170156" y="38233"/>
                  <a:pt x="170313" y="38496"/>
                </a:cubicBezTo>
                <a:cubicBezTo>
                  <a:pt x="170472" y="38757"/>
                  <a:pt x="171129" y="38888"/>
                  <a:pt x="172285" y="38888"/>
                </a:cubicBezTo>
                <a:lnTo>
                  <a:pt x="188680" y="38888"/>
                </a:lnTo>
                <a:cubicBezTo>
                  <a:pt x="189416" y="38888"/>
                  <a:pt x="189889" y="39309"/>
                  <a:pt x="190099" y="40151"/>
                </a:cubicBezTo>
                <a:cubicBezTo>
                  <a:pt x="190309" y="40991"/>
                  <a:pt x="190414" y="41727"/>
                  <a:pt x="190414" y="42357"/>
                </a:cubicBezTo>
                <a:cubicBezTo>
                  <a:pt x="190414" y="42987"/>
                  <a:pt x="190283" y="43749"/>
                  <a:pt x="190020" y="44642"/>
                </a:cubicBezTo>
                <a:cubicBezTo>
                  <a:pt x="189758" y="45536"/>
                  <a:pt x="189206" y="45982"/>
                  <a:pt x="188364" y="45982"/>
                </a:cubicBezTo>
                <a:lnTo>
                  <a:pt x="171496" y="45982"/>
                </a:lnTo>
                <a:cubicBezTo>
                  <a:pt x="170760" y="45982"/>
                  <a:pt x="170339" y="46167"/>
                  <a:pt x="170233" y="46535"/>
                </a:cubicBezTo>
                <a:cubicBezTo>
                  <a:pt x="170129" y="46903"/>
                  <a:pt x="170077" y="48243"/>
                  <a:pt x="170077" y="50555"/>
                </a:cubicBezTo>
                <a:lnTo>
                  <a:pt x="170077" y="85711"/>
                </a:lnTo>
                <a:close/>
                <a:moveTo>
                  <a:pt x="248966" y="38573"/>
                </a:moveTo>
                <a:cubicBezTo>
                  <a:pt x="248651" y="39729"/>
                  <a:pt x="248363" y="41149"/>
                  <a:pt x="248100" y="42831"/>
                </a:cubicBezTo>
                <a:cubicBezTo>
                  <a:pt x="247837" y="44512"/>
                  <a:pt x="247705" y="46298"/>
                  <a:pt x="247705" y="48190"/>
                </a:cubicBezTo>
                <a:cubicBezTo>
                  <a:pt x="247705" y="50187"/>
                  <a:pt x="247757" y="52263"/>
                  <a:pt x="247861" y="54419"/>
                </a:cubicBezTo>
                <a:cubicBezTo>
                  <a:pt x="247967" y="56572"/>
                  <a:pt x="248020" y="58227"/>
                  <a:pt x="248020" y="59384"/>
                </a:cubicBezTo>
                <a:cubicBezTo>
                  <a:pt x="248020" y="59700"/>
                  <a:pt x="247810" y="59963"/>
                  <a:pt x="247390" y="60173"/>
                </a:cubicBezTo>
                <a:cubicBezTo>
                  <a:pt x="246970" y="60383"/>
                  <a:pt x="246497" y="60514"/>
                  <a:pt x="245971" y="60567"/>
                </a:cubicBezTo>
                <a:cubicBezTo>
                  <a:pt x="245446" y="60619"/>
                  <a:pt x="244973" y="60566"/>
                  <a:pt x="244551" y="60409"/>
                </a:cubicBezTo>
                <a:cubicBezTo>
                  <a:pt x="244131" y="60251"/>
                  <a:pt x="243869" y="60015"/>
                  <a:pt x="243765" y="59699"/>
                </a:cubicBezTo>
                <a:cubicBezTo>
                  <a:pt x="242608" y="54129"/>
                  <a:pt x="240716" y="49846"/>
                  <a:pt x="238087" y="46851"/>
                </a:cubicBezTo>
                <a:cubicBezTo>
                  <a:pt x="235461" y="43855"/>
                  <a:pt x="231257" y="42357"/>
                  <a:pt x="225477" y="42357"/>
                </a:cubicBezTo>
                <a:cubicBezTo>
                  <a:pt x="221588" y="42357"/>
                  <a:pt x="218382" y="43330"/>
                  <a:pt x="215860" y="45275"/>
                </a:cubicBezTo>
                <a:cubicBezTo>
                  <a:pt x="213337" y="47219"/>
                  <a:pt x="212076" y="49820"/>
                  <a:pt x="212076" y="53079"/>
                </a:cubicBezTo>
                <a:cubicBezTo>
                  <a:pt x="212076" y="55810"/>
                  <a:pt x="213126" y="57912"/>
                  <a:pt x="215227" y="59384"/>
                </a:cubicBezTo>
                <a:cubicBezTo>
                  <a:pt x="217330" y="60854"/>
                  <a:pt x="220115" y="62221"/>
                  <a:pt x="223584" y="63483"/>
                </a:cubicBezTo>
                <a:cubicBezTo>
                  <a:pt x="225056" y="64009"/>
                  <a:pt x="226817" y="64666"/>
                  <a:pt x="228867" y="65455"/>
                </a:cubicBezTo>
                <a:cubicBezTo>
                  <a:pt x="230916" y="66243"/>
                  <a:pt x="232571" y="66899"/>
                  <a:pt x="233832" y="67423"/>
                </a:cubicBezTo>
                <a:cubicBezTo>
                  <a:pt x="236565" y="68685"/>
                  <a:pt x="239113" y="70000"/>
                  <a:pt x="241477" y="71366"/>
                </a:cubicBezTo>
                <a:cubicBezTo>
                  <a:pt x="243842" y="72732"/>
                  <a:pt x="245892" y="74335"/>
                  <a:pt x="247626" y="76175"/>
                </a:cubicBezTo>
                <a:cubicBezTo>
                  <a:pt x="249361" y="78013"/>
                  <a:pt x="250727" y="80088"/>
                  <a:pt x="251725" y="82400"/>
                </a:cubicBezTo>
                <a:cubicBezTo>
                  <a:pt x="252724" y="84713"/>
                  <a:pt x="253223" y="87394"/>
                  <a:pt x="253223" y="90442"/>
                </a:cubicBezTo>
                <a:cubicBezTo>
                  <a:pt x="253223" y="94436"/>
                  <a:pt x="252382" y="97772"/>
                  <a:pt x="250700" y="100452"/>
                </a:cubicBezTo>
                <a:cubicBezTo>
                  <a:pt x="249019" y="103132"/>
                  <a:pt x="246865" y="105287"/>
                  <a:pt x="244236" y="106916"/>
                </a:cubicBezTo>
                <a:cubicBezTo>
                  <a:pt x="241609" y="108545"/>
                  <a:pt x="238614" y="109727"/>
                  <a:pt x="235251" y="110462"/>
                </a:cubicBezTo>
                <a:cubicBezTo>
                  <a:pt x="231888" y="111198"/>
                  <a:pt x="228577" y="111566"/>
                  <a:pt x="225319" y="111566"/>
                </a:cubicBezTo>
                <a:cubicBezTo>
                  <a:pt x="222586" y="111566"/>
                  <a:pt x="219538" y="111251"/>
                  <a:pt x="216175" y="110621"/>
                </a:cubicBezTo>
                <a:cubicBezTo>
                  <a:pt x="212812" y="109990"/>
                  <a:pt x="209869" y="109097"/>
                  <a:pt x="207346" y="107941"/>
                </a:cubicBezTo>
                <a:cubicBezTo>
                  <a:pt x="206716" y="107731"/>
                  <a:pt x="206059" y="107836"/>
                  <a:pt x="205376" y="108256"/>
                </a:cubicBezTo>
                <a:cubicBezTo>
                  <a:pt x="204693" y="108676"/>
                  <a:pt x="204246" y="109464"/>
                  <a:pt x="204036" y="110621"/>
                </a:cubicBezTo>
                <a:cubicBezTo>
                  <a:pt x="204036" y="110936"/>
                  <a:pt x="203800" y="111147"/>
                  <a:pt x="203327" y="111251"/>
                </a:cubicBezTo>
                <a:cubicBezTo>
                  <a:pt x="202854" y="111357"/>
                  <a:pt x="202354" y="111410"/>
                  <a:pt x="201828" y="111410"/>
                </a:cubicBezTo>
                <a:cubicBezTo>
                  <a:pt x="201408" y="111410"/>
                  <a:pt x="200988" y="111330"/>
                  <a:pt x="200567" y="111171"/>
                </a:cubicBezTo>
                <a:cubicBezTo>
                  <a:pt x="200147" y="111014"/>
                  <a:pt x="199937" y="110778"/>
                  <a:pt x="199937" y="110464"/>
                </a:cubicBezTo>
                <a:cubicBezTo>
                  <a:pt x="199937" y="109622"/>
                  <a:pt x="200042" y="108466"/>
                  <a:pt x="200252" y="106995"/>
                </a:cubicBezTo>
                <a:cubicBezTo>
                  <a:pt x="200462" y="105523"/>
                  <a:pt x="200567" y="104157"/>
                  <a:pt x="200567" y="102896"/>
                </a:cubicBezTo>
                <a:cubicBezTo>
                  <a:pt x="200567" y="101634"/>
                  <a:pt x="200488" y="100241"/>
                  <a:pt x="200329" y="98718"/>
                </a:cubicBezTo>
                <a:cubicBezTo>
                  <a:pt x="200172" y="97194"/>
                  <a:pt x="200015" y="95697"/>
                  <a:pt x="199858" y="94226"/>
                </a:cubicBezTo>
                <a:cubicBezTo>
                  <a:pt x="199701" y="92754"/>
                  <a:pt x="199569" y="91440"/>
                  <a:pt x="199463" y="90284"/>
                </a:cubicBezTo>
                <a:cubicBezTo>
                  <a:pt x="199359" y="89127"/>
                  <a:pt x="199307" y="88286"/>
                  <a:pt x="199307" y="87760"/>
                </a:cubicBezTo>
                <a:cubicBezTo>
                  <a:pt x="199307" y="87340"/>
                  <a:pt x="199517" y="87025"/>
                  <a:pt x="199937" y="86815"/>
                </a:cubicBezTo>
                <a:cubicBezTo>
                  <a:pt x="200357" y="86605"/>
                  <a:pt x="200830" y="86474"/>
                  <a:pt x="201354" y="86423"/>
                </a:cubicBezTo>
                <a:cubicBezTo>
                  <a:pt x="201880" y="86370"/>
                  <a:pt x="202380" y="86422"/>
                  <a:pt x="202853" y="86579"/>
                </a:cubicBezTo>
                <a:cubicBezTo>
                  <a:pt x="203326" y="86736"/>
                  <a:pt x="203615" y="87025"/>
                  <a:pt x="203721" y="87445"/>
                </a:cubicBezTo>
                <a:cubicBezTo>
                  <a:pt x="204456" y="90494"/>
                  <a:pt x="205401" y="93174"/>
                  <a:pt x="206557" y="95487"/>
                </a:cubicBezTo>
                <a:cubicBezTo>
                  <a:pt x="207714" y="97798"/>
                  <a:pt x="209159" y="99742"/>
                  <a:pt x="210892" y="101320"/>
                </a:cubicBezTo>
                <a:cubicBezTo>
                  <a:pt x="212627" y="102897"/>
                  <a:pt x="214730" y="104080"/>
                  <a:pt x="217200" y="104869"/>
                </a:cubicBezTo>
                <a:cubicBezTo>
                  <a:pt x="219669" y="105656"/>
                  <a:pt x="222639" y="106050"/>
                  <a:pt x="226108" y="106050"/>
                </a:cubicBezTo>
                <a:cubicBezTo>
                  <a:pt x="229891" y="106050"/>
                  <a:pt x="232964" y="104999"/>
                  <a:pt x="235328" y="102896"/>
                </a:cubicBezTo>
                <a:cubicBezTo>
                  <a:pt x="237694" y="100794"/>
                  <a:pt x="238876" y="97851"/>
                  <a:pt x="238876" y="94068"/>
                </a:cubicBezTo>
                <a:cubicBezTo>
                  <a:pt x="238876" y="90705"/>
                  <a:pt x="237694" y="88051"/>
                  <a:pt x="235328" y="86107"/>
                </a:cubicBezTo>
                <a:cubicBezTo>
                  <a:pt x="232964" y="84162"/>
                  <a:pt x="230206" y="82453"/>
                  <a:pt x="227053" y="80981"/>
                </a:cubicBezTo>
                <a:cubicBezTo>
                  <a:pt x="225581" y="80351"/>
                  <a:pt x="224083" y="79721"/>
                  <a:pt x="222559" y="79090"/>
                </a:cubicBezTo>
                <a:cubicBezTo>
                  <a:pt x="221036" y="78460"/>
                  <a:pt x="219486" y="77830"/>
                  <a:pt x="217909" y="77200"/>
                </a:cubicBezTo>
                <a:cubicBezTo>
                  <a:pt x="215597" y="76253"/>
                  <a:pt x="213311" y="75282"/>
                  <a:pt x="211051" y="74284"/>
                </a:cubicBezTo>
                <a:cubicBezTo>
                  <a:pt x="208791" y="73285"/>
                  <a:pt x="206794" y="72049"/>
                  <a:pt x="205059" y="70577"/>
                </a:cubicBezTo>
                <a:cubicBezTo>
                  <a:pt x="203325" y="69105"/>
                  <a:pt x="201933" y="67265"/>
                  <a:pt x="200883" y="65059"/>
                </a:cubicBezTo>
                <a:cubicBezTo>
                  <a:pt x="199832" y="62852"/>
                  <a:pt x="199307" y="60119"/>
                  <a:pt x="199307" y="56860"/>
                </a:cubicBezTo>
                <a:cubicBezTo>
                  <a:pt x="199307" y="53077"/>
                  <a:pt x="200121" y="49872"/>
                  <a:pt x="201749" y="47245"/>
                </a:cubicBezTo>
                <a:cubicBezTo>
                  <a:pt x="203378" y="44617"/>
                  <a:pt x="205480" y="42488"/>
                  <a:pt x="208054" y="40861"/>
                </a:cubicBezTo>
                <a:cubicBezTo>
                  <a:pt x="210629" y="39231"/>
                  <a:pt x="213493" y="38049"/>
                  <a:pt x="216646" y="37312"/>
                </a:cubicBezTo>
                <a:cubicBezTo>
                  <a:pt x="219801" y="36576"/>
                  <a:pt x="222902" y="36208"/>
                  <a:pt x="225949" y="36208"/>
                </a:cubicBezTo>
                <a:cubicBezTo>
                  <a:pt x="228892" y="36208"/>
                  <a:pt x="231493" y="36550"/>
                  <a:pt x="233753" y="37233"/>
                </a:cubicBezTo>
                <a:cubicBezTo>
                  <a:pt x="236012" y="37916"/>
                  <a:pt x="238508" y="39151"/>
                  <a:pt x="241241" y="40938"/>
                </a:cubicBezTo>
                <a:cubicBezTo>
                  <a:pt x="241661" y="41148"/>
                  <a:pt x="242213" y="41122"/>
                  <a:pt x="242896" y="40861"/>
                </a:cubicBezTo>
                <a:cubicBezTo>
                  <a:pt x="243579" y="40598"/>
                  <a:pt x="244131" y="39730"/>
                  <a:pt x="244551" y="38258"/>
                </a:cubicBezTo>
                <a:cubicBezTo>
                  <a:pt x="244657" y="37838"/>
                  <a:pt x="244972" y="37575"/>
                  <a:pt x="245497" y="37471"/>
                </a:cubicBezTo>
                <a:cubicBezTo>
                  <a:pt x="246023" y="37365"/>
                  <a:pt x="246549" y="37339"/>
                  <a:pt x="247075" y="37392"/>
                </a:cubicBezTo>
                <a:cubicBezTo>
                  <a:pt x="247601" y="37443"/>
                  <a:pt x="248074" y="37575"/>
                  <a:pt x="248494" y="37786"/>
                </a:cubicBezTo>
                <a:cubicBezTo>
                  <a:pt x="248914" y="37996"/>
                  <a:pt x="249071" y="38259"/>
                  <a:pt x="248966" y="38573"/>
                </a:cubicBezTo>
                <a:close/>
                <a:moveTo>
                  <a:pt x="363162" y="77356"/>
                </a:moveTo>
                <a:cubicBezTo>
                  <a:pt x="363162" y="76200"/>
                  <a:pt x="363109" y="75490"/>
                  <a:pt x="363003" y="75227"/>
                </a:cubicBezTo>
                <a:cubicBezTo>
                  <a:pt x="362899" y="74964"/>
                  <a:pt x="362637" y="74832"/>
                  <a:pt x="362217" y="74832"/>
                </a:cubicBezTo>
                <a:cubicBezTo>
                  <a:pt x="353598" y="75569"/>
                  <a:pt x="347213" y="77382"/>
                  <a:pt x="343061" y="80274"/>
                </a:cubicBezTo>
                <a:cubicBezTo>
                  <a:pt x="338910" y="83164"/>
                  <a:pt x="336835" y="86868"/>
                  <a:pt x="336835" y="91388"/>
                </a:cubicBezTo>
                <a:cubicBezTo>
                  <a:pt x="336835" y="94541"/>
                  <a:pt x="337623" y="97195"/>
                  <a:pt x="339200" y="99350"/>
                </a:cubicBezTo>
                <a:cubicBezTo>
                  <a:pt x="340776" y="101504"/>
                  <a:pt x="343404" y="102581"/>
                  <a:pt x="347083" y="102581"/>
                </a:cubicBezTo>
                <a:cubicBezTo>
                  <a:pt x="349500" y="102581"/>
                  <a:pt x="352048" y="102108"/>
                  <a:pt x="354728" y="101162"/>
                </a:cubicBezTo>
                <a:cubicBezTo>
                  <a:pt x="357408" y="100216"/>
                  <a:pt x="359799" y="98849"/>
                  <a:pt x="361901" y="97063"/>
                </a:cubicBezTo>
                <a:cubicBezTo>
                  <a:pt x="362742" y="96222"/>
                  <a:pt x="363162" y="95381"/>
                  <a:pt x="363162" y="94539"/>
                </a:cubicBezTo>
                <a:lnTo>
                  <a:pt x="363162" y="77356"/>
                </a:lnTo>
                <a:moveTo>
                  <a:pt x="377983" y="92963"/>
                </a:moveTo>
                <a:cubicBezTo>
                  <a:pt x="377983" y="96642"/>
                  <a:pt x="378324" y="99218"/>
                  <a:pt x="379008" y="100690"/>
                </a:cubicBezTo>
                <a:cubicBezTo>
                  <a:pt x="379691" y="102161"/>
                  <a:pt x="381031" y="102896"/>
                  <a:pt x="383027" y="102896"/>
                </a:cubicBezTo>
                <a:cubicBezTo>
                  <a:pt x="384184" y="102896"/>
                  <a:pt x="385129" y="102765"/>
                  <a:pt x="385864" y="102502"/>
                </a:cubicBezTo>
                <a:cubicBezTo>
                  <a:pt x="386600" y="102239"/>
                  <a:pt x="387651" y="101687"/>
                  <a:pt x="389017" y="100847"/>
                </a:cubicBezTo>
                <a:cubicBezTo>
                  <a:pt x="389333" y="100636"/>
                  <a:pt x="389675" y="100636"/>
                  <a:pt x="390042" y="100847"/>
                </a:cubicBezTo>
                <a:cubicBezTo>
                  <a:pt x="390411" y="101057"/>
                  <a:pt x="390726" y="101346"/>
                  <a:pt x="390988" y="101715"/>
                </a:cubicBezTo>
                <a:cubicBezTo>
                  <a:pt x="391251" y="102082"/>
                  <a:pt x="391434" y="102502"/>
                  <a:pt x="391538" y="102976"/>
                </a:cubicBezTo>
                <a:cubicBezTo>
                  <a:pt x="391644" y="103449"/>
                  <a:pt x="391540" y="103842"/>
                  <a:pt x="391226" y="104157"/>
                </a:cubicBezTo>
                <a:cubicBezTo>
                  <a:pt x="387127" y="109096"/>
                  <a:pt x="382291" y="111566"/>
                  <a:pt x="376720" y="111566"/>
                </a:cubicBezTo>
                <a:cubicBezTo>
                  <a:pt x="373673" y="111566"/>
                  <a:pt x="371072" y="110752"/>
                  <a:pt x="368916" y="109124"/>
                </a:cubicBezTo>
                <a:cubicBezTo>
                  <a:pt x="366762" y="107495"/>
                  <a:pt x="365160" y="105576"/>
                  <a:pt x="364110" y="103368"/>
                </a:cubicBezTo>
                <a:cubicBezTo>
                  <a:pt x="363898" y="102843"/>
                  <a:pt x="363582" y="102791"/>
                  <a:pt x="363162" y="103211"/>
                </a:cubicBezTo>
                <a:cubicBezTo>
                  <a:pt x="360429" y="105628"/>
                  <a:pt x="357250" y="107625"/>
                  <a:pt x="353624" y="109201"/>
                </a:cubicBezTo>
                <a:cubicBezTo>
                  <a:pt x="349998" y="110778"/>
                  <a:pt x="345453" y="111566"/>
                  <a:pt x="339989" y="111566"/>
                </a:cubicBezTo>
                <a:cubicBezTo>
                  <a:pt x="333997" y="111566"/>
                  <a:pt x="329372" y="109964"/>
                  <a:pt x="326113" y="106760"/>
                </a:cubicBezTo>
                <a:cubicBezTo>
                  <a:pt x="322856" y="103554"/>
                  <a:pt x="321228" y="99008"/>
                  <a:pt x="321228" y="93122"/>
                </a:cubicBezTo>
                <a:cubicBezTo>
                  <a:pt x="321228" y="85554"/>
                  <a:pt x="324749" y="79747"/>
                  <a:pt x="331791" y="75701"/>
                </a:cubicBezTo>
                <a:cubicBezTo>
                  <a:pt x="338833" y="71655"/>
                  <a:pt x="349080" y="69632"/>
                  <a:pt x="362532" y="69632"/>
                </a:cubicBezTo>
                <a:cubicBezTo>
                  <a:pt x="362742" y="69632"/>
                  <a:pt x="362899" y="69369"/>
                  <a:pt x="363003" y="68843"/>
                </a:cubicBezTo>
                <a:cubicBezTo>
                  <a:pt x="363109" y="68317"/>
                  <a:pt x="363162" y="67108"/>
                  <a:pt x="363162" y="65217"/>
                </a:cubicBezTo>
                <a:lnTo>
                  <a:pt x="363162" y="60959"/>
                </a:lnTo>
                <a:cubicBezTo>
                  <a:pt x="363162" y="58332"/>
                  <a:pt x="362952" y="55863"/>
                  <a:pt x="362532" y="53550"/>
                </a:cubicBezTo>
                <a:cubicBezTo>
                  <a:pt x="362112" y="51238"/>
                  <a:pt x="361402" y="49214"/>
                  <a:pt x="360403" y="47481"/>
                </a:cubicBezTo>
                <a:cubicBezTo>
                  <a:pt x="359405" y="45747"/>
                  <a:pt x="358013" y="44381"/>
                  <a:pt x="356227" y="43382"/>
                </a:cubicBezTo>
                <a:cubicBezTo>
                  <a:pt x="354440" y="42383"/>
                  <a:pt x="352233" y="41883"/>
                  <a:pt x="349604" y="41883"/>
                </a:cubicBezTo>
                <a:cubicBezTo>
                  <a:pt x="345715" y="41883"/>
                  <a:pt x="342562" y="42646"/>
                  <a:pt x="340145" y="44171"/>
                </a:cubicBezTo>
                <a:cubicBezTo>
                  <a:pt x="337728" y="45694"/>
                  <a:pt x="336520" y="47664"/>
                  <a:pt x="336520" y="50081"/>
                </a:cubicBezTo>
                <a:cubicBezTo>
                  <a:pt x="336520" y="51238"/>
                  <a:pt x="336887" y="52367"/>
                  <a:pt x="337622" y="53471"/>
                </a:cubicBezTo>
                <a:cubicBezTo>
                  <a:pt x="338358" y="54574"/>
                  <a:pt x="338726" y="55704"/>
                  <a:pt x="338726" y="56860"/>
                </a:cubicBezTo>
                <a:cubicBezTo>
                  <a:pt x="338726" y="58332"/>
                  <a:pt x="337990" y="59752"/>
                  <a:pt x="336518" y="61118"/>
                </a:cubicBezTo>
                <a:cubicBezTo>
                  <a:pt x="335047" y="62485"/>
                  <a:pt x="333261" y="63168"/>
                  <a:pt x="331160" y="63168"/>
                </a:cubicBezTo>
                <a:cubicBezTo>
                  <a:pt x="328322" y="63168"/>
                  <a:pt x="326298" y="62406"/>
                  <a:pt x="325089" y="60882"/>
                </a:cubicBezTo>
                <a:cubicBezTo>
                  <a:pt x="323881" y="59357"/>
                  <a:pt x="323277" y="57491"/>
                  <a:pt x="323277" y="55285"/>
                </a:cubicBezTo>
                <a:cubicBezTo>
                  <a:pt x="323277" y="52658"/>
                  <a:pt x="324013" y="50161"/>
                  <a:pt x="325483" y="47796"/>
                </a:cubicBezTo>
                <a:cubicBezTo>
                  <a:pt x="326955" y="45430"/>
                  <a:pt x="328952" y="43407"/>
                  <a:pt x="331473" y="41727"/>
                </a:cubicBezTo>
                <a:cubicBezTo>
                  <a:pt x="333996" y="40044"/>
                  <a:pt x="336939" y="38704"/>
                  <a:pt x="340302" y="37707"/>
                </a:cubicBezTo>
                <a:cubicBezTo>
                  <a:pt x="343666" y="36708"/>
                  <a:pt x="347188" y="36208"/>
                  <a:pt x="350867" y="36208"/>
                </a:cubicBezTo>
                <a:cubicBezTo>
                  <a:pt x="359274" y="36208"/>
                  <a:pt x="365895" y="38153"/>
                  <a:pt x="370730" y="42042"/>
                </a:cubicBezTo>
                <a:cubicBezTo>
                  <a:pt x="375565" y="45931"/>
                  <a:pt x="377983" y="52395"/>
                  <a:pt x="377983" y="61433"/>
                </a:cubicBezTo>
                <a:lnTo>
                  <a:pt x="377983" y="92963"/>
                </a:lnTo>
                <a:close/>
                <a:moveTo>
                  <a:pt x="421873" y="90914"/>
                </a:moveTo>
                <a:cubicBezTo>
                  <a:pt x="421873" y="93542"/>
                  <a:pt x="421925" y="95750"/>
                  <a:pt x="422030" y="97536"/>
                </a:cubicBezTo>
                <a:cubicBezTo>
                  <a:pt x="422135" y="99323"/>
                  <a:pt x="422425" y="100794"/>
                  <a:pt x="422898" y="101951"/>
                </a:cubicBezTo>
                <a:cubicBezTo>
                  <a:pt x="423371" y="103107"/>
                  <a:pt x="424159" y="104000"/>
                  <a:pt x="425263" y="104631"/>
                </a:cubicBezTo>
                <a:cubicBezTo>
                  <a:pt x="426366" y="105261"/>
                  <a:pt x="427916" y="105734"/>
                  <a:pt x="429913" y="106050"/>
                </a:cubicBezTo>
                <a:cubicBezTo>
                  <a:pt x="430543" y="106154"/>
                  <a:pt x="431016" y="106443"/>
                  <a:pt x="431332" y="106916"/>
                </a:cubicBezTo>
                <a:cubicBezTo>
                  <a:pt x="431648" y="107389"/>
                  <a:pt x="431806" y="107941"/>
                  <a:pt x="431806" y="108571"/>
                </a:cubicBezTo>
                <a:cubicBezTo>
                  <a:pt x="431806" y="109097"/>
                  <a:pt x="431648" y="109597"/>
                  <a:pt x="431332" y="110070"/>
                </a:cubicBezTo>
                <a:cubicBezTo>
                  <a:pt x="431016" y="110543"/>
                  <a:pt x="430543" y="110779"/>
                  <a:pt x="429913" y="110779"/>
                </a:cubicBezTo>
                <a:cubicBezTo>
                  <a:pt x="428862" y="110779"/>
                  <a:pt x="426891" y="110595"/>
                  <a:pt x="424000" y="110226"/>
                </a:cubicBezTo>
                <a:cubicBezTo>
                  <a:pt x="421110" y="109859"/>
                  <a:pt x="418088" y="109675"/>
                  <a:pt x="414935" y="109675"/>
                </a:cubicBezTo>
                <a:cubicBezTo>
                  <a:pt x="411572" y="109675"/>
                  <a:pt x="408314" y="109859"/>
                  <a:pt x="405162" y="110226"/>
                </a:cubicBezTo>
                <a:cubicBezTo>
                  <a:pt x="402009" y="110595"/>
                  <a:pt x="399066" y="110779"/>
                  <a:pt x="396333" y="110779"/>
                </a:cubicBezTo>
                <a:cubicBezTo>
                  <a:pt x="395807" y="110779"/>
                  <a:pt x="395386" y="110543"/>
                  <a:pt x="395070" y="110070"/>
                </a:cubicBezTo>
                <a:cubicBezTo>
                  <a:pt x="394756" y="109597"/>
                  <a:pt x="394599" y="109097"/>
                  <a:pt x="394599" y="108571"/>
                </a:cubicBezTo>
                <a:cubicBezTo>
                  <a:pt x="394599" y="107941"/>
                  <a:pt x="394756" y="107389"/>
                  <a:pt x="395070" y="106916"/>
                </a:cubicBezTo>
                <a:cubicBezTo>
                  <a:pt x="395386" y="106443"/>
                  <a:pt x="395860" y="106154"/>
                  <a:pt x="396492" y="106050"/>
                </a:cubicBezTo>
                <a:cubicBezTo>
                  <a:pt x="399119" y="105734"/>
                  <a:pt x="401141" y="105314"/>
                  <a:pt x="402559" y="104789"/>
                </a:cubicBezTo>
                <a:cubicBezTo>
                  <a:pt x="403978" y="104263"/>
                  <a:pt x="405029" y="103475"/>
                  <a:pt x="405712" y="102425"/>
                </a:cubicBezTo>
                <a:cubicBezTo>
                  <a:pt x="406396" y="101373"/>
                  <a:pt x="406789" y="100006"/>
                  <a:pt x="406894" y="98326"/>
                </a:cubicBezTo>
                <a:cubicBezTo>
                  <a:pt x="406999" y="96643"/>
                  <a:pt x="407052" y="94488"/>
                  <a:pt x="407052" y="91859"/>
                </a:cubicBezTo>
                <a:lnTo>
                  <a:pt x="407052" y="71996"/>
                </a:lnTo>
                <a:cubicBezTo>
                  <a:pt x="407052" y="66847"/>
                  <a:pt x="406999" y="62564"/>
                  <a:pt x="406894" y="59148"/>
                </a:cubicBezTo>
                <a:cubicBezTo>
                  <a:pt x="406789" y="55732"/>
                  <a:pt x="406422" y="53026"/>
                  <a:pt x="405792" y="51029"/>
                </a:cubicBezTo>
                <a:cubicBezTo>
                  <a:pt x="405162" y="49031"/>
                  <a:pt x="404163" y="47638"/>
                  <a:pt x="402797" y="46851"/>
                </a:cubicBezTo>
                <a:cubicBezTo>
                  <a:pt x="401430" y="46062"/>
                  <a:pt x="399486" y="45667"/>
                  <a:pt x="396963" y="45667"/>
                </a:cubicBezTo>
                <a:cubicBezTo>
                  <a:pt x="396333" y="45667"/>
                  <a:pt x="395833" y="45457"/>
                  <a:pt x="395465" y="45037"/>
                </a:cubicBezTo>
                <a:cubicBezTo>
                  <a:pt x="395097" y="44617"/>
                  <a:pt x="394914" y="44143"/>
                  <a:pt x="394914" y="43617"/>
                </a:cubicBezTo>
                <a:cubicBezTo>
                  <a:pt x="394914" y="42987"/>
                  <a:pt x="395097" y="42462"/>
                  <a:pt x="395465" y="42042"/>
                </a:cubicBezTo>
                <a:cubicBezTo>
                  <a:pt x="395833" y="41622"/>
                  <a:pt x="396333" y="41412"/>
                  <a:pt x="396963" y="41412"/>
                </a:cubicBezTo>
                <a:cubicBezTo>
                  <a:pt x="398960" y="41412"/>
                  <a:pt x="401876" y="41096"/>
                  <a:pt x="405712" y="40466"/>
                </a:cubicBezTo>
                <a:cubicBezTo>
                  <a:pt x="409549" y="39834"/>
                  <a:pt x="413464" y="38941"/>
                  <a:pt x="417459" y="37786"/>
                </a:cubicBezTo>
                <a:cubicBezTo>
                  <a:pt x="418930" y="37365"/>
                  <a:pt x="420033" y="37653"/>
                  <a:pt x="420769" y="38652"/>
                </a:cubicBezTo>
                <a:cubicBezTo>
                  <a:pt x="421505" y="39651"/>
                  <a:pt x="421873" y="40781"/>
                  <a:pt x="421873" y="42042"/>
                </a:cubicBezTo>
                <a:lnTo>
                  <a:pt x="421873" y="48347"/>
                </a:lnTo>
                <a:cubicBezTo>
                  <a:pt x="421873" y="48557"/>
                  <a:pt x="421952" y="48688"/>
                  <a:pt x="422109" y="48741"/>
                </a:cubicBezTo>
                <a:cubicBezTo>
                  <a:pt x="422266" y="48794"/>
                  <a:pt x="422398" y="48716"/>
                  <a:pt x="422503" y="48506"/>
                </a:cubicBezTo>
                <a:cubicBezTo>
                  <a:pt x="423240" y="47349"/>
                  <a:pt x="424264" y="46062"/>
                  <a:pt x="425578" y="44645"/>
                </a:cubicBezTo>
                <a:cubicBezTo>
                  <a:pt x="426891" y="43225"/>
                  <a:pt x="428468" y="41885"/>
                  <a:pt x="430307" y="40625"/>
                </a:cubicBezTo>
                <a:cubicBezTo>
                  <a:pt x="432147" y="39363"/>
                  <a:pt x="434222" y="38312"/>
                  <a:pt x="436533" y="37471"/>
                </a:cubicBezTo>
                <a:cubicBezTo>
                  <a:pt x="438845" y="36629"/>
                  <a:pt x="441421" y="36208"/>
                  <a:pt x="444260" y="36208"/>
                </a:cubicBezTo>
                <a:cubicBezTo>
                  <a:pt x="452142" y="36208"/>
                  <a:pt x="458316" y="38389"/>
                  <a:pt x="462783" y="42751"/>
                </a:cubicBezTo>
                <a:cubicBezTo>
                  <a:pt x="467251" y="47114"/>
                  <a:pt x="469485" y="54181"/>
                  <a:pt x="469485" y="63954"/>
                </a:cubicBezTo>
                <a:lnTo>
                  <a:pt x="469485" y="90914"/>
                </a:lnTo>
                <a:cubicBezTo>
                  <a:pt x="469485" y="93752"/>
                  <a:pt x="469563" y="96065"/>
                  <a:pt x="469720" y="97852"/>
                </a:cubicBezTo>
                <a:cubicBezTo>
                  <a:pt x="469878" y="99638"/>
                  <a:pt x="470245" y="101083"/>
                  <a:pt x="470822" y="102186"/>
                </a:cubicBezTo>
                <a:cubicBezTo>
                  <a:pt x="471401" y="103290"/>
                  <a:pt x="472295" y="104131"/>
                  <a:pt x="473504" y="104710"/>
                </a:cubicBezTo>
                <a:cubicBezTo>
                  <a:pt x="474714" y="105287"/>
                  <a:pt x="476422" y="105734"/>
                  <a:pt x="478628" y="106050"/>
                </a:cubicBezTo>
                <a:cubicBezTo>
                  <a:pt x="479259" y="106154"/>
                  <a:pt x="479731" y="106443"/>
                  <a:pt x="480045" y="106916"/>
                </a:cubicBezTo>
                <a:cubicBezTo>
                  <a:pt x="480361" y="107389"/>
                  <a:pt x="480519" y="107941"/>
                  <a:pt x="480519" y="108571"/>
                </a:cubicBezTo>
                <a:cubicBezTo>
                  <a:pt x="480519" y="109097"/>
                  <a:pt x="480361" y="109597"/>
                  <a:pt x="480045" y="110070"/>
                </a:cubicBezTo>
                <a:cubicBezTo>
                  <a:pt x="479731" y="110543"/>
                  <a:pt x="479259" y="110779"/>
                  <a:pt x="478628" y="110779"/>
                </a:cubicBezTo>
                <a:cubicBezTo>
                  <a:pt x="477262" y="110779"/>
                  <a:pt x="475028" y="110595"/>
                  <a:pt x="471926" y="110226"/>
                </a:cubicBezTo>
                <a:cubicBezTo>
                  <a:pt x="468826" y="109859"/>
                  <a:pt x="465700" y="109675"/>
                  <a:pt x="462547" y="109675"/>
                </a:cubicBezTo>
                <a:cubicBezTo>
                  <a:pt x="459184" y="109675"/>
                  <a:pt x="455978" y="109859"/>
                  <a:pt x="452929" y="110226"/>
                </a:cubicBezTo>
                <a:cubicBezTo>
                  <a:pt x="449882" y="110595"/>
                  <a:pt x="447360" y="110779"/>
                  <a:pt x="445364" y="110779"/>
                </a:cubicBezTo>
                <a:cubicBezTo>
                  <a:pt x="444838" y="110779"/>
                  <a:pt x="444417" y="110543"/>
                  <a:pt x="444101" y="110070"/>
                </a:cubicBezTo>
                <a:cubicBezTo>
                  <a:pt x="443787" y="109597"/>
                  <a:pt x="443629" y="109097"/>
                  <a:pt x="443629" y="108571"/>
                </a:cubicBezTo>
                <a:cubicBezTo>
                  <a:pt x="443629" y="107941"/>
                  <a:pt x="443787" y="107389"/>
                  <a:pt x="444101" y="106916"/>
                </a:cubicBezTo>
                <a:cubicBezTo>
                  <a:pt x="444417" y="106443"/>
                  <a:pt x="444890" y="106154"/>
                  <a:pt x="445520" y="106050"/>
                </a:cubicBezTo>
                <a:cubicBezTo>
                  <a:pt x="447833" y="105734"/>
                  <a:pt x="449593" y="105261"/>
                  <a:pt x="450800" y="104631"/>
                </a:cubicBezTo>
                <a:cubicBezTo>
                  <a:pt x="452010" y="104000"/>
                  <a:pt x="452903" y="103133"/>
                  <a:pt x="453480" y="102030"/>
                </a:cubicBezTo>
                <a:cubicBezTo>
                  <a:pt x="454059" y="100925"/>
                  <a:pt x="454401" y="99559"/>
                  <a:pt x="454505" y="97931"/>
                </a:cubicBezTo>
                <a:cubicBezTo>
                  <a:pt x="454611" y="96302"/>
                  <a:pt x="454664" y="94278"/>
                  <a:pt x="454664" y="91859"/>
                </a:cubicBezTo>
                <a:lnTo>
                  <a:pt x="454664" y="67897"/>
                </a:lnTo>
                <a:cubicBezTo>
                  <a:pt x="454664" y="65269"/>
                  <a:pt x="454559" y="62641"/>
                  <a:pt x="454349" y="60014"/>
                </a:cubicBezTo>
                <a:cubicBezTo>
                  <a:pt x="454139" y="57387"/>
                  <a:pt x="453561" y="55022"/>
                  <a:pt x="452614" y="52920"/>
                </a:cubicBezTo>
                <a:cubicBezTo>
                  <a:pt x="451670" y="50817"/>
                  <a:pt x="450303" y="49083"/>
                  <a:pt x="448515" y="47717"/>
                </a:cubicBezTo>
                <a:cubicBezTo>
                  <a:pt x="446729" y="46350"/>
                  <a:pt x="444259" y="45667"/>
                  <a:pt x="441106" y="45667"/>
                </a:cubicBezTo>
                <a:cubicBezTo>
                  <a:pt x="437953" y="45667"/>
                  <a:pt x="435194" y="46167"/>
                  <a:pt x="432828" y="47166"/>
                </a:cubicBezTo>
                <a:cubicBezTo>
                  <a:pt x="430464" y="48163"/>
                  <a:pt x="428468" y="49503"/>
                  <a:pt x="426838" y="51185"/>
                </a:cubicBezTo>
                <a:cubicBezTo>
                  <a:pt x="425209" y="52868"/>
                  <a:pt x="423974" y="54839"/>
                  <a:pt x="423134" y="57098"/>
                </a:cubicBezTo>
                <a:cubicBezTo>
                  <a:pt x="422293" y="59358"/>
                  <a:pt x="421873" y="61749"/>
                  <a:pt x="421873" y="64272"/>
                </a:cubicBezTo>
                <a:lnTo>
                  <a:pt x="421873" y="90914"/>
                </a:lnTo>
                <a:close/>
                <a:moveTo>
                  <a:pt x="541752" y="50555"/>
                </a:moveTo>
                <a:cubicBezTo>
                  <a:pt x="539756" y="48033"/>
                  <a:pt x="537601" y="46167"/>
                  <a:pt x="535288" y="44960"/>
                </a:cubicBezTo>
                <a:cubicBezTo>
                  <a:pt x="532976" y="43751"/>
                  <a:pt x="530191" y="43146"/>
                  <a:pt x="526934" y="43146"/>
                </a:cubicBezTo>
                <a:cubicBezTo>
                  <a:pt x="523779" y="43146"/>
                  <a:pt x="520941" y="43619"/>
                  <a:pt x="518418" y="44565"/>
                </a:cubicBezTo>
                <a:cubicBezTo>
                  <a:pt x="515897" y="45510"/>
                  <a:pt x="513769" y="47138"/>
                  <a:pt x="512034" y="49451"/>
                </a:cubicBezTo>
                <a:cubicBezTo>
                  <a:pt x="510300" y="51764"/>
                  <a:pt x="508986" y="54917"/>
                  <a:pt x="508093" y="58912"/>
                </a:cubicBezTo>
                <a:cubicBezTo>
                  <a:pt x="507200" y="62906"/>
                  <a:pt x="506753" y="67950"/>
                  <a:pt x="506753" y="74046"/>
                </a:cubicBezTo>
                <a:cubicBezTo>
                  <a:pt x="506753" y="77619"/>
                  <a:pt x="507121" y="81113"/>
                  <a:pt x="507855" y="84529"/>
                </a:cubicBezTo>
                <a:cubicBezTo>
                  <a:pt x="508591" y="87945"/>
                  <a:pt x="509669" y="90993"/>
                  <a:pt x="511088" y="93673"/>
                </a:cubicBezTo>
                <a:cubicBezTo>
                  <a:pt x="512507" y="96353"/>
                  <a:pt x="514242" y="98508"/>
                  <a:pt x="516291" y="100137"/>
                </a:cubicBezTo>
                <a:cubicBezTo>
                  <a:pt x="518341" y="101766"/>
                  <a:pt x="520732" y="102581"/>
                  <a:pt x="523465" y="102581"/>
                </a:cubicBezTo>
                <a:cubicBezTo>
                  <a:pt x="527878" y="102581"/>
                  <a:pt x="531530" y="101819"/>
                  <a:pt x="534420" y="100296"/>
                </a:cubicBezTo>
                <a:cubicBezTo>
                  <a:pt x="537312" y="98771"/>
                  <a:pt x="539756" y="96800"/>
                  <a:pt x="541752" y="94383"/>
                </a:cubicBezTo>
                <a:lnTo>
                  <a:pt x="541752" y="50555"/>
                </a:lnTo>
                <a:moveTo>
                  <a:pt x="556571" y="82559"/>
                </a:moveTo>
                <a:cubicBezTo>
                  <a:pt x="556571" y="86868"/>
                  <a:pt x="556649" y="90363"/>
                  <a:pt x="556807" y="93043"/>
                </a:cubicBezTo>
                <a:cubicBezTo>
                  <a:pt x="556965" y="95723"/>
                  <a:pt x="557438" y="97825"/>
                  <a:pt x="558226" y="99350"/>
                </a:cubicBezTo>
                <a:cubicBezTo>
                  <a:pt x="559015" y="100874"/>
                  <a:pt x="560198" y="101924"/>
                  <a:pt x="561774" y="102502"/>
                </a:cubicBezTo>
                <a:cubicBezTo>
                  <a:pt x="563351" y="103079"/>
                  <a:pt x="565558" y="103368"/>
                  <a:pt x="568397" y="103368"/>
                </a:cubicBezTo>
                <a:cubicBezTo>
                  <a:pt x="568817" y="103368"/>
                  <a:pt x="569158" y="103604"/>
                  <a:pt x="569419" y="104077"/>
                </a:cubicBezTo>
                <a:cubicBezTo>
                  <a:pt x="569682" y="104550"/>
                  <a:pt x="569814" y="105103"/>
                  <a:pt x="569814" y="105735"/>
                </a:cubicBezTo>
                <a:cubicBezTo>
                  <a:pt x="569814" y="106259"/>
                  <a:pt x="569709" y="106784"/>
                  <a:pt x="569498" y="107310"/>
                </a:cubicBezTo>
                <a:cubicBezTo>
                  <a:pt x="569288" y="107836"/>
                  <a:pt x="568921" y="108099"/>
                  <a:pt x="568397" y="108099"/>
                </a:cubicBezTo>
                <a:cubicBezTo>
                  <a:pt x="567555" y="108099"/>
                  <a:pt x="566844" y="108126"/>
                  <a:pt x="566265" y="108179"/>
                </a:cubicBezTo>
                <a:cubicBezTo>
                  <a:pt x="565688" y="108230"/>
                  <a:pt x="565110" y="108282"/>
                  <a:pt x="564531" y="108335"/>
                </a:cubicBezTo>
                <a:cubicBezTo>
                  <a:pt x="563954" y="108388"/>
                  <a:pt x="563323" y="108467"/>
                  <a:pt x="562640" y="108573"/>
                </a:cubicBezTo>
                <a:cubicBezTo>
                  <a:pt x="561957" y="108678"/>
                  <a:pt x="561090" y="108782"/>
                  <a:pt x="560040" y="108886"/>
                </a:cubicBezTo>
                <a:cubicBezTo>
                  <a:pt x="559199" y="108992"/>
                  <a:pt x="558043" y="109203"/>
                  <a:pt x="556571" y="109519"/>
                </a:cubicBezTo>
                <a:cubicBezTo>
                  <a:pt x="555100" y="109833"/>
                  <a:pt x="553577" y="110147"/>
                  <a:pt x="552000" y="110462"/>
                </a:cubicBezTo>
                <a:cubicBezTo>
                  <a:pt x="550424" y="110778"/>
                  <a:pt x="548952" y="111041"/>
                  <a:pt x="547586" y="111251"/>
                </a:cubicBezTo>
                <a:cubicBezTo>
                  <a:pt x="546219" y="111461"/>
                  <a:pt x="545326" y="111566"/>
                  <a:pt x="544906" y="111566"/>
                </a:cubicBezTo>
                <a:cubicBezTo>
                  <a:pt x="544064" y="111566"/>
                  <a:pt x="543380" y="110831"/>
                  <a:pt x="542854" y="109360"/>
                </a:cubicBezTo>
                <a:cubicBezTo>
                  <a:pt x="542330" y="107888"/>
                  <a:pt x="542067" y="105838"/>
                  <a:pt x="542067" y="103211"/>
                </a:cubicBezTo>
                <a:cubicBezTo>
                  <a:pt x="542067" y="102685"/>
                  <a:pt x="541936" y="102475"/>
                  <a:pt x="541673" y="102581"/>
                </a:cubicBezTo>
                <a:cubicBezTo>
                  <a:pt x="541410" y="102685"/>
                  <a:pt x="541173" y="102842"/>
                  <a:pt x="540963" y="103053"/>
                </a:cubicBezTo>
                <a:cubicBezTo>
                  <a:pt x="537706" y="105995"/>
                  <a:pt x="534553" y="108150"/>
                  <a:pt x="531504" y="109516"/>
                </a:cubicBezTo>
                <a:cubicBezTo>
                  <a:pt x="528457" y="110883"/>
                  <a:pt x="524726" y="111566"/>
                  <a:pt x="520311" y="111566"/>
                </a:cubicBezTo>
                <a:cubicBezTo>
                  <a:pt x="515686" y="111566"/>
                  <a:pt x="511508" y="110752"/>
                  <a:pt x="507776" y="109124"/>
                </a:cubicBezTo>
                <a:cubicBezTo>
                  <a:pt x="504045" y="107495"/>
                  <a:pt x="500892" y="105182"/>
                  <a:pt x="498317" y="102186"/>
                </a:cubicBezTo>
                <a:cubicBezTo>
                  <a:pt x="495743" y="99191"/>
                  <a:pt x="493746" y="95538"/>
                  <a:pt x="492327" y="91229"/>
                </a:cubicBezTo>
                <a:cubicBezTo>
                  <a:pt x="490909" y="86920"/>
                  <a:pt x="490200" y="82085"/>
                  <a:pt x="490200" y="76726"/>
                </a:cubicBezTo>
                <a:cubicBezTo>
                  <a:pt x="490200" y="69684"/>
                  <a:pt x="491304" y="63614"/>
                  <a:pt x="493510" y="58518"/>
                </a:cubicBezTo>
                <a:cubicBezTo>
                  <a:pt x="495717" y="53419"/>
                  <a:pt x="498607" y="49215"/>
                  <a:pt x="502180" y="45905"/>
                </a:cubicBezTo>
                <a:cubicBezTo>
                  <a:pt x="505755" y="42593"/>
                  <a:pt x="509776" y="40149"/>
                  <a:pt x="514242" y="38573"/>
                </a:cubicBezTo>
                <a:cubicBezTo>
                  <a:pt x="518708" y="36996"/>
                  <a:pt x="523149" y="36208"/>
                  <a:pt x="527564" y="36208"/>
                </a:cubicBezTo>
                <a:cubicBezTo>
                  <a:pt x="529665" y="36208"/>
                  <a:pt x="531977" y="36445"/>
                  <a:pt x="534499" y="36918"/>
                </a:cubicBezTo>
                <a:cubicBezTo>
                  <a:pt x="537022" y="37391"/>
                  <a:pt x="539440" y="38206"/>
                  <a:pt x="541752" y="39362"/>
                </a:cubicBezTo>
                <a:lnTo>
                  <a:pt x="541752" y="29744"/>
                </a:lnTo>
                <a:cubicBezTo>
                  <a:pt x="541752" y="25225"/>
                  <a:pt x="541647" y="21626"/>
                  <a:pt x="541437" y="18946"/>
                </a:cubicBezTo>
                <a:cubicBezTo>
                  <a:pt x="541227" y="16266"/>
                  <a:pt x="540675" y="14191"/>
                  <a:pt x="539782" y="12720"/>
                </a:cubicBezTo>
                <a:cubicBezTo>
                  <a:pt x="538889" y="11248"/>
                  <a:pt x="537522" y="10249"/>
                  <a:pt x="535683" y="9723"/>
                </a:cubicBezTo>
                <a:cubicBezTo>
                  <a:pt x="533843" y="9197"/>
                  <a:pt x="531347" y="8776"/>
                  <a:pt x="528194" y="8462"/>
                </a:cubicBezTo>
                <a:cubicBezTo>
                  <a:pt x="527774" y="8462"/>
                  <a:pt x="527433" y="8199"/>
                  <a:pt x="527170" y="7673"/>
                </a:cubicBezTo>
                <a:cubicBezTo>
                  <a:pt x="526907" y="7147"/>
                  <a:pt x="526775" y="6622"/>
                  <a:pt x="526775" y="6097"/>
                </a:cubicBezTo>
                <a:cubicBezTo>
                  <a:pt x="526775" y="5571"/>
                  <a:pt x="526880" y="5046"/>
                  <a:pt x="527090" y="4522"/>
                </a:cubicBezTo>
                <a:cubicBezTo>
                  <a:pt x="527300" y="3996"/>
                  <a:pt x="527668" y="3733"/>
                  <a:pt x="528194" y="3733"/>
                </a:cubicBezTo>
                <a:cubicBezTo>
                  <a:pt x="529981" y="3627"/>
                  <a:pt x="531925" y="3495"/>
                  <a:pt x="534026" y="3338"/>
                </a:cubicBezTo>
                <a:cubicBezTo>
                  <a:pt x="536128" y="3181"/>
                  <a:pt x="538283" y="2997"/>
                  <a:pt x="540489" y="2787"/>
                </a:cubicBezTo>
                <a:cubicBezTo>
                  <a:pt x="542698" y="2576"/>
                  <a:pt x="544852" y="2260"/>
                  <a:pt x="546953" y="1839"/>
                </a:cubicBezTo>
                <a:cubicBezTo>
                  <a:pt x="549056" y="1419"/>
                  <a:pt x="551053" y="946"/>
                  <a:pt x="552946" y="420"/>
                </a:cubicBezTo>
                <a:cubicBezTo>
                  <a:pt x="554312" y="0"/>
                  <a:pt x="555232" y="79"/>
                  <a:pt x="555705" y="658"/>
                </a:cubicBezTo>
                <a:cubicBezTo>
                  <a:pt x="556178" y="1236"/>
                  <a:pt x="556467" y="1839"/>
                  <a:pt x="556571" y="2470"/>
                </a:cubicBezTo>
                <a:lnTo>
                  <a:pt x="556571" y="825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negativeonesaswell.">
            <a:extLst xmlns:a="http://schemas.openxmlformats.org/drawingml/2006/main">
              <a:ext uri="{FF2B5EF4-FFF2-40B4-BE49-F238E27FC236}">
                <a16:creationId xmlns:a16="http://schemas.microsoft.com/office/drawing/2014/main" id="{67E268DC-DE5E-4E6E-A121-3A03C8B3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99" y="2279087"/>
            <a:ext cx="1482900" cy="159493"/>
          </a:xfrm>
          <a:custGeom xmlns:a="http://schemas.openxmlformats.org/drawingml/2006/main">
            <a:pathLst>
              <a:path w="1482900" h="159493">
                <a:moveTo>
                  <a:pt x="27275" y="90755"/>
                </a:moveTo>
                <a:cubicBezTo>
                  <a:pt x="27275" y="93384"/>
                  <a:pt x="27327" y="95591"/>
                  <a:pt x="27431" y="97378"/>
                </a:cubicBezTo>
                <a:cubicBezTo>
                  <a:pt x="27537" y="99164"/>
                  <a:pt x="27826" y="100636"/>
                  <a:pt x="28299" y="101792"/>
                </a:cubicBezTo>
                <a:cubicBezTo>
                  <a:pt x="28773" y="102948"/>
                  <a:pt x="29561" y="103842"/>
                  <a:pt x="30664" y="104472"/>
                </a:cubicBezTo>
                <a:cubicBezTo>
                  <a:pt x="31767" y="105102"/>
                  <a:pt x="33317" y="105575"/>
                  <a:pt x="35314" y="105891"/>
                </a:cubicBezTo>
                <a:cubicBezTo>
                  <a:pt x="35944" y="105995"/>
                  <a:pt x="36418" y="106284"/>
                  <a:pt x="36733" y="106757"/>
                </a:cubicBezTo>
                <a:cubicBezTo>
                  <a:pt x="37049" y="107230"/>
                  <a:pt x="37207" y="107782"/>
                  <a:pt x="37207" y="108412"/>
                </a:cubicBezTo>
                <a:cubicBezTo>
                  <a:pt x="37207" y="108938"/>
                  <a:pt x="37049" y="109438"/>
                  <a:pt x="36733" y="109911"/>
                </a:cubicBezTo>
                <a:cubicBezTo>
                  <a:pt x="36418" y="110384"/>
                  <a:pt x="35944" y="110621"/>
                  <a:pt x="35314" y="110621"/>
                </a:cubicBezTo>
                <a:cubicBezTo>
                  <a:pt x="34264" y="110621"/>
                  <a:pt x="32293" y="110436"/>
                  <a:pt x="29401" y="110067"/>
                </a:cubicBezTo>
                <a:cubicBezTo>
                  <a:pt x="26511" y="109700"/>
                  <a:pt x="23490" y="109516"/>
                  <a:pt x="20337" y="109516"/>
                </a:cubicBezTo>
                <a:cubicBezTo>
                  <a:pt x="16974" y="109516"/>
                  <a:pt x="13716" y="109700"/>
                  <a:pt x="10563" y="110067"/>
                </a:cubicBezTo>
                <a:cubicBezTo>
                  <a:pt x="7410" y="110436"/>
                  <a:pt x="4467" y="110621"/>
                  <a:pt x="1734" y="110621"/>
                </a:cubicBezTo>
                <a:cubicBezTo>
                  <a:pt x="1208" y="110621"/>
                  <a:pt x="787" y="110384"/>
                  <a:pt x="471" y="109911"/>
                </a:cubicBezTo>
                <a:cubicBezTo>
                  <a:pt x="157" y="109438"/>
                  <a:pt x="0" y="108938"/>
                  <a:pt x="0" y="108412"/>
                </a:cubicBezTo>
                <a:cubicBezTo>
                  <a:pt x="0" y="107782"/>
                  <a:pt x="157" y="107230"/>
                  <a:pt x="471" y="106757"/>
                </a:cubicBezTo>
                <a:cubicBezTo>
                  <a:pt x="787" y="106284"/>
                  <a:pt x="1261" y="105995"/>
                  <a:pt x="1893" y="105891"/>
                </a:cubicBezTo>
                <a:cubicBezTo>
                  <a:pt x="4520" y="105575"/>
                  <a:pt x="6542" y="105155"/>
                  <a:pt x="7960" y="104631"/>
                </a:cubicBezTo>
                <a:cubicBezTo>
                  <a:pt x="9379" y="104105"/>
                  <a:pt x="10431" y="103316"/>
                  <a:pt x="11114" y="102266"/>
                </a:cubicBezTo>
                <a:cubicBezTo>
                  <a:pt x="11797" y="101214"/>
                  <a:pt x="12191" y="99847"/>
                  <a:pt x="12295" y="98167"/>
                </a:cubicBezTo>
                <a:cubicBezTo>
                  <a:pt x="12401" y="96484"/>
                  <a:pt x="12454" y="94329"/>
                  <a:pt x="12454" y="91701"/>
                </a:cubicBezTo>
                <a:lnTo>
                  <a:pt x="12454" y="71837"/>
                </a:lnTo>
                <a:cubicBezTo>
                  <a:pt x="12454" y="66688"/>
                  <a:pt x="12401" y="62405"/>
                  <a:pt x="12295" y="58989"/>
                </a:cubicBezTo>
                <a:cubicBezTo>
                  <a:pt x="12191" y="55573"/>
                  <a:pt x="11824" y="52867"/>
                  <a:pt x="11193" y="50870"/>
                </a:cubicBezTo>
                <a:cubicBezTo>
                  <a:pt x="10563" y="48872"/>
                  <a:pt x="9565" y="47479"/>
                  <a:pt x="8198" y="46692"/>
                </a:cubicBezTo>
                <a:cubicBezTo>
                  <a:pt x="6832" y="45903"/>
                  <a:pt x="4887" y="45508"/>
                  <a:pt x="2365" y="45508"/>
                </a:cubicBezTo>
                <a:cubicBezTo>
                  <a:pt x="1734" y="45508"/>
                  <a:pt x="1235" y="45298"/>
                  <a:pt x="866" y="44878"/>
                </a:cubicBezTo>
                <a:cubicBezTo>
                  <a:pt x="499" y="44458"/>
                  <a:pt x="315" y="43985"/>
                  <a:pt x="315" y="43459"/>
                </a:cubicBezTo>
                <a:cubicBezTo>
                  <a:pt x="315" y="42828"/>
                  <a:pt x="499" y="42303"/>
                  <a:pt x="866" y="41883"/>
                </a:cubicBezTo>
                <a:cubicBezTo>
                  <a:pt x="1235" y="41463"/>
                  <a:pt x="1734" y="41253"/>
                  <a:pt x="2365" y="41253"/>
                </a:cubicBezTo>
                <a:cubicBezTo>
                  <a:pt x="4361" y="41253"/>
                  <a:pt x="7278" y="40938"/>
                  <a:pt x="11114" y="40307"/>
                </a:cubicBezTo>
                <a:cubicBezTo>
                  <a:pt x="14950" y="39675"/>
                  <a:pt x="18865" y="38782"/>
                  <a:pt x="22860" y="37628"/>
                </a:cubicBezTo>
                <a:cubicBezTo>
                  <a:pt x="24331" y="37206"/>
                  <a:pt x="25434" y="37494"/>
                  <a:pt x="26170" y="38494"/>
                </a:cubicBezTo>
                <a:cubicBezTo>
                  <a:pt x="26907" y="39493"/>
                  <a:pt x="27275" y="40622"/>
                  <a:pt x="27275" y="41883"/>
                </a:cubicBezTo>
                <a:lnTo>
                  <a:pt x="27275" y="48188"/>
                </a:lnTo>
                <a:cubicBezTo>
                  <a:pt x="27275" y="48398"/>
                  <a:pt x="27353" y="48530"/>
                  <a:pt x="27510" y="48583"/>
                </a:cubicBezTo>
                <a:cubicBezTo>
                  <a:pt x="27668" y="48636"/>
                  <a:pt x="27799" y="48557"/>
                  <a:pt x="27905" y="48347"/>
                </a:cubicBezTo>
                <a:cubicBezTo>
                  <a:pt x="28641" y="47191"/>
                  <a:pt x="29666" y="45904"/>
                  <a:pt x="30979" y="44486"/>
                </a:cubicBezTo>
                <a:cubicBezTo>
                  <a:pt x="32293" y="43067"/>
                  <a:pt x="33869" y="41727"/>
                  <a:pt x="35709" y="40466"/>
                </a:cubicBezTo>
                <a:cubicBezTo>
                  <a:pt x="37548" y="39204"/>
                  <a:pt x="39623" y="38153"/>
                  <a:pt x="41934" y="37312"/>
                </a:cubicBezTo>
                <a:cubicBezTo>
                  <a:pt x="44247" y="36470"/>
                  <a:pt x="46823" y="36049"/>
                  <a:pt x="49661" y="36049"/>
                </a:cubicBezTo>
                <a:cubicBezTo>
                  <a:pt x="57543" y="36049"/>
                  <a:pt x="63718" y="38231"/>
                  <a:pt x="68184" y="42593"/>
                </a:cubicBezTo>
                <a:cubicBezTo>
                  <a:pt x="72652" y="46955"/>
                  <a:pt x="74886" y="54022"/>
                  <a:pt x="74886" y="63796"/>
                </a:cubicBezTo>
                <a:lnTo>
                  <a:pt x="74886" y="90755"/>
                </a:lnTo>
                <a:cubicBezTo>
                  <a:pt x="74886" y="93594"/>
                  <a:pt x="74965" y="95906"/>
                  <a:pt x="75122" y="97693"/>
                </a:cubicBezTo>
                <a:cubicBezTo>
                  <a:pt x="75279" y="99479"/>
                  <a:pt x="75646" y="100924"/>
                  <a:pt x="76224" y="102028"/>
                </a:cubicBezTo>
                <a:cubicBezTo>
                  <a:pt x="76803" y="103131"/>
                  <a:pt x="77697" y="103972"/>
                  <a:pt x="78906" y="104551"/>
                </a:cubicBezTo>
                <a:cubicBezTo>
                  <a:pt x="80115" y="105129"/>
                  <a:pt x="81823" y="105575"/>
                  <a:pt x="84030" y="105891"/>
                </a:cubicBezTo>
                <a:cubicBezTo>
                  <a:pt x="84660" y="105995"/>
                  <a:pt x="85132" y="106284"/>
                  <a:pt x="85447" y="106757"/>
                </a:cubicBezTo>
                <a:cubicBezTo>
                  <a:pt x="85763" y="107230"/>
                  <a:pt x="85921" y="107782"/>
                  <a:pt x="85921" y="108412"/>
                </a:cubicBezTo>
                <a:cubicBezTo>
                  <a:pt x="85921" y="108938"/>
                  <a:pt x="85763" y="109438"/>
                  <a:pt x="85447" y="109911"/>
                </a:cubicBezTo>
                <a:cubicBezTo>
                  <a:pt x="85132" y="110384"/>
                  <a:pt x="84660" y="110621"/>
                  <a:pt x="84030" y="110621"/>
                </a:cubicBezTo>
                <a:cubicBezTo>
                  <a:pt x="82663" y="110621"/>
                  <a:pt x="80429" y="110436"/>
                  <a:pt x="77328" y="110067"/>
                </a:cubicBezTo>
                <a:cubicBezTo>
                  <a:pt x="74228" y="109700"/>
                  <a:pt x="71101" y="109516"/>
                  <a:pt x="67948" y="109516"/>
                </a:cubicBezTo>
                <a:cubicBezTo>
                  <a:pt x="64585" y="109516"/>
                  <a:pt x="61380" y="109700"/>
                  <a:pt x="58331" y="110067"/>
                </a:cubicBezTo>
                <a:cubicBezTo>
                  <a:pt x="55284" y="110436"/>
                  <a:pt x="52762" y="110621"/>
                  <a:pt x="50765" y="110621"/>
                </a:cubicBezTo>
                <a:cubicBezTo>
                  <a:pt x="50239" y="110621"/>
                  <a:pt x="49818" y="110384"/>
                  <a:pt x="49502" y="109911"/>
                </a:cubicBezTo>
                <a:cubicBezTo>
                  <a:pt x="49188" y="109438"/>
                  <a:pt x="49031" y="108938"/>
                  <a:pt x="49031" y="108412"/>
                </a:cubicBezTo>
                <a:cubicBezTo>
                  <a:pt x="49031" y="107782"/>
                  <a:pt x="49188" y="107230"/>
                  <a:pt x="49502" y="106757"/>
                </a:cubicBezTo>
                <a:cubicBezTo>
                  <a:pt x="49818" y="106284"/>
                  <a:pt x="50291" y="105995"/>
                  <a:pt x="50922" y="105891"/>
                </a:cubicBezTo>
                <a:cubicBezTo>
                  <a:pt x="53234" y="105575"/>
                  <a:pt x="54994" y="105102"/>
                  <a:pt x="56202" y="104472"/>
                </a:cubicBezTo>
                <a:cubicBezTo>
                  <a:pt x="57411" y="103842"/>
                  <a:pt x="58304" y="102975"/>
                  <a:pt x="58882" y="101871"/>
                </a:cubicBezTo>
                <a:cubicBezTo>
                  <a:pt x="59461" y="100766"/>
                  <a:pt x="59802" y="99400"/>
                  <a:pt x="59907" y="97772"/>
                </a:cubicBezTo>
                <a:cubicBezTo>
                  <a:pt x="60012" y="96143"/>
                  <a:pt x="60065" y="94119"/>
                  <a:pt x="60065" y="91701"/>
                </a:cubicBezTo>
                <a:lnTo>
                  <a:pt x="60065" y="67738"/>
                </a:lnTo>
                <a:cubicBezTo>
                  <a:pt x="60065" y="65110"/>
                  <a:pt x="59960" y="62482"/>
                  <a:pt x="59750" y="59855"/>
                </a:cubicBezTo>
                <a:cubicBezTo>
                  <a:pt x="59540" y="57228"/>
                  <a:pt x="58962" y="54864"/>
                  <a:pt x="58016" y="52761"/>
                </a:cubicBezTo>
                <a:cubicBezTo>
                  <a:pt x="57071" y="50659"/>
                  <a:pt x="55705" y="48924"/>
                  <a:pt x="53917" y="47558"/>
                </a:cubicBezTo>
                <a:cubicBezTo>
                  <a:pt x="52130" y="46191"/>
                  <a:pt x="49660" y="45508"/>
                  <a:pt x="46507" y="45508"/>
                </a:cubicBezTo>
                <a:cubicBezTo>
                  <a:pt x="43354" y="45508"/>
                  <a:pt x="40595" y="46008"/>
                  <a:pt x="38230" y="47007"/>
                </a:cubicBezTo>
                <a:cubicBezTo>
                  <a:pt x="35866" y="48004"/>
                  <a:pt x="33869" y="49344"/>
                  <a:pt x="32240" y="51027"/>
                </a:cubicBezTo>
                <a:cubicBezTo>
                  <a:pt x="30610" y="52709"/>
                  <a:pt x="29376" y="54680"/>
                  <a:pt x="28535" y="56940"/>
                </a:cubicBezTo>
                <a:cubicBezTo>
                  <a:pt x="27695" y="59199"/>
                  <a:pt x="27275" y="61590"/>
                  <a:pt x="27275" y="64113"/>
                </a:cubicBezTo>
                <a:lnTo>
                  <a:pt x="27275" y="90755"/>
                </a:lnTo>
                <a:close/>
                <a:moveTo>
                  <a:pt x="113952" y="69629"/>
                </a:moveTo>
                <a:cubicBezTo>
                  <a:pt x="113426" y="69629"/>
                  <a:pt x="113137" y="69814"/>
                  <a:pt x="113084" y="70182"/>
                </a:cubicBezTo>
                <a:cubicBezTo>
                  <a:pt x="113033" y="70550"/>
                  <a:pt x="113007" y="70996"/>
                  <a:pt x="113007" y="71522"/>
                </a:cubicBezTo>
                <a:cubicBezTo>
                  <a:pt x="113007" y="76988"/>
                  <a:pt x="113611" y="81612"/>
                  <a:pt x="114818" y="85395"/>
                </a:cubicBezTo>
                <a:cubicBezTo>
                  <a:pt x="116027" y="89179"/>
                  <a:pt x="117709" y="92253"/>
                  <a:pt x="119863" y="94618"/>
                </a:cubicBezTo>
                <a:cubicBezTo>
                  <a:pt x="122018" y="96982"/>
                  <a:pt x="124594" y="98690"/>
                  <a:pt x="127590" y="99742"/>
                </a:cubicBezTo>
                <a:cubicBezTo>
                  <a:pt x="130585" y="100793"/>
                  <a:pt x="133817" y="101318"/>
                  <a:pt x="137284" y="101318"/>
                </a:cubicBezTo>
                <a:cubicBezTo>
                  <a:pt x="140857" y="101318"/>
                  <a:pt x="144325" y="101029"/>
                  <a:pt x="147688" y="100452"/>
                </a:cubicBezTo>
                <a:cubicBezTo>
                  <a:pt x="151053" y="99873"/>
                  <a:pt x="153944" y="98585"/>
                  <a:pt x="156361" y="96589"/>
                </a:cubicBezTo>
                <a:cubicBezTo>
                  <a:pt x="156887" y="96168"/>
                  <a:pt x="157438" y="96011"/>
                  <a:pt x="158016" y="96117"/>
                </a:cubicBezTo>
                <a:cubicBezTo>
                  <a:pt x="158595" y="96221"/>
                  <a:pt x="159068" y="96484"/>
                  <a:pt x="159435" y="96904"/>
                </a:cubicBezTo>
                <a:cubicBezTo>
                  <a:pt x="159802" y="97324"/>
                  <a:pt x="160038" y="97797"/>
                  <a:pt x="160142" y="98323"/>
                </a:cubicBezTo>
                <a:cubicBezTo>
                  <a:pt x="160248" y="98849"/>
                  <a:pt x="160144" y="99322"/>
                  <a:pt x="159829" y="99742"/>
                </a:cubicBezTo>
                <a:cubicBezTo>
                  <a:pt x="156466" y="104156"/>
                  <a:pt x="152682" y="107204"/>
                  <a:pt x="148477" y="108886"/>
                </a:cubicBezTo>
                <a:cubicBezTo>
                  <a:pt x="144274" y="110567"/>
                  <a:pt x="139071" y="111407"/>
                  <a:pt x="132870" y="111407"/>
                </a:cubicBezTo>
                <a:cubicBezTo>
                  <a:pt x="126564" y="111407"/>
                  <a:pt x="121125" y="110462"/>
                  <a:pt x="116553" y="108571"/>
                </a:cubicBezTo>
                <a:cubicBezTo>
                  <a:pt x="111980" y="106679"/>
                  <a:pt x="108196" y="104024"/>
                  <a:pt x="105201" y="100608"/>
                </a:cubicBezTo>
                <a:cubicBezTo>
                  <a:pt x="102207" y="97192"/>
                  <a:pt x="100000" y="93199"/>
                  <a:pt x="98581" y="88629"/>
                </a:cubicBezTo>
                <a:cubicBezTo>
                  <a:pt x="97161" y="84056"/>
                  <a:pt x="96452" y="79090"/>
                  <a:pt x="96452" y="73728"/>
                </a:cubicBezTo>
                <a:cubicBezTo>
                  <a:pt x="96452" y="68579"/>
                  <a:pt x="97318" y="63692"/>
                  <a:pt x="99052" y="59069"/>
                </a:cubicBezTo>
                <a:cubicBezTo>
                  <a:pt x="100787" y="54443"/>
                  <a:pt x="103231" y="50449"/>
                  <a:pt x="106384" y="47086"/>
                </a:cubicBezTo>
                <a:cubicBezTo>
                  <a:pt x="109537" y="43723"/>
                  <a:pt x="113268" y="41043"/>
                  <a:pt x="117577" y="39047"/>
                </a:cubicBezTo>
                <a:cubicBezTo>
                  <a:pt x="121887" y="37049"/>
                  <a:pt x="126669" y="36049"/>
                  <a:pt x="131924" y="36049"/>
                </a:cubicBezTo>
                <a:cubicBezTo>
                  <a:pt x="136338" y="36049"/>
                  <a:pt x="140358" y="36812"/>
                  <a:pt x="143984" y="38337"/>
                </a:cubicBezTo>
                <a:cubicBezTo>
                  <a:pt x="147610" y="39861"/>
                  <a:pt x="150684" y="41962"/>
                  <a:pt x="153207" y="44642"/>
                </a:cubicBezTo>
                <a:cubicBezTo>
                  <a:pt x="155729" y="47322"/>
                  <a:pt x="157700" y="50528"/>
                  <a:pt x="159120" y="54260"/>
                </a:cubicBezTo>
                <a:cubicBezTo>
                  <a:pt x="160539" y="57990"/>
                  <a:pt x="161249" y="62010"/>
                  <a:pt x="161249" y="66319"/>
                </a:cubicBezTo>
                <a:cubicBezTo>
                  <a:pt x="161249" y="68526"/>
                  <a:pt x="160460" y="69629"/>
                  <a:pt x="158884" y="69629"/>
                </a:cubicBezTo>
                <a:lnTo>
                  <a:pt x="113952" y="69629"/>
                </a:lnTo>
                <a:moveTo>
                  <a:pt x="142803" y="64113"/>
                </a:moveTo>
                <a:cubicBezTo>
                  <a:pt x="144273" y="64113"/>
                  <a:pt x="145114" y="63588"/>
                  <a:pt x="145324" y="62537"/>
                </a:cubicBezTo>
                <a:cubicBezTo>
                  <a:pt x="145535" y="61485"/>
                  <a:pt x="145641" y="60223"/>
                  <a:pt x="145641" y="58751"/>
                </a:cubicBezTo>
                <a:cubicBezTo>
                  <a:pt x="145641" y="56544"/>
                  <a:pt x="145300" y="54416"/>
                  <a:pt x="144616" y="52367"/>
                </a:cubicBezTo>
                <a:cubicBezTo>
                  <a:pt x="143933" y="50317"/>
                  <a:pt x="142961" y="48504"/>
                  <a:pt x="141698" y="46928"/>
                </a:cubicBezTo>
                <a:cubicBezTo>
                  <a:pt x="140438" y="45351"/>
                  <a:pt x="138914" y="44090"/>
                  <a:pt x="137128" y="43144"/>
                </a:cubicBezTo>
                <a:cubicBezTo>
                  <a:pt x="135341" y="42197"/>
                  <a:pt x="133292" y="41724"/>
                  <a:pt x="130979" y="41724"/>
                </a:cubicBezTo>
                <a:cubicBezTo>
                  <a:pt x="128140" y="41724"/>
                  <a:pt x="125696" y="42224"/>
                  <a:pt x="123647" y="43223"/>
                </a:cubicBezTo>
                <a:cubicBezTo>
                  <a:pt x="121597" y="44222"/>
                  <a:pt x="119863" y="45536"/>
                  <a:pt x="118444" y="47166"/>
                </a:cubicBezTo>
                <a:cubicBezTo>
                  <a:pt x="117026" y="48793"/>
                  <a:pt x="115949" y="50712"/>
                  <a:pt x="115213" y="52920"/>
                </a:cubicBezTo>
                <a:cubicBezTo>
                  <a:pt x="114477" y="55127"/>
                  <a:pt x="113951" y="57438"/>
                  <a:pt x="113637" y="59855"/>
                </a:cubicBezTo>
                <a:cubicBezTo>
                  <a:pt x="113427" y="61117"/>
                  <a:pt x="113348" y="62143"/>
                  <a:pt x="113399" y="62932"/>
                </a:cubicBezTo>
                <a:cubicBezTo>
                  <a:pt x="113452" y="63719"/>
                  <a:pt x="113688" y="64113"/>
                  <a:pt x="114109" y="64113"/>
                </a:cubicBezTo>
                <a:lnTo>
                  <a:pt x="142803" y="64113"/>
                </a:lnTo>
                <a:close/>
                <a:moveTo>
                  <a:pt x="205202" y="85869"/>
                </a:moveTo>
                <a:cubicBezTo>
                  <a:pt x="210668" y="85869"/>
                  <a:pt x="214582" y="84083"/>
                  <a:pt x="216946" y="80510"/>
                </a:cubicBezTo>
                <a:cubicBezTo>
                  <a:pt x="219312" y="76935"/>
                  <a:pt x="220494" y="71732"/>
                  <a:pt x="220494" y="64900"/>
                </a:cubicBezTo>
                <a:cubicBezTo>
                  <a:pt x="220494" y="61432"/>
                  <a:pt x="220310" y="58280"/>
                  <a:pt x="219941" y="55443"/>
                </a:cubicBezTo>
                <a:cubicBezTo>
                  <a:pt x="219574" y="52605"/>
                  <a:pt x="218864" y="50161"/>
                  <a:pt x="217812" y="48111"/>
                </a:cubicBezTo>
                <a:cubicBezTo>
                  <a:pt x="216762" y="46062"/>
                  <a:pt x="215370" y="44485"/>
                  <a:pt x="213636" y="43382"/>
                </a:cubicBezTo>
                <a:cubicBezTo>
                  <a:pt x="211902" y="42277"/>
                  <a:pt x="209669" y="41724"/>
                  <a:pt x="206936" y="41724"/>
                </a:cubicBezTo>
                <a:cubicBezTo>
                  <a:pt x="203573" y="41724"/>
                  <a:pt x="200867" y="42434"/>
                  <a:pt x="198818" y="43853"/>
                </a:cubicBezTo>
                <a:cubicBezTo>
                  <a:pt x="196768" y="45273"/>
                  <a:pt x="195165" y="47086"/>
                  <a:pt x="194009" y="49292"/>
                </a:cubicBezTo>
                <a:cubicBezTo>
                  <a:pt x="192853" y="51499"/>
                  <a:pt x="192064" y="53969"/>
                  <a:pt x="191644" y="56701"/>
                </a:cubicBezTo>
                <a:cubicBezTo>
                  <a:pt x="191224" y="59434"/>
                  <a:pt x="191014" y="62115"/>
                  <a:pt x="191014" y="64743"/>
                </a:cubicBezTo>
                <a:cubicBezTo>
                  <a:pt x="191014" y="71680"/>
                  <a:pt x="192222" y="76935"/>
                  <a:pt x="194639" y="80510"/>
                </a:cubicBezTo>
                <a:cubicBezTo>
                  <a:pt x="197056" y="84083"/>
                  <a:pt x="200577" y="85869"/>
                  <a:pt x="205202" y="85869"/>
                </a:cubicBezTo>
                <a:moveTo>
                  <a:pt x="232792" y="48662"/>
                </a:moveTo>
                <a:cubicBezTo>
                  <a:pt x="234262" y="50869"/>
                  <a:pt x="235339" y="53207"/>
                  <a:pt x="236023" y="55677"/>
                </a:cubicBezTo>
                <a:cubicBezTo>
                  <a:pt x="236706" y="58146"/>
                  <a:pt x="237100" y="60643"/>
                  <a:pt x="237206" y="63165"/>
                </a:cubicBezTo>
                <a:cubicBezTo>
                  <a:pt x="237206" y="67790"/>
                  <a:pt x="236338" y="71864"/>
                  <a:pt x="234603" y="75386"/>
                </a:cubicBezTo>
                <a:cubicBezTo>
                  <a:pt x="232870" y="78906"/>
                  <a:pt x="230505" y="81874"/>
                  <a:pt x="227509" y="84291"/>
                </a:cubicBezTo>
                <a:cubicBezTo>
                  <a:pt x="224513" y="86708"/>
                  <a:pt x="221071" y="88548"/>
                  <a:pt x="217182" y="89810"/>
                </a:cubicBezTo>
                <a:cubicBezTo>
                  <a:pt x="213294" y="91070"/>
                  <a:pt x="209143" y="91701"/>
                  <a:pt x="204728" y="91701"/>
                </a:cubicBezTo>
                <a:cubicBezTo>
                  <a:pt x="203468" y="91701"/>
                  <a:pt x="201838" y="91753"/>
                  <a:pt x="199840" y="91859"/>
                </a:cubicBezTo>
                <a:cubicBezTo>
                  <a:pt x="197843" y="91964"/>
                  <a:pt x="195899" y="92174"/>
                  <a:pt x="194006" y="92490"/>
                </a:cubicBezTo>
                <a:cubicBezTo>
                  <a:pt x="192116" y="92805"/>
                  <a:pt x="190513" y="93305"/>
                  <a:pt x="189200" y="93988"/>
                </a:cubicBezTo>
                <a:cubicBezTo>
                  <a:pt x="187887" y="94671"/>
                  <a:pt x="187230" y="95643"/>
                  <a:pt x="187230" y="96904"/>
                </a:cubicBezTo>
                <a:cubicBezTo>
                  <a:pt x="187230" y="97850"/>
                  <a:pt x="187755" y="98638"/>
                  <a:pt x="188805" y="99269"/>
                </a:cubicBezTo>
                <a:cubicBezTo>
                  <a:pt x="189856" y="99899"/>
                  <a:pt x="191143" y="100398"/>
                  <a:pt x="192666" y="100767"/>
                </a:cubicBezTo>
                <a:cubicBezTo>
                  <a:pt x="194192" y="101134"/>
                  <a:pt x="195716" y="101397"/>
                  <a:pt x="197240" y="101556"/>
                </a:cubicBezTo>
                <a:cubicBezTo>
                  <a:pt x="198763" y="101713"/>
                  <a:pt x="199998" y="101792"/>
                  <a:pt x="200944" y="101792"/>
                </a:cubicBezTo>
                <a:cubicBezTo>
                  <a:pt x="208512" y="102316"/>
                  <a:pt x="215291" y="102973"/>
                  <a:pt x="221281" y="103762"/>
                </a:cubicBezTo>
                <a:cubicBezTo>
                  <a:pt x="227273" y="104550"/>
                  <a:pt x="232344" y="105837"/>
                  <a:pt x="236494" y="107626"/>
                </a:cubicBezTo>
                <a:cubicBezTo>
                  <a:pt x="240646" y="109412"/>
                  <a:pt x="243825" y="111908"/>
                  <a:pt x="246032" y="115112"/>
                </a:cubicBezTo>
                <a:cubicBezTo>
                  <a:pt x="248241" y="118318"/>
                  <a:pt x="249345" y="122496"/>
                  <a:pt x="249345" y="127647"/>
                </a:cubicBezTo>
                <a:cubicBezTo>
                  <a:pt x="249345" y="132167"/>
                  <a:pt x="248451" y="136370"/>
                  <a:pt x="246665" y="140257"/>
                </a:cubicBezTo>
                <a:cubicBezTo>
                  <a:pt x="244878" y="144146"/>
                  <a:pt x="242198" y="147510"/>
                  <a:pt x="238623" y="150347"/>
                </a:cubicBezTo>
                <a:cubicBezTo>
                  <a:pt x="235050" y="153185"/>
                  <a:pt x="230662" y="155419"/>
                  <a:pt x="225460" y="157048"/>
                </a:cubicBezTo>
                <a:cubicBezTo>
                  <a:pt x="220257" y="158678"/>
                  <a:pt x="214240" y="159493"/>
                  <a:pt x="207408" y="159493"/>
                </a:cubicBezTo>
                <a:cubicBezTo>
                  <a:pt x="201732" y="159493"/>
                  <a:pt x="196530" y="158993"/>
                  <a:pt x="191800" y="157994"/>
                </a:cubicBezTo>
                <a:cubicBezTo>
                  <a:pt x="187071" y="156996"/>
                  <a:pt x="182998" y="155446"/>
                  <a:pt x="179582" y="153344"/>
                </a:cubicBezTo>
                <a:cubicBezTo>
                  <a:pt x="176167" y="151241"/>
                  <a:pt x="173539" y="148561"/>
                  <a:pt x="171699" y="145302"/>
                </a:cubicBezTo>
                <a:cubicBezTo>
                  <a:pt x="169861" y="142045"/>
                  <a:pt x="168942" y="138157"/>
                  <a:pt x="168942" y="133637"/>
                </a:cubicBezTo>
                <a:cubicBezTo>
                  <a:pt x="168942" y="131010"/>
                  <a:pt x="169310" y="128619"/>
                  <a:pt x="170044" y="126464"/>
                </a:cubicBezTo>
                <a:cubicBezTo>
                  <a:pt x="170780" y="124310"/>
                  <a:pt x="171779" y="122392"/>
                  <a:pt x="173039" y="120710"/>
                </a:cubicBezTo>
                <a:cubicBezTo>
                  <a:pt x="174301" y="119027"/>
                  <a:pt x="175721" y="117529"/>
                  <a:pt x="177297" y="116216"/>
                </a:cubicBezTo>
                <a:cubicBezTo>
                  <a:pt x="178874" y="114902"/>
                  <a:pt x="180503" y="113826"/>
                  <a:pt x="182185" y="112985"/>
                </a:cubicBezTo>
                <a:cubicBezTo>
                  <a:pt x="179767" y="112143"/>
                  <a:pt x="177559" y="110960"/>
                  <a:pt x="175563" y="109437"/>
                </a:cubicBezTo>
                <a:cubicBezTo>
                  <a:pt x="173566" y="107913"/>
                  <a:pt x="172568" y="105470"/>
                  <a:pt x="172568" y="102107"/>
                </a:cubicBezTo>
                <a:cubicBezTo>
                  <a:pt x="172568" y="99689"/>
                  <a:pt x="173119" y="97639"/>
                  <a:pt x="174223" y="95958"/>
                </a:cubicBezTo>
                <a:cubicBezTo>
                  <a:pt x="175326" y="94276"/>
                  <a:pt x="176798" y="92910"/>
                  <a:pt x="178637" y="91859"/>
                </a:cubicBezTo>
                <a:cubicBezTo>
                  <a:pt x="180477" y="90809"/>
                  <a:pt x="182526" y="90047"/>
                  <a:pt x="184786" y="89574"/>
                </a:cubicBezTo>
                <a:cubicBezTo>
                  <a:pt x="187045" y="89101"/>
                  <a:pt x="189279" y="88811"/>
                  <a:pt x="191485" y="88706"/>
                </a:cubicBezTo>
                <a:cubicBezTo>
                  <a:pt x="191591" y="88706"/>
                  <a:pt x="191644" y="88653"/>
                  <a:pt x="191644" y="88549"/>
                </a:cubicBezTo>
                <a:cubicBezTo>
                  <a:pt x="191644" y="88443"/>
                  <a:pt x="191591" y="88390"/>
                  <a:pt x="191485" y="88390"/>
                </a:cubicBezTo>
                <a:cubicBezTo>
                  <a:pt x="186126" y="86288"/>
                  <a:pt x="181921" y="83372"/>
                  <a:pt x="178873" y="79641"/>
                </a:cubicBezTo>
                <a:cubicBezTo>
                  <a:pt x="175826" y="75909"/>
                  <a:pt x="174302" y="70890"/>
                  <a:pt x="174302" y="64585"/>
                </a:cubicBezTo>
                <a:cubicBezTo>
                  <a:pt x="174302" y="60275"/>
                  <a:pt x="175090" y="56361"/>
                  <a:pt x="176667" y="52841"/>
                </a:cubicBezTo>
                <a:cubicBezTo>
                  <a:pt x="178243" y="49319"/>
                  <a:pt x="180477" y="46323"/>
                  <a:pt x="183366" y="43853"/>
                </a:cubicBezTo>
                <a:cubicBezTo>
                  <a:pt x="186256" y="41383"/>
                  <a:pt x="189751" y="39465"/>
                  <a:pt x="193850" y="38099"/>
                </a:cubicBezTo>
                <a:cubicBezTo>
                  <a:pt x="197949" y="36733"/>
                  <a:pt x="202468" y="36049"/>
                  <a:pt x="207408" y="36049"/>
                </a:cubicBezTo>
                <a:cubicBezTo>
                  <a:pt x="212979" y="36049"/>
                  <a:pt x="217420" y="36838"/>
                  <a:pt x="220730" y="38414"/>
                </a:cubicBezTo>
                <a:cubicBezTo>
                  <a:pt x="224040" y="39991"/>
                  <a:pt x="227062" y="42040"/>
                  <a:pt x="229794" y="44563"/>
                </a:cubicBezTo>
                <a:cubicBezTo>
                  <a:pt x="231793" y="42566"/>
                  <a:pt x="234157" y="40885"/>
                  <a:pt x="236889" y="39518"/>
                </a:cubicBezTo>
                <a:cubicBezTo>
                  <a:pt x="239621" y="38152"/>
                  <a:pt x="242670" y="37469"/>
                  <a:pt x="246035" y="37469"/>
                </a:cubicBezTo>
                <a:cubicBezTo>
                  <a:pt x="247191" y="37469"/>
                  <a:pt x="248478" y="37574"/>
                  <a:pt x="249896" y="37784"/>
                </a:cubicBezTo>
                <a:cubicBezTo>
                  <a:pt x="251315" y="37994"/>
                  <a:pt x="252628" y="38388"/>
                  <a:pt x="253836" y="38967"/>
                </a:cubicBezTo>
                <a:cubicBezTo>
                  <a:pt x="255045" y="39545"/>
                  <a:pt x="256044" y="40307"/>
                  <a:pt x="256831" y="41253"/>
                </a:cubicBezTo>
                <a:cubicBezTo>
                  <a:pt x="257620" y="42199"/>
                  <a:pt x="258014" y="43460"/>
                  <a:pt x="258014" y="45037"/>
                </a:cubicBezTo>
                <a:cubicBezTo>
                  <a:pt x="258014" y="46823"/>
                  <a:pt x="257541" y="48426"/>
                  <a:pt x="256595" y="49846"/>
                </a:cubicBezTo>
                <a:cubicBezTo>
                  <a:pt x="255651" y="51263"/>
                  <a:pt x="253812" y="51972"/>
                  <a:pt x="251079" y="51972"/>
                </a:cubicBezTo>
                <a:cubicBezTo>
                  <a:pt x="249083" y="51972"/>
                  <a:pt x="247768" y="51552"/>
                  <a:pt x="247136" y="50712"/>
                </a:cubicBezTo>
                <a:cubicBezTo>
                  <a:pt x="246506" y="49871"/>
                  <a:pt x="246033" y="48978"/>
                  <a:pt x="245717" y="48032"/>
                </a:cubicBezTo>
                <a:cubicBezTo>
                  <a:pt x="245403" y="47086"/>
                  <a:pt x="245035" y="46192"/>
                  <a:pt x="244615" y="45352"/>
                </a:cubicBezTo>
                <a:cubicBezTo>
                  <a:pt x="244195" y="44510"/>
                  <a:pt x="243197" y="44089"/>
                  <a:pt x="241620" y="44089"/>
                </a:cubicBezTo>
                <a:cubicBezTo>
                  <a:pt x="239938" y="44089"/>
                  <a:pt x="238256" y="44510"/>
                  <a:pt x="236573" y="45352"/>
                </a:cubicBezTo>
                <a:cubicBezTo>
                  <a:pt x="234893" y="46192"/>
                  <a:pt x="233632" y="47296"/>
                  <a:pt x="232792" y="48662"/>
                </a:cubicBezTo>
                <a:moveTo>
                  <a:pt x="190066" y="114720"/>
                </a:moveTo>
                <a:cubicBezTo>
                  <a:pt x="188279" y="116190"/>
                  <a:pt x="186860" y="118292"/>
                  <a:pt x="185808" y="121025"/>
                </a:cubicBezTo>
                <a:cubicBezTo>
                  <a:pt x="184758" y="123757"/>
                  <a:pt x="184232" y="126490"/>
                  <a:pt x="184232" y="129223"/>
                </a:cubicBezTo>
                <a:cubicBezTo>
                  <a:pt x="184232" y="133112"/>
                  <a:pt x="185047" y="136502"/>
                  <a:pt x="186677" y="139391"/>
                </a:cubicBezTo>
                <a:cubicBezTo>
                  <a:pt x="188306" y="142281"/>
                  <a:pt x="190434" y="144698"/>
                  <a:pt x="193061" y="146642"/>
                </a:cubicBezTo>
                <a:cubicBezTo>
                  <a:pt x="195690" y="148587"/>
                  <a:pt x="198712" y="150033"/>
                  <a:pt x="202128" y="150979"/>
                </a:cubicBezTo>
                <a:cubicBezTo>
                  <a:pt x="205544" y="151925"/>
                  <a:pt x="209038" y="152398"/>
                  <a:pt x="212611" y="152398"/>
                </a:cubicBezTo>
                <a:cubicBezTo>
                  <a:pt x="215764" y="152398"/>
                  <a:pt x="218733" y="151872"/>
                  <a:pt x="221517" y="150820"/>
                </a:cubicBezTo>
                <a:cubicBezTo>
                  <a:pt x="224302" y="149770"/>
                  <a:pt x="226747" y="148351"/>
                  <a:pt x="228849" y="146565"/>
                </a:cubicBezTo>
                <a:cubicBezTo>
                  <a:pt x="230952" y="144778"/>
                  <a:pt x="232633" y="142676"/>
                  <a:pt x="233894" y="140257"/>
                </a:cubicBezTo>
                <a:cubicBezTo>
                  <a:pt x="235156" y="137841"/>
                  <a:pt x="235787" y="135214"/>
                  <a:pt x="235787" y="132377"/>
                </a:cubicBezTo>
                <a:cubicBezTo>
                  <a:pt x="235787" y="128802"/>
                  <a:pt x="234604" y="125911"/>
                  <a:pt x="232239" y="123705"/>
                </a:cubicBezTo>
                <a:cubicBezTo>
                  <a:pt x="229875" y="121498"/>
                  <a:pt x="226643" y="119763"/>
                  <a:pt x="222544" y="118501"/>
                </a:cubicBezTo>
                <a:cubicBezTo>
                  <a:pt x="218445" y="117241"/>
                  <a:pt x="213610" y="116347"/>
                  <a:pt x="208038" y="115821"/>
                </a:cubicBezTo>
                <a:cubicBezTo>
                  <a:pt x="202468" y="115297"/>
                  <a:pt x="196478" y="114930"/>
                  <a:pt x="190066" y="114720"/>
                </a:cubicBezTo>
                <a:close/>
                <a:moveTo>
                  <a:pt x="304491" y="77197"/>
                </a:moveTo>
                <a:cubicBezTo>
                  <a:pt x="304491" y="76041"/>
                  <a:pt x="304438" y="75331"/>
                  <a:pt x="304332" y="75068"/>
                </a:cubicBezTo>
                <a:cubicBezTo>
                  <a:pt x="304228" y="74805"/>
                  <a:pt x="303965" y="74674"/>
                  <a:pt x="303545" y="74674"/>
                </a:cubicBezTo>
                <a:cubicBezTo>
                  <a:pt x="294927" y="75410"/>
                  <a:pt x="288542" y="77224"/>
                  <a:pt x="284389" y="80115"/>
                </a:cubicBezTo>
                <a:cubicBezTo>
                  <a:pt x="280239" y="83005"/>
                  <a:pt x="278164" y="86710"/>
                  <a:pt x="278164" y="91229"/>
                </a:cubicBezTo>
                <a:cubicBezTo>
                  <a:pt x="278164" y="94382"/>
                  <a:pt x="278952" y="97036"/>
                  <a:pt x="280529" y="99192"/>
                </a:cubicBezTo>
                <a:cubicBezTo>
                  <a:pt x="282105" y="101345"/>
                  <a:pt x="284733" y="102422"/>
                  <a:pt x="288412" y="102422"/>
                </a:cubicBezTo>
                <a:cubicBezTo>
                  <a:pt x="290828" y="102422"/>
                  <a:pt x="293377" y="101949"/>
                  <a:pt x="296057" y="101003"/>
                </a:cubicBezTo>
                <a:cubicBezTo>
                  <a:pt x="298736" y="100057"/>
                  <a:pt x="301128" y="98690"/>
                  <a:pt x="303230" y="96904"/>
                </a:cubicBezTo>
                <a:cubicBezTo>
                  <a:pt x="304070" y="96063"/>
                  <a:pt x="304491" y="95222"/>
                  <a:pt x="304491" y="94380"/>
                </a:cubicBezTo>
                <a:lnTo>
                  <a:pt x="304491" y="77197"/>
                </a:lnTo>
                <a:moveTo>
                  <a:pt x="319312" y="92805"/>
                </a:moveTo>
                <a:cubicBezTo>
                  <a:pt x="319312" y="96484"/>
                  <a:pt x="319653" y="99059"/>
                  <a:pt x="320336" y="100531"/>
                </a:cubicBezTo>
                <a:cubicBezTo>
                  <a:pt x="321019" y="102002"/>
                  <a:pt x="322359" y="102737"/>
                  <a:pt x="324356" y="102737"/>
                </a:cubicBezTo>
                <a:cubicBezTo>
                  <a:pt x="325512" y="102737"/>
                  <a:pt x="326458" y="102606"/>
                  <a:pt x="327192" y="102343"/>
                </a:cubicBezTo>
                <a:cubicBezTo>
                  <a:pt x="327928" y="102080"/>
                  <a:pt x="328980" y="101528"/>
                  <a:pt x="330346" y="100688"/>
                </a:cubicBezTo>
                <a:cubicBezTo>
                  <a:pt x="330662" y="100478"/>
                  <a:pt x="331004" y="100478"/>
                  <a:pt x="331371" y="100688"/>
                </a:cubicBezTo>
                <a:cubicBezTo>
                  <a:pt x="331740" y="100898"/>
                  <a:pt x="332055" y="101187"/>
                  <a:pt x="332316" y="101556"/>
                </a:cubicBezTo>
                <a:cubicBezTo>
                  <a:pt x="332579" y="101923"/>
                  <a:pt x="332763" y="102344"/>
                  <a:pt x="332867" y="102817"/>
                </a:cubicBezTo>
                <a:cubicBezTo>
                  <a:pt x="332973" y="103290"/>
                  <a:pt x="332869" y="103684"/>
                  <a:pt x="332554" y="103998"/>
                </a:cubicBezTo>
                <a:cubicBezTo>
                  <a:pt x="328455" y="108937"/>
                  <a:pt x="323620" y="111407"/>
                  <a:pt x="318049" y="111407"/>
                </a:cubicBezTo>
                <a:cubicBezTo>
                  <a:pt x="315002" y="111407"/>
                  <a:pt x="312400" y="110593"/>
                  <a:pt x="310245" y="108965"/>
                </a:cubicBezTo>
                <a:cubicBezTo>
                  <a:pt x="308091" y="107336"/>
                  <a:pt x="306489" y="105417"/>
                  <a:pt x="305438" y="103209"/>
                </a:cubicBezTo>
                <a:cubicBezTo>
                  <a:pt x="305227" y="102684"/>
                  <a:pt x="304911" y="102632"/>
                  <a:pt x="304491" y="103053"/>
                </a:cubicBezTo>
                <a:cubicBezTo>
                  <a:pt x="301758" y="105469"/>
                  <a:pt x="298579" y="107466"/>
                  <a:pt x="294952" y="109042"/>
                </a:cubicBezTo>
                <a:cubicBezTo>
                  <a:pt x="291326" y="110619"/>
                  <a:pt x="286781" y="111407"/>
                  <a:pt x="281318" y="111407"/>
                </a:cubicBezTo>
                <a:cubicBezTo>
                  <a:pt x="275326" y="111407"/>
                  <a:pt x="270701" y="109805"/>
                  <a:pt x="267442" y="106601"/>
                </a:cubicBezTo>
                <a:cubicBezTo>
                  <a:pt x="264185" y="103395"/>
                  <a:pt x="262556" y="98849"/>
                  <a:pt x="262556" y="92963"/>
                </a:cubicBezTo>
                <a:cubicBezTo>
                  <a:pt x="262556" y="85395"/>
                  <a:pt x="266077" y="79588"/>
                  <a:pt x="273119" y="75542"/>
                </a:cubicBezTo>
                <a:cubicBezTo>
                  <a:pt x="280161" y="71496"/>
                  <a:pt x="290408" y="69473"/>
                  <a:pt x="303860" y="69473"/>
                </a:cubicBezTo>
                <a:cubicBezTo>
                  <a:pt x="304070" y="69473"/>
                  <a:pt x="304228" y="69210"/>
                  <a:pt x="304332" y="68684"/>
                </a:cubicBezTo>
                <a:cubicBezTo>
                  <a:pt x="304438" y="68158"/>
                  <a:pt x="304491" y="66949"/>
                  <a:pt x="304491" y="65059"/>
                </a:cubicBezTo>
                <a:lnTo>
                  <a:pt x="304491" y="60801"/>
                </a:lnTo>
                <a:cubicBezTo>
                  <a:pt x="304491" y="58174"/>
                  <a:pt x="304281" y="55704"/>
                  <a:pt x="303860" y="53391"/>
                </a:cubicBezTo>
                <a:cubicBezTo>
                  <a:pt x="303440" y="51079"/>
                  <a:pt x="302731" y="49056"/>
                  <a:pt x="301731" y="47322"/>
                </a:cubicBezTo>
                <a:cubicBezTo>
                  <a:pt x="300734" y="45588"/>
                  <a:pt x="299342" y="44222"/>
                  <a:pt x="297555" y="43223"/>
                </a:cubicBezTo>
                <a:cubicBezTo>
                  <a:pt x="295769" y="42224"/>
                  <a:pt x="293561" y="41724"/>
                  <a:pt x="290933" y="41724"/>
                </a:cubicBezTo>
                <a:cubicBezTo>
                  <a:pt x="287044" y="41724"/>
                  <a:pt x="283891" y="42487"/>
                  <a:pt x="281474" y="44012"/>
                </a:cubicBezTo>
                <a:cubicBezTo>
                  <a:pt x="279057" y="45536"/>
                  <a:pt x="277849" y="47506"/>
                  <a:pt x="277849" y="49923"/>
                </a:cubicBezTo>
                <a:cubicBezTo>
                  <a:pt x="277849" y="51079"/>
                  <a:pt x="278216" y="52209"/>
                  <a:pt x="278950" y="53312"/>
                </a:cubicBezTo>
                <a:cubicBezTo>
                  <a:pt x="279687" y="54415"/>
                  <a:pt x="280055" y="55545"/>
                  <a:pt x="280055" y="56701"/>
                </a:cubicBezTo>
                <a:cubicBezTo>
                  <a:pt x="280055" y="58174"/>
                  <a:pt x="279319" y="59593"/>
                  <a:pt x="277846" y="60959"/>
                </a:cubicBezTo>
                <a:cubicBezTo>
                  <a:pt x="276376" y="62326"/>
                  <a:pt x="274590" y="63009"/>
                  <a:pt x="272489" y="63009"/>
                </a:cubicBezTo>
                <a:cubicBezTo>
                  <a:pt x="269650" y="63009"/>
                  <a:pt x="267627" y="62247"/>
                  <a:pt x="266417" y="60724"/>
                </a:cubicBezTo>
                <a:cubicBezTo>
                  <a:pt x="265210" y="59198"/>
                  <a:pt x="264606" y="57333"/>
                  <a:pt x="264606" y="55126"/>
                </a:cubicBezTo>
                <a:cubicBezTo>
                  <a:pt x="264606" y="52499"/>
                  <a:pt x="265341" y="50003"/>
                  <a:pt x="266812" y="47637"/>
                </a:cubicBezTo>
                <a:cubicBezTo>
                  <a:pt x="268284" y="45272"/>
                  <a:pt x="270281" y="43249"/>
                  <a:pt x="272802" y="41568"/>
                </a:cubicBezTo>
                <a:cubicBezTo>
                  <a:pt x="275324" y="39886"/>
                  <a:pt x="278267" y="38546"/>
                  <a:pt x="281630" y="37548"/>
                </a:cubicBezTo>
                <a:cubicBezTo>
                  <a:pt x="284995" y="36549"/>
                  <a:pt x="288517" y="36049"/>
                  <a:pt x="292196" y="36049"/>
                </a:cubicBezTo>
                <a:cubicBezTo>
                  <a:pt x="300602" y="36049"/>
                  <a:pt x="307223" y="37994"/>
                  <a:pt x="312059" y="41883"/>
                </a:cubicBezTo>
                <a:cubicBezTo>
                  <a:pt x="316894" y="45772"/>
                  <a:pt x="319312" y="52236"/>
                  <a:pt x="319312" y="61275"/>
                </a:cubicBezTo>
                <a:lnTo>
                  <a:pt x="319312" y="92805"/>
                </a:lnTo>
                <a:close/>
                <a:moveTo>
                  <a:pt x="359796" y="85552"/>
                </a:moveTo>
                <a:cubicBezTo>
                  <a:pt x="359796" y="91437"/>
                  <a:pt x="360453" y="95800"/>
                  <a:pt x="361766" y="98638"/>
                </a:cubicBezTo>
                <a:cubicBezTo>
                  <a:pt x="363080" y="101475"/>
                  <a:pt x="365471" y="102894"/>
                  <a:pt x="368940" y="102894"/>
                </a:cubicBezTo>
                <a:cubicBezTo>
                  <a:pt x="371357" y="102894"/>
                  <a:pt x="373642" y="102526"/>
                  <a:pt x="375796" y="101792"/>
                </a:cubicBezTo>
                <a:cubicBezTo>
                  <a:pt x="377951" y="101056"/>
                  <a:pt x="379607" y="100268"/>
                  <a:pt x="380763" y="99427"/>
                </a:cubicBezTo>
                <a:cubicBezTo>
                  <a:pt x="381079" y="99217"/>
                  <a:pt x="381447" y="99191"/>
                  <a:pt x="381867" y="99348"/>
                </a:cubicBezTo>
                <a:cubicBezTo>
                  <a:pt x="382288" y="99505"/>
                  <a:pt x="382655" y="99768"/>
                  <a:pt x="382969" y="100137"/>
                </a:cubicBezTo>
                <a:cubicBezTo>
                  <a:pt x="383285" y="100504"/>
                  <a:pt x="383522" y="100898"/>
                  <a:pt x="383679" y="101318"/>
                </a:cubicBezTo>
                <a:cubicBezTo>
                  <a:pt x="383838" y="101738"/>
                  <a:pt x="383812" y="102106"/>
                  <a:pt x="383602" y="102422"/>
                </a:cubicBezTo>
                <a:cubicBezTo>
                  <a:pt x="381605" y="105679"/>
                  <a:pt x="379004" y="107991"/>
                  <a:pt x="375798" y="109358"/>
                </a:cubicBezTo>
                <a:cubicBezTo>
                  <a:pt x="372592" y="110724"/>
                  <a:pt x="368835" y="111407"/>
                  <a:pt x="364525" y="111407"/>
                </a:cubicBezTo>
                <a:cubicBezTo>
                  <a:pt x="357379" y="111407"/>
                  <a:pt x="352335" y="109805"/>
                  <a:pt x="349392" y="106601"/>
                </a:cubicBezTo>
                <a:cubicBezTo>
                  <a:pt x="346449" y="103395"/>
                  <a:pt x="344978" y="98376"/>
                  <a:pt x="344978" y="91544"/>
                </a:cubicBezTo>
                <a:lnTo>
                  <a:pt x="344978" y="51027"/>
                </a:lnTo>
                <a:cubicBezTo>
                  <a:pt x="344978" y="49766"/>
                  <a:pt x="344925" y="48768"/>
                  <a:pt x="344819" y="48032"/>
                </a:cubicBezTo>
                <a:cubicBezTo>
                  <a:pt x="344715" y="47296"/>
                  <a:pt x="344399" y="46770"/>
                  <a:pt x="343873" y="46456"/>
                </a:cubicBezTo>
                <a:cubicBezTo>
                  <a:pt x="343347" y="46140"/>
                  <a:pt x="342480" y="45956"/>
                  <a:pt x="341271" y="45903"/>
                </a:cubicBezTo>
                <a:cubicBezTo>
                  <a:pt x="340063" y="45850"/>
                  <a:pt x="338356" y="45823"/>
                  <a:pt x="336149" y="45823"/>
                </a:cubicBezTo>
                <a:cubicBezTo>
                  <a:pt x="335833" y="45823"/>
                  <a:pt x="335570" y="45508"/>
                  <a:pt x="335360" y="44878"/>
                </a:cubicBezTo>
                <a:cubicBezTo>
                  <a:pt x="335150" y="44248"/>
                  <a:pt x="335018" y="43565"/>
                  <a:pt x="334965" y="42828"/>
                </a:cubicBezTo>
                <a:cubicBezTo>
                  <a:pt x="334913" y="42092"/>
                  <a:pt x="334991" y="41409"/>
                  <a:pt x="335201" y="40779"/>
                </a:cubicBezTo>
                <a:cubicBezTo>
                  <a:pt x="335413" y="40149"/>
                  <a:pt x="335729" y="39833"/>
                  <a:pt x="336149" y="39833"/>
                </a:cubicBezTo>
                <a:cubicBezTo>
                  <a:pt x="338776" y="39623"/>
                  <a:pt x="341035" y="39230"/>
                  <a:pt x="342926" y="38652"/>
                </a:cubicBezTo>
                <a:cubicBezTo>
                  <a:pt x="344818" y="38073"/>
                  <a:pt x="346421" y="37154"/>
                  <a:pt x="347734" y="35893"/>
                </a:cubicBezTo>
                <a:cubicBezTo>
                  <a:pt x="349049" y="34631"/>
                  <a:pt x="350101" y="32923"/>
                  <a:pt x="350888" y="30769"/>
                </a:cubicBezTo>
                <a:cubicBezTo>
                  <a:pt x="351677" y="28614"/>
                  <a:pt x="352334" y="25802"/>
                  <a:pt x="352858" y="22335"/>
                </a:cubicBezTo>
                <a:cubicBezTo>
                  <a:pt x="352964" y="21703"/>
                  <a:pt x="353385" y="21230"/>
                  <a:pt x="354121" y="20916"/>
                </a:cubicBezTo>
                <a:cubicBezTo>
                  <a:pt x="354857" y="20600"/>
                  <a:pt x="355646" y="20442"/>
                  <a:pt x="356486" y="20442"/>
                </a:cubicBezTo>
                <a:cubicBezTo>
                  <a:pt x="357326" y="20442"/>
                  <a:pt x="358088" y="20573"/>
                  <a:pt x="358771" y="20836"/>
                </a:cubicBezTo>
                <a:cubicBezTo>
                  <a:pt x="359454" y="21099"/>
                  <a:pt x="359796" y="21441"/>
                  <a:pt x="359796" y="21861"/>
                </a:cubicBezTo>
                <a:lnTo>
                  <a:pt x="359796" y="35419"/>
                </a:lnTo>
                <a:cubicBezTo>
                  <a:pt x="359796" y="37102"/>
                  <a:pt x="359875" y="38074"/>
                  <a:pt x="360032" y="38337"/>
                </a:cubicBezTo>
                <a:cubicBezTo>
                  <a:pt x="360191" y="38599"/>
                  <a:pt x="360848" y="38729"/>
                  <a:pt x="362004" y="38729"/>
                </a:cubicBezTo>
                <a:lnTo>
                  <a:pt x="378399" y="38729"/>
                </a:lnTo>
                <a:cubicBezTo>
                  <a:pt x="379135" y="38729"/>
                  <a:pt x="379608" y="39150"/>
                  <a:pt x="379818" y="39992"/>
                </a:cubicBezTo>
                <a:cubicBezTo>
                  <a:pt x="380028" y="40833"/>
                  <a:pt x="380133" y="41568"/>
                  <a:pt x="380133" y="42198"/>
                </a:cubicBezTo>
                <a:cubicBezTo>
                  <a:pt x="380133" y="42828"/>
                  <a:pt x="380001" y="43590"/>
                  <a:pt x="379738" y="44483"/>
                </a:cubicBezTo>
                <a:cubicBezTo>
                  <a:pt x="379477" y="45377"/>
                  <a:pt x="378925" y="45823"/>
                  <a:pt x="378083" y="45823"/>
                </a:cubicBezTo>
                <a:lnTo>
                  <a:pt x="361215" y="45823"/>
                </a:lnTo>
                <a:cubicBezTo>
                  <a:pt x="360479" y="45823"/>
                  <a:pt x="360058" y="46008"/>
                  <a:pt x="359952" y="46377"/>
                </a:cubicBezTo>
                <a:cubicBezTo>
                  <a:pt x="359848" y="46744"/>
                  <a:pt x="359796" y="48084"/>
                  <a:pt x="359796" y="50396"/>
                </a:cubicBezTo>
                <a:lnTo>
                  <a:pt x="359796" y="85552"/>
                </a:lnTo>
                <a:close/>
                <a:moveTo>
                  <a:pt x="413998" y="90755"/>
                </a:moveTo>
                <a:cubicBezTo>
                  <a:pt x="413998" y="93384"/>
                  <a:pt x="414050" y="95591"/>
                  <a:pt x="414154" y="97378"/>
                </a:cubicBezTo>
                <a:cubicBezTo>
                  <a:pt x="414260" y="99164"/>
                  <a:pt x="414628" y="100636"/>
                  <a:pt x="415258" y="101792"/>
                </a:cubicBezTo>
                <a:cubicBezTo>
                  <a:pt x="415888" y="102948"/>
                  <a:pt x="416860" y="103842"/>
                  <a:pt x="418174" y="104472"/>
                </a:cubicBezTo>
                <a:cubicBezTo>
                  <a:pt x="419489" y="105102"/>
                  <a:pt x="421355" y="105575"/>
                  <a:pt x="423772" y="105891"/>
                </a:cubicBezTo>
                <a:cubicBezTo>
                  <a:pt x="424402" y="105995"/>
                  <a:pt x="424875" y="106284"/>
                  <a:pt x="425191" y="106757"/>
                </a:cubicBezTo>
                <a:cubicBezTo>
                  <a:pt x="425507" y="107230"/>
                  <a:pt x="425665" y="107782"/>
                  <a:pt x="425665" y="108412"/>
                </a:cubicBezTo>
                <a:cubicBezTo>
                  <a:pt x="425665" y="108938"/>
                  <a:pt x="425507" y="109438"/>
                  <a:pt x="425191" y="109911"/>
                </a:cubicBezTo>
                <a:cubicBezTo>
                  <a:pt x="424875" y="110384"/>
                  <a:pt x="424402" y="110621"/>
                  <a:pt x="423772" y="110621"/>
                </a:cubicBezTo>
                <a:cubicBezTo>
                  <a:pt x="421879" y="110621"/>
                  <a:pt x="419409" y="110436"/>
                  <a:pt x="416360" y="110067"/>
                </a:cubicBezTo>
                <a:cubicBezTo>
                  <a:pt x="413313" y="109700"/>
                  <a:pt x="410213" y="109516"/>
                  <a:pt x="407060" y="109516"/>
                </a:cubicBezTo>
                <a:cubicBezTo>
                  <a:pt x="403697" y="109516"/>
                  <a:pt x="400412" y="109700"/>
                  <a:pt x="397207" y="110067"/>
                </a:cubicBezTo>
                <a:cubicBezTo>
                  <a:pt x="394001" y="110436"/>
                  <a:pt x="390926" y="110621"/>
                  <a:pt x="387984" y="110621"/>
                </a:cubicBezTo>
                <a:cubicBezTo>
                  <a:pt x="387459" y="110621"/>
                  <a:pt x="387039" y="110384"/>
                  <a:pt x="386723" y="109911"/>
                </a:cubicBezTo>
                <a:cubicBezTo>
                  <a:pt x="386409" y="109438"/>
                  <a:pt x="386252" y="108938"/>
                  <a:pt x="386252" y="108412"/>
                </a:cubicBezTo>
                <a:cubicBezTo>
                  <a:pt x="386252" y="107782"/>
                  <a:pt x="386409" y="107230"/>
                  <a:pt x="386723" y="106757"/>
                </a:cubicBezTo>
                <a:cubicBezTo>
                  <a:pt x="387039" y="106284"/>
                  <a:pt x="387512" y="105995"/>
                  <a:pt x="388142" y="105891"/>
                </a:cubicBezTo>
                <a:cubicBezTo>
                  <a:pt x="390875" y="105575"/>
                  <a:pt x="393003" y="105102"/>
                  <a:pt x="394527" y="104472"/>
                </a:cubicBezTo>
                <a:cubicBezTo>
                  <a:pt x="396050" y="103842"/>
                  <a:pt x="397154" y="102975"/>
                  <a:pt x="397837" y="101871"/>
                </a:cubicBezTo>
                <a:cubicBezTo>
                  <a:pt x="398520" y="100766"/>
                  <a:pt x="398914" y="99400"/>
                  <a:pt x="399018" y="97772"/>
                </a:cubicBezTo>
                <a:cubicBezTo>
                  <a:pt x="399124" y="96143"/>
                  <a:pt x="399177" y="94119"/>
                  <a:pt x="399177" y="91701"/>
                </a:cubicBezTo>
                <a:lnTo>
                  <a:pt x="399177" y="66319"/>
                </a:lnTo>
                <a:cubicBezTo>
                  <a:pt x="399177" y="61800"/>
                  <a:pt x="399072" y="58174"/>
                  <a:pt x="398862" y="55441"/>
                </a:cubicBezTo>
                <a:cubicBezTo>
                  <a:pt x="398652" y="52708"/>
                  <a:pt x="398178" y="50633"/>
                  <a:pt x="397442" y="49215"/>
                </a:cubicBezTo>
                <a:cubicBezTo>
                  <a:pt x="396708" y="47796"/>
                  <a:pt x="395605" y="46823"/>
                  <a:pt x="394132" y="46297"/>
                </a:cubicBezTo>
                <a:cubicBezTo>
                  <a:pt x="392662" y="45771"/>
                  <a:pt x="390665" y="45351"/>
                  <a:pt x="388142" y="45037"/>
                </a:cubicBezTo>
                <a:cubicBezTo>
                  <a:pt x="387512" y="45037"/>
                  <a:pt x="387039" y="44774"/>
                  <a:pt x="386723" y="44248"/>
                </a:cubicBezTo>
                <a:cubicBezTo>
                  <a:pt x="386409" y="43722"/>
                  <a:pt x="386252" y="43196"/>
                  <a:pt x="386252" y="42672"/>
                </a:cubicBezTo>
                <a:cubicBezTo>
                  <a:pt x="386252" y="42146"/>
                  <a:pt x="386409" y="41621"/>
                  <a:pt x="386723" y="41096"/>
                </a:cubicBezTo>
                <a:cubicBezTo>
                  <a:pt x="387039" y="40570"/>
                  <a:pt x="387512" y="40307"/>
                  <a:pt x="388142" y="40307"/>
                </a:cubicBezTo>
                <a:cubicBezTo>
                  <a:pt x="389193" y="40202"/>
                  <a:pt x="390480" y="40096"/>
                  <a:pt x="392003" y="39992"/>
                </a:cubicBezTo>
                <a:cubicBezTo>
                  <a:pt x="393528" y="39886"/>
                  <a:pt x="395131" y="39755"/>
                  <a:pt x="396812" y="39598"/>
                </a:cubicBezTo>
                <a:cubicBezTo>
                  <a:pt x="398494" y="39439"/>
                  <a:pt x="400202" y="39229"/>
                  <a:pt x="401936" y="38967"/>
                </a:cubicBezTo>
                <a:cubicBezTo>
                  <a:pt x="403671" y="38704"/>
                  <a:pt x="405222" y="38415"/>
                  <a:pt x="406588" y="38099"/>
                </a:cubicBezTo>
                <a:cubicBezTo>
                  <a:pt x="407745" y="37889"/>
                  <a:pt x="408664" y="37652"/>
                  <a:pt x="409348" y="37389"/>
                </a:cubicBezTo>
                <a:cubicBezTo>
                  <a:pt x="410031" y="37126"/>
                  <a:pt x="410583" y="36995"/>
                  <a:pt x="411003" y="36995"/>
                </a:cubicBezTo>
                <a:cubicBezTo>
                  <a:pt x="412263" y="36995"/>
                  <a:pt x="413077" y="37363"/>
                  <a:pt x="413444" y="38099"/>
                </a:cubicBezTo>
                <a:cubicBezTo>
                  <a:pt x="413813" y="38835"/>
                  <a:pt x="413998" y="39518"/>
                  <a:pt x="413998" y="40149"/>
                </a:cubicBezTo>
                <a:lnTo>
                  <a:pt x="413998" y="90755"/>
                </a:lnTo>
                <a:moveTo>
                  <a:pt x="405641" y="20916"/>
                </a:moveTo>
                <a:cubicBezTo>
                  <a:pt x="403014" y="20916"/>
                  <a:pt x="400754" y="20101"/>
                  <a:pt x="398862" y="18472"/>
                </a:cubicBezTo>
                <a:cubicBezTo>
                  <a:pt x="396971" y="16842"/>
                  <a:pt x="396025" y="14819"/>
                  <a:pt x="396025" y="12402"/>
                </a:cubicBezTo>
                <a:cubicBezTo>
                  <a:pt x="396025" y="9984"/>
                  <a:pt x="396919" y="7934"/>
                  <a:pt x="398705" y="6254"/>
                </a:cubicBezTo>
                <a:cubicBezTo>
                  <a:pt x="400492" y="4571"/>
                  <a:pt x="402699" y="3730"/>
                  <a:pt x="405326" y="3730"/>
                </a:cubicBezTo>
                <a:cubicBezTo>
                  <a:pt x="407848" y="3730"/>
                  <a:pt x="409924" y="4598"/>
                  <a:pt x="411554" y="6333"/>
                </a:cubicBezTo>
                <a:cubicBezTo>
                  <a:pt x="413183" y="8067"/>
                  <a:pt x="413998" y="10142"/>
                  <a:pt x="413998" y="12559"/>
                </a:cubicBezTo>
                <a:cubicBezTo>
                  <a:pt x="413998" y="14871"/>
                  <a:pt x="413209" y="16842"/>
                  <a:pt x="411633" y="18472"/>
                </a:cubicBezTo>
                <a:cubicBezTo>
                  <a:pt x="410057" y="20101"/>
                  <a:pt x="408059" y="20916"/>
                  <a:pt x="405641" y="20916"/>
                </a:cubicBezTo>
                <a:close/>
                <a:moveTo>
                  <a:pt x="495631" y="58751"/>
                </a:moveTo>
                <a:cubicBezTo>
                  <a:pt x="488589" y="76094"/>
                  <a:pt x="481074" y="93804"/>
                  <a:pt x="473086" y="111881"/>
                </a:cubicBezTo>
                <a:cubicBezTo>
                  <a:pt x="472980" y="112091"/>
                  <a:pt x="472690" y="112275"/>
                  <a:pt x="472217" y="112432"/>
                </a:cubicBezTo>
                <a:cubicBezTo>
                  <a:pt x="471746" y="112591"/>
                  <a:pt x="471247" y="112670"/>
                  <a:pt x="470721" y="112670"/>
                </a:cubicBezTo>
                <a:cubicBezTo>
                  <a:pt x="470195" y="112670"/>
                  <a:pt x="469695" y="112591"/>
                  <a:pt x="469222" y="112432"/>
                </a:cubicBezTo>
                <a:cubicBezTo>
                  <a:pt x="468749" y="112275"/>
                  <a:pt x="468460" y="112091"/>
                  <a:pt x="468356" y="111881"/>
                </a:cubicBezTo>
                <a:cubicBezTo>
                  <a:pt x="463837" y="102737"/>
                  <a:pt x="459606" y="93882"/>
                  <a:pt x="455664" y="85316"/>
                </a:cubicBezTo>
                <a:cubicBezTo>
                  <a:pt x="451724" y="76751"/>
                  <a:pt x="447756" y="67528"/>
                  <a:pt x="443761" y="57649"/>
                </a:cubicBezTo>
                <a:cubicBezTo>
                  <a:pt x="442711" y="55127"/>
                  <a:pt x="441791" y="53025"/>
                  <a:pt x="441002" y="51344"/>
                </a:cubicBezTo>
                <a:cubicBezTo>
                  <a:pt x="440215" y="49662"/>
                  <a:pt x="439374" y="48296"/>
                  <a:pt x="438481" y="47245"/>
                </a:cubicBezTo>
                <a:cubicBezTo>
                  <a:pt x="437588" y="46193"/>
                  <a:pt x="436537" y="45378"/>
                  <a:pt x="435327" y="44801"/>
                </a:cubicBezTo>
                <a:cubicBezTo>
                  <a:pt x="434118" y="44222"/>
                  <a:pt x="432568" y="43775"/>
                  <a:pt x="430677" y="43459"/>
                </a:cubicBezTo>
                <a:cubicBezTo>
                  <a:pt x="430151" y="43354"/>
                  <a:pt x="429730" y="43066"/>
                  <a:pt x="429414" y="42593"/>
                </a:cubicBezTo>
                <a:cubicBezTo>
                  <a:pt x="429100" y="42120"/>
                  <a:pt x="428943" y="41620"/>
                  <a:pt x="428943" y="41094"/>
                </a:cubicBezTo>
                <a:cubicBezTo>
                  <a:pt x="428943" y="40464"/>
                  <a:pt x="429048" y="39912"/>
                  <a:pt x="429258" y="39439"/>
                </a:cubicBezTo>
                <a:cubicBezTo>
                  <a:pt x="429468" y="38966"/>
                  <a:pt x="429836" y="38729"/>
                  <a:pt x="430362" y="38729"/>
                </a:cubicBezTo>
                <a:cubicBezTo>
                  <a:pt x="433409" y="38729"/>
                  <a:pt x="436378" y="38914"/>
                  <a:pt x="439268" y="39283"/>
                </a:cubicBezTo>
                <a:cubicBezTo>
                  <a:pt x="442159" y="39650"/>
                  <a:pt x="445182" y="39833"/>
                  <a:pt x="448334" y="39833"/>
                </a:cubicBezTo>
                <a:cubicBezTo>
                  <a:pt x="451382" y="39833"/>
                  <a:pt x="454403" y="39650"/>
                  <a:pt x="457399" y="39283"/>
                </a:cubicBezTo>
                <a:cubicBezTo>
                  <a:pt x="460395" y="38914"/>
                  <a:pt x="463416" y="38729"/>
                  <a:pt x="466463" y="38729"/>
                </a:cubicBezTo>
                <a:cubicBezTo>
                  <a:pt x="466989" y="38729"/>
                  <a:pt x="467384" y="38966"/>
                  <a:pt x="467647" y="39439"/>
                </a:cubicBezTo>
                <a:cubicBezTo>
                  <a:pt x="467910" y="39912"/>
                  <a:pt x="468041" y="40464"/>
                  <a:pt x="468041" y="41094"/>
                </a:cubicBezTo>
                <a:cubicBezTo>
                  <a:pt x="468041" y="41620"/>
                  <a:pt x="467910" y="42146"/>
                  <a:pt x="467647" y="42672"/>
                </a:cubicBezTo>
                <a:cubicBezTo>
                  <a:pt x="467384" y="43196"/>
                  <a:pt x="466989" y="43459"/>
                  <a:pt x="466463" y="43459"/>
                </a:cubicBezTo>
                <a:cubicBezTo>
                  <a:pt x="463206" y="43669"/>
                  <a:pt x="460868" y="44273"/>
                  <a:pt x="459448" y="45273"/>
                </a:cubicBezTo>
                <a:cubicBezTo>
                  <a:pt x="458029" y="46272"/>
                  <a:pt x="457319" y="47717"/>
                  <a:pt x="457319" y="49607"/>
                </a:cubicBezTo>
                <a:cubicBezTo>
                  <a:pt x="457319" y="51184"/>
                  <a:pt x="457740" y="53128"/>
                  <a:pt x="458582" y="55441"/>
                </a:cubicBezTo>
                <a:cubicBezTo>
                  <a:pt x="460999" y="61957"/>
                  <a:pt x="463521" y="68289"/>
                  <a:pt x="466148" y="74438"/>
                </a:cubicBezTo>
                <a:cubicBezTo>
                  <a:pt x="468776" y="80587"/>
                  <a:pt x="471457" y="86394"/>
                  <a:pt x="474190" y="91859"/>
                </a:cubicBezTo>
                <a:cubicBezTo>
                  <a:pt x="474400" y="92385"/>
                  <a:pt x="474715" y="92622"/>
                  <a:pt x="475135" y="92569"/>
                </a:cubicBezTo>
                <a:cubicBezTo>
                  <a:pt x="475555" y="92516"/>
                  <a:pt x="475871" y="92279"/>
                  <a:pt x="476081" y="91859"/>
                </a:cubicBezTo>
                <a:cubicBezTo>
                  <a:pt x="477133" y="89547"/>
                  <a:pt x="478341" y="86709"/>
                  <a:pt x="479706" y="83346"/>
                </a:cubicBezTo>
                <a:cubicBezTo>
                  <a:pt x="481072" y="79983"/>
                  <a:pt x="482412" y="76541"/>
                  <a:pt x="483726" y="73021"/>
                </a:cubicBezTo>
                <a:cubicBezTo>
                  <a:pt x="485041" y="69499"/>
                  <a:pt x="486276" y="66005"/>
                  <a:pt x="487433" y="62537"/>
                </a:cubicBezTo>
                <a:cubicBezTo>
                  <a:pt x="488589" y="59069"/>
                  <a:pt x="489534" y="56073"/>
                  <a:pt x="490269" y="53550"/>
                </a:cubicBezTo>
                <a:cubicBezTo>
                  <a:pt x="490691" y="52184"/>
                  <a:pt x="490901" y="50870"/>
                  <a:pt x="490901" y="49607"/>
                </a:cubicBezTo>
                <a:cubicBezTo>
                  <a:pt x="490901" y="46980"/>
                  <a:pt x="490112" y="45352"/>
                  <a:pt x="488534" y="44722"/>
                </a:cubicBezTo>
                <a:cubicBezTo>
                  <a:pt x="486958" y="44090"/>
                  <a:pt x="485329" y="43669"/>
                  <a:pt x="483649" y="43459"/>
                </a:cubicBezTo>
                <a:cubicBezTo>
                  <a:pt x="483018" y="43354"/>
                  <a:pt x="482545" y="43039"/>
                  <a:pt x="482229" y="42513"/>
                </a:cubicBezTo>
                <a:cubicBezTo>
                  <a:pt x="481913" y="41987"/>
                  <a:pt x="481782" y="41462"/>
                  <a:pt x="481835" y="40938"/>
                </a:cubicBezTo>
                <a:cubicBezTo>
                  <a:pt x="481888" y="40412"/>
                  <a:pt x="482071" y="39912"/>
                  <a:pt x="482386" y="39439"/>
                </a:cubicBezTo>
                <a:cubicBezTo>
                  <a:pt x="482702" y="38966"/>
                  <a:pt x="483123" y="38729"/>
                  <a:pt x="483649" y="38729"/>
                </a:cubicBezTo>
                <a:cubicBezTo>
                  <a:pt x="485961" y="38729"/>
                  <a:pt x="488116" y="38914"/>
                  <a:pt x="490112" y="39283"/>
                </a:cubicBezTo>
                <a:cubicBezTo>
                  <a:pt x="492109" y="39650"/>
                  <a:pt x="494211" y="39833"/>
                  <a:pt x="496418" y="39833"/>
                </a:cubicBezTo>
                <a:cubicBezTo>
                  <a:pt x="498730" y="39833"/>
                  <a:pt x="501173" y="39650"/>
                  <a:pt x="503747" y="39283"/>
                </a:cubicBezTo>
                <a:cubicBezTo>
                  <a:pt x="506323" y="38914"/>
                  <a:pt x="508347" y="38729"/>
                  <a:pt x="509819" y="38729"/>
                </a:cubicBezTo>
                <a:cubicBezTo>
                  <a:pt x="510449" y="38729"/>
                  <a:pt x="510896" y="38966"/>
                  <a:pt x="511159" y="39439"/>
                </a:cubicBezTo>
                <a:cubicBezTo>
                  <a:pt x="511422" y="39912"/>
                  <a:pt x="511554" y="40464"/>
                  <a:pt x="511554" y="41094"/>
                </a:cubicBezTo>
                <a:cubicBezTo>
                  <a:pt x="511554" y="41620"/>
                  <a:pt x="511422" y="42146"/>
                  <a:pt x="511159" y="42672"/>
                </a:cubicBezTo>
                <a:cubicBezTo>
                  <a:pt x="510896" y="43196"/>
                  <a:pt x="510501" y="43459"/>
                  <a:pt x="509975" y="43459"/>
                </a:cubicBezTo>
                <a:cubicBezTo>
                  <a:pt x="507875" y="43565"/>
                  <a:pt x="506114" y="44038"/>
                  <a:pt x="504695" y="44878"/>
                </a:cubicBezTo>
                <a:cubicBezTo>
                  <a:pt x="503276" y="45718"/>
                  <a:pt x="502041" y="46796"/>
                  <a:pt x="500991" y="48111"/>
                </a:cubicBezTo>
                <a:cubicBezTo>
                  <a:pt x="499940" y="49425"/>
                  <a:pt x="498994" y="51001"/>
                  <a:pt x="498152" y="52841"/>
                </a:cubicBezTo>
                <a:cubicBezTo>
                  <a:pt x="497312" y="54680"/>
                  <a:pt x="496471" y="56650"/>
                  <a:pt x="495631" y="58751"/>
                </a:cubicBezTo>
                <a:close/>
                <a:moveTo>
                  <a:pt x="534539" y="69629"/>
                </a:moveTo>
                <a:cubicBezTo>
                  <a:pt x="534013" y="69629"/>
                  <a:pt x="533724" y="69814"/>
                  <a:pt x="533671" y="70182"/>
                </a:cubicBezTo>
                <a:cubicBezTo>
                  <a:pt x="533619" y="70550"/>
                  <a:pt x="533594" y="70996"/>
                  <a:pt x="533594" y="71522"/>
                </a:cubicBezTo>
                <a:cubicBezTo>
                  <a:pt x="533594" y="76988"/>
                  <a:pt x="534198" y="81612"/>
                  <a:pt x="535405" y="85395"/>
                </a:cubicBezTo>
                <a:cubicBezTo>
                  <a:pt x="536614" y="89179"/>
                  <a:pt x="538296" y="92253"/>
                  <a:pt x="540450" y="94618"/>
                </a:cubicBezTo>
                <a:cubicBezTo>
                  <a:pt x="542605" y="96982"/>
                  <a:pt x="545181" y="98690"/>
                  <a:pt x="548176" y="99742"/>
                </a:cubicBezTo>
                <a:cubicBezTo>
                  <a:pt x="551172" y="100793"/>
                  <a:pt x="554404" y="101318"/>
                  <a:pt x="557871" y="101318"/>
                </a:cubicBezTo>
                <a:cubicBezTo>
                  <a:pt x="561444" y="101318"/>
                  <a:pt x="564912" y="101029"/>
                  <a:pt x="568275" y="100452"/>
                </a:cubicBezTo>
                <a:cubicBezTo>
                  <a:pt x="571640" y="99873"/>
                  <a:pt x="574531" y="98585"/>
                  <a:pt x="576947" y="96589"/>
                </a:cubicBezTo>
                <a:cubicBezTo>
                  <a:pt x="577473" y="96168"/>
                  <a:pt x="578025" y="96011"/>
                  <a:pt x="578602" y="96117"/>
                </a:cubicBezTo>
                <a:cubicBezTo>
                  <a:pt x="579181" y="96221"/>
                  <a:pt x="579654" y="96484"/>
                  <a:pt x="580022" y="96904"/>
                </a:cubicBezTo>
                <a:cubicBezTo>
                  <a:pt x="580389" y="97324"/>
                  <a:pt x="580625" y="97797"/>
                  <a:pt x="580729" y="98323"/>
                </a:cubicBezTo>
                <a:cubicBezTo>
                  <a:pt x="580835" y="98849"/>
                  <a:pt x="580731" y="99322"/>
                  <a:pt x="580416" y="99742"/>
                </a:cubicBezTo>
                <a:cubicBezTo>
                  <a:pt x="577053" y="104156"/>
                  <a:pt x="573269" y="107204"/>
                  <a:pt x="569064" y="108886"/>
                </a:cubicBezTo>
                <a:cubicBezTo>
                  <a:pt x="564861" y="110567"/>
                  <a:pt x="559658" y="111407"/>
                  <a:pt x="553457" y="111407"/>
                </a:cubicBezTo>
                <a:cubicBezTo>
                  <a:pt x="547151" y="111407"/>
                  <a:pt x="541712" y="110462"/>
                  <a:pt x="537140" y="108571"/>
                </a:cubicBezTo>
                <a:cubicBezTo>
                  <a:pt x="532567" y="106679"/>
                  <a:pt x="528783" y="104024"/>
                  <a:pt x="525788" y="100608"/>
                </a:cubicBezTo>
                <a:cubicBezTo>
                  <a:pt x="522793" y="97192"/>
                  <a:pt x="520587" y="93199"/>
                  <a:pt x="519167" y="88629"/>
                </a:cubicBezTo>
                <a:cubicBezTo>
                  <a:pt x="517748" y="84056"/>
                  <a:pt x="517038" y="79090"/>
                  <a:pt x="517038" y="73728"/>
                </a:cubicBezTo>
                <a:cubicBezTo>
                  <a:pt x="517038" y="68579"/>
                  <a:pt x="517905" y="63692"/>
                  <a:pt x="519639" y="59069"/>
                </a:cubicBezTo>
                <a:cubicBezTo>
                  <a:pt x="521374" y="54443"/>
                  <a:pt x="523818" y="50449"/>
                  <a:pt x="526971" y="47086"/>
                </a:cubicBezTo>
                <a:cubicBezTo>
                  <a:pt x="530124" y="43723"/>
                  <a:pt x="533855" y="41043"/>
                  <a:pt x="538164" y="39047"/>
                </a:cubicBezTo>
                <a:cubicBezTo>
                  <a:pt x="542474" y="37049"/>
                  <a:pt x="547256" y="36049"/>
                  <a:pt x="552511" y="36049"/>
                </a:cubicBezTo>
                <a:cubicBezTo>
                  <a:pt x="556925" y="36049"/>
                  <a:pt x="560945" y="36812"/>
                  <a:pt x="564571" y="38337"/>
                </a:cubicBezTo>
                <a:cubicBezTo>
                  <a:pt x="568197" y="39861"/>
                  <a:pt x="571271" y="41962"/>
                  <a:pt x="573794" y="44642"/>
                </a:cubicBezTo>
                <a:cubicBezTo>
                  <a:pt x="576316" y="47322"/>
                  <a:pt x="578287" y="50528"/>
                  <a:pt x="579707" y="54260"/>
                </a:cubicBezTo>
                <a:cubicBezTo>
                  <a:pt x="581126" y="57990"/>
                  <a:pt x="581836" y="62010"/>
                  <a:pt x="581836" y="66319"/>
                </a:cubicBezTo>
                <a:cubicBezTo>
                  <a:pt x="581836" y="68526"/>
                  <a:pt x="581047" y="69629"/>
                  <a:pt x="579471" y="69629"/>
                </a:cubicBezTo>
                <a:lnTo>
                  <a:pt x="534539" y="69629"/>
                </a:lnTo>
                <a:moveTo>
                  <a:pt x="563389" y="64113"/>
                </a:moveTo>
                <a:cubicBezTo>
                  <a:pt x="564860" y="64113"/>
                  <a:pt x="565700" y="63588"/>
                  <a:pt x="565911" y="62537"/>
                </a:cubicBezTo>
                <a:cubicBezTo>
                  <a:pt x="566122" y="61485"/>
                  <a:pt x="566228" y="60223"/>
                  <a:pt x="566228" y="58751"/>
                </a:cubicBezTo>
                <a:cubicBezTo>
                  <a:pt x="566228" y="56544"/>
                  <a:pt x="565886" y="54416"/>
                  <a:pt x="565203" y="52367"/>
                </a:cubicBezTo>
                <a:cubicBezTo>
                  <a:pt x="564520" y="50317"/>
                  <a:pt x="563547" y="48504"/>
                  <a:pt x="562285" y="46928"/>
                </a:cubicBezTo>
                <a:cubicBezTo>
                  <a:pt x="561025" y="45351"/>
                  <a:pt x="559501" y="44090"/>
                  <a:pt x="557715" y="43144"/>
                </a:cubicBezTo>
                <a:cubicBezTo>
                  <a:pt x="555928" y="42197"/>
                  <a:pt x="553879" y="41724"/>
                  <a:pt x="551566" y="41724"/>
                </a:cubicBezTo>
                <a:cubicBezTo>
                  <a:pt x="548727" y="41724"/>
                  <a:pt x="546283" y="42224"/>
                  <a:pt x="544234" y="43223"/>
                </a:cubicBezTo>
                <a:cubicBezTo>
                  <a:pt x="542184" y="44222"/>
                  <a:pt x="540450" y="45536"/>
                  <a:pt x="539030" y="47166"/>
                </a:cubicBezTo>
                <a:cubicBezTo>
                  <a:pt x="537613" y="48793"/>
                  <a:pt x="536536" y="50712"/>
                  <a:pt x="535800" y="52920"/>
                </a:cubicBezTo>
                <a:cubicBezTo>
                  <a:pt x="535064" y="55127"/>
                  <a:pt x="534538" y="57438"/>
                  <a:pt x="534224" y="59855"/>
                </a:cubicBezTo>
                <a:cubicBezTo>
                  <a:pt x="534014" y="61117"/>
                  <a:pt x="533935" y="62143"/>
                  <a:pt x="533986" y="62932"/>
                </a:cubicBezTo>
                <a:cubicBezTo>
                  <a:pt x="534039" y="63719"/>
                  <a:pt x="534275" y="64113"/>
                  <a:pt x="534696" y="64113"/>
                </a:cubicBezTo>
                <a:lnTo>
                  <a:pt x="563389" y="64113"/>
                </a:lnTo>
                <a:close/>
                <a:moveTo>
                  <a:pt x="707771" y="71679"/>
                </a:moveTo>
                <a:cubicBezTo>
                  <a:pt x="707771" y="78090"/>
                  <a:pt x="706878" y="83766"/>
                  <a:pt x="705091" y="88706"/>
                </a:cubicBezTo>
                <a:cubicBezTo>
                  <a:pt x="703305" y="93645"/>
                  <a:pt x="700756" y="97797"/>
                  <a:pt x="697444" y="101162"/>
                </a:cubicBezTo>
                <a:cubicBezTo>
                  <a:pt x="694134" y="104525"/>
                  <a:pt x="690166" y="107073"/>
                  <a:pt x="685541" y="108807"/>
                </a:cubicBezTo>
                <a:cubicBezTo>
                  <a:pt x="680917" y="110540"/>
                  <a:pt x="675768" y="111407"/>
                  <a:pt x="670092" y="111407"/>
                </a:cubicBezTo>
                <a:cubicBezTo>
                  <a:pt x="665153" y="111407"/>
                  <a:pt x="660581" y="110593"/>
                  <a:pt x="656376" y="108965"/>
                </a:cubicBezTo>
                <a:cubicBezTo>
                  <a:pt x="652172" y="107336"/>
                  <a:pt x="648546" y="104918"/>
                  <a:pt x="645497" y="101713"/>
                </a:cubicBezTo>
                <a:cubicBezTo>
                  <a:pt x="642450" y="98507"/>
                  <a:pt x="640033" y="94461"/>
                  <a:pt x="638245" y="89574"/>
                </a:cubicBezTo>
                <a:cubicBezTo>
                  <a:pt x="636458" y="84686"/>
                  <a:pt x="635565" y="78931"/>
                  <a:pt x="635565" y="72309"/>
                </a:cubicBezTo>
                <a:cubicBezTo>
                  <a:pt x="635565" y="66949"/>
                  <a:pt x="636458" y="62036"/>
                  <a:pt x="638245" y="57570"/>
                </a:cubicBezTo>
                <a:cubicBezTo>
                  <a:pt x="640033" y="53104"/>
                  <a:pt x="642529" y="49294"/>
                  <a:pt x="645733" y="46141"/>
                </a:cubicBezTo>
                <a:cubicBezTo>
                  <a:pt x="648939" y="42986"/>
                  <a:pt x="652802" y="40516"/>
                  <a:pt x="657321" y="38729"/>
                </a:cubicBezTo>
                <a:cubicBezTo>
                  <a:pt x="661840" y="36943"/>
                  <a:pt x="666781" y="36049"/>
                  <a:pt x="672142" y="36049"/>
                </a:cubicBezTo>
                <a:cubicBezTo>
                  <a:pt x="677291" y="36049"/>
                  <a:pt x="682046" y="36838"/>
                  <a:pt x="686407" y="38414"/>
                </a:cubicBezTo>
                <a:cubicBezTo>
                  <a:pt x="690769" y="39991"/>
                  <a:pt x="694527" y="42277"/>
                  <a:pt x="697680" y="45273"/>
                </a:cubicBezTo>
                <a:cubicBezTo>
                  <a:pt x="700834" y="48268"/>
                  <a:pt x="703305" y="51974"/>
                  <a:pt x="705091" y="56389"/>
                </a:cubicBezTo>
                <a:cubicBezTo>
                  <a:pt x="706878" y="60802"/>
                  <a:pt x="707771" y="65899"/>
                  <a:pt x="707771" y="71679"/>
                </a:cubicBezTo>
                <a:moveTo>
                  <a:pt x="691218" y="73413"/>
                </a:moveTo>
                <a:cubicBezTo>
                  <a:pt x="691218" y="69420"/>
                  <a:pt x="690955" y="65532"/>
                  <a:pt x="690429" y="61748"/>
                </a:cubicBezTo>
                <a:cubicBezTo>
                  <a:pt x="689903" y="57964"/>
                  <a:pt x="688957" y="54600"/>
                  <a:pt x="687591" y="51657"/>
                </a:cubicBezTo>
                <a:cubicBezTo>
                  <a:pt x="686224" y="48714"/>
                  <a:pt x="684333" y="46349"/>
                  <a:pt x="681916" y="44563"/>
                </a:cubicBezTo>
                <a:cubicBezTo>
                  <a:pt x="679499" y="42776"/>
                  <a:pt x="676398" y="41883"/>
                  <a:pt x="672613" y="41883"/>
                </a:cubicBezTo>
                <a:cubicBezTo>
                  <a:pt x="668410" y="41883"/>
                  <a:pt x="664994" y="42776"/>
                  <a:pt x="662365" y="44563"/>
                </a:cubicBezTo>
                <a:cubicBezTo>
                  <a:pt x="659739" y="46349"/>
                  <a:pt x="657663" y="48741"/>
                  <a:pt x="656140" y="51736"/>
                </a:cubicBezTo>
                <a:cubicBezTo>
                  <a:pt x="654616" y="54732"/>
                  <a:pt x="653565" y="58122"/>
                  <a:pt x="652986" y="61905"/>
                </a:cubicBezTo>
                <a:cubicBezTo>
                  <a:pt x="652409" y="65688"/>
                  <a:pt x="652120" y="69629"/>
                  <a:pt x="652120" y="73728"/>
                </a:cubicBezTo>
                <a:cubicBezTo>
                  <a:pt x="652120" y="77301"/>
                  <a:pt x="652382" y="80980"/>
                  <a:pt x="652907" y="84765"/>
                </a:cubicBezTo>
                <a:cubicBezTo>
                  <a:pt x="653433" y="88548"/>
                  <a:pt x="654431" y="91964"/>
                  <a:pt x="655902" y="95013"/>
                </a:cubicBezTo>
                <a:cubicBezTo>
                  <a:pt x="657374" y="98060"/>
                  <a:pt x="659397" y="100583"/>
                  <a:pt x="661971" y="102581"/>
                </a:cubicBezTo>
                <a:cubicBezTo>
                  <a:pt x="664547" y="104578"/>
                  <a:pt x="667832" y="105576"/>
                  <a:pt x="671827" y="105576"/>
                </a:cubicBezTo>
                <a:cubicBezTo>
                  <a:pt x="675926" y="105576"/>
                  <a:pt x="679236" y="104630"/>
                  <a:pt x="681757" y="102737"/>
                </a:cubicBezTo>
                <a:cubicBezTo>
                  <a:pt x="684280" y="100845"/>
                  <a:pt x="686251" y="98375"/>
                  <a:pt x="687670" y="95328"/>
                </a:cubicBezTo>
                <a:cubicBezTo>
                  <a:pt x="689089" y="92279"/>
                  <a:pt x="690035" y="88837"/>
                  <a:pt x="690509" y="85001"/>
                </a:cubicBezTo>
                <a:cubicBezTo>
                  <a:pt x="690982" y="81165"/>
                  <a:pt x="691218" y="77302"/>
                  <a:pt x="691218" y="73413"/>
                </a:cubicBezTo>
                <a:close/>
                <a:moveTo>
                  <a:pt x="744205" y="90755"/>
                </a:moveTo>
                <a:cubicBezTo>
                  <a:pt x="744205" y="93384"/>
                  <a:pt x="744257" y="95591"/>
                  <a:pt x="744361" y="97378"/>
                </a:cubicBezTo>
                <a:cubicBezTo>
                  <a:pt x="744467" y="99164"/>
                  <a:pt x="744756" y="100636"/>
                  <a:pt x="745230" y="101792"/>
                </a:cubicBezTo>
                <a:cubicBezTo>
                  <a:pt x="745703" y="102948"/>
                  <a:pt x="746491" y="103842"/>
                  <a:pt x="747594" y="104472"/>
                </a:cubicBezTo>
                <a:cubicBezTo>
                  <a:pt x="748698" y="105102"/>
                  <a:pt x="750248" y="105575"/>
                  <a:pt x="752244" y="105891"/>
                </a:cubicBezTo>
                <a:cubicBezTo>
                  <a:pt x="752875" y="105995"/>
                  <a:pt x="753348" y="106284"/>
                  <a:pt x="753664" y="106757"/>
                </a:cubicBezTo>
                <a:cubicBezTo>
                  <a:pt x="753980" y="107230"/>
                  <a:pt x="754138" y="107782"/>
                  <a:pt x="754138" y="108412"/>
                </a:cubicBezTo>
                <a:cubicBezTo>
                  <a:pt x="754138" y="108938"/>
                  <a:pt x="753980" y="109438"/>
                  <a:pt x="753664" y="109911"/>
                </a:cubicBezTo>
                <a:cubicBezTo>
                  <a:pt x="753348" y="110384"/>
                  <a:pt x="752875" y="110621"/>
                  <a:pt x="752244" y="110621"/>
                </a:cubicBezTo>
                <a:cubicBezTo>
                  <a:pt x="751194" y="110621"/>
                  <a:pt x="749223" y="110436"/>
                  <a:pt x="746331" y="110067"/>
                </a:cubicBezTo>
                <a:cubicBezTo>
                  <a:pt x="743441" y="109700"/>
                  <a:pt x="740420" y="109516"/>
                  <a:pt x="737267" y="109516"/>
                </a:cubicBezTo>
                <a:cubicBezTo>
                  <a:pt x="733904" y="109516"/>
                  <a:pt x="730646" y="109700"/>
                  <a:pt x="727493" y="110067"/>
                </a:cubicBezTo>
                <a:cubicBezTo>
                  <a:pt x="724340" y="110436"/>
                  <a:pt x="721397" y="110621"/>
                  <a:pt x="718665" y="110621"/>
                </a:cubicBezTo>
                <a:cubicBezTo>
                  <a:pt x="718139" y="110621"/>
                  <a:pt x="717718" y="110384"/>
                  <a:pt x="717402" y="109911"/>
                </a:cubicBezTo>
                <a:cubicBezTo>
                  <a:pt x="717087" y="109438"/>
                  <a:pt x="716930" y="108938"/>
                  <a:pt x="716930" y="108412"/>
                </a:cubicBezTo>
                <a:cubicBezTo>
                  <a:pt x="716930" y="107782"/>
                  <a:pt x="717087" y="107230"/>
                  <a:pt x="717402" y="106757"/>
                </a:cubicBezTo>
                <a:cubicBezTo>
                  <a:pt x="717718" y="106284"/>
                  <a:pt x="718192" y="105995"/>
                  <a:pt x="718823" y="105891"/>
                </a:cubicBezTo>
                <a:cubicBezTo>
                  <a:pt x="721450" y="105575"/>
                  <a:pt x="723473" y="105155"/>
                  <a:pt x="724890" y="104631"/>
                </a:cubicBezTo>
                <a:cubicBezTo>
                  <a:pt x="726310" y="104105"/>
                  <a:pt x="727361" y="103316"/>
                  <a:pt x="728044" y="102266"/>
                </a:cubicBezTo>
                <a:cubicBezTo>
                  <a:pt x="728727" y="101214"/>
                  <a:pt x="729121" y="99847"/>
                  <a:pt x="729225" y="98167"/>
                </a:cubicBezTo>
                <a:cubicBezTo>
                  <a:pt x="729331" y="96484"/>
                  <a:pt x="729384" y="94329"/>
                  <a:pt x="729384" y="91701"/>
                </a:cubicBezTo>
                <a:lnTo>
                  <a:pt x="729384" y="71837"/>
                </a:lnTo>
                <a:cubicBezTo>
                  <a:pt x="729384" y="66688"/>
                  <a:pt x="729331" y="62405"/>
                  <a:pt x="729225" y="58989"/>
                </a:cubicBezTo>
                <a:cubicBezTo>
                  <a:pt x="729121" y="55573"/>
                  <a:pt x="728754" y="52867"/>
                  <a:pt x="728123" y="50870"/>
                </a:cubicBezTo>
                <a:cubicBezTo>
                  <a:pt x="727493" y="48872"/>
                  <a:pt x="726495" y="47479"/>
                  <a:pt x="725128" y="46692"/>
                </a:cubicBezTo>
                <a:cubicBezTo>
                  <a:pt x="723762" y="45903"/>
                  <a:pt x="721818" y="45508"/>
                  <a:pt x="719295" y="45508"/>
                </a:cubicBezTo>
                <a:cubicBezTo>
                  <a:pt x="718665" y="45508"/>
                  <a:pt x="718165" y="45298"/>
                  <a:pt x="717796" y="44878"/>
                </a:cubicBezTo>
                <a:cubicBezTo>
                  <a:pt x="717429" y="44458"/>
                  <a:pt x="717245" y="43985"/>
                  <a:pt x="717245" y="43459"/>
                </a:cubicBezTo>
                <a:cubicBezTo>
                  <a:pt x="717245" y="42828"/>
                  <a:pt x="717429" y="42303"/>
                  <a:pt x="717796" y="41883"/>
                </a:cubicBezTo>
                <a:cubicBezTo>
                  <a:pt x="718165" y="41463"/>
                  <a:pt x="718665" y="41253"/>
                  <a:pt x="719295" y="41253"/>
                </a:cubicBezTo>
                <a:cubicBezTo>
                  <a:pt x="721292" y="41253"/>
                  <a:pt x="724208" y="40938"/>
                  <a:pt x="728044" y="40307"/>
                </a:cubicBezTo>
                <a:cubicBezTo>
                  <a:pt x="731880" y="39675"/>
                  <a:pt x="735796" y="38782"/>
                  <a:pt x="739791" y="37628"/>
                </a:cubicBezTo>
                <a:cubicBezTo>
                  <a:pt x="741261" y="37206"/>
                  <a:pt x="742365" y="37494"/>
                  <a:pt x="743101" y="38494"/>
                </a:cubicBezTo>
                <a:cubicBezTo>
                  <a:pt x="743837" y="39493"/>
                  <a:pt x="744205" y="40622"/>
                  <a:pt x="744205" y="41883"/>
                </a:cubicBezTo>
                <a:lnTo>
                  <a:pt x="744205" y="48188"/>
                </a:lnTo>
                <a:cubicBezTo>
                  <a:pt x="744205" y="48398"/>
                  <a:pt x="744283" y="48530"/>
                  <a:pt x="744441" y="48583"/>
                </a:cubicBezTo>
                <a:cubicBezTo>
                  <a:pt x="744598" y="48636"/>
                  <a:pt x="744729" y="48557"/>
                  <a:pt x="744835" y="48347"/>
                </a:cubicBezTo>
                <a:cubicBezTo>
                  <a:pt x="745571" y="47191"/>
                  <a:pt x="746596" y="45904"/>
                  <a:pt x="747909" y="44486"/>
                </a:cubicBezTo>
                <a:cubicBezTo>
                  <a:pt x="749223" y="43067"/>
                  <a:pt x="750799" y="41727"/>
                  <a:pt x="752639" y="40466"/>
                </a:cubicBezTo>
                <a:cubicBezTo>
                  <a:pt x="754478" y="39204"/>
                  <a:pt x="756554" y="38153"/>
                  <a:pt x="758865" y="37312"/>
                </a:cubicBezTo>
                <a:cubicBezTo>
                  <a:pt x="761177" y="36470"/>
                  <a:pt x="763753" y="36049"/>
                  <a:pt x="766591" y="36049"/>
                </a:cubicBezTo>
                <a:cubicBezTo>
                  <a:pt x="774474" y="36049"/>
                  <a:pt x="780648" y="38231"/>
                  <a:pt x="785114" y="42593"/>
                </a:cubicBezTo>
                <a:cubicBezTo>
                  <a:pt x="789582" y="46955"/>
                  <a:pt x="791816" y="54022"/>
                  <a:pt x="791816" y="63796"/>
                </a:cubicBezTo>
                <a:lnTo>
                  <a:pt x="791816" y="90755"/>
                </a:lnTo>
                <a:cubicBezTo>
                  <a:pt x="791816" y="93594"/>
                  <a:pt x="791895" y="95906"/>
                  <a:pt x="792052" y="97693"/>
                </a:cubicBezTo>
                <a:cubicBezTo>
                  <a:pt x="792209" y="99479"/>
                  <a:pt x="792577" y="100924"/>
                  <a:pt x="793154" y="102028"/>
                </a:cubicBezTo>
                <a:cubicBezTo>
                  <a:pt x="793733" y="103131"/>
                  <a:pt x="794627" y="103972"/>
                  <a:pt x="795836" y="104551"/>
                </a:cubicBezTo>
                <a:cubicBezTo>
                  <a:pt x="797045" y="105129"/>
                  <a:pt x="798753" y="105575"/>
                  <a:pt x="800960" y="105891"/>
                </a:cubicBezTo>
                <a:cubicBezTo>
                  <a:pt x="801590" y="105995"/>
                  <a:pt x="802063" y="106284"/>
                  <a:pt x="802377" y="106757"/>
                </a:cubicBezTo>
                <a:cubicBezTo>
                  <a:pt x="802693" y="107230"/>
                  <a:pt x="802851" y="107782"/>
                  <a:pt x="802851" y="108412"/>
                </a:cubicBezTo>
                <a:cubicBezTo>
                  <a:pt x="802851" y="108938"/>
                  <a:pt x="802693" y="109438"/>
                  <a:pt x="802377" y="109911"/>
                </a:cubicBezTo>
                <a:cubicBezTo>
                  <a:pt x="802063" y="110384"/>
                  <a:pt x="801590" y="110621"/>
                  <a:pt x="800960" y="110621"/>
                </a:cubicBezTo>
                <a:cubicBezTo>
                  <a:pt x="799594" y="110621"/>
                  <a:pt x="797360" y="110436"/>
                  <a:pt x="794258" y="110067"/>
                </a:cubicBezTo>
                <a:cubicBezTo>
                  <a:pt x="791158" y="109700"/>
                  <a:pt x="788032" y="109516"/>
                  <a:pt x="784879" y="109516"/>
                </a:cubicBezTo>
                <a:cubicBezTo>
                  <a:pt x="781516" y="109516"/>
                  <a:pt x="778310" y="109700"/>
                  <a:pt x="775261" y="110067"/>
                </a:cubicBezTo>
                <a:cubicBezTo>
                  <a:pt x="772214" y="110436"/>
                  <a:pt x="769692" y="110621"/>
                  <a:pt x="767695" y="110621"/>
                </a:cubicBezTo>
                <a:cubicBezTo>
                  <a:pt x="767169" y="110621"/>
                  <a:pt x="766748" y="110384"/>
                  <a:pt x="766433" y="109911"/>
                </a:cubicBezTo>
                <a:cubicBezTo>
                  <a:pt x="766118" y="109438"/>
                  <a:pt x="765961" y="108938"/>
                  <a:pt x="765961" y="108412"/>
                </a:cubicBezTo>
                <a:cubicBezTo>
                  <a:pt x="765961" y="107782"/>
                  <a:pt x="766118" y="107230"/>
                  <a:pt x="766433" y="106757"/>
                </a:cubicBezTo>
                <a:cubicBezTo>
                  <a:pt x="766748" y="106284"/>
                  <a:pt x="767222" y="105995"/>
                  <a:pt x="767852" y="105891"/>
                </a:cubicBezTo>
                <a:cubicBezTo>
                  <a:pt x="770164" y="105575"/>
                  <a:pt x="771924" y="105102"/>
                  <a:pt x="773132" y="104472"/>
                </a:cubicBezTo>
                <a:cubicBezTo>
                  <a:pt x="774341" y="103842"/>
                  <a:pt x="775235" y="102975"/>
                  <a:pt x="775812" y="101871"/>
                </a:cubicBezTo>
                <a:cubicBezTo>
                  <a:pt x="776391" y="100766"/>
                  <a:pt x="776732" y="99400"/>
                  <a:pt x="776837" y="97772"/>
                </a:cubicBezTo>
                <a:cubicBezTo>
                  <a:pt x="776943" y="96143"/>
                  <a:pt x="776995" y="94119"/>
                  <a:pt x="776995" y="91701"/>
                </a:cubicBezTo>
                <a:lnTo>
                  <a:pt x="776995" y="67738"/>
                </a:lnTo>
                <a:cubicBezTo>
                  <a:pt x="776995" y="65110"/>
                  <a:pt x="776890" y="62482"/>
                  <a:pt x="776680" y="59855"/>
                </a:cubicBezTo>
                <a:cubicBezTo>
                  <a:pt x="776470" y="57228"/>
                  <a:pt x="775892" y="54864"/>
                  <a:pt x="774946" y="52761"/>
                </a:cubicBezTo>
                <a:cubicBezTo>
                  <a:pt x="774001" y="50659"/>
                  <a:pt x="772635" y="48924"/>
                  <a:pt x="770847" y="47558"/>
                </a:cubicBezTo>
                <a:cubicBezTo>
                  <a:pt x="769060" y="46191"/>
                  <a:pt x="766590" y="45508"/>
                  <a:pt x="763438" y="45508"/>
                </a:cubicBezTo>
                <a:cubicBezTo>
                  <a:pt x="760285" y="45508"/>
                  <a:pt x="757525" y="46008"/>
                  <a:pt x="755160" y="47007"/>
                </a:cubicBezTo>
                <a:cubicBezTo>
                  <a:pt x="752796" y="48004"/>
                  <a:pt x="750799" y="49344"/>
                  <a:pt x="749170" y="51027"/>
                </a:cubicBezTo>
                <a:cubicBezTo>
                  <a:pt x="747541" y="52709"/>
                  <a:pt x="746306" y="54680"/>
                  <a:pt x="745465" y="56940"/>
                </a:cubicBezTo>
                <a:cubicBezTo>
                  <a:pt x="744625" y="59199"/>
                  <a:pt x="744205" y="61590"/>
                  <a:pt x="744205" y="64113"/>
                </a:cubicBezTo>
                <a:lnTo>
                  <a:pt x="744205" y="90755"/>
                </a:lnTo>
                <a:close/>
                <a:moveTo>
                  <a:pt x="830930" y="69629"/>
                </a:moveTo>
                <a:cubicBezTo>
                  <a:pt x="830404" y="69629"/>
                  <a:pt x="830114" y="69814"/>
                  <a:pt x="830061" y="70182"/>
                </a:cubicBezTo>
                <a:cubicBezTo>
                  <a:pt x="830010" y="70550"/>
                  <a:pt x="829984" y="70996"/>
                  <a:pt x="829984" y="71522"/>
                </a:cubicBezTo>
                <a:cubicBezTo>
                  <a:pt x="829984" y="76988"/>
                  <a:pt x="830588" y="81612"/>
                  <a:pt x="831796" y="85395"/>
                </a:cubicBezTo>
                <a:cubicBezTo>
                  <a:pt x="833005" y="89179"/>
                  <a:pt x="834686" y="92253"/>
                  <a:pt x="836840" y="94618"/>
                </a:cubicBezTo>
                <a:cubicBezTo>
                  <a:pt x="838996" y="96982"/>
                  <a:pt x="841571" y="98690"/>
                  <a:pt x="844567" y="99742"/>
                </a:cubicBezTo>
                <a:cubicBezTo>
                  <a:pt x="847563" y="100793"/>
                  <a:pt x="850794" y="101318"/>
                  <a:pt x="854262" y="101318"/>
                </a:cubicBezTo>
                <a:cubicBezTo>
                  <a:pt x="857835" y="101318"/>
                  <a:pt x="861303" y="101029"/>
                  <a:pt x="864666" y="100452"/>
                </a:cubicBezTo>
                <a:cubicBezTo>
                  <a:pt x="868030" y="99873"/>
                  <a:pt x="870921" y="98585"/>
                  <a:pt x="873338" y="96589"/>
                </a:cubicBezTo>
                <a:cubicBezTo>
                  <a:pt x="873864" y="96168"/>
                  <a:pt x="874416" y="96011"/>
                  <a:pt x="874993" y="96117"/>
                </a:cubicBezTo>
                <a:cubicBezTo>
                  <a:pt x="875572" y="96221"/>
                  <a:pt x="876045" y="96484"/>
                  <a:pt x="876412" y="96904"/>
                </a:cubicBezTo>
                <a:cubicBezTo>
                  <a:pt x="876780" y="97324"/>
                  <a:pt x="877015" y="97797"/>
                  <a:pt x="877120" y="98323"/>
                </a:cubicBezTo>
                <a:cubicBezTo>
                  <a:pt x="877225" y="98849"/>
                  <a:pt x="877121" y="99322"/>
                  <a:pt x="876807" y="99742"/>
                </a:cubicBezTo>
                <a:cubicBezTo>
                  <a:pt x="873444" y="104156"/>
                  <a:pt x="869660" y="107204"/>
                  <a:pt x="865455" y="108886"/>
                </a:cubicBezTo>
                <a:cubicBezTo>
                  <a:pt x="861251" y="110567"/>
                  <a:pt x="856049" y="111407"/>
                  <a:pt x="849847" y="111407"/>
                </a:cubicBezTo>
                <a:cubicBezTo>
                  <a:pt x="843541" y="111407"/>
                  <a:pt x="838102" y="110462"/>
                  <a:pt x="833530" y="108571"/>
                </a:cubicBezTo>
                <a:cubicBezTo>
                  <a:pt x="828958" y="106679"/>
                  <a:pt x="825174" y="104024"/>
                  <a:pt x="822178" y="100608"/>
                </a:cubicBezTo>
                <a:cubicBezTo>
                  <a:pt x="819184" y="97192"/>
                  <a:pt x="816977" y="93199"/>
                  <a:pt x="815558" y="88629"/>
                </a:cubicBezTo>
                <a:cubicBezTo>
                  <a:pt x="814139" y="84056"/>
                  <a:pt x="813429" y="79090"/>
                  <a:pt x="813429" y="73728"/>
                </a:cubicBezTo>
                <a:cubicBezTo>
                  <a:pt x="813429" y="68579"/>
                  <a:pt x="814296" y="63692"/>
                  <a:pt x="816029" y="59069"/>
                </a:cubicBezTo>
                <a:cubicBezTo>
                  <a:pt x="817765" y="54443"/>
                  <a:pt x="820209" y="50449"/>
                  <a:pt x="823362" y="47086"/>
                </a:cubicBezTo>
                <a:cubicBezTo>
                  <a:pt x="826515" y="43723"/>
                  <a:pt x="830246" y="41043"/>
                  <a:pt x="834555" y="39047"/>
                </a:cubicBezTo>
                <a:cubicBezTo>
                  <a:pt x="838864" y="37049"/>
                  <a:pt x="843646" y="36049"/>
                  <a:pt x="848902" y="36049"/>
                </a:cubicBezTo>
                <a:cubicBezTo>
                  <a:pt x="853315" y="36049"/>
                  <a:pt x="857335" y="36812"/>
                  <a:pt x="860961" y="38337"/>
                </a:cubicBezTo>
                <a:cubicBezTo>
                  <a:pt x="864587" y="39861"/>
                  <a:pt x="867662" y="41962"/>
                  <a:pt x="870184" y="44642"/>
                </a:cubicBezTo>
                <a:cubicBezTo>
                  <a:pt x="872707" y="47322"/>
                  <a:pt x="874678" y="50528"/>
                  <a:pt x="876097" y="54260"/>
                </a:cubicBezTo>
                <a:cubicBezTo>
                  <a:pt x="877516" y="57990"/>
                  <a:pt x="878226" y="62010"/>
                  <a:pt x="878226" y="66319"/>
                </a:cubicBezTo>
                <a:cubicBezTo>
                  <a:pt x="878226" y="68526"/>
                  <a:pt x="877438" y="69629"/>
                  <a:pt x="875861" y="69629"/>
                </a:cubicBezTo>
                <a:lnTo>
                  <a:pt x="830930" y="69629"/>
                </a:lnTo>
                <a:moveTo>
                  <a:pt x="859780" y="64113"/>
                </a:moveTo>
                <a:cubicBezTo>
                  <a:pt x="861251" y="64113"/>
                  <a:pt x="862091" y="63588"/>
                  <a:pt x="862301" y="62537"/>
                </a:cubicBezTo>
                <a:cubicBezTo>
                  <a:pt x="862513" y="61485"/>
                  <a:pt x="862619" y="60223"/>
                  <a:pt x="862619" y="58751"/>
                </a:cubicBezTo>
                <a:cubicBezTo>
                  <a:pt x="862619" y="56544"/>
                  <a:pt x="862277" y="54416"/>
                  <a:pt x="861594" y="52367"/>
                </a:cubicBezTo>
                <a:cubicBezTo>
                  <a:pt x="860911" y="50317"/>
                  <a:pt x="859938" y="48504"/>
                  <a:pt x="858676" y="46928"/>
                </a:cubicBezTo>
                <a:cubicBezTo>
                  <a:pt x="857415" y="45351"/>
                  <a:pt x="855892" y="44090"/>
                  <a:pt x="854105" y="43144"/>
                </a:cubicBezTo>
                <a:cubicBezTo>
                  <a:pt x="852319" y="42197"/>
                  <a:pt x="850269" y="41724"/>
                  <a:pt x="847956" y="41724"/>
                </a:cubicBezTo>
                <a:cubicBezTo>
                  <a:pt x="845118" y="41724"/>
                  <a:pt x="842674" y="42224"/>
                  <a:pt x="840624" y="43223"/>
                </a:cubicBezTo>
                <a:cubicBezTo>
                  <a:pt x="838575" y="44222"/>
                  <a:pt x="836840" y="45536"/>
                  <a:pt x="835421" y="47166"/>
                </a:cubicBezTo>
                <a:cubicBezTo>
                  <a:pt x="834003" y="48793"/>
                  <a:pt x="832926" y="50712"/>
                  <a:pt x="832190" y="52920"/>
                </a:cubicBezTo>
                <a:cubicBezTo>
                  <a:pt x="831454" y="55127"/>
                  <a:pt x="830929" y="57438"/>
                  <a:pt x="830615" y="59855"/>
                </a:cubicBezTo>
                <a:cubicBezTo>
                  <a:pt x="830404" y="61117"/>
                  <a:pt x="830325" y="62143"/>
                  <a:pt x="830376" y="62932"/>
                </a:cubicBezTo>
                <a:cubicBezTo>
                  <a:pt x="830429" y="63719"/>
                  <a:pt x="830666" y="64113"/>
                  <a:pt x="831086" y="64113"/>
                </a:cubicBezTo>
                <a:lnTo>
                  <a:pt x="859780" y="64113"/>
                </a:lnTo>
                <a:close/>
                <a:moveTo>
                  <a:pt x="938148" y="38414"/>
                </a:moveTo>
                <a:cubicBezTo>
                  <a:pt x="937834" y="39570"/>
                  <a:pt x="937545" y="40990"/>
                  <a:pt x="937282" y="42672"/>
                </a:cubicBezTo>
                <a:cubicBezTo>
                  <a:pt x="937019" y="44353"/>
                  <a:pt x="936888" y="46139"/>
                  <a:pt x="936888" y="48032"/>
                </a:cubicBezTo>
                <a:cubicBezTo>
                  <a:pt x="936888" y="50028"/>
                  <a:pt x="936940" y="52104"/>
                  <a:pt x="937044" y="54260"/>
                </a:cubicBezTo>
                <a:cubicBezTo>
                  <a:pt x="937150" y="56414"/>
                  <a:pt x="937203" y="58069"/>
                  <a:pt x="937203" y="59225"/>
                </a:cubicBezTo>
                <a:cubicBezTo>
                  <a:pt x="937203" y="59541"/>
                  <a:pt x="936993" y="59804"/>
                  <a:pt x="936572" y="60014"/>
                </a:cubicBezTo>
                <a:cubicBezTo>
                  <a:pt x="936152" y="60224"/>
                  <a:pt x="935679" y="60356"/>
                  <a:pt x="935153" y="60409"/>
                </a:cubicBezTo>
                <a:cubicBezTo>
                  <a:pt x="934629" y="60460"/>
                  <a:pt x="934156" y="60407"/>
                  <a:pt x="933734" y="60250"/>
                </a:cubicBezTo>
                <a:cubicBezTo>
                  <a:pt x="933314" y="60093"/>
                  <a:pt x="933051" y="59856"/>
                  <a:pt x="932947" y="59540"/>
                </a:cubicBezTo>
                <a:cubicBezTo>
                  <a:pt x="931791" y="53970"/>
                  <a:pt x="929898" y="49688"/>
                  <a:pt x="927270" y="46692"/>
                </a:cubicBezTo>
                <a:cubicBezTo>
                  <a:pt x="924643" y="43696"/>
                  <a:pt x="920440" y="42198"/>
                  <a:pt x="914660" y="42198"/>
                </a:cubicBezTo>
                <a:cubicBezTo>
                  <a:pt x="910771" y="42198"/>
                  <a:pt x="907565" y="43171"/>
                  <a:pt x="905042" y="45116"/>
                </a:cubicBezTo>
                <a:cubicBezTo>
                  <a:pt x="902520" y="47060"/>
                  <a:pt x="901258" y="49661"/>
                  <a:pt x="901258" y="52920"/>
                </a:cubicBezTo>
                <a:cubicBezTo>
                  <a:pt x="901258" y="55651"/>
                  <a:pt x="902309" y="57753"/>
                  <a:pt x="904410" y="59225"/>
                </a:cubicBezTo>
                <a:cubicBezTo>
                  <a:pt x="906512" y="60696"/>
                  <a:pt x="909298" y="62062"/>
                  <a:pt x="912767" y="63324"/>
                </a:cubicBezTo>
                <a:cubicBezTo>
                  <a:pt x="914239" y="63850"/>
                  <a:pt x="916000" y="64508"/>
                  <a:pt x="918049" y="65297"/>
                </a:cubicBezTo>
                <a:cubicBezTo>
                  <a:pt x="920099" y="66084"/>
                  <a:pt x="921754" y="66740"/>
                  <a:pt x="923014" y="67264"/>
                </a:cubicBezTo>
                <a:cubicBezTo>
                  <a:pt x="925747" y="68527"/>
                  <a:pt x="928296" y="69841"/>
                  <a:pt x="930659" y="71207"/>
                </a:cubicBezTo>
                <a:cubicBezTo>
                  <a:pt x="933025" y="72574"/>
                  <a:pt x="935075" y="74177"/>
                  <a:pt x="936808" y="76016"/>
                </a:cubicBezTo>
                <a:cubicBezTo>
                  <a:pt x="938543" y="77854"/>
                  <a:pt x="939910" y="79929"/>
                  <a:pt x="940907" y="82242"/>
                </a:cubicBezTo>
                <a:cubicBezTo>
                  <a:pt x="941906" y="84554"/>
                  <a:pt x="942406" y="87235"/>
                  <a:pt x="942406" y="90284"/>
                </a:cubicBezTo>
                <a:cubicBezTo>
                  <a:pt x="942406" y="94277"/>
                  <a:pt x="941565" y="97613"/>
                  <a:pt x="939882" y="100293"/>
                </a:cubicBezTo>
                <a:cubicBezTo>
                  <a:pt x="938202" y="102973"/>
                  <a:pt x="936047" y="105128"/>
                  <a:pt x="933419" y="106757"/>
                </a:cubicBezTo>
                <a:cubicBezTo>
                  <a:pt x="930792" y="108387"/>
                  <a:pt x="927797" y="109568"/>
                  <a:pt x="924434" y="110303"/>
                </a:cubicBezTo>
                <a:cubicBezTo>
                  <a:pt x="921071" y="111039"/>
                  <a:pt x="917760" y="111407"/>
                  <a:pt x="914501" y="111407"/>
                </a:cubicBezTo>
                <a:cubicBezTo>
                  <a:pt x="911768" y="111407"/>
                  <a:pt x="908720" y="111092"/>
                  <a:pt x="905357" y="110462"/>
                </a:cubicBezTo>
                <a:cubicBezTo>
                  <a:pt x="901994" y="109831"/>
                  <a:pt x="899052" y="108938"/>
                  <a:pt x="896529" y="107782"/>
                </a:cubicBezTo>
                <a:cubicBezTo>
                  <a:pt x="895899" y="107572"/>
                  <a:pt x="895242" y="107677"/>
                  <a:pt x="894559" y="108097"/>
                </a:cubicBezTo>
                <a:cubicBezTo>
                  <a:pt x="893875" y="108517"/>
                  <a:pt x="893429" y="109305"/>
                  <a:pt x="893219" y="110462"/>
                </a:cubicBezTo>
                <a:cubicBezTo>
                  <a:pt x="893219" y="110778"/>
                  <a:pt x="892982" y="110988"/>
                  <a:pt x="892509" y="111092"/>
                </a:cubicBezTo>
                <a:cubicBezTo>
                  <a:pt x="892036" y="111198"/>
                  <a:pt x="891536" y="111251"/>
                  <a:pt x="891010" y="111251"/>
                </a:cubicBezTo>
                <a:cubicBezTo>
                  <a:pt x="890590" y="111251"/>
                  <a:pt x="890170" y="111171"/>
                  <a:pt x="889750" y="111013"/>
                </a:cubicBezTo>
                <a:cubicBezTo>
                  <a:pt x="889330" y="110855"/>
                  <a:pt x="889120" y="110620"/>
                  <a:pt x="889120" y="110305"/>
                </a:cubicBezTo>
                <a:cubicBezTo>
                  <a:pt x="889120" y="109463"/>
                  <a:pt x="889225" y="108307"/>
                  <a:pt x="889435" y="106837"/>
                </a:cubicBezTo>
                <a:cubicBezTo>
                  <a:pt x="889645" y="105364"/>
                  <a:pt x="889750" y="103998"/>
                  <a:pt x="889750" y="102737"/>
                </a:cubicBezTo>
                <a:cubicBezTo>
                  <a:pt x="889750" y="101475"/>
                  <a:pt x="889671" y="100082"/>
                  <a:pt x="889512" y="98559"/>
                </a:cubicBezTo>
                <a:cubicBezTo>
                  <a:pt x="889355" y="97035"/>
                  <a:pt x="889197" y="95538"/>
                  <a:pt x="889040" y="94068"/>
                </a:cubicBezTo>
                <a:cubicBezTo>
                  <a:pt x="888883" y="92595"/>
                  <a:pt x="888752" y="91281"/>
                  <a:pt x="888646" y="90125"/>
                </a:cubicBezTo>
                <a:cubicBezTo>
                  <a:pt x="888541" y="88969"/>
                  <a:pt x="888489" y="88127"/>
                  <a:pt x="888489" y="87601"/>
                </a:cubicBezTo>
                <a:cubicBezTo>
                  <a:pt x="888489" y="87181"/>
                  <a:pt x="888699" y="86866"/>
                  <a:pt x="889120" y="86656"/>
                </a:cubicBezTo>
                <a:cubicBezTo>
                  <a:pt x="889540" y="86446"/>
                  <a:pt x="890012" y="86315"/>
                  <a:pt x="890537" y="86264"/>
                </a:cubicBezTo>
                <a:cubicBezTo>
                  <a:pt x="891063" y="86211"/>
                  <a:pt x="891562" y="86263"/>
                  <a:pt x="892035" y="86420"/>
                </a:cubicBezTo>
                <a:cubicBezTo>
                  <a:pt x="892508" y="86577"/>
                  <a:pt x="892798" y="86866"/>
                  <a:pt x="892904" y="87286"/>
                </a:cubicBezTo>
                <a:cubicBezTo>
                  <a:pt x="893638" y="90335"/>
                  <a:pt x="894584" y="93016"/>
                  <a:pt x="895740" y="95328"/>
                </a:cubicBezTo>
                <a:cubicBezTo>
                  <a:pt x="896896" y="97639"/>
                  <a:pt x="898341" y="99584"/>
                  <a:pt x="900075" y="101162"/>
                </a:cubicBezTo>
                <a:cubicBezTo>
                  <a:pt x="901810" y="102738"/>
                  <a:pt x="903912" y="103921"/>
                  <a:pt x="906382" y="104710"/>
                </a:cubicBezTo>
                <a:cubicBezTo>
                  <a:pt x="908852" y="105497"/>
                  <a:pt x="911821" y="105891"/>
                  <a:pt x="915290" y="105891"/>
                </a:cubicBezTo>
                <a:cubicBezTo>
                  <a:pt x="919073" y="105891"/>
                  <a:pt x="922147" y="104840"/>
                  <a:pt x="924511" y="102737"/>
                </a:cubicBezTo>
                <a:cubicBezTo>
                  <a:pt x="926876" y="100635"/>
                  <a:pt x="928059" y="97692"/>
                  <a:pt x="928059" y="93909"/>
                </a:cubicBezTo>
                <a:cubicBezTo>
                  <a:pt x="928059" y="90546"/>
                  <a:pt x="926876" y="87892"/>
                  <a:pt x="924511" y="85949"/>
                </a:cubicBezTo>
                <a:cubicBezTo>
                  <a:pt x="922147" y="84003"/>
                  <a:pt x="919388" y="82295"/>
                  <a:pt x="916235" y="80822"/>
                </a:cubicBezTo>
                <a:cubicBezTo>
                  <a:pt x="914763" y="80192"/>
                  <a:pt x="913265" y="79562"/>
                  <a:pt x="911742" y="78932"/>
                </a:cubicBezTo>
                <a:cubicBezTo>
                  <a:pt x="910218" y="78301"/>
                  <a:pt x="908668" y="77671"/>
                  <a:pt x="907092" y="77041"/>
                </a:cubicBezTo>
                <a:cubicBezTo>
                  <a:pt x="904779" y="76095"/>
                  <a:pt x="902493" y="75123"/>
                  <a:pt x="900233" y="74125"/>
                </a:cubicBezTo>
                <a:cubicBezTo>
                  <a:pt x="897974" y="73126"/>
                  <a:pt x="895976" y="71890"/>
                  <a:pt x="894241" y="70418"/>
                </a:cubicBezTo>
                <a:cubicBezTo>
                  <a:pt x="892508" y="68946"/>
                  <a:pt x="891115" y="67106"/>
                  <a:pt x="890065" y="64900"/>
                </a:cubicBezTo>
                <a:cubicBezTo>
                  <a:pt x="889015" y="62693"/>
                  <a:pt x="888489" y="59960"/>
                  <a:pt x="888489" y="56701"/>
                </a:cubicBezTo>
                <a:cubicBezTo>
                  <a:pt x="888489" y="52918"/>
                  <a:pt x="889303" y="49713"/>
                  <a:pt x="890931" y="47086"/>
                </a:cubicBezTo>
                <a:cubicBezTo>
                  <a:pt x="892560" y="44458"/>
                  <a:pt x="894662" y="42330"/>
                  <a:pt x="897236" y="40702"/>
                </a:cubicBezTo>
                <a:cubicBezTo>
                  <a:pt x="899812" y="39072"/>
                  <a:pt x="902676" y="37890"/>
                  <a:pt x="905829" y="37154"/>
                </a:cubicBezTo>
                <a:cubicBezTo>
                  <a:pt x="908983" y="36418"/>
                  <a:pt x="912084" y="36049"/>
                  <a:pt x="915131" y="36049"/>
                </a:cubicBezTo>
                <a:cubicBezTo>
                  <a:pt x="918074" y="36049"/>
                  <a:pt x="920675" y="36391"/>
                  <a:pt x="922935" y="37074"/>
                </a:cubicBezTo>
                <a:cubicBezTo>
                  <a:pt x="925195" y="37757"/>
                  <a:pt x="927691" y="38992"/>
                  <a:pt x="930424" y="40779"/>
                </a:cubicBezTo>
                <a:cubicBezTo>
                  <a:pt x="930844" y="40989"/>
                  <a:pt x="931396" y="40963"/>
                  <a:pt x="932079" y="40702"/>
                </a:cubicBezTo>
                <a:cubicBezTo>
                  <a:pt x="932762" y="40439"/>
                  <a:pt x="933314" y="39571"/>
                  <a:pt x="933734" y="38099"/>
                </a:cubicBezTo>
                <a:cubicBezTo>
                  <a:pt x="933840" y="37679"/>
                  <a:pt x="934155" y="37417"/>
                  <a:pt x="934679" y="37312"/>
                </a:cubicBezTo>
                <a:cubicBezTo>
                  <a:pt x="935205" y="37207"/>
                  <a:pt x="935731" y="37180"/>
                  <a:pt x="936257" y="37233"/>
                </a:cubicBezTo>
                <a:cubicBezTo>
                  <a:pt x="936783" y="37284"/>
                  <a:pt x="937256" y="37416"/>
                  <a:pt x="937677" y="37628"/>
                </a:cubicBezTo>
                <a:cubicBezTo>
                  <a:pt x="938097" y="37838"/>
                  <a:pt x="938254" y="38100"/>
                  <a:pt x="938148" y="38414"/>
                </a:cubicBezTo>
                <a:close/>
                <a:moveTo>
                  <a:pt x="1035493" y="77197"/>
                </a:moveTo>
                <a:cubicBezTo>
                  <a:pt x="1035493" y="76041"/>
                  <a:pt x="1035440" y="75331"/>
                  <a:pt x="1035335" y="75068"/>
                </a:cubicBezTo>
                <a:cubicBezTo>
                  <a:pt x="1035230" y="74805"/>
                  <a:pt x="1034968" y="74674"/>
                  <a:pt x="1034548" y="74674"/>
                </a:cubicBezTo>
                <a:cubicBezTo>
                  <a:pt x="1025929" y="75410"/>
                  <a:pt x="1019544" y="77224"/>
                  <a:pt x="1015392" y="80115"/>
                </a:cubicBezTo>
                <a:cubicBezTo>
                  <a:pt x="1011242" y="83005"/>
                  <a:pt x="1009166" y="86710"/>
                  <a:pt x="1009166" y="91229"/>
                </a:cubicBezTo>
                <a:cubicBezTo>
                  <a:pt x="1009166" y="94382"/>
                  <a:pt x="1009955" y="97036"/>
                  <a:pt x="1011531" y="99192"/>
                </a:cubicBezTo>
                <a:cubicBezTo>
                  <a:pt x="1013108" y="101345"/>
                  <a:pt x="1015735" y="102422"/>
                  <a:pt x="1019414" y="102422"/>
                </a:cubicBezTo>
                <a:cubicBezTo>
                  <a:pt x="1021831" y="102422"/>
                  <a:pt x="1024379" y="101949"/>
                  <a:pt x="1027059" y="101003"/>
                </a:cubicBezTo>
                <a:cubicBezTo>
                  <a:pt x="1029739" y="100057"/>
                  <a:pt x="1032130" y="98690"/>
                  <a:pt x="1034233" y="96904"/>
                </a:cubicBezTo>
                <a:cubicBezTo>
                  <a:pt x="1035073" y="96063"/>
                  <a:pt x="1035493" y="95222"/>
                  <a:pt x="1035493" y="94380"/>
                </a:cubicBezTo>
                <a:lnTo>
                  <a:pt x="1035493" y="77197"/>
                </a:lnTo>
                <a:moveTo>
                  <a:pt x="1050314" y="92805"/>
                </a:moveTo>
                <a:cubicBezTo>
                  <a:pt x="1050314" y="96484"/>
                  <a:pt x="1050656" y="99059"/>
                  <a:pt x="1051339" y="100531"/>
                </a:cubicBezTo>
                <a:cubicBezTo>
                  <a:pt x="1052022" y="102002"/>
                  <a:pt x="1053362" y="102737"/>
                  <a:pt x="1055359" y="102737"/>
                </a:cubicBezTo>
                <a:cubicBezTo>
                  <a:pt x="1056515" y="102737"/>
                  <a:pt x="1057460" y="102606"/>
                  <a:pt x="1058195" y="102343"/>
                </a:cubicBezTo>
                <a:cubicBezTo>
                  <a:pt x="1058931" y="102080"/>
                  <a:pt x="1059982" y="101528"/>
                  <a:pt x="1061349" y="100688"/>
                </a:cubicBezTo>
                <a:cubicBezTo>
                  <a:pt x="1061665" y="100478"/>
                  <a:pt x="1062006" y="100478"/>
                  <a:pt x="1062373" y="100688"/>
                </a:cubicBezTo>
                <a:cubicBezTo>
                  <a:pt x="1062742" y="100898"/>
                  <a:pt x="1063057" y="101187"/>
                  <a:pt x="1063319" y="101556"/>
                </a:cubicBezTo>
                <a:cubicBezTo>
                  <a:pt x="1063582" y="101923"/>
                  <a:pt x="1063765" y="102344"/>
                  <a:pt x="1063870" y="102817"/>
                </a:cubicBezTo>
                <a:cubicBezTo>
                  <a:pt x="1063976" y="103290"/>
                  <a:pt x="1063871" y="103684"/>
                  <a:pt x="1063557" y="103998"/>
                </a:cubicBezTo>
                <a:cubicBezTo>
                  <a:pt x="1059458" y="108937"/>
                  <a:pt x="1054623" y="111407"/>
                  <a:pt x="1049051" y="111407"/>
                </a:cubicBezTo>
                <a:cubicBezTo>
                  <a:pt x="1046004" y="111407"/>
                  <a:pt x="1043403" y="110593"/>
                  <a:pt x="1041247" y="108965"/>
                </a:cubicBezTo>
                <a:cubicBezTo>
                  <a:pt x="1039094" y="107336"/>
                  <a:pt x="1037492" y="105417"/>
                  <a:pt x="1036441" y="103209"/>
                </a:cubicBezTo>
                <a:cubicBezTo>
                  <a:pt x="1036229" y="102684"/>
                  <a:pt x="1035913" y="102632"/>
                  <a:pt x="1035493" y="103053"/>
                </a:cubicBezTo>
                <a:cubicBezTo>
                  <a:pt x="1032761" y="105469"/>
                  <a:pt x="1029581" y="107466"/>
                  <a:pt x="1025955" y="109042"/>
                </a:cubicBezTo>
                <a:cubicBezTo>
                  <a:pt x="1022329" y="110619"/>
                  <a:pt x="1017784" y="111407"/>
                  <a:pt x="1012320" y="111407"/>
                </a:cubicBezTo>
                <a:cubicBezTo>
                  <a:pt x="1006329" y="111407"/>
                  <a:pt x="1001704" y="109805"/>
                  <a:pt x="998445" y="106601"/>
                </a:cubicBezTo>
                <a:cubicBezTo>
                  <a:pt x="995188" y="103395"/>
                  <a:pt x="993559" y="98849"/>
                  <a:pt x="993559" y="92963"/>
                </a:cubicBezTo>
                <a:cubicBezTo>
                  <a:pt x="993559" y="85395"/>
                  <a:pt x="997080" y="79588"/>
                  <a:pt x="1004122" y="75542"/>
                </a:cubicBezTo>
                <a:cubicBezTo>
                  <a:pt x="1011164" y="71496"/>
                  <a:pt x="1021411" y="69473"/>
                  <a:pt x="1034863" y="69473"/>
                </a:cubicBezTo>
                <a:cubicBezTo>
                  <a:pt x="1035073" y="69473"/>
                  <a:pt x="1035230" y="69210"/>
                  <a:pt x="1035335" y="68684"/>
                </a:cubicBezTo>
                <a:cubicBezTo>
                  <a:pt x="1035440" y="68158"/>
                  <a:pt x="1035493" y="66949"/>
                  <a:pt x="1035493" y="65059"/>
                </a:cubicBezTo>
                <a:lnTo>
                  <a:pt x="1035493" y="60801"/>
                </a:lnTo>
                <a:cubicBezTo>
                  <a:pt x="1035493" y="58174"/>
                  <a:pt x="1035283" y="55704"/>
                  <a:pt x="1034863" y="53391"/>
                </a:cubicBezTo>
                <a:cubicBezTo>
                  <a:pt x="1034443" y="51079"/>
                  <a:pt x="1033733" y="49056"/>
                  <a:pt x="1032734" y="47322"/>
                </a:cubicBezTo>
                <a:cubicBezTo>
                  <a:pt x="1031737" y="45588"/>
                  <a:pt x="1030345" y="44222"/>
                  <a:pt x="1028558" y="43223"/>
                </a:cubicBezTo>
                <a:cubicBezTo>
                  <a:pt x="1026771" y="42224"/>
                  <a:pt x="1024564" y="41724"/>
                  <a:pt x="1021935" y="41724"/>
                </a:cubicBezTo>
                <a:cubicBezTo>
                  <a:pt x="1018046" y="41724"/>
                  <a:pt x="1014893" y="42487"/>
                  <a:pt x="1012477" y="44012"/>
                </a:cubicBezTo>
                <a:cubicBezTo>
                  <a:pt x="1010060" y="45536"/>
                  <a:pt x="1008851" y="47506"/>
                  <a:pt x="1008851" y="49923"/>
                </a:cubicBezTo>
                <a:cubicBezTo>
                  <a:pt x="1008851" y="51079"/>
                  <a:pt x="1009219" y="52209"/>
                  <a:pt x="1009953" y="53312"/>
                </a:cubicBezTo>
                <a:cubicBezTo>
                  <a:pt x="1010689" y="54415"/>
                  <a:pt x="1011057" y="55545"/>
                  <a:pt x="1011057" y="56701"/>
                </a:cubicBezTo>
                <a:cubicBezTo>
                  <a:pt x="1011057" y="58174"/>
                  <a:pt x="1010321" y="59593"/>
                  <a:pt x="1008849" y="60959"/>
                </a:cubicBezTo>
                <a:cubicBezTo>
                  <a:pt x="1007378" y="62326"/>
                  <a:pt x="1005593" y="63009"/>
                  <a:pt x="1003492" y="63009"/>
                </a:cubicBezTo>
                <a:cubicBezTo>
                  <a:pt x="1000653" y="63009"/>
                  <a:pt x="998629" y="62247"/>
                  <a:pt x="997420" y="60724"/>
                </a:cubicBezTo>
                <a:cubicBezTo>
                  <a:pt x="996212" y="59198"/>
                  <a:pt x="995609" y="57333"/>
                  <a:pt x="995609" y="55126"/>
                </a:cubicBezTo>
                <a:cubicBezTo>
                  <a:pt x="995609" y="52499"/>
                  <a:pt x="996344" y="50003"/>
                  <a:pt x="997814" y="47637"/>
                </a:cubicBezTo>
                <a:cubicBezTo>
                  <a:pt x="999287" y="45272"/>
                  <a:pt x="1001283" y="43249"/>
                  <a:pt x="1003804" y="41568"/>
                </a:cubicBezTo>
                <a:cubicBezTo>
                  <a:pt x="1006327" y="39886"/>
                  <a:pt x="1009270" y="38546"/>
                  <a:pt x="1012633" y="37548"/>
                </a:cubicBezTo>
                <a:cubicBezTo>
                  <a:pt x="1015998" y="36549"/>
                  <a:pt x="1019519" y="36049"/>
                  <a:pt x="1023198" y="36049"/>
                </a:cubicBezTo>
                <a:cubicBezTo>
                  <a:pt x="1031605" y="36049"/>
                  <a:pt x="1038226" y="37994"/>
                  <a:pt x="1043061" y="41883"/>
                </a:cubicBezTo>
                <a:cubicBezTo>
                  <a:pt x="1047897" y="45772"/>
                  <a:pt x="1050314" y="52236"/>
                  <a:pt x="1050314" y="61275"/>
                </a:cubicBezTo>
                <a:lnTo>
                  <a:pt x="1050314" y="92805"/>
                </a:lnTo>
                <a:close/>
                <a:moveTo>
                  <a:pt x="1118797" y="38414"/>
                </a:moveTo>
                <a:cubicBezTo>
                  <a:pt x="1118483" y="39570"/>
                  <a:pt x="1118194" y="40990"/>
                  <a:pt x="1117931" y="42672"/>
                </a:cubicBezTo>
                <a:cubicBezTo>
                  <a:pt x="1117668" y="44353"/>
                  <a:pt x="1117536" y="46139"/>
                  <a:pt x="1117536" y="48032"/>
                </a:cubicBezTo>
                <a:cubicBezTo>
                  <a:pt x="1117536" y="50028"/>
                  <a:pt x="1117589" y="52104"/>
                  <a:pt x="1117693" y="54260"/>
                </a:cubicBezTo>
                <a:cubicBezTo>
                  <a:pt x="1117799" y="56414"/>
                  <a:pt x="1117852" y="58069"/>
                  <a:pt x="1117852" y="59225"/>
                </a:cubicBezTo>
                <a:cubicBezTo>
                  <a:pt x="1117852" y="59541"/>
                  <a:pt x="1117641" y="59804"/>
                  <a:pt x="1117221" y="60014"/>
                </a:cubicBezTo>
                <a:cubicBezTo>
                  <a:pt x="1116801" y="60224"/>
                  <a:pt x="1116328" y="60356"/>
                  <a:pt x="1115802" y="60409"/>
                </a:cubicBezTo>
                <a:cubicBezTo>
                  <a:pt x="1115278" y="60460"/>
                  <a:pt x="1114804" y="60407"/>
                  <a:pt x="1114383" y="60250"/>
                </a:cubicBezTo>
                <a:cubicBezTo>
                  <a:pt x="1113962" y="60093"/>
                  <a:pt x="1113700" y="59856"/>
                  <a:pt x="1113596" y="59540"/>
                </a:cubicBezTo>
                <a:cubicBezTo>
                  <a:pt x="1112440" y="53970"/>
                  <a:pt x="1110547" y="49688"/>
                  <a:pt x="1107919" y="46692"/>
                </a:cubicBezTo>
                <a:cubicBezTo>
                  <a:pt x="1105292" y="43696"/>
                  <a:pt x="1101089" y="42198"/>
                  <a:pt x="1095309" y="42198"/>
                </a:cubicBezTo>
                <a:cubicBezTo>
                  <a:pt x="1091420" y="42198"/>
                  <a:pt x="1088214" y="43171"/>
                  <a:pt x="1085691" y="45116"/>
                </a:cubicBezTo>
                <a:cubicBezTo>
                  <a:pt x="1083168" y="47060"/>
                  <a:pt x="1081907" y="49661"/>
                  <a:pt x="1081907" y="52920"/>
                </a:cubicBezTo>
                <a:cubicBezTo>
                  <a:pt x="1081907" y="55651"/>
                  <a:pt x="1082958" y="57753"/>
                  <a:pt x="1085058" y="59225"/>
                </a:cubicBezTo>
                <a:cubicBezTo>
                  <a:pt x="1087161" y="60696"/>
                  <a:pt x="1089947" y="62062"/>
                  <a:pt x="1093415" y="63324"/>
                </a:cubicBezTo>
                <a:cubicBezTo>
                  <a:pt x="1094888" y="63850"/>
                  <a:pt x="1096649" y="64508"/>
                  <a:pt x="1098698" y="65297"/>
                </a:cubicBezTo>
                <a:cubicBezTo>
                  <a:pt x="1100748" y="66084"/>
                  <a:pt x="1102403" y="66740"/>
                  <a:pt x="1103663" y="67264"/>
                </a:cubicBezTo>
                <a:cubicBezTo>
                  <a:pt x="1106396" y="68527"/>
                  <a:pt x="1108944" y="69841"/>
                  <a:pt x="1111308" y="71207"/>
                </a:cubicBezTo>
                <a:cubicBezTo>
                  <a:pt x="1113674" y="72574"/>
                  <a:pt x="1115723" y="74177"/>
                  <a:pt x="1117457" y="76016"/>
                </a:cubicBezTo>
                <a:cubicBezTo>
                  <a:pt x="1119192" y="77854"/>
                  <a:pt x="1120559" y="79929"/>
                  <a:pt x="1121556" y="82242"/>
                </a:cubicBezTo>
                <a:cubicBezTo>
                  <a:pt x="1122555" y="84554"/>
                  <a:pt x="1123055" y="87235"/>
                  <a:pt x="1123055" y="90284"/>
                </a:cubicBezTo>
                <a:cubicBezTo>
                  <a:pt x="1123055" y="94277"/>
                  <a:pt x="1122214" y="97613"/>
                  <a:pt x="1120531" y="100293"/>
                </a:cubicBezTo>
                <a:cubicBezTo>
                  <a:pt x="1118851" y="102973"/>
                  <a:pt x="1116696" y="105128"/>
                  <a:pt x="1114068" y="106757"/>
                </a:cubicBezTo>
                <a:cubicBezTo>
                  <a:pt x="1111441" y="108387"/>
                  <a:pt x="1108446" y="109568"/>
                  <a:pt x="1105083" y="110303"/>
                </a:cubicBezTo>
                <a:cubicBezTo>
                  <a:pt x="1101720" y="111039"/>
                  <a:pt x="1098409" y="111407"/>
                  <a:pt x="1095150" y="111407"/>
                </a:cubicBezTo>
                <a:cubicBezTo>
                  <a:pt x="1092417" y="111407"/>
                  <a:pt x="1089369" y="111092"/>
                  <a:pt x="1086006" y="110462"/>
                </a:cubicBezTo>
                <a:cubicBezTo>
                  <a:pt x="1082643" y="109831"/>
                  <a:pt x="1079700" y="108938"/>
                  <a:pt x="1077178" y="107782"/>
                </a:cubicBezTo>
                <a:cubicBezTo>
                  <a:pt x="1076547" y="107572"/>
                  <a:pt x="1075891" y="107677"/>
                  <a:pt x="1075208" y="108097"/>
                </a:cubicBezTo>
                <a:cubicBezTo>
                  <a:pt x="1074524" y="108517"/>
                  <a:pt x="1074078" y="109305"/>
                  <a:pt x="1073868" y="110462"/>
                </a:cubicBezTo>
                <a:cubicBezTo>
                  <a:pt x="1073868" y="110778"/>
                  <a:pt x="1073631" y="110988"/>
                  <a:pt x="1073158" y="111092"/>
                </a:cubicBezTo>
                <a:cubicBezTo>
                  <a:pt x="1072685" y="111198"/>
                  <a:pt x="1072185" y="111251"/>
                  <a:pt x="1071659" y="111251"/>
                </a:cubicBezTo>
                <a:cubicBezTo>
                  <a:pt x="1071239" y="111251"/>
                  <a:pt x="1070819" y="111171"/>
                  <a:pt x="1070399" y="111013"/>
                </a:cubicBezTo>
                <a:cubicBezTo>
                  <a:pt x="1069979" y="110855"/>
                  <a:pt x="1069768" y="110620"/>
                  <a:pt x="1069768" y="110305"/>
                </a:cubicBezTo>
                <a:cubicBezTo>
                  <a:pt x="1069768" y="109463"/>
                  <a:pt x="1069874" y="108307"/>
                  <a:pt x="1070084" y="106837"/>
                </a:cubicBezTo>
                <a:cubicBezTo>
                  <a:pt x="1070294" y="105364"/>
                  <a:pt x="1070399" y="103998"/>
                  <a:pt x="1070399" y="102737"/>
                </a:cubicBezTo>
                <a:cubicBezTo>
                  <a:pt x="1070399" y="101475"/>
                  <a:pt x="1070319" y="100082"/>
                  <a:pt x="1070161" y="98559"/>
                </a:cubicBezTo>
                <a:cubicBezTo>
                  <a:pt x="1070003" y="97035"/>
                  <a:pt x="1069846" y="95538"/>
                  <a:pt x="1069689" y="94068"/>
                </a:cubicBezTo>
                <a:cubicBezTo>
                  <a:pt x="1069532" y="92595"/>
                  <a:pt x="1069400" y="91281"/>
                  <a:pt x="1069295" y="90125"/>
                </a:cubicBezTo>
                <a:cubicBezTo>
                  <a:pt x="1069190" y="88969"/>
                  <a:pt x="1069138" y="88127"/>
                  <a:pt x="1069138" y="87601"/>
                </a:cubicBezTo>
                <a:cubicBezTo>
                  <a:pt x="1069138" y="87181"/>
                  <a:pt x="1069348" y="86866"/>
                  <a:pt x="1069768" y="86656"/>
                </a:cubicBezTo>
                <a:cubicBezTo>
                  <a:pt x="1070189" y="86446"/>
                  <a:pt x="1070661" y="86315"/>
                  <a:pt x="1071185" y="86264"/>
                </a:cubicBezTo>
                <a:cubicBezTo>
                  <a:pt x="1071711" y="86211"/>
                  <a:pt x="1072211" y="86263"/>
                  <a:pt x="1072684" y="86420"/>
                </a:cubicBezTo>
                <a:cubicBezTo>
                  <a:pt x="1073157" y="86577"/>
                  <a:pt x="1073447" y="86866"/>
                  <a:pt x="1073552" y="87286"/>
                </a:cubicBezTo>
                <a:cubicBezTo>
                  <a:pt x="1074287" y="90335"/>
                  <a:pt x="1075232" y="93016"/>
                  <a:pt x="1076389" y="95328"/>
                </a:cubicBezTo>
                <a:cubicBezTo>
                  <a:pt x="1077545" y="97639"/>
                  <a:pt x="1078990" y="99584"/>
                  <a:pt x="1080724" y="101162"/>
                </a:cubicBezTo>
                <a:cubicBezTo>
                  <a:pt x="1082459" y="102738"/>
                  <a:pt x="1084561" y="103921"/>
                  <a:pt x="1087031" y="104710"/>
                </a:cubicBezTo>
                <a:cubicBezTo>
                  <a:pt x="1089501" y="105497"/>
                  <a:pt x="1092470" y="105891"/>
                  <a:pt x="1095939" y="105891"/>
                </a:cubicBezTo>
                <a:cubicBezTo>
                  <a:pt x="1099722" y="105891"/>
                  <a:pt x="1102796" y="104840"/>
                  <a:pt x="1105160" y="102737"/>
                </a:cubicBezTo>
                <a:cubicBezTo>
                  <a:pt x="1107525" y="100635"/>
                  <a:pt x="1108708" y="97692"/>
                  <a:pt x="1108708" y="93909"/>
                </a:cubicBezTo>
                <a:cubicBezTo>
                  <a:pt x="1108708" y="90546"/>
                  <a:pt x="1107525" y="87892"/>
                  <a:pt x="1105160" y="85949"/>
                </a:cubicBezTo>
                <a:cubicBezTo>
                  <a:pt x="1102796" y="84003"/>
                  <a:pt x="1100037" y="82295"/>
                  <a:pt x="1096884" y="80822"/>
                </a:cubicBezTo>
                <a:cubicBezTo>
                  <a:pt x="1095412" y="80192"/>
                  <a:pt x="1093914" y="79562"/>
                  <a:pt x="1092391" y="78932"/>
                </a:cubicBezTo>
                <a:cubicBezTo>
                  <a:pt x="1090867" y="78301"/>
                  <a:pt x="1089317" y="77671"/>
                  <a:pt x="1087741" y="77041"/>
                </a:cubicBezTo>
                <a:cubicBezTo>
                  <a:pt x="1085428" y="76095"/>
                  <a:pt x="1083142" y="75123"/>
                  <a:pt x="1080882" y="74125"/>
                </a:cubicBezTo>
                <a:cubicBezTo>
                  <a:pt x="1078623" y="73126"/>
                  <a:pt x="1076625" y="71890"/>
                  <a:pt x="1074890" y="70418"/>
                </a:cubicBezTo>
                <a:cubicBezTo>
                  <a:pt x="1073156" y="68946"/>
                  <a:pt x="1071764" y="67106"/>
                  <a:pt x="1070714" y="64900"/>
                </a:cubicBezTo>
                <a:cubicBezTo>
                  <a:pt x="1069663" y="62693"/>
                  <a:pt x="1069138" y="59960"/>
                  <a:pt x="1069138" y="56701"/>
                </a:cubicBezTo>
                <a:cubicBezTo>
                  <a:pt x="1069138" y="52918"/>
                  <a:pt x="1069952" y="49713"/>
                  <a:pt x="1071580" y="47086"/>
                </a:cubicBezTo>
                <a:cubicBezTo>
                  <a:pt x="1073209" y="44458"/>
                  <a:pt x="1075311" y="42330"/>
                  <a:pt x="1077885" y="40702"/>
                </a:cubicBezTo>
                <a:cubicBezTo>
                  <a:pt x="1080461" y="39072"/>
                  <a:pt x="1083325" y="37890"/>
                  <a:pt x="1086478" y="37154"/>
                </a:cubicBezTo>
                <a:cubicBezTo>
                  <a:pt x="1089632" y="36418"/>
                  <a:pt x="1092733" y="36049"/>
                  <a:pt x="1095780" y="36049"/>
                </a:cubicBezTo>
                <a:cubicBezTo>
                  <a:pt x="1098723" y="36049"/>
                  <a:pt x="1101324" y="36391"/>
                  <a:pt x="1103584" y="37074"/>
                </a:cubicBezTo>
                <a:cubicBezTo>
                  <a:pt x="1105844" y="37757"/>
                  <a:pt x="1108340" y="38992"/>
                  <a:pt x="1111073" y="40779"/>
                </a:cubicBezTo>
                <a:cubicBezTo>
                  <a:pt x="1111493" y="40989"/>
                  <a:pt x="1112044" y="40963"/>
                  <a:pt x="1112728" y="40702"/>
                </a:cubicBezTo>
                <a:cubicBezTo>
                  <a:pt x="1113411" y="40439"/>
                  <a:pt x="1113962" y="39571"/>
                  <a:pt x="1114383" y="38099"/>
                </a:cubicBezTo>
                <a:cubicBezTo>
                  <a:pt x="1114489" y="37679"/>
                  <a:pt x="1114804" y="37417"/>
                  <a:pt x="1115328" y="37312"/>
                </a:cubicBezTo>
                <a:cubicBezTo>
                  <a:pt x="1115854" y="37207"/>
                  <a:pt x="1116380" y="37180"/>
                  <a:pt x="1116906" y="37233"/>
                </a:cubicBezTo>
                <a:cubicBezTo>
                  <a:pt x="1117432" y="37284"/>
                  <a:pt x="1117905" y="37416"/>
                  <a:pt x="1118325" y="37628"/>
                </a:cubicBezTo>
                <a:cubicBezTo>
                  <a:pt x="1118746" y="37838"/>
                  <a:pt x="1118903" y="38100"/>
                  <a:pt x="1118797" y="38414"/>
                </a:cubicBezTo>
                <a:close/>
                <a:moveTo>
                  <a:pt x="1231589" y="39675"/>
                </a:moveTo>
                <a:cubicBezTo>
                  <a:pt x="1234952" y="47559"/>
                  <a:pt x="1238262" y="55416"/>
                  <a:pt x="1241519" y="63247"/>
                </a:cubicBezTo>
                <a:cubicBezTo>
                  <a:pt x="1244778" y="71077"/>
                  <a:pt x="1248089" y="78932"/>
                  <a:pt x="1251452" y="86815"/>
                </a:cubicBezTo>
                <a:cubicBezTo>
                  <a:pt x="1251662" y="87549"/>
                  <a:pt x="1252003" y="87864"/>
                  <a:pt x="1252477" y="87760"/>
                </a:cubicBezTo>
                <a:cubicBezTo>
                  <a:pt x="1252950" y="87654"/>
                  <a:pt x="1253291" y="87339"/>
                  <a:pt x="1253501" y="86815"/>
                </a:cubicBezTo>
                <a:cubicBezTo>
                  <a:pt x="1255288" y="81139"/>
                  <a:pt x="1256838" y="75674"/>
                  <a:pt x="1258151" y="70418"/>
                </a:cubicBezTo>
                <a:cubicBezTo>
                  <a:pt x="1259466" y="65163"/>
                  <a:pt x="1260702" y="59855"/>
                  <a:pt x="1261858" y="54496"/>
                </a:cubicBezTo>
                <a:cubicBezTo>
                  <a:pt x="1262279" y="52813"/>
                  <a:pt x="1262489" y="51289"/>
                  <a:pt x="1262489" y="49923"/>
                </a:cubicBezTo>
                <a:cubicBezTo>
                  <a:pt x="1262489" y="47506"/>
                  <a:pt x="1261858" y="45956"/>
                  <a:pt x="1260595" y="45273"/>
                </a:cubicBezTo>
                <a:cubicBezTo>
                  <a:pt x="1259335" y="44589"/>
                  <a:pt x="1257338" y="44038"/>
                  <a:pt x="1254606" y="43617"/>
                </a:cubicBezTo>
                <a:cubicBezTo>
                  <a:pt x="1253869" y="43512"/>
                  <a:pt x="1253343" y="43196"/>
                  <a:pt x="1253027" y="42672"/>
                </a:cubicBezTo>
                <a:cubicBezTo>
                  <a:pt x="1252713" y="42146"/>
                  <a:pt x="1252556" y="41620"/>
                  <a:pt x="1252556" y="41094"/>
                </a:cubicBezTo>
                <a:cubicBezTo>
                  <a:pt x="1252556" y="40464"/>
                  <a:pt x="1252740" y="39912"/>
                  <a:pt x="1253107" y="39439"/>
                </a:cubicBezTo>
                <a:cubicBezTo>
                  <a:pt x="1253476" y="38966"/>
                  <a:pt x="1253975" y="38729"/>
                  <a:pt x="1254606" y="38729"/>
                </a:cubicBezTo>
                <a:cubicBezTo>
                  <a:pt x="1257128" y="38729"/>
                  <a:pt x="1259440" y="38940"/>
                  <a:pt x="1261541" y="39362"/>
                </a:cubicBezTo>
                <a:cubicBezTo>
                  <a:pt x="1263643" y="39782"/>
                  <a:pt x="1265746" y="39992"/>
                  <a:pt x="1267848" y="39992"/>
                </a:cubicBezTo>
                <a:cubicBezTo>
                  <a:pt x="1269951" y="39992"/>
                  <a:pt x="1272184" y="39782"/>
                  <a:pt x="1274548" y="39362"/>
                </a:cubicBezTo>
                <a:cubicBezTo>
                  <a:pt x="1276913" y="38940"/>
                  <a:pt x="1278831" y="38729"/>
                  <a:pt x="1280302" y="38729"/>
                </a:cubicBezTo>
                <a:cubicBezTo>
                  <a:pt x="1280934" y="38729"/>
                  <a:pt x="1281381" y="38966"/>
                  <a:pt x="1281642" y="39439"/>
                </a:cubicBezTo>
                <a:cubicBezTo>
                  <a:pt x="1281905" y="39912"/>
                  <a:pt x="1282037" y="40464"/>
                  <a:pt x="1282037" y="41094"/>
                </a:cubicBezTo>
                <a:cubicBezTo>
                  <a:pt x="1282037" y="41726"/>
                  <a:pt x="1281905" y="42305"/>
                  <a:pt x="1281642" y="42831"/>
                </a:cubicBezTo>
                <a:cubicBezTo>
                  <a:pt x="1281381" y="43355"/>
                  <a:pt x="1281040" y="43617"/>
                  <a:pt x="1280620" y="43617"/>
                </a:cubicBezTo>
                <a:cubicBezTo>
                  <a:pt x="1278517" y="43828"/>
                  <a:pt x="1276756" y="44327"/>
                  <a:pt x="1275337" y="45116"/>
                </a:cubicBezTo>
                <a:cubicBezTo>
                  <a:pt x="1273918" y="45904"/>
                  <a:pt x="1272708" y="46980"/>
                  <a:pt x="1271709" y="48347"/>
                </a:cubicBezTo>
                <a:cubicBezTo>
                  <a:pt x="1270712" y="49713"/>
                  <a:pt x="1269871" y="51290"/>
                  <a:pt x="1269188" y="53076"/>
                </a:cubicBezTo>
                <a:cubicBezTo>
                  <a:pt x="1268505" y="54863"/>
                  <a:pt x="1267848" y="56807"/>
                  <a:pt x="1267218" y="58910"/>
                </a:cubicBezTo>
                <a:cubicBezTo>
                  <a:pt x="1261963" y="76883"/>
                  <a:pt x="1256340" y="94698"/>
                  <a:pt x="1250350" y="112355"/>
                </a:cubicBezTo>
                <a:cubicBezTo>
                  <a:pt x="1250140" y="112985"/>
                  <a:pt x="1249482" y="113326"/>
                  <a:pt x="1248377" y="113377"/>
                </a:cubicBezTo>
                <a:cubicBezTo>
                  <a:pt x="1247274" y="113430"/>
                  <a:pt x="1246617" y="113142"/>
                  <a:pt x="1246407" y="112511"/>
                </a:cubicBezTo>
                <a:cubicBezTo>
                  <a:pt x="1243360" y="104209"/>
                  <a:pt x="1240260" y="95958"/>
                  <a:pt x="1237107" y="87760"/>
                </a:cubicBezTo>
                <a:cubicBezTo>
                  <a:pt x="1233954" y="79562"/>
                  <a:pt x="1230433" y="71101"/>
                  <a:pt x="1226544" y="62379"/>
                </a:cubicBezTo>
                <a:cubicBezTo>
                  <a:pt x="1226334" y="61853"/>
                  <a:pt x="1226018" y="61590"/>
                  <a:pt x="1225596" y="61590"/>
                </a:cubicBezTo>
                <a:cubicBezTo>
                  <a:pt x="1225176" y="61590"/>
                  <a:pt x="1224861" y="61853"/>
                  <a:pt x="1224651" y="62379"/>
                </a:cubicBezTo>
                <a:cubicBezTo>
                  <a:pt x="1222760" y="67318"/>
                  <a:pt x="1220974" y="71943"/>
                  <a:pt x="1219291" y="76252"/>
                </a:cubicBezTo>
                <a:cubicBezTo>
                  <a:pt x="1217609" y="80561"/>
                  <a:pt x="1216006" y="84713"/>
                  <a:pt x="1214483" y="88708"/>
                </a:cubicBezTo>
                <a:cubicBezTo>
                  <a:pt x="1212959" y="92701"/>
                  <a:pt x="1211461" y="96642"/>
                  <a:pt x="1209989" y="100531"/>
                </a:cubicBezTo>
                <a:cubicBezTo>
                  <a:pt x="1208518" y="104419"/>
                  <a:pt x="1207047" y="108412"/>
                  <a:pt x="1205575" y="112511"/>
                </a:cubicBezTo>
                <a:cubicBezTo>
                  <a:pt x="1205365" y="113142"/>
                  <a:pt x="1204681" y="113483"/>
                  <a:pt x="1203525" y="113536"/>
                </a:cubicBezTo>
                <a:cubicBezTo>
                  <a:pt x="1202370" y="113589"/>
                  <a:pt x="1201687" y="113247"/>
                  <a:pt x="1201476" y="112511"/>
                </a:cubicBezTo>
                <a:cubicBezTo>
                  <a:pt x="1198218" y="103263"/>
                  <a:pt x="1195039" y="94092"/>
                  <a:pt x="1191937" y="85001"/>
                </a:cubicBezTo>
                <a:cubicBezTo>
                  <a:pt x="1188837" y="75909"/>
                  <a:pt x="1185869" y="66844"/>
                  <a:pt x="1183032" y="57806"/>
                </a:cubicBezTo>
                <a:cubicBezTo>
                  <a:pt x="1182190" y="55179"/>
                  <a:pt x="1181374" y="53025"/>
                  <a:pt x="1180585" y="51344"/>
                </a:cubicBezTo>
                <a:cubicBezTo>
                  <a:pt x="1179798" y="49662"/>
                  <a:pt x="1178931" y="48296"/>
                  <a:pt x="1177985" y="47245"/>
                </a:cubicBezTo>
                <a:cubicBezTo>
                  <a:pt x="1177040" y="46193"/>
                  <a:pt x="1175937" y="45404"/>
                  <a:pt x="1174675" y="44878"/>
                </a:cubicBezTo>
                <a:cubicBezTo>
                  <a:pt x="1173414" y="44352"/>
                  <a:pt x="1171943" y="43932"/>
                  <a:pt x="1170261" y="43617"/>
                </a:cubicBezTo>
                <a:cubicBezTo>
                  <a:pt x="1169736" y="43512"/>
                  <a:pt x="1169369" y="43196"/>
                  <a:pt x="1169159" y="42672"/>
                </a:cubicBezTo>
                <a:cubicBezTo>
                  <a:pt x="1168949" y="42146"/>
                  <a:pt x="1168844" y="41620"/>
                  <a:pt x="1168844" y="41094"/>
                </a:cubicBezTo>
                <a:cubicBezTo>
                  <a:pt x="1168844" y="40464"/>
                  <a:pt x="1168949" y="39912"/>
                  <a:pt x="1169159" y="39439"/>
                </a:cubicBezTo>
                <a:cubicBezTo>
                  <a:pt x="1169369" y="38966"/>
                  <a:pt x="1169736" y="38729"/>
                  <a:pt x="1170261" y="38729"/>
                </a:cubicBezTo>
                <a:cubicBezTo>
                  <a:pt x="1172889" y="38729"/>
                  <a:pt x="1175595" y="38940"/>
                  <a:pt x="1178379" y="39362"/>
                </a:cubicBezTo>
                <a:cubicBezTo>
                  <a:pt x="1181165" y="39782"/>
                  <a:pt x="1184082" y="39992"/>
                  <a:pt x="1187131" y="39992"/>
                </a:cubicBezTo>
                <a:cubicBezTo>
                  <a:pt x="1190178" y="39992"/>
                  <a:pt x="1193147" y="39782"/>
                  <a:pt x="1196037" y="39362"/>
                </a:cubicBezTo>
                <a:cubicBezTo>
                  <a:pt x="1198928" y="38940"/>
                  <a:pt x="1201845" y="38729"/>
                  <a:pt x="1204788" y="38729"/>
                </a:cubicBezTo>
                <a:cubicBezTo>
                  <a:pt x="1205312" y="38729"/>
                  <a:pt x="1205733" y="38966"/>
                  <a:pt x="1206049" y="39439"/>
                </a:cubicBezTo>
                <a:cubicBezTo>
                  <a:pt x="1206365" y="39912"/>
                  <a:pt x="1206548" y="40438"/>
                  <a:pt x="1206599" y="41017"/>
                </a:cubicBezTo>
                <a:cubicBezTo>
                  <a:pt x="1206652" y="41594"/>
                  <a:pt x="1206521" y="42146"/>
                  <a:pt x="1206205" y="42672"/>
                </a:cubicBezTo>
                <a:cubicBezTo>
                  <a:pt x="1205891" y="43196"/>
                  <a:pt x="1205418" y="43512"/>
                  <a:pt x="1204788" y="43617"/>
                </a:cubicBezTo>
                <a:cubicBezTo>
                  <a:pt x="1201739" y="44038"/>
                  <a:pt x="1199584" y="44721"/>
                  <a:pt x="1198322" y="45667"/>
                </a:cubicBezTo>
                <a:cubicBezTo>
                  <a:pt x="1197061" y="46613"/>
                  <a:pt x="1196431" y="47927"/>
                  <a:pt x="1196431" y="49607"/>
                </a:cubicBezTo>
                <a:cubicBezTo>
                  <a:pt x="1196431" y="50449"/>
                  <a:pt x="1196536" y="51370"/>
                  <a:pt x="1196746" y="52369"/>
                </a:cubicBezTo>
                <a:cubicBezTo>
                  <a:pt x="1196956" y="53367"/>
                  <a:pt x="1197219" y="54443"/>
                  <a:pt x="1197535" y="55600"/>
                </a:cubicBezTo>
                <a:cubicBezTo>
                  <a:pt x="1199007" y="60959"/>
                  <a:pt x="1200557" y="66214"/>
                  <a:pt x="1202185" y="71364"/>
                </a:cubicBezTo>
                <a:cubicBezTo>
                  <a:pt x="1203815" y="76513"/>
                  <a:pt x="1205523" y="81664"/>
                  <a:pt x="1207309" y="86815"/>
                </a:cubicBezTo>
                <a:cubicBezTo>
                  <a:pt x="1207519" y="87445"/>
                  <a:pt x="1207887" y="87760"/>
                  <a:pt x="1208413" y="87760"/>
                </a:cubicBezTo>
                <a:cubicBezTo>
                  <a:pt x="1209044" y="87760"/>
                  <a:pt x="1209464" y="87497"/>
                  <a:pt x="1209674" y="86971"/>
                </a:cubicBezTo>
                <a:cubicBezTo>
                  <a:pt x="1215770" y="70366"/>
                  <a:pt x="1221866" y="54654"/>
                  <a:pt x="1227964" y="39833"/>
                </a:cubicBezTo>
                <a:cubicBezTo>
                  <a:pt x="1228278" y="39097"/>
                  <a:pt x="1228855" y="38729"/>
                  <a:pt x="1229696" y="38729"/>
                </a:cubicBezTo>
                <a:cubicBezTo>
                  <a:pt x="1230642" y="38729"/>
                  <a:pt x="1231273" y="39044"/>
                  <a:pt x="1231589" y="39675"/>
                </a:cubicBezTo>
                <a:close/>
                <a:moveTo>
                  <a:pt x="1305071" y="69629"/>
                </a:moveTo>
                <a:cubicBezTo>
                  <a:pt x="1304545" y="69629"/>
                  <a:pt x="1304255" y="69814"/>
                  <a:pt x="1304202" y="70182"/>
                </a:cubicBezTo>
                <a:cubicBezTo>
                  <a:pt x="1304151" y="70550"/>
                  <a:pt x="1304125" y="70996"/>
                  <a:pt x="1304125" y="71522"/>
                </a:cubicBezTo>
                <a:cubicBezTo>
                  <a:pt x="1304125" y="76988"/>
                  <a:pt x="1304729" y="81612"/>
                  <a:pt x="1305937" y="85395"/>
                </a:cubicBezTo>
                <a:cubicBezTo>
                  <a:pt x="1307146" y="89179"/>
                  <a:pt x="1308828" y="92253"/>
                  <a:pt x="1310981" y="94618"/>
                </a:cubicBezTo>
                <a:cubicBezTo>
                  <a:pt x="1313137" y="96982"/>
                  <a:pt x="1315712" y="98690"/>
                  <a:pt x="1318708" y="99742"/>
                </a:cubicBezTo>
                <a:cubicBezTo>
                  <a:pt x="1321704" y="100793"/>
                  <a:pt x="1324935" y="101318"/>
                  <a:pt x="1328403" y="101318"/>
                </a:cubicBezTo>
                <a:cubicBezTo>
                  <a:pt x="1331976" y="101318"/>
                  <a:pt x="1335444" y="101029"/>
                  <a:pt x="1338807" y="100452"/>
                </a:cubicBezTo>
                <a:cubicBezTo>
                  <a:pt x="1342172" y="99873"/>
                  <a:pt x="1345062" y="98585"/>
                  <a:pt x="1347479" y="96589"/>
                </a:cubicBezTo>
                <a:cubicBezTo>
                  <a:pt x="1348005" y="96168"/>
                  <a:pt x="1348557" y="96011"/>
                  <a:pt x="1349134" y="96117"/>
                </a:cubicBezTo>
                <a:cubicBezTo>
                  <a:pt x="1349713" y="96221"/>
                  <a:pt x="1350186" y="96484"/>
                  <a:pt x="1350553" y="96904"/>
                </a:cubicBezTo>
                <a:cubicBezTo>
                  <a:pt x="1350921" y="97324"/>
                  <a:pt x="1351156" y="97797"/>
                  <a:pt x="1351261" y="98323"/>
                </a:cubicBezTo>
                <a:cubicBezTo>
                  <a:pt x="1351367" y="98849"/>
                  <a:pt x="1351262" y="99322"/>
                  <a:pt x="1350948" y="99742"/>
                </a:cubicBezTo>
                <a:cubicBezTo>
                  <a:pt x="1347585" y="104156"/>
                  <a:pt x="1343801" y="107204"/>
                  <a:pt x="1339596" y="108886"/>
                </a:cubicBezTo>
                <a:cubicBezTo>
                  <a:pt x="1335393" y="110567"/>
                  <a:pt x="1330190" y="111407"/>
                  <a:pt x="1323988" y="111407"/>
                </a:cubicBezTo>
                <a:cubicBezTo>
                  <a:pt x="1317683" y="111407"/>
                  <a:pt x="1312244" y="110462"/>
                  <a:pt x="1307671" y="108571"/>
                </a:cubicBezTo>
                <a:cubicBezTo>
                  <a:pt x="1303099" y="106679"/>
                  <a:pt x="1299315" y="104024"/>
                  <a:pt x="1296319" y="100608"/>
                </a:cubicBezTo>
                <a:cubicBezTo>
                  <a:pt x="1293325" y="97192"/>
                  <a:pt x="1291118" y="93199"/>
                  <a:pt x="1289699" y="88629"/>
                </a:cubicBezTo>
                <a:cubicBezTo>
                  <a:pt x="1288280" y="84056"/>
                  <a:pt x="1287570" y="79090"/>
                  <a:pt x="1287570" y="73728"/>
                </a:cubicBezTo>
                <a:cubicBezTo>
                  <a:pt x="1287570" y="68579"/>
                  <a:pt x="1288437" y="63692"/>
                  <a:pt x="1290171" y="59069"/>
                </a:cubicBezTo>
                <a:cubicBezTo>
                  <a:pt x="1291906" y="54443"/>
                  <a:pt x="1294350" y="50449"/>
                  <a:pt x="1297503" y="47086"/>
                </a:cubicBezTo>
                <a:cubicBezTo>
                  <a:pt x="1300656" y="43723"/>
                  <a:pt x="1304387" y="41043"/>
                  <a:pt x="1308696" y="39047"/>
                </a:cubicBezTo>
                <a:cubicBezTo>
                  <a:pt x="1313005" y="37049"/>
                  <a:pt x="1317788" y="36049"/>
                  <a:pt x="1323043" y="36049"/>
                </a:cubicBezTo>
                <a:cubicBezTo>
                  <a:pt x="1327457" y="36049"/>
                  <a:pt x="1331476" y="36812"/>
                  <a:pt x="1335102" y="38337"/>
                </a:cubicBezTo>
                <a:cubicBezTo>
                  <a:pt x="1338728" y="39861"/>
                  <a:pt x="1341803" y="41962"/>
                  <a:pt x="1344325" y="44642"/>
                </a:cubicBezTo>
                <a:cubicBezTo>
                  <a:pt x="1346848" y="47322"/>
                  <a:pt x="1348819" y="50528"/>
                  <a:pt x="1350238" y="54260"/>
                </a:cubicBezTo>
                <a:cubicBezTo>
                  <a:pt x="1351658" y="57990"/>
                  <a:pt x="1352367" y="62010"/>
                  <a:pt x="1352367" y="66319"/>
                </a:cubicBezTo>
                <a:cubicBezTo>
                  <a:pt x="1352367" y="68526"/>
                  <a:pt x="1351579" y="69629"/>
                  <a:pt x="1350003" y="69629"/>
                </a:cubicBezTo>
                <a:lnTo>
                  <a:pt x="1305071" y="69629"/>
                </a:lnTo>
                <a:moveTo>
                  <a:pt x="1333921" y="64113"/>
                </a:moveTo>
                <a:cubicBezTo>
                  <a:pt x="1335392" y="64113"/>
                  <a:pt x="1336232" y="63588"/>
                  <a:pt x="1336442" y="62537"/>
                </a:cubicBezTo>
                <a:cubicBezTo>
                  <a:pt x="1336654" y="61485"/>
                  <a:pt x="1336760" y="60223"/>
                  <a:pt x="1336760" y="58751"/>
                </a:cubicBezTo>
                <a:cubicBezTo>
                  <a:pt x="1336760" y="56544"/>
                  <a:pt x="1336418" y="54416"/>
                  <a:pt x="1335735" y="52367"/>
                </a:cubicBezTo>
                <a:cubicBezTo>
                  <a:pt x="1335052" y="50317"/>
                  <a:pt x="1334079" y="48504"/>
                  <a:pt x="1332817" y="46928"/>
                </a:cubicBezTo>
                <a:cubicBezTo>
                  <a:pt x="1331556" y="45351"/>
                  <a:pt x="1330033" y="44090"/>
                  <a:pt x="1328246" y="43144"/>
                </a:cubicBezTo>
                <a:cubicBezTo>
                  <a:pt x="1326460" y="42197"/>
                  <a:pt x="1324410" y="41724"/>
                  <a:pt x="1322098" y="41724"/>
                </a:cubicBezTo>
                <a:cubicBezTo>
                  <a:pt x="1319259" y="41724"/>
                  <a:pt x="1316815" y="42224"/>
                  <a:pt x="1314765" y="43223"/>
                </a:cubicBezTo>
                <a:cubicBezTo>
                  <a:pt x="1312716" y="44222"/>
                  <a:pt x="1310981" y="45536"/>
                  <a:pt x="1309562" y="47166"/>
                </a:cubicBezTo>
                <a:cubicBezTo>
                  <a:pt x="1308144" y="48793"/>
                  <a:pt x="1307067" y="50712"/>
                  <a:pt x="1306331" y="52920"/>
                </a:cubicBezTo>
                <a:cubicBezTo>
                  <a:pt x="1305595" y="55127"/>
                  <a:pt x="1305070" y="57438"/>
                  <a:pt x="1304756" y="59855"/>
                </a:cubicBezTo>
                <a:cubicBezTo>
                  <a:pt x="1304546" y="61117"/>
                  <a:pt x="1304466" y="62143"/>
                  <a:pt x="1304518" y="62932"/>
                </a:cubicBezTo>
                <a:cubicBezTo>
                  <a:pt x="1304570" y="63719"/>
                  <a:pt x="1304807" y="64113"/>
                  <a:pt x="1305227" y="64113"/>
                </a:cubicBezTo>
                <a:lnTo>
                  <a:pt x="1333921" y="64113"/>
                </a:lnTo>
                <a:close/>
                <a:moveTo>
                  <a:pt x="1376345" y="29744"/>
                </a:moveTo>
                <a:cubicBezTo>
                  <a:pt x="1376345" y="25225"/>
                  <a:pt x="1376240" y="21626"/>
                  <a:pt x="1376030" y="18946"/>
                </a:cubicBezTo>
                <a:cubicBezTo>
                  <a:pt x="1375820" y="16264"/>
                  <a:pt x="1375294" y="14188"/>
                  <a:pt x="1374454" y="12718"/>
                </a:cubicBezTo>
                <a:cubicBezTo>
                  <a:pt x="1373614" y="11245"/>
                  <a:pt x="1372326" y="10247"/>
                  <a:pt x="1370591" y="9723"/>
                </a:cubicBezTo>
                <a:cubicBezTo>
                  <a:pt x="1368857" y="9197"/>
                  <a:pt x="1366466" y="8776"/>
                  <a:pt x="1363417" y="8460"/>
                </a:cubicBezTo>
                <a:cubicBezTo>
                  <a:pt x="1362893" y="8460"/>
                  <a:pt x="1362499" y="8197"/>
                  <a:pt x="1362236" y="7673"/>
                </a:cubicBezTo>
                <a:cubicBezTo>
                  <a:pt x="1361973" y="7147"/>
                  <a:pt x="1361815" y="6622"/>
                  <a:pt x="1361762" y="6097"/>
                </a:cubicBezTo>
                <a:cubicBezTo>
                  <a:pt x="1361709" y="5571"/>
                  <a:pt x="1361814" y="5045"/>
                  <a:pt x="1362077" y="4519"/>
                </a:cubicBezTo>
                <a:cubicBezTo>
                  <a:pt x="1362340" y="3993"/>
                  <a:pt x="1362787" y="3730"/>
                  <a:pt x="1363417" y="3730"/>
                </a:cubicBezTo>
                <a:cubicBezTo>
                  <a:pt x="1366570" y="3520"/>
                  <a:pt x="1370380" y="3205"/>
                  <a:pt x="1374846" y="2785"/>
                </a:cubicBezTo>
                <a:cubicBezTo>
                  <a:pt x="1379314" y="2365"/>
                  <a:pt x="1383493" y="1576"/>
                  <a:pt x="1387382" y="420"/>
                </a:cubicBezTo>
                <a:cubicBezTo>
                  <a:pt x="1388852" y="0"/>
                  <a:pt x="1389824" y="79"/>
                  <a:pt x="1390297" y="658"/>
                </a:cubicBezTo>
                <a:cubicBezTo>
                  <a:pt x="1390770" y="1236"/>
                  <a:pt x="1391060" y="1839"/>
                  <a:pt x="1391166" y="2470"/>
                </a:cubicBezTo>
                <a:lnTo>
                  <a:pt x="1391166" y="90755"/>
                </a:lnTo>
                <a:cubicBezTo>
                  <a:pt x="1391166" y="93384"/>
                  <a:pt x="1391218" y="95591"/>
                  <a:pt x="1391322" y="97378"/>
                </a:cubicBezTo>
                <a:cubicBezTo>
                  <a:pt x="1391428" y="99164"/>
                  <a:pt x="1391823" y="100636"/>
                  <a:pt x="1392506" y="101792"/>
                </a:cubicBezTo>
                <a:cubicBezTo>
                  <a:pt x="1393189" y="102948"/>
                  <a:pt x="1394292" y="103842"/>
                  <a:pt x="1395816" y="104472"/>
                </a:cubicBezTo>
                <a:cubicBezTo>
                  <a:pt x="1397339" y="105102"/>
                  <a:pt x="1399468" y="105575"/>
                  <a:pt x="1402200" y="105891"/>
                </a:cubicBezTo>
                <a:cubicBezTo>
                  <a:pt x="1402831" y="105995"/>
                  <a:pt x="1403304" y="106284"/>
                  <a:pt x="1403620" y="106757"/>
                </a:cubicBezTo>
                <a:cubicBezTo>
                  <a:pt x="1403935" y="107230"/>
                  <a:pt x="1404093" y="107782"/>
                  <a:pt x="1404093" y="108412"/>
                </a:cubicBezTo>
                <a:cubicBezTo>
                  <a:pt x="1404093" y="108938"/>
                  <a:pt x="1403935" y="109438"/>
                  <a:pt x="1403620" y="109911"/>
                </a:cubicBezTo>
                <a:cubicBezTo>
                  <a:pt x="1403304" y="110384"/>
                  <a:pt x="1402831" y="110621"/>
                  <a:pt x="1402200" y="110621"/>
                </a:cubicBezTo>
                <a:cubicBezTo>
                  <a:pt x="1399678" y="110621"/>
                  <a:pt x="1396840" y="110436"/>
                  <a:pt x="1393687" y="110067"/>
                </a:cubicBezTo>
                <a:cubicBezTo>
                  <a:pt x="1390534" y="109700"/>
                  <a:pt x="1387381" y="109516"/>
                  <a:pt x="1384228" y="109516"/>
                </a:cubicBezTo>
                <a:cubicBezTo>
                  <a:pt x="1380865" y="109516"/>
                  <a:pt x="1377554" y="109700"/>
                  <a:pt x="1374295" y="110067"/>
                </a:cubicBezTo>
                <a:cubicBezTo>
                  <a:pt x="1371038" y="110436"/>
                  <a:pt x="1367728" y="110621"/>
                  <a:pt x="1364365" y="110621"/>
                </a:cubicBezTo>
                <a:cubicBezTo>
                  <a:pt x="1363839" y="110621"/>
                  <a:pt x="1363418" y="110384"/>
                  <a:pt x="1363102" y="109911"/>
                </a:cubicBezTo>
                <a:cubicBezTo>
                  <a:pt x="1362788" y="109438"/>
                  <a:pt x="1362631" y="108938"/>
                  <a:pt x="1362631" y="108412"/>
                </a:cubicBezTo>
                <a:cubicBezTo>
                  <a:pt x="1362631" y="107782"/>
                  <a:pt x="1362788" y="107230"/>
                  <a:pt x="1363102" y="106757"/>
                </a:cubicBezTo>
                <a:cubicBezTo>
                  <a:pt x="1363418" y="106284"/>
                  <a:pt x="1363891" y="105995"/>
                  <a:pt x="1364521" y="105891"/>
                </a:cubicBezTo>
                <a:cubicBezTo>
                  <a:pt x="1367464" y="105575"/>
                  <a:pt x="1369750" y="105102"/>
                  <a:pt x="1371380" y="104472"/>
                </a:cubicBezTo>
                <a:cubicBezTo>
                  <a:pt x="1373009" y="103842"/>
                  <a:pt x="1374191" y="102975"/>
                  <a:pt x="1374926" y="101871"/>
                </a:cubicBezTo>
                <a:cubicBezTo>
                  <a:pt x="1375662" y="100766"/>
                  <a:pt x="1376082" y="99400"/>
                  <a:pt x="1376186" y="97772"/>
                </a:cubicBezTo>
                <a:cubicBezTo>
                  <a:pt x="1376292" y="96143"/>
                  <a:pt x="1376345" y="94119"/>
                  <a:pt x="1376345" y="91701"/>
                </a:cubicBezTo>
                <a:lnTo>
                  <a:pt x="1376345" y="29744"/>
                </a:lnTo>
                <a:close/>
                <a:moveTo>
                  <a:pt x="1427125" y="29744"/>
                </a:moveTo>
                <a:cubicBezTo>
                  <a:pt x="1427125" y="25225"/>
                  <a:pt x="1427020" y="21626"/>
                  <a:pt x="1426810" y="18946"/>
                </a:cubicBezTo>
                <a:cubicBezTo>
                  <a:pt x="1426600" y="16264"/>
                  <a:pt x="1426075" y="14188"/>
                  <a:pt x="1425234" y="12718"/>
                </a:cubicBezTo>
                <a:cubicBezTo>
                  <a:pt x="1424394" y="11245"/>
                  <a:pt x="1423106" y="10247"/>
                  <a:pt x="1421371" y="9723"/>
                </a:cubicBezTo>
                <a:cubicBezTo>
                  <a:pt x="1419637" y="9197"/>
                  <a:pt x="1417246" y="8776"/>
                  <a:pt x="1414197" y="8460"/>
                </a:cubicBezTo>
                <a:cubicBezTo>
                  <a:pt x="1413673" y="8460"/>
                  <a:pt x="1413279" y="8197"/>
                  <a:pt x="1413016" y="7673"/>
                </a:cubicBezTo>
                <a:cubicBezTo>
                  <a:pt x="1412753" y="7147"/>
                  <a:pt x="1412595" y="6622"/>
                  <a:pt x="1412542" y="6097"/>
                </a:cubicBezTo>
                <a:cubicBezTo>
                  <a:pt x="1412489" y="5571"/>
                  <a:pt x="1412594" y="5045"/>
                  <a:pt x="1412857" y="4519"/>
                </a:cubicBezTo>
                <a:cubicBezTo>
                  <a:pt x="1413120" y="3993"/>
                  <a:pt x="1413567" y="3730"/>
                  <a:pt x="1414197" y="3730"/>
                </a:cubicBezTo>
                <a:cubicBezTo>
                  <a:pt x="1417350" y="3520"/>
                  <a:pt x="1421160" y="3205"/>
                  <a:pt x="1425626" y="2785"/>
                </a:cubicBezTo>
                <a:cubicBezTo>
                  <a:pt x="1430094" y="2365"/>
                  <a:pt x="1434273" y="1576"/>
                  <a:pt x="1438162" y="420"/>
                </a:cubicBezTo>
                <a:cubicBezTo>
                  <a:pt x="1439632" y="0"/>
                  <a:pt x="1440604" y="79"/>
                  <a:pt x="1441077" y="658"/>
                </a:cubicBezTo>
                <a:cubicBezTo>
                  <a:pt x="1441551" y="1236"/>
                  <a:pt x="1441840" y="1839"/>
                  <a:pt x="1441946" y="2470"/>
                </a:cubicBezTo>
                <a:lnTo>
                  <a:pt x="1441946" y="90755"/>
                </a:lnTo>
                <a:cubicBezTo>
                  <a:pt x="1441946" y="93384"/>
                  <a:pt x="1441998" y="95591"/>
                  <a:pt x="1442102" y="97378"/>
                </a:cubicBezTo>
                <a:cubicBezTo>
                  <a:pt x="1442208" y="99164"/>
                  <a:pt x="1442603" y="100636"/>
                  <a:pt x="1443286" y="101792"/>
                </a:cubicBezTo>
                <a:cubicBezTo>
                  <a:pt x="1443969" y="102948"/>
                  <a:pt x="1445072" y="103842"/>
                  <a:pt x="1446596" y="104472"/>
                </a:cubicBezTo>
                <a:cubicBezTo>
                  <a:pt x="1448119" y="105102"/>
                  <a:pt x="1450248" y="105575"/>
                  <a:pt x="1452980" y="105891"/>
                </a:cubicBezTo>
                <a:cubicBezTo>
                  <a:pt x="1453611" y="105995"/>
                  <a:pt x="1454084" y="106284"/>
                  <a:pt x="1454400" y="106757"/>
                </a:cubicBezTo>
                <a:cubicBezTo>
                  <a:pt x="1454716" y="107230"/>
                  <a:pt x="1454874" y="107782"/>
                  <a:pt x="1454874" y="108412"/>
                </a:cubicBezTo>
                <a:cubicBezTo>
                  <a:pt x="1454874" y="108938"/>
                  <a:pt x="1454716" y="109438"/>
                  <a:pt x="1454400" y="109911"/>
                </a:cubicBezTo>
                <a:cubicBezTo>
                  <a:pt x="1454084" y="110384"/>
                  <a:pt x="1453611" y="110621"/>
                  <a:pt x="1452980" y="110621"/>
                </a:cubicBezTo>
                <a:cubicBezTo>
                  <a:pt x="1450458" y="110621"/>
                  <a:pt x="1447620" y="110436"/>
                  <a:pt x="1444467" y="110067"/>
                </a:cubicBezTo>
                <a:cubicBezTo>
                  <a:pt x="1441314" y="109700"/>
                  <a:pt x="1438161" y="109516"/>
                  <a:pt x="1435008" y="109516"/>
                </a:cubicBezTo>
                <a:cubicBezTo>
                  <a:pt x="1431645" y="109516"/>
                  <a:pt x="1428334" y="109700"/>
                  <a:pt x="1425075" y="110067"/>
                </a:cubicBezTo>
                <a:cubicBezTo>
                  <a:pt x="1421818" y="110436"/>
                  <a:pt x="1418508" y="110621"/>
                  <a:pt x="1415145" y="110621"/>
                </a:cubicBezTo>
                <a:cubicBezTo>
                  <a:pt x="1414619" y="110621"/>
                  <a:pt x="1414198" y="110384"/>
                  <a:pt x="1413882" y="109911"/>
                </a:cubicBezTo>
                <a:cubicBezTo>
                  <a:pt x="1413568" y="109438"/>
                  <a:pt x="1413411" y="108938"/>
                  <a:pt x="1413411" y="108412"/>
                </a:cubicBezTo>
                <a:cubicBezTo>
                  <a:pt x="1413411" y="107782"/>
                  <a:pt x="1413568" y="107230"/>
                  <a:pt x="1413882" y="106757"/>
                </a:cubicBezTo>
                <a:cubicBezTo>
                  <a:pt x="1414198" y="106284"/>
                  <a:pt x="1414671" y="105995"/>
                  <a:pt x="1415301" y="105891"/>
                </a:cubicBezTo>
                <a:cubicBezTo>
                  <a:pt x="1418244" y="105575"/>
                  <a:pt x="1420530" y="105102"/>
                  <a:pt x="1422160" y="104472"/>
                </a:cubicBezTo>
                <a:cubicBezTo>
                  <a:pt x="1423789" y="103842"/>
                  <a:pt x="1424971" y="102975"/>
                  <a:pt x="1425706" y="101871"/>
                </a:cubicBezTo>
                <a:cubicBezTo>
                  <a:pt x="1426442" y="100766"/>
                  <a:pt x="1426862" y="99400"/>
                  <a:pt x="1426966" y="97772"/>
                </a:cubicBezTo>
                <a:cubicBezTo>
                  <a:pt x="1427072" y="96143"/>
                  <a:pt x="1427125" y="94119"/>
                  <a:pt x="1427125" y="91701"/>
                </a:cubicBezTo>
                <a:lnTo>
                  <a:pt x="1427125" y="29744"/>
                </a:lnTo>
                <a:close/>
                <a:moveTo>
                  <a:pt x="1473912" y="111881"/>
                </a:moveTo>
                <a:cubicBezTo>
                  <a:pt x="1471496" y="111881"/>
                  <a:pt x="1469394" y="110988"/>
                  <a:pt x="1467607" y="109201"/>
                </a:cubicBezTo>
                <a:cubicBezTo>
                  <a:pt x="1465821" y="107415"/>
                  <a:pt x="1464928" y="105312"/>
                  <a:pt x="1464928" y="102894"/>
                </a:cubicBezTo>
                <a:cubicBezTo>
                  <a:pt x="1464928" y="100477"/>
                  <a:pt x="1465821" y="98375"/>
                  <a:pt x="1467607" y="96589"/>
                </a:cubicBezTo>
                <a:cubicBezTo>
                  <a:pt x="1469394" y="94802"/>
                  <a:pt x="1471496" y="93909"/>
                  <a:pt x="1473912" y="93909"/>
                </a:cubicBezTo>
                <a:cubicBezTo>
                  <a:pt x="1476541" y="93909"/>
                  <a:pt x="1478696" y="94802"/>
                  <a:pt x="1480376" y="96589"/>
                </a:cubicBezTo>
                <a:cubicBezTo>
                  <a:pt x="1482059" y="98375"/>
                  <a:pt x="1482900" y="100477"/>
                  <a:pt x="1482900" y="102894"/>
                </a:cubicBezTo>
                <a:cubicBezTo>
                  <a:pt x="1482900" y="105312"/>
                  <a:pt x="1482059" y="107415"/>
                  <a:pt x="1480376" y="109201"/>
                </a:cubicBezTo>
                <a:cubicBezTo>
                  <a:pt x="1478696" y="110988"/>
                  <a:pt x="1476541" y="111881"/>
                  <a:pt x="1473912" y="1118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Human-WrittenText">
            <a:extLst xmlns:a="http://schemas.openxmlformats.org/drawingml/2006/main">
              <a:ext uri="{FF2B5EF4-FFF2-40B4-BE49-F238E27FC236}">
                <a16:creationId xmlns:a16="http://schemas.microsoft.com/office/drawing/2014/main" id="{03F67EE6-8E6F-4720-B83E-23553268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45" y="1232024"/>
            <a:ext cx="1647600" cy="123898"/>
          </a:xfrm>
          <a:custGeom xmlns:a="http://schemas.openxmlformats.org/drawingml/2006/main">
            <a:pathLst>
              <a:path w="1647600" h="123898">
                <a:moveTo>
                  <a:pt x="912721" y="22872"/>
                </a:moveTo>
                <a:lnTo>
                  <a:pt x="913215" y="22821"/>
                </a:lnTo>
                <a:lnTo>
                  <a:pt x="913698" y="22758"/>
                </a:lnTo>
                <a:lnTo>
                  <a:pt x="914170" y="22684"/>
                </a:lnTo>
                <a:lnTo>
                  <a:pt x="914631" y="22598"/>
                </a:lnTo>
                <a:lnTo>
                  <a:pt x="915082" y="22501"/>
                </a:lnTo>
                <a:lnTo>
                  <a:pt x="915522" y="22392"/>
                </a:lnTo>
                <a:lnTo>
                  <a:pt x="915952" y="22272"/>
                </a:lnTo>
                <a:lnTo>
                  <a:pt x="916371" y="22140"/>
                </a:lnTo>
                <a:lnTo>
                  <a:pt x="916779" y="21998"/>
                </a:lnTo>
                <a:lnTo>
                  <a:pt x="917176" y="21843"/>
                </a:lnTo>
                <a:lnTo>
                  <a:pt x="917563" y="21677"/>
                </a:lnTo>
                <a:lnTo>
                  <a:pt x="917939" y="21500"/>
                </a:lnTo>
                <a:lnTo>
                  <a:pt x="918305" y="21311"/>
                </a:lnTo>
                <a:lnTo>
                  <a:pt x="918660" y="21111"/>
                </a:lnTo>
                <a:lnTo>
                  <a:pt x="919004" y="20900"/>
                </a:lnTo>
                <a:lnTo>
                  <a:pt x="919337" y="20677"/>
                </a:lnTo>
                <a:lnTo>
                  <a:pt x="919660" y="20442"/>
                </a:lnTo>
                <a:lnTo>
                  <a:pt x="919973" y="20197"/>
                </a:lnTo>
                <a:lnTo>
                  <a:pt x="920274" y="19939"/>
                </a:lnTo>
                <a:lnTo>
                  <a:pt x="920565" y="19671"/>
                </a:lnTo>
                <a:lnTo>
                  <a:pt x="920845" y="19393"/>
                </a:lnTo>
                <a:lnTo>
                  <a:pt x="921112" y="19111"/>
                </a:lnTo>
                <a:lnTo>
                  <a:pt x="921368" y="18822"/>
                </a:lnTo>
                <a:lnTo>
                  <a:pt x="921612" y="18528"/>
                </a:lnTo>
                <a:lnTo>
                  <a:pt x="921844" y="18229"/>
                </a:lnTo>
                <a:lnTo>
                  <a:pt x="922064" y="17924"/>
                </a:lnTo>
                <a:lnTo>
                  <a:pt x="922272" y="17613"/>
                </a:lnTo>
                <a:lnTo>
                  <a:pt x="922469" y="17297"/>
                </a:lnTo>
                <a:lnTo>
                  <a:pt x="922653" y="16975"/>
                </a:lnTo>
                <a:lnTo>
                  <a:pt x="922826" y="16648"/>
                </a:lnTo>
                <a:lnTo>
                  <a:pt x="922986" y="16315"/>
                </a:lnTo>
                <a:lnTo>
                  <a:pt x="923135" y="15977"/>
                </a:lnTo>
                <a:lnTo>
                  <a:pt x="923272" y="15633"/>
                </a:lnTo>
                <a:lnTo>
                  <a:pt x="923397" y="15283"/>
                </a:lnTo>
                <a:lnTo>
                  <a:pt x="923510" y="14928"/>
                </a:lnTo>
                <a:lnTo>
                  <a:pt x="923611" y="14567"/>
                </a:lnTo>
                <a:lnTo>
                  <a:pt x="923700" y="14201"/>
                </a:lnTo>
                <a:lnTo>
                  <a:pt x="923778" y="13829"/>
                </a:lnTo>
                <a:lnTo>
                  <a:pt x="923843" y="13452"/>
                </a:lnTo>
                <a:lnTo>
                  <a:pt x="923897" y="13069"/>
                </a:lnTo>
                <a:lnTo>
                  <a:pt x="923938" y="12681"/>
                </a:lnTo>
                <a:lnTo>
                  <a:pt x="923968" y="12287"/>
                </a:lnTo>
                <a:lnTo>
                  <a:pt x="923986" y="11887"/>
                </a:lnTo>
                <a:lnTo>
                  <a:pt x="923992" y="11482"/>
                </a:lnTo>
                <a:lnTo>
                  <a:pt x="923986" y="11070"/>
                </a:lnTo>
                <a:lnTo>
                  <a:pt x="923968" y="10663"/>
                </a:lnTo>
                <a:lnTo>
                  <a:pt x="923938" y="10263"/>
                </a:lnTo>
                <a:lnTo>
                  <a:pt x="923897" y="9869"/>
                </a:lnTo>
                <a:lnTo>
                  <a:pt x="923843" y="9480"/>
                </a:lnTo>
                <a:lnTo>
                  <a:pt x="923778" y="9098"/>
                </a:lnTo>
                <a:lnTo>
                  <a:pt x="923700" y="8722"/>
                </a:lnTo>
                <a:lnTo>
                  <a:pt x="923611" y="8352"/>
                </a:lnTo>
                <a:lnTo>
                  <a:pt x="923510" y="7988"/>
                </a:lnTo>
                <a:lnTo>
                  <a:pt x="923397" y="7630"/>
                </a:lnTo>
                <a:lnTo>
                  <a:pt x="923272" y="7277"/>
                </a:lnTo>
                <a:lnTo>
                  <a:pt x="923135" y="6931"/>
                </a:lnTo>
                <a:lnTo>
                  <a:pt x="922986" y="6591"/>
                </a:lnTo>
                <a:lnTo>
                  <a:pt x="922826" y="6257"/>
                </a:lnTo>
                <a:lnTo>
                  <a:pt x="922653" y="5929"/>
                </a:lnTo>
                <a:lnTo>
                  <a:pt x="922469" y="5607"/>
                </a:lnTo>
                <a:lnTo>
                  <a:pt x="922272" y="5292"/>
                </a:lnTo>
                <a:lnTo>
                  <a:pt x="922064" y="4982"/>
                </a:lnTo>
                <a:lnTo>
                  <a:pt x="921844" y="4678"/>
                </a:lnTo>
                <a:lnTo>
                  <a:pt x="921612" y="4380"/>
                </a:lnTo>
                <a:lnTo>
                  <a:pt x="921368" y="4088"/>
                </a:lnTo>
                <a:lnTo>
                  <a:pt x="921112" y="3802"/>
                </a:lnTo>
                <a:lnTo>
                  <a:pt x="920845" y="3522"/>
                </a:lnTo>
                <a:lnTo>
                  <a:pt x="920565" y="3249"/>
                </a:lnTo>
                <a:lnTo>
                  <a:pt x="920274" y="2984"/>
                </a:lnTo>
                <a:lnTo>
                  <a:pt x="919973" y="2730"/>
                </a:lnTo>
                <a:lnTo>
                  <a:pt x="919660" y="2487"/>
                </a:lnTo>
                <a:lnTo>
                  <a:pt x="919337" y="2256"/>
                </a:lnTo>
                <a:lnTo>
                  <a:pt x="919004" y="2036"/>
                </a:lnTo>
                <a:lnTo>
                  <a:pt x="918660" y="1827"/>
                </a:lnTo>
                <a:lnTo>
                  <a:pt x="918305" y="1630"/>
                </a:lnTo>
                <a:lnTo>
                  <a:pt x="917939" y="1444"/>
                </a:lnTo>
                <a:lnTo>
                  <a:pt x="917563" y="1269"/>
                </a:lnTo>
                <a:lnTo>
                  <a:pt x="917176" y="1105"/>
                </a:lnTo>
                <a:lnTo>
                  <a:pt x="916779" y="953"/>
                </a:lnTo>
                <a:lnTo>
                  <a:pt x="916371" y="812"/>
                </a:lnTo>
                <a:lnTo>
                  <a:pt x="915952" y="682"/>
                </a:lnTo>
                <a:lnTo>
                  <a:pt x="915522" y="564"/>
                </a:lnTo>
                <a:lnTo>
                  <a:pt x="915082" y="457"/>
                </a:lnTo>
                <a:lnTo>
                  <a:pt x="914631" y="361"/>
                </a:lnTo>
                <a:lnTo>
                  <a:pt x="914170" y="276"/>
                </a:lnTo>
                <a:lnTo>
                  <a:pt x="913698" y="203"/>
                </a:lnTo>
                <a:lnTo>
                  <a:pt x="913215" y="141"/>
                </a:lnTo>
                <a:lnTo>
                  <a:pt x="912721" y="90"/>
                </a:lnTo>
                <a:lnTo>
                  <a:pt x="912217" y="51"/>
                </a:lnTo>
                <a:lnTo>
                  <a:pt x="911702" y="23"/>
                </a:lnTo>
                <a:lnTo>
                  <a:pt x="911177" y="6"/>
                </a:lnTo>
                <a:lnTo>
                  <a:pt x="910641" y="0"/>
                </a:lnTo>
                <a:lnTo>
                  <a:pt x="910105" y="6"/>
                </a:lnTo>
                <a:lnTo>
                  <a:pt x="909579" y="23"/>
                </a:lnTo>
                <a:lnTo>
                  <a:pt x="909064" y="51"/>
                </a:lnTo>
                <a:lnTo>
                  <a:pt x="908560" y="90"/>
                </a:lnTo>
                <a:lnTo>
                  <a:pt x="908067" y="141"/>
                </a:lnTo>
                <a:lnTo>
                  <a:pt x="907584" y="203"/>
                </a:lnTo>
                <a:lnTo>
                  <a:pt x="907112" y="276"/>
                </a:lnTo>
                <a:lnTo>
                  <a:pt x="906650" y="361"/>
                </a:lnTo>
                <a:lnTo>
                  <a:pt x="906199" y="457"/>
                </a:lnTo>
                <a:lnTo>
                  <a:pt x="905759" y="564"/>
                </a:lnTo>
                <a:lnTo>
                  <a:pt x="905330" y="682"/>
                </a:lnTo>
                <a:lnTo>
                  <a:pt x="904911" y="812"/>
                </a:lnTo>
                <a:lnTo>
                  <a:pt x="904503" y="953"/>
                </a:lnTo>
                <a:lnTo>
                  <a:pt x="904105" y="1105"/>
                </a:lnTo>
                <a:lnTo>
                  <a:pt x="903718" y="1269"/>
                </a:lnTo>
                <a:lnTo>
                  <a:pt x="903342" y="1444"/>
                </a:lnTo>
                <a:lnTo>
                  <a:pt x="902977" y="1630"/>
                </a:lnTo>
                <a:lnTo>
                  <a:pt x="902622" y="1827"/>
                </a:lnTo>
                <a:lnTo>
                  <a:pt x="902278" y="2036"/>
                </a:lnTo>
                <a:lnTo>
                  <a:pt x="901944" y="2256"/>
                </a:lnTo>
                <a:lnTo>
                  <a:pt x="901621" y="2487"/>
                </a:lnTo>
                <a:lnTo>
                  <a:pt x="901309" y="2730"/>
                </a:lnTo>
                <a:lnTo>
                  <a:pt x="901007" y="2984"/>
                </a:lnTo>
                <a:lnTo>
                  <a:pt x="900716" y="3249"/>
                </a:lnTo>
                <a:lnTo>
                  <a:pt x="900437" y="3522"/>
                </a:lnTo>
                <a:lnTo>
                  <a:pt x="900169" y="3802"/>
                </a:lnTo>
                <a:lnTo>
                  <a:pt x="899913" y="4088"/>
                </a:lnTo>
                <a:lnTo>
                  <a:pt x="899669" y="4380"/>
                </a:lnTo>
                <a:lnTo>
                  <a:pt x="899437" y="4678"/>
                </a:lnTo>
                <a:lnTo>
                  <a:pt x="899217" y="4982"/>
                </a:lnTo>
                <a:lnTo>
                  <a:pt x="899009" y="5292"/>
                </a:lnTo>
                <a:lnTo>
                  <a:pt x="898813" y="5607"/>
                </a:lnTo>
                <a:lnTo>
                  <a:pt x="898628" y="5929"/>
                </a:lnTo>
                <a:lnTo>
                  <a:pt x="898456" y="6257"/>
                </a:lnTo>
                <a:lnTo>
                  <a:pt x="898295" y="6591"/>
                </a:lnTo>
                <a:lnTo>
                  <a:pt x="898146" y="6931"/>
                </a:lnTo>
                <a:lnTo>
                  <a:pt x="898010" y="7277"/>
                </a:lnTo>
                <a:lnTo>
                  <a:pt x="897885" y="7630"/>
                </a:lnTo>
                <a:lnTo>
                  <a:pt x="897772" y="7988"/>
                </a:lnTo>
                <a:lnTo>
                  <a:pt x="897670" y="8352"/>
                </a:lnTo>
                <a:lnTo>
                  <a:pt x="897581" y="8722"/>
                </a:lnTo>
                <a:lnTo>
                  <a:pt x="897504" y="9098"/>
                </a:lnTo>
                <a:lnTo>
                  <a:pt x="897438" y="9480"/>
                </a:lnTo>
                <a:lnTo>
                  <a:pt x="897385" y="9869"/>
                </a:lnTo>
                <a:lnTo>
                  <a:pt x="897343" y="10263"/>
                </a:lnTo>
                <a:lnTo>
                  <a:pt x="897313" y="10663"/>
                </a:lnTo>
                <a:lnTo>
                  <a:pt x="897296" y="11070"/>
                </a:lnTo>
                <a:lnTo>
                  <a:pt x="897290" y="11482"/>
                </a:lnTo>
                <a:lnTo>
                  <a:pt x="897296" y="11887"/>
                </a:lnTo>
                <a:lnTo>
                  <a:pt x="897313" y="12287"/>
                </a:lnTo>
                <a:lnTo>
                  <a:pt x="897343" y="12681"/>
                </a:lnTo>
                <a:lnTo>
                  <a:pt x="897385" y="13069"/>
                </a:lnTo>
                <a:lnTo>
                  <a:pt x="897438" y="13452"/>
                </a:lnTo>
                <a:lnTo>
                  <a:pt x="897504" y="13829"/>
                </a:lnTo>
                <a:lnTo>
                  <a:pt x="897581" y="14201"/>
                </a:lnTo>
                <a:lnTo>
                  <a:pt x="897670" y="14567"/>
                </a:lnTo>
                <a:lnTo>
                  <a:pt x="897772" y="14928"/>
                </a:lnTo>
                <a:lnTo>
                  <a:pt x="897885" y="15283"/>
                </a:lnTo>
                <a:lnTo>
                  <a:pt x="898010" y="15633"/>
                </a:lnTo>
                <a:lnTo>
                  <a:pt x="898146" y="15977"/>
                </a:lnTo>
                <a:lnTo>
                  <a:pt x="898295" y="16315"/>
                </a:lnTo>
                <a:lnTo>
                  <a:pt x="898456" y="16648"/>
                </a:lnTo>
                <a:lnTo>
                  <a:pt x="898628" y="16975"/>
                </a:lnTo>
                <a:lnTo>
                  <a:pt x="898813" y="17297"/>
                </a:lnTo>
                <a:lnTo>
                  <a:pt x="899009" y="17613"/>
                </a:lnTo>
                <a:lnTo>
                  <a:pt x="899217" y="17924"/>
                </a:lnTo>
                <a:lnTo>
                  <a:pt x="899437" y="18229"/>
                </a:lnTo>
                <a:lnTo>
                  <a:pt x="899669" y="18528"/>
                </a:lnTo>
                <a:lnTo>
                  <a:pt x="899913" y="18822"/>
                </a:lnTo>
                <a:lnTo>
                  <a:pt x="900169" y="19111"/>
                </a:lnTo>
                <a:lnTo>
                  <a:pt x="900437" y="19393"/>
                </a:lnTo>
                <a:lnTo>
                  <a:pt x="900716" y="19671"/>
                </a:lnTo>
                <a:lnTo>
                  <a:pt x="901007" y="19939"/>
                </a:lnTo>
                <a:lnTo>
                  <a:pt x="901309" y="20197"/>
                </a:lnTo>
                <a:lnTo>
                  <a:pt x="901621" y="20442"/>
                </a:lnTo>
                <a:lnTo>
                  <a:pt x="901944" y="20677"/>
                </a:lnTo>
                <a:lnTo>
                  <a:pt x="902278" y="20900"/>
                </a:lnTo>
                <a:lnTo>
                  <a:pt x="902622" y="21111"/>
                </a:lnTo>
                <a:lnTo>
                  <a:pt x="902977" y="21311"/>
                </a:lnTo>
                <a:lnTo>
                  <a:pt x="903342" y="21500"/>
                </a:lnTo>
                <a:lnTo>
                  <a:pt x="903718" y="21677"/>
                </a:lnTo>
                <a:lnTo>
                  <a:pt x="904105" y="21843"/>
                </a:lnTo>
                <a:lnTo>
                  <a:pt x="904503" y="21998"/>
                </a:lnTo>
                <a:lnTo>
                  <a:pt x="904911" y="22140"/>
                </a:lnTo>
                <a:lnTo>
                  <a:pt x="905330" y="22272"/>
                </a:lnTo>
                <a:lnTo>
                  <a:pt x="905759" y="22392"/>
                </a:lnTo>
                <a:lnTo>
                  <a:pt x="906199" y="22501"/>
                </a:lnTo>
                <a:lnTo>
                  <a:pt x="906650" y="22598"/>
                </a:lnTo>
                <a:lnTo>
                  <a:pt x="907112" y="22684"/>
                </a:lnTo>
                <a:lnTo>
                  <a:pt x="907584" y="22758"/>
                </a:lnTo>
                <a:lnTo>
                  <a:pt x="908067" y="22821"/>
                </a:lnTo>
                <a:lnTo>
                  <a:pt x="908560" y="22872"/>
                </a:lnTo>
                <a:lnTo>
                  <a:pt x="909064" y="22912"/>
                </a:lnTo>
                <a:lnTo>
                  <a:pt x="909579" y="22941"/>
                </a:lnTo>
                <a:lnTo>
                  <a:pt x="910105" y="22958"/>
                </a:lnTo>
                <a:lnTo>
                  <a:pt x="910641" y="22964"/>
                </a:lnTo>
                <a:lnTo>
                  <a:pt x="911177" y="22958"/>
                </a:lnTo>
                <a:lnTo>
                  <a:pt x="911702" y="22941"/>
                </a:lnTo>
                <a:lnTo>
                  <a:pt x="912217" y="22912"/>
                </a:lnTo>
                <a:lnTo>
                  <a:pt x="912721" y="22872"/>
                </a:lnTo>
                <a:close/>
                <a:moveTo>
                  <a:pt x="104316" y="122296"/>
                </a:moveTo>
                <a:lnTo>
                  <a:pt x="104316" y="2492"/>
                </a:lnTo>
                <a:lnTo>
                  <a:pt x="79305" y="2492"/>
                </a:lnTo>
                <a:lnTo>
                  <a:pt x="79305" y="49310"/>
                </a:lnTo>
                <a:lnTo>
                  <a:pt x="25011" y="49310"/>
                </a:lnTo>
                <a:lnTo>
                  <a:pt x="25011" y="2492"/>
                </a:lnTo>
                <a:lnTo>
                  <a:pt x="0" y="2492"/>
                </a:lnTo>
                <a:lnTo>
                  <a:pt x="0" y="122296"/>
                </a:lnTo>
                <a:lnTo>
                  <a:pt x="25011" y="122296"/>
                </a:lnTo>
                <a:lnTo>
                  <a:pt x="25011" y="71384"/>
                </a:lnTo>
                <a:lnTo>
                  <a:pt x="79305" y="71384"/>
                </a:lnTo>
                <a:lnTo>
                  <a:pt x="79305" y="122296"/>
                </a:lnTo>
                <a:lnTo>
                  <a:pt x="104316" y="122296"/>
                </a:lnTo>
                <a:close/>
                <a:moveTo>
                  <a:pt x="783996" y="122296"/>
                </a:moveTo>
                <a:lnTo>
                  <a:pt x="819777" y="2492"/>
                </a:lnTo>
                <a:lnTo>
                  <a:pt x="794232" y="2492"/>
                </a:lnTo>
                <a:lnTo>
                  <a:pt x="771446" y="92567"/>
                </a:lnTo>
                <a:lnTo>
                  <a:pt x="747326" y="2492"/>
                </a:lnTo>
                <a:lnTo>
                  <a:pt x="722226" y="2492"/>
                </a:lnTo>
                <a:lnTo>
                  <a:pt x="698283" y="92567"/>
                </a:lnTo>
                <a:lnTo>
                  <a:pt x="675497" y="2492"/>
                </a:lnTo>
                <a:lnTo>
                  <a:pt x="649596" y="2492"/>
                </a:lnTo>
                <a:lnTo>
                  <a:pt x="685110" y="122296"/>
                </a:lnTo>
                <a:lnTo>
                  <a:pt x="711278" y="122296"/>
                </a:lnTo>
                <a:lnTo>
                  <a:pt x="734509" y="32844"/>
                </a:lnTo>
                <a:lnTo>
                  <a:pt x="758006" y="122296"/>
                </a:lnTo>
                <a:lnTo>
                  <a:pt x="783996" y="122296"/>
                </a:lnTo>
                <a:close/>
                <a:moveTo>
                  <a:pt x="311090" y="44338"/>
                </a:moveTo>
                <a:lnTo>
                  <a:pt x="310592" y="43558"/>
                </a:lnTo>
                <a:lnTo>
                  <a:pt x="310071" y="42802"/>
                </a:lnTo>
                <a:lnTo>
                  <a:pt x="309525" y="42071"/>
                </a:lnTo>
                <a:lnTo>
                  <a:pt x="308955" y="41363"/>
                </a:lnTo>
                <a:lnTo>
                  <a:pt x="308362" y="40683"/>
                </a:lnTo>
                <a:lnTo>
                  <a:pt x="307748" y="40031"/>
                </a:lnTo>
                <a:lnTo>
                  <a:pt x="307113" y="39408"/>
                </a:lnTo>
                <a:lnTo>
                  <a:pt x="306456" y="38814"/>
                </a:lnTo>
                <a:lnTo>
                  <a:pt x="305779" y="38250"/>
                </a:lnTo>
                <a:lnTo>
                  <a:pt x="305080" y="37714"/>
                </a:lnTo>
                <a:lnTo>
                  <a:pt x="304360" y="37207"/>
                </a:lnTo>
                <a:lnTo>
                  <a:pt x="303619" y="36729"/>
                </a:lnTo>
                <a:lnTo>
                  <a:pt x="302857" y="36280"/>
                </a:lnTo>
                <a:lnTo>
                  <a:pt x="302074" y="35860"/>
                </a:lnTo>
                <a:lnTo>
                  <a:pt x="301269" y="35469"/>
                </a:lnTo>
                <a:lnTo>
                  <a:pt x="300444" y="35107"/>
                </a:lnTo>
                <a:lnTo>
                  <a:pt x="299597" y="34774"/>
                </a:lnTo>
                <a:lnTo>
                  <a:pt x="298729" y="34470"/>
                </a:lnTo>
                <a:lnTo>
                  <a:pt x="297839" y="34195"/>
                </a:lnTo>
                <a:lnTo>
                  <a:pt x="296929" y="33948"/>
                </a:lnTo>
                <a:lnTo>
                  <a:pt x="295997" y="33731"/>
                </a:lnTo>
                <a:lnTo>
                  <a:pt x="295045" y="33543"/>
                </a:lnTo>
                <a:lnTo>
                  <a:pt x="294071" y="33384"/>
                </a:lnTo>
                <a:lnTo>
                  <a:pt x="293076" y="33253"/>
                </a:lnTo>
                <a:lnTo>
                  <a:pt x="292059" y="33152"/>
                </a:lnTo>
                <a:lnTo>
                  <a:pt x="291022" y="33080"/>
                </a:lnTo>
                <a:lnTo>
                  <a:pt x="289963" y="33036"/>
                </a:lnTo>
                <a:lnTo>
                  <a:pt x="288884" y="33022"/>
                </a:lnTo>
                <a:lnTo>
                  <a:pt x="287970" y="33029"/>
                </a:lnTo>
                <a:lnTo>
                  <a:pt x="287069" y="33052"/>
                </a:lnTo>
                <a:lnTo>
                  <a:pt x="286179" y="33089"/>
                </a:lnTo>
                <a:lnTo>
                  <a:pt x="285302" y="33142"/>
                </a:lnTo>
                <a:lnTo>
                  <a:pt x="284438" y="33209"/>
                </a:lnTo>
                <a:lnTo>
                  <a:pt x="283585" y="33291"/>
                </a:lnTo>
                <a:lnTo>
                  <a:pt x="282745" y="33389"/>
                </a:lnTo>
                <a:lnTo>
                  <a:pt x="281916" y="33501"/>
                </a:lnTo>
                <a:lnTo>
                  <a:pt x="281100" y="33629"/>
                </a:lnTo>
                <a:lnTo>
                  <a:pt x="280297" y="33771"/>
                </a:lnTo>
                <a:lnTo>
                  <a:pt x="279505" y="33928"/>
                </a:lnTo>
                <a:lnTo>
                  <a:pt x="278726" y="34101"/>
                </a:lnTo>
                <a:lnTo>
                  <a:pt x="277959" y="34288"/>
                </a:lnTo>
                <a:lnTo>
                  <a:pt x="277204" y="34491"/>
                </a:lnTo>
                <a:lnTo>
                  <a:pt x="276461" y="34708"/>
                </a:lnTo>
                <a:lnTo>
                  <a:pt x="275730" y="34940"/>
                </a:lnTo>
                <a:lnTo>
                  <a:pt x="275012" y="35188"/>
                </a:lnTo>
                <a:lnTo>
                  <a:pt x="274306" y="35450"/>
                </a:lnTo>
                <a:lnTo>
                  <a:pt x="273612" y="35727"/>
                </a:lnTo>
                <a:lnTo>
                  <a:pt x="272930" y="36019"/>
                </a:lnTo>
                <a:lnTo>
                  <a:pt x="272261" y="36327"/>
                </a:lnTo>
                <a:lnTo>
                  <a:pt x="271604" y="36649"/>
                </a:lnTo>
                <a:lnTo>
                  <a:pt x="270959" y="36986"/>
                </a:lnTo>
                <a:lnTo>
                  <a:pt x="270326" y="37338"/>
                </a:lnTo>
                <a:lnTo>
                  <a:pt x="269705" y="37700"/>
                </a:lnTo>
                <a:lnTo>
                  <a:pt x="269095" y="38067"/>
                </a:lnTo>
                <a:lnTo>
                  <a:pt x="268496" y="38438"/>
                </a:lnTo>
                <a:lnTo>
                  <a:pt x="267909" y="38813"/>
                </a:lnTo>
                <a:lnTo>
                  <a:pt x="267333" y="39193"/>
                </a:lnTo>
                <a:lnTo>
                  <a:pt x="266768" y="39578"/>
                </a:lnTo>
                <a:lnTo>
                  <a:pt x="266215" y="39966"/>
                </a:lnTo>
                <a:lnTo>
                  <a:pt x="265673" y="40360"/>
                </a:lnTo>
                <a:lnTo>
                  <a:pt x="265142" y="40758"/>
                </a:lnTo>
                <a:lnTo>
                  <a:pt x="264622" y="41160"/>
                </a:lnTo>
                <a:lnTo>
                  <a:pt x="264114" y="41567"/>
                </a:lnTo>
                <a:lnTo>
                  <a:pt x="263617" y="41978"/>
                </a:lnTo>
                <a:lnTo>
                  <a:pt x="263131" y="42394"/>
                </a:lnTo>
                <a:lnTo>
                  <a:pt x="262657" y="42814"/>
                </a:lnTo>
                <a:lnTo>
                  <a:pt x="262193" y="43239"/>
                </a:lnTo>
                <a:lnTo>
                  <a:pt x="261742" y="43668"/>
                </a:lnTo>
                <a:lnTo>
                  <a:pt x="261301" y="44102"/>
                </a:lnTo>
                <a:lnTo>
                  <a:pt x="260872" y="44540"/>
                </a:lnTo>
                <a:lnTo>
                  <a:pt x="260453" y="44982"/>
                </a:lnTo>
                <a:lnTo>
                  <a:pt x="260047" y="45429"/>
                </a:lnTo>
                <a:lnTo>
                  <a:pt x="259651" y="45881"/>
                </a:lnTo>
                <a:lnTo>
                  <a:pt x="259267" y="46337"/>
                </a:lnTo>
                <a:lnTo>
                  <a:pt x="258894" y="46798"/>
                </a:lnTo>
                <a:lnTo>
                  <a:pt x="258532" y="47263"/>
                </a:lnTo>
                <a:lnTo>
                  <a:pt x="258087" y="34357"/>
                </a:lnTo>
                <a:lnTo>
                  <a:pt x="235391" y="34357"/>
                </a:lnTo>
                <a:lnTo>
                  <a:pt x="235391" y="122296"/>
                </a:lnTo>
                <a:lnTo>
                  <a:pt x="258977" y="122296"/>
                </a:lnTo>
                <a:lnTo>
                  <a:pt x="258977" y="63384"/>
                </a:lnTo>
                <a:lnTo>
                  <a:pt x="259291" y="62987"/>
                </a:lnTo>
                <a:lnTo>
                  <a:pt x="259608" y="62595"/>
                </a:lnTo>
                <a:lnTo>
                  <a:pt x="259930" y="62208"/>
                </a:lnTo>
                <a:lnTo>
                  <a:pt x="260256" y="61826"/>
                </a:lnTo>
                <a:lnTo>
                  <a:pt x="260585" y="61449"/>
                </a:lnTo>
                <a:lnTo>
                  <a:pt x="260919" y="61077"/>
                </a:lnTo>
                <a:lnTo>
                  <a:pt x="261256" y="60710"/>
                </a:lnTo>
                <a:lnTo>
                  <a:pt x="261598" y="60348"/>
                </a:lnTo>
                <a:lnTo>
                  <a:pt x="261944" y="59991"/>
                </a:lnTo>
                <a:lnTo>
                  <a:pt x="262294" y="59639"/>
                </a:lnTo>
                <a:lnTo>
                  <a:pt x="262647" y="59292"/>
                </a:lnTo>
                <a:lnTo>
                  <a:pt x="263005" y="58950"/>
                </a:lnTo>
                <a:lnTo>
                  <a:pt x="263367" y="58614"/>
                </a:lnTo>
                <a:lnTo>
                  <a:pt x="263732" y="58282"/>
                </a:lnTo>
                <a:lnTo>
                  <a:pt x="264102" y="57955"/>
                </a:lnTo>
                <a:lnTo>
                  <a:pt x="264476" y="57633"/>
                </a:lnTo>
                <a:lnTo>
                  <a:pt x="264854" y="57317"/>
                </a:lnTo>
                <a:lnTo>
                  <a:pt x="265236" y="57005"/>
                </a:lnTo>
                <a:lnTo>
                  <a:pt x="265622" y="56698"/>
                </a:lnTo>
                <a:lnTo>
                  <a:pt x="266011" y="56396"/>
                </a:lnTo>
                <a:lnTo>
                  <a:pt x="266405" y="56100"/>
                </a:lnTo>
                <a:lnTo>
                  <a:pt x="266803" y="55808"/>
                </a:lnTo>
                <a:lnTo>
                  <a:pt x="267205" y="55522"/>
                </a:lnTo>
                <a:lnTo>
                  <a:pt x="267611" y="55240"/>
                </a:lnTo>
                <a:lnTo>
                  <a:pt x="268022" y="54967"/>
                </a:lnTo>
                <a:lnTo>
                  <a:pt x="268441" y="54705"/>
                </a:lnTo>
                <a:lnTo>
                  <a:pt x="268866" y="54455"/>
                </a:lnTo>
                <a:lnTo>
                  <a:pt x="269297" y="54217"/>
                </a:lnTo>
                <a:lnTo>
                  <a:pt x="269736" y="53990"/>
                </a:lnTo>
                <a:lnTo>
                  <a:pt x="270181" y="53775"/>
                </a:lnTo>
                <a:lnTo>
                  <a:pt x="270633" y="53571"/>
                </a:lnTo>
                <a:lnTo>
                  <a:pt x="271092" y="53379"/>
                </a:lnTo>
                <a:lnTo>
                  <a:pt x="271558" y="53199"/>
                </a:lnTo>
                <a:lnTo>
                  <a:pt x="272031" y="53031"/>
                </a:lnTo>
                <a:lnTo>
                  <a:pt x="272510" y="52874"/>
                </a:lnTo>
                <a:lnTo>
                  <a:pt x="272996" y="52728"/>
                </a:lnTo>
                <a:lnTo>
                  <a:pt x="273489" y="52595"/>
                </a:lnTo>
                <a:lnTo>
                  <a:pt x="273989" y="52473"/>
                </a:lnTo>
                <a:lnTo>
                  <a:pt x="274495" y="52362"/>
                </a:lnTo>
                <a:lnTo>
                  <a:pt x="275009" y="52263"/>
                </a:lnTo>
                <a:lnTo>
                  <a:pt x="275529" y="52176"/>
                </a:lnTo>
                <a:lnTo>
                  <a:pt x="276056" y="52100"/>
                </a:lnTo>
                <a:lnTo>
                  <a:pt x="276589" y="52036"/>
                </a:lnTo>
                <a:lnTo>
                  <a:pt x="277130" y="51984"/>
                </a:lnTo>
                <a:lnTo>
                  <a:pt x="277677" y="51943"/>
                </a:lnTo>
                <a:lnTo>
                  <a:pt x="278231" y="51914"/>
                </a:lnTo>
                <a:lnTo>
                  <a:pt x="278792" y="51897"/>
                </a:lnTo>
                <a:lnTo>
                  <a:pt x="279360" y="51891"/>
                </a:lnTo>
                <a:lnTo>
                  <a:pt x="279743" y="51895"/>
                </a:lnTo>
                <a:lnTo>
                  <a:pt x="280119" y="51905"/>
                </a:lnTo>
                <a:lnTo>
                  <a:pt x="280490" y="51922"/>
                </a:lnTo>
                <a:lnTo>
                  <a:pt x="280855" y="51946"/>
                </a:lnTo>
                <a:lnTo>
                  <a:pt x="281213" y="51978"/>
                </a:lnTo>
                <a:lnTo>
                  <a:pt x="281566" y="52016"/>
                </a:lnTo>
                <a:lnTo>
                  <a:pt x="281912" y="52061"/>
                </a:lnTo>
                <a:lnTo>
                  <a:pt x="282253" y="52112"/>
                </a:lnTo>
                <a:lnTo>
                  <a:pt x="282587" y="52171"/>
                </a:lnTo>
                <a:lnTo>
                  <a:pt x="282916" y="52237"/>
                </a:lnTo>
                <a:lnTo>
                  <a:pt x="283238" y="52309"/>
                </a:lnTo>
                <a:lnTo>
                  <a:pt x="283554" y="52389"/>
                </a:lnTo>
                <a:lnTo>
                  <a:pt x="283865" y="52475"/>
                </a:lnTo>
                <a:lnTo>
                  <a:pt x="284169" y="52569"/>
                </a:lnTo>
                <a:lnTo>
                  <a:pt x="284467" y="52669"/>
                </a:lnTo>
                <a:lnTo>
                  <a:pt x="284760" y="52776"/>
                </a:lnTo>
                <a:lnTo>
                  <a:pt x="285046" y="52890"/>
                </a:lnTo>
                <a:lnTo>
                  <a:pt x="285326" y="53011"/>
                </a:lnTo>
                <a:lnTo>
                  <a:pt x="285600" y="53139"/>
                </a:lnTo>
                <a:lnTo>
                  <a:pt x="285869" y="53274"/>
                </a:lnTo>
                <a:lnTo>
                  <a:pt x="286131" y="53416"/>
                </a:lnTo>
                <a:lnTo>
                  <a:pt x="286387" y="53565"/>
                </a:lnTo>
                <a:lnTo>
                  <a:pt x="286637" y="53720"/>
                </a:lnTo>
                <a:lnTo>
                  <a:pt x="286881" y="53883"/>
                </a:lnTo>
                <a:lnTo>
                  <a:pt x="287119" y="54051"/>
                </a:lnTo>
                <a:lnTo>
                  <a:pt x="287352" y="54226"/>
                </a:lnTo>
                <a:lnTo>
                  <a:pt x="287579" y="54406"/>
                </a:lnTo>
                <a:lnTo>
                  <a:pt x="287801" y="54592"/>
                </a:lnTo>
                <a:lnTo>
                  <a:pt x="288017" y="54783"/>
                </a:lnTo>
                <a:lnTo>
                  <a:pt x="288227" y="54980"/>
                </a:lnTo>
                <a:lnTo>
                  <a:pt x="288432" y="55183"/>
                </a:lnTo>
                <a:lnTo>
                  <a:pt x="288632" y="55391"/>
                </a:lnTo>
                <a:lnTo>
                  <a:pt x="288825" y="55605"/>
                </a:lnTo>
                <a:lnTo>
                  <a:pt x="289014" y="55825"/>
                </a:lnTo>
                <a:lnTo>
                  <a:pt x="289196" y="56050"/>
                </a:lnTo>
                <a:lnTo>
                  <a:pt x="289373" y="56281"/>
                </a:lnTo>
                <a:lnTo>
                  <a:pt x="289545" y="56518"/>
                </a:lnTo>
                <a:lnTo>
                  <a:pt x="289711" y="56760"/>
                </a:lnTo>
                <a:lnTo>
                  <a:pt x="289871" y="57008"/>
                </a:lnTo>
                <a:lnTo>
                  <a:pt x="290026" y="57261"/>
                </a:lnTo>
                <a:lnTo>
                  <a:pt x="290175" y="57520"/>
                </a:lnTo>
                <a:lnTo>
                  <a:pt x="290319" y="57785"/>
                </a:lnTo>
                <a:lnTo>
                  <a:pt x="290457" y="58056"/>
                </a:lnTo>
                <a:lnTo>
                  <a:pt x="290590" y="58332"/>
                </a:lnTo>
                <a:lnTo>
                  <a:pt x="290717" y="58614"/>
                </a:lnTo>
                <a:lnTo>
                  <a:pt x="290838" y="58901"/>
                </a:lnTo>
                <a:lnTo>
                  <a:pt x="290954" y="59194"/>
                </a:lnTo>
                <a:lnTo>
                  <a:pt x="291064" y="59493"/>
                </a:lnTo>
                <a:lnTo>
                  <a:pt x="291170" y="59796"/>
                </a:lnTo>
                <a:lnTo>
                  <a:pt x="291271" y="60104"/>
                </a:lnTo>
                <a:lnTo>
                  <a:pt x="291367" y="60416"/>
                </a:lnTo>
                <a:lnTo>
                  <a:pt x="291459" y="60732"/>
                </a:lnTo>
                <a:lnTo>
                  <a:pt x="291546" y="61052"/>
                </a:lnTo>
                <a:lnTo>
                  <a:pt x="291629" y="61376"/>
                </a:lnTo>
                <a:lnTo>
                  <a:pt x="291707" y="61704"/>
                </a:lnTo>
                <a:lnTo>
                  <a:pt x="291781" y="62036"/>
                </a:lnTo>
                <a:lnTo>
                  <a:pt x="291851" y="62373"/>
                </a:lnTo>
                <a:lnTo>
                  <a:pt x="291916" y="62713"/>
                </a:lnTo>
                <a:lnTo>
                  <a:pt x="291976" y="63058"/>
                </a:lnTo>
                <a:lnTo>
                  <a:pt x="292032" y="63406"/>
                </a:lnTo>
                <a:lnTo>
                  <a:pt x="292084" y="63759"/>
                </a:lnTo>
                <a:lnTo>
                  <a:pt x="292131" y="64116"/>
                </a:lnTo>
                <a:lnTo>
                  <a:pt x="292174" y="64477"/>
                </a:lnTo>
                <a:lnTo>
                  <a:pt x="292212" y="64842"/>
                </a:lnTo>
                <a:lnTo>
                  <a:pt x="292245" y="65211"/>
                </a:lnTo>
                <a:lnTo>
                  <a:pt x="292274" y="65584"/>
                </a:lnTo>
                <a:lnTo>
                  <a:pt x="292299" y="65962"/>
                </a:lnTo>
                <a:lnTo>
                  <a:pt x="292319" y="66343"/>
                </a:lnTo>
                <a:lnTo>
                  <a:pt x="292335" y="66729"/>
                </a:lnTo>
                <a:lnTo>
                  <a:pt x="292346" y="67118"/>
                </a:lnTo>
                <a:lnTo>
                  <a:pt x="292353" y="67512"/>
                </a:lnTo>
                <a:lnTo>
                  <a:pt x="292355" y="67910"/>
                </a:lnTo>
                <a:lnTo>
                  <a:pt x="292355" y="122296"/>
                </a:lnTo>
                <a:lnTo>
                  <a:pt x="315942" y="122296"/>
                </a:lnTo>
                <a:lnTo>
                  <a:pt x="315942" y="65034"/>
                </a:lnTo>
                <a:lnTo>
                  <a:pt x="315930" y="63768"/>
                </a:lnTo>
                <a:lnTo>
                  <a:pt x="315893" y="62527"/>
                </a:lnTo>
                <a:lnTo>
                  <a:pt x="315884" y="62345"/>
                </a:lnTo>
                <a:lnTo>
                  <a:pt x="316092" y="62107"/>
                </a:lnTo>
                <a:lnTo>
                  <a:pt x="316424" y="61737"/>
                </a:lnTo>
                <a:lnTo>
                  <a:pt x="316759" y="61372"/>
                </a:lnTo>
                <a:lnTo>
                  <a:pt x="317098" y="61012"/>
                </a:lnTo>
                <a:lnTo>
                  <a:pt x="317440" y="60657"/>
                </a:lnTo>
                <a:lnTo>
                  <a:pt x="317786" y="60308"/>
                </a:lnTo>
                <a:lnTo>
                  <a:pt x="318135" y="59964"/>
                </a:lnTo>
                <a:lnTo>
                  <a:pt x="318488" y="59625"/>
                </a:lnTo>
                <a:lnTo>
                  <a:pt x="318845" y="59291"/>
                </a:lnTo>
                <a:lnTo>
                  <a:pt x="319205" y="58963"/>
                </a:lnTo>
                <a:lnTo>
                  <a:pt x="319569" y="58640"/>
                </a:lnTo>
                <a:lnTo>
                  <a:pt x="319936" y="58322"/>
                </a:lnTo>
                <a:lnTo>
                  <a:pt x="320307" y="58009"/>
                </a:lnTo>
                <a:lnTo>
                  <a:pt x="320681" y="57702"/>
                </a:lnTo>
                <a:lnTo>
                  <a:pt x="321059" y="57400"/>
                </a:lnTo>
                <a:lnTo>
                  <a:pt x="321441" y="57103"/>
                </a:lnTo>
                <a:lnTo>
                  <a:pt x="321826" y="56811"/>
                </a:lnTo>
                <a:lnTo>
                  <a:pt x="322214" y="56525"/>
                </a:lnTo>
                <a:lnTo>
                  <a:pt x="322606" y="56244"/>
                </a:lnTo>
                <a:lnTo>
                  <a:pt x="323002" y="55968"/>
                </a:lnTo>
                <a:lnTo>
                  <a:pt x="323401" y="55698"/>
                </a:lnTo>
                <a:lnTo>
                  <a:pt x="323804" y="55432"/>
                </a:lnTo>
                <a:lnTo>
                  <a:pt x="324210" y="55172"/>
                </a:lnTo>
                <a:lnTo>
                  <a:pt x="324620" y="54917"/>
                </a:lnTo>
                <a:lnTo>
                  <a:pt x="325035" y="54670"/>
                </a:lnTo>
                <a:lnTo>
                  <a:pt x="325457" y="54434"/>
                </a:lnTo>
                <a:lnTo>
                  <a:pt x="325885" y="54208"/>
                </a:lnTo>
                <a:lnTo>
                  <a:pt x="326320" y="53993"/>
                </a:lnTo>
                <a:lnTo>
                  <a:pt x="326761" y="53788"/>
                </a:lnTo>
                <a:lnTo>
                  <a:pt x="327210" y="53593"/>
                </a:lnTo>
                <a:lnTo>
                  <a:pt x="327664" y="53409"/>
                </a:lnTo>
                <a:lnTo>
                  <a:pt x="328126" y="53236"/>
                </a:lnTo>
                <a:lnTo>
                  <a:pt x="328594" y="53073"/>
                </a:lnTo>
                <a:lnTo>
                  <a:pt x="329069" y="52921"/>
                </a:lnTo>
                <a:lnTo>
                  <a:pt x="329550" y="52779"/>
                </a:lnTo>
                <a:lnTo>
                  <a:pt x="330038" y="52648"/>
                </a:lnTo>
                <a:lnTo>
                  <a:pt x="330533" y="52527"/>
                </a:lnTo>
                <a:lnTo>
                  <a:pt x="331034" y="52416"/>
                </a:lnTo>
                <a:lnTo>
                  <a:pt x="331542" y="52317"/>
                </a:lnTo>
                <a:lnTo>
                  <a:pt x="332057" y="52227"/>
                </a:lnTo>
                <a:lnTo>
                  <a:pt x="332578" y="52149"/>
                </a:lnTo>
                <a:lnTo>
                  <a:pt x="333106" y="52080"/>
                </a:lnTo>
                <a:lnTo>
                  <a:pt x="333641" y="52022"/>
                </a:lnTo>
                <a:lnTo>
                  <a:pt x="334182" y="51975"/>
                </a:lnTo>
                <a:lnTo>
                  <a:pt x="334730" y="51938"/>
                </a:lnTo>
                <a:lnTo>
                  <a:pt x="335285" y="51912"/>
                </a:lnTo>
                <a:lnTo>
                  <a:pt x="335846" y="51896"/>
                </a:lnTo>
                <a:lnTo>
                  <a:pt x="336413" y="51891"/>
                </a:lnTo>
                <a:lnTo>
                  <a:pt x="336796" y="51895"/>
                </a:lnTo>
                <a:lnTo>
                  <a:pt x="337173" y="51905"/>
                </a:lnTo>
                <a:lnTo>
                  <a:pt x="337543" y="51922"/>
                </a:lnTo>
                <a:lnTo>
                  <a:pt x="337908" y="51946"/>
                </a:lnTo>
                <a:lnTo>
                  <a:pt x="338267" y="51978"/>
                </a:lnTo>
                <a:lnTo>
                  <a:pt x="338619" y="52016"/>
                </a:lnTo>
                <a:lnTo>
                  <a:pt x="338966" y="52061"/>
                </a:lnTo>
                <a:lnTo>
                  <a:pt x="339306" y="52112"/>
                </a:lnTo>
                <a:lnTo>
                  <a:pt x="339641" y="52171"/>
                </a:lnTo>
                <a:lnTo>
                  <a:pt x="339969" y="52237"/>
                </a:lnTo>
                <a:lnTo>
                  <a:pt x="340292" y="52309"/>
                </a:lnTo>
                <a:lnTo>
                  <a:pt x="340608" y="52389"/>
                </a:lnTo>
                <a:lnTo>
                  <a:pt x="340918" y="52475"/>
                </a:lnTo>
                <a:lnTo>
                  <a:pt x="341223" y="52569"/>
                </a:lnTo>
                <a:lnTo>
                  <a:pt x="341521" y="52669"/>
                </a:lnTo>
                <a:lnTo>
                  <a:pt x="341813" y="52776"/>
                </a:lnTo>
                <a:lnTo>
                  <a:pt x="342100" y="52890"/>
                </a:lnTo>
                <a:lnTo>
                  <a:pt x="342380" y="53011"/>
                </a:lnTo>
                <a:lnTo>
                  <a:pt x="342654" y="53139"/>
                </a:lnTo>
                <a:lnTo>
                  <a:pt x="342922" y="53274"/>
                </a:lnTo>
                <a:lnTo>
                  <a:pt x="343184" y="53416"/>
                </a:lnTo>
                <a:lnTo>
                  <a:pt x="343440" y="53565"/>
                </a:lnTo>
                <a:lnTo>
                  <a:pt x="343691" y="53720"/>
                </a:lnTo>
                <a:lnTo>
                  <a:pt x="343935" y="53883"/>
                </a:lnTo>
                <a:lnTo>
                  <a:pt x="344173" y="54051"/>
                </a:lnTo>
                <a:lnTo>
                  <a:pt x="344406" y="54226"/>
                </a:lnTo>
                <a:lnTo>
                  <a:pt x="344633" y="54406"/>
                </a:lnTo>
                <a:lnTo>
                  <a:pt x="344854" y="54592"/>
                </a:lnTo>
                <a:lnTo>
                  <a:pt x="345070" y="54783"/>
                </a:lnTo>
                <a:lnTo>
                  <a:pt x="345281" y="54980"/>
                </a:lnTo>
                <a:lnTo>
                  <a:pt x="345486" y="55183"/>
                </a:lnTo>
                <a:lnTo>
                  <a:pt x="345685" y="55391"/>
                </a:lnTo>
                <a:lnTo>
                  <a:pt x="345879" y="55605"/>
                </a:lnTo>
                <a:lnTo>
                  <a:pt x="346067" y="55825"/>
                </a:lnTo>
                <a:lnTo>
                  <a:pt x="346250" y="56050"/>
                </a:lnTo>
                <a:lnTo>
                  <a:pt x="346427" y="56281"/>
                </a:lnTo>
                <a:lnTo>
                  <a:pt x="346598" y="56518"/>
                </a:lnTo>
                <a:lnTo>
                  <a:pt x="346764" y="56760"/>
                </a:lnTo>
                <a:lnTo>
                  <a:pt x="346925" y="57008"/>
                </a:lnTo>
                <a:lnTo>
                  <a:pt x="347080" y="57261"/>
                </a:lnTo>
                <a:lnTo>
                  <a:pt x="347229" y="57520"/>
                </a:lnTo>
                <a:lnTo>
                  <a:pt x="347372" y="57785"/>
                </a:lnTo>
                <a:lnTo>
                  <a:pt x="347511" y="58056"/>
                </a:lnTo>
                <a:lnTo>
                  <a:pt x="347643" y="58332"/>
                </a:lnTo>
                <a:lnTo>
                  <a:pt x="347770" y="58614"/>
                </a:lnTo>
                <a:lnTo>
                  <a:pt x="347892" y="58901"/>
                </a:lnTo>
                <a:lnTo>
                  <a:pt x="348008" y="59194"/>
                </a:lnTo>
                <a:lnTo>
                  <a:pt x="348118" y="59493"/>
                </a:lnTo>
                <a:lnTo>
                  <a:pt x="348223" y="59796"/>
                </a:lnTo>
                <a:lnTo>
                  <a:pt x="348324" y="60104"/>
                </a:lnTo>
                <a:lnTo>
                  <a:pt x="348420" y="60416"/>
                </a:lnTo>
                <a:lnTo>
                  <a:pt x="348512" y="60732"/>
                </a:lnTo>
                <a:lnTo>
                  <a:pt x="348600" y="61052"/>
                </a:lnTo>
                <a:lnTo>
                  <a:pt x="348683" y="61376"/>
                </a:lnTo>
                <a:lnTo>
                  <a:pt x="348761" y="61704"/>
                </a:lnTo>
                <a:lnTo>
                  <a:pt x="348835" y="62036"/>
                </a:lnTo>
                <a:lnTo>
                  <a:pt x="348904" y="62373"/>
                </a:lnTo>
                <a:lnTo>
                  <a:pt x="348969" y="62713"/>
                </a:lnTo>
                <a:lnTo>
                  <a:pt x="349030" y="63058"/>
                </a:lnTo>
                <a:lnTo>
                  <a:pt x="349086" y="63406"/>
                </a:lnTo>
                <a:lnTo>
                  <a:pt x="349137" y="63759"/>
                </a:lnTo>
                <a:lnTo>
                  <a:pt x="349184" y="64116"/>
                </a:lnTo>
                <a:lnTo>
                  <a:pt x="349227" y="64477"/>
                </a:lnTo>
                <a:lnTo>
                  <a:pt x="349265" y="64842"/>
                </a:lnTo>
                <a:lnTo>
                  <a:pt x="349299" y="65211"/>
                </a:lnTo>
                <a:lnTo>
                  <a:pt x="349328" y="65584"/>
                </a:lnTo>
                <a:lnTo>
                  <a:pt x="349353" y="65962"/>
                </a:lnTo>
                <a:lnTo>
                  <a:pt x="349373" y="66343"/>
                </a:lnTo>
                <a:lnTo>
                  <a:pt x="349388" y="66729"/>
                </a:lnTo>
                <a:lnTo>
                  <a:pt x="349400" y="67118"/>
                </a:lnTo>
                <a:lnTo>
                  <a:pt x="349406" y="67512"/>
                </a:lnTo>
                <a:lnTo>
                  <a:pt x="349409" y="67910"/>
                </a:lnTo>
                <a:lnTo>
                  <a:pt x="349409" y="122296"/>
                </a:lnTo>
                <a:lnTo>
                  <a:pt x="372995" y="122296"/>
                </a:lnTo>
                <a:lnTo>
                  <a:pt x="372995" y="65034"/>
                </a:lnTo>
                <a:lnTo>
                  <a:pt x="372983" y="63768"/>
                </a:lnTo>
                <a:lnTo>
                  <a:pt x="372946" y="62527"/>
                </a:lnTo>
                <a:lnTo>
                  <a:pt x="372885" y="61311"/>
                </a:lnTo>
                <a:lnTo>
                  <a:pt x="372799" y="60118"/>
                </a:lnTo>
                <a:lnTo>
                  <a:pt x="372688" y="58950"/>
                </a:lnTo>
                <a:lnTo>
                  <a:pt x="372553" y="57806"/>
                </a:lnTo>
                <a:lnTo>
                  <a:pt x="372393" y="56686"/>
                </a:lnTo>
                <a:lnTo>
                  <a:pt x="372209" y="55591"/>
                </a:lnTo>
                <a:lnTo>
                  <a:pt x="372000" y="54520"/>
                </a:lnTo>
                <a:lnTo>
                  <a:pt x="371767" y="53473"/>
                </a:lnTo>
                <a:lnTo>
                  <a:pt x="371509" y="52450"/>
                </a:lnTo>
                <a:lnTo>
                  <a:pt x="371226" y="51452"/>
                </a:lnTo>
                <a:lnTo>
                  <a:pt x="370919" y="50477"/>
                </a:lnTo>
                <a:lnTo>
                  <a:pt x="370588" y="49528"/>
                </a:lnTo>
                <a:lnTo>
                  <a:pt x="370231" y="48602"/>
                </a:lnTo>
                <a:lnTo>
                  <a:pt x="369850" y="47701"/>
                </a:lnTo>
                <a:lnTo>
                  <a:pt x="369445" y="46824"/>
                </a:lnTo>
                <a:lnTo>
                  <a:pt x="369015" y="45971"/>
                </a:lnTo>
                <a:lnTo>
                  <a:pt x="368561" y="45142"/>
                </a:lnTo>
                <a:lnTo>
                  <a:pt x="368081" y="44338"/>
                </a:lnTo>
                <a:lnTo>
                  <a:pt x="367578" y="43558"/>
                </a:lnTo>
                <a:lnTo>
                  <a:pt x="367050" y="42802"/>
                </a:lnTo>
                <a:lnTo>
                  <a:pt x="366497" y="42071"/>
                </a:lnTo>
                <a:lnTo>
                  <a:pt x="365919" y="41363"/>
                </a:lnTo>
                <a:lnTo>
                  <a:pt x="365319" y="40683"/>
                </a:lnTo>
                <a:lnTo>
                  <a:pt x="364699" y="40031"/>
                </a:lnTo>
                <a:lnTo>
                  <a:pt x="364058" y="39408"/>
                </a:lnTo>
                <a:lnTo>
                  <a:pt x="363396" y="38814"/>
                </a:lnTo>
                <a:lnTo>
                  <a:pt x="362714" y="38250"/>
                </a:lnTo>
                <a:lnTo>
                  <a:pt x="362011" y="37714"/>
                </a:lnTo>
                <a:lnTo>
                  <a:pt x="361288" y="37207"/>
                </a:lnTo>
                <a:lnTo>
                  <a:pt x="360544" y="36729"/>
                </a:lnTo>
                <a:lnTo>
                  <a:pt x="359780" y="36280"/>
                </a:lnTo>
                <a:lnTo>
                  <a:pt x="358995" y="35860"/>
                </a:lnTo>
                <a:lnTo>
                  <a:pt x="358190" y="35469"/>
                </a:lnTo>
                <a:lnTo>
                  <a:pt x="357364" y="35107"/>
                </a:lnTo>
                <a:lnTo>
                  <a:pt x="356517" y="34774"/>
                </a:lnTo>
                <a:lnTo>
                  <a:pt x="355650" y="34470"/>
                </a:lnTo>
                <a:lnTo>
                  <a:pt x="354762" y="34195"/>
                </a:lnTo>
                <a:lnTo>
                  <a:pt x="353854" y="33948"/>
                </a:lnTo>
                <a:lnTo>
                  <a:pt x="352925" y="33731"/>
                </a:lnTo>
                <a:lnTo>
                  <a:pt x="351976" y="33543"/>
                </a:lnTo>
                <a:lnTo>
                  <a:pt x="351006" y="33384"/>
                </a:lnTo>
                <a:lnTo>
                  <a:pt x="350016" y="33253"/>
                </a:lnTo>
                <a:lnTo>
                  <a:pt x="349005" y="33152"/>
                </a:lnTo>
                <a:lnTo>
                  <a:pt x="347973" y="33080"/>
                </a:lnTo>
                <a:lnTo>
                  <a:pt x="346921" y="33036"/>
                </a:lnTo>
                <a:lnTo>
                  <a:pt x="345848" y="33022"/>
                </a:lnTo>
                <a:lnTo>
                  <a:pt x="344934" y="33029"/>
                </a:lnTo>
                <a:lnTo>
                  <a:pt x="344029" y="33053"/>
                </a:lnTo>
                <a:lnTo>
                  <a:pt x="343134" y="33091"/>
                </a:lnTo>
                <a:lnTo>
                  <a:pt x="342250" y="33145"/>
                </a:lnTo>
                <a:lnTo>
                  <a:pt x="341375" y="33215"/>
                </a:lnTo>
                <a:lnTo>
                  <a:pt x="340511" y="33300"/>
                </a:lnTo>
                <a:lnTo>
                  <a:pt x="339656" y="33400"/>
                </a:lnTo>
                <a:lnTo>
                  <a:pt x="338812" y="33516"/>
                </a:lnTo>
                <a:lnTo>
                  <a:pt x="337977" y="33647"/>
                </a:lnTo>
                <a:lnTo>
                  <a:pt x="337153" y="33794"/>
                </a:lnTo>
                <a:lnTo>
                  <a:pt x="336339" y="33956"/>
                </a:lnTo>
                <a:lnTo>
                  <a:pt x="335535" y="34134"/>
                </a:lnTo>
                <a:lnTo>
                  <a:pt x="334740" y="34327"/>
                </a:lnTo>
                <a:lnTo>
                  <a:pt x="333956" y="34536"/>
                </a:lnTo>
                <a:lnTo>
                  <a:pt x="333182" y="34760"/>
                </a:lnTo>
                <a:lnTo>
                  <a:pt x="332418" y="35000"/>
                </a:lnTo>
                <a:lnTo>
                  <a:pt x="331664" y="35255"/>
                </a:lnTo>
                <a:lnTo>
                  <a:pt x="330920" y="35525"/>
                </a:lnTo>
                <a:lnTo>
                  <a:pt x="330186" y="35811"/>
                </a:lnTo>
                <a:lnTo>
                  <a:pt x="329462" y="36112"/>
                </a:lnTo>
                <a:lnTo>
                  <a:pt x="328748" y="36429"/>
                </a:lnTo>
                <a:lnTo>
                  <a:pt x="328045" y="36761"/>
                </a:lnTo>
                <a:lnTo>
                  <a:pt x="327351" y="37109"/>
                </a:lnTo>
                <a:lnTo>
                  <a:pt x="326667" y="37472"/>
                </a:lnTo>
                <a:lnTo>
                  <a:pt x="325993" y="37845"/>
                </a:lnTo>
                <a:lnTo>
                  <a:pt x="325327" y="38224"/>
                </a:lnTo>
                <a:lnTo>
                  <a:pt x="324671" y="38608"/>
                </a:lnTo>
                <a:lnTo>
                  <a:pt x="324023" y="38997"/>
                </a:lnTo>
                <a:lnTo>
                  <a:pt x="323384" y="39392"/>
                </a:lnTo>
                <a:lnTo>
                  <a:pt x="322754" y="39792"/>
                </a:lnTo>
                <a:lnTo>
                  <a:pt x="322132" y="40197"/>
                </a:lnTo>
                <a:lnTo>
                  <a:pt x="321520" y="40607"/>
                </a:lnTo>
                <a:lnTo>
                  <a:pt x="320916" y="41023"/>
                </a:lnTo>
                <a:lnTo>
                  <a:pt x="320321" y="41443"/>
                </a:lnTo>
                <a:lnTo>
                  <a:pt x="319735" y="41869"/>
                </a:lnTo>
                <a:lnTo>
                  <a:pt x="319157" y="42301"/>
                </a:lnTo>
                <a:lnTo>
                  <a:pt x="318589" y="42737"/>
                </a:lnTo>
                <a:lnTo>
                  <a:pt x="318029" y="43179"/>
                </a:lnTo>
                <a:lnTo>
                  <a:pt x="317478" y="43626"/>
                </a:lnTo>
                <a:lnTo>
                  <a:pt x="316936" y="44078"/>
                </a:lnTo>
                <a:lnTo>
                  <a:pt x="316402" y="44536"/>
                </a:lnTo>
                <a:lnTo>
                  <a:pt x="315878" y="44999"/>
                </a:lnTo>
                <a:lnTo>
                  <a:pt x="315362" y="45467"/>
                </a:lnTo>
                <a:lnTo>
                  <a:pt x="314855" y="45940"/>
                </a:lnTo>
                <a:lnTo>
                  <a:pt x="314357" y="46419"/>
                </a:lnTo>
                <a:lnTo>
                  <a:pt x="313868" y="46902"/>
                </a:lnTo>
                <a:lnTo>
                  <a:pt x="313387" y="47391"/>
                </a:lnTo>
                <a:lnTo>
                  <a:pt x="312916" y="47886"/>
                </a:lnTo>
                <a:lnTo>
                  <a:pt x="312917" y="47894"/>
                </a:lnTo>
                <a:lnTo>
                  <a:pt x="312837" y="47701"/>
                </a:lnTo>
                <a:lnTo>
                  <a:pt x="312436" y="46824"/>
                </a:lnTo>
                <a:lnTo>
                  <a:pt x="312012" y="45971"/>
                </a:lnTo>
                <a:lnTo>
                  <a:pt x="311563" y="45142"/>
                </a:lnTo>
                <a:lnTo>
                  <a:pt x="311090" y="44338"/>
                </a:lnTo>
                <a:close/>
                <a:moveTo>
                  <a:pt x="519295" y="62595"/>
                </a:moveTo>
                <a:lnTo>
                  <a:pt x="519617" y="62208"/>
                </a:lnTo>
                <a:lnTo>
                  <a:pt x="519945" y="61826"/>
                </a:lnTo>
                <a:lnTo>
                  <a:pt x="520276" y="61449"/>
                </a:lnTo>
                <a:lnTo>
                  <a:pt x="520612" y="61077"/>
                </a:lnTo>
                <a:lnTo>
                  <a:pt x="520953" y="60710"/>
                </a:lnTo>
                <a:lnTo>
                  <a:pt x="521298" y="60348"/>
                </a:lnTo>
                <a:lnTo>
                  <a:pt x="521648" y="59991"/>
                </a:lnTo>
                <a:lnTo>
                  <a:pt x="522002" y="59639"/>
                </a:lnTo>
                <a:lnTo>
                  <a:pt x="522360" y="59292"/>
                </a:lnTo>
                <a:lnTo>
                  <a:pt x="522724" y="58950"/>
                </a:lnTo>
                <a:lnTo>
                  <a:pt x="523091" y="58614"/>
                </a:lnTo>
                <a:lnTo>
                  <a:pt x="523463" y="58282"/>
                </a:lnTo>
                <a:lnTo>
                  <a:pt x="523840" y="57955"/>
                </a:lnTo>
                <a:lnTo>
                  <a:pt x="524221" y="57633"/>
                </a:lnTo>
                <a:lnTo>
                  <a:pt x="524606" y="57317"/>
                </a:lnTo>
                <a:lnTo>
                  <a:pt x="524996" y="57005"/>
                </a:lnTo>
                <a:lnTo>
                  <a:pt x="525390" y="56698"/>
                </a:lnTo>
                <a:lnTo>
                  <a:pt x="525789" y="56396"/>
                </a:lnTo>
                <a:lnTo>
                  <a:pt x="526193" y="56100"/>
                </a:lnTo>
                <a:lnTo>
                  <a:pt x="526601" y="55808"/>
                </a:lnTo>
                <a:lnTo>
                  <a:pt x="527013" y="55522"/>
                </a:lnTo>
                <a:lnTo>
                  <a:pt x="527430" y="55240"/>
                </a:lnTo>
                <a:lnTo>
                  <a:pt x="527852" y="54967"/>
                </a:lnTo>
                <a:lnTo>
                  <a:pt x="528282" y="54705"/>
                </a:lnTo>
                <a:lnTo>
                  <a:pt x="528718" y="54455"/>
                </a:lnTo>
                <a:lnTo>
                  <a:pt x="529162" y="54217"/>
                </a:lnTo>
                <a:lnTo>
                  <a:pt x="529612" y="53990"/>
                </a:lnTo>
                <a:lnTo>
                  <a:pt x="530069" y="53775"/>
                </a:lnTo>
                <a:lnTo>
                  <a:pt x="530534" y="53571"/>
                </a:lnTo>
                <a:lnTo>
                  <a:pt x="531005" y="53379"/>
                </a:lnTo>
                <a:lnTo>
                  <a:pt x="531483" y="53199"/>
                </a:lnTo>
                <a:lnTo>
                  <a:pt x="531968" y="53031"/>
                </a:lnTo>
                <a:lnTo>
                  <a:pt x="532460" y="52874"/>
                </a:lnTo>
                <a:lnTo>
                  <a:pt x="532959" y="52728"/>
                </a:lnTo>
                <a:lnTo>
                  <a:pt x="533465" y="52595"/>
                </a:lnTo>
                <a:lnTo>
                  <a:pt x="533978" y="52473"/>
                </a:lnTo>
                <a:lnTo>
                  <a:pt x="534498" y="52362"/>
                </a:lnTo>
                <a:lnTo>
                  <a:pt x="535025" y="52263"/>
                </a:lnTo>
                <a:lnTo>
                  <a:pt x="535559" y="52176"/>
                </a:lnTo>
                <a:lnTo>
                  <a:pt x="536100" y="52100"/>
                </a:lnTo>
                <a:lnTo>
                  <a:pt x="536647" y="52036"/>
                </a:lnTo>
                <a:lnTo>
                  <a:pt x="537202" y="51984"/>
                </a:lnTo>
                <a:lnTo>
                  <a:pt x="537764" y="51943"/>
                </a:lnTo>
                <a:lnTo>
                  <a:pt x="538332" y="51914"/>
                </a:lnTo>
                <a:lnTo>
                  <a:pt x="538908" y="51897"/>
                </a:lnTo>
                <a:lnTo>
                  <a:pt x="539490" y="51891"/>
                </a:lnTo>
                <a:lnTo>
                  <a:pt x="539880" y="51895"/>
                </a:lnTo>
                <a:lnTo>
                  <a:pt x="540264" y="51905"/>
                </a:lnTo>
                <a:lnTo>
                  <a:pt x="540641" y="51922"/>
                </a:lnTo>
                <a:lnTo>
                  <a:pt x="541012" y="51946"/>
                </a:lnTo>
                <a:lnTo>
                  <a:pt x="541377" y="51978"/>
                </a:lnTo>
                <a:lnTo>
                  <a:pt x="541735" y="52016"/>
                </a:lnTo>
                <a:lnTo>
                  <a:pt x="542087" y="52061"/>
                </a:lnTo>
                <a:lnTo>
                  <a:pt x="542432" y="52112"/>
                </a:lnTo>
                <a:lnTo>
                  <a:pt x="542772" y="52171"/>
                </a:lnTo>
                <a:lnTo>
                  <a:pt x="543105" y="52237"/>
                </a:lnTo>
                <a:lnTo>
                  <a:pt x="543431" y="52309"/>
                </a:lnTo>
                <a:lnTo>
                  <a:pt x="543751" y="52389"/>
                </a:lnTo>
                <a:lnTo>
                  <a:pt x="544065" y="52475"/>
                </a:lnTo>
                <a:lnTo>
                  <a:pt x="544373" y="52569"/>
                </a:lnTo>
                <a:lnTo>
                  <a:pt x="544674" y="52669"/>
                </a:lnTo>
                <a:lnTo>
                  <a:pt x="544969" y="52776"/>
                </a:lnTo>
                <a:lnTo>
                  <a:pt x="545258" y="52890"/>
                </a:lnTo>
                <a:lnTo>
                  <a:pt x="545540" y="53011"/>
                </a:lnTo>
                <a:lnTo>
                  <a:pt x="545816" y="53139"/>
                </a:lnTo>
                <a:lnTo>
                  <a:pt x="546085" y="53274"/>
                </a:lnTo>
                <a:lnTo>
                  <a:pt x="546349" y="53416"/>
                </a:lnTo>
                <a:lnTo>
                  <a:pt x="546606" y="53565"/>
                </a:lnTo>
                <a:lnTo>
                  <a:pt x="546856" y="53720"/>
                </a:lnTo>
                <a:lnTo>
                  <a:pt x="547100" y="53883"/>
                </a:lnTo>
                <a:lnTo>
                  <a:pt x="547339" y="54051"/>
                </a:lnTo>
                <a:lnTo>
                  <a:pt x="547572" y="54226"/>
                </a:lnTo>
                <a:lnTo>
                  <a:pt x="547799" y="54406"/>
                </a:lnTo>
                <a:lnTo>
                  <a:pt x="548021" y="54592"/>
                </a:lnTo>
                <a:lnTo>
                  <a:pt x="548238" y="54783"/>
                </a:lnTo>
                <a:lnTo>
                  <a:pt x="548449" y="54980"/>
                </a:lnTo>
                <a:lnTo>
                  <a:pt x="548655" y="55183"/>
                </a:lnTo>
                <a:lnTo>
                  <a:pt x="548856" y="55391"/>
                </a:lnTo>
                <a:lnTo>
                  <a:pt x="549051" y="55605"/>
                </a:lnTo>
                <a:lnTo>
                  <a:pt x="549241" y="55825"/>
                </a:lnTo>
                <a:lnTo>
                  <a:pt x="549425" y="56050"/>
                </a:lnTo>
                <a:lnTo>
                  <a:pt x="549604" y="56281"/>
                </a:lnTo>
                <a:lnTo>
                  <a:pt x="549777" y="56518"/>
                </a:lnTo>
                <a:lnTo>
                  <a:pt x="549945" y="56760"/>
                </a:lnTo>
                <a:lnTo>
                  <a:pt x="550108" y="57008"/>
                </a:lnTo>
                <a:lnTo>
                  <a:pt x="550265" y="57261"/>
                </a:lnTo>
                <a:lnTo>
                  <a:pt x="550417" y="57520"/>
                </a:lnTo>
                <a:lnTo>
                  <a:pt x="550563" y="57785"/>
                </a:lnTo>
                <a:lnTo>
                  <a:pt x="550704" y="58056"/>
                </a:lnTo>
                <a:lnTo>
                  <a:pt x="550840" y="58332"/>
                </a:lnTo>
                <a:lnTo>
                  <a:pt x="550970" y="58614"/>
                </a:lnTo>
                <a:lnTo>
                  <a:pt x="551095" y="58901"/>
                </a:lnTo>
                <a:lnTo>
                  <a:pt x="551214" y="59194"/>
                </a:lnTo>
                <a:lnTo>
                  <a:pt x="551328" y="59493"/>
                </a:lnTo>
                <a:lnTo>
                  <a:pt x="551437" y="59796"/>
                </a:lnTo>
                <a:lnTo>
                  <a:pt x="551541" y="60104"/>
                </a:lnTo>
                <a:lnTo>
                  <a:pt x="551641" y="60416"/>
                </a:lnTo>
                <a:lnTo>
                  <a:pt x="551736" y="60732"/>
                </a:lnTo>
                <a:lnTo>
                  <a:pt x="551827" y="61052"/>
                </a:lnTo>
                <a:lnTo>
                  <a:pt x="551912" y="61376"/>
                </a:lnTo>
                <a:lnTo>
                  <a:pt x="551993" y="61704"/>
                </a:lnTo>
                <a:lnTo>
                  <a:pt x="552070" y="62036"/>
                </a:lnTo>
                <a:lnTo>
                  <a:pt x="552142" y="62373"/>
                </a:lnTo>
                <a:lnTo>
                  <a:pt x="552209" y="62713"/>
                </a:lnTo>
                <a:lnTo>
                  <a:pt x="552272" y="63058"/>
                </a:lnTo>
                <a:lnTo>
                  <a:pt x="552329" y="63406"/>
                </a:lnTo>
                <a:lnTo>
                  <a:pt x="552383" y="63759"/>
                </a:lnTo>
                <a:lnTo>
                  <a:pt x="552431" y="64116"/>
                </a:lnTo>
                <a:lnTo>
                  <a:pt x="552476" y="64477"/>
                </a:lnTo>
                <a:lnTo>
                  <a:pt x="552515" y="64842"/>
                </a:lnTo>
                <a:lnTo>
                  <a:pt x="552550" y="65211"/>
                </a:lnTo>
                <a:lnTo>
                  <a:pt x="552580" y="65584"/>
                </a:lnTo>
                <a:lnTo>
                  <a:pt x="552605" y="65962"/>
                </a:lnTo>
                <a:lnTo>
                  <a:pt x="552626" y="66343"/>
                </a:lnTo>
                <a:lnTo>
                  <a:pt x="552642" y="66729"/>
                </a:lnTo>
                <a:lnTo>
                  <a:pt x="552654" y="67118"/>
                </a:lnTo>
                <a:lnTo>
                  <a:pt x="552661" y="67512"/>
                </a:lnTo>
                <a:lnTo>
                  <a:pt x="552663" y="67910"/>
                </a:lnTo>
                <a:lnTo>
                  <a:pt x="552663" y="122296"/>
                </a:lnTo>
                <a:lnTo>
                  <a:pt x="576072" y="122296"/>
                </a:lnTo>
                <a:lnTo>
                  <a:pt x="576072" y="65034"/>
                </a:lnTo>
                <a:lnTo>
                  <a:pt x="576059" y="63739"/>
                </a:lnTo>
                <a:lnTo>
                  <a:pt x="576021" y="62471"/>
                </a:lnTo>
                <a:lnTo>
                  <a:pt x="575958" y="61229"/>
                </a:lnTo>
                <a:lnTo>
                  <a:pt x="575869" y="60013"/>
                </a:lnTo>
                <a:lnTo>
                  <a:pt x="575755" y="58823"/>
                </a:lnTo>
                <a:lnTo>
                  <a:pt x="575616" y="57659"/>
                </a:lnTo>
                <a:lnTo>
                  <a:pt x="575451" y="56521"/>
                </a:lnTo>
                <a:lnTo>
                  <a:pt x="575261" y="55410"/>
                </a:lnTo>
                <a:lnTo>
                  <a:pt x="575046" y="54325"/>
                </a:lnTo>
                <a:lnTo>
                  <a:pt x="574805" y="53266"/>
                </a:lnTo>
                <a:lnTo>
                  <a:pt x="574539" y="52233"/>
                </a:lnTo>
                <a:lnTo>
                  <a:pt x="574247" y="51226"/>
                </a:lnTo>
                <a:lnTo>
                  <a:pt x="573931" y="50245"/>
                </a:lnTo>
                <a:lnTo>
                  <a:pt x="573589" y="49290"/>
                </a:lnTo>
                <a:lnTo>
                  <a:pt x="573221" y="48362"/>
                </a:lnTo>
                <a:lnTo>
                  <a:pt x="572828" y="47460"/>
                </a:lnTo>
                <a:lnTo>
                  <a:pt x="572410" y="46583"/>
                </a:lnTo>
                <a:lnTo>
                  <a:pt x="571967" y="45733"/>
                </a:lnTo>
                <a:lnTo>
                  <a:pt x="571498" y="44910"/>
                </a:lnTo>
                <a:lnTo>
                  <a:pt x="571004" y="44112"/>
                </a:lnTo>
                <a:lnTo>
                  <a:pt x="570484" y="43340"/>
                </a:lnTo>
                <a:lnTo>
                  <a:pt x="569939" y="42595"/>
                </a:lnTo>
                <a:lnTo>
                  <a:pt x="569369" y="41876"/>
                </a:lnTo>
                <a:lnTo>
                  <a:pt x="568774" y="41182"/>
                </a:lnTo>
                <a:lnTo>
                  <a:pt x="568155" y="40517"/>
                </a:lnTo>
                <a:lnTo>
                  <a:pt x="567516" y="39879"/>
                </a:lnTo>
                <a:lnTo>
                  <a:pt x="566856" y="39270"/>
                </a:lnTo>
                <a:lnTo>
                  <a:pt x="566175" y="38689"/>
                </a:lnTo>
                <a:lnTo>
                  <a:pt x="565474" y="38136"/>
                </a:lnTo>
                <a:lnTo>
                  <a:pt x="564752" y="37612"/>
                </a:lnTo>
                <a:lnTo>
                  <a:pt x="564009" y="37116"/>
                </a:lnTo>
                <a:lnTo>
                  <a:pt x="563245" y="36649"/>
                </a:lnTo>
                <a:lnTo>
                  <a:pt x="562461" y="36209"/>
                </a:lnTo>
                <a:lnTo>
                  <a:pt x="561656" y="35799"/>
                </a:lnTo>
                <a:lnTo>
                  <a:pt x="560830" y="35416"/>
                </a:lnTo>
                <a:lnTo>
                  <a:pt x="559984" y="35062"/>
                </a:lnTo>
                <a:lnTo>
                  <a:pt x="559117" y="34736"/>
                </a:lnTo>
                <a:lnTo>
                  <a:pt x="558229" y="34438"/>
                </a:lnTo>
                <a:lnTo>
                  <a:pt x="557321" y="34169"/>
                </a:lnTo>
                <a:lnTo>
                  <a:pt x="556392" y="33928"/>
                </a:lnTo>
                <a:lnTo>
                  <a:pt x="555442" y="33716"/>
                </a:lnTo>
                <a:lnTo>
                  <a:pt x="554471" y="33532"/>
                </a:lnTo>
                <a:lnTo>
                  <a:pt x="553480" y="33376"/>
                </a:lnTo>
                <a:lnTo>
                  <a:pt x="552468" y="33248"/>
                </a:lnTo>
                <a:lnTo>
                  <a:pt x="551435" y="33149"/>
                </a:lnTo>
                <a:lnTo>
                  <a:pt x="550382" y="33078"/>
                </a:lnTo>
                <a:lnTo>
                  <a:pt x="549308" y="33036"/>
                </a:lnTo>
                <a:lnTo>
                  <a:pt x="548213" y="33022"/>
                </a:lnTo>
                <a:lnTo>
                  <a:pt x="547271" y="33029"/>
                </a:lnTo>
                <a:lnTo>
                  <a:pt x="546344" y="33052"/>
                </a:lnTo>
                <a:lnTo>
                  <a:pt x="545431" y="33089"/>
                </a:lnTo>
                <a:lnTo>
                  <a:pt x="544534" y="33142"/>
                </a:lnTo>
                <a:lnTo>
                  <a:pt x="543651" y="33209"/>
                </a:lnTo>
                <a:lnTo>
                  <a:pt x="542783" y="33291"/>
                </a:lnTo>
                <a:lnTo>
                  <a:pt x="541931" y="33389"/>
                </a:lnTo>
                <a:lnTo>
                  <a:pt x="541092" y="33501"/>
                </a:lnTo>
                <a:lnTo>
                  <a:pt x="540269" y="33629"/>
                </a:lnTo>
                <a:lnTo>
                  <a:pt x="539461" y="33771"/>
                </a:lnTo>
                <a:lnTo>
                  <a:pt x="538667" y="33928"/>
                </a:lnTo>
                <a:lnTo>
                  <a:pt x="537888" y="34101"/>
                </a:lnTo>
                <a:lnTo>
                  <a:pt x="537124" y="34288"/>
                </a:lnTo>
                <a:lnTo>
                  <a:pt x="536375" y="34491"/>
                </a:lnTo>
                <a:lnTo>
                  <a:pt x="535641" y="34708"/>
                </a:lnTo>
                <a:lnTo>
                  <a:pt x="534921" y="34940"/>
                </a:lnTo>
                <a:lnTo>
                  <a:pt x="534217" y="35188"/>
                </a:lnTo>
                <a:lnTo>
                  <a:pt x="533527" y="35450"/>
                </a:lnTo>
                <a:lnTo>
                  <a:pt x="532852" y="35727"/>
                </a:lnTo>
                <a:lnTo>
                  <a:pt x="532192" y="36019"/>
                </a:lnTo>
                <a:lnTo>
                  <a:pt x="531546" y="36327"/>
                </a:lnTo>
                <a:lnTo>
                  <a:pt x="530916" y="36649"/>
                </a:lnTo>
                <a:lnTo>
                  <a:pt x="530300" y="36986"/>
                </a:lnTo>
                <a:lnTo>
                  <a:pt x="529699" y="37338"/>
                </a:lnTo>
                <a:lnTo>
                  <a:pt x="529111" y="37700"/>
                </a:lnTo>
                <a:lnTo>
                  <a:pt x="528532" y="38067"/>
                </a:lnTo>
                <a:lnTo>
                  <a:pt x="527962" y="38438"/>
                </a:lnTo>
                <a:lnTo>
                  <a:pt x="527403" y="38813"/>
                </a:lnTo>
                <a:lnTo>
                  <a:pt x="526852" y="39193"/>
                </a:lnTo>
                <a:lnTo>
                  <a:pt x="526312" y="39578"/>
                </a:lnTo>
                <a:lnTo>
                  <a:pt x="525781" y="39966"/>
                </a:lnTo>
                <a:lnTo>
                  <a:pt x="525259" y="40360"/>
                </a:lnTo>
                <a:lnTo>
                  <a:pt x="524747" y="40758"/>
                </a:lnTo>
                <a:lnTo>
                  <a:pt x="524245" y="41160"/>
                </a:lnTo>
                <a:lnTo>
                  <a:pt x="523752" y="41567"/>
                </a:lnTo>
                <a:lnTo>
                  <a:pt x="523269" y="41978"/>
                </a:lnTo>
                <a:lnTo>
                  <a:pt x="522795" y="42394"/>
                </a:lnTo>
                <a:lnTo>
                  <a:pt x="522331" y="42814"/>
                </a:lnTo>
                <a:lnTo>
                  <a:pt x="521877" y="43239"/>
                </a:lnTo>
                <a:lnTo>
                  <a:pt x="521432" y="43668"/>
                </a:lnTo>
                <a:lnTo>
                  <a:pt x="520996" y="44102"/>
                </a:lnTo>
                <a:lnTo>
                  <a:pt x="520571" y="44540"/>
                </a:lnTo>
                <a:lnTo>
                  <a:pt x="520155" y="44982"/>
                </a:lnTo>
                <a:lnTo>
                  <a:pt x="519748" y="45429"/>
                </a:lnTo>
                <a:lnTo>
                  <a:pt x="519351" y="45881"/>
                </a:lnTo>
                <a:lnTo>
                  <a:pt x="518964" y="46337"/>
                </a:lnTo>
                <a:lnTo>
                  <a:pt x="518586" y="46798"/>
                </a:lnTo>
                <a:lnTo>
                  <a:pt x="518218" y="47263"/>
                </a:lnTo>
                <a:lnTo>
                  <a:pt x="517773" y="34357"/>
                </a:lnTo>
                <a:lnTo>
                  <a:pt x="495076" y="34357"/>
                </a:lnTo>
                <a:lnTo>
                  <a:pt x="495076" y="122296"/>
                </a:lnTo>
                <a:lnTo>
                  <a:pt x="518663" y="122296"/>
                </a:lnTo>
                <a:lnTo>
                  <a:pt x="518663" y="63384"/>
                </a:lnTo>
                <a:lnTo>
                  <a:pt x="518976" y="62987"/>
                </a:lnTo>
                <a:lnTo>
                  <a:pt x="519295" y="62595"/>
                </a:lnTo>
                <a:close/>
                <a:moveTo>
                  <a:pt x="855290" y="62481"/>
                </a:moveTo>
                <a:lnTo>
                  <a:pt x="855540" y="62163"/>
                </a:lnTo>
                <a:lnTo>
                  <a:pt x="855794" y="61851"/>
                </a:lnTo>
                <a:lnTo>
                  <a:pt x="856052" y="61545"/>
                </a:lnTo>
                <a:lnTo>
                  <a:pt x="856313" y="61245"/>
                </a:lnTo>
                <a:lnTo>
                  <a:pt x="856578" y="60951"/>
                </a:lnTo>
                <a:lnTo>
                  <a:pt x="856847" y="60663"/>
                </a:lnTo>
                <a:lnTo>
                  <a:pt x="857120" y="60382"/>
                </a:lnTo>
                <a:lnTo>
                  <a:pt x="857396" y="60106"/>
                </a:lnTo>
                <a:lnTo>
                  <a:pt x="857676" y="59837"/>
                </a:lnTo>
                <a:lnTo>
                  <a:pt x="857960" y="59574"/>
                </a:lnTo>
                <a:lnTo>
                  <a:pt x="858247" y="59317"/>
                </a:lnTo>
                <a:lnTo>
                  <a:pt x="858538" y="59066"/>
                </a:lnTo>
                <a:lnTo>
                  <a:pt x="858833" y="58821"/>
                </a:lnTo>
                <a:lnTo>
                  <a:pt x="859132" y="58583"/>
                </a:lnTo>
                <a:lnTo>
                  <a:pt x="859434" y="58350"/>
                </a:lnTo>
                <a:lnTo>
                  <a:pt x="859740" y="58124"/>
                </a:lnTo>
                <a:lnTo>
                  <a:pt x="860050" y="57904"/>
                </a:lnTo>
                <a:lnTo>
                  <a:pt x="860363" y="57690"/>
                </a:lnTo>
                <a:lnTo>
                  <a:pt x="860680" y="57482"/>
                </a:lnTo>
                <a:lnTo>
                  <a:pt x="861001" y="57280"/>
                </a:lnTo>
                <a:lnTo>
                  <a:pt x="861325" y="57084"/>
                </a:lnTo>
                <a:lnTo>
                  <a:pt x="861653" y="56894"/>
                </a:lnTo>
                <a:lnTo>
                  <a:pt x="861984" y="56708"/>
                </a:lnTo>
                <a:lnTo>
                  <a:pt x="862318" y="56528"/>
                </a:lnTo>
                <a:lnTo>
                  <a:pt x="862656" y="56351"/>
                </a:lnTo>
                <a:lnTo>
                  <a:pt x="862996" y="56180"/>
                </a:lnTo>
                <a:lnTo>
                  <a:pt x="863339" y="56013"/>
                </a:lnTo>
                <a:lnTo>
                  <a:pt x="863686" y="55851"/>
                </a:lnTo>
                <a:lnTo>
                  <a:pt x="864035" y="55694"/>
                </a:lnTo>
                <a:lnTo>
                  <a:pt x="864388" y="55542"/>
                </a:lnTo>
                <a:lnTo>
                  <a:pt x="864744" y="55394"/>
                </a:lnTo>
                <a:lnTo>
                  <a:pt x="865102" y="55251"/>
                </a:lnTo>
                <a:lnTo>
                  <a:pt x="865464" y="55113"/>
                </a:lnTo>
                <a:lnTo>
                  <a:pt x="865829" y="54979"/>
                </a:lnTo>
                <a:lnTo>
                  <a:pt x="866197" y="54850"/>
                </a:lnTo>
                <a:lnTo>
                  <a:pt x="866569" y="54726"/>
                </a:lnTo>
                <a:lnTo>
                  <a:pt x="866943" y="54607"/>
                </a:lnTo>
                <a:lnTo>
                  <a:pt x="867320" y="54492"/>
                </a:lnTo>
                <a:lnTo>
                  <a:pt x="867701" y="54382"/>
                </a:lnTo>
                <a:lnTo>
                  <a:pt x="868084" y="54277"/>
                </a:lnTo>
                <a:lnTo>
                  <a:pt x="868471" y="54176"/>
                </a:lnTo>
                <a:lnTo>
                  <a:pt x="868860" y="54081"/>
                </a:lnTo>
                <a:lnTo>
                  <a:pt x="869253" y="53989"/>
                </a:lnTo>
                <a:lnTo>
                  <a:pt x="869649" y="53903"/>
                </a:lnTo>
                <a:lnTo>
                  <a:pt x="870048" y="53821"/>
                </a:lnTo>
                <a:lnTo>
                  <a:pt x="870449" y="53744"/>
                </a:lnTo>
                <a:lnTo>
                  <a:pt x="870852" y="53670"/>
                </a:lnTo>
                <a:lnTo>
                  <a:pt x="871257" y="53598"/>
                </a:lnTo>
                <a:lnTo>
                  <a:pt x="871663" y="53531"/>
                </a:lnTo>
                <a:lnTo>
                  <a:pt x="872070" y="53466"/>
                </a:lnTo>
                <a:lnTo>
                  <a:pt x="872479" y="53405"/>
                </a:lnTo>
                <a:lnTo>
                  <a:pt x="872890" y="53347"/>
                </a:lnTo>
                <a:lnTo>
                  <a:pt x="873302" y="53293"/>
                </a:lnTo>
                <a:lnTo>
                  <a:pt x="873716" y="53242"/>
                </a:lnTo>
                <a:lnTo>
                  <a:pt x="874131" y="53194"/>
                </a:lnTo>
                <a:lnTo>
                  <a:pt x="874547" y="53149"/>
                </a:lnTo>
                <a:lnTo>
                  <a:pt x="874966" y="53108"/>
                </a:lnTo>
                <a:lnTo>
                  <a:pt x="875386" y="53070"/>
                </a:lnTo>
                <a:lnTo>
                  <a:pt x="875807" y="53035"/>
                </a:lnTo>
                <a:lnTo>
                  <a:pt x="876230" y="53004"/>
                </a:lnTo>
                <a:lnTo>
                  <a:pt x="876654" y="52976"/>
                </a:lnTo>
                <a:lnTo>
                  <a:pt x="877080" y="52951"/>
                </a:lnTo>
                <a:lnTo>
                  <a:pt x="877508" y="52930"/>
                </a:lnTo>
                <a:lnTo>
                  <a:pt x="877937" y="52911"/>
                </a:lnTo>
                <a:lnTo>
                  <a:pt x="878368" y="52897"/>
                </a:lnTo>
                <a:lnTo>
                  <a:pt x="878800" y="52885"/>
                </a:lnTo>
                <a:lnTo>
                  <a:pt x="879234" y="52877"/>
                </a:lnTo>
                <a:lnTo>
                  <a:pt x="879669" y="52872"/>
                </a:lnTo>
                <a:lnTo>
                  <a:pt x="880106" y="52870"/>
                </a:lnTo>
                <a:lnTo>
                  <a:pt x="882331" y="52870"/>
                </a:lnTo>
                <a:lnTo>
                  <a:pt x="882331" y="33022"/>
                </a:lnTo>
                <a:lnTo>
                  <a:pt x="880551" y="33022"/>
                </a:lnTo>
                <a:lnTo>
                  <a:pt x="879755" y="33029"/>
                </a:lnTo>
                <a:lnTo>
                  <a:pt x="878969" y="33051"/>
                </a:lnTo>
                <a:lnTo>
                  <a:pt x="878192" y="33087"/>
                </a:lnTo>
                <a:lnTo>
                  <a:pt x="877426" y="33138"/>
                </a:lnTo>
                <a:lnTo>
                  <a:pt x="876669" y="33203"/>
                </a:lnTo>
                <a:lnTo>
                  <a:pt x="875923" y="33283"/>
                </a:lnTo>
                <a:lnTo>
                  <a:pt x="875186" y="33377"/>
                </a:lnTo>
                <a:lnTo>
                  <a:pt x="874459" y="33486"/>
                </a:lnTo>
                <a:lnTo>
                  <a:pt x="873742" y="33610"/>
                </a:lnTo>
                <a:lnTo>
                  <a:pt x="873035" y="33748"/>
                </a:lnTo>
                <a:lnTo>
                  <a:pt x="872338" y="33900"/>
                </a:lnTo>
                <a:lnTo>
                  <a:pt x="871650" y="34067"/>
                </a:lnTo>
                <a:lnTo>
                  <a:pt x="870973" y="34249"/>
                </a:lnTo>
                <a:lnTo>
                  <a:pt x="870305" y="34445"/>
                </a:lnTo>
                <a:lnTo>
                  <a:pt x="869648" y="34656"/>
                </a:lnTo>
                <a:lnTo>
                  <a:pt x="869000" y="34881"/>
                </a:lnTo>
                <a:lnTo>
                  <a:pt x="868362" y="35121"/>
                </a:lnTo>
                <a:lnTo>
                  <a:pt x="867734" y="35375"/>
                </a:lnTo>
                <a:lnTo>
                  <a:pt x="867116" y="35643"/>
                </a:lnTo>
                <a:lnTo>
                  <a:pt x="866508" y="35927"/>
                </a:lnTo>
                <a:lnTo>
                  <a:pt x="865909" y="36224"/>
                </a:lnTo>
                <a:lnTo>
                  <a:pt x="865321" y="36537"/>
                </a:lnTo>
                <a:lnTo>
                  <a:pt x="864742" y="36864"/>
                </a:lnTo>
                <a:lnTo>
                  <a:pt x="864174" y="37205"/>
                </a:lnTo>
                <a:lnTo>
                  <a:pt x="863616" y="37560"/>
                </a:lnTo>
                <a:lnTo>
                  <a:pt x="863070" y="37928"/>
                </a:lnTo>
                <a:lnTo>
                  <a:pt x="862535" y="38308"/>
                </a:lnTo>
                <a:lnTo>
                  <a:pt x="862013" y="38701"/>
                </a:lnTo>
                <a:lnTo>
                  <a:pt x="861502" y="39106"/>
                </a:lnTo>
                <a:lnTo>
                  <a:pt x="861003" y="39525"/>
                </a:lnTo>
                <a:lnTo>
                  <a:pt x="860515" y="39956"/>
                </a:lnTo>
                <a:lnTo>
                  <a:pt x="860040" y="40399"/>
                </a:lnTo>
                <a:lnTo>
                  <a:pt x="859576" y="40856"/>
                </a:lnTo>
                <a:lnTo>
                  <a:pt x="859124" y="41325"/>
                </a:lnTo>
                <a:lnTo>
                  <a:pt x="858683" y="41806"/>
                </a:lnTo>
                <a:lnTo>
                  <a:pt x="858255" y="42301"/>
                </a:lnTo>
                <a:lnTo>
                  <a:pt x="857838" y="42808"/>
                </a:lnTo>
                <a:lnTo>
                  <a:pt x="857433" y="43327"/>
                </a:lnTo>
                <a:lnTo>
                  <a:pt x="857039" y="43860"/>
                </a:lnTo>
                <a:lnTo>
                  <a:pt x="856658" y="44405"/>
                </a:lnTo>
                <a:lnTo>
                  <a:pt x="856288" y="44962"/>
                </a:lnTo>
                <a:lnTo>
                  <a:pt x="855929" y="45533"/>
                </a:lnTo>
                <a:lnTo>
                  <a:pt x="855583" y="46116"/>
                </a:lnTo>
                <a:lnTo>
                  <a:pt x="855248" y="46711"/>
                </a:lnTo>
                <a:lnTo>
                  <a:pt x="854925" y="47320"/>
                </a:lnTo>
                <a:lnTo>
                  <a:pt x="854614" y="47941"/>
                </a:lnTo>
                <a:lnTo>
                  <a:pt x="854315" y="48575"/>
                </a:lnTo>
                <a:lnTo>
                  <a:pt x="854027" y="49221"/>
                </a:lnTo>
                <a:lnTo>
                  <a:pt x="853582" y="34357"/>
                </a:lnTo>
                <a:lnTo>
                  <a:pt x="830974" y="34357"/>
                </a:lnTo>
                <a:lnTo>
                  <a:pt x="830974" y="122296"/>
                </a:lnTo>
                <a:lnTo>
                  <a:pt x="854561" y="122296"/>
                </a:lnTo>
                <a:lnTo>
                  <a:pt x="854561" y="63473"/>
                </a:lnTo>
                <a:lnTo>
                  <a:pt x="854800" y="63136"/>
                </a:lnTo>
                <a:lnTo>
                  <a:pt x="855043" y="62806"/>
                </a:lnTo>
                <a:lnTo>
                  <a:pt x="855290" y="62481"/>
                </a:lnTo>
                <a:close/>
                <a:moveTo>
                  <a:pt x="922390" y="122296"/>
                </a:moveTo>
                <a:lnTo>
                  <a:pt x="922390" y="34357"/>
                </a:lnTo>
                <a:lnTo>
                  <a:pt x="898803" y="34357"/>
                </a:lnTo>
                <a:lnTo>
                  <a:pt x="898803" y="122296"/>
                </a:lnTo>
                <a:lnTo>
                  <a:pt x="922390" y="122296"/>
                </a:lnTo>
                <a:close/>
                <a:moveTo>
                  <a:pt x="593285" y="88384"/>
                </a:moveTo>
                <a:lnTo>
                  <a:pt x="642506" y="88384"/>
                </a:lnTo>
                <a:lnTo>
                  <a:pt x="642506" y="68357"/>
                </a:lnTo>
                <a:lnTo>
                  <a:pt x="593285" y="68357"/>
                </a:lnTo>
                <a:lnTo>
                  <a:pt x="593285" y="88384"/>
                </a:lnTo>
                <a:close/>
                <a:moveTo>
                  <a:pt x="423860" y="123757"/>
                </a:moveTo>
                <a:lnTo>
                  <a:pt x="424612" y="123695"/>
                </a:lnTo>
                <a:lnTo>
                  <a:pt x="425355" y="123621"/>
                </a:lnTo>
                <a:lnTo>
                  <a:pt x="426091" y="123537"/>
                </a:lnTo>
                <a:lnTo>
                  <a:pt x="426819" y="123441"/>
                </a:lnTo>
                <a:lnTo>
                  <a:pt x="427539" y="123334"/>
                </a:lnTo>
                <a:lnTo>
                  <a:pt x="428251" y="123215"/>
                </a:lnTo>
                <a:lnTo>
                  <a:pt x="428956" y="123086"/>
                </a:lnTo>
                <a:lnTo>
                  <a:pt x="429653" y="122945"/>
                </a:lnTo>
                <a:lnTo>
                  <a:pt x="430343" y="122792"/>
                </a:lnTo>
                <a:lnTo>
                  <a:pt x="431024" y="122629"/>
                </a:lnTo>
                <a:lnTo>
                  <a:pt x="431698" y="122454"/>
                </a:lnTo>
                <a:lnTo>
                  <a:pt x="432364" y="122268"/>
                </a:lnTo>
                <a:lnTo>
                  <a:pt x="433023" y="122070"/>
                </a:lnTo>
                <a:lnTo>
                  <a:pt x="433673" y="121862"/>
                </a:lnTo>
                <a:lnTo>
                  <a:pt x="434316" y="121642"/>
                </a:lnTo>
                <a:lnTo>
                  <a:pt x="434952" y="121410"/>
                </a:lnTo>
                <a:lnTo>
                  <a:pt x="435579" y="121168"/>
                </a:lnTo>
                <a:lnTo>
                  <a:pt x="436199" y="120914"/>
                </a:lnTo>
                <a:lnTo>
                  <a:pt x="436811" y="120649"/>
                </a:lnTo>
                <a:lnTo>
                  <a:pt x="437416" y="120373"/>
                </a:lnTo>
                <a:lnTo>
                  <a:pt x="438015" y="120086"/>
                </a:lnTo>
                <a:lnTo>
                  <a:pt x="438608" y="119789"/>
                </a:lnTo>
                <a:lnTo>
                  <a:pt x="439195" y="119481"/>
                </a:lnTo>
                <a:lnTo>
                  <a:pt x="439775" y="119162"/>
                </a:lnTo>
                <a:lnTo>
                  <a:pt x="440349" y="118833"/>
                </a:lnTo>
                <a:lnTo>
                  <a:pt x="440917" y="118493"/>
                </a:lnTo>
                <a:lnTo>
                  <a:pt x="441479" y="118142"/>
                </a:lnTo>
                <a:lnTo>
                  <a:pt x="442035" y="117781"/>
                </a:lnTo>
                <a:lnTo>
                  <a:pt x="442584" y="117409"/>
                </a:lnTo>
                <a:lnTo>
                  <a:pt x="443128" y="117026"/>
                </a:lnTo>
                <a:lnTo>
                  <a:pt x="443665" y="116633"/>
                </a:lnTo>
                <a:lnTo>
                  <a:pt x="444196" y="116229"/>
                </a:lnTo>
                <a:lnTo>
                  <a:pt x="444720" y="115814"/>
                </a:lnTo>
                <a:lnTo>
                  <a:pt x="445239" y="115389"/>
                </a:lnTo>
                <a:lnTo>
                  <a:pt x="445751" y="114953"/>
                </a:lnTo>
                <a:lnTo>
                  <a:pt x="446258" y="114506"/>
                </a:lnTo>
                <a:lnTo>
                  <a:pt x="446758" y="114049"/>
                </a:lnTo>
                <a:lnTo>
                  <a:pt x="447252" y="113581"/>
                </a:lnTo>
                <a:lnTo>
                  <a:pt x="447739" y="113102"/>
                </a:lnTo>
                <a:lnTo>
                  <a:pt x="448221" y="112613"/>
                </a:lnTo>
                <a:lnTo>
                  <a:pt x="448696" y="112113"/>
                </a:lnTo>
                <a:lnTo>
                  <a:pt x="449165" y="111602"/>
                </a:lnTo>
                <a:lnTo>
                  <a:pt x="449628" y="111081"/>
                </a:lnTo>
                <a:lnTo>
                  <a:pt x="450340" y="122296"/>
                </a:lnTo>
                <a:lnTo>
                  <a:pt x="472414" y="122296"/>
                </a:lnTo>
                <a:lnTo>
                  <a:pt x="472414" y="63290"/>
                </a:lnTo>
                <a:lnTo>
                  <a:pt x="472409" y="62559"/>
                </a:lnTo>
                <a:lnTo>
                  <a:pt x="472395" y="61839"/>
                </a:lnTo>
                <a:lnTo>
                  <a:pt x="472371" y="61128"/>
                </a:lnTo>
                <a:lnTo>
                  <a:pt x="472337" y="60428"/>
                </a:lnTo>
                <a:lnTo>
                  <a:pt x="472294" y="59738"/>
                </a:lnTo>
                <a:lnTo>
                  <a:pt x="472242" y="59058"/>
                </a:lnTo>
                <a:lnTo>
                  <a:pt x="472179" y="58389"/>
                </a:lnTo>
                <a:lnTo>
                  <a:pt x="472107" y="57729"/>
                </a:lnTo>
                <a:lnTo>
                  <a:pt x="472026" y="57080"/>
                </a:lnTo>
                <a:lnTo>
                  <a:pt x="471935" y="56441"/>
                </a:lnTo>
                <a:lnTo>
                  <a:pt x="471834" y="55812"/>
                </a:lnTo>
                <a:lnTo>
                  <a:pt x="471724" y="55193"/>
                </a:lnTo>
                <a:lnTo>
                  <a:pt x="471604" y="54585"/>
                </a:lnTo>
                <a:lnTo>
                  <a:pt x="471475" y="53986"/>
                </a:lnTo>
                <a:lnTo>
                  <a:pt x="471336" y="53398"/>
                </a:lnTo>
                <a:lnTo>
                  <a:pt x="471188" y="52820"/>
                </a:lnTo>
                <a:lnTo>
                  <a:pt x="471030" y="52252"/>
                </a:lnTo>
                <a:lnTo>
                  <a:pt x="470862" y="51694"/>
                </a:lnTo>
                <a:lnTo>
                  <a:pt x="470685" y="51147"/>
                </a:lnTo>
                <a:lnTo>
                  <a:pt x="470498" y="50610"/>
                </a:lnTo>
                <a:lnTo>
                  <a:pt x="470301" y="50082"/>
                </a:lnTo>
                <a:lnTo>
                  <a:pt x="470095" y="49565"/>
                </a:lnTo>
                <a:lnTo>
                  <a:pt x="469880" y="49058"/>
                </a:lnTo>
                <a:lnTo>
                  <a:pt x="469655" y="48562"/>
                </a:lnTo>
                <a:lnTo>
                  <a:pt x="469421" y="48074"/>
                </a:lnTo>
                <a:lnTo>
                  <a:pt x="469179" y="47595"/>
                </a:lnTo>
                <a:lnTo>
                  <a:pt x="468929" y="47125"/>
                </a:lnTo>
                <a:lnTo>
                  <a:pt x="468672" y="46663"/>
                </a:lnTo>
                <a:lnTo>
                  <a:pt x="468407" y="46210"/>
                </a:lnTo>
                <a:lnTo>
                  <a:pt x="468133" y="45766"/>
                </a:lnTo>
                <a:lnTo>
                  <a:pt x="467852" y="45330"/>
                </a:lnTo>
                <a:lnTo>
                  <a:pt x="467563" y="44903"/>
                </a:lnTo>
                <a:lnTo>
                  <a:pt x="467266" y="44484"/>
                </a:lnTo>
                <a:lnTo>
                  <a:pt x="466961" y="44074"/>
                </a:lnTo>
                <a:lnTo>
                  <a:pt x="466649" y="43672"/>
                </a:lnTo>
                <a:lnTo>
                  <a:pt x="466328" y="43280"/>
                </a:lnTo>
                <a:lnTo>
                  <a:pt x="466000" y="42895"/>
                </a:lnTo>
                <a:lnTo>
                  <a:pt x="465663" y="42520"/>
                </a:lnTo>
                <a:lnTo>
                  <a:pt x="465319" y="42153"/>
                </a:lnTo>
                <a:lnTo>
                  <a:pt x="464967" y="41795"/>
                </a:lnTo>
                <a:lnTo>
                  <a:pt x="464607" y="41445"/>
                </a:lnTo>
                <a:lnTo>
                  <a:pt x="464239" y="41104"/>
                </a:lnTo>
                <a:lnTo>
                  <a:pt x="463863" y="40771"/>
                </a:lnTo>
                <a:lnTo>
                  <a:pt x="463480" y="40448"/>
                </a:lnTo>
                <a:lnTo>
                  <a:pt x="463088" y="40132"/>
                </a:lnTo>
                <a:lnTo>
                  <a:pt x="462689" y="39826"/>
                </a:lnTo>
                <a:lnTo>
                  <a:pt x="462282" y="39528"/>
                </a:lnTo>
                <a:lnTo>
                  <a:pt x="461867" y="39238"/>
                </a:lnTo>
                <a:lnTo>
                  <a:pt x="461444" y="38956"/>
                </a:lnTo>
                <a:lnTo>
                  <a:pt x="461016" y="38682"/>
                </a:lnTo>
                <a:lnTo>
                  <a:pt x="460581" y="38414"/>
                </a:lnTo>
                <a:lnTo>
                  <a:pt x="460140" y="38153"/>
                </a:lnTo>
                <a:lnTo>
                  <a:pt x="459692" y="37900"/>
                </a:lnTo>
                <a:lnTo>
                  <a:pt x="459238" y="37653"/>
                </a:lnTo>
                <a:lnTo>
                  <a:pt x="458778" y="37413"/>
                </a:lnTo>
                <a:lnTo>
                  <a:pt x="458311" y="37181"/>
                </a:lnTo>
                <a:lnTo>
                  <a:pt x="457838" y="36955"/>
                </a:lnTo>
                <a:lnTo>
                  <a:pt x="457359" y="36737"/>
                </a:lnTo>
                <a:lnTo>
                  <a:pt x="456874" y="36525"/>
                </a:lnTo>
                <a:lnTo>
                  <a:pt x="456382" y="36321"/>
                </a:lnTo>
                <a:lnTo>
                  <a:pt x="455883" y="36124"/>
                </a:lnTo>
                <a:lnTo>
                  <a:pt x="455379" y="35934"/>
                </a:lnTo>
                <a:lnTo>
                  <a:pt x="454868" y="35750"/>
                </a:lnTo>
                <a:lnTo>
                  <a:pt x="454350" y="35574"/>
                </a:lnTo>
                <a:lnTo>
                  <a:pt x="453827" y="35405"/>
                </a:lnTo>
                <a:lnTo>
                  <a:pt x="453297" y="35243"/>
                </a:lnTo>
                <a:lnTo>
                  <a:pt x="452761" y="35088"/>
                </a:lnTo>
                <a:lnTo>
                  <a:pt x="452218" y="34940"/>
                </a:lnTo>
                <a:lnTo>
                  <a:pt x="451669" y="34799"/>
                </a:lnTo>
                <a:lnTo>
                  <a:pt x="451114" y="34665"/>
                </a:lnTo>
                <a:lnTo>
                  <a:pt x="450552" y="34538"/>
                </a:lnTo>
                <a:lnTo>
                  <a:pt x="449984" y="34418"/>
                </a:lnTo>
                <a:lnTo>
                  <a:pt x="449411" y="34304"/>
                </a:lnTo>
                <a:lnTo>
                  <a:pt x="448832" y="34195"/>
                </a:lnTo>
                <a:lnTo>
                  <a:pt x="448249" y="34091"/>
                </a:lnTo>
                <a:lnTo>
                  <a:pt x="447660" y="33991"/>
                </a:lnTo>
                <a:lnTo>
                  <a:pt x="447067" y="33897"/>
                </a:lnTo>
                <a:lnTo>
                  <a:pt x="446468" y="33807"/>
                </a:lnTo>
                <a:lnTo>
                  <a:pt x="445865" y="33722"/>
                </a:lnTo>
                <a:lnTo>
                  <a:pt x="445257" y="33642"/>
                </a:lnTo>
                <a:lnTo>
                  <a:pt x="444644" y="33567"/>
                </a:lnTo>
                <a:lnTo>
                  <a:pt x="444026" y="33497"/>
                </a:lnTo>
                <a:lnTo>
                  <a:pt x="443403" y="33431"/>
                </a:lnTo>
                <a:lnTo>
                  <a:pt x="442775" y="33371"/>
                </a:lnTo>
                <a:lnTo>
                  <a:pt x="442142" y="33315"/>
                </a:lnTo>
                <a:lnTo>
                  <a:pt x="441504" y="33264"/>
                </a:lnTo>
                <a:lnTo>
                  <a:pt x="440861" y="33218"/>
                </a:lnTo>
                <a:lnTo>
                  <a:pt x="440213" y="33177"/>
                </a:lnTo>
                <a:lnTo>
                  <a:pt x="439560" y="33140"/>
                </a:lnTo>
                <a:lnTo>
                  <a:pt x="438903" y="33109"/>
                </a:lnTo>
                <a:lnTo>
                  <a:pt x="438240" y="33082"/>
                </a:lnTo>
                <a:lnTo>
                  <a:pt x="437573" y="33060"/>
                </a:lnTo>
                <a:lnTo>
                  <a:pt x="436900" y="33043"/>
                </a:lnTo>
                <a:lnTo>
                  <a:pt x="436223" y="33031"/>
                </a:lnTo>
                <a:lnTo>
                  <a:pt x="435540" y="33024"/>
                </a:lnTo>
                <a:lnTo>
                  <a:pt x="434853" y="33022"/>
                </a:lnTo>
                <a:lnTo>
                  <a:pt x="433916" y="33027"/>
                </a:lnTo>
                <a:lnTo>
                  <a:pt x="432988" y="33042"/>
                </a:lnTo>
                <a:lnTo>
                  <a:pt x="432069" y="33067"/>
                </a:lnTo>
                <a:lnTo>
                  <a:pt x="431160" y="33102"/>
                </a:lnTo>
                <a:lnTo>
                  <a:pt x="430261" y="33147"/>
                </a:lnTo>
                <a:lnTo>
                  <a:pt x="429371" y="33202"/>
                </a:lnTo>
                <a:lnTo>
                  <a:pt x="428490" y="33267"/>
                </a:lnTo>
                <a:lnTo>
                  <a:pt x="427619" y="33342"/>
                </a:lnTo>
                <a:lnTo>
                  <a:pt x="426757" y="33427"/>
                </a:lnTo>
                <a:lnTo>
                  <a:pt x="425904" y="33522"/>
                </a:lnTo>
                <a:lnTo>
                  <a:pt x="425061" y="33628"/>
                </a:lnTo>
                <a:lnTo>
                  <a:pt x="424228" y="33743"/>
                </a:lnTo>
                <a:lnTo>
                  <a:pt x="423404" y="33868"/>
                </a:lnTo>
                <a:lnTo>
                  <a:pt x="422589" y="34003"/>
                </a:lnTo>
                <a:lnTo>
                  <a:pt x="421784" y="34148"/>
                </a:lnTo>
                <a:lnTo>
                  <a:pt x="420988" y="34304"/>
                </a:lnTo>
                <a:lnTo>
                  <a:pt x="420201" y="34469"/>
                </a:lnTo>
                <a:lnTo>
                  <a:pt x="419424" y="34644"/>
                </a:lnTo>
                <a:lnTo>
                  <a:pt x="418657" y="34829"/>
                </a:lnTo>
                <a:lnTo>
                  <a:pt x="417898" y="35025"/>
                </a:lnTo>
                <a:lnTo>
                  <a:pt x="417150" y="35230"/>
                </a:lnTo>
                <a:lnTo>
                  <a:pt x="416410" y="35445"/>
                </a:lnTo>
                <a:lnTo>
                  <a:pt x="415680" y="35671"/>
                </a:lnTo>
                <a:lnTo>
                  <a:pt x="414960" y="35906"/>
                </a:lnTo>
                <a:lnTo>
                  <a:pt x="414251" y="36153"/>
                </a:lnTo>
                <a:lnTo>
                  <a:pt x="413554" y="36412"/>
                </a:lnTo>
                <a:lnTo>
                  <a:pt x="412871" y="36685"/>
                </a:lnTo>
                <a:lnTo>
                  <a:pt x="412201" y="36970"/>
                </a:lnTo>
                <a:lnTo>
                  <a:pt x="411543" y="37268"/>
                </a:lnTo>
                <a:lnTo>
                  <a:pt x="410899" y="37579"/>
                </a:lnTo>
                <a:lnTo>
                  <a:pt x="410268" y="37903"/>
                </a:lnTo>
                <a:lnTo>
                  <a:pt x="409649" y="38240"/>
                </a:lnTo>
                <a:lnTo>
                  <a:pt x="409044" y="38590"/>
                </a:lnTo>
                <a:lnTo>
                  <a:pt x="408451" y="38952"/>
                </a:lnTo>
                <a:lnTo>
                  <a:pt x="407872" y="39327"/>
                </a:lnTo>
                <a:lnTo>
                  <a:pt x="407305" y="39715"/>
                </a:lnTo>
                <a:lnTo>
                  <a:pt x="406752" y="40116"/>
                </a:lnTo>
                <a:lnTo>
                  <a:pt x="406211" y="40530"/>
                </a:lnTo>
                <a:lnTo>
                  <a:pt x="405684" y="40957"/>
                </a:lnTo>
                <a:lnTo>
                  <a:pt x="405169" y="41396"/>
                </a:lnTo>
                <a:lnTo>
                  <a:pt x="404668" y="41848"/>
                </a:lnTo>
                <a:lnTo>
                  <a:pt x="404179" y="42313"/>
                </a:lnTo>
                <a:lnTo>
                  <a:pt x="403703" y="42791"/>
                </a:lnTo>
                <a:lnTo>
                  <a:pt x="403241" y="43282"/>
                </a:lnTo>
                <a:lnTo>
                  <a:pt x="402791" y="43786"/>
                </a:lnTo>
                <a:lnTo>
                  <a:pt x="402354" y="44303"/>
                </a:lnTo>
                <a:lnTo>
                  <a:pt x="401931" y="44832"/>
                </a:lnTo>
                <a:lnTo>
                  <a:pt x="401520" y="45374"/>
                </a:lnTo>
                <a:lnTo>
                  <a:pt x="401124" y="45931"/>
                </a:lnTo>
                <a:lnTo>
                  <a:pt x="400745" y="46503"/>
                </a:lnTo>
                <a:lnTo>
                  <a:pt x="400383" y="47093"/>
                </a:lnTo>
                <a:lnTo>
                  <a:pt x="400038" y="47698"/>
                </a:lnTo>
                <a:lnTo>
                  <a:pt x="399709" y="48320"/>
                </a:lnTo>
                <a:lnTo>
                  <a:pt x="399398" y="48958"/>
                </a:lnTo>
                <a:lnTo>
                  <a:pt x="399103" y="49612"/>
                </a:lnTo>
                <a:lnTo>
                  <a:pt x="398825" y="50282"/>
                </a:lnTo>
                <a:lnTo>
                  <a:pt x="398564" y="50969"/>
                </a:lnTo>
                <a:lnTo>
                  <a:pt x="398320" y="51672"/>
                </a:lnTo>
                <a:lnTo>
                  <a:pt x="398092" y="52391"/>
                </a:lnTo>
                <a:lnTo>
                  <a:pt x="397882" y="53127"/>
                </a:lnTo>
                <a:lnTo>
                  <a:pt x="397688" y="53879"/>
                </a:lnTo>
                <a:lnTo>
                  <a:pt x="397511" y="54647"/>
                </a:lnTo>
                <a:lnTo>
                  <a:pt x="397351" y="55431"/>
                </a:lnTo>
                <a:lnTo>
                  <a:pt x="397208" y="56232"/>
                </a:lnTo>
                <a:lnTo>
                  <a:pt x="397082" y="57049"/>
                </a:lnTo>
                <a:lnTo>
                  <a:pt x="396972" y="57882"/>
                </a:lnTo>
                <a:lnTo>
                  <a:pt x="396880" y="58731"/>
                </a:lnTo>
                <a:lnTo>
                  <a:pt x="396804" y="59597"/>
                </a:lnTo>
                <a:lnTo>
                  <a:pt x="396745" y="60479"/>
                </a:lnTo>
                <a:lnTo>
                  <a:pt x="396703" y="61377"/>
                </a:lnTo>
                <a:lnTo>
                  <a:pt x="396677" y="62292"/>
                </a:lnTo>
                <a:lnTo>
                  <a:pt x="396669" y="63223"/>
                </a:lnTo>
                <a:lnTo>
                  <a:pt x="418743" y="63223"/>
                </a:lnTo>
                <a:lnTo>
                  <a:pt x="418751" y="62590"/>
                </a:lnTo>
                <a:lnTo>
                  <a:pt x="418774" y="61972"/>
                </a:lnTo>
                <a:lnTo>
                  <a:pt x="418814" y="61369"/>
                </a:lnTo>
                <a:lnTo>
                  <a:pt x="418869" y="60781"/>
                </a:lnTo>
                <a:lnTo>
                  <a:pt x="418940" y="60208"/>
                </a:lnTo>
                <a:lnTo>
                  <a:pt x="419026" y="59649"/>
                </a:lnTo>
                <a:lnTo>
                  <a:pt x="419129" y="59105"/>
                </a:lnTo>
                <a:lnTo>
                  <a:pt x="419247" y="58576"/>
                </a:lnTo>
                <a:lnTo>
                  <a:pt x="419381" y="58061"/>
                </a:lnTo>
                <a:lnTo>
                  <a:pt x="419531" y="57561"/>
                </a:lnTo>
                <a:lnTo>
                  <a:pt x="419696" y="57077"/>
                </a:lnTo>
                <a:lnTo>
                  <a:pt x="419878" y="56606"/>
                </a:lnTo>
                <a:lnTo>
                  <a:pt x="420075" y="56151"/>
                </a:lnTo>
                <a:lnTo>
                  <a:pt x="420287" y="55710"/>
                </a:lnTo>
                <a:lnTo>
                  <a:pt x="420516" y="55285"/>
                </a:lnTo>
                <a:lnTo>
                  <a:pt x="420760" y="54873"/>
                </a:lnTo>
                <a:lnTo>
                  <a:pt x="421020" y="54477"/>
                </a:lnTo>
                <a:lnTo>
                  <a:pt x="421296" y="54096"/>
                </a:lnTo>
                <a:lnTo>
                  <a:pt x="421588" y="53729"/>
                </a:lnTo>
                <a:lnTo>
                  <a:pt x="421895" y="53377"/>
                </a:lnTo>
                <a:lnTo>
                  <a:pt x="422218" y="53040"/>
                </a:lnTo>
                <a:lnTo>
                  <a:pt x="422557" y="52717"/>
                </a:lnTo>
                <a:lnTo>
                  <a:pt x="422912" y="52409"/>
                </a:lnTo>
                <a:lnTo>
                  <a:pt x="423282" y="52116"/>
                </a:lnTo>
                <a:lnTo>
                  <a:pt x="423665" y="51837"/>
                </a:lnTo>
                <a:lnTo>
                  <a:pt x="424056" y="51569"/>
                </a:lnTo>
                <a:lnTo>
                  <a:pt x="424456" y="51313"/>
                </a:lnTo>
                <a:lnTo>
                  <a:pt x="424864" y="51068"/>
                </a:lnTo>
                <a:lnTo>
                  <a:pt x="425282" y="50836"/>
                </a:lnTo>
                <a:lnTo>
                  <a:pt x="425708" y="50616"/>
                </a:lnTo>
                <a:lnTo>
                  <a:pt x="426142" y="50408"/>
                </a:lnTo>
                <a:lnTo>
                  <a:pt x="426585" y="50211"/>
                </a:lnTo>
                <a:lnTo>
                  <a:pt x="427037" y="50027"/>
                </a:lnTo>
                <a:lnTo>
                  <a:pt x="427498" y="49854"/>
                </a:lnTo>
                <a:lnTo>
                  <a:pt x="427967" y="49693"/>
                </a:lnTo>
                <a:lnTo>
                  <a:pt x="428444" y="49544"/>
                </a:lnTo>
                <a:lnTo>
                  <a:pt x="428931" y="49407"/>
                </a:lnTo>
                <a:lnTo>
                  <a:pt x="429426" y="49282"/>
                </a:lnTo>
                <a:lnTo>
                  <a:pt x="429930" y="49169"/>
                </a:lnTo>
                <a:lnTo>
                  <a:pt x="430442" y="49068"/>
                </a:lnTo>
                <a:lnTo>
                  <a:pt x="430963" y="48979"/>
                </a:lnTo>
                <a:lnTo>
                  <a:pt x="431493" y="48901"/>
                </a:lnTo>
                <a:lnTo>
                  <a:pt x="432031" y="48836"/>
                </a:lnTo>
                <a:lnTo>
                  <a:pt x="432578" y="48782"/>
                </a:lnTo>
                <a:lnTo>
                  <a:pt x="433134" y="48740"/>
                </a:lnTo>
                <a:lnTo>
                  <a:pt x="433698" y="48711"/>
                </a:lnTo>
                <a:lnTo>
                  <a:pt x="434271" y="48693"/>
                </a:lnTo>
                <a:lnTo>
                  <a:pt x="434853" y="48687"/>
                </a:lnTo>
                <a:lnTo>
                  <a:pt x="435383" y="48692"/>
                </a:lnTo>
                <a:lnTo>
                  <a:pt x="435905" y="48709"/>
                </a:lnTo>
                <a:lnTo>
                  <a:pt x="436418" y="48737"/>
                </a:lnTo>
                <a:lnTo>
                  <a:pt x="436924" y="48776"/>
                </a:lnTo>
                <a:lnTo>
                  <a:pt x="437421" y="48826"/>
                </a:lnTo>
                <a:lnTo>
                  <a:pt x="437910" y="48888"/>
                </a:lnTo>
                <a:lnTo>
                  <a:pt x="438391" y="48960"/>
                </a:lnTo>
                <a:lnTo>
                  <a:pt x="438863" y="49044"/>
                </a:lnTo>
                <a:lnTo>
                  <a:pt x="439328" y="49139"/>
                </a:lnTo>
                <a:lnTo>
                  <a:pt x="439784" y="49245"/>
                </a:lnTo>
                <a:lnTo>
                  <a:pt x="440232" y="49362"/>
                </a:lnTo>
                <a:lnTo>
                  <a:pt x="440672" y="49491"/>
                </a:lnTo>
                <a:lnTo>
                  <a:pt x="441104" y="49630"/>
                </a:lnTo>
                <a:lnTo>
                  <a:pt x="441527" y="49781"/>
                </a:lnTo>
                <a:lnTo>
                  <a:pt x="441942" y="49943"/>
                </a:lnTo>
                <a:lnTo>
                  <a:pt x="442349" y="50116"/>
                </a:lnTo>
                <a:lnTo>
                  <a:pt x="442748" y="50300"/>
                </a:lnTo>
                <a:lnTo>
                  <a:pt x="443139" y="50495"/>
                </a:lnTo>
                <a:lnTo>
                  <a:pt x="443522" y="50702"/>
                </a:lnTo>
                <a:lnTo>
                  <a:pt x="443896" y="50920"/>
                </a:lnTo>
                <a:lnTo>
                  <a:pt x="444262" y="51149"/>
                </a:lnTo>
                <a:lnTo>
                  <a:pt x="444620" y="51389"/>
                </a:lnTo>
                <a:lnTo>
                  <a:pt x="444970" y="51640"/>
                </a:lnTo>
                <a:lnTo>
                  <a:pt x="445311" y="51902"/>
                </a:lnTo>
                <a:lnTo>
                  <a:pt x="445642" y="52180"/>
                </a:lnTo>
                <a:lnTo>
                  <a:pt x="445958" y="52476"/>
                </a:lnTo>
                <a:lnTo>
                  <a:pt x="446261" y="52792"/>
                </a:lnTo>
                <a:lnTo>
                  <a:pt x="446549" y="53127"/>
                </a:lnTo>
                <a:lnTo>
                  <a:pt x="446823" y="53481"/>
                </a:lnTo>
                <a:lnTo>
                  <a:pt x="447083" y="53854"/>
                </a:lnTo>
                <a:lnTo>
                  <a:pt x="447329" y="54247"/>
                </a:lnTo>
                <a:lnTo>
                  <a:pt x="447561" y="54658"/>
                </a:lnTo>
                <a:lnTo>
                  <a:pt x="447779" y="55089"/>
                </a:lnTo>
                <a:lnTo>
                  <a:pt x="447983" y="55539"/>
                </a:lnTo>
                <a:lnTo>
                  <a:pt x="448173" y="56008"/>
                </a:lnTo>
                <a:lnTo>
                  <a:pt x="448349" y="56496"/>
                </a:lnTo>
                <a:lnTo>
                  <a:pt x="448510" y="57003"/>
                </a:lnTo>
                <a:lnTo>
                  <a:pt x="448658" y="57529"/>
                </a:lnTo>
                <a:lnTo>
                  <a:pt x="448792" y="58075"/>
                </a:lnTo>
                <a:lnTo>
                  <a:pt x="448911" y="58640"/>
                </a:lnTo>
                <a:lnTo>
                  <a:pt x="449017" y="59223"/>
                </a:lnTo>
                <a:lnTo>
                  <a:pt x="449108" y="59826"/>
                </a:lnTo>
                <a:lnTo>
                  <a:pt x="449185" y="60448"/>
                </a:lnTo>
                <a:lnTo>
                  <a:pt x="449249" y="61090"/>
                </a:lnTo>
                <a:lnTo>
                  <a:pt x="449298" y="61750"/>
                </a:lnTo>
                <a:lnTo>
                  <a:pt x="449333" y="62429"/>
                </a:lnTo>
                <a:lnTo>
                  <a:pt x="449354" y="63128"/>
                </a:lnTo>
                <a:lnTo>
                  <a:pt x="449361" y="63846"/>
                </a:lnTo>
                <a:lnTo>
                  <a:pt x="449361" y="68622"/>
                </a:lnTo>
                <a:lnTo>
                  <a:pt x="447937" y="68655"/>
                </a:lnTo>
                <a:lnTo>
                  <a:pt x="446527" y="68694"/>
                </a:lnTo>
                <a:lnTo>
                  <a:pt x="445133" y="68740"/>
                </a:lnTo>
                <a:lnTo>
                  <a:pt x="443752" y="68792"/>
                </a:lnTo>
                <a:lnTo>
                  <a:pt x="442387" y="68851"/>
                </a:lnTo>
                <a:lnTo>
                  <a:pt x="441036" y="68916"/>
                </a:lnTo>
                <a:lnTo>
                  <a:pt x="439700" y="68988"/>
                </a:lnTo>
                <a:lnTo>
                  <a:pt x="438379" y="69066"/>
                </a:lnTo>
                <a:lnTo>
                  <a:pt x="437072" y="69150"/>
                </a:lnTo>
                <a:lnTo>
                  <a:pt x="435780" y="69241"/>
                </a:lnTo>
                <a:lnTo>
                  <a:pt x="434502" y="69338"/>
                </a:lnTo>
                <a:lnTo>
                  <a:pt x="433240" y="69441"/>
                </a:lnTo>
                <a:lnTo>
                  <a:pt x="431992" y="69551"/>
                </a:lnTo>
                <a:lnTo>
                  <a:pt x="430758" y="69668"/>
                </a:lnTo>
                <a:lnTo>
                  <a:pt x="429540" y="69791"/>
                </a:lnTo>
                <a:lnTo>
                  <a:pt x="428336" y="69920"/>
                </a:lnTo>
                <a:lnTo>
                  <a:pt x="427146" y="70055"/>
                </a:lnTo>
                <a:lnTo>
                  <a:pt x="425972" y="70197"/>
                </a:lnTo>
                <a:lnTo>
                  <a:pt x="424812" y="70346"/>
                </a:lnTo>
                <a:lnTo>
                  <a:pt x="423667" y="70500"/>
                </a:lnTo>
                <a:lnTo>
                  <a:pt x="422536" y="70661"/>
                </a:lnTo>
                <a:lnTo>
                  <a:pt x="421420" y="70829"/>
                </a:lnTo>
                <a:lnTo>
                  <a:pt x="420319" y="71003"/>
                </a:lnTo>
                <a:lnTo>
                  <a:pt x="419232" y="71183"/>
                </a:lnTo>
                <a:lnTo>
                  <a:pt x="418163" y="71374"/>
                </a:lnTo>
                <a:lnTo>
                  <a:pt x="417114" y="71578"/>
                </a:lnTo>
                <a:lnTo>
                  <a:pt x="416084" y="71796"/>
                </a:lnTo>
                <a:lnTo>
                  <a:pt x="415075" y="72028"/>
                </a:lnTo>
                <a:lnTo>
                  <a:pt x="414085" y="72273"/>
                </a:lnTo>
                <a:lnTo>
                  <a:pt x="413116" y="72532"/>
                </a:lnTo>
                <a:lnTo>
                  <a:pt x="412166" y="72805"/>
                </a:lnTo>
                <a:lnTo>
                  <a:pt x="411236" y="73091"/>
                </a:lnTo>
                <a:lnTo>
                  <a:pt x="410327" y="73392"/>
                </a:lnTo>
                <a:lnTo>
                  <a:pt x="409437" y="73706"/>
                </a:lnTo>
                <a:lnTo>
                  <a:pt x="408567" y="74034"/>
                </a:lnTo>
                <a:lnTo>
                  <a:pt x="407717" y="74375"/>
                </a:lnTo>
                <a:lnTo>
                  <a:pt x="406887" y="74730"/>
                </a:lnTo>
                <a:lnTo>
                  <a:pt x="406077" y="75099"/>
                </a:lnTo>
                <a:lnTo>
                  <a:pt x="405287" y="75482"/>
                </a:lnTo>
                <a:lnTo>
                  <a:pt x="404516" y="75878"/>
                </a:lnTo>
                <a:lnTo>
                  <a:pt x="403766" y="76289"/>
                </a:lnTo>
                <a:lnTo>
                  <a:pt x="403036" y="76713"/>
                </a:lnTo>
                <a:lnTo>
                  <a:pt x="402325" y="77150"/>
                </a:lnTo>
                <a:lnTo>
                  <a:pt x="401635" y="77602"/>
                </a:lnTo>
                <a:lnTo>
                  <a:pt x="400964" y="78067"/>
                </a:lnTo>
                <a:lnTo>
                  <a:pt x="400314" y="78546"/>
                </a:lnTo>
                <a:lnTo>
                  <a:pt x="399683" y="79038"/>
                </a:lnTo>
                <a:lnTo>
                  <a:pt x="399072" y="79544"/>
                </a:lnTo>
                <a:lnTo>
                  <a:pt x="398484" y="80068"/>
                </a:lnTo>
                <a:lnTo>
                  <a:pt x="397921" y="80612"/>
                </a:lnTo>
                <a:lnTo>
                  <a:pt x="397382" y="81177"/>
                </a:lnTo>
                <a:lnTo>
                  <a:pt x="396869" y="81762"/>
                </a:lnTo>
                <a:lnTo>
                  <a:pt x="396381" y="82369"/>
                </a:lnTo>
                <a:lnTo>
                  <a:pt x="395918" y="82996"/>
                </a:lnTo>
                <a:lnTo>
                  <a:pt x="395480" y="83644"/>
                </a:lnTo>
                <a:lnTo>
                  <a:pt x="395067" y="84312"/>
                </a:lnTo>
                <a:lnTo>
                  <a:pt x="394679" y="85002"/>
                </a:lnTo>
                <a:lnTo>
                  <a:pt x="394316" y="85712"/>
                </a:lnTo>
                <a:lnTo>
                  <a:pt x="393978" y="86443"/>
                </a:lnTo>
                <a:lnTo>
                  <a:pt x="393665" y="87194"/>
                </a:lnTo>
                <a:lnTo>
                  <a:pt x="393377" y="87967"/>
                </a:lnTo>
                <a:lnTo>
                  <a:pt x="393114" y="88760"/>
                </a:lnTo>
                <a:lnTo>
                  <a:pt x="392876" y="89574"/>
                </a:lnTo>
                <a:lnTo>
                  <a:pt x="392664" y="90408"/>
                </a:lnTo>
                <a:lnTo>
                  <a:pt x="392476" y="91264"/>
                </a:lnTo>
                <a:lnTo>
                  <a:pt x="392313" y="92140"/>
                </a:lnTo>
                <a:lnTo>
                  <a:pt x="392176" y="93037"/>
                </a:lnTo>
                <a:lnTo>
                  <a:pt x="392063" y="93954"/>
                </a:lnTo>
                <a:lnTo>
                  <a:pt x="391975" y="94893"/>
                </a:lnTo>
                <a:lnTo>
                  <a:pt x="391913" y="95852"/>
                </a:lnTo>
                <a:lnTo>
                  <a:pt x="391875" y="96832"/>
                </a:lnTo>
                <a:lnTo>
                  <a:pt x="391863" y="97833"/>
                </a:lnTo>
                <a:lnTo>
                  <a:pt x="391869" y="98554"/>
                </a:lnTo>
                <a:lnTo>
                  <a:pt x="391890" y="99265"/>
                </a:lnTo>
                <a:lnTo>
                  <a:pt x="391924" y="99966"/>
                </a:lnTo>
                <a:lnTo>
                  <a:pt x="391973" y="100657"/>
                </a:lnTo>
                <a:lnTo>
                  <a:pt x="392035" y="101338"/>
                </a:lnTo>
                <a:lnTo>
                  <a:pt x="392110" y="102009"/>
                </a:lnTo>
                <a:lnTo>
                  <a:pt x="392200" y="102669"/>
                </a:lnTo>
                <a:lnTo>
                  <a:pt x="392303" y="103320"/>
                </a:lnTo>
                <a:lnTo>
                  <a:pt x="392420" y="103960"/>
                </a:lnTo>
                <a:lnTo>
                  <a:pt x="392550" y="104590"/>
                </a:lnTo>
                <a:lnTo>
                  <a:pt x="392695" y="105210"/>
                </a:lnTo>
                <a:lnTo>
                  <a:pt x="392853" y="105820"/>
                </a:lnTo>
                <a:lnTo>
                  <a:pt x="393025" y="106420"/>
                </a:lnTo>
                <a:lnTo>
                  <a:pt x="393210" y="107010"/>
                </a:lnTo>
                <a:lnTo>
                  <a:pt x="393410" y="107589"/>
                </a:lnTo>
                <a:lnTo>
                  <a:pt x="393623" y="108159"/>
                </a:lnTo>
                <a:lnTo>
                  <a:pt x="393850" y="108718"/>
                </a:lnTo>
                <a:lnTo>
                  <a:pt x="394091" y="109267"/>
                </a:lnTo>
                <a:lnTo>
                  <a:pt x="394345" y="109806"/>
                </a:lnTo>
                <a:lnTo>
                  <a:pt x="394613" y="110335"/>
                </a:lnTo>
                <a:lnTo>
                  <a:pt x="394895" y="110854"/>
                </a:lnTo>
                <a:lnTo>
                  <a:pt x="395191" y="111362"/>
                </a:lnTo>
                <a:lnTo>
                  <a:pt x="395500" y="111861"/>
                </a:lnTo>
                <a:lnTo>
                  <a:pt x="395823" y="112349"/>
                </a:lnTo>
                <a:lnTo>
                  <a:pt x="396158" y="112827"/>
                </a:lnTo>
                <a:lnTo>
                  <a:pt x="396501" y="113295"/>
                </a:lnTo>
                <a:lnTo>
                  <a:pt x="396852" y="113753"/>
                </a:lnTo>
                <a:lnTo>
                  <a:pt x="397212" y="114200"/>
                </a:lnTo>
                <a:lnTo>
                  <a:pt x="397580" y="114638"/>
                </a:lnTo>
                <a:lnTo>
                  <a:pt x="397957" y="115065"/>
                </a:lnTo>
                <a:lnTo>
                  <a:pt x="398342" y="115482"/>
                </a:lnTo>
                <a:lnTo>
                  <a:pt x="398736" y="115889"/>
                </a:lnTo>
                <a:lnTo>
                  <a:pt x="399138" y="116286"/>
                </a:lnTo>
                <a:lnTo>
                  <a:pt x="399549" y="116673"/>
                </a:lnTo>
                <a:lnTo>
                  <a:pt x="399968" y="117049"/>
                </a:lnTo>
                <a:lnTo>
                  <a:pt x="400396" y="117416"/>
                </a:lnTo>
                <a:lnTo>
                  <a:pt x="400832" y="117772"/>
                </a:lnTo>
                <a:lnTo>
                  <a:pt x="401277" y="118118"/>
                </a:lnTo>
                <a:lnTo>
                  <a:pt x="401731" y="118454"/>
                </a:lnTo>
                <a:lnTo>
                  <a:pt x="402192" y="118780"/>
                </a:lnTo>
                <a:lnTo>
                  <a:pt x="402663" y="119096"/>
                </a:lnTo>
                <a:lnTo>
                  <a:pt x="403141" y="119401"/>
                </a:lnTo>
                <a:lnTo>
                  <a:pt x="403629" y="119697"/>
                </a:lnTo>
                <a:lnTo>
                  <a:pt x="404125" y="119982"/>
                </a:lnTo>
                <a:lnTo>
                  <a:pt x="404629" y="120257"/>
                </a:lnTo>
                <a:lnTo>
                  <a:pt x="405142" y="120522"/>
                </a:lnTo>
                <a:lnTo>
                  <a:pt x="405663" y="120777"/>
                </a:lnTo>
                <a:lnTo>
                  <a:pt x="406193" y="121022"/>
                </a:lnTo>
                <a:lnTo>
                  <a:pt x="406728" y="121256"/>
                </a:lnTo>
                <a:lnTo>
                  <a:pt x="407268" y="121481"/>
                </a:lnTo>
                <a:lnTo>
                  <a:pt x="407810" y="121696"/>
                </a:lnTo>
                <a:lnTo>
                  <a:pt x="408356" y="121901"/>
                </a:lnTo>
                <a:lnTo>
                  <a:pt x="408905" y="122095"/>
                </a:lnTo>
                <a:lnTo>
                  <a:pt x="409458" y="122280"/>
                </a:lnTo>
                <a:lnTo>
                  <a:pt x="410014" y="122455"/>
                </a:lnTo>
                <a:lnTo>
                  <a:pt x="410574" y="122620"/>
                </a:lnTo>
                <a:lnTo>
                  <a:pt x="411137" y="122774"/>
                </a:lnTo>
                <a:lnTo>
                  <a:pt x="411703" y="122919"/>
                </a:lnTo>
                <a:lnTo>
                  <a:pt x="412273" y="123054"/>
                </a:lnTo>
                <a:lnTo>
                  <a:pt x="412846" y="123179"/>
                </a:lnTo>
                <a:lnTo>
                  <a:pt x="413423" y="123294"/>
                </a:lnTo>
                <a:lnTo>
                  <a:pt x="414002" y="123398"/>
                </a:lnTo>
                <a:lnTo>
                  <a:pt x="414586" y="123493"/>
                </a:lnTo>
                <a:lnTo>
                  <a:pt x="415173" y="123578"/>
                </a:lnTo>
                <a:lnTo>
                  <a:pt x="415763" y="123653"/>
                </a:lnTo>
                <a:lnTo>
                  <a:pt x="416356" y="123718"/>
                </a:lnTo>
                <a:lnTo>
                  <a:pt x="416953" y="123773"/>
                </a:lnTo>
                <a:lnTo>
                  <a:pt x="417553" y="123818"/>
                </a:lnTo>
                <a:lnTo>
                  <a:pt x="418157" y="123853"/>
                </a:lnTo>
                <a:lnTo>
                  <a:pt x="418764" y="123878"/>
                </a:lnTo>
                <a:lnTo>
                  <a:pt x="419375" y="123893"/>
                </a:lnTo>
                <a:lnTo>
                  <a:pt x="419989" y="123898"/>
                </a:lnTo>
                <a:lnTo>
                  <a:pt x="420779" y="123892"/>
                </a:lnTo>
                <a:lnTo>
                  <a:pt x="421561" y="123875"/>
                </a:lnTo>
                <a:lnTo>
                  <a:pt x="422335" y="123847"/>
                </a:lnTo>
                <a:lnTo>
                  <a:pt x="423102" y="123808"/>
                </a:lnTo>
                <a:lnTo>
                  <a:pt x="423860" y="123757"/>
                </a:lnTo>
                <a:close/>
                <a:moveTo>
                  <a:pt x="425557" y="107580"/>
                </a:moveTo>
                <a:lnTo>
                  <a:pt x="425143" y="107528"/>
                </a:lnTo>
                <a:lnTo>
                  <a:pt x="424736" y="107467"/>
                </a:lnTo>
                <a:lnTo>
                  <a:pt x="424335" y="107396"/>
                </a:lnTo>
                <a:lnTo>
                  <a:pt x="423942" y="107315"/>
                </a:lnTo>
                <a:lnTo>
                  <a:pt x="423556" y="107225"/>
                </a:lnTo>
                <a:lnTo>
                  <a:pt x="423176" y="107126"/>
                </a:lnTo>
                <a:lnTo>
                  <a:pt x="422804" y="107017"/>
                </a:lnTo>
                <a:lnTo>
                  <a:pt x="422438" y="106899"/>
                </a:lnTo>
                <a:lnTo>
                  <a:pt x="422080" y="106771"/>
                </a:lnTo>
                <a:lnTo>
                  <a:pt x="421728" y="106634"/>
                </a:lnTo>
                <a:lnTo>
                  <a:pt x="421383" y="106487"/>
                </a:lnTo>
                <a:lnTo>
                  <a:pt x="421046" y="106331"/>
                </a:lnTo>
                <a:lnTo>
                  <a:pt x="420715" y="106165"/>
                </a:lnTo>
                <a:lnTo>
                  <a:pt x="420391" y="105990"/>
                </a:lnTo>
                <a:lnTo>
                  <a:pt x="420074" y="105806"/>
                </a:lnTo>
                <a:lnTo>
                  <a:pt x="419764" y="105612"/>
                </a:lnTo>
                <a:lnTo>
                  <a:pt x="419461" y="105408"/>
                </a:lnTo>
                <a:lnTo>
                  <a:pt x="419165" y="105195"/>
                </a:lnTo>
                <a:lnTo>
                  <a:pt x="418876" y="104973"/>
                </a:lnTo>
                <a:lnTo>
                  <a:pt x="418597" y="104740"/>
                </a:lnTo>
                <a:lnTo>
                  <a:pt x="418329" y="104498"/>
                </a:lnTo>
                <a:lnTo>
                  <a:pt x="418073" y="104246"/>
                </a:lnTo>
                <a:lnTo>
                  <a:pt x="417829" y="103983"/>
                </a:lnTo>
                <a:lnTo>
                  <a:pt x="417597" y="103711"/>
                </a:lnTo>
                <a:lnTo>
                  <a:pt x="417377" y="103428"/>
                </a:lnTo>
                <a:lnTo>
                  <a:pt x="417169" y="103135"/>
                </a:lnTo>
                <a:lnTo>
                  <a:pt x="416972" y="102832"/>
                </a:lnTo>
                <a:lnTo>
                  <a:pt x="416788" y="102519"/>
                </a:lnTo>
                <a:lnTo>
                  <a:pt x="416616" y="102196"/>
                </a:lnTo>
                <a:lnTo>
                  <a:pt x="416455" y="101863"/>
                </a:lnTo>
                <a:lnTo>
                  <a:pt x="416306" y="101519"/>
                </a:lnTo>
                <a:lnTo>
                  <a:pt x="416169" y="101166"/>
                </a:lnTo>
                <a:lnTo>
                  <a:pt x="416044" y="100803"/>
                </a:lnTo>
                <a:lnTo>
                  <a:pt x="415931" y="100429"/>
                </a:lnTo>
                <a:lnTo>
                  <a:pt x="415830" y="100045"/>
                </a:lnTo>
                <a:lnTo>
                  <a:pt x="415741" y="99651"/>
                </a:lnTo>
                <a:lnTo>
                  <a:pt x="415664" y="99247"/>
                </a:lnTo>
                <a:lnTo>
                  <a:pt x="415598" y="98833"/>
                </a:lnTo>
                <a:lnTo>
                  <a:pt x="415545" y="98409"/>
                </a:lnTo>
                <a:lnTo>
                  <a:pt x="415503" y="97975"/>
                </a:lnTo>
                <a:lnTo>
                  <a:pt x="415473" y="97531"/>
                </a:lnTo>
                <a:lnTo>
                  <a:pt x="415455" y="97076"/>
                </a:lnTo>
                <a:lnTo>
                  <a:pt x="415449" y="96612"/>
                </a:lnTo>
                <a:lnTo>
                  <a:pt x="415462" y="95968"/>
                </a:lnTo>
                <a:lnTo>
                  <a:pt x="415501" y="95339"/>
                </a:lnTo>
                <a:lnTo>
                  <a:pt x="415566" y="94725"/>
                </a:lnTo>
                <a:lnTo>
                  <a:pt x="415657" y="94126"/>
                </a:lnTo>
                <a:lnTo>
                  <a:pt x="415774" y="93542"/>
                </a:lnTo>
                <a:lnTo>
                  <a:pt x="415917" y="92973"/>
                </a:lnTo>
                <a:lnTo>
                  <a:pt x="416085" y="92420"/>
                </a:lnTo>
                <a:lnTo>
                  <a:pt x="416280" y="91881"/>
                </a:lnTo>
                <a:lnTo>
                  <a:pt x="416501" y="91357"/>
                </a:lnTo>
                <a:lnTo>
                  <a:pt x="416747" y="90848"/>
                </a:lnTo>
                <a:lnTo>
                  <a:pt x="417020" y="90354"/>
                </a:lnTo>
                <a:lnTo>
                  <a:pt x="417319" y="89875"/>
                </a:lnTo>
                <a:lnTo>
                  <a:pt x="417643" y="89411"/>
                </a:lnTo>
                <a:lnTo>
                  <a:pt x="417994" y="88962"/>
                </a:lnTo>
                <a:lnTo>
                  <a:pt x="418370" y="88528"/>
                </a:lnTo>
                <a:lnTo>
                  <a:pt x="418772" y="88109"/>
                </a:lnTo>
                <a:lnTo>
                  <a:pt x="419201" y="87705"/>
                </a:lnTo>
                <a:lnTo>
                  <a:pt x="419655" y="87316"/>
                </a:lnTo>
                <a:lnTo>
                  <a:pt x="420135" y="86942"/>
                </a:lnTo>
                <a:lnTo>
                  <a:pt x="420642" y="86583"/>
                </a:lnTo>
                <a:lnTo>
                  <a:pt x="421174" y="86239"/>
                </a:lnTo>
                <a:lnTo>
                  <a:pt x="421732" y="85910"/>
                </a:lnTo>
                <a:lnTo>
                  <a:pt x="422316" y="85596"/>
                </a:lnTo>
                <a:lnTo>
                  <a:pt x="422926" y="85297"/>
                </a:lnTo>
                <a:lnTo>
                  <a:pt x="423569" y="85011"/>
                </a:lnTo>
                <a:lnTo>
                  <a:pt x="424250" y="84737"/>
                </a:lnTo>
                <a:lnTo>
                  <a:pt x="424970" y="84475"/>
                </a:lnTo>
                <a:lnTo>
                  <a:pt x="425730" y="84225"/>
                </a:lnTo>
                <a:lnTo>
                  <a:pt x="426528" y="83986"/>
                </a:lnTo>
                <a:lnTo>
                  <a:pt x="427365" y="83760"/>
                </a:lnTo>
                <a:lnTo>
                  <a:pt x="428241" y="83545"/>
                </a:lnTo>
                <a:lnTo>
                  <a:pt x="429157" y="83342"/>
                </a:lnTo>
                <a:lnTo>
                  <a:pt x="430111" y="83151"/>
                </a:lnTo>
                <a:lnTo>
                  <a:pt x="431104" y="82972"/>
                </a:lnTo>
                <a:lnTo>
                  <a:pt x="432136" y="82805"/>
                </a:lnTo>
                <a:lnTo>
                  <a:pt x="433206" y="82649"/>
                </a:lnTo>
                <a:lnTo>
                  <a:pt x="434316" y="82506"/>
                </a:lnTo>
                <a:lnTo>
                  <a:pt x="435465" y="82374"/>
                </a:lnTo>
                <a:lnTo>
                  <a:pt x="436653" y="82254"/>
                </a:lnTo>
                <a:lnTo>
                  <a:pt x="437879" y="82145"/>
                </a:lnTo>
                <a:lnTo>
                  <a:pt x="439145" y="82049"/>
                </a:lnTo>
                <a:lnTo>
                  <a:pt x="440449" y="81965"/>
                </a:lnTo>
                <a:lnTo>
                  <a:pt x="441793" y="81892"/>
                </a:lnTo>
                <a:lnTo>
                  <a:pt x="443175" y="81831"/>
                </a:lnTo>
                <a:lnTo>
                  <a:pt x="444596" y="81782"/>
                </a:lnTo>
                <a:lnTo>
                  <a:pt x="446057" y="81745"/>
                </a:lnTo>
                <a:lnTo>
                  <a:pt x="447556" y="81719"/>
                </a:lnTo>
                <a:lnTo>
                  <a:pt x="449094" y="81706"/>
                </a:lnTo>
                <a:lnTo>
                  <a:pt x="449094" y="96066"/>
                </a:lnTo>
                <a:lnTo>
                  <a:pt x="448808" y="96443"/>
                </a:lnTo>
                <a:lnTo>
                  <a:pt x="448515" y="96817"/>
                </a:lnTo>
                <a:lnTo>
                  <a:pt x="448213" y="97186"/>
                </a:lnTo>
                <a:lnTo>
                  <a:pt x="447904" y="97553"/>
                </a:lnTo>
                <a:lnTo>
                  <a:pt x="447586" y="97916"/>
                </a:lnTo>
                <a:lnTo>
                  <a:pt x="447261" y="98275"/>
                </a:lnTo>
                <a:lnTo>
                  <a:pt x="446928" y="98631"/>
                </a:lnTo>
                <a:lnTo>
                  <a:pt x="446587" y="98984"/>
                </a:lnTo>
                <a:lnTo>
                  <a:pt x="446238" y="99333"/>
                </a:lnTo>
                <a:lnTo>
                  <a:pt x="445882" y="99679"/>
                </a:lnTo>
                <a:lnTo>
                  <a:pt x="445517" y="100021"/>
                </a:lnTo>
                <a:lnTo>
                  <a:pt x="445144" y="100360"/>
                </a:lnTo>
                <a:lnTo>
                  <a:pt x="444764" y="100695"/>
                </a:lnTo>
                <a:lnTo>
                  <a:pt x="444376" y="101027"/>
                </a:lnTo>
                <a:lnTo>
                  <a:pt x="443980" y="101355"/>
                </a:lnTo>
                <a:lnTo>
                  <a:pt x="443576" y="101680"/>
                </a:lnTo>
                <a:lnTo>
                  <a:pt x="443164" y="102001"/>
                </a:lnTo>
                <a:lnTo>
                  <a:pt x="442744" y="102319"/>
                </a:lnTo>
                <a:lnTo>
                  <a:pt x="442316" y="102634"/>
                </a:lnTo>
                <a:lnTo>
                  <a:pt x="441881" y="102945"/>
                </a:lnTo>
                <a:lnTo>
                  <a:pt x="441437" y="103253"/>
                </a:lnTo>
                <a:lnTo>
                  <a:pt x="440986" y="103557"/>
                </a:lnTo>
                <a:lnTo>
                  <a:pt x="440527" y="103858"/>
                </a:lnTo>
                <a:lnTo>
                  <a:pt x="440060" y="104155"/>
                </a:lnTo>
                <a:lnTo>
                  <a:pt x="439587" y="104444"/>
                </a:lnTo>
                <a:lnTo>
                  <a:pt x="439111" y="104721"/>
                </a:lnTo>
                <a:lnTo>
                  <a:pt x="438631" y="104985"/>
                </a:lnTo>
                <a:lnTo>
                  <a:pt x="438147" y="105238"/>
                </a:lnTo>
                <a:lnTo>
                  <a:pt x="437661" y="105478"/>
                </a:lnTo>
                <a:lnTo>
                  <a:pt x="437170" y="105705"/>
                </a:lnTo>
                <a:lnTo>
                  <a:pt x="436676" y="105921"/>
                </a:lnTo>
                <a:lnTo>
                  <a:pt x="436178" y="106124"/>
                </a:lnTo>
                <a:lnTo>
                  <a:pt x="435677" y="106314"/>
                </a:lnTo>
                <a:lnTo>
                  <a:pt x="435172" y="106493"/>
                </a:lnTo>
                <a:lnTo>
                  <a:pt x="434664" y="106659"/>
                </a:lnTo>
                <a:lnTo>
                  <a:pt x="434152" y="106813"/>
                </a:lnTo>
                <a:lnTo>
                  <a:pt x="433637" y="106954"/>
                </a:lnTo>
                <a:lnTo>
                  <a:pt x="433118" y="107083"/>
                </a:lnTo>
                <a:lnTo>
                  <a:pt x="432595" y="107200"/>
                </a:lnTo>
                <a:lnTo>
                  <a:pt x="432069" y="107305"/>
                </a:lnTo>
                <a:lnTo>
                  <a:pt x="431539" y="107397"/>
                </a:lnTo>
                <a:lnTo>
                  <a:pt x="431006" y="107477"/>
                </a:lnTo>
                <a:lnTo>
                  <a:pt x="430469" y="107545"/>
                </a:lnTo>
                <a:lnTo>
                  <a:pt x="429929" y="107600"/>
                </a:lnTo>
                <a:lnTo>
                  <a:pt x="429385" y="107643"/>
                </a:lnTo>
                <a:lnTo>
                  <a:pt x="428838" y="107674"/>
                </a:lnTo>
                <a:lnTo>
                  <a:pt x="428287" y="107692"/>
                </a:lnTo>
                <a:lnTo>
                  <a:pt x="427732" y="107699"/>
                </a:lnTo>
                <a:lnTo>
                  <a:pt x="427283" y="107694"/>
                </a:lnTo>
                <a:lnTo>
                  <a:pt x="426841" y="107680"/>
                </a:lnTo>
                <a:lnTo>
                  <a:pt x="426406" y="107656"/>
                </a:lnTo>
                <a:lnTo>
                  <a:pt x="425978" y="107623"/>
                </a:lnTo>
                <a:lnTo>
                  <a:pt x="425557" y="107580"/>
                </a:lnTo>
                <a:close/>
                <a:moveTo>
                  <a:pt x="162316" y="123708"/>
                </a:moveTo>
                <a:lnTo>
                  <a:pt x="163186" y="123625"/>
                </a:lnTo>
                <a:lnTo>
                  <a:pt x="164044" y="123527"/>
                </a:lnTo>
                <a:lnTo>
                  <a:pt x="164889" y="123413"/>
                </a:lnTo>
                <a:lnTo>
                  <a:pt x="165720" y="123284"/>
                </a:lnTo>
                <a:lnTo>
                  <a:pt x="166539" y="123141"/>
                </a:lnTo>
                <a:lnTo>
                  <a:pt x="167345" y="122982"/>
                </a:lnTo>
                <a:lnTo>
                  <a:pt x="168137" y="122807"/>
                </a:lnTo>
                <a:lnTo>
                  <a:pt x="168917" y="122618"/>
                </a:lnTo>
                <a:lnTo>
                  <a:pt x="169684" y="122414"/>
                </a:lnTo>
                <a:lnTo>
                  <a:pt x="170438" y="122194"/>
                </a:lnTo>
                <a:lnTo>
                  <a:pt x="171178" y="121959"/>
                </a:lnTo>
                <a:lnTo>
                  <a:pt x="171906" y="121710"/>
                </a:lnTo>
                <a:lnTo>
                  <a:pt x="172621" y="121445"/>
                </a:lnTo>
                <a:lnTo>
                  <a:pt x="173323" y="121164"/>
                </a:lnTo>
                <a:lnTo>
                  <a:pt x="174012" y="120869"/>
                </a:lnTo>
                <a:lnTo>
                  <a:pt x="174688" y="120559"/>
                </a:lnTo>
                <a:lnTo>
                  <a:pt x="175351" y="120233"/>
                </a:lnTo>
                <a:lnTo>
                  <a:pt x="176001" y="119892"/>
                </a:lnTo>
                <a:lnTo>
                  <a:pt x="176638" y="119536"/>
                </a:lnTo>
                <a:lnTo>
                  <a:pt x="177262" y="119171"/>
                </a:lnTo>
                <a:lnTo>
                  <a:pt x="177876" y="118802"/>
                </a:lnTo>
                <a:lnTo>
                  <a:pt x="178479" y="118428"/>
                </a:lnTo>
                <a:lnTo>
                  <a:pt x="179070" y="118051"/>
                </a:lnTo>
                <a:lnTo>
                  <a:pt x="179651" y="117669"/>
                </a:lnTo>
                <a:lnTo>
                  <a:pt x="180220" y="117283"/>
                </a:lnTo>
                <a:lnTo>
                  <a:pt x="180778" y="116894"/>
                </a:lnTo>
                <a:lnTo>
                  <a:pt x="181325" y="116500"/>
                </a:lnTo>
                <a:lnTo>
                  <a:pt x="181861" y="116103"/>
                </a:lnTo>
                <a:lnTo>
                  <a:pt x="182386" y="115701"/>
                </a:lnTo>
                <a:lnTo>
                  <a:pt x="182900" y="115295"/>
                </a:lnTo>
                <a:lnTo>
                  <a:pt x="183402" y="114886"/>
                </a:lnTo>
                <a:lnTo>
                  <a:pt x="183893" y="114472"/>
                </a:lnTo>
                <a:lnTo>
                  <a:pt x="184374" y="114054"/>
                </a:lnTo>
                <a:lnTo>
                  <a:pt x="184843" y="113633"/>
                </a:lnTo>
                <a:lnTo>
                  <a:pt x="185301" y="113207"/>
                </a:lnTo>
                <a:lnTo>
                  <a:pt x="185748" y="112777"/>
                </a:lnTo>
                <a:lnTo>
                  <a:pt x="186184" y="112344"/>
                </a:lnTo>
                <a:lnTo>
                  <a:pt x="186608" y="111906"/>
                </a:lnTo>
                <a:lnTo>
                  <a:pt x="187022" y="111464"/>
                </a:lnTo>
                <a:lnTo>
                  <a:pt x="187424" y="111018"/>
                </a:lnTo>
                <a:lnTo>
                  <a:pt x="187815" y="110568"/>
                </a:lnTo>
                <a:lnTo>
                  <a:pt x="188195" y="110115"/>
                </a:lnTo>
                <a:lnTo>
                  <a:pt x="188564" y="109657"/>
                </a:lnTo>
                <a:lnTo>
                  <a:pt x="188920" y="122296"/>
                </a:lnTo>
                <a:lnTo>
                  <a:pt x="211706" y="122296"/>
                </a:lnTo>
                <a:lnTo>
                  <a:pt x="211706" y="34357"/>
                </a:lnTo>
                <a:lnTo>
                  <a:pt x="188119" y="34357"/>
                </a:lnTo>
                <a:lnTo>
                  <a:pt x="188119" y="93663"/>
                </a:lnTo>
                <a:lnTo>
                  <a:pt x="187806" y="94047"/>
                </a:lnTo>
                <a:lnTo>
                  <a:pt x="187487" y="94427"/>
                </a:lnTo>
                <a:lnTo>
                  <a:pt x="187165" y="94801"/>
                </a:lnTo>
                <a:lnTo>
                  <a:pt x="186837" y="95171"/>
                </a:lnTo>
                <a:lnTo>
                  <a:pt x="186506" y="95535"/>
                </a:lnTo>
                <a:lnTo>
                  <a:pt x="186170" y="95895"/>
                </a:lnTo>
                <a:lnTo>
                  <a:pt x="185829" y="96250"/>
                </a:lnTo>
                <a:lnTo>
                  <a:pt x="185484" y="96600"/>
                </a:lnTo>
                <a:lnTo>
                  <a:pt x="185134" y="96945"/>
                </a:lnTo>
                <a:lnTo>
                  <a:pt x="184780" y="97285"/>
                </a:lnTo>
                <a:lnTo>
                  <a:pt x="184422" y="97620"/>
                </a:lnTo>
                <a:lnTo>
                  <a:pt x="184058" y="97950"/>
                </a:lnTo>
                <a:lnTo>
                  <a:pt x="183691" y="98276"/>
                </a:lnTo>
                <a:lnTo>
                  <a:pt x="183319" y="98596"/>
                </a:lnTo>
                <a:lnTo>
                  <a:pt x="182942" y="98912"/>
                </a:lnTo>
                <a:lnTo>
                  <a:pt x="182561" y="99222"/>
                </a:lnTo>
                <a:lnTo>
                  <a:pt x="182176" y="99528"/>
                </a:lnTo>
                <a:lnTo>
                  <a:pt x="181786" y="99829"/>
                </a:lnTo>
                <a:lnTo>
                  <a:pt x="181392" y="100125"/>
                </a:lnTo>
                <a:lnTo>
                  <a:pt x="180993" y="100416"/>
                </a:lnTo>
                <a:lnTo>
                  <a:pt x="180589" y="100703"/>
                </a:lnTo>
                <a:lnTo>
                  <a:pt x="180181" y="100984"/>
                </a:lnTo>
                <a:lnTo>
                  <a:pt x="179769" y="101260"/>
                </a:lnTo>
                <a:lnTo>
                  <a:pt x="179352" y="101532"/>
                </a:lnTo>
                <a:lnTo>
                  <a:pt x="178930" y="101795"/>
                </a:lnTo>
                <a:lnTo>
                  <a:pt x="178500" y="102048"/>
                </a:lnTo>
                <a:lnTo>
                  <a:pt x="178062" y="102289"/>
                </a:lnTo>
                <a:lnTo>
                  <a:pt x="177618" y="102519"/>
                </a:lnTo>
                <a:lnTo>
                  <a:pt x="177166" y="102737"/>
                </a:lnTo>
                <a:lnTo>
                  <a:pt x="176707" y="102945"/>
                </a:lnTo>
                <a:lnTo>
                  <a:pt x="176241" y="103141"/>
                </a:lnTo>
                <a:lnTo>
                  <a:pt x="175767" y="103326"/>
                </a:lnTo>
                <a:lnTo>
                  <a:pt x="175286" y="103500"/>
                </a:lnTo>
                <a:lnTo>
                  <a:pt x="174798" y="103662"/>
                </a:lnTo>
                <a:lnTo>
                  <a:pt x="174303" y="103814"/>
                </a:lnTo>
                <a:lnTo>
                  <a:pt x="173800" y="103954"/>
                </a:lnTo>
                <a:lnTo>
                  <a:pt x="173291" y="104083"/>
                </a:lnTo>
                <a:lnTo>
                  <a:pt x="172773" y="104201"/>
                </a:lnTo>
                <a:lnTo>
                  <a:pt x="172249" y="104307"/>
                </a:lnTo>
                <a:lnTo>
                  <a:pt x="171717" y="104402"/>
                </a:lnTo>
                <a:lnTo>
                  <a:pt x="171178" y="104487"/>
                </a:lnTo>
                <a:lnTo>
                  <a:pt x="170632" y="104559"/>
                </a:lnTo>
                <a:lnTo>
                  <a:pt x="170079" y="104621"/>
                </a:lnTo>
                <a:lnTo>
                  <a:pt x="169518" y="104672"/>
                </a:lnTo>
                <a:lnTo>
                  <a:pt x="168950" y="104711"/>
                </a:lnTo>
                <a:lnTo>
                  <a:pt x="168375" y="104739"/>
                </a:lnTo>
                <a:lnTo>
                  <a:pt x="167793" y="104756"/>
                </a:lnTo>
                <a:lnTo>
                  <a:pt x="167203" y="104761"/>
                </a:lnTo>
                <a:lnTo>
                  <a:pt x="166798" y="104758"/>
                </a:lnTo>
                <a:lnTo>
                  <a:pt x="166400" y="104748"/>
                </a:lnTo>
                <a:lnTo>
                  <a:pt x="166009" y="104731"/>
                </a:lnTo>
                <a:lnTo>
                  <a:pt x="165624" y="104708"/>
                </a:lnTo>
                <a:lnTo>
                  <a:pt x="165246" y="104678"/>
                </a:lnTo>
                <a:lnTo>
                  <a:pt x="164875" y="104642"/>
                </a:lnTo>
                <a:lnTo>
                  <a:pt x="164510" y="104599"/>
                </a:lnTo>
                <a:lnTo>
                  <a:pt x="164152" y="104549"/>
                </a:lnTo>
                <a:lnTo>
                  <a:pt x="163800" y="104493"/>
                </a:lnTo>
                <a:lnTo>
                  <a:pt x="163456" y="104430"/>
                </a:lnTo>
                <a:lnTo>
                  <a:pt x="163117" y="104360"/>
                </a:lnTo>
                <a:lnTo>
                  <a:pt x="162786" y="104284"/>
                </a:lnTo>
                <a:lnTo>
                  <a:pt x="162461" y="104201"/>
                </a:lnTo>
                <a:lnTo>
                  <a:pt x="162143" y="104111"/>
                </a:lnTo>
                <a:lnTo>
                  <a:pt x="161831" y="104015"/>
                </a:lnTo>
                <a:lnTo>
                  <a:pt x="161526" y="103912"/>
                </a:lnTo>
                <a:lnTo>
                  <a:pt x="161228" y="103803"/>
                </a:lnTo>
                <a:lnTo>
                  <a:pt x="160936" y="103686"/>
                </a:lnTo>
                <a:lnTo>
                  <a:pt x="160651" y="103564"/>
                </a:lnTo>
                <a:lnTo>
                  <a:pt x="160373" y="103434"/>
                </a:lnTo>
                <a:lnTo>
                  <a:pt x="160101" y="103298"/>
                </a:lnTo>
                <a:lnTo>
                  <a:pt x="159836" y="103156"/>
                </a:lnTo>
                <a:lnTo>
                  <a:pt x="159577" y="103006"/>
                </a:lnTo>
                <a:lnTo>
                  <a:pt x="159326" y="102850"/>
                </a:lnTo>
                <a:lnTo>
                  <a:pt x="159080" y="102688"/>
                </a:lnTo>
                <a:lnTo>
                  <a:pt x="158840" y="102521"/>
                </a:lnTo>
                <a:lnTo>
                  <a:pt x="158607" y="102348"/>
                </a:lnTo>
                <a:lnTo>
                  <a:pt x="158379" y="102169"/>
                </a:lnTo>
                <a:lnTo>
                  <a:pt x="158157" y="101985"/>
                </a:lnTo>
                <a:lnTo>
                  <a:pt x="157940" y="101796"/>
                </a:lnTo>
                <a:lnTo>
                  <a:pt x="157730" y="101600"/>
                </a:lnTo>
                <a:lnTo>
                  <a:pt x="157526" y="101400"/>
                </a:lnTo>
                <a:lnTo>
                  <a:pt x="157327" y="101194"/>
                </a:lnTo>
                <a:lnTo>
                  <a:pt x="157134" y="100982"/>
                </a:lnTo>
                <a:lnTo>
                  <a:pt x="156948" y="100765"/>
                </a:lnTo>
                <a:lnTo>
                  <a:pt x="156767" y="100542"/>
                </a:lnTo>
                <a:lnTo>
                  <a:pt x="156592" y="100313"/>
                </a:lnTo>
                <a:lnTo>
                  <a:pt x="156422" y="100080"/>
                </a:lnTo>
                <a:lnTo>
                  <a:pt x="156259" y="99840"/>
                </a:lnTo>
                <a:lnTo>
                  <a:pt x="156102" y="99595"/>
                </a:lnTo>
                <a:lnTo>
                  <a:pt x="155950" y="99345"/>
                </a:lnTo>
                <a:lnTo>
                  <a:pt x="155804" y="99089"/>
                </a:lnTo>
                <a:lnTo>
                  <a:pt x="155664" y="98828"/>
                </a:lnTo>
                <a:lnTo>
                  <a:pt x="155530" y="98561"/>
                </a:lnTo>
                <a:lnTo>
                  <a:pt x="155402" y="98288"/>
                </a:lnTo>
                <a:lnTo>
                  <a:pt x="155280" y="98010"/>
                </a:lnTo>
                <a:lnTo>
                  <a:pt x="155164" y="97727"/>
                </a:lnTo>
                <a:lnTo>
                  <a:pt x="155053" y="97438"/>
                </a:lnTo>
                <a:lnTo>
                  <a:pt x="154948" y="97144"/>
                </a:lnTo>
                <a:lnTo>
                  <a:pt x="154847" y="96847"/>
                </a:lnTo>
                <a:lnTo>
                  <a:pt x="154751" y="96546"/>
                </a:lnTo>
                <a:lnTo>
                  <a:pt x="154659" y="96241"/>
                </a:lnTo>
                <a:lnTo>
                  <a:pt x="154572" y="95933"/>
                </a:lnTo>
                <a:lnTo>
                  <a:pt x="154489" y="95621"/>
                </a:lnTo>
                <a:lnTo>
                  <a:pt x="154410" y="95306"/>
                </a:lnTo>
                <a:lnTo>
                  <a:pt x="154336" y="94987"/>
                </a:lnTo>
                <a:lnTo>
                  <a:pt x="154267" y="94664"/>
                </a:lnTo>
                <a:lnTo>
                  <a:pt x="154202" y="94338"/>
                </a:lnTo>
                <a:lnTo>
                  <a:pt x="154141" y="94008"/>
                </a:lnTo>
                <a:lnTo>
                  <a:pt x="154085" y="93674"/>
                </a:lnTo>
                <a:lnTo>
                  <a:pt x="154034" y="93337"/>
                </a:lnTo>
                <a:lnTo>
                  <a:pt x="153987" y="92996"/>
                </a:lnTo>
                <a:lnTo>
                  <a:pt x="153944" y="92652"/>
                </a:lnTo>
                <a:lnTo>
                  <a:pt x="153906" y="92304"/>
                </a:lnTo>
                <a:lnTo>
                  <a:pt x="153872" y="91952"/>
                </a:lnTo>
                <a:lnTo>
                  <a:pt x="153843" y="91597"/>
                </a:lnTo>
                <a:lnTo>
                  <a:pt x="153819" y="91238"/>
                </a:lnTo>
                <a:lnTo>
                  <a:pt x="153799" y="90875"/>
                </a:lnTo>
                <a:lnTo>
                  <a:pt x="153783" y="90509"/>
                </a:lnTo>
                <a:lnTo>
                  <a:pt x="153772" y="90139"/>
                </a:lnTo>
                <a:lnTo>
                  <a:pt x="153765" y="89765"/>
                </a:lnTo>
                <a:lnTo>
                  <a:pt x="153763" y="89388"/>
                </a:lnTo>
                <a:lnTo>
                  <a:pt x="153763" y="34357"/>
                </a:lnTo>
                <a:lnTo>
                  <a:pt x="130176" y="34357"/>
                </a:lnTo>
                <a:lnTo>
                  <a:pt x="130176" y="92028"/>
                </a:lnTo>
                <a:lnTo>
                  <a:pt x="130188" y="93291"/>
                </a:lnTo>
                <a:lnTo>
                  <a:pt x="130226" y="94529"/>
                </a:lnTo>
                <a:lnTo>
                  <a:pt x="130288" y="95743"/>
                </a:lnTo>
                <a:lnTo>
                  <a:pt x="130376" y="96933"/>
                </a:lnTo>
                <a:lnTo>
                  <a:pt x="130489" y="98099"/>
                </a:lnTo>
                <a:lnTo>
                  <a:pt x="130626" y="99240"/>
                </a:lnTo>
                <a:lnTo>
                  <a:pt x="130789" y="100356"/>
                </a:lnTo>
                <a:lnTo>
                  <a:pt x="130977" y="101449"/>
                </a:lnTo>
                <a:lnTo>
                  <a:pt x="131190" y="102517"/>
                </a:lnTo>
                <a:lnTo>
                  <a:pt x="131427" y="103561"/>
                </a:lnTo>
                <a:lnTo>
                  <a:pt x="131690" y="104580"/>
                </a:lnTo>
                <a:lnTo>
                  <a:pt x="131978" y="105575"/>
                </a:lnTo>
                <a:lnTo>
                  <a:pt x="132291" y="106545"/>
                </a:lnTo>
                <a:lnTo>
                  <a:pt x="132629" y="107492"/>
                </a:lnTo>
                <a:lnTo>
                  <a:pt x="132992" y="108414"/>
                </a:lnTo>
                <a:lnTo>
                  <a:pt x="133380" y="109311"/>
                </a:lnTo>
                <a:lnTo>
                  <a:pt x="133793" y="110184"/>
                </a:lnTo>
                <a:lnTo>
                  <a:pt x="134231" y="111033"/>
                </a:lnTo>
                <a:lnTo>
                  <a:pt x="134694" y="111858"/>
                </a:lnTo>
                <a:lnTo>
                  <a:pt x="135182" y="112658"/>
                </a:lnTo>
                <a:lnTo>
                  <a:pt x="135696" y="113433"/>
                </a:lnTo>
                <a:lnTo>
                  <a:pt x="136234" y="114185"/>
                </a:lnTo>
                <a:lnTo>
                  <a:pt x="136797" y="114912"/>
                </a:lnTo>
                <a:lnTo>
                  <a:pt x="137385" y="115615"/>
                </a:lnTo>
                <a:lnTo>
                  <a:pt x="137997" y="116290"/>
                </a:lnTo>
                <a:lnTo>
                  <a:pt x="138628" y="116938"/>
                </a:lnTo>
                <a:lnTo>
                  <a:pt x="139281" y="117556"/>
                </a:lnTo>
                <a:lnTo>
                  <a:pt x="139954" y="118146"/>
                </a:lnTo>
                <a:lnTo>
                  <a:pt x="140648" y="118706"/>
                </a:lnTo>
                <a:lnTo>
                  <a:pt x="141363" y="119238"/>
                </a:lnTo>
                <a:lnTo>
                  <a:pt x="142098" y="119742"/>
                </a:lnTo>
                <a:lnTo>
                  <a:pt x="142854" y="120216"/>
                </a:lnTo>
                <a:lnTo>
                  <a:pt x="143631" y="120662"/>
                </a:lnTo>
                <a:lnTo>
                  <a:pt x="144429" y="121079"/>
                </a:lnTo>
                <a:lnTo>
                  <a:pt x="145247" y="121467"/>
                </a:lnTo>
                <a:lnTo>
                  <a:pt x="146086" y="121827"/>
                </a:lnTo>
                <a:lnTo>
                  <a:pt x="146945" y="122158"/>
                </a:lnTo>
                <a:lnTo>
                  <a:pt x="147826" y="122460"/>
                </a:lnTo>
                <a:lnTo>
                  <a:pt x="148727" y="122733"/>
                </a:lnTo>
                <a:lnTo>
                  <a:pt x="149649" y="122977"/>
                </a:lnTo>
                <a:lnTo>
                  <a:pt x="150591" y="123193"/>
                </a:lnTo>
                <a:lnTo>
                  <a:pt x="151554" y="123380"/>
                </a:lnTo>
                <a:lnTo>
                  <a:pt x="152538" y="123538"/>
                </a:lnTo>
                <a:lnTo>
                  <a:pt x="153543" y="123668"/>
                </a:lnTo>
                <a:lnTo>
                  <a:pt x="154568" y="123768"/>
                </a:lnTo>
                <a:lnTo>
                  <a:pt x="155614" y="123840"/>
                </a:lnTo>
                <a:lnTo>
                  <a:pt x="156681" y="123883"/>
                </a:lnTo>
                <a:lnTo>
                  <a:pt x="157768" y="123898"/>
                </a:lnTo>
                <a:lnTo>
                  <a:pt x="158704" y="123890"/>
                </a:lnTo>
                <a:lnTo>
                  <a:pt x="159626" y="123867"/>
                </a:lnTo>
                <a:lnTo>
                  <a:pt x="160536" y="123830"/>
                </a:lnTo>
                <a:lnTo>
                  <a:pt x="161432" y="123777"/>
                </a:lnTo>
                <a:lnTo>
                  <a:pt x="162316" y="123708"/>
                </a:lnTo>
                <a:close/>
                <a:moveTo>
                  <a:pt x="1501632" y="34357"/>
                </a:moveTo>
                <a:lnTo>
                  <a:pt x="1529294" y="76242"/>
                </a:lnTo>
                <a:lnTo>
                  <a:pt x="1498694" y="122296"/>
                </a:lnTo>
                <a:lnTo>
                  <a:pt x="1523794" y="122296"/>
                </a:lnTo>
                <a:lnTo>
                  <a:pt x="1543469" y="90788"/>
                </a:lnTo>
                <a:lnTo>
                  <a:pt x="1563224" y="122296"/>
                </a:lnTo>
                <a:lnTo>
                  <a:pt x="1588413" y="122296"/>
                </a:lnTo>
                <a:lnTo>
                  <a:pt x="1557909" y="76623"/>
                </a:lnTo>
                <a:lnTo>
                  <a:pt x="1585743" y="34357"/>
                </a:lnTo>
                <a:lnTo>
                  <a:pt x="1560554" y="34357"/>
                </a:lnTo>
                <a:lnTo>
                  <a:pt x="1543793" y="62664"/>
                </a:lnTo>
                <a:lnTo>
                  <a:pt x="1526821" y="34357"/>
                </a:lnTo>
                <a:lnTo>
                  <a:pt x="1501632" y="34357"/>
                </a:lnTo>
                <a:close/>
                <a:moveTo>
                  <a:pt x="1308228" y="2492"/>
                </a:moveTo>
                <a:lnTo>
                  <a:pt x="1308228" y="23320"/>
                </a:lnTo>
                <a:lnTo>
                  <a:pt x="1340270" y="23320"/>
                </a:lnTo>
                <a:lnTo>
                  <a:pt x="1340270" y="122296"/>
                </a:lnTo>
                <a:lnTo>
                  <a:pt x="1365281" y="122296"/>
                </a:lnTo>
                <a:lnTo>
                  <a:pt x="1365281" y="23320"/>
                </a:lnTo>
                <a:lnTo>
                  <a:pt x="1397146" y="23320"/>
                </a:lnTo>
                <a:lnTo>
                  <a:pt x="1397146" y="2492"/>
                </a:lnTo>
                <a:lnTo>
                  <a:pt x="1308228" y="2492"/>
                </a:lnTo>
                <a:close/>
                <a:moveTo>
                  <a:pt x="984124" y="104043"/>
                </a:moveTo>
                <a:lnTo>
                  <a:pt x="983586" y="104026"/>
                </a:lnTo>
                <a:lnTo>
                  <a:pt x="983064" y="103997"/>
                </a:lnTo>
                <a:lnTo>
                  <a:pt x="982559" y="103956"/>
                </a:lnTo>
                <a:lnTo>
                  <a:pt x="982071" y="103903"/>
                </a:lnTo>
                <a:lnTo>
                  <a:pt x="981600" y="103839"/>
                </a:lnTo>
                <a:lnTo>
                  <a:pt x="981146" y="103763"/>
                </a:lnTo>
                <a:lnTo>
                  <a:pt x="980709" y="103676"/>
                </a:lnTo>
                <a:lnTo>
                  <a:pt x="980288" y="103576"/>
                </a:lnTo>
                <a:lnTo>
                  <a:pt x="979884" y="103465"/>
                </a:lnTo>
                <a:lnTo>
                  <a:pt x="979498" y="103343"/>
                </a:lnTo>
                <a:lnTo>
                  <a:pt x="979128" y="103209"/>
                </a:lnTo>
                <a:lnTo>
                  <a:pt x="978774" y="103063"/>
                </a:lnTo>
                <a:lnTo>
                  <a:pt x="978438" y="102905"/>
                </a:lnTo>
                <a:lnTo>
                  <a:pt x="978119" y="102736"/>
                </a:lnTo>
                <a:lnTo>
                  <a:pt x="977816" y="102555"/>
                </a:lnTo>
                <a:lnTo>
                  <a:pt x="977530" y="102362"/>
                </a:lnTo>
                <a:lnTo>
                  <a:pt x="977261" y="102158"/>
                </a:lnTo>
                <a:lnTo>
                  <a:pt x="977009" y="101942"/>
                </a:lnTo>
                <a:lnTo>
                  <a:pt x="976774" y="101714"/>
                </a:lnTo>
                <a:lnTo>
                  <a:pt x="976555" y="101475"/>
                </a:lnTo>
                <a:lnTo>
                  <a:pt x="976354" y="101224"/>
                </a:lnTo>
                <a:lnTo>
                  <a:pt x="976169" y="100961"/>
                </a:lnTo>
                <a:lnTo>
                  <a:pt x="976001" y="100686"/>
                </a:lnTo>
                <a:lnTo>
                  <a:pt x="975845" y="100400"/>
                </a:lnTo>
                <a:lnTo>
                  <a:pt x="975696" y="100101"/>
                </a:lnTo>
                <a:lnTo>
                  <a:pt x="975553" y="99789"/>
                </a:lnTo>
                <a:lnTo>
                  <a:pt x="975416" y="99465"/>
                </a:lnTo>
                <a:lnTo>
                  <a:pt x="975287" y="99127"/>
                </a:lnTo>
                <a:lnTo>
                  <a:pt x="975164" y="98778"/>
                </a:lnTo>
                <a:lnTo>
                  <a:pt x="975048" y="98416"/>
                </a:lnTo>
                <a:lnTo>
                  <a:pt x="974938" y="98041"/>
                </a:lnTo>
                <a:lnTo>
                  <a:pt x="974835" y="97653"/>
                </a:lnTo>
                <a:lnTo>
                  <a:pt x="974739" y="97253"/>
                </a:lnTo>
                <a:lnTo>
                  <a:pt x="974649" y="96840"/>
                </a:lnTo>
                <a:lnTo>
                  <a:pt x="974566" y="96415"/>
                </a:lnTo>
                <a:lnTo>
                  <a:pt x="974490" y="95977"/>
                </a:lnTo>
                <a:lnTo>
                  <a:pt x="974420" y="95526"/>
                </a:lnTo>
                <a:lnTo>
                  <a:pt x="974357" y="95063"/>
                </a:lnTo>
                <a:lnTo>
                  <a:pt x="974300" y="94587"/>
                </a:lnTo>
                <a:lnTo>
                  <a:pt x="974250" y="94098"/>
                </a:lnTo>
                <a:lnTo>
                  <a:pt x="974207" y="93597"/>
                </a:lnTo>
                <a:lnTo>
                  <a:pt x="974171" y="93084"/>
                </a:lnTo>
                <a:lnTo>
                  <a:pt x="974141" y="92557"/>
                </a:lnTo>
                <a:lnTo>
                  <a:pt x="974117" y="92018"/>
                </a:lnTo>
                <a:lnTo>
                  <a:pt x="974101" y="91467"/>
                </a:lnTo>
                <a:lnTo>
                  <a:pt x="974091" y="90902"/>
                </a:lnTo>
                <a:lnTo>
                  <a:pt x="974088" y="90325"/>
                </a:lnTo>
                <a:lnTo>
                  <a:pt x="974088" y="52514"/>
                </a:lnTo>
                <a:lnTo>
                  <a:pt x="993046" y="52514"/>
                </a:lnTo>
                <a:lnTo>
                  <a:pt x="993046" y="34357"/>
                </a:lnTo>
                <a:lnTo>
                  <a:pt x="974088" y="34357"/>
                </a:lnTo>
                <a:lnTo>
                  <a:pt x="974088" y="13885"/>
                </a:lnTo>
                <a:lnTo>
                  <a:pt x="950501" y="13885"/>
                </a:lnTo>
                <a:lnTo>
                  <a:pt x="950501" y="34357"/>
                </a:lnTo>
                <a:lnTo>
                  <a:pt x="936082" y="34357"/>
                </a:lnTo>
                <a:lnTo>
                  <a:pt x="936082" y="52514"/>
                </a:lnTo>
                <a:lnTo>
                  <a:pt x="950501" y="52514"/>
                </a:lnTo>
                <a:lnTo>
                  <a:pt x="950501" y="91563"/>
                </a:lnTo>
                <a:lnTo>
                  <a:pt x="950506" y="92460"/>
                </a:lnTo>
                <a:lnTo>
                  <a:pt x="950520" y="93343"/>
                </a:lnTo>
                <a:lnTo>
                  <a:pt x="950545" y="94211"/>
                </a:lnTo>
                <a:lnTo>
                  <a:pt x="950580" y="95065"/>
                </a:lnTo>
                <a:lnTo>
                  <a:pt x="950624" y="95905"/>
                </a:lnTo>
                <a:lnTo>
                  <a:pt x="950679" y="96730"/>
                </a:lnTo>
                <a:lnTo>
                  <a:pt x="950743" y="97541"/>
                </a:lnTo>
                <a:lnTo>
                  <a:pt x="950817" y="98338"/>
                </a:lnTo>
                <a:lnTo>
                  <a:pt x="950901" y="99120"/>
                </a:lnTo>
                <a:lnTo>
                  <a:pt x="950995" y="99889"/>
                </a:lnTo>
                <a:lnTo>
                  <a:pt x="951099" y="100643"/>
                </a:lnTo>
                <a:lnTo>
                  <a:pt x="951213" y="101382"/>
                </a:lnTo>
                <a:lnTo>
                  <a:pt x="951336" y="102108"/>
                </a:lnTo>
                <a:lnTo>
                  <a:pt x="951470" y="102819"/>
                </a:lnTo>
                <a:lnTo>
                  <a:pt x="951613" y="103516"/>
                </a:lnTo>
                <a:lnTo>
                  <a:pt x="951767" y="104198"/>
                </a:lnTo>
                <a:lnTo>
                  <a:pt x="951930" y="104867"/>
                </a:lnTo>
                <a:lnTo>
                  <a:pt x="952103" y="105521"/>
                </a:lnTo>
                <a:lnTo>
                  <a:pt x="952286" y="106161"/>
                </a:lnTo>
                <a:lnTo>
                  <a:pt x="952479" y="106786"/>
                </a:lnTo>
                <a:lnTo>
                  <a:pt x="952681" y="107397"/>
                </a:lnTo>
                <a:lnTo>
                  <a:pt x="952894" y="107994"/>
                </a:lnTo>
                <a:lnTo>
                  <a:pt x="953116" y="108577"/>
                </a:lnTo>
                <a:lnTo>
                  <a:pt x="953349" y="109145"/>
                </a:lnTo>
                <a:lnTo>
                  <a:pt x="953594" y="109700"/>
                </a:lnTo>
                <a:lnTo>
                  <a:pt x="953854" y="110243"/>
                </a:lnTo>
                <a:lnTo>
                  <a:pt x="954130" y="110773"/>
                </a:lnTo>
                <a:lnTo>
                  <a:pt x="954421" y="111292"/>
                </a:lnTo>
                <a:lnTo>
                  <a:pt x="954727" y="111798"/>
                </a:lnTo>
                <a:lnTo>
                  <a:pt x="955048" y="112292"/>
                </a:lnTo>
                <a:lnTo>
                  <a:pt x="955385" y="112773"/>
                </a:lnTo>
                <a:lnTo>
                  <a:pt x="955737" y="113243"/>
                </a:lnTo>
                <a:lnTo>
                  <a:pt x="956105" y="113700"/>
                </a:lnTo>
                <a:lnTo>
                  <a:pt x="956487" y="114145"/>
                </a:lnTo>
                <a:lnTo>
                  <a:pt x="956885" y="114577"/>
                </a:lnTo>
                <a:lnTo>
                  <a:pt x="957299" y="114998"/>
                </a:lnTo>
                <a:lnTo>
                  <a:pt x="957727" y="115406"/>
                </a:lnTo>
                <a:lnTo>
                  <a:pt x="958171" y="115802"/>
                </a:lnTo>
                <a:lnTo>
                  <a:pt x="958630" y="116186"/>
                </a:lnTo>
                <a:lnTo>
                  <a:pt x="959105" y="116557"/>
                </a:lnTo>
                <a:lnTo>
                  <a:pt x="959594" y="116916"/>
                </a:lnTo>
                <a:lnTo>
                  <a:pt x="960100" y="117263"/>
                </a:lnTo>
                <a:lnTo>
                  <a:pt x="960620" y="117598"/>
                </a:lnTo>
                <a:lnTo>
                  <a:pt x="961156" y="117921"/>
                </a:lnTo>
                <a:lnTo>
                  <a:pt x="961706" y="118231"/>
                </a:lnTo>
                <a:lnTo>
                  <a:pt x="962273" y="118529"/>
                </a:lnTo>
                <a:lnTo>
                  <a:pt x="962854" y="118815"/>
                </a:lnTo>
                <a:lnTo>
                  <a:pt x="963451" y="119089"/>
                </a:lnTo>
                <a:lnTo>
                  <a:pt x="964066" y="119350"/>
                </a:lnTo>
                <a:lnTo>
                  <a:pt x="964701" y="119601"/>
                </a:lnTo>
                <a:lnTo>
                  <a:pt x="965357" y="119840"/>
                </a:lnTo>
                <a:lnTo>
                  <a:pt x="966034" y="120069"/>
                </a:lnTo>
                <a:lnTo>
                  <a:pt x="966731" y="120286"/>
                </a:lnTo>
                <a:lnTo>
                  <a:pt x="967448" y="120492"/>
                </a:lnTo>
                <a:lnTo>
                  <a:pt x="968186" y="120687"/>
                </a:lnTo>
                <a:lnTo>
                  <a:pt x="968945" y="120870"/>
                </a:lnTo>
                <a:lnTo>
                  <a:pt x="969724" y="121043"/>
                </a:lnTo>
                <a:lnTo>
                  <a:pt x="970524" y="121204"/>
                </a:lnTo>
                <a:lnTo>
                  <a:pt x="971344" y="121355"/>
                </a:lnTo>
                <a:lnTo>
                  <a:pt x="972185" y="121494"/>
                </a:lnTo>
                <a:lnTo>
                  <a:pt x="973046" y="121622"/>
                </a:lnTo>
                <a:lnTo>
                  <a:pt x="973928" y="121739"/>
                </a:lnTo>
                <a:lnTo>
                  <a:pt x="974831" y="121845"/>
                </a:lnTo>
                <a:lnTo>
                  <a:pt x="975754" y="121939"/>
                </a:lnTo>
                <a:lnTo>
                  <a:pt x="976698" y="122023"/>
                </a:lnTo>
                <a:lnTo>
                  <a:pt x="977662" y="122095"/>
                </a:lnTo>
                <a:lnTo>
                  <a:pt x="978646" y="122156"/>
                </a:lnTo>
                <a:lnTo>
                  <a:pt x="979652" y="122207"/>
                </a:lnTo>
                <a:lnTo>
                  <a:pt x="980678" y="122246"/>
                </a:lnTo>
                <a:lnTo>
                  <a:pt x="981724" y="122273"/>
                </a:lnTo>
                <a:lnTo>
                  <a:pt x="982791" y="122290"/>
                </a:lnTo>
                <a:lnTo>
                  <a:pt x="983878" y="122296"/>
                </a:lnTo>
                <a:lnTo>
                  <a:pt x="993046" y="122296"/>
                </a:lnTo>
                <a:lnTo>
                  <a:pt x="993046" y="104049"/>
                </a:lnTo>
                <a:lnTo>
                  <a:pt x="984679" y="104049"/>
                </a:lnTo>
                <a:lnTo>
                  <a:pt x="984124" y="104043"/>
                </a:lnTo>
                <a:close/>
                <a:moveTo>
                  <a:pt x="1048498" y="104026"/>
                </a:moveTo>
                <a:lnTo>
                  <a:pt x="1047976" y="103997"/>
                </a:lnTo>
                <a:lnTo>
                  <a:pt x="1047472" y="103956"/>
                </a:lnTo>
                <a:lnTo>
                  <a:pt x="1046984" y="103903"/>
                </a:lnTo>
                <a:lnTo>
                  <a:pt x="1046513" y="103839"/>
                </a:lnTo>
                <a:lnTo>
                  <a:pt x="1046058" y="103763"/>
                </a:lnTo>
                <a:lnTo>
                  <a:pt x="1045621" y="103676"/>
                </a:lnTo>
                <a:lnTo>
                  <a:pt x="1045200" y="103576"/>
                </a:lnTo>
                <a:lnTo>
                  <a:pt x="1044797" y="103465"/>
                </a:lnTo>
                <a:lnTo>
                  <a:pt x="1044410" y="103343"/>
                </a:lnTo>
                <a:lnTo>
                  <a:pt x="1044040" y="103209"/>
                </a:lnTo>
                <a:lnTo>
                  <a:pt x="1043687" y="103063"/>
                </a:lnTo>
                <a:lnTo>
                  <a:pt x="1043350" y="102905"/>
                </a:lnTo>
                <a:lnTo>
                  <a:pt x="1043031" y="102736"/>
                </a:lnTo>
                <a:lnTo>
                  <a:pt x="1042728" y="102555"/>
                </a:lnTo>
                <a:lnTo>
                  <a:pt x="1042442" y="102362"/>
                </a:lnTo>
                <a:lnTo>
                  <a:pt x="1042174" y="102158"/>
                </a:lnTo>
                <a:lnTo>
                  <a:pt x="1041921" y="101942"/>
                </a:lnTo>
                <a:lnTo>
                  <a:pt x="1041686" y="101714"/>
                </a:lnTo>
                <a:lnTo>
                  <a:pt x="1041468" y="101475"/>
                </a:lnTo>
                <a:lnTo>
                  <a:pt x="1041266" y="101224"/>
                </a:lnTo>
                <a:lnTo>
                  <a:pt x="1041081" y="100961"/>
                </a:lnTo>
                <a:lnTo>
                  <a:pt x="1040913" y="100686"/>
                </a:lnTo>
                <a:lnTo>
                  <a:pt x="1040757" y="100400"/>
                </a:lnTo>
                <a:lnTo>
                  <a:pt x="1040608" y="100101"/>
                </a:lnTo>
                <a:lnTo>
                  <a:pt x="1040465" y="99789"/>
                </a:lnTo>
                <a:lnTo>
                  <a:pt x="1040329" y="99465"/>
                </a:lnTo>
                <a:lnTo>
                  <a:pt x="1040199" y="99127"/>
                </a:lnTo>
                <a:lnTo>
                  <a:pt x="1040076" y="98778"/>
                </a:lnTo>
                <a:lnTo>
                  <a:pt x="1039960" y="98416"/>
                </a:lnTo>
                <a:lnTo>
                  <a:pt x="1039850" y="98041"/>
                </a:lnTo>
                <a:lnTo>
                  <a:pt x="1039747" y="97653"/>
                </a:lnTo>
                <a:lnTo>
                  <a:pt x="1039651" y="97253"/>
                </a:lnTo>
                <a:lnTo>
                  <a:pt x="1039561" y="96840"/>
                </a:lnTo>
                <a:lnTo>
                  <a:pt x="1039478" y="96415"/>
                </a:lnTo>
                <a:lnTo>
                  <a:pt x="1039402" y="95977"/>
                </a:lnTo>
                <a:lnTo>
                  <a:pt x="1039332" y="95526"/>
                </a:lnTo>
                <a:lnTo>
                  <a:pt x="1039269" y="95063"/>
                </a:lnTo>
                <a:lnTo>
                  <a:pt x="1039212" y="94587"/>
                </a:lnTo>
                <a:lnTo>
                  <a:pt x="1039163" y="94098"/>
                </a:lnTo>
                <a:lnTo>
                  <a:pt x="1039119" y="93597"/>
                </a:lnTo>
                <a:lnTo>
                  <a:pt x="1039083" y="93084"/>
                </a:lnTo>
                <a:lnTo>
                  <a:pt x="1039053" y="92557"/>
                </a:lnTo>
                <a:lnTo>
                  <a:pt x="1039030" y="92018"/>
                </a:lnTo>
                <a:lnTo>
                  <a:pt x="1039013" y="91467"/>
                </a:lnTo>
                <a:lnTo>
                  <a:pt x="1039003" y="90902"/>
                </a:lnTo>
                <a:lnTo>
                  <a:pt x="1039000" y="90325"/>
                </a:lnTo>
                <a:lnTo>
                  <a:pt x="1039000" y="52514"/>
                </a:lnTo>
                <a:lnTo>
                  <a:pt x="1057958" y="52514"/>
                </a:lnTo>
                <a:lnTo>
                  <a:pt x="1057958" y="34357"/>
                </a:lnTo>
                <a:lnTo>
                  <a:pt x="1039000" y="34357"/>
                </a:lnTo>
                <a:lnTo>
                  <a:pt x="1039000" y="13885"/>
                </a:lnTo>
                <a:lnTo>
                  <a:pt x="1015413" y="13885"/>
                </a:lnTo>
                <a:lnTo>
                  <a:pt x="1015413" y="34357"/>
                </a:lnTo>
                <a:lnTo>
                  <a:pt x="1000994" y="34357"/>
                </a:lnTo>
                <a:lnTo>
                  <a:pt x="1000994" y="52514"/>
                </a:lnTo>
                <a:lnTo>
                  <a:pt x="1015413" y="52514"/>
                </a:lnTo>
                <a:lnTo>
                  <a:pt x="1015413" y="91563"/>
                </a:lnTo>
                <a:lnTo>
                  <a:pt x="1015418" y="92460"/>
                </a:lnTo>
                <a:lnTo>
                  <a:pt x="1015433" y="93343"/>
                </a:lnTo>
                <a:lnTo>
                  <a:pt x="1015457" y="94211"/>
                </a:lnTo>
                <a:lnTo>
                  <a:pt x="1015492" y="95065"/>
                </a:lnTo>
                <a:lnTo>
                  <a:pt x="1015537" y="95905"/>
                </a:lnTo>
                <a:lnTo>
                  <a:pt x="1015591" y="96730"/>
                </a:lnTo>
                <a:lnTo>
                  <a:pt x="1015655" y="97541"/>
                </a:lnTo>
                <a:lnTo>
                  <a:pt x="1015729" y="98338"/>
                </a:lnTo>
                <a:lnTo>
                  <a:pt x="1015814" y="99120"/>
                </a:lnTo>
                <a:lnTo>
                  <a:pt x="1015907" y="99889"/>
                </a:lnTo>
                <a:lnTo>
                  <a:pt x="1016011" y="100643"/>
                </a:lnTo>
                <a:lnTo>
                  <a:pt x="1016125" y="101382"/>
                </a:lnTo>
                <a:lnTo>
                  <a:pt x="1016249" y="102108"/>
                </a:lnTo>
                <a:lnTo>
                  <a:pt x="1016382" y="102819"/>
                </a:lnTo>
                <a:lnTo>
                  <a:pt x="1016526" y="103516"/>
                </a:lnTo>
                <a:lnTo>
                  <a:pt x="1016679" y="104198"/>
                </a:lnTo>
                <a:lnTo>
                  <a:pt x="1016842" y="104867"/>
                </a:lnTo>
                <a:lnTo>
                  <a:pt x="1017015" y="105521"/>
                </a:lnTo>
                <a:lnTo>
                  <a:pt x="1017198" y="106161"/>
                </a:lnTo>
                <a:lnTo>
                  <a:pt x="1017391" y="106786"/>
                </a:lnTo>
                <a:lnTo>
                  <a:pt x="1017594" y="107397"/>
                </a:lnTo>
                <a:lnTo>
                  <a:pt x="1017806" y="107994"/>
                </a:lnTo>
                <a:lnTo>
                  <a:pt x="1018029" y="108577"/>
                </a:lnTo>
                <a:lnTo>
                  <a:pt x="1018261" y="109145"/>
                </a:lnTo>
                <a:lnTo>
                  <a:pt x="1018506" y="109700"/>
                </a:lnTo>
                <a:lnTo>
                  <a:pt x="1018767" y="110243"/>
                </a:lnTo>
                <a:lnTo>
                  <a:pt x="1019042" y="110773"/>
                </a:lnTo>
                <a:lnTo>
                  <a:pt x="1019333" y="111292"/>
                </a:lnTo>
                <a:lnTo>
                  <a:pt x="1019639" y="111798"/>
                </a:lnTo>
                <a:lnTo>
                  <a:pt x="1019961" y="112292"/>
                </a:lnTo>
                <a:lnTo>
                  <a:pt x="1020297" y="112773"/>
                </a:lnTo>
                <a:lnTo>
                  <a:pt x="1020650" y="113243"/>
                </a:lnTo>
                <a:lnTo>
                  <a:pt x="1021017" y="113700"/>
                </a:lnTo>
                <a:lnTo>
                  <a:pt x="1021400" y="114145"/>
                </a:lnTo>
                <a:lnTo>
                  <a:pt x="1021798" y="114577"/>
                </a:lnTo>
                <a:lnTo>
                  <a:pt x="1022211" y="114998"/>
                </a:lnTo>
                <a:lnTo>
                  <a:pt x="1022639" y="115406"/>
                </a:lnTo>
                <a:lnTo>
                  <a:pt x="1023083" y="115802"/>
                </a:lnTo>
                <a:lnTo>
                  <a:pt x="1023543" y="116186"/>
                </a:lnTo>
                <a:lnTo>
                  <a:pt x="1024017" y="116557"/>
                </a:lnTo>
                <a:lnTo>
                  <a:pt x="1024507" y="116916"/>
                </a:lnTo>
                <a:lnTo>
                  <a:pt x="1025012" y="117263"/>
                </a:lnTo>
                <a:lnTo>
                  <a:pt x="1025532" y="117598"/>
                </a:lnTo>
                <a:lnTo>
                  <a:pt x="1026068" y="117921"/>
                </a:lnTo>
                <a:lnTo>
                  <a:pt x="1026619" y="118231"/>
                </a:lnTo>
                <a:lnTo>
                  <a:pt x="1027185" y="118529"/>
                </a:lnTo>
                <a:lnTo>
                  <a:pt x="1027767" y="118815"/>
                </a:lnTo>
                <a:lnTo>
                  <a:pt x="1028364" y="119089"/>
                </a:lnTo>
                <a:lnTo>
                  <a:pt x="1028978" y="119350"/>
                </a:lnTo>
                <a:lnTo>
                  <a:pt x="1029614" y="119601"/>
                </a:lnTo>
                <a:lnTo>
                  <a:pt x="1030270" y="119840"/>
                </a:lnTo>
                <a:lnTo>
                  <a:pt x="1030946" y="120069"/>
                </a:lnTo>
                <a:lnTo>
                  <a:pt x="1031643" y="120286"/>
                </a:lnTo>
                <a:lnTo>
                  <a:pt x="1032360" y="120492"/>
                </a:lnTo>
                <a:lnTo>
                  <a:pt x="1033099" y="120687"/>
                </a:lnTo>
                <a:lnTo>
                  <a:pt x="1033857" y="120870"/>
                </a:lnTo>
                <a:lnTo>
                  <a:pt x="1034636" y="121043"/>
                </a:lnTo>
                <a:lnTo>
                  <a:pt x="1035436" y="121204"/>
                </a:lnTo>
                <a:lnTo>
                  <a:pt x="1036256" y="121355"/>
                </a:lnTo>
                <a:lnTo>
                  <a:pt x="1037097" y="121494"/>
                </a:lnTo>
                <a:lnTo>
                  <a:pt x="1037959" y="121622"/>
                </a:lnTo>
                <a:lnTo>
                  <a:pt x="1038841" y="121739"/>
                </a:lnTo>
                <a:lnTo>
                  <a:pt x="1039743" y="121845"/>
                </a:lnTo>
                <a:lnTo>
                  <a:pt x="1040666" y="121939"/>
                </a:lnTo>
                <a:lnTo>
                  <a:pt x="1041610" y="122023"/>
                </a:lnTo>
                <a:lnTo>
                  <a:pt x="1042574" y="122095"/>
                </a:lnTo>
                <a:lnTo>
                  <a:pt x="1043559" y="122156"/>
                </a:lnTo>
                <a:lnTo>
                  <a:pt x="1044564" y="122207"/>
                </a:lnTo>
                <a:lnTo>
                  <a:pt x="1045590" y="122246"/>
                </a:lnTo>
                <a:lnTo>
                  <a:pt x="1046636" y="122273"/>
                </a:lnTo>
                <a:lnTo>
                  <a:pt x="1047703" y="122290"/>
                </a:lnTo>
                <a:lnTo>
                  <a:pt x="1048791" y="122296"/>
                </a:lnTo>
                <a:lnTo>
                  <a:pt x="1057958" y="122296"/>
                </a:lnTo>
                <a:lnTo>
                  <a:pt x="1057958" y="104049"/>
                </a:lnTo>
                <a:lnTo>
                  <a:pt x="1049592" y="104049"/>
                </a:lnTo>
                <a:lnTo>
                  <a:pt x="1049036" y="104043"/>
                </a:lnTo>
                <a:lnTo>
                  <a:pt x="1048498" y="104026"/>
                </a:lnTo>
                <a:close/>
                <a:moveTo>
                  <a:pt x="1638140" y="104026"/>
                </a:moveTo>
                <a:lnTo>
                  <a:pt x="1637618" y="103997"/>
                </a:lnTo>
                <a:lnTo>
                  <a:pt x="1637113" y="103956"/>
                </a:lnTo>
                <a:lnTo>
                  <a:pt x="1636625" y="103903"/>
                </a:lnTo>
                <a:lnTo>
                  <a:pt x="1636154" y="103839"/>
                </a:lnTo>
                <a:lnTo>
                  <a:pt x="1635700" y="103763"/>
                </a:lnTo>
                <a:lnTo>
                  <a:pt x="1635263" y="103676"/>
                </a:lnTo>
                <a:lnTo>
                  <a:pt x="1634842" y="103576"/>
                </a:lnTo>
                <a:lnTo>
                  <a:pt x="1634438" y="103465"/>
                </a:lnTo>
                <a:lnTo>
                  <a:pt x="1634052" y="103343"/>
                </a:lnTo>
                <a:lnTo>
                  <a:pt x="1633681" y="103209"/>
                </a:lnTo>
                <a:lnTo>
                  <a:pt x="1633328" y="103063"/>
                </a:lnTo>
                <a:lnTo>
                  <a:pt x="1632992" y="102905"/>
                </a:lnTo>
                <a:lnTo>
                  <a:pt x="1632673" y="102736"/>
                </a:lnTo>
                <a:lnTo>
                  <a:pt x="1632370" y="102555"/>
                </a:lnTo>
                <a:lnTo>
                  <a:pt x="1632084" y="102362"/>
                </a:lnTo>
                <a:lnTo>
                  <a:pt x="1631815" y="102158"/>
                </a:lnTo>
                <a:lnTo>
                  <a:pt x="1631563" y="101942"/>
                </a:lnTo>
                <a:lnTo>
                  <a:pt x="1631328" y="101714"/>
                </a:lnTo>
                <a:lnTo>
                  <a:pt x="1631109" y="101475"/>
                </a:lnTo>
                <a:lnTo>
                  <a:pt x="1630908" y="101224"/>
                </a:lnTo>
                <a:lnTo>
                  <a:pt x="1630723" y="100961"/>
                </a:lnTo>
                <a:lnTo>
                  <a:pt x="1630555" y="100686"/>
                </a:lnTo>
                <a:lnTo>
                  <a:pt x="1630399" y="100400"/>
                </a:lnTo>
                <a:lnTo>
                  <a:pt x="1630249" y="100101"/>
                </a:lnTo>
                <a:lnTo>
                  <a:pt x="1630107" y="99789"/>
                </a:lnTo>
                <a:lnTo>
                  <a:pt x="1629970" y="99465"/>
                </a:lnTo>
                <a:lnTo>
                  <a:pt x="1629841" y="99127"/>
                </a:lnTo>
                <a:lnTo>
                  <a:pt x="1629718" y="98778"/>
                </a:lnTo>
                <a:lnTo>
                  <a:pt x="1629602" y="98416"/>
                </a:lnTo>
                <a:lnTo>
                  <a:pt x="1629492" y="98041"/>
                </a:lnTo>
                <a:lnTo>
                  <a:pt x="1629389" y="97653"/>
                </a:lnTo>
                <a:lnTo>
                  <a:pt x="1629293" y="97253"/>
                </a:lnTo>
                <a:lnTo>
                  <a:pt x="1629203" y="96840"/>
                </a:lnTo>
                <a:lnTo>
                  <a:pt x="1629120" y="96415"/>
                </a:lnTo>
                <a:lnTo>
                  <a:pt x="1629043" y="95977"/>
                </a:lnTo>
                <a:lnTo>
                  <a:pt x="1628974" y="95526"/>
                </a:lnTo>
                <a:lnTo>
                  <a:pt x="1628911" y="95063"/>
                </a:lnTo>
                <a:lnTo>
                  <a:pt x="1628854" y="94587"/>
                </a:lnTo>
                <a:lnTo>
                  <a:pt x="1628804" y="94098"/>
                </a:lnTo>
                <a:lnTo>
                  <a:pt x="1628761" y="93597"/>
                </a:lnTo>
                <a:lnTo>
                  <a:pt x="1628725" y="93084"/>
                </a:lnTo>
                <a:lnTo>
                  <a:pt x="1628695" y="92557"/>
                </a:lnTo>
                <a:lnTo>
                  <a:pt x="1628671" y="92018"/>
                </a:lnTo>
                <a:lnTo>
                  <a:pt x="1628655" y="91467"/>
                </a:lnTo>
                <a:lnTo>
                  <a:pt x="1628645" y="90902"/>
                </a:lnTo>
                <a:lnTo>
                  <a:pt x="1628641" y="90325"/>
                </a:lnTo>
                <a:lnTo>
                  <a:pt x="1628641" y="52514"/>
                </a:lnTo>
                <a:lnTo>
                  <a:pt x="1647600" y="52514"/>
                </a:lnTo>
                <a:lnTo>
                  <a:pt x="1647600" y="34357"/>
                </a:lnTo>
                <a:lnTo>
                  <a:pt x="1628641" y="34357"/>
                </a:lnTo>
                <a:lnTo>
                  <a:pt x="1628641" y="13885"/>
                </a:lnTo>
                <a:lnTo>
                  <a:pt x="1605055" y="13885"/>
                </a:lnTo>
                <a:lnTo>
                  <a:pt x="1605055" y="34357"/>
                </a:lnTo>
                <a:lnTo>
                  <a:pt x="1590635" y="34357"/>
                </a:lnTo>
                <a:lnTo>
                  <a:pt x="1590635" y="52514"/>
                </a:lnTo>
                <a:lnTo>
                  <a:pt x="1605055" y="52514"/>
                </a:lnTo>
                <a:lnTo>
                  <a:pt x="1605055" y="91563"/>
                </a:lnTo>
                <a:lnTo>
                  <a:pt x="1605060" y="92460"/>
                </a:lnTo>
                <a:lnTo>
                  <a:pt x="1605074" y="93343"/>
                </a:lnTo>
                <a:lnTo>
                  <a:pt x="1605099" y="94211"/>
                </a:lnTo>
                <a:lnTo>
                  <a:pt x="1605134" y="95065"/>
                </a:lnTo>
                <a:lnTo>
                  <a:pt x="1605178" y="95905"/>
                </a:lnTo>
                <a:lnTo>
                  <a:pt x="1605233" y="96730"/>
                </a:lnTo>
                <a:lnTo>
                  <a:pt x="1605297" y="97541"/>
                </a:lnTo>
                <a:lnTo>
                  <a:pt x="1605371" y="98338"/>
                </a:lnTo>
                <a:lnTo>
                  <a:pt x="1605455" y="99120"/>
                </a:lnTo>
                <a:lnTo>
                  <a:pt x="1605549" y="99889"/>
                </a:lnTo>
                <a:lnTo>
                  <a:pt x="1605653" y="100643"/>
                </a:lnTo>
                <a:lnTo>
                  <a:pt x="1605767" y="101382"/>
                </a:lnTo>
                <a:lnTo>
                  <a:pt x="1605890" y="102108"/>
                </a:lnTo>
                <a:lnTo>
                  <a:pt x="1606024" y="102819"/>
                </a:lnTo>
                <a:lnTo>
                  <a:pt x="1606167" y="103516"/>
                </a:lnTo>
                <a:lnTo>
                  <a:pt x="1606320" y="104198"/>
                </a:lnTo>
                <a:lnTo>
                  <a:pt x="1606484" y="104867"/>
                </a:lnTo>
                <a:lnTo>
                  <a:pt x="1606657" y="105521"/>
                </a:lnTo>
                <a:lnTo>
                  <a:pt x="1606840" y="106161"/>
                </a:lnTo>
                <a:lnTo>
                  <a:pt x="1607033" y="106786"/>
                </a:lnTo>
                <a:lnTo>
                  <a:pt x="1607235" y="107397"/>
                </a:lnTo>
                <a:lnTo>
                  <a:pt x="1607448" y="107994"/>
                </a:lnTo>
                <a:lnTo>
                  <a:pt x="1607670" y="108577"/>
                </a:lnTo>
                <a:lnTo>
                  <a:pt x="1607903" y="109145"/>
                </a:lnTo>
                <a:lnTo>
                  <a:pt x="1608148" y="109700"/>
                </a:lnTo>
                <a:lnTo>
                  <a:pt x="1608408" y="110243"/>
                </a:lnTo>
                <a:lnTo>
                  <a:pt x="1608684" y="110773"/>
                </a:lnTo>
                <a:lnTo>
                  <a:pt x="1608975" y="111292"/>
                </a:lnTo>
                <a:lnTo>
                  <a:pt x="1609281" y="111798"/>
                </a:lnTo>
                <a:lnTo>
                  <a:pt x="1609602" y="112292"/>
                </a:lnTo>
                <a:lnTo>
                  <a:pt x="1609939" y="112773"/>
                </a:lnTo>
                <a:lnTo>
                  <a:pt x="1610291" y="113243"/>
                </a:lnTo>
                <a:lnTo>
                  <a:pt x="1610659" y="113700"/>
                </a:lnTo>
                <a:lnTo>
                  <a:pt x="1611041" y="114145"/>
                </a:lnTo>
                <a:lnTo>
                  <a:pt x="1611439" y="114577"/>
                </a:lnTo>
                <a:lnTo>
                  <a:pt x="1611853" y="114998"/>
                </a:lnTo>
                <a:lnTo>
                  <a:pt x="1612281" y="115406"/>
                </a:lnTo>
                <a:lnTo>
                  <a:pt x="1612725" y="115802"/>
                </a:lnTo>
                <a:lnTo>
                  <a:pt x="1613184" y="116186"/>
                </a:lnTo>
                <a:lnTo>
                  <a:pt x="1613659" y="116557"/>
                </a:lnTo>
                <a:lnTo>
                  <a:pt x="1614148" y="116916"/>
                </a:lnTo>
                <a:lnTo>
                  <a:pt x="1614653" y="117263"/>
                </a:lnTo>
                <a:lnTo>
                  <a:pt x="1615174" y="117598"/>
                </a:lnTo>
                <a:lnTo>
                  <a:pt x="1615709" y="117921"/>
                </a:lnTo>
                <a:lnTo>
                  <a:pt x="1616260" y="118231"/>
                </a:lnTo>
                <a:lnTo>
                  <a:pt x="1616827" y="118529"/>
                </a:lnTo>
                <a:lnTo>
                  <a:pt x="1617408" y="118815"/>
                </a:lnTo>
                <a:lnTo>
                  <a:pt x="1618005" y="119089"/>
                </a:lnTo>
                <a:lnTo>
                  <a:pt x="1618620" y="119350"/>
                </a:lnTo>
                <a:lnTo>
                  <a:pt x="1619255" y="119601"/>
                </a:lnTo>
                <a:lnTo>
                  <a:pt x="1619911" y="119840"/>
                </a:lnTo>
                <a:lnTo>
                  <a:pt x="1620588" y="120069"/>
                </a:lnTo>
                <a:lnTo>
                  <a:pt x="1621285" y="120286"/>
                </a:lnTo>
                <a:lnTo>
                  <a:pt x="1622002" y="120492"/>
                </a:lnTo>
                <a:lnTo>
                  <a:pt x="1622740" y="120687"/>
                </a:lnTo>
                <a:lnTo>
                  <a:pt x="1623499" y="120870"/>
                </a:lnTo>
                <a:lnTo>
                  <a:pt x="1624278" y="121043"/>
                </a:lnTo>
                <a:lnTo>
                  <a:pt x="1625078" y="121204"/>
                </a:lnTo>
                <a:lnTo>
                  <a:pt x="1625898" y="121355"/>
                </a:lnTo>
                <a:lnTo>
                  <a:pt x="1626739" y="121494"/>
                </a:lnTo>
                <a:lnTo>
                  <a:pt x="1627600" y="121622"/>
                </a:lnTo>
                <a:lnTo>
                  <a:pt x="1628482" y="121739"/>
                </a:lnTo>
                <a:lnTo>
                  <a:pt x="1629385" y="121845"/>
                </a:lnTo>
                <a:lnTo>
                  <a:pt x="1630308" y="121939"/>
                </a:lnTo>
                <a:lnTo>
                  <a:pt x="1631251" y="122023"/>
                </a:lnTo>
                <a:lnTo>
                  <a:pt x="1632216" y="122095"/>
                </a:lnTo>
                <a:lnTo>
                  <a:pt x="1633200" y="122156"/>
                </a:lnTo>
                <a:lnTo>
                  <a:pt x="1634206" y="122207"/>
                </a:lnTo>
                <a:lnTo>
                  <a:pt x="1635231" y="122246"/>
                </a:lnTo>
                <a:lnTo>
                  <a:pt x="1636278" y="122273"/>
                </a:lnTo>
                <a:lnTo>
                  <a:pt x="1637345" y="122290"/>
                </a:lnTo>
                <a:lnTo>
                  <a:pt x="1638432" y="122296"/>
                </a:lnTo>
                <a:lnTo>
                  <a:pt x="1647600" y="122296"/>
                </a:lnTo>
                <a:lnTo>
                  <a:pt x="1647600" y="104049"/>
                </a:lnTo>
                <a:lnTo>
                  <a:pt x="1639233" y="104049"/>
                </a:lnTo>
                <a:lnTo>
                  <a:pt x="1638678" y="104043"/>
                </a:lnTo>
                <a:lnTo>
                  <a:pt x="1638140" y="104026"/>
                </a:lnTo>
                <a:close/>
                <a:moveTo>
                  <a:pt x="1202680" y="62208"/>
                </a:moveTo>
                <a:lnTo>
                  <a:pt x="1203007" y="61826"/>
                </a:lnTo>
                <a:lnTo>
                  <a:pt x="1203339" y="61449"/>
                </a:lnTo>
                <a:lnTo>
                  <a:pt x="1203675" y="61077"/>
                </a:lnTo>
                <a:lnTo>
                  <a:pt x="1204016" y="60710"/>
                </a:lnTo>
                <a:lnTo>
                  <a:pt x="1204361" y="60348"/>
                </a:lnTo>
                <a:lnTo>
                  <a:pt x="1204711" y="59991"/>
                </a:lnTo>
                <a:lnTo>
                  <a:pt x="1205065" y="59639"/>
                </a:lnTo>
                <a:lnTo>
                  <a:pt x="1205423" y="59292"/>
                </a:lnTo>
                <a:lnTo>
                  <a:pt x="1205786" y="58950"/>
                </a:lnTo>
                <a:lnTo>
                  <a:pt x="1206154" y="58614"/>
                </a:lnTo>
                <a:lnTo>
                  <a:pt x="1206526" y="58282"/>
                </a:lnTo>
                <a:lnTo>
                  <a:pt x="1206902" y="57955"/>
                </a:lnTo>
                <a:lnTo>
                  <a:pt x="1207283" y="57633"/>
                </a:lnTo>
                <a:lnTo>
                  <a:pt x="1207669" y="57317"/>
                </a:lnTo>
                <a:lnTo>
                  <a:pt x="1208059" y="57005"/>
                </a:lnTo>
                <a:lnTo>
                  <a:pt x="1208453" y="56698"/>
                </a:lnTo>
                <a:lnTo>
                  <a:pt x="1208852" y="56396"/>
                </a:lnTo>
                <a:lnTo>
                  <a:pt x="1209256" y="56100"/>
                </a:lnTo>
                <a:lnTo>
                  <a:pt x="1209663" y="55808"/>
                </a:lnTo>
                <a:lnTo>
                  <a:pt x="1210076" y="55522"/>
                </a:lnTo>
                <a:lnTo>
                  <a:pt x="1210493" y="55240"/>
                </a:lnTo>
                <a:lnTo>
                  <a:pt x="1210915" y="54967"/>
                </a:lnTo>
                <a:lnTo>
                  <a:pt x="1211345" y="54705"/>
                </a:lnTo>
                <a:lnTo>
                  <a:pt x="1211781" y="54455"/>
                </a:lnTo>
                <a:lnTo>
                  <a:pt x="1212225" y="54217"/>
                </a:lnTo>
                <a:lnTo>
                  <a:pt x="1212675" y="53990"/>
                </a:lnTo>
                <a:lnTo>
                  <a:pt x="1213132" y="53775"/>
                </a:lnTo>
                <a:lnTo>
                  <a:pt x="1213597" y="53571"/>
                </a:lnTo>
                <a:lnTo>
                  <a:pt x="1214068" y="53379"/>
                </a:lnTo>
                <a:lnTo>
                  <a:pt x="1214546" y="53199"/>
                </a:lnTo>
                <a:lnTo>
                  <a:pt x="1215031" y="53031"/>
                </a:lnTo>
                <a:lnTo>
                  <a:pt x="1215523" y="52874"/>
                </a:lnTo>
                <a:lnTo>
                  <a:pt x="1216022" y="52728"/>
                </a:lnTo>
                <a:lnTo>
                  <a:pt x="1216528" y="52595"/>
                </a:lnTo>
                <a:lnTo>
                  <a:pt x="1217041" y="52473"/>
                </a:lnTo>
                <a:lnTo>
                  <a:pt x="1217561" y="52362"/>
                </a:lnTo>
                <a:lnTo>
                  <a:pt x="1218088" y="52263"/>
                </a:lnTo>
                <a:lnTo>
                  <a:pt x="1218622" y="52176"/>
                </a:lnTo>
                <a:lnTo>
                  <a:pt x="1219162" y="52100"/>
                </a:lnTo>
                <a:lnTo>
                  <a:pt x="1219710" y="52036"/>
                </a:lnTo>
                <a:lnTo>
                  <a:pt x="1220265" y="51984"/>
                </a:lnTo>
                <a:lnTo>
                  <a:pt x="1220826" y="51943"/>
                </a:lnTo>
                <a:lnTo>
                  <a:pt x="1221395" y="51914"/>
                </a:lnTo>
                <a:lnTo>
                  <a:pt x="1221971" y="51897"/>
                </a:lnTo>
                <a:lnTo>
                  <a:pt x="1222553" y="51891"/>
                </a:lnTo>
                <a:lnTo>
                  <a:pt x="1222943" y="51895"/>
                </a:lnTo>
                <a:lnTo>
                  <a:pt x="1223327" y="51905"/>
                </a:lnTo>
                <a:lnTo>
                  <a:pt x="1223704" y="51922"/>
                </a:lnTo>
                <a:lnTo>
                  <a:pt x="1224075" y="51946"/>
                </a:lnTo>
                <a:lnTo>
                  <a:pt x="1224439" y="51978"/>
                </a:lnTo>
                <a:lnTo>
                  <a:pt x="1224798" y="52016"/>
                </a:lnTo>
                <a:lnTo>
                  <a:pt x="1225150" y="52061"/>
                </a:lnTo>
                <a:lnTo>
                  <a:pt x="1225495" y="52112"/>
                </a:lnTo>
                <a:lnTo>
                  <a:pt x="1225835" y="52171"/>
                </a:lnTo>
                <a:lnTo>
                  <a:pt x="1226167" y="52237"/>
                </a:lnTo>
                <a:lnTo>
                  <a:pt x="1226494" y="52309"/>
                </a:lnTo>
                <a:lnTo>
                  <a:pt x="1226814" y="52389"/>
                </a:lnTo>
                <a:lnTo>
                  <a:pt x="1227128" y="52475"/>
                </a:lnTo>
                <a:lnTo>
                  <a:pt x="1227436" y="52569"/>
                </a:lnTo>
                <a:lnTo>
                  <a:pt x="1227737" y="52669"/>
                </a:lnTo>
                <a:lnTo>
                  <a:pt x="1228032" y="52776"/>
                </a:lnTo>
                <a:lnTo>
                  <a:pt x="1228321" y="52890"/>
                </a:lnTo>
                <a:lnTo>
                  <a:pt x="1228603" y="53011"/>
                </a:lnTo>
                <a:lnTo>
                  <a:pt x="1228879" y="53139"/>
                </a:lnTo>
                <a:lnTo>
                  <a:pt x="1229148" y="53274"/>
                </a:lnTo>
                <a:lnTo>
                  <a:pt x="1229411" y="53416"/>
                </a:lnTo>
                <a:lnTo>
                  <a:pt x="1229668" y="53565"/>
                </a:lnTo>
                <a:lnTo>
                  <a:pt x="1229919" y="53720"/>
                </a:lnTo>
                <a:lnTo>
                  <a:pt x="1230163" y="53883"/>
                </a:lnTo>
                <a:lnTo>
                  <a:pt x="1230402" y="54051"/>
                </a:lnTo>
                <a:lnTo>
                  <a:pt x="1230634" y="54226"/>
                </a:lnTo>
                <a:lnTo>
                  <a:pt x="1230862" y="54406"/>
                </a:lnTo>
                <a:lnTo>
                  <a:pt x="1231084" y="54592"/>
                </a:lnTo>
                <a:lnTo>
                  <a:pt x="1231301" y="54783"/>
                </a:lnTo>
                <a:lnTo>
                  <a:pt x="1231512" y="54980"/>
                </a:lnTo>
                <a:lnTo>
                  <a:pt x="1231718" y="55183"/>
                </a:lnTo>
                <a:lnTo>
                  <a:pt x="1231919" y="55391"/>
                </a:lnTo>
                <a:lnTo>
                  <a:pt x="1232114" y="55605"/>
                </a:lnTo>
                <a:lnTo>
                  <a:pt x="1232303" y="55825"/>
                </a:lnTo>
                <a:lnTo>
                  <a:pt x="1232488" y="56050"/>
                </a:lnTo>
                <a:lnTo>
                  <a:pt x="1232666" y="56281"/>
                </a:lnTo>
                <a:lnTo>
                  <a:pt x="1232840" y="56518"/>
                </a:lnTo>
                <a:lnTo>
                  <a:pt x="1233008" y="56760"/>
                </a:lnTo>
                <a:lnTo>
                  <a:pt x="1233171" y="57008"/>
                </a:lnTo>
                <a:lnTo>
                  <a:pt x="1233328" y="57261"/>
                </a:lnTo>
                <a:lnTo>
                  <a:pt x="1233480" y="57520"/>
                </a:lnTo>
                <a:lnTo>
                  <a:pt x="1233626" y="57785"/>
                </a:lnTo>
                <a:lnTo>
                  <a:pt x="1233767" y="58056"/>
                </a:lnTo>
                <a:lnTo>
                  <a:pt x="1233903" y="58332"/>
                </a:lnTo>
                <a:lnTo>
                  <a:pt x="1234033" y="58614"/>
                </a:lnTo>
                <a:lnTo>
                  <a:pt x="1234158" y="58901"/>
                </a:lnTo>
                <a:lnTo>
                  <a:pt x="1234277" y="59194"/>
                </a:lnTo>
                <a:lnTo>
                  <a:pt x="1234391" y="59493"/>
                </a:lnTo>
                <a:lnTo>
                  <a:pt x="1234500" y="59796"/>
                </a:lnTo>
                <a:lnTo>
                  <a:pt x="1234604" y="60104"/>
                </a:lnTo>
                <a:lnTo>
                  <a:pt x="1234704" y="60416"/>
                </a:lnTo>
                <a:lnTo>
                  <a:pt x="1234799" y="60732"/>
                </a:lnTo>
                <a:lnTo>
                  <a:pt x="1234889" y="61052"/>
                </a:lnTo>
                <a:lnTo>
                  <a:pt x="1234975" y="61376"/>
                </a:lnTo>
                <a:lnTo>
                  <a:pt x="1235056" y="61704"/>
                </a:lnTo>
                <a:lnTo>
                  <a:pt x="1235133" y="62036"/>
                </a:lnTo>
                <a:lnTo>
                  <a:pt x="1235205" y="62373"/>
                </a:lnTo>
                <a:lnTo>
                  <a:pt x="1235272" y="62713"/>
                </a:lnTo>
                <a:lnTo>
                  <a:pt x="1235334" y="63058"/>
                </a:lnTo>
                <a:lnTo>
                  <a:pt x="1235392" y="63406"/>
                </a:lnTo>
                <a:lnTo>
                  <a:pt x="1235446" y="63759"/>
                </a:lnTo>
                <a:lnTo>
                  <a:pt x="1235494" y="64116"/>
                </a:lnTo>
                <a:lnTo>
                  <a:pt x="1235538" y="64477"/>
                </a:lnTo>
                <a:lnTo>
                  <a:pt x="1235578" y="64842"/>
                </a:lnTo>
                <a:lnTo>
                  <a:pt x="1235613" y="65211"/>
                </a:lnTo>
                <a:lnTo>
                  <a:pt x="1235643" y="65584"/>
                </a:lnTo>
                <a:lnTo>
                  <a:pt x="1235668" y="65962"/>
                </a:lnTo>
                <a:lnTo>
                  <a:pt x="1235689" y="66343"/>
                </a:lnTo>
                <a:lnTo>
                  <a:pt x="1235705" y="66729"/>
                </a:lnTo>
                <a:lnTo>
                  <a:pt x="1235717" y="67118"/>
                </a:lnTo>
                <a:lnTo>
                  <a:pt x="1235724" y="67512"/>
                </a:lnTo>
                <a:lnTo>
                  <a:pt x="1235726" y="67910"/>
                </a:lnTo>
                <a:lnTo>
                  <a:pt x="1235726" y="122296"/>
                </a:lnTo>
                <a:lnTo>
                  <a:pt x="1259135" y="122296"/>
                </a:lnTo>
                <a:lnTo>
                  <a:pt x="1259135" y="65034"/>
                </a:lnTo>
                <a:lnTo>
                  <a:pt x="1259122" y="63739"/>
                </a:lnTo>
                <a:lnTo>
                  <a:pt x="1259084" y="62471"/>
                </a:lnTo>
                <a:lnTo>
                  <a:pt x="1259021" y="61229"/>
                </a:lnTo>
                <a:lnTo>
                  <a:pt x="1258932" y="60013"/>
                </a:lnTo>
                <a:lnTo>
                  <a:pt x="1258818" y="58823"/>
                </a:lnTo>
                <a:lnTo>
                  <a:pt x="1258679" y="57659"/>
                </a:lnTo>
                <a:lnTo>
                  <a:pt x="1258514" y="56521"/>
                </a:lnTo>
                <a:lnTo>
                  <a:pt x="1258324" y="55410"/>
                </a:lnTo>
                <a:lnTo>
                  <a:pt x="1258109" y="54325"/>
                </a:lnTo>
                <a:lnTo>
                  <a:pt x="1257868" y="53266"/>
                </a:lnTo>
                <a:lnTo>
                  <a:pt x="1257602" y="52233"/>
                </a:lnTo>
                <a:lnTo>
                  <a:pt x="1257310" y="51226"/>
                </a:lnTo>
                <a:lnTo>
                  <a:pt x="1256994" y="50245"/>
                </a:lnTo>
                <a:lnTo>
                  <a:pt x="1256651" y="49290"/>
                </a:lnTo>
                <a:lnTo>
                  <a:pt x="1256284" y="48362"/>
                </a:lnTo>
                <a:lnTo>
                  <a:pt x="1255891" y="47460"/>
                </a:lnTo>
                <a:lnTo>
                  <a:pt x="1255473" y="46583"/>
                </a:lnTo>
                <a:lnTo>
                  <a:pt x="1255030" y="45733"/>
                </a:lnTo>
                <a:lnTo>
                  <a:pt x="1254561" y="44910"/>
                </a:lnTo>
                <a:lnTo>
                  <a:pt x="1254066" y="44112"/>
                </a:lnTo>
                <a:lnTo>
                  <a:pt x="1253547" y="43340"/>
                </a:lnTo>
                <a:lnTo>
                  <a:pt x="1253002" y="42595"/>
                </a:lnTo>
                <a:lnTo>
                  <a:pt x="1252432" y="41876"/>
                </a:lnTo>
                <a:lnTo>
                  <a:pt x="1251836" y="41182"/>
                </a:lnTo>
                <a:lnTo>
                  <a:pt x="1251218" y="40517"/>
                </a:lnTo>
                <a:lnTo>
                  <a:pt x="1250579" y="39879"/>
                </a:lnTo>
                <a:lnTo>
                  <a:pt x="1249919" y="39270"/>
                </a:lnTo>
                <a:lnTo>
                  <a:pt x="1249238" y="38689"/>
                </a:lnTo>
                <a:lnTo>
                  <a:pt x="1248536" y="38136"/>
                </a:lnTo>
                <a:lnTo>
                  <a:pt x="1247814" y="37612"/>
                </a:lnTo>
                <a:lnTo>
                  <a:pt x="1247072" y="37116"/>
                </a:lnTo>
                <a:lnTo>
                  <a:pt x="1246308" y="36649"/>
                </a:lnTo>
                <a:lnTo>
                  <a:pt x="1245524" y="36209"/>
                </a:lnTo>
                <a:lnTo>
                  <a:pt x="1244719" y="35799"/>
                </a:lnTo>
                <a:lnTo>
                  <a:pt x="1243893" y="35416"/>
                </a:lnTo>
                <a:lnTo>
                  <a:pt x="1243047" y="35062"/>
                </a:lnTo>
                <a:lnTo>
                  <a:pt x="1242180" y="34736"/>
                </a:lnTo>
                <a:lnTo>
                  <a:pt x="1241292" y="34438"/>
                </a:lnTo>
                <a:lnTo>
                  <a:pt x="1240384" y="34169"/>
                </a:lnTo>
                <a:lnTo>
                  <a:pt x="1239455" y="33928"/>
                </a:lnTo>
                <a:lnTo>
                  <a:pt x="1238505" y="33716"/>
                </a:lnTo>
                <a:lnTo>
                  <a:pt x="1237534" y="33532"/>
                </a:lnTo>
                <a:lnTo>
                  <a:pt x="1236543" y="33376"/>
                </a:lnTo>
                <a:lnTo>
                  <a:pt x="1235531" y="33248"/>
                </a:lnTo>
                <a:lnTo>
                  <a:pt x="1234498" y="33149"/>
                </a:lnTo>
                <a:lnTo>
                  <a:pt x="1233445" y="33078"/>
                </a:lnTo>
                <a:lnTo>
                  <a:pt x="1232371" y="33036"/>
                </a:lnTo>
                <a:lnTo>
                  <a:pt x="1231276" y="33022"/>
                </a:lnTo>
                <a:lnTo>
                  <a:pt x="1230334" y="33029"/>
                </a:lnTo>
                <a:lnTo>
                  <a:pt x="1229407" y="33052"/>
                </a:lnTo>
                <a:lnTo>
                  <a:pt x="1228494" y="33089"/>
                </a:lnTo>
                <a:lnTo>
                  <a:pt x="1227597" y="33142"/>
                </a:lnTo>
                <a:lnTo>
                  <a:pt x="1226714" y="33209"/>
                </a:lnTo>
                <a:lnTo>
                  <a:pt x="1225846" y="33291"/>
                </a:lnTo>
                <a:lnTo>
                  <a:pt x="1224993" y="33389"/>
                </a:lnTo>
                <a:lnTo>
                  <a:pt x="1224155" y="33501"/>
                </a:lnTo>
                <a:lnTo>
                  <a:pt x="1223332" y="33629"/>
                </a:lnTo>
                <a:lnTo>
                  <a:pt x="1222523" y="33771"/>
                </a:lnTo>
                <a:lnTo>
                  <a:pt x="1221730" y="33928"/>
                </a:lnTo>
                <a:lnTo>
                  <a:pt x="1220951" y="34101"/>
                </a:lnTo>
                <a:lnTo>
                  <a:pt x="1220187" y="34288"/>
                </a:lnTo>
                <a:lnTo>
                  <a:pt x="1219438" y="34491"/>
                </a:lnTo>
                <a:lnTo>
                  <a:pt x="1218704" y="34708"/>
                </a:lnTo>
                <a:lnTo>
                  <a:pt x="1217984" y="34940"/>
                </a:lnTo>
                <a:lnTo>
                  <a:pt x="1217279" y="35188"/>
                </a:lnTo>
                <a:lnTo>
                  <a:pt x="1216590" y="35450"/>
                </a:lnTo>
                <a:lnTo>
                  <a:pt x="1215915" y="35727"/>
                </a:lnTo>
                <a:lnTo>
                  <a:pt x="1215254" y="36019"/>
                </a:lnTo>
                <a:lnTo>
                  <a:pt x="1214609" y="36327"/>
                </a:lnTo>
                <a:lnTo>
                  <a:pt x="1213979" y="36649"/>
                </a:lnTo>
                <a:lnTo>
                  <a:pt x="1213363" y="36986"/>
                </a:lnTo>
                <a:lnTo>
                  <a:pt x="1212762" y="37338"/>
                </a:lnTo>
                <a:lnTo>
                  <a:pt x="1212174" y="37700"/>
                </a:lnTo>
                <a:lnTo>
                  <a:pt x="1211595" y="38067"/>
                </a:lnTo>
                <a:lnTo>
                  <a:pt x="1211025" y="38438"/>
                </a:lnTo>
                <a:lnTo>
                  <a:pt x="1210465" y="38813"/>
                </a:lnTo>
                <a:lnTo>
                  <a:pt x="1209915" y="39193"/>
                </a:lnTo>
                <a:lnTo>
                  <a:pt x="1209374" y="39578"/>
                </a:lnTo>
                <a:lnTo>
                  <a:pt x="1208843" y="39966"/>
                </a:lnTo>
                <a:lnTo>
                  <a:pt x="1208322" y="40360"/>
                </a:lnTo>
                <a:lnTo>
                  <a:pt x="1207810" y="40758"/>
                </a:lnTo>
                <a:lnTo>
                  <a:pt x="1207308" y="41160"/>
                </a:lnTo>
                <a:lnTo>
                  <a:pt x="1206815" y="41567"/>
                </a:lnTo>
                <a:lnTo>
                  <a:pt x="1206332" y="41978"/>
                </a:lnTo>
                <a:lnTo>
                  <a:pt x="1205858" y="42394"/>
                </a:lnTo>
                <a:lnTo>
                  <a:pt x="1205394" y="42814"/>
                </a:lnTo>
                <a:lnTo>
                  <a:pt x="1204939" y="43239"/>
                </a:lnTo>
                <a:lnTo>
                  <a:pt x="1204495" y="43668"/>
                </a:lnTo>
                <a:lnTo>
                  <a:pt x="1204059" y="44102"/>
                </a:lnTo>
                <a:lnTo>
                  <a:pt x="1203634" y="44540"/>
                </a:lnTo>
                <a:lnTo>
                  <a:pt x="1203217" y="44982"/>
                </a:lnTo>
                <a:lnTo>
                  <a:pt x="1202811" y="45429"/>
                </a:lnTo>
                <a:lnTo>
                  <a:pt x="1202414" y="45881"/>
                </a:lnTo>
                <a:lnTo>
                  <a:pt x="1202026" y="46337"/>
                </a:lnTo>
                <a:lnTo>
                  <a:pt x="1201649" y="46798"/>
                </a:lnTo>
                <a:lnTo>
                  <a:pt x="1201280" y="47263"/>
                </a:lnTo>
                <a:lnTo>
                  <a:pt x="1200835" y="34357"/>
                </a:lnTo>
                <a:lnTo>
                  <a:pt x="1178139" y="34357"/>
                </a:lnTo>
                <a:lnTo>
                  <a:pt x="1178139" y="122296"/>
                </a:lnTo>
                <a:lnTo>
                  <a:pt x="1201725" y="122296"/>
                </a:lnTo>
                <a:lnTo>
                  <a:pt x="1201725" y="63384"/>
                </a:lnTo>
                <a:lnTo>
                  <a:pt x="1202039" y="62987"/>
                </a:lnTo>
                <a:lnTo>
                  <a:pt x="1202357" y="62595"/>
                </a:lnTo>
                <a:lnTo>
                  <a:pt x="1202680" y="62208"/>
                </a:lnTo>
                <a:close/>
                <a:moveTo>
                  <a:pt x="1121354" y="123751"/>
                </a:moveTo>
                <a:lnTo>
                  <a:pt x="1122284" y="123686"/>
                </a:lnTo>
                <a:lnTo>
                  <a:pt x="1123203" y="123610"/>
                </a:lnTo>
                <a:lnTo>
                  <a:pt x="1124112" y="123522"/>
                </a:lnTo>
                <a:lnTo>
                  <a:pt x="1125010" y="123422"/>
                </a:lnTo>
                <a:lnTo>
                  <a:pt x="1125898" y="123311"/>
                </a:lnTo>
                <a:lnTo>
                  <a:pt x="1126776" y="123187"/>
                </a:lnTo>
                <a:lnTo>
                  <a:pt x="1127643" y="123052"/>
                </a:lnTo>
                <a:lnTo>
                  <a:pt x="1128501" y="122905"/>
                </a:lnTo>
                <a:lnTo>
                  <a:pt x="1129347" y="122747"/>
                </a:lnTo>
                <a:lnTo>
                  <a:pt x="1130184" y="122577"/>
                </a:lnTo>
                <a:lnTo>
                  <a:pt x="1131010" y="122395"/>
                </a:lnTo>
                <a:lnTo>
                  <a:pt x="1131825" y="122201"/>
                </a:lnTo>
                <a:lnTo>
                  <a:pt x="1132631" y="121995"/>
                </a:lnTo>
                <a:lnTo>
                  <a:pt x="1133426" y="121778"/>
                </a:lnTo>
                <a:lnTo>
                  <a:pt x="1134210" y="121549"/>
                </a:lnTo>
                <a:lnTo>
                  <a:pt x="1134984" y="121308"/>
                </a:lnTo>
                <a:lnTo>
                  <a:pt x="1135748" y="121056"/>
                </a:lnTo>
                <a:lnTo>
                  <a:pt x="1136502" y="120792"/>
                </a:lnTo>
                <a:lnTo>
                  <a:pt x="1137245" y="120516"/>
                </a:lnTo>
                <a:lnTo>
                  <a:pt x="1137977" y="120228"/>
                </a:lnTo>
                <a:lnTo>
                  <a:pt x="1138695" y="119928"/>
                </a:lnTo>
                <a:lnTo>
                  <a:pt x="1139401" y="119616"/>
                </a:lnTo>
                <a:lnTo>
                  <a:pt x="1140093" y="119292"/>
                </a:lnTo>
                <a:lnTo>
                  <a:pt x="1140773" y="118956"/>
                </a:lnTo>
                <a:lnTo>
                  <a:pt x="1141440" y="118607"/>
                </a:lnTo>
                <a:lnTo>
                  <a:pt x="1142093" y="118247"/>
                </a:lnTo>
                <a:lnTo>
                  <a:pt x="1142734" y="117875"/>
                </a:lnTo>
                <a:lnTo>
                  <a:pt x="1143362" y="117491"/>
                </a:lnTo>
                <a:lnTo>
                  <a:pt x="1143976" y="117094"/>
                </a:lnTo>
                <a:lnTo>
                  <a:pt x="1144578" y="116686"/>
                </a:lnTo>
                <a:lnTo>
                  <a:pt x="1145167" y="116265"/>
                </a:lnTo>
                <a:lnTo>
                  <a:pt x="1145742" y="115833"/>
                </a:lnTo>
                <a:lnTo>
                  <a:pt x="1146305" y="115388"/>
                </a:lnTo>
                <a:lnTo>
                  <a:pt x="1146855" y="114932"/>
                </a:lnTo>
                <a:lnTo>
                  <a:pt x="1147392" y="114463"/>
                </a:lnTo>
                <a:lnTo>
                  <a:pt x="1147916" y="113982"/>
                </a:lnTo>
                <a:lnTo>
                  <a:pt x="1148427" y="113490"/>
                </a:lnTo>
                <a:lnTo>
                  <a:pt x="1148924" y="112985"/>
                </a:lnTo>
                <a:lnTo>
                  <a:pt x="1149409" y="112468"/>
                </a:lnTo>
                <a:lnTo>
                  <a:pt x="1149881" y="111939"/>
                </a:lnTo>
                <a:lnTo>
                  <a:pt x="1150340" y="111398"/>
                </a:lnTo>
                <a:lnTo>
                  <a:pt x="1150786" y="110845"/>
                </a:lnTo>
                <a:lnTo>
                  <a:pt x="1151219" y="110280"/>
                </a:lnTo>
                <a:lnTo>
                  <a:pt x="1151638" y="109703"/>
                </a:lnTo>
                <a:lnTo>
                  <a:pt x="1152040" y="109114"/>
                </a:lnTo>
                <a:lnTo>
                  <a:pt x="1152426" y="108513"/>
                </a:lnTo>
                <a:lnTo>
                  <a:pt x="1152795" y="107900"/>
                </a:lnTo>
                <a:lnTo>
                  <a:pt x="1153149" y="107275"/>
                </a:lnTo>
                <a:lnTo>
                  <a:pt x="1153486" y="106639"/>
                </a:lnTo>
                <a:lnTo>
                  <a:pt x="1153807" y="105990"/>
                </a:lnTo>
                <a:lnTo>
                  <a:pt x="1154112" y="105330"/>
                </a:lnTo>
                <a:lnTo>
                  <a:pt x="1154400" y="104658"/>
                </a:lnTo>
                <a:lnTo>
                  <a:pt x="1154673" y="103974"/>
                </a:lnTo>
                <a:lnTo>
                  <a:pt x="1154929" y="103277"/>
                </a:lnTo>
                <a:lnTo>
                  <a:pt x="1155169" y="102569"/>
                </a:lnTo>
                <a:lnTo>
                  <a:pt x="1155393" y="101850"/>
                </a:lnTo>
                <a:lnTo>
                  <a:pt x="1155600" y="101118"/>
                </a:lnTo>
                <a:lnTo>
                  <a:pt x="1155791" y="100374"/>
                </a:lnTo>
                <a:lnTo>
                  <a:pt x="1155966" y="99619"/>
                </a:lnTo>
                <a:lnTo>
                  <a:pt x="1156125" y="98851"/>
                </a:lnTo>
                <a:lnTo>
                  <a:pt x="1156268" y="98072"/>
                </a:lnTo>
                <a:lnTo>
                  <a:pt x="1156394" y="97281"/>
                </a:lnTo>
                <a:lnTo>
                  <a:pt x="1156504" y="96477"/>
                </a:lnTo>
                <a:lnTo>
                  <a:pt x="1156598" y="95662"/>
                </a:lnTo>
                <a:lnTo>
                  <a:pt x="1156676" y="94835"/>
                </a:lnTo>
                <a:lnTo>
                  <a:pt x="1156737" y="93997"/>
                </a:lnTo>
                <a:lnTo>
                  <a:pt x="1156782" y="93146"/>
                </a:lnTo>
                <a:lnTo>
                  <a:pt x="1133551" y="93146"/>
                </a:lnTo>
                <a:lnTo>
                  <a:pt x="1133536" y="93706"/>
                </a:lnTo>
                <a:lnTo>
                  <a:pt x="1133505" y="94254"/>
                </a:lnTo>
                <a:lnTo>
                  <a:pt x="1133458" y="94790"/>
                </a:lnTo>
                <a:lnTo>
                  <a:pt x="1133396" y="95315"/>
                </a:lnTo>
                <a:lnTo>
                  <a:pt x="1133317" y="95828"/>
                </a:lnTo>
                <a:lnTo>
                  <a:pt x="1133223" y="96330"/>
                </a:lnTo>
                <a:lnTo>
                  <a:pt x="1133113" y="96820"/>
                </a:lnTo>
                <a:lnTo>
                  <a:pt x="1132988" y="97298"/>
                </a:lnTo>
                <a:lnTo>
                  <a:pt x="1132846" y="97765"/>
                </a:lnTo>
                <a:lnTo>
                  <a:pt x="1132689" y="98220"/>
                </a:lnTo>
                <a:lnTo>
                  <a:pt x="1132516" y="98664"/>
                </a:lnTo>
                <a:lnTo>
                  <a:pt x="1132327" y="99095"/>
                </a:lnTo>
                <a:lnTo>
                  <a:pt x="1132123" y="99516"/>
                </a:lnTo>
                <a:lnTo>
                  <a:pt x="1131903" y="99924"/>
                </a:lnTo>
                <a:lnTo>
                  <a:pt x="1131667" y="100321"/>
                </a:lnTo>
                <a:lnTo>
                  <a:pt x="1131415" y="100707"/>
                </a:lnTo>
                <a:lnTo>
                  <a:pt x="1131148" y="101080"/>
                </a:lnTo>
                <a:lnTo>
                  <a:pt x="1130864" y="101442"/>
                </a:lnTo>
                <a:lnTo>
                  <a:pt x="1130565" y="101793"/>
                </a:lnTo>
                <a:lnTo>
                  <a:pt x="1130251" y="102132"/>
                </a:lnTo>
                <a:lnTo>
                  <a:pt x="1129920" y="102459"/>
                </a:lnTo>
                <a:lnTo>
                  <a:pt x="1129574" y="102774"/>
                </a:lnTo>
                <a:lnTo>
                  <a:pt x="1129212" y="103078"/>
                </a:lnTo>
                <a:lnTo>
                  <a:pt x="1128834" y="103371"/>
                </a:lnTo>
                <a:lnTo>
                  <a:pt x="1128443" y="103651"/>
                </a:lnTo>
                <a:lnTo>
                  <a:pt x="1128042" y="103920"/>
                </a:lnTo>
                <a:lnTo>
                  <a:pt x="1127630" y="104176"/>
                </a:lnTo>
                <a:lnTo>
                  <a:pt x="1127207" y="104421"/>
                </a:lnTo>
                <a:lnTo>
                  <a:pt x="1126774" y="104654"/>
                </a:lnTo>
                <a:lnTo>
                  <a:pt x="1126331" y="104875"/>
                </a:lnTo>
                <a:lnTo>
                  <a:pt x="1125877" y="105084"/>
                </a:lnTo>
                <a:lnTo>
                  <a:pt x="1125412" y="105280"/>
                </a:lnTo>
                <a:lnTo>
                  <a:pt x="1124937" y="105466"/>
                </a:lnTo>
                <a:lnTo>
                  <a:pt x="1124452" y="105639"/>
                </a:lnTo>
                <a:lnTo>
                  <a:pt x="1123956" y="105800"/>
                </a:lnTo>
                <a:lnTo>
                  <a:pt x="1123449" y="105949"/>
                </a:lnTo>
                <a:lnTo>
                  <a:pt x="1122932" y="106086"/>
                </a:lnTo>
                <a:lnTo>
                  <a:pt x="1122404" y="106212"/>
                </a:lnTo>
                <a:lnTo>
                  <a:pt x="1121866" y="106325"/>
                </a:lnTo>
                <a:lnTo>
                  <a:pt x="1121318" y="106426"/>
                </a:lnTo>
                <a:lnTo>
                  <a:pt x="1120759" y="106516"/>
                </a:lnTo>
                <a:lnTo>
                  <a:pt x="1120189" y="106594"/>
                </a:lnTo>
                <a:lnTo>
                  <a:pt x="1119609" y="106659"/>
                </a:lnTo>
                <a:lnTo>
                  <a:pt x="1119018" y="106713"/>
                </a:lnTo>
                <a:lnTo>
                  <a:pt x="1118417" y="106755"/>
                </a:lnTo>
                <a:lnTo>
                  <a:pt x="1117806" y="106785"/>
                </a:lnTo>
                <a:lnTo>
                  <a:pt x="1117184" y="106802"/>
                </a:lnTo>
                <a:lnTo>
                  <a:pt x="1116551" y="106808"/>
                </a:lnTo>
                <a:lnTo>
                  <a:pt x="1115940" y="106803"/>
                </a:lnTo>
                <a:lnTo>
                  <a:pt x="1115339" y="106785"/>
                </a:lnTo>
                <a:lnTo>
                  <a:pt x="1114749" y="106757"/>
                </a:lnTo>
                <a:lnTo>
                  <a:pt x="1114168" y="106716"/>
                </a:lnTo>
                <a:lnTo>
                  <a:pt x="1113596" y="106664"/>
                </a:lnTo>
                <a:lnTo>
                  <a:pt x="1113035" y="106601"/>
                </a:lnTo>
                <a:lnTo>
                  <a:pt x="1112484" y="106526"/>
                </a:lnTo>
                <a:lnTo>
                  <a:pt x="1111942" y="106439"/>
                </a:lnTo>
                <a:lnTo>
                  <a:pt x="1111411" y="106341"/>
                </a:lnTo>
                <a:lnTo>
                  <a:pt x="1110889" y="106232"/>
                </a:lnTo>
                <a:lnTo>
                  <a:pt x="1110377" y="106111"/>
                </a:lnTo>
                <a:lnTo>
                  <a:pt x="1109875" y="105978"/>
                </a:lnTo>
                <a:lnTo>
                  <a:pt x="1109383" y="105834"/>
                </a:lnTo>
                <a:lnTo>
                  <a:pt x="1108901" y="105678"/>
                </a:lnTo>
                <a:lnTo>
                  <a:pt x="1108429" y="105511"/>
                </a:lnTo>
                <a:lnTo>
                  <a:pt x="1107967" y="105332"/>
                </a:lnTo>
                <a:lnTo>
                  <a:pt x="1107514" y="105142"/>
                </a:lnTo>
                <a:lnTo>
                  <a:pt x="1107072" y="104940"/>
                </a:lnTo>
                <a:lnTo>
                  <a:pt x="1106639" y="104727"/>
                </a:lnTo>
                <a:lnTo>
                  <a:pt x="1106216" y="104502"/>
                </a:lnTo>
                <a:lnTo>
                  <a:pt x="1105803" y="104266"/>
                </a:lnTo>
                <a:lnTo>
                  <a:pt x="1105400" y="104018"/>
                </a:lnTo>
                <a:lnTo>
                  <a:pt x="1105007" y="103758"/>
                </a:lnTo>
                <a:lnTo>
                  <a:pt x="1104624" y="103487"/>
                </a:lnTo>
                <a:lnTo>
                  <a:pt x="1104250" y="103207"/>
                </a:lnTo>
                <a:lnTo>
                  <a:pt x="1103884" y="102919"/>
                </a:lnTo>
                <a:lnTo>
                  <a:pt x="1103527" y="102623"/>
                </a:lnTo>
                <a:lnTo>
                  <a:pt x="1103179" y="102320"/>
                </a:lnTo>
                <a:lnTo>
                  <a:pt x="1102839" y="102010"/>
                </a:lnTo>
                <a:lnTo>
                  <a:pt x="1102507" y="101692"/>
                </a:lnTo>
                <a:lnTo>
                  <a:pt x="1102184" y="101366"/>
                </a:lnTo>
                <a:lnTo>
                  <a:pt x="1101870" y="101034"/>
                </a:lnTo>
                <a:lnTo>
                  <a:pt x="1101564" y="100694"/>
                </a:lnTo>
                <a:lnTo>
                  <a:pt x="1101266" y="100346"/>
                </a:lnTo>
                <a:lnTo>
                  <a:pt x="1100977" y="99991"/>
                </a:lnTo>
                <a:lnTo>
                  <a:pt x="1100697" y="99629"/>
                </a:lnTo>
                <a:lnTo>
                  <a:pt x="1100425" y="99259"/>
                </a:lnTo>
                <a:lnTo>
                  <a:pt x="1100161" y="98882"/>
                </a:lnTo>
                <a:lnTo>
                  <a:pt x="1099906" y="98497"/>
                </a:lnTo>
                <a:lnTo>
                  <a:pt x="1099659" y="98105"/>
                </a:lnTo>
                <a:lnTo>
                  <a:pt x="1099421" y="97705"/>
                </a:lnTo>
                <a:lnTo>
                  <a:pt x="1099192" y="97298"/>
                </a:lnTo>
                <a:lnTo>
                  <a:pt x="1098971" y="96884"/>
                </a:lnTo>
                <a:lnTo>
                  <a:pt x="1098758" y="96462"/>
                </a:lnTo>
                <a:lnTo>
                  <a:pt x="1098554" y="96033"/>
                </a:lnTo>
                <a:lnTo>
                  <a:pt x="1098359" y="95596"/>
                </a:lnTo>
                <a:lnTo>
                  <a:pt x="1098172" y="95152"/>
                </a:lnTo>
                <a:lnTo>
                  <a:pt x="1097993" y="94701"/>
                </a:lnTo>
                <a:lnTo>
                  <a:pt x="1097822" y="94244"/>
                </a:lnTo>
                <a:lnTo>
                  <a:pt x="1097658" y="93785"/>
                </a:lnTo>
                <a:lnTo>
                  <a:pt x="1097500" y="93322"/>
                </a:lnTo>
                <a:lnTo>
                  <a:pt x="1097349" y="92857"/>
                </a:lnTo>
                <a:lnTo>
                  <a:pt x="1097205" y="92389"/>
                </a:lnTo>
                <a:lnTo>
                  <a:pt x="1097067" y="91918"/>
                </a:lnTo>
                <a:lnTo>
                  <a:pt x="1096936" y="91444"/>
                </a:lnTo>
                <a:lnTo>
                  <a:pt x="1096811" y="90968"/>
                </a:lnTo>
                <a:lnTo>
                  <a:pt x="1096693" y="90488"/>
                </a:lnTo>
                <a:lnTo>
                  <a:pt x="1096582" y="90006"/>
                </a:lnTo>
                <a:lnTo>
                  <a:pt x="1096478" y="89521"/>
                </a:lnTo>
                <a:lnTo>
                  <a:pt x="1096380" y="89033"/>
                </a:lnTo>
                <a:lnTo>
                  <a:pt x="1096288" y="88542"/>
                </a:lnTo>
                <a:lnTo>
                  <a:pt x="1096204" y="88048"/>
                </a:lnTo>
                <a:lnTo>
                  <a:pt x="1096126" y="87552"/>
                </a:lnTo>
                <a:lnTo>
                  <a:pt x="1096055" y="87052"/>
                </a:lnTo>
                <a:lnTo>
                  <a:pt x="1095990" y="86550"/>
                </a:lnTo>
                <a:lnTo>
                  <a:pt x="1095932" y="86045"/>
                </a:lnTo>
                <a:lnTo>
                  <a:pt x="1095881" y="85537"/>
                </a:lnTo>
                <a:lnTo>
                  <a:pt x="1095836" y="85026"/>
                </a:lnTo>
                <a:lnTo>
                  <a:pt x="1095798" y="84513"/>
                </a:lnTo>
                <a:lnTo>
                  <a:pt x="1095766" y="83996"/>
                </a:lnTo>
                <a:lnTo>
                  <a:pt x="1095741" y="83477"/>
                </a:lnTo>
                <a:lnTo>
                  <a:pt x="1095723" y="82955"/>
                </a:lnTo>
                <a:lnTo>
                  <a:pt x="1156693" y="82955"/>
                </a:lnTo>
                <a:lnTo>
                  <a:pt x="1156708" y="82871"/>
                </a:lnTo>
                <a:lnTo>
                  <a:pt x="1156722" y="82784"/>
                </a:lnTo>
                <a:lnTo>
                  <a:pt x="1156736" y="82694"/>
                </a:lnTo>
                <a:lnTo>
                  <a:pt x="1156750" y="82601"/>
                </a:lnTo>
                <a:lnTo>
                  <a:pt x="1156763" y="82505"/>
                </a:lnTo>
                <a:lnTo>
                  <a:pt x="1156777" y="82406"/>
                </a:lnTo>
                <a:lnTo>
                  <a:pt x="1156789" y="82304"/>
                </a:lnTo>
                <a:lnTo>
                  <a:pt x="1156802" y="82200"/>
                </a:lnTo>
                <a:lnTo>
                  <a:pt x="1156814" y="82092"/>
                </a:lnTo>
                <a:lnTo>
                  <a:pt x="1156826" y="81981"/>
                </a:lnTo>
                <a:lnTo>
                  <a:pt x="1156838" y="81867"/>
                </a:lnTo>
                <a:lnTo>
                  <a:pt x="1156849" y="81751"/>
                </a:lnTo>
                <a:lnTo>
                  <a:pt x="1156860" y="81631"/>
                </a:lnTo>
                <a:lnTo>
                  <a:pt x="1156871" y="81509"/>
                </a:lnTo>
                <a:lnTo>
                  <a:pt x="1156881" y="81383"/>
                </a:lnTo>
                <a:lnTo>
                  <a:pt x="1156891" y="81255"/>
                </a:lnTo>
                <a:lnTo>
                  <a:pt x="1156901" y="81123"/>
                </a:lnTo>
                <a:lnTo>
                  <a:pt x="1156910" y="80989"/>
                </a:lnTo>
                <a:lnTo>
                  <a:pt x="1156919" y="80852"/>
                </a:lnTo>
                <a:lnTo>
                  <a:pt x="1156928" y="80711"/>
                </a:lnTo>
                <a:lnTo>
                  <a:pt x="1156937" y="80568"/>
                </a:lnTo>
                <a:lnTo>
                  <a:pt x="1156945" y="80422"/>
                </a:lnTo>
                <a:lnTo>
                  <a:pt x="1156953" y="80272"/>
                </a:lnTo>
                <a:lnTo>
                  <a:pt x="1156960" y="80120"/>
                </a:lnTo>
                <a:lnTo>
                  <a:pt x="1156967" y="79968"/>
                </a:lnTo>
                <a:lnTo>
                  <a:pt x="1156974" y="79818"/>
                </a:lnTo>
                <a:lnTo>
                  <a:pt x="1156981" y="79671"/>
                </a:lnTo>
                <a:lnTo>
                  <a:pt x="1156987" y="79527"/>
                </a:lnTo>
                <a:lnTo>
                  <a:pt x="1156993" y="79385"/>
                </a:lnTo>
                <a:lnTo>
                  <a:pt x="1156999" y="79246"/>
                </a:lnTo>
                <a:lnTo>
                  <a:pt x="1157004" y="79110"/>
                </a:lnTo>
                <a:lnTo>
                  <a:pt x="1157010" y="78976"/>
                </a:lnTo>
                <a:lnTo>
                  <a:pt x="1157014" y="78845"/>
                </a:lnTo>
                <a:lnTo>
                  <a:pt x="1157019" y="78716"/>
                </a:lnTo>
                <a:lnTo>
                  <a:pt x="1157023" y="78590"/>
                </a:lnTo>
                <a:lnTo>
                  <a:pt x="1157027" y="78467"/>
                </a:lnTo>
                <a:lnTo>
                  <a:pt x="1157030" y="78347"/>
                </a:lnTo>
                <a:lnTo>
                  <a:pt x="1157034" y="78229"/>
                </a:lnTo>
                <a:lnTo>
                  <a:pt x="1157037" y="78114"/>
                </a:lnTo>
                <a:lnTo>
                  <a:pt x="1157039" y="78001"/>
                </a:lnTo>
                <a:lnTo>
                  <a:pt x="1157042" y="77892"/>
                </a:lnTo>
                <a:lnTo>
                  <a:pt x="1157044" y="77784"/>
                </a:lnTo>
                <a:lnTo>
                  <a:pt x="1157045" y="77680"/>
                </a:lnTo>
                <a:lnTo>
                  <a:pt x="1157047" y="77578"/>
                </a:lnTo>
                <a:lnTo>
                  <a:pt x="1157048" y="77479"/>
                </a:lnTo>
                <a:lnTo>
                  <a:pt x="1157049" y="77382"/>
                </a:lnTo>
                <a:lnTo>
                  <a:pt x="1157049" y="77288"/>
                </a:lnTo>
                <a:lnTo>
                  <a:pt x="1157049" y="77197"/>
                </a:lnTo>
                <a:lnTo>
                  <a:pt x="1157030" y="75444"/>
                </a:lnTo>
                <a:lnTo>
                  <a:pt x="1156971" y="73726"/>
                </a:lnTo>
                <a:lnTo>
                  <a:pt x="1156873" y="72041"/>
                </a:lnTo>
                <a:lnTo>
                  <a:pt x="1156736" y="70390"/>
                </a:lnTo>
                <a:lnTo>
                  <a:pt x="1156560" y="68773"/>
                </a:lnTo>
                <a:lnTo>
                  <a:pt x="1156345" y="67190"/>
                </a:lnTo>
                <a:lnTo>
                  <a:pt x="1156091" y="65641"/>
                </a:lnTo>
                <a:lnTo>
                  <a:pt x="1155798" y="64126"/>
                </a:lnTo>
                <a:lnTo>
                  <a:pt x="1155466" y="62645"/>
                </a:lnTo>
                <a:lnTo>
                  <a:pt x="1155094" y="61197"/>
                </a:lnTo>
                <a:lnTo>
                  <a:pt x="1154684" y="59784"/>
                </a:lnTo>
                <a:lnTo>
                  <a:pt x="1154234" y="58404"/>
                </a:lnTo>
                <a:lnTo>
                  <a:pt x="1153746" y="57058"/>
                </a:lnTo>
                <a:lnTo>
                  <a:pt x="1153218" y="55746"/>
                </a:lnTo>
                <a:lnTo>
                  <a:pt x="1152651" y="54468"/>
                </a:lnTo>
                <a:lnTo>
                  <a:pt x="1152045" y="53224"/>
                </a:lnTo>
                <a:lnTo>
                  <a:pt x="1151400" y="52014"/>
                </a:lnTo>
                <a:lnTo>
                  <a:pt x="1150716" y="50838"/>
                </a:lnTo>
                <a:lnTo>
                  <a:pt x="1149992" y="49696"/>
                </a:lnTo>
                <a:lnTo>
                  <a:pt x="1149230" y="48587"/>
                </a:lnTo>
                <a:lnTo>
                  <a:pt x="1148429" y="47513"/>
                </a:lnTo>
                <a:lnTo>
                  <a:pt x="1147588" y="46472"/>
                </a:lnTo>
                <a:lnTo>
                  <a:pt x="1146708" y="45465"/>
                </a:lnTo>
                <a:lnTo>
                  <a:pt x="1145790" y="44492"/>
                </a:lnTo>
                <a:lnTo>
                  <a:pt x="1144837" y="43556"/>
                </a:lnTo>
                <a:lnTo>
                  <a:pt x="1143857" y="42660"/>
                </a:lnTo>
                <a:lnTo>
                  <a:pt x="1142848" y="41804"/>
                </a:lnTo>
                <a:lnTo>
                  <a:pt x="1141810" y="40987"/>
                </a:lnTo>
                <a:lnTo>
                  <a:pt x="1140745" y="40211"/>
                </a:lnTo>
                <a:lnTo>
                  <a:pt x="1139651" y="39474"/>
                </a:lnTo>
                <a:lnTo>
                  <a:pt x="1138529" y="38777"/>
                </a:lnTo>
                <a:lnTo>
                  <a:pt x="1137379" y="38120"/>
                </a:lnTo>
                <a:lnTo>
                  <a:pt x="1136200" y="37502"/>
                </a:lnTo>
                <a:lnTo>
                  <a:pt x="1134993" y="36925"/>
                </a:lnTo>
                <a:lnTo>
                  <a:pt x="1133758" y="36387"/>
                </a:lnTo>
                <a:lnTo>
                  <a:pt x="1132494" y="35889"/>
                </a:lnTo>
                <a:lnTo>
                  <a:pt x="1131203" y="35431"/>
                </a:lnTo>
                <a:lnTo>
                  <a:pt x="1129883" y="35013"/>
                </a:lnTo>
                <a:lnTo>
                  <a:pt x="1128534" y="34635"/>
                </a:lnTo>
                <a:lnTo>
                  <a:pt x="1127158" y="34296"/>
                </a:lnTo>
                <a:lnTo>
                  <a:pt x="1125753" y="33997"/>
                </a:lnTo>
                <a:lnTo>
                  <a:pt x="1124320" y="33739"/>
                </a:lnTo>
                <a:lnTo>
                  <a:pt x="1122858" y="33519"/>
                </a:lnTo>
                <a:lnTo>
                  <a:pt x="1121368" y="33340"/>
                </a:lnTo>
                <a:lnTo>
                  <a:pt x="1119850" y="33201"/>
                </a:lnTo>
                <a:lnTo>
                  <a:pt x="1118304" y="33101"/>
                </a:lnTo>
                <a:lnTo>
                  <a:pt x="1116730" y="33042"/>
                </a:lnTo>
                <a:lnTo>
                  <a:pt x="1115127" y="33022"/>
                </a:lnTo>
                <a:lnTo>
                  <a:pt x="1113970" y="33031"/>
                </a:lnTo>
                <a:lnTo>
                  <a:pt x="1112828" y="33059"/>
                </a:lnTo>
                <a:lnTo>
                  <a:pt x="1111702" y="33107"/>
                </a:lnTo>
                <a:lnTo>
                  <a:pt x="1110591" y="33173"/>
                </a:lnTo>
                <a:lnTo>
                  <a:pt x="1109496" y="33258"/>
                </a:lnTo>
                <a:lnTo>
                  <a:pt x="1108415" y="33362"/>
                </a:lnTo>
                <a:lnTo>
                  <a:pt x="1107350" y="33485"/>
                </a:lnTo>
                <a:lnTo>
                  <a:pt x="1106300" y="33627"/>
                </a:lnTo>
                <a:lnTo>
                  <a:pt x="1105266" y="33788"/>
                </a:lnTo>
                <a:lnTo>
                  <a:pt x="1104247" y="33968"/>
                </a:lnTo>
                <a:lnTo>
                  <a:pt x="1103243" y="34166"/>
                </a:lnTo>
                <a:lnTo>
                  <a:pt x="1102254" y="34384"/>
                </a:lnTo>
                <a:lnTo>
                  <a:pt x="1101281" y="34620"/>
                </a:lnTo>
                <a:lnTo>
                  <a:pt x="1100323" y="34876"/>
                </a:lnTo>
                <a:lnTo>
                  <a:pt x="1099380" y="35150"/>
                </a:lnTo>
                <a:lnTo>
                  <a:pt x="1098453" y="35443"/>
                </a:lnTo>
                <a:lnTo>
                  <a:pt x="1097541" y="35756"/>
                </a:lnTo>
                <a:lnTo>
                  <a:pt x="1096644" y="36087"/>
                </a:lnTo>
                <a:lnTo>
                  <a:pt x="1095762" y="36437"/>
                </a:lnTo>
                <a:lnTo>
                  <a:pt x="1094896" y="36806"/>
                </a:lnTo>
                <a:lnTo>
                  <a:pt x="1094045" y="37193"/>
                </a:lnTo>
                <a:lnTo>
                  <a:pt x="1093210" y="37600"/>
                </a:lnTo>
                <a:lnTo>
                  <a:pt x="1092389" y="38026"/>
                </a:lnTo>
                <a:lnTo>
                  <a:pt x="1091584" y="38471"/>
                </a:lnTo>
                <a:lnTo>
                  <a:pt x="1090795" y="38933"/>
                </a:lnTo>
                <a:lnTo>
                  <a:pt x="1090022" y="39411"/>
                </a:lnTo>
                <a:lnTo>
                  <a:pt x="1089265" y="39905"/>
                </a:lnTo>
                <a:lnTo>
                  <a:pt x="1088524" y="40416"/>
                </a:lnTo>
                <a:lnTo>
                  <a:pt x="1087799" y="40942"/>
                </a:lnTo>
                <a:lnTo>
                  <a:pt x="1087090" y="41485"/>
                </a:lnTo>
                <a:lnTo>
                  <a:pt x="1086397" y="42044"/>
                </a:lnTo>
                <a:lnTo>
                  <a:pt x="1085720" y="42619"/>
                </a:lnTo>
                <a:lnTo>
                  <a:pt x="1085059" y="43210"/>
                </a:lnTo>
                <a:lnTo>
                  <a:pt x="1084414" y="43817"/>
                </a:lnTo>
                <a:lnTo>
                  <a:pt x="1083786" y="44440"/>
                </a:lnTo>
                <a:lnTo>
                  <a:pt x="1083173" y="45079"/>
                </a:lnTo>
                <a:lnTo>
                  <a:pt x="1082577" y="45735"/>
                </a:lnTo>
                <a:lnTo>
                  <a:pt x="1081996" y="46406"/>
                </a:lnTo>
                <a:lnTo>
                  <a:pt x="1081432" y="47094"/>
                </a:lnTo>
                <a:lnTo>
                  <a:pt x="1080884" y="47798"/>
                </a:lnTo>
                <a:lnTo>
                  <a:pt x="1080352" y="48518"/>
                </a:lnTo>
                <a:lnTo>
                  <a:pt x="1079836" y="49254"/>
                </a:lnTo>
                <a:lnTo>
                  <a:pt x="1079336" y="50006"/>
                </a:lnTo>
                <a:lnTo>
                  <a:pt x="1078852" y="50774"/>
                </a:lnTo>
                <a:lnTo>
                  <a:pt x="1078384" y="51558"/>
                </a:lnTo>
                <a:lnTo>
                  <a:pt x="1077932" y="52359"/>
                </a:lnTo>
                <a:lnTo>
                  <a:pt x="1077496" y="53175"/>
                </a:lnTo>
                <a:lnTo>
                  <a:pt x="1077076" y="54008"/>
                </a:lnTo>
                <a:lnTo>
                  <a:pt x="1076673" y="54855"/>
                </a:lnTo>
                <a:lnTo>
                  <a:pt x="1076287" y="55716"/>
                </a:lnTo>
                <a:lnTo>
                  <a:pt x="1075919" y="56590"/>
                </a:lnTo>
                <a:lnTo>
                  <a:pt x="1075567" y="57477"/>
                </a:lnTo>
                <a:lnTo>
                  <a:pt x="1075232" y="58378"/>
                </a:lnTo>
                <a:lnTo>
                  <a:pt x="1074915" y="59293"/>
                </a:lnTo>
                <a:lnTo>
                  <a:pt x="1074615" y="60221"/>
                </a:lnTo>
                <a:lnTo>
                  <a:pt x="1074332" y="61162"/>
                </a:lnTo>
                <a:lnTo>
                  <a:pt x="1074066" y="62117"/>
                </a:lnTo>
                <a:lnTo>
                  <a:pt x="1073817" y="63085"/>
                </a:lnTo>
                <a:lnTo>
                  <a:pt x="1073586" y="64067"/>
                </a:lnTo>
                <a:lnTo>
                  <a:pt x="1073371" y="65062"/>
                </a:lnTo>
                <a:lnTo>
                  <a:pt x="1073174" y="66071"/>
                </a:lnTo>
                <a:lnTo>
                  <a:pt x="1072994" y="67093"/>
                </a:lnTo>
                <a:lnTo>
                  <a:pt x="1072831" y="68128"/>
                </a:lnTo>
                <a:lnTo>
                  <a:pt x="1072685" y="69177"/>
                </a:lnTo>
                <a:lnTo>
                  <a:pt x="1072557" y="70240"/>
                </a:lnTo>
                <a:lnTo>
                  <a:pt x="1072445" y="71316"/>
                </a:lnTo>
                <a:lnTo>
                  <a:pt x="1072351" y="72405"/>
                </a:lnTo>
                <a:lnTo>
                  <a:pt x="1072274" y="73508"/>
                </a:lnTo>
                <a:lnTo>
                  <a:pt x="1072214" y="74624"/>
                </a:lnTo>
                <a:lnTo>
                  <a:pt x="1072171" y="75754"/>
                </a:lnTo>
                <a:lnTo>
                  <a:pt x="1072145" y="76897"/>
                </a:lnTo>
                <a:lnTo>
                  <a:pt x="1072136" y="78054"/>
                </a:lnTo>
                <a:lnTo>
                  <a:pt x="1072145" y="79247"/>
                </a:lnTo>
                <a:lnTo>
                  <a:pt x="1072172" y="80427"/>
                </a:lnTo>
                <a:lnTo>
                  <a:pt x="1072216" y="81592"/>
                </a:lnTo>
                <a:lnTo>
                  <a:pt x="1072277" y="82742"/>
                </a:lnTo>
                <a:lnTo>
                  <a:pt x="1072357" y="83878"/>
                </a:lnTo>
                <a:lnTo>
                  <a:pt x="1072454" y="85000"/>
                </a:lnTo>
                <a:lnTo>
                  <a:pt x="1072568" y="86108"/>
                </a:lnTo>
                <a:lnTo>
                  <a:pt x="1072700" y="87201"/>
                </a:lnTo>
                <a:lnTo>
                  <a:pt x="1072850" y="88279"/>
                </a:lnTo>
                <a:lnTo>
                  <a:pt x="1073017" y="89344"/>
                </a:lnTo>
                <a:lnTo>
                  <a:pt x="1073202" y="90393"/>
                </a:lnTo>
                <a:lnTo>
                  <a:pt x="1073405" y="91429"/>
                </a:lnTo>
                <a:lnTo>
                  <a:pt x="1073625" y="92450"/>
                </a:lnTo>
                <a:lnTo>
                  <a:pt x="1073863" y="93457"/>
                </a:lnTo>
                <a:lnTo>
                  <a:pt x="1074118" y="94449"/>
                </a:lnTo>
                <a:lnTo>
                  <a:pt x="1074391" y="95427"/>
                </a:lnTo>
                <a:lnTo>
                  <a:pt x="1074682" y="96391"/>
                </a:lnTo>
                <a:lnTo>
                  <a:pt x="1074990" y="97340"/>
                </a:lnTo>
                <a:lnTo>
                  <a:pt x="1075316" y="98275"/>
                </a:lnTo>
                <a:lnTo>
                  <a:pt x="1075660" y="99195"/>
                </a:lnTo>
                <a:lnTo>
                  <a:pt x="1076021" y="100102"/>
                </a:lnTo>
                <a:lnTo>
                  <a:pt x="1076400" y="100993"/>
                </a:lnTo>
                <a:lnTo>
                  <a:pt x="1076796" y="101871"/>
                </a:lnTo>
                <a:lnTo>
                  <a:pt x="1077210" y="102734"/>
                </a:lnTo>
                <a:lnTo>
                  <a:pt x="1077641" y="103581"/>
                </a:lnTo>
                <a:lnTo>
                  <a:pt x="1078089" y="104411"/>
                </a:lnTo>
                <a:lnTo>
                  <a:pt x="1078553" y="105225"/>
                </a:lnTo>
                <a:lnTo>
                  <a:pt x="1079034" y="106022"/>
                </a:lnTo>
                <a:lnTo>
                  <a:pt x="1079532" y="106802"/>
                </a:lnTo>
                <a:lnTo>
                  <a:pt x="1080047" y="107566"/>
                </a:lnTo>
                <a:lnTo>
                  <a:pt x="1080578" y="108312"/>
                </a:lnTo>
                <a:lnTo>
                  <a:pt x="1081126" y="109043"/>
                </a:lnTo>
                <a:lnTo>
                  <a:pt x="1081691" y="109756"/>
                </a:lnTo>
                <a:lnTo>
                  <a:pt x="1082272" y="110453"/>
                </a:lnTo>
                <a:lnTo>
                  <a:pt x="1082870" y="111132"/>
                </a:lnTo>
                <a:lnTo>
                  <a:pt x="1083485" y="111796"/>
                </a:lnTo>
                <a:lnTo>
                  <a:pt x="1084116" y="112442"/>
                </a:lnTo>
                <a:lnTo>
                  <a:pt x="1084764" y="113072"/>
                </a:lnTo>
                <a:lnTo>
                  <a:pt x="1085429" y="113685"/>
                </a:lnTo>
                <a:lnTo>
                  <a:pt x="1086111" y="114281"/>
                </a:lnTo>
                <a:lnTo>
                  <a:pt x="1086809" y="114861"/>
                </a:lnTo>
                <a:lnTo>
                  <a:pt x="1087524" y="115423"/>
                </a:lnTo>
                <a:lnTo>
                  <a:pt x="1088255" y="115969"/>
                </a:lnTo>
                <a:lnTo>
                  <a:pt x="1089003" y="116499"/>
                </a:lnTo>
                <a:lnTo>
                  <a:pt x="1089768" y="117011"/>
                </a:lnTo>
                <a:lnTo>
                  <a:pt x="1090550" y="117507"/>
                </a:lnTo>
                <a:lnTo>
                  <a:pt x="1091348" y="117986"/>
                </a:lnTo>
                <a:lnTo>
                  <a:pt x="1092163" y="118449"/>
                </a:lnTo>
                <a:lnTo>
                  <a:pt x="1092994" y="118894"/>
                </a:lnTo>
                <a:lnTo>
                  <a:pt x="1093842" y="119319"/>
                </a:lnTo>
                <a:lnTo>
                  <a:pt x="1094705" y="119726"/>
                </a:lnTo>
                <a:lnTo>
                  <a:pt x="1095585" y="120114"/>
                </a:lnTo>
                <a:lnTo>
                  <a:pt x="1096480" y="120483"/>
                </a:lnTo>
                <a:lnTo>
                  <a:pt x="1097392" y="120833"/>
                </a:lnTo>
                <a:lnTo>
                  <a:pt x="1098320" y="121164"/>
                </a:lnTo>
                <a:lnTo>
                  <a:pt x="1099264" y="121476"/>
                </a:lnTo>
                <a:lnTo>
                  <a:pt x="1100224" y="121769"/>
                </a:lnTo>
                <a:lnTo>
                  <a:pt x="1101200" y="122044"/>
                </a:lnTo>
                <a:lnTo>
                  <a:pt x="1102192" y="122299"/>
                </a:lnTo>
                <a:lnTo>
                  <a:pt x="1103200" y="122536"/>
                </a:lnTo>
                <a:lnTo>
                  <a:pt x="1104224" y="122753"/>
                </a:lnTo>
                <a:lnTo>
                  <a:pt x="1105264" y="122952"/>
                </a:lnTo>
                <a:lnTo>
                  <a:pt x="1106321" y="123132"/>
                </a:lnTo>
                <a:lnTo>
                  <a:pt x="1107393" y="123292"/>
                </a:lnTo>
                <a:lnTo>
                  <a:pt x="1108482" y="123434"/>
                </a:lnTo>
                <a:lnTo>
                  <a:pt x="1109586" y="123557"/>
                </a:lnTo>
                <a:lnTo>
                  <a:pt x="1110707" y="123661"/>
                </a:lnTo>
                <a:lnTo>
                  <a:pt x="1111843" y="123746"/>
                </a:lnTo>
                <a:lnTo>
                  <a:pt x="1112996" y="123813"/>
                </a:lnTo>
                <a:lnTo>
                  <a:pt x="1114165" y="123860"/>
                </a:lnTo>
                <a:lnTo>
                  <a:pt x="1115350" y="123888"/>
                </a:lnTo>
                <a:lnTo>
                  <a:pt x="1116551" y="123898"/>
                </a:lnTo>
                <a:lnTo>
                  <a:pt x="1117532" y="123892"/>
                </a:lnTo>
                <a:lnTo>
                  <a:pt x="1118503" y="123874"/>
                </a:lnTo>
                <a:lnTo>
                  <a:pt x="1119464" y="123845"/>
                </a:lnTo>
                <a:lnTo>
                  <a:pt x="1120414" y="123804"/>
                </a:lnTo>
                <a:lnTo>
                  <a:pt x="1121354" y="123751"/>
                </a:lnTo>
                <a:close/>
                <a:moveTo>
                  <a:pt x="1096416" y="64408"/>
                </a:moveTo>
                <a:lnTo>
                  <a:pt x="1096549" y="63734"/>
                </a:lnTo>
                <a:lnTo>
                  <a:pt x="1096699" y="63075"/>
                </a:lnTo>
                <a:lnTo>
                  <a:pt x="1096866" y="62431"/>
                </a:lnTo>
                <a:lnTo>
                  <a:pt x="1097048" y="61802"/>
                </a:lnTo>
                <a:lnTo>
                  <a:pt x="1097247" y="61188"/>
                </a:lnTo>
                <a:lnTo>
                  <a:pt x="1097461" y="60589"/>
                </a:lnTo>
                <a:lnTo>
                  <a:pt x="1097693" y="60005"/>
                </a:lnTo>
                <a:lnTo>
                  <a:pt x="1097940" y="59436"/>
                </a:lnTo>
                <a:lnTo>
                  <a:pt x="1098203" y="58882"/>
                </a:lnTo>
                <a:lnTo>
                  <a:pt x="1098483" y="58343"/>
                </a:lnTo>
                <a:lnTo>
                  <a:pt x="1098779" y="57819"/>
                </a:lnTo>
                <a:lnTo>
                  <a:pt x="1099091" y="57309"/>
                </a:lnTo>
                <a:lnTo>
                  <a:pt x="1099420" y="56815"/>
                </a:lnTo>
                <a:lnTo>
                  <a:pt x="1099765" y="56336"/>
                </a:lnTo>
                <a:lnTo>
                  <a:pt x="1100125" y="55871"/>
                </a:lnTo>
                <a:lnTo>
                  <a:pt x="1100503" y="55422"/>
                </a:lnTo>
                <a:lnTo>
                  <a:pt x="1100896" y="54988"/>
                </a:lnTo>
                <a:lnTo>
                  <a:pt x="1101305" y="54568"/>
                </a:lnTo>
                <a:lnTo>
                  <a:pt x="1101731" y="54164"/>
                </a:lnTo>
                <a:lnTo>
                  <a:pt x="1102170" y="53775"/>
                </a:lnTo>
                <a:lnTo>
                  <a:pt x="1102620" y="53403"/>
                </a:lnTo>
                <a:lnTo>
                  <a:pt x="1103080" y="53047"/>
                </a:lnTo>
                <a:lnTo>
                  <a:pt x="1103550" y="52708"/>
                </a:lnTo>
                <a:lnTo>
                  <a:pt x="1104030" y="52385"/>
                </a:lnTo>
                <a:lnTo>
                  <a:pt x="1104521" y="52079"/>
                </a:lnTo>
                <a:lnTo>
                  <a:pt x="1105022" y="51790"/>
                </a:lnTo>
                <a:lnTo>
                  <a:pt x="1105534" y="51517"/>
                </a:lnTo>
                <a:lnTo>
                  <a:pt x="1106056" y="51260"/>
                </a:lnTo>
                <a:lnTo>
                  <a:pt x="1106588" y="51020"/>
                </a:lnTo>
                <a:lnTo>
                  <a:pt x="1107131" y="50797"/>
                </a:lnTo>
                <a:lnTo>
                  <a:pt x="1107684" y="50590"/>
                </a:lnTo>
                <a:lnTo>
                  <a:pt x="1108247" y="50400"/>
                </a:lnTo>
                <a:lnTo>
                  <a:pt x="1108821" y="50226"/>
                </a:lnTo>
                <a:lnTo>
                  <a:pt x="1109405" y="50069"/>
                </a:lnTo>
                <a:lnTo>
                  <a:pt x="1109999" y="49928"/>
                </a:lnTo>
                <a:lnTo>
                  <a:pt x="1110604" y="49804"/>
                </a:lnTo>
                <a:lnTo>
                  <a:pt x="1111219" y="49697"/>
                </a:lnTo>
                <a:lnTo>
                  <a:pt x="1111844" y="49606"/>
                </a:lnTo>
                <a:lnTo>
                  <a:pt x="1112480" y="49531"/>
                </a:lnTo>
                <a:lnTo>
                  <a:pt x="1113126" y="49473"/>
                </a:lnTo>
                <a:lnTo>
                  <a:pt x="1113783" y="49432"/>
                </a:lnTo>
                <a:lnTo>
                  <a:pt x="1114450" y="49407"/>
                </a:lnTo>
                <a:lnTo>
                  <a:pt x="1115127" y="49399"/>
                </a:lnTo>
                <a:lnTo>
                  <a:pt x="1115789" y="49407"/>
                </a:lnTo>
                <a:lnTo>
                  <a:pt x="1116442" y="49431"/>
                </a:lnTo>
                <a:lnTo>
                  <a:pt x="1117084" y="49471"/>
                </a:lnTo>
                <a:lnTo>
                  <a:pt x="1117717" y="49527"/>
                </a:lnTo>
                <a:lnTo>
                  <a:pt x="1118339" y="49600"/>
                </a:lnTo>
                <a:lnTo>
                  <a:pt x="1118951" y="49688"/>
                </a:lnTo>
                <a:lnTo>
                  <a:pt x="1119554" y="49793"/>
                </a:lnTo>
                <a:lnTo>
                  <a:pt x="1120146" y="49913"/>
                </a:lnTo>
                <a:lnTo>
                  <a:pt x="1120728" y="50050"/>
                </a:lnTo>
                <a:lnTo>
                  <a:pt x="1121300" y="50202"/>
                </a:lnTo>
                <a:lnTo>
                  <a:pt x="1121862" y="50371"/>
                </a:lnTo>
                <a:lnTo>
                  <a:pt x="1122414" y="50556"/>
                </a:lnTo>
                <a:lnTo>
                  <a:pt x="1122956" y="50757"/>
                </a:lnTo>
                <a:lnTo>
                  <a:pt x="1123488" y="50974"/>
                </a:lnTo>
                <a:lnTo>
                  <a:pt x="1124010" y="51207"/>
                </a:lnTo>
                <a:lnTo>
                  <a:pt x="1124522" y="51456"/>
                </a:lnTo>
                <a:lnTo>
                  <a:pt x="1125024" y="51721"/>
                </a:lnTo>
                <a:lnTo>
                  <a:pt x="1125516" y="52002"/>
                </a:lnTo>
                <a:lnTo>
                  <a:pt x="1125997" y="52300"/>
                </a:lnTo>
                <a:lnTo>
                  <a:pt x="1126469" y="52613"/>
                </a:lnTo>
                <a:lnTo>
                  <a:pt x="1126931" y="52942"/>
                </a:lnTo>
                <a:lnTo>
                  <a:pt x="1127382" y="53288"/>
                </a:lnTo>
                <a:lnTo>
                  <a:pt x="1127824" y="53650"/>
                </a:lnTo>
                <a:lnTo>
                  <a:pt x="1128255" y="54027"/>
                </a:lnTo>
                <a:lnTo>
                  <a:pt x="1128673" y="54421"/>
                </a:lnTo>
                <a:lnTo>
                  <a:pt x="1129075" y="54831"/>
                </a:lnTo>
                <a:lnTo>
                  <a:pt x="1129459" y="55258"/>
                </a:lnTo>
                <a:lnTo>
                  <a:pt x="1129827" y="55701"/>
                </a:lnTo>
                <a:lnTo>
                  <a:pt x="1130177" y="56161"/>
                </a:lnTo>
                <a:lnTo>
                  <a:pt x="1130511" y="56636"/>
                </a:lnTo>
                <a:lnTo>
                  <a:pt x="1130828" y="57128"/>
                </a:lnTo>
                <a:lnTo>
                  <a:pt x="1131128" y="57637"/>
                </a:lnTo>
                <a:lnTo>
                  <a:pt x="1131412" y="58162"/>
                </a:lnTo>
                <a:lnTo>
                  <a:pt x="1131678" y="58703"/>
                </a:lnTo>
                <a:lnTo>
                  <a:pt x="1131928" y="59261"/>
                </a:lnTo>
                <a:lnTo>
                  <a:pt x="1132161" y="59835"/>
                </a:lnTo>
                <a:lnTo>
                  <a:pt x="1132377" y="60425"/>
                </a:lnTo>
                <a:lnTo>
                  <a:pt x="1132576" y="61032"/>
                </a:lnTo>
                <a:lnTo>
                  <a:pt x="1132758" y="61655"/>
                </a:lnTo>
                <a:lnTo>
                  <a:pt x="1132923" y="62295"/>
                </a:lnTo>
                <a:lnTo>
                  <a:pt x="1133072" y="62951"/>
                </a:lnTo>
                <a:lnTo>
                  <a:pt x="1133204" y="63623"/>
                </a:lnTo>
                <a:lnTo>
                  <a:pt x="1133319" y="64312"/>
                </a:lnTo>
                <a:lnTo>
                  <a:pt x="1133417" y="65017"/>
                </a:lnTo>
                <a:lnTo>
                  <a:pt x="1133498" y="65739"/>
                </a:lnTo>
                <a:lnTo>
                  <a:pt x="1133562" y="66477"/>
                </a:lnTo>
                <a:lnTo>
                  <a:pt x="1133610" y="67231"/>
                </a:lnTo>
                <a:lnTo>
                  <a:pt x="1133640" y="68001"/>
                </a:lnTo>
                <a:lnTo>
                  <a:pt x="1095990" y="68001"/>
                </a:lnTo>
                <a:lnTo>
                  <a:pt x="1096043" y="67253"/>
                </a:lnTo>
                <a:lnTo>
                  <a:pt x="1096112" y="66519"/>
                </a:lnTo>
                <a:lnTo>
                  <a:pt x="1096197" y="65800"/>
                </a:lnTo>
                <a:lnTo>
                  <a:pt x="1096298" y="65097"/>
                </a:lnTo>
                <a:lnTo>
                  <a:pt x="1096416" y="64408"/>
                </a:lnTo>
                <a:close/>
                <a:moveTo>
                  <a:pt x="1453342" y="123804"/>
                </a:moveTo>
                <a:lnTo>
                  <a:pt x="1454282" y="123751"/>
                </a:lnTo>
                <a:lnTo>
                  <a:pt x="1455211" y="123686"/>
                </a:lnTo>
                <a:lnTo>
                  <a:pt x="1456131" y="123610"/>
                </a:lnTo>
                <a:lnTo>
                  <a:pt x="1457039" y="123522"/>
                </a:lnTo>
                <a:lnTo>
                  <a:pt x="1457938" y="123422"/>
                </a:lnTo>
                <a:lnTo>
                  <a:pt x="1458826" y="123311"/>
                </a:lnTo>
                <a:lnTo>
                  <a:pt x="1459704" y="123187"/>
                </a:lnTo>
                <a:lnTo>
                  <a:pt x="1460571" y="123052"/>
                </a:lnTo>
                <a:lnTo>
                  <a:pt x="1461428" y="122905"/>
                </a:lnTo>
                <a:lnTo>
                  <a:pt x="1462275" y="122747"/>
                </a:lnTo>
                <a:lnTo>
                  <a:pt x="1463111" y="122577"/>
                </a:lnTo>
                <a:lnTo>
                  <a:pt x="1463937" y="122395"/>
                </a:lnTo>
                <a:lnTo>
                  <a:pt x="1464753" y="122201"/>
                </a:lnTo>
                <a:lnTo>
                  <a:pt x="1465558" y="121995"/>
                </a:lnTo>
                <a:lnTo>
                  <a:pt x="1466353" y="121778"/>
                </a:lnTo>
                <a:lnTo>
                  <a:pt x="1467138" y="121549"/>
                </a:lnTo>
                <a:lnTo>
                  <a:pt x="1467912" y="121308"/>
                </a:lnTo>
                <a:lnTo>
                  <a:pt x="1468676" y="121056"/>
                </a:lnTo>
                <a:lnTo>
                  <a:pt x="1469430" y="120792"/>
                </a:lnTo>
                <a:lnTo>
                  <a:pt x="1470173" y="120516"/>
                </a:lnTo>
                <a:lnTo>
                  <a:pt x="1470904" y="120228"/>
                </a:lnTo>
                <a:lnTo>
                  <a:pt x="1471623" y="119928"/>
                </a:lnTo>
                <a:lnTo>
                  <a:pt x="1472329" y="119616"/>
                </a:lnTo>
                <a:lnTo>
                  <a:pt x="1473021" y="119292"/>
                </a:lnTo>
                <a:lnTo>
                  <a:pt x="1473701" y="118956"/>
                </a:lnTo>
                <a:lnTo>
                  <a:pt x="1474367" y="118607"/>
                </a:lnTo>
                <a:lnTo>
                  <a:pt x="1475021" y="118247"/>
                </a:lnTo>
                <a:lnTo>
                  <a:pt x="1475662" y="117875"/>
                </a:lnTo>
                <a:lnTo>
                  <a:pt x="1476289" y="117491"/>
                </a:lnTo>
                <a:lnTo>
                  <a:pt x="1476904" y="117094"/>
                </a:lnTo>
                <a:lnTo>
                  <a:pt x="1477506" y="116686"/>
                </a:lnTo>
                <a:lnTo>
                  <a:pt x="1478095" y="116265"/>
                </a:lnTo>
                <a:lnTo>
                  <a:pt x="1478670" y="115833"/>
                </a:lnTo>
                <a:lnTo>
                  <a:pt x="1479233" y="115388"/>
                </a:lnTo>
                <a:lnTo>
                  <a:pt x="1479783" y="114932"/>
                </a:lnTo>
                <a:lnTo>
                  <a:pt x="1480320" y="114463"/>
                </a:lnTo>
                <a:lnTo>
                  <a:pt x="1480844" y="113982"/>
                </a:lnTo>
                <a:lnTo>
                  <a:pt x="1481354" y="113490"/>
                </a:lnTo>
                <a:lnTo>
                  <a:pt x="1481852" y="112985"/>
                </a:lnTo>
                <a:lnTo>
                  <a:pt x="1482337" y="112468"/>
                </a:lnTo>
                <a:lnTo>
                  <a:pt x="1482809" y="111939"/>
                </a:lnTo>
                <a:lnTo>
                  <a:pt x="1483268" y="111398"/>
                </a:lnTo>
                <a:lnTo>
                  <a:pt x="1483714" y="110845"/>
                </a:lnTo>
                <a:lnTo>
                  <a:pt x="1484147" y="110280"/>
                </a:lnTo>
                <a:lnTo>
                  <a:pt x="1484565" y="109703"/>
                </a:lnTo>
                <a:lnTo>
                  <a:pt x="1484968" y="109114"/>
                </a:lnTo>
                <a:lnTo>
                  <a:pt x="1485353" y="108513"/>
                </a:lnTo>
                <a:lnTo>
                  <a:pt x="1485723" y="107900"/>
                </a:lnTo>
                <a:lnTo>
                  <a:pt x="1486077" y="107275"/>
                </a:lnTo>
                <a:lnTo>
                  <a:pt x="1486414" y="106639"/>
                </a:lnTo>
                <a:lnTo>
                  <a:pt x="1486735" y="105990"/>
                </a:lnTo>
                <a:lnTo>
                  <a:pt x="1487040" y="105330"/>
                </a:lnTo>
                <a:lnTo>
                  <a:pt x="1487328" y="104658"/>
                </a:lnTo>
                <a:lnTo>
                  <a:pt x="1487601" y="103974"/>
                </a:lnTo>
                <a:lnTo>
                  <a:pt x="1487857" y="103277"/>
                </a:lnTo>
                <a:lnTo>
                  <a:pt x="1488097" y="102569"/>
                </a:lnTo>
                <a:lnTo>
                  <a:pt x="1488320" y="101850"/>
                </a:lnTo>
                <a:lnTo>
                  <a:pt x="1488528" y="101118"/>
                </a:lnTo>
                <a:lnTo>
                  <a:pt x="1488719" y="100374"/>
                </a:lnTo>
                <a:lnTo>
                  <a:pt x="1488894" y="99619"/>
                </a:lnTo>
                <a:lnTo>
                  <a:pt x="1489053" y="98851"/>
                </a:lnTo>
                <a:lnTo>
                  <a:pt x="1489195" y="98072"/>
                </a:lnTo>
                <a:lnTo>
                  <a:pt x="1489322" y="97281"/>
                </a:lnTo>
                <a:lnTo>
                  <a:pt x="1489432" y="96477"/>
                </a:lnTo>
                <a:lnTo>
                  <a:pt x="1489526" y="95662"/>
                </a:lnTo>
                <a:lnTo>
                  <a:pt x="1489603" y="94835"/>
                </a:lnTo>
                <a:lnTo>
                  <a:pt x="1489665" y="93997"/>
                </a:lnTo>
                <a:lnTo>
                  <a:pt x="1489710" y="93146"/>
                </a:lnTo>
                <a:lnTo>
                  <a:pt x="1466479" y="93146"/>
                </a:lnTo>
                <a:lnTo>
                  <a:pt x="1466464" y="93706"/>
                </a:lnTo>
                <a:lnTo>
                  <a:pt x="1466433" y="94254"/>
                </a:lnTo>
                <a:lnTo>
                  <a:pt x="1466386" y="94790"/>
                </a:lnTo>
                <a:lnTo>
                  <a:pt x="1466323" y="95315"/>
                </a:lnTo>
                <a:lnTo>
                  <a:pt x="1466245" y="95828"/>
                </a:lnTo>
                <a:lnTo>
                  <a:pt x="1466151" y="96330"/>
                </a:lnTo>
                <a:lnTo>
                  <a:pt x="1466041" y="96820"/>
                </a:lnTo>
                <a:lnTo>
                  <a:pt x="1465915" y="97298"/>
                </a:lnTo>
                <a:lnTo>
                  <a:pt x="1465774" y="97765"/>
                </a:lnTo>
                <a:lnTo>
                  <a:pt x="1465617" y="98220"/>
                </a:lnTo>
                <a:lnTo>
                  <a:pt x="1465444" y="98664"/>
                </a:lnTo>
                <a:lnTo>
                  <a:pt x="1465255" y="99095"/>
                </a:lnTo>
                <a:lnTo>
                  <a:pt x="1465051" y="99516"/>
                </a:lnTo>
                <a:lnTo>
                  <a:pt x="1464831" y="99924"/>
                </a:lnTo>
                <a:lnTo>
                  <a:pt x="1464595" y="100321"/>
                </a:lnTo>
                <a:lnTo>
                  <a:pt x="1464343" y="100707"/>
                </a:lnTo>
                <a:lnTo>
                  <a:pt x="1464075" y="101080"/>
                </a:lnTo>
                <a:lnTo>
                  <a:pt x="1463792" y="101442"/>
                </a:lnTo>
                <a:lnTo>
                  <a:pt x="1463493" y="101793"/>
                </a:lnTo>
                <a:lnTo>
                  <a:pt x="1463178" y="102132"/>
                </a:lnTo>
                <a:lnTo>
                  <a:pt x="1462848" y="102459"/>
                </a:lnTo>
                <a:lnTo>
                  <a:pt x="1462502" y="102774"/>
                </a:lnTo>
                <a:lnTo>
                  <a:pt x="1462140" y="103078"/>
                </a:lnTo>
                <a:lnTo>
                  <a:pt x="1461762" y="103371"/>
                </a:lnTo>
                <a:lnTo>
                  <a:pt x="1461371" y="103651"/>
                </a:lnTo>
                <a:lnTo>
                  <a:pt x="1460969" y="103920"/>
                </a:lnTo>
                <a:lnTo>
                  <a:pt x="1460557" y="104176"/>
                </a:lnTo>
                <a:lnTo>
                  <a:pt x="1460135" y="104421"/>
                </a:lnTo>
                <a:lnTo>
                  <a:pt x="1459702" y="104654"/>
                </a:lnTo>
                <a:lnTo>
                  <a:pt x="1459258" y="104875"/>
                </a:lnTo>
                <a:lnTo>
                  <a:pt x="1458804" y="105084"/>
                </a:lnTo>
                <a:lnTo>
                  <a:pt x="1458340" y="105280"/>
                </a:lnTo>
                <a:lnTo>
                  <a:pt x="1457865" y="105466"/>
                </a:lnTo>
                <a:lnTo>
                  <a:pt x="1457379" y="105639"/>
                </a:lnTo>
                <a:lnTo>
                  <a:pt x="1456883" y="105800"/>
                </a:lnTo>
                <a:lnTo>
                  <a:pt x="1456377" y="105949"/>
                </a:lnTo>
                <a:lnTo>
                  <a:pt x="1455860" y="106086"/>
                </a:lnTo>
                <a:lnTo>
                  <a:pt x="1455332" y="106212"/>
                </a:lnTo>
                <a:lnTo>
                  <a:pt x="1454794" y="106325"/>
                </a:lnTo>
                <a:lnTo>
                  <a:pt x="1454246" y="106426"/>
                </a:lnTo>
                <a:lnTo>
                  <a:pt x="1453686" y="106516"/>
                </a:lnTo>
                <a:lnTo>
                  <a:pt x="1453117" y="106594"/>
                </a:lnTo>
                <a:lnTo>
                  <a:pt x="1452537" y="106659"/>
                </a:lnTo>
                <a:lnTo>
                  <a:pt x="1451946" y="106713"/>
                </a:lnTo>
                <a:lnTo>
                  <a:pt x="1451345" y="106755"/>
                </a:lnTo>
                <a:lnTo>
                  <a:pt x="1450733" y="106785"/>
                </a:lnTo>
                <a:lnTo>
                  <a:pt x="1450111" y="106802"/>
                </a:lnTo>
                <a:lnTo>
                  <a:pt x="1449479" y="106808"/>
                </a:lnTo>
                <a:lnTo>
                  <a:pt x="1448868" y="106803"/>
                </a:lnTo>
                <a:lnTo>
                  <a:pt x="1448267" y="106785"/>
                </a:lnTo>
                <a:lnTo>
                  <a:pt x="1447676" y="106757"/>
                </a:lnTo>
                <a:lnTo>
                  <a:pt x="1447095" y="106716"/>
                </a:lnTo>
                <a:lnTo>
                  <a:pt x="1446524" y="106664"/>
                </a:lnTo>
                <a:lnTo>
                  <a:pt x="1445963" y="106601"/>
                </a:lnTo>
                <a:lnTo>
                  <a:pt x="1445412" y="106526"/>
                </a:lnTo>
                <a:lnTo>
                  <a:pt x="1444870" y="106439"/>
                </a:lnTo>
                <a:lnTo>
                  <a:pt x="1444339" y="106341"/>
                </a:lnTo>
                <a:lnTo>
                  <a:pt x="1443817" y="106232"/>
                </a:lnTo>
                <a:lnTo>
                  <a:pt x="1443305" y="106111"/>
                </a:lnTo>
                <a:lnTo>
                  <a:pt x="1442803" y="105978"/>
                </a:lnTo>
                <a:lnTo>
                  <a:pt x="1442311" y="105834"/>
                </a:lnTo>
                <a:lnTo>
                  <a:pt x="1441829" y="105678"/>
                </a:lnTo>
                <a:lnTo>
                  <a:pt x="1441357" y="105511"/>
                </a:lnTo>
                <a:lnTo>
                  <a:pt x="1440895" y="105332"/>
                </a:lnTo>
                <a:lnTo>
                  <a:pt x="1440442" y="105142"/>
                </a:lnTo>
                <a:lnTo>
                  <a:pt x="1439999" y="104940"/>
                </a:lnTo>
                <a:lnTo>
                  <a:pt x="1439567" y="104727"/>
                </a:lnTo>
                <a:lnTo>
                  <a:pt x="1439144" y="104502"/>
                </a:lnTo>
                <a:lnTo>
                  <a:pt x="1438731" y="104266"/>
                </a:lnTo>
                <a:lnTo>
                  <a:pt x="1438328" y="104018"/>
                </a:lnTo>
                <a:lnTo>
                  <a:pt x="1437935" y="103758"/>
                </a:lnTo>
                <a:lnTo>
                  <a:pt x="1437552" y="103487"/>
                </a:lnTo>
                <a:lnTo>
                  <a:pt x="1437178" y="103207"/>
                </a:lnTo>
                <a:lnTo>
                  <a:pt x="1436812" y="102919"/>
                </a:lnTo>
                <a:lnTo>
                  <a:pt x="1436455" y="102623"/>
                </a:lnTo>
                <a:lnTo>
                  <a:pt x="1436107" y="102320"/>
                </a:lnTo>
                <a:lnTo>
                  <a:pt x="1435767" y="102010"/>
                </a:lnTo>
                <a:lnTo>
                  <a:pt x="1435435" y="101692"/>
                </a:lnTo>
                <a:lnTo>
                  <a:pt x="1435112" y="101366"/>
                </a:lnTo>
                <a:lnTo>
                  <a:pt x="1434798" y="101034"/>
                </a:lnTo>
                <a:lnTo>
                  <a:pt x="1434491" y="100694"/>
                </a:lnTo>
                <a:lnTo>
                  <a:pt x="1434194" y="100346"/>
                </a:lnTo>
                <a:lnTo>
                  <a:pt x="1433905" y="99991"/>
                </a:lnTo>
                <a:lnTo>
                  <a:pt x="1433624" y="99629"/>
                </a:lnTo>
                <a:lnTo>
                  <a:pt x="1433352" y="99259"/>
                </a:lnTo>
                <a:lnTo>
                  <a:pt x="1433089" y="98882"/>
                </a:lnTo>
                <a:lnTo>
                  <a:pt x="1432834" y="98497"/>
                </a:lnTo>
                <a:lnTo>
                  <a:pt x="1432587" y="98105"/>
                </a:lnTo>
                <a:lnTo>
                  <a:pt x="1432349" y="97705"/>
                </a:lnTo>
                <a:lnTo>
                  <a:pt x="1432120" y="97298"/>
                </a:lnTo>
                <a:lnTo>
                  <a:pt x="1431899" y="96884"/>
                </a:lnTo>
                <a:lnTo>
                  <a:pt x="1431686" y="96462"/>
                </a:lnTo>
                <a:lnTo>
                  <a:pt x="1431482" y="96033"/>
                </a:lnTo>
                <a:lnTo>
                  <a:pt x="1431286" y="95596"/>
                </a:lnTo>
                <a:lnTo>
                  <a:pt x="1431099" y="95152"/>
                </a:lnTo>
                <a:lnTo>
                  <a:pt x="1430921" y="94701"/>
                </a:lnTo>
                <a:lnTo>
                  <a:pt x="1430750" y="94244"/>
                </a:lnTo>
                <a:lnTo>
                  <a:pt x="1430585" y="93785"/>
                </a:lnTo>
                <a:lnTo>
                  <a:pt x="1430428" y="93322"/>
                </a:lnTo>
                <a:lnTo>
                  <a:pt x="1430277" y="92857"/>
                </a:lnTo>
                <a:lnTo>
                  <a:pt x="1430132" y="92389"/>
                </a:lnTo>
                <a:lnTo>
                  <a:pt x="1429995" y="91918"/>
                </a:lnTo>
                <a:lnTo>
                  <a:pt x="1429863" y="91444"/>
                </a:lnTo>
                <a:lnTo>
                  <a:pt x="1429739" y="90968"/>
                </a:lnTo>
                <a:lnTo>
                  <a:pt x="1429621" y="90488"/>
                </a:lnTo>
                <a:lnTo>
                  <a:pt x="1429510" y="90006"/>
                </a:lnTo>
                <a:lnTo>
                  <a:pt x="1429405" y="89521"/>
                </a:lnTo>
                <a:lnTo>
                  <a:pt x="1429308" y="89033"/>
                </a:lnTo>
                <a:lnTo>
                  <a:pt x="1429216" y="88542"/>
                </a:lnTo>
                <a:lnTo>
                  <a:pt x="1429132" y="88048"/>
                </a:lnTo>
                <a:lnTo>
                  <a:pt x="1429054" y="87552"/>
                </a:lnTo>
                <a:lnTo>
                  <a:pt x="1428982" y="87052"/>
                </a:lnTo>
                <a:lnTo>
                  <a:pt x="1428918" y="86550"/>
                </a:lnTo>
                <a:lnTo>
                  <a:pt x="1428860" y="86045"/>
                </a:lnTo>
                <a:lnTo>
                  <a:pt x="1428808" y="85537"/>
                </a:lnTo>
                <a:lnTo>
                  <a:pt x="1428764" y="85026"/>
                </a:lnTo>
                <a:lnTo>
                  <a:pt x="1428726" y="84513"/>
                </a:lnTo>
                <a:lnTo>
                  <a:pt x="1428694" y="83996"/>
                </a:lnTo>
                <a:lnTo>
                  <a:pt x="1428669" y="83477"/>
                </a:lnTo>
                <a:lnTo>
                  <a:pt x="1428651" y="82955"/>
                </a:lnTo>
                <a:lnTo>
                  <a:pt x="1489621" y="82955"/>
                </a:lnTo>
                <a:lnTo>
                  <a:pt x="1489636" y="82871"/>
                </a:lnTo>
                <a:lnTo>
                  <a:pt x="1489650" y="82784"/>
                </a:lnTo>
                <a:lnTo>
                  <a:pt x="1489664" y="82694"/>
                </a:lnTo>
                <a:lnTo>
                  <a:pt x="1489678" y="82601"/>
                </a:lnTo>
                <a:lnTo>
                  <a:pt x="1489691" y="82505"/>
                </a:lnTo>
                <a:lnTo>
                  <a:pt x="1489704" y="82406"/>
                </a:lnTo>
                <a:lnTo>
                  <a:pt x="1489717" y="82304"/>
                </a:lnTo>
                <a:lnTo>
                  <a:pt x="1489730" y="82200"/>
                </a:lnTo>
                <a:lnTo>
                  <a:pt x="1489742" y="82092"/>
                </a:lnTo>
                <a:lnTo>
                  <a:pt x="1489754" y="81981"/>
                </a:lnTo>
                <a:lnTo>
                  <a:pt x="1489765" y="81867"/>
                </a:lnTo>
                <a:lnTo>
                  <a:pt x="1489777" y="81751"/>
                </a:lnTo>
                <a:lnTo>
                  <a:pt x="1489788" y="81631"/>
                </a:lnTo>
                <a:lnTo>
                  <a:pt x="1489798" y="81509"/>
                </a:lnTo>
                <a:lnTo>
                  <a:pt x="1489809" y="81383"/>
                </a:lnTo>
                <a:lnTo>
                  <a:pt x="1489819" y="81255"/>
                </a:lnTo>
                <a:lnTo>
                  <a:pt x="1489828" y="81123"/>
                </a:lnTo>
                <a:lnTo>
                  <a:pt x="1489838" y="80989"/>
                </a:lnTo>
                <a:lnTo>
                  <a:pt x="1489847" y="80852"/>
                </a:lnTo>
                <a:lnTo>
                  <a:pt x="1489856" y="80711"/>
                </a:lnTo>
                <a:lnTo>
                  <a:pt x="1489864" y="80568"/>
                </a:lnTo>
                <a:lnTo>
                  <a:pt x="1489872" y="80422"/>
                </a:lnTo>
                <a:lnTo>
                  <a:pt x="1489880" y="80272"/>
                </a:lnTo>
                <a:lnTo>
                  <a:pt x="1489888" y="80120"/>
                </a:lnTo>
                <a:lnTo>
                  <a:pt x="1489895" y="79968"/>
                </a:lnTo>
                <a:lnTo>
                  <a:pt x="1489902" y="79818"/>
                </a:lnTo>
                <a:lnTo>
                  <a:pt x="1489909" y="79671"/>
                </a:lnTo>
                <a:lnTo>
                  <a:pt x="1489915" y="79527"/>
                </a:lnTo>
                <a:lnTo>
                  <a:pt x="1489921" y="79385"/>
                </a:lnTo>
                <a:lnTo>
                  <a:pt x="1489927" y="79246"/>
                </a:lnTo>
                <a:lnTo>
                  <a:pt x="1489932" y="79110"/>
                </a:lnTo>
                <a:lnTo>
                  <a:pt x="1489937" y="78976"/>
                </a:lnTo>
                <a:lnTo>
                  <a:pt x="1489942" y="78845"/>
                </a:lnTo>
                <a:lnTo>
                  <a:pt x="1489947" y="78716"/>
                </a:lnTo>
                <a:lnTo>
                  <a:pt x="1489951" y="78590"/>
                </a:lnTo>
                <a:lnTo>
                  <a:pt x="1489955" y="78467"/>
                </a:lnTo>
                <a:lnTo>
                  <a:pt x="1489958" y="78347"/>
                </a:lnTo>
                <a:lnTo>
                  <a:pt x="1489961" y="78229"/>
                </a:lnTo>
                <a:lnTo>
                  <a:pt x="1489964" y="78114"/>
                </a:lnTo>
                <a:lnTo>
                  <a:pt x="1489967" y="78001"/>
                </a:lnTo>
                <a:lnTo>
                  <a:pt x="1489969" y="77892"/>
                </a:lnTo>
                <a:lnTo>
                  <a:pt x="1489971" y="77784"/>
                </a:lnTo>
                <a:lnTo>
                  <a:pt x="1489973" y="77680"/>
                </a:lnTo>
                <a:lnTo>
                  <a:pt x="1489974" y="77578"/>
                </a:lnTo>
                <a:lnTo>
                  <a:pt x="1489976" y="77479"/>
                </a:lnTo>
                <a:lnTo>
                  <a:pt x="1489976" y="77382"/>
                </a:lnTo>
                <a:lnTo>
                  <a:pt x="1489977" y="77288"/>
                </a:lnTo>
                <a:lnTo>
                  <a:pt x="1489977" y="77197"/>
                </a:lnTo>
                <a:lnTo>
                  <a:pt x="1489957" y="75444"/>
                </a:lnTo>
                <a:lnTo>
                  <a:pt x="1489899" y="73726"/>
                </a:lnTo>
                <a:lnTo>
                  <a:pt x="1489801" y="72041"/>
                </a:lnTo>
                <a:lnTo>
                  <a:pt x="1489664" y="70390"/>
                </a:lnTo>
                <a:lnTo>
                  <a:pt x="1489488" y="68773"/>
                </a:lnTo>
                <a:lnTo>
                  <a:pt x="1489273" y="67190"/>
                </a:lnTo>
                <a:lnTo>
                  <a:pt x="1489019" y="65641"/>
                </a:lnTo>
                <a:lnTo>
                  <a:pt x="1488726" y="64126"/>
                </a:lnTo>
                <a:lnTo>
                  <a:pt x="1488394" y="62645"/>
                </a:lnTo>
                <a:lnTo>
                  <a:pt x="1488022" y="61197"/>
                </a:lnTo>
                <a:lnTo>
                  <a:pt x="1487612" y="59784"/>
                </a:lnTo>
                <a:lnTo>
                  <a:pt x="1487162" y="58404"/>
                </a:lnTo>
                <a:lnTo>
                  <a:pt x="1486673" y="57058"/>
                </a:lnTo>
                <a:lnTo>
                  <a:pt x="1486146" y="55746"/>
                </a:lnTo>
                <a:lnTo>
                  <a:pt x="1485579" y="54468"/>
                </a:lnTo>
                <a:lnTo>
                  <a:pt x="1484973" y="53224"/>
                </a:lnTo>
                <a:lnTo>
                  <a:pt x="1484328" y="52014"/>
                </a:lnTo>
                <a:lnTo>
                  <a:pt x="1483644" y="50838"/>
                </a:lnTo>
                <a:lnTo>
                  <a:pt x="1482920" y="49696"/>
                </a:lnTo>
                <a:lnTo>
                  <a:pt x="1482158" y="48587"/>
                </a:lnTo>
                <a:lnTo>
                  <a:pt x="1481356" y="47513"/>
                </a:lnTo>
                <a:lnTo>
                  <a:pt x="1480516" y="46472"/>
                </a:lnTo>
                <a:lnTo>
                  <a:pt x="1479636" y="45465"/>
                </a:lnTo>
                <a:lnTo>
                  <a:pt x="1478718" y="44492"/>
                </a:lnTo>
                <a:lnTo>
                  <a:pt x="1477765" y="43556"/>
                </a:lnTo>
                <a:lnTo>
                  <a:pt x="1476784" y="42660"/>
                </a:lnTo>
                <a:lnTo>
                  <a:pt x="1475775" y="41804"/>
                </a:lnTo>
                <a:lnTo>
                  <a:pt x="1474738" y="40987"/>
                </a:lnTo>
                <a:lnTo>
                  <a:pt x="1473673" y="40211"/>
                </a:lnTo>
                <a:lnTo>
                  <a:pt x="1472579" y="39474"/>
                </a:lnTo>
                <a:lnTo>
                  <a:pt x="1471457" y="38777"/>
                </a:lnTo>
                <a:lnTo>
                  <a:pt x="1470306" y="38120"/>
                </a:lnTo>
                <a:lnTo>
                  <a:pt x="1469128" y="37502"/>
                </a:lnTo>
                <a:lnTo>
                  <a:pt x="1467921" y="36925"/>
                </a:lnTo>
                <a:lnTo>
                  <a:pt x="1466686" y="36387"/>
                </a:lnTo>
                <a:lnTo>
                  <a:pt x="1465422" y="35889"/>
                </a:lnTo>
                <a:lnTo>
                  <a:pt x="1464130" y="35431"/>
                </a:lnTo>
                <a:lnTo>
                  <a:pt x="1462810" y="35013"/>
                </a:lnTo>
                <a:lnTo>
                  <a:pt x="1461462" y="34635"/>
                </a:lnTo>
                <a:lnTo>
                  <a:pt x="1460085" y="34296"/>
                </a:lnTo>
                <a:lnTo>
                  <a:pt x="1458681" y="33997"/>
                </a:lnTo>
                <a:lnTo>
                  <a:pt x="1457247" y="33739"/>
                </a:lnTo>
                <a:lnTo>
                  <a:pt x="1455786" y="33519"/>
                </a:lnTo>
                <a:lnTo>
                  <a:pt x="1454296" y="33340"/>
                </a:lnTo>
                <a:lnTo>
                  <a:pt x="1452778" y="33201"/>
                </a:lnTo>
                <a:lnTo>
                  <a:pt x="1451232" y="33101"/>
                </a:lnTo>
                <a:lnTo>
                  <a:pt x="1449657" y="33042"/>
                </a:lnTo>
                <a:lnTo>
                  <a:pt x="1448055" y="33022"/>
                </a:lnTo>
                <a:lnTo>
                  <a:pt x="1446898" y="33031"/>
                </a:lnTo>
                <a:lnTo>
                  <a:pt x="1445756" y="33059"/>
                </a:lnTo>
                <a:lnTo>
                  <a:pt x="1444630" y="33107"/>
                </a:lnTo>
                <a:lnTo>
                  <a:pt x="1443519" y="33173"/>
                </a:lnTo>
                <a:lnTo>
                  <a:pt x="1442423" y="33258"/>
                </a:lnTo>
                <a:lnTo>
                  <a:pt x="1441343" y="33362"/>
                </a:lnTo>
                <a:lnTo>
                  <a:pt x="1440278" y="33485"/>
                </a:lnTo>
                <a:lnTo>
                  <a:pt x="1439228" y="33627"/>
                </a:lnTo>
                <a:lnTo>
                  <a:pt x="1438194" y="33788"/>
                </a:lnTo>
                <a:lnTo>
                  <a:pt x="1437174" y="33968"/>
                </a:lnTo>
                <a:lnTo>
                  <a:pt x="1436171" y="34166"/>
                </a:lnTo>
                <a:lnTo>
                  <a:pt x="1435182" y="34384"/>
                </a:lnTo>
                <a:lnTo>
                  <a:pt x="1434209" y="34620"/>
                </a:lnTo>
                <a:lnTo>
                  <a:pt x="1433251" y="34876"/>
                </a:lnTo>
                <a:lnTo>
                  <a:pt x="1432308" y="35150"/>
                </a:lnTo>
                <a:lnTo>
                  <a:pt x="1431381" y="35443"/>
                </a:lnTo>
                <a:lnTo>
                  <a:pt x="1430469" y="35756"/>
                </a:lnTo>
                <a:lnTo>
                  <a:pt x="1429572" y="36087"/>
                </a:lnTo>
                <a:lnTo>
                  <a:pt x="1428690" y="36437"/>
                </a:lnTo>
                <a:lnTo>
                  <a:pt x="1427824" y="36806"/>
                </a:lnTo>
                <a:lnTo>
                  <a:pt x="1426973" y="37193"/>
                </a:lnTo>
                <a:lnTo>
                  <a:pt x="1426138" y="37600"/>
                </a:lnTo>
                <a:lnTo>
                  <a:pt x="1425317" y="38026"/>
                </a:lnTo>
                <a:lnTo>
                  <a:pt x="1424512" y="38471"/>
                </a:lnTo>
                <a:lnTo>
                  <a:pt x="1423723" y="38933"/>
                </a:lnTo>
                <a:lnTo>
                  <a:pt x="1422950" y="39411"/>
                </a:lnTo>
                <a:lnTo>
                  <a:pt x="1422193" y="39905"/>
                </a:lnTo>
                <a:lnTo>
                  <a:pt x="1421451" y="40416"/>
                </a:lnTo>
                <a:lnTo>
                  <a:pt x="1420726" y="40942"/>
                </a:lnTo>
                <a:lnTo>
                  <a:pt x="1420017" y="41485"/>
                </a:lnTo>
                <a:lnTo>
                  <a:pt x="1419325" y="42044"/>
                </a:lnTo>
                <a:lnTo>
                  <a:pt x="1418648" y="42619"/>
                </a:lnTo>
                <a:lnTo>
                  <a:pt x="1417987" y="43210"/>
                </a:lnTo>
                <a:lnTo>
                  <a:pt x="1417342" y="43817"/>
                </a:lnTo>
                <a:lnTo>
                  <a:pt x="1416714" y="44440"/>
                </a:lnTo>
                <a:lnTo>
                  <a:pt x="1416101" y="45079"/>
                </a:lnTo>
                <a:lnTo>
                  <a:pt x="1415505" y="45735"/>
                </a:lnTo>
                <a:lnTo>
                  <a:pt x="1414924" y="46406"/>
                </a:lnTo>
                <a:lnTo>
                  <a:pt x="1414360" y="47094"/>
                </a:lnTo>
                <a:lnTo>
                  <a:pt x="1413812" y="47798"/>
                </a:lnTo>
                <a:lnTo>
                  <a:pt x="1413279" y="48518"/>
                </a:lnTo>
                <a:lnTo>
                  <a:pt x="1412763" y="49254"/>
                </a:lnTo>
                <a:lnTo>
                  <a:pt x="1412263" y="50006"/>
                </a:lnTo>
                <a:lnTo>
                  <a:pt x="1411779" y="50774"/>
                </a:lnTo>
                <a:lnTo>
                  <a:pt x="1411311" y="51558"/>
                </a:lnTo>
                <a:lnTo>
                  <a:pt x="1410860" y="52359"/>
                </a:lnTo>
                <a:lnTo>
                  <a:pt x="1410424" y="53175"/>
                </a:lnTo>
                <a:lnTo>
                  <a:pt x="1410004" y="54008"/>
                </a:lnTo>
                <a:lnTo>
                  <a:pt x="1409601" y="54855"/>
                </a:lnTo>
                <a:lnTo>
                  <a:pt x="1409215" y="55716"/>
                </a:lnTo>
                <a:lnTo>
                  <a:pt x="1408846" y="56590"/>
                </a:lnTo>
                <a:lnTo>
                  <a:pt x="1408495" y="57477"/>
                </a:lnTo>
                <a:lnTo>
                  <a:pt x="1408160" y="58378"/>
                </a:lnTo>
                <a:lnTo>
                  <a:pt x="1407843" y="59293"/>
                </a:lnTo>
                <a:lnTo>
                  <a:pt x="1407543" y="60221"/>
                </a:lnTo>
                <a:lnTo>
                  <a:pt x="1407260" y="61162"/>
                </a:lnTo>
                <a:lnTo>
                  <a:pt x="1406994" y="62117"/>
                </a:lnTo>
                <a:lnTo>
                  <a:pt x="1406745" y="63085"/>
                </a:lnTo>
                <a:lnTo>
                  <a:pt x="1406514" y="64067"/>
                </a:lnTo>
                <a:lnTo>
                  <a:pt x="1406299" y="65062"/>
                </a:lnTo>
                <a:lnTo>
                  <a:pt x="1406102" y="66071"/>
                </a:lnTo>
                <a:lnTo>
                  <a:pt x="1405922" y="67093"/>
                </a:lnTo>
                <a:lnTo>
                  <a:pt x="1405759" y="68128"/>
                </a:lnTo>
                <a:lnTo>
                  <a:pt x="1405613" y="69177"/>
                </a:lnTo>
                <a:lnTo>
                  <a:pt x="1405484" y="70240"/>
                </a:lnTo>
                <a:lnTo>
                  <a:pt x="1405373" y="71316"/>
                </a:lnTo>
                <a:lnTo>
                  <a:pt x="1405279" y="72405"/>
                </a:lnTo>
                <a:lnTo>
                  <a:pt x="1405201" y="73508"/>
                </a:lnTo>
                <a:lnTo>
                  <a:pt x="1405141" y="74624"/>
                </a:lnTo>
                <a:lnTo>
                  <a:pt x="1405099" y="75754"/>
                </a:lnTo>
                <a:lnTo>
                  <a:pt x="1405073" y="76897"/>
                </a:lnTo>
                <a:lnTo>
                  <a:pt x="1405064" y="78054"/>
                </a:lnTo>
                <a:lnTo>
                  <a:pt x="1405073" y="79247"/>
                </a:lnTo>
                <a:lnTo>
                  <a:pt x="1405099" y="80427"/>
                </a:lnTo>
                <a:lnTo>
                  <a:pt x="1405144" y="81592"/>
                </a:lnTo>
                <a:lnTo>
                  <a:pt x="1405205" y="82742"/>
                </a:lnTo>
                <a:lnTo>
                  <a:pt x="1405284" y="83878"/>
                </a:lnTo>
                <a:lnTo>
                  <a:pt x="1405381" y="85000"/>
                </a:lnTo>
                <a:lnTo>
                  <a:pt x="1405496" y="86108"/>
                </a:lnTo>
                <a:lnTo>
                  <a:pt x="1405628" y="87201"/>
                </a:lnTo>
                <a:lnTo>
                  <a:pt x="1405778" y="88279"/>
                </a:lnTo>
                <a:lnTo>
                  <a:pt x="1405945" y="89344"/>
                </a:lnTo>
                <a:lnTo>
                  <a:pt x="1406130" y="90393"/>
                </a:lnTo>
                <a:lnTo>
                  <a:pt x="1406333" y="91429"/>
                </a:lnTo>
                <a:lnTo>
                  <a:pt x="1406553" y="92450"/>
                </a:lnTo>
                <a:lnTo>
                  <a:pt x="1406791" y="93457"/>
                </a:lnTo>
                <a:lnTo>
                  <a:pt x="1407046" y="94449"/>
                </a:lnTo>
                <a:lnTo>
                  <a:pt x="1407319" y="95427"/>
                </a:lnTo>
                <a:lnTo>
                  <a:pt x="1407610" y="96391"/>
                </a:lnTo>
                <a:lnTo>
                  <a:pt x="1407918" y="97340"/>
                </a:lnTo>
                <a:lnTo>
                  <a:pt x="1408244" y="98275"/>
                </a:lnTo>
                <a:lnTo>
                  <a:pt x="1408587" y="99195"/>
                </a:lnTo>
                <a:lnTo>
                  <a:pt x="1408949" y="100102"/>
                </a:lnTo>
                <a:lnTo>
                  <a:pt x="1409327" y="100993"/>
                </a:lnTo>
                <a:lnTo>
                  <a:pt x="1409724" y="101871"/>
                </a:lnTo>
                <a:lnTo>
                  <a:pt x="1410138" y="102734"/>
                </a:lnTo>
                <a:lnTo>
                  <a:pt x="1410569" y="103581"/>
                </a:lnTo>
                <a:lnTo>
                  <a:pt x="1411017" y="104411"/>
                </a:lnTo>
                <a:lnTo>
                  <a:pt x="1411481" y="105225"/>
                </a:lnTo>
                <a:lnTo>
                  <a:pt x="1411962" y="106022"/>
                </a:lnTo>
                <a:lnTo>
                  <a:pt x="1412460" y="106802"/>
                </a:lnTo>
                <a:lnTo>
                  <a:pt x="1412975" y="107566"/>
                </a:lnTo>
                <a:lnTo>
                  <a:pt x="1413506" y="108312"/>
                </a:lnTo>
                <a:lnTo>
                  <a:pt x="1414054" y="109043"/>
                </a:lnTo>
                <a:lnTo>
                  <a:pt x="1414619" y="109756"/>
                </a:lnTo>
                <a:lnTo>
                  <a:pt x="1415200" y="110453"/>
                </a:lnTo>
                <a:lnTo>
                  <a:pt x="1415798" y="111132"/>
                </a:lnTo>
                <a:lnTo>
                  <a:pt x="1416413" y="111796"/>
                </a:lnTo>
                <a:lnTo>
                  <a:pt x="1417044" y="112442"/>
                </a:lnTo>
                <a:lnTo>
                  <a:pt x="1417692" y="113072"/>
                </a:lnTo>
                <a:lnTo>
                  <a:pt x="1418357" y="113685"/>
                </a:lnTo>
                <a:lnTo>
                  <a:pt x="1419038" y="114281"/>
                </a:lnTo>
                <a:lnTo>
                  <a:pt x="1419736" y="114861"/>
                </a:lnTo>
                <a:lnTo>
                  <a:pt x="1420451" y="115423"/>
                </a:lnTo>
                <a:lnTo>
                  <a:pt x="1421183" y="115969"/>
                </a:lnTo>
                <a:lnTo>
                  <a:pt x="1421931" y="116499"/>
                </a:lnTo>
                <a:lnTo>
                  <a:pt x="1422696" y="117011"/>
                </a:lnTo>
                <a:lnTo>
                  <a:pt x="1423478" y="117507"/>
                </a:lnTo>
                <a:lnTo>
                  <a:pt x="1424276" y="117986"/>
                </a:lnTo>
                <a:lnTo>
                  <a:pt x="1425091" y="118449"/>
                </a:lnTo>
                <a:lnTo>
                  <a:pt x="1425922" y="118894"/>
                </a:lnTo>
                <a:lnTo>
                  <a:pt x="1426770" y="119319"/>
                </a:lnTo>
                <a:lnTo>
                  <a:pt x="1427633" y="119726"/>
                </a:lnTo>
                <a:lnTo>
                  <a:pt x="1428513" y="120114"/>
                </a:lnTo>
                <a:lnTo>
                  <a:pt x="1429408" y="120483"/>
                </a:lnTo>
                <a:lnTo>
                  <a:pt x="1430320" y="120833"/>
                </a:lnTo>
                <a:lnTo>
                  <a:pt x="1431248" y="121164"/>
                </a:lnTo>
                <a:lnTo>
                  <a:pt x="1432192" y="121476"/>
                </a:lnTo>
                <a:lnTo>
                  <a:pt x="1433152" y="121769"/>
                </a:lnTo>
                <a:lnTo>
                  <a:pt x="1434128" y="122044"/>
                </a:lnTo>
                <a:lnTo>
                  <a:pt x="1435120" y="122299"/>
                </a:lnTo>
                <a:lnTo>
                  <a:pt x="1436128" y="122536"/>
                </a:lnTo>
                <a:lnTo>
                  <a:pt x="1437152" y="122753"/>
                </a:lnTo>
                <a:lnTo>
                  <a:pt x="1438192" y="122952"/>
                </a:lnTo>
                <a:lnTo>
                  <a:pt x="1439248" y="123132"/>
                </a:lnTo>
                <a:lnTo>
                  <a:pt x="1440321" y="123292"/>
                </a:lnTo>
                <a:lnTo>
                  <a:pt x="1441409" y="123434"/>
                </a:lnTo>
                <a:lnTo>
                  <a:pt x="1442514" y="123557"/>
                </a:lnTo>
                <a:lnTo>
                  <a:pt x="1443635" y="123661"/>
                </a:lnTo>
                <a:lnTo>
                  <a:pt x="1444771" y="123746"/>
                </a:lnTo>
                <a:lnTo>
                  <a:pt x="1445924" y="123813"/>
                </a:lnTo>
                <a:lnTo>
                  <a:pt x="1447093" y="123860"/>
                </a:lnTo>
                <a:lnTo>
                  <a:pt x="1448278" y="123888"/>
                </a:lnTo>
                <a:lnTo>
                  <a:pt x="1449479" y="123898"/>
                </a:lnTo>
                <a:lnTo>
                  <a:pt x="1450460" y="123892"/>
                </a:lnTo>
                <a:lnTo>
                  <a:pt x="1451431" y="123874"/>
                </a:lnTo>
                <a:lnTo>
                  <a:pt x="1452392" y="123845"/>
                </a:lnTo>
                <a:lnTo>
                  <a:pt x="1453342" y="123804"/>
                </a:lnTo>
                <a:close/>
                <a:moveTo>
                  <a:pt x="1429226" y="65097"/>
                </a:moveTo>
                <a:lnTo>
                  <a:pt x="1429343" y="64408"/>
                </a:lnTo>
                <a:lnTo>
                  <a:pt x="1429477" y="63734"/>
                </a:lnTo>
                <a:lnTo>
                  <a:pt x="1429627" y="63075"/>
                </a:lnTo>
                <a:lnTo>
                  <a:pt x="1429793" y="62431"/>
                </a:lnTo>
                <a:lnTo>
                  <a:pt x="1429976" y="61802"/>
                </a:lnTo>
                <a:lnTo>
                  <a:pt x="1430174" y="61188"/>
                </a:lnTo>
                <a:lnTo>
                  <a:pt x="1430389" y="60589"/>
                </a:lnTo>
                <a:lnTo>
                  <a:pt x="1430620" y="60005"/>
                </a:lnTo>
                <a:lnTo>
                  <a:pt x="1430868" y="59436"/>
                </a:lnTo>
                <a:lnTo>
                  <a:pt x="1431131" y="58882"/>
                </a:lnTo>
                <a:lnTo>
                  <a:pt x="1431411" y="58343"/>
                </a:lnTo>
                <a:lnTo>
                  <a:pt x="1431707" y="57819"/>
                </a:lnTo>
                <a:lnTo>
                  <a:pt x="1432019" y="57309"/>
                </a:lnTo>
                <a:lnTo>
                  <a:pt x="1432348" y="56815"/>
                </a:lnTo>
                <a:lnTo>
                  <a:pt x="1432692" y="56336"/>
                </a:lnTo>
                <a:lnTo>
                  <a:pt x="1433053" y="55871"/>
                </a:lnTo>
                <a:lnTo>
                  <a:pt x="1433430" y="55422"/>
                </a:lnTo>
                <a:lnTo>
                  <a:pt x="1433824" y="54988"/>
                </a:lnTo>
                <a:lnTo>
                  <a:pt x="1434233" y="54568"/>
                </a:lnTo>
                <a:lnTo>
                  <a:pt x="1434659" y="54164"/>
                </a:lnTo>
                <a:lnTo>
                  <a:pt x="1435098" y="53775"/>
                </a:lnTo>
                <a:lnTo>
                  <a:pt x="1435548" y="53403"/>
                </a:lnTo>
                <a:lnTo>
                  <a:pt x="1436007" y="53047"/>
                </a:lnTo>
                <a:lnTo>
                  <a:pt x="1436478" y="52708"/>
                </a:lnTo>
                <a:lnTo>
                  <a:pt x="1436958" y="52385"/>
                </a:lnTo>
                <a:lnTo>
                  <a:pt x="1437449" y="52079"/>
                </a:lnTo>
                <a:lnTo>
                  <a:pt x="1437950" y="51790"/>
                </a:lnTo>
                <a:lnTo>
                  <a:pt x="1438462" y="51517"/>
                </a:lnTo>
                <a:lnTo>
                  <a:pt x="1438984" y="51260"/>
                </a:lnTo>
                <a:lnTo>
                  <a:pt x="1439516" y="51020"/>
                </a:lnTo>
                <a:lnTo>
                  <a:pt x="1440058" y="50797"/>
                </a:lnTo>
                <a:lnTo>
                  <a:pt x="1440611" y="50590"/>
                </a:lnTo>
                <a:lnTo>
                  <a:pt x="1441175" y="50400"/>
                </a:lnTo>
                <a:lnTo>
                  <a:pt x="1441748" y="50226"/>
                </a:lnTo>
                <a:lnTo>
                  <a:pt x="1442332" y="50069"/>
                </a:lnTo>
                <a:lnTo>
                  <a:pt x="1442927" y="49928"/>
                </a:lnTo>
                <a:lnTo>
                  <a:pt x="1443532" y="49804"/>
                </a:lnTo>
                <a:lnTo>
                  <a:pt x="1444147" y="49697"/>
                </a:lnTo>
                <a:lnTo>
                  <a:pt x="1444772" y="49606"/>
                </a:lnTo>
                <a:lnTo>
                  <a:pt x="1445408" y="49531"/>
                </a:lnTo>
                <a:lnTo>
                  <a:pt x="1446054" y="49473"/>
                </a:lnTo>
                <a:lnTo>
                  <a:pt x="1446711" y="49432"/>
                </a:lnTo>
                <a:lnTo>
                  <a:pt x="1447377" y="49407"/>
                </a:lnTo>
                <a:lnTo>
                  <a:pt x="1448055" y="49399"/>
                </a:lnTo>
                <a:lnTo>
                  <a:pt x="1448717" y="49407"/>
                </a:lnTo>
                <a:lnTo>
                  <a:pt x="1449370" y="49431"/>
                </a:lnTo>
                <a:lnTo>
                  <a:pt x="1450012" y="49471"/>
                </a:lnTo>
                <a:lnTo>
                  <a:pt x="1450644" y="49527"/>
                </a:lnTo>
                <a:lnTo>
                  <a:pt x="1451267" y="49600"/>
                </a:lnTo>
                <a:lnTo>
                  <a:pt x="1451879" y="49688"/>
                </a:lnTo>
                <a:lnTo>
                  <a:pt x="1452481" y="49793"/>
                </a:lnTo>
                <a:lnTo>
                  <a:pt x="1453074" y="49913"/>
                </a:lnTo>
                <a:lnTo>
                  <a:pt x="1453656" y="50050"/>
                </a:lnTo>
                <a:lnTo>
                  <a:pt x="1454228" y="50202"/>
                </a:lnTo>
                <a:lnTo>
                  <a:pt x="1454790" y="50371"/>
                </a:lnTo>
                <a:lnTo>
                  <a:pt x="1455342" y="50556"/>
                </a:lnTo>
                <a:lnTo>
                  <a:pt x="1455884" y="50757"/>
                </a:lnTo>
                <a:lnTo>
                  <a:pt x="1456416" y="50974"/>
                </a:lnTo>
                <a:lnTo>
                  <a:pt x="1456938" y="51207"/>
                </a:lnTo>
                <a:lnTo>
                  <a:pt x="1457450" y="51456"/>
                </a:lnTo>
                <a:lnTo>
                  <a:pt x="1457952" y="51721"/>
                </a:lnTo>
                <a:lnTo>
                  <a:pt x="1458443" y="52002"/>
                </a:lnTo>
                <a:lnTo>
                  <a:pt x="1458925" y="52300"/>
                </a:lnTo>
                <a:lnTo>
                  <a:pt x="1459397" y="52613"/>
                </a:lnTo>
                <a:lnTo>
                  <a:pt x="1459858" y="52942"/>
                </a:lnTo>
                <a:lnTo>
                  <a:pt x="1460310" y="53288"/>
                </a:lnTo>
                <a:lnTo>
                  <a:pt x="1460752" y="53650"/>
                </a:lnTo>
                <a:lnTo>
                  <a:pt x="1461183" y="54027"/>
                </a:lnTo>
                <a:lnTo>
                  <a:pt x="1461601" y="54421"/>
                </a:lnTo>
                <a:lnTo>
                  <a:pt x="1462002" y="54831"/>
                </a:lnTo>
                <a:lnTo>
                  <a:pt x="1462387" y="55258"/>
                </a:lnTo>
                <a:lnTo>
                  <a:pt x="1462754" y="55701"/>
                </a:lnTo>
                <a:lnTo>
                  <a:pt x="1463105" y="56161"/>
                </a:lnTo>
                <a:lnTo>
                  <a:pt x="1463439" y="56636"/>
                </a:lnTo>
                <a:lnTo>
                  <a:pt x="1463756" y="57128"/>
                </a:lnTo>
                <a:lnTo>
                  <a:pt x="1464056" y="57637"/>
                </a:lnTo>
                <a:lnTo>
                  <a:pt x="1464339" y="58162"/>
                </a:lnTo>
                <a:lnTo>
                  <a:pt x="1464606" y="58703"/>
                </a:lnTo>
                <a:lnTo>
                  <a:pt x="1464856" y="59261"/>
                </a:lnTo>
                <a:lnTo>
                  <a:pt x="1465088" y="59835"/>
                </a:lnTo>
                <a:lnTo>
                  <a:pt x="1465304" y="60425"/>
                </a:lnTo>
                <a:lnTo>
                  <a:pt x="1465503" y="61032"/>
                </a:lnTo>
                <a:lnTo>
                  <a:pt x="1465686" y="61655"/>
                </a:lnTo>
                <a:lnTo>
                  <a:pt x="1465851" y="62295"/>
                </a:lnTo>
                <a:lnTo>
                  <a:pt x="1466000" y="62951"/>
                </a:lnTo>
                <a:lnTo>
                  <a:pt x="1466131" y="63623"/>
                </a:lnTo>
                <a:lnTo>
                  <a:pt x="1466246" y="64312"/>
                </a:lnTo>
                <a:lnTo>
                  <a:pt x="1466344" y="65017"/>
                </a:lnTo>
                <a:lnTo>
                  <a:pt x="1466426" y="65739"/>
                </a:lnTo>
                <a:lnTo>
                  <a:pt x="1466490" y="66477"/>
                </a:lnTo>
                <a:lnTo>
                  <a:pt x="1466537" y="67231"/>
                </a:lnTo>
                <a:lnTo>
                  <a:pt x="1466568" y="68001"/>
                </a:lnTo>
                <a:lnTo>
                  <a:pt x="1428918" y="68001"/>
                </a:lnTo>
                <a:lnTo>
                  <a:pt x="1428971" y="67253"/>
                </a:lnTo>
                <a:lnTo>
                  <a:pt x="1429040" y="66519"/>
                </a:lnTo>
                <a:lnTo>
                  <a:pt x="1429125" y="65800"/>
                </a:lnTo>
                <a:lnTo>
                  <a:pt x="1429226" y="65097"/>
                </a:lnTo>
                <a:close/>
              </a:path>
            </a:pathLst>
          </a:custGeom>
          <a:solidFill xmlns:a="http://schemas.openxmlformats.org/drawingml/2006/main">
            <a:srgbClr val="E970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543524-66E4-4B3A-AD2D-8BB99D5D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31" y="354619"/>
            <a:ext cx="2261335" cy="753778"/>
          </a:xfrm>
          <a:custGeom xmlns:a="http://schemas.openxmlformats.org/drawingml/2006/main">
            <a:pathLst>
              <a:path w="2261335" h="753778">
                <a:moveTo>
                  <a:pt x="0" y="86978"/>
                </a:moveTo>
                <a:cubicBezTo>
                  <a:pt x="0" y="38940"/>
                  <a:pt x="38942" y="0"/>
                  <a:pt x="86979" y="0"/>
                </a:cubicBezTo>
                <a:lnTo>
                  <a:pt x="2174358" y="0"/>
                </a:lnTo>
                <a:cubicBezTo>
                  <a:pt x="2222395" y="0"/>
                  <a:pt x="2261335" y="38940"/>
                  <a:pt x="2261335" y="86978"/>
                </a:cubicBezTo>
                <a:lnTo>
                  <a:pt x="2261335" y="666798"/>
                </a:lnTo>
                <a:cubicBezTo>
                  <a:pt x="2261335" y="714836"/>
                  <a:pt x="2222395" y="753778"/>
                  <a:pt x="2174358" y="753778"/>
                </a:cubicBezTo>
                <a:lnTo>
                  <a:pt x="86979" y="753778"/>
                </a:lnTo>
                <a:cubicBezTo>
                  <a:pt x="38942" y="753778"/>
                  <a:pt x="0" y="714836"/>
                  <a:pt x="0" y="666798"/>
                </a:cubicBezTo>
                <a:lnTo>
                  <a:pt x="0" y="8697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Driverlesscarspresenta">
            <a:extLst xmlns:a="http://schemas.openxmlformats.org/drawingml/2006/main">
              <a:ext uri="{FF2B5EF4-FFF2-40B4-BE49-F238E27FC236}">
                <a16:creationId xmlns:a16="http://schemas.microsoft.com/office/drawing/2014/main" id="{0D766EA8-4383-4626-85F8-CACB7BDF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34" y="406956"/>
            <a:ext cx="1675168" cy="154289"/>
          </a:xfrm>
          <a:custGeom xmlns:a="http://schemas.openxmlformats.org/drawingml/2006/main">
            <a:pathLst>
              <a:path w="1675168" h="154289">
                <a:moveTo>
                  <a:pt x="17342" y="30375"/>
                </a:moveTo>
                <a:cubicBezTo>
                  <a:pt x="17342" y="28062"/>
                  <a:pt x="17263" y="25802"/>
                  <a:pt x="17104" y="23596"/>
                </a:cubicBezTo>
                <a:cubicBezTo>
                  <a:pt x="16947" y="21389"/>
                  <a:pt x="16605" y="19339"/>
                  <a:pt x="16079" y="17447"/>
                </a:cubicBezTo>
                <a:cubicBezTo>
                  <a:pt x="15555" y="15555"/>
                  <a:pt x="14741" y="13925"/>
                  <a:pt x="13637" y="12559"/>
                </a:cubicBezTo>
                <a:cubicBezTo>
                  <a:pt x="12534" y="11192"/>
                  <a:pt x="11036" y="10247"/>
                  <a:pt x="9144" y="9723"/>
                </a:cubicBezTo>
                <a:cubicBezTo>
                  <a:pt x="7987" y="9407"/>
                  <a:pt x="6778" y="9144"/>
                  <a:pt x="5516" y="8934"/>
                </a:cubicBezTo>
                <a:cubicBezTo>
                  <a:pt x="4255" y="8723"/>
                  <a:pt x="3047" y="8566"/>
                  <a:pt x="1891" y="8460"/>
                </a:cubicBezTo>
                <a:cubicBezTo>
                  <a:pt x="1261" y="8460"/>
                  <a:pt x="787" y="8197"/>
                  <a:pt x="471" y="7673"/>
                </a:cubicBezTo>
                <a:cubicBezTo>
                  <a:pt x="157" y="7147"/>
                  <a:pt x="0" y="6569"/>
                  <a:pt x="0" y="5939"/>
                </a:cubicBezTo>
                <a:cubicBezTo>
                  <a:pt x="0" y="5308"/>
                  <a:pt x="157" y="4730"/>
                  <a:pt x="471" y="4204"/>
                </a:cubicBezTo>
                <a:cubicBezTo>
                  <a:pt x="787" y="3678"/>
                  <a:pt x="1261" y="3415"/>
                  <a:pt x="1891" y="3415"/>
                </a:cubicBezTo>
                <a:cubicBezTo>
                  <a:pt x="5466" y="3415"/>
                  <a:pt x="8671" y="3520"/>
                  <a:pt x="11508" y="3730"/>
                </a:cubicBezTo>
                <a:cubicBezTo>
                  <a:pt x="14347" y="3940"/>
                  <a:pt x="17658" y="4045"/>
                  <a:pt x="21441" y="4045"/>
                </a:cubicBezTo>
                <a:cubicBezTo>
                  <a:pt x="25750" y="4045"/>
                  <a:pt x="30007" y="3967"/>
                  <a:pt x="34210" y="3810"/>
                </a:cubicBezTo>
                <a:cubicBezTo>
                  <a:pt x="38415" y="3653"/>
                  <a:pt x="42672" y="3521"/>
                  <a:pt x="46981" y="3415"/>
                </a:cubicBezTo>
                <a:cubicBezTo>
                  <a:pt x="55600" y="3415"/>
                  <a:pt x="63561" y="4782"/>
                  <a:pt x="70864" y="7514"/>
                </a:cubicBezTo>
                <a:cubicBezTo>
                  <a:pt x="78169" y="10247"/>
                  <a:pt x="84449" y="14058"/>
                  <a:pt x="89705" y="18946"/>
                </a:cubicBezTo>
                <a:cubicBezTo>
                  <a:pt x="94960" y="23832"/>
                  <a:pt x="99085" y="29665"/>
                  <a:pt x="102079" y="36444"/>
                </a:cubicBezTo>
                <a:cubicBezTo>
                  <a:pt x="105075" y="43223"/>
                  <a:pt x="106573" y="50607"/>
                  <a:pt x="106573" y="58595"/>
                </a:cubicBezTo>
                <a:cubicBezTo>
                  <a:pt x="106573" y="67423"/>
                  <a:pt x="105153" y="75095"/>
                  <a:pt x="102315" y="81611"/>
                </a:cubicBezTo>
                <a:cubicBezTo>
                  <a:pt x="99478" y="88127"/>
                  <a:pt x="95590" y="93566"/>
                  <a:pt x="90650" y="97929"/>
                </a:cubicBezTo>
                <a:cubicBezTo>
                  <a:pt x="85711" y="102291"/>
                  <a:pt x="79851" y="105523"/>
                  <a:pt x="73072" y="107626"/>
                </a:cubicBezTo>
                <a:cubicBezTo>
                  <a:pt x="66293" y="109726"/>
                  <a:pt x="58963" y="110777"/>
                  <a:pt x="51080" y="110777"/>
                </a:cubicBezTo>
                <a:cubicBezTo>
                  <a:pt x="46349" y="110777"/>
                  <a:pt x="41751" y="110567"/>
                  <a:pt x="37284" y="110147"/>
                </a:cubicBezTo>
                <a:cubicBezTo>
                  <a:pt x="32818" y="109726"/>
                  <a:pt x="28798" y="109516"/>
                  <a:pt x="25225" y="109516"/>
                </a:cubicBezTo>
                <a:cubicBezTo>
                  <a:pt x="23017" y="109516"/>
                  <a:pt x="21019" y="109543"/>
                  <a:pt x="19233" y="109596"/>
                </a:cubicBezTo>
                <a:cubicBezTo>
                  <a:pt x="17446" y="109647"/>
                  <a:pt x="15712" y="109726"/>
                  <a:pt x="14029" y="109831"/>
                </a:cubicBezTo>
                <a:cubicBezTo>
                  <a:pt x="12349" y="109937"/>
                  <a:pt x="10641" y="110095"/>
                  <a:pt x="8906" y="110305"/>
                </a:cubicBezTo>
                <a:cubicBezTo>
                  <a:pt x="7172" y="110515"/>
                  <a:pt x="5255" y="110726"/>
                  <a:pt x="3154" y="110936"/>
                </a:cubicBezTo>
                <a:cubicBezTo>
                  <a:pt x="2522" y="111040"/>
                  <a:pt x="2022" y="110829"/>
                  <a:pt x="1655" y="110303"/>
                </a:cubicBezTo>
                <a:cubicBezTo>
                  <a:pt x="1288" y="109779"/>
                  <a:pt x="1051" y="109201"/>
                  <a:pt x="945" y="108571"/>
                </a:cubicBezTo>
                <a:cubicBezTo>
                  <a:pt x="841" y="107939"/>
                  <a:pt x="973" y="107308"/>
                  <a:pt x="1340" y="106678"/>
                </a:cubicBezTo>
                <a:cubicBezTo>
                  <a:pt x="1707" y="106047"/>
                  <a:pt x="2312" y="105680"/>
                  <a:pt x="3154" y="105576"/>
                </a:cubicBezTo>
                <a:cubicBezTo>
                  <a:pt x="5676" y="105260"/>
                  <a:pt x="7831" y="104813"/>
                  <a:pt x="9618" y="104236"/>
                </a:cubicBezTo>
                <a:cubicBezTo>
                  <a:pt x="11404" y="103657"/>
                  <a:pt x="12876" y="102842"/>
                  <a:pt x="14032" y="101792"/>
                </a:cubicBezTo>
                <a:cubicBezTo>
                  <a:pt x="15188" y="100740"/>
                  <a:pt x="16028" y="99374"/>
                  <a:pt x="16553" y="97693"/>
                </a:cubicBezTo>
                <a:cubicBezTo>
                  <a:pt x="17079" y="96011"/>
                  <a:pt x="17342" y="93803"/>
                  <a:pt x="17342" y="91070"/>
                </a:cubicBezTo>
                <a:lnTo>
                  <a:pt x="17342" y="30375"/>
                </a:lnTo>
                <a:moveTo>
                  <a:pt x="34525" y="80192"/>
                </a:moveTo>
                <a:cubicBezTo>
                  <a:pt x="34525" y="85448"/>
                  <a:pt x="34762" y="89626"/>
                  <a:pt x="35235" y="92728"/>
                </a:cubicBezTo>
                <a:cubicBezTo>
                  <a:pt x="35708" y="95828"/>
                  <a:pt x="36628" y="98166"/>
                  <a:pt x="37994" y="99742"/>
                </a:cubicBezTo>
                <a:cubicBezTo>
                  <a:pt x="39360" y="101319"/>
                  <a:pt x="41331" y="102344"/>
                  <a:pt x="43905" y="102817"/>
                </a:cubicBezTo>
                <a:cubicBezTo>
                  <a:pt x="46480" y="103290"/>
                  <a:pt x="49923" y="103526"/>
                  <a:pt x="54232" y="103526"/>
                </a:cubicBezTo>
                <a:cubicBezTo>
                  <a:pt x="58961" y="103526"/>
                  <a:pt x="63297" y="102528"/>
                  <a:pt x="67239" y="100531"/>
                </a:cubicBezTo>
                <a:cubicBezTo>
                  <a:pt x="71181" y="98533"/>
                  <a:pt x="74570" y="95616"/>
                  <a:pt x="77407" y="91780"/>
                </a:cubicBezTo>
                <a:cubicBezTo>
                  <a:pt x="80246" y="87944"/>
                  <a:pt x="82453" y="83241"/>
                  <a:pt x="84030" y="77671"/>
                </a:cubicBezTo>
                <a:cubicBezTo>
                  <a:pt x="85606" y="72100"/>
                  <a:pt x="86395" y="65688"/>
                  <a:pt x="86395" y="58436"/>
                </a:cubicBezTo>
                <a:cubicBezTo>
                  <a:pt x="86395" y="50764"/>
                  <a:pt x="85606" y="43959"/>
                  <a:pt x="84030" y="38022"/>
                </a:cubicBezTo>
                <a:cubicBezTo>
                  <a:pt x="82453" y="32083"/>
                  <a:pt x="79878" y="27091"/>
                  <a:pt x="76303" y="23045"/>
                </a:cubicBezTo>
                <a:cubicBezTo>
                  <a:pt x="72730" y="18997"/>
                  <a:pt x="67974" y="15948"/>
                  <a:pt x="62035" y="13899"/>
                </a:cubicBezTo>
                <a:cubicBezTo>
                  <a:pt x="56098" y="11849"/>
                  <a:pt x="48821" y="10824"/>
                  <a:pt x="40202" y="10824"/>
                </a:cubicBezTo>
                <a:cubicBezTo>
                  <a:pt x="38100" y="10824"/>
                  <a:pt x="36628" y="11192"/>
                  <a:pt x="35786" y="11929"/>
                </a:cubicBezTo>
                <a:cubicBezTo>
                  <a:pt x="34945" y="12665"/>
                  <a:pt x="34525" y="14084"/>
                  <a:pt x="34525" y="16186"/>
                </a:cubicBezTo>
                <a:lnTo>
                  <a:pt x="34525" y="80192"/>
                </a:lnTo>
                <a:close/>
                <a:moveTo>
                  <a:pt x="142203" y="90755"/>
                </a:moveTo>
                <a:cubicBezTo>
                  <a:pt x="142203" y="93384"/>
                  <a:pt x="142282" y="95591"/>
                  <a:pt x="142439" y="97378"/>
                </a:cubicBezTo>
                <a:cubicBezTo>
                  <a:pt x="142598" y="99164"/>
                  <a:pt x="143149" y="100636"/>
                  <a:pt x="144094" y="101792"/>
                </a:cubicBezTo>
                <a:cubicBezTo>
                  <a:pt x="145040" y="102948"/>
                  <a:pt x="146511" y="103842"/>
                  <a:pt x="148508" y="104472"/>
                </a:cubicBezTo>
                <a:cubicBezTo>
                  <a:pt x="150506" y="105102"/>
                  <a:pt x="153397" y="105575"/>
                  <a:pt x="157180" y="105891"/>
                </a:cubicBezTo>
                <a:cubicBezTo>
                  <a:pt x="157811" y="105995"/>
                  <a:pt x="158283" y="106284"/>
                  <a:pt x="158597" y="106757"/>
                </a:cubicBezTo>
                <a:cubicBezTo>
                  <a:pt x="158913" y="107230"/>
                  <a:pt x="159071" y="107782"/>
                  <a:pt x="159071" y="108412"/>
                </a:cubicBezTo>
                <a:cubicBezTo>
                  <a:pt x="159071" y="108938"/>
                  <a:pt x="158913" y="109438"/>
                  <a:pt x="158597" y="109911"/>
                </a:cubicBezTo>
                <a:cubicBezTo>
                  <a:pt x="158283" y="110384"/>
                  <a:pt x="157811" y="110621"/>
                  <a:pt x="157180" y="110621"/>
                </a:cubicBezTo>
                <a:cubicBezTo>
                  <a:pt x="152661" y="110621"/>
                  <a:pt x="148667" y="110436"/>
                  <a:pt x="145198" y="110067"/>
                </a:cubicBezTo>
                <a:cubicBezTo>
                  <a:pt x="141729" y="109700"/>
                  <a:pt x="138418" y="109516"/>
                  <a:pt x="135265" y="109516"/>
                </a:cubicBezTo>
                <a:cubicBezTo>
                  <a:pt x="131902" y="109516"/>
                  <a:pt x="128565" y="109700"/>
                  <a:pt x="125253" y="110067"/>
                </a:cubicBezTo>
                <a:cubicBezTo>
                  <a:pt x="121943" y="110436"/>
                  <a:pt x="118607" y="110621"/>
                  <a:pt x="115243" y="110621"/>
                </a:cubicBezTo>
                <a:cubicBezTo>
                  <a:pt x="114719" y="110621"/>
                  <a:pt x="114299" y="110384"/>
                  <a:pt x="113983" y="109911"/>
                </a:cubicBezTo>
                <a:cubicBezTo>
                  <a:pt x="113667" y="109438"/>
                  <a:pt x="113509" y="108938"/>
                  <a:pt x="113509" y="108412"/>
                </a:cubicBezTo>
                <a:cubicBezTo>
                  <a:pt x="113509" y="107782"/>
                  <a:pt x="113667" y="107230"/>
                  <a:pt x="113983" y="106757"/>
                </a:cubicBezTo>
                <a:cubicBezTo>
                  <a:pt x="114299" y="106284"/>
                  <a:pt x="114772" y="105995"/>
                  <a:pt x="115402" y="105891"/>
                </a:cubicBezTo>
                <a:cubicBezTo>
                  <a:pt x="118345" y="105575"/>
                  <a:pt x="120630" y="105102"/>
                  <a:pt x="122258" y="104472"/>
                </a:cubicBezTo>
                <a:cubicBezTo>
                  <a:pt x="123888" y="103842"/>
                  <a:pt x="125070" y="102975"/>
                  <a:pt x="125806" y="101871"/>
                </a:cubicBezTo>
                <a:cubicBezTo>
                  <a:pt x="126543" y="100766"/>
                  <a:pt x="126989" y="99400"/>
                  <a:pt x="127146" y="97772"/>
                </a:cubicBezTo>
                <a:cubicBezTo>
                  <a:pt x="127305" y="96143"/>
                  <a:pt x="127385" y="94119"/>
                  <a:pt x="127385" y="91701"/>
                </a:cubicBezTo>
                <a:lnTo>
                  <a:pt x="127385" y="68684"/>
                </a:lnTo>
                <a:cubicBezTo>
                  <a:pt x="127385" y="63534"/>
                  <a:pt x="127279" y="59462"/>
                  <a:pt x="127067" y="56466"/>
                </a:cubicBezTo>
                <a:cubicBezTo>
                  <a:pt x="126857" y="53470"/>
                  <a:pt x="126357" y="51158"/>
                  <a:pt x="125568" y="49530"/>
                </a:cubicBezTo>
                <a:cubicBezTo>
                  <a:pt x="124781" y="47901"/>
                  <a:pt x="123546" y="46823"/>
                  <a:pt x="121864" y="46297"/>
                </a:cubicBezTo>
                <a:cubicBezTo>
                  <a:pt x="120183" y="45771"/>
                  <a:pt x="117871" y="45403"/>
                  <a:pt x="114928" y="45193"/>
                </a:cubicBezTo>
                <a:cubicBezTo>
                  <a:pt x="114404" y="45193"/>
                  <a:pt x="114010" y="44931"/>
                  <a:pt x="113747" y="44406"/>
                </a:cubicBezTo>
                <a:cubicBezTo>
                  <a:pt x="113484" y="43880"/>
                  <a:pt x="113353" y="43354"/>
                  <a:pt x="113353" y="42828"/>
                </a:cubicBezTo>
                <a:cubicBezTo>
                  <a:pt x="113353" y="42304"/>
                  <a:pt x="113484" y="41779"/>
                  <a:pt x="113747" y="41253"/>
                </a:cubicBezTo>
                <a:cubicBezTo>
                  <a:pt x="114010" y="40727"/>
                  <a:pt x="114457" y="40464"/>
                  <a:pt x="115087" y="40464"/>
                </a:cubicBezTo>
                <a:cubicBezTo>
                  <a:pt x="117190" y="40254"/>
                  <a:pt x="120106" y="40017"/>
                  <a:pt x="123836" y="39754"/>
                </a:cubicBezTo>
                <a:cubicBezTo>
                  <a:pt x="127568" y="39491"/>
                  <a:pt x="131378" y="38834"/>
                  <a:pt x="135265" y="37784"/>
                </a:cubicBezTo>
                <a:cubicBezTo>
                  <a:pt x="136737" y="37364"/>
                  <a:pt x="137947" y="37312"/>
                  <a:pt x="138893" y="37628"/>
                </a:cubicBezTo>
                <a:cubicBezTo>
                  <a:pt x="139839" y="37942"/>
                  <a:pt x="140259" y="38835"/>
                  <a:pt x="140153" y="40307"/>
                </a:cubicBezTo>
                <a:lnTo>
                  <a:pt x="139838" y="50396"/>
                </a:lnTo>
                <a:cubicBezTo>
                  <a:pt x="139838" y="50607"/>
                  <a:pt x="139890" y="50738"/>
                  <a:pt x="139995" y="50791"/>
                </a:cubicBezTo>
                <a:cubicBezTo>
                  <a:pt x="140101" y="50844"/>
                  <a:pt x="140258" y="50764"/>
                  <a:pt x="140469" y="50553"/>
                </a:cubicBezTo>
                <a:cubicBezTo>
                  <a:pt x="142675" y="46139"/>
                  <a:pt x="145382" y="42619"/>
                  <a:pt x="148587" y="39992"/>
                </a:cubicBezTo>
                <a:cubicBezTo>
                  <a:pt x="151793" y="37364"/>
                  <a:pt x="156076" y="36049"/>
                  <a:pt x="161436" y="36049"/>
                </a:cubicBezTo>
                <a:cubicBezTo>
                  <a:pt x="165851" y="36049"/>
                  <a:pt x="169109" y="37179"/>
                  <a:pt x="171210" y="39439"/>
                </a:cubicBezTo>
                <a:cubicBezTo>
                  <a:pt x="173312" y="41699"/>
                  <a:pt x="174363" y="44458"/>
                  <a:pt x="174363" y="47717"/>
                </a:cubicBezTo>
                <a:cubicBezTo>
                  <a:pt x="174363" y="49503"/>
                  <a:pt x="173680" y="51133"/>
                  <a:pt x="172314" y="52605"/>
                </a:cubicBezTo>
                <a:cubicBezTo>
                  <a:pt x="170947" y="54075"/>
                  <a:pt x="169004" y="54811"/>
                  <a:pt x="166483" y="54811"/>
                </a:cubicBezTo>
                <a:cubicBezTo>
                  <a:pt x="164064" y="54811"/>
                  <a:pt x="162382" y="54233"/>
                  <a:pt x="161436" y="53076"/>
                </a:cubicBezTo>
                <a:cubicBezTo>
                  <a:pt x="160491" y="51920"/>
                  <a:pt x="160019" y="50659"/>
                  <a:pt x="160019" y="49292"/>
                </a:cubicBezTo>
                <a:cubicBezTo>
                  <a:pt x="160019" y="47822"/>
                  <a:pt x="159729" y="46666"/>
                  <a:pt x="159150" y="45826"/>
                </a:cubicBezTo>
                <a:cubicBezTo>
                  <a:pt x="158573" y="44984"/>
                  <a:pt x="157338" y="44563"/>
                  <a:pt x="155446" y="44563"/>
                </a:cubicBezTo>
                <a:cubicBezTo>
                  <a:pt x="153449" y="44563"/>
                  <a:pt x="151636" y="45220"/>
                  <a:pt x="150007" y="46533"/>
                </a:cubicBezTo>
                <a:cubicBezTo>
                  <a:pt x="148377" y="47846"/>
                  <a:pt x="146985" y="49397"/>
                  <a:pt x="145828" y="51185"/>
                </a:cubicBezTo>
                <a:cubicBezTo>
                  <a:pt x="144672" y="52972"/>
                  <a:pt x="143779" y="54811"/>
                  <a:pt x="143148" y="56704"/>
                </a:cubicBezTo>
                <a:cubicBezTo>
                  <a:pt x="142518" y="58595"/>
                  <a:pt x="142203" y="60065"/>
                  <a:pt x="142203" y="61116"/>
                </a:cubicBezTo>
                <a:lnTo>
                  <a:pt x="142203" y="90755"/>
                </a:lnTo>
                <a:close/>
                <a:moveTo>
                  <a:pt x="203688" y="90755"/>
                </a:moveTo>
                <a:cubicBezTo>
                  <a:pt x="203688" y="93384"/>
                  <a:pt x="203740" y="95591"/>
                  <a:pt x="203844" y="97378"/>
                </a:cubicBezTo>
                <a:cubicBezTo>
                  <a:pt x="203950" y="99164"/>
                  <a:pt x="204318" y="100636"/>
                  <a:pt x="204949" y="101792"/>
                </a:cubicBezTo>
                <a:cubicBezTo>
                  <a:pt x="205579" y="102948"/>
                  <a:pt x="206551" y="103842"/>
                  <a:pt x="207864" y="104472"/>
                </a:cubicBezTo>
                <a:cubicBezTo>
                  <a:pt x="209179" y="105102"/>
                  <a:pt x="211045" y="105575"/>
                  <a:pt x="213462" y="105891"/>
                </a:cubicBezTo>
                <a:cubicBezTo>
                  <a:pt x="214092" y="105995"/>
                  <a:pt x="214565" y="106284"/>
                  <a:pt x="214881" y="106757"/>
                </a:cubicBezTo>
                <a:cubicBezTo>
                  <a:pt x="215197" y="107230"/>
                  <a:pt x="215355" y="107782"/>
                  <a:pt x="215355" y="108412"/>
                </a:cubicBezTo>
                <a:cubicBezTo>
                  <a:pt x="215355" y="108938"/>
                  <a:pt x="215197" y="109438"/>
                  <a:pt x="214881" y="109911"/>
                </a:cubicBezTo>
                <a:cubicBezTo>
                  <a:pt x="214565" y="110384"/>
                  <a:pt x="214092" y="110621"/>
                  <a:pt x="213462" y="110621"/>
                </a:cubicBezTo>
                <a:cubicBezTo>
                  <a:pt x="211570" y="110621"/>
                  <a:pt x="209099" y="110436"/>
                  <a:pt x="206050" y="110067"/>
                </a:cubicBezTo>
                <a:cubicBezTo>
                  <a:pt x="203003" y="109700"/>
                  <a:pt x="199903" y="109516"/>
                  <a:pt x="196750" y="109516"/>
                </a:cubicBezTo>
                <a:cubicBezTo>
                  <a:pt x="193387" y="109516"/>
                  <a:pt x="190103" y="109700"/>
                  <a:pt x="186897" y="110067"/>
                </a:cubicBezTo>
                <a:cubicBezTo>
                  <a:pt x="183691" y="110436"/>
                  <a:pt x="180617" y="110621"/>
                  <a:pt x="177674" y="110621"/>
                </a:cubicBezTo>
                <a:cubicBezTo>
                  <a:pt x="177149" y="110621"/>
                  <a:pt x="176729" y="110384"/>
                  <a:pt x="176413" y="109911"/>
                </a:cubicBezTo>
                <a:cubicBezTo>
                  <a:pt x="176099" y="109438"/>
                  <a:pt x="175942" y="108938"/>
                  <a:pt x="175942" y="108412"/>
                </a:cubicBezTo>
                <a:cubicBezTo>
                  <a:pt x="175942" y="107782"/>
                  <a:pt x="176099" y="107230"/>
                  <a:pt x="176413" y="106757"/>
                </a:cubicBezTo>
                <a:cubicBezTo>
                  <a:pt x="176729" y="106284"/>
                  <a:pt x="177202" y="105995"/>
                  <a:pt x="177833" y="105891"/>
                </a:cubicBezTo>
                <a:cubicBezTo>
                  <a:pt x="180565" y="105575"/>
                  <a:pt x="182694" y="105102"/>
                  <a:pt x="184217" y="104472"/>
                </a:cubicBezTo>
                <a:cubicBezTo>
                  <a:pt x="185741" y="103842"/>
                  <a:pt x="186844" y="102975"/>
                  <a:pt x="187527" y="101871"/>
                </a:cubicBezTo>
                <a:cubicBezTo>
                  <a:pt x="188210" y="100766"/>
                  <a:pt x="188604" y="99400"/>
                  <a:pt x="188708" y="97772"/>
                </a:cubicBezTo>
                <a:cubicBezTo>
                  <a:pt x="188814" y="96143"/>
                  <a:pt x="188867" y="94119"/>
                  <a:pt x="188867" y="91701"/>
                </a:cubicBezTo>
                <a:lnTo>
                  <a:pt x="188867" y="66319"/>
                </a:lnTo>
                <a:cubicBezTo>
                  <a:pt x="188867" y="61800"/>
                  <a:pt x="188762" y="58174"/>
                  <a:pt x="188552" y="55441"/>
                </a:cubicBezTo>
                <a:cubicBezTo>
                  <a:pt x="188342" y="52708"/>
                  <a:pt x="187869" y="50633"/>
                  <a:pt x="187133" y="49215"/>
                </a:cubicBezTo>
                <a:cubicBezTo>
                  <a:pt x="186398" y="47796"/>
                  <a:pt x="185295" y="46823"/>
                  <a:pt x="183823" y="46297"/>
                </a:cubicBezTo>
                <a:cubicBezTo>
                  <a:pt x="182352" y="45771"/>
                  <a:pt x="180355" y="45351"/>
                  <a:pt x="177833" y="45037"/>
                </a:cubicBezTo>
                <a:cubicBezTo>
                  <a:pt x="177202" y="45037"/>
                  <a:pt x="176729" y="44774"/>
                  <a:pt x="176413" y="44248"/>
                </a:cubicBezTo>
                <a:cubicBezTo>
                  <a:pt x="176099" y="43722"/>
                  <a:pt x="175942" y="43196"/>
                  <a:pt x="175942" y="42672"/>
                </a:cubicBezTo>
                <a:cubicBezTo>
                  <a:pt x="175942" y="42146"/>
                  <a:pt x="176099" y="41621"/>
                  <a:pt x="176413" y="41096"/>
                </a:cubicBezTo>
                <a:cubicBezTo>
                  <a:pt x="176729" y="40570"/>
                  <a:pt x="177202" y="40307"/>
                  <a:pt x="177833" y="40307"/>
                </a:cubicBezTo>
                <a:cubicBezTo>
                  <a:pt x="178883" y="40202"/>
                  <a:pt x="180170" y="40096"/>
                  <a:pt x="181694" y="39992"/>
                </a:cubicBezTo>
                <a:cubicBezTo>
                  <a:pt x="183219" y="39886"/>
                  <a:pt x="184822" y="39755"/>
                  <a:pt x="186502" y="39598"/>
                </a:cubicBezTo>
                <a:cubicBezTo>
                  <a:pt x="188185" y="39439"/>
                  <a:pt x="189893" y="39229"/>
                  <a:pt x="191626" y="38967"/>
                </a:cubicBezTo>
                <a:cubicBezTo>
                  <a:pt x="193362" y="38704"/>
                  <a:pt x="194912" y="38415"/>
                  <a:pt x="196279" y="38099"/>
                </a:cubicBezTo>
                <a:cubicBezTo>
                  <a:pt x="197435" y="37889"/>
                  <a:pt x="198355" y="37652"/>
                  <a:pt x="199038" y="37389"/>
                </a:cubicBezTo>
                <a:cubicBezTo>
                  <a:pt x="199721" y="37126"/>
                  <a:pt x="200273" y="36995"/>
                  <a:pt x="200693" y="36995"/>
                </a:cubicBezTo>
                <a:cubicBezTo>
                  <a:pt x="201954" y="36995"/>
                  <a:pt x="202767" y="37363"/>
                  <a:pt x="203135" y="38099"/>
                </a:cubicBezTo>
                <a:cubicBezTo>
                  <a:pt x="203504" y="38835"/>
                  <a:pt x="203688" y="39518"/>
                  <a:pt x="203688" y="40149"/>
                </a:cubicBezTo>
                <a:lnTo>
                  <a:pt x="203688" y="90755"/>
                </a:lnTo>
                <a:moveTo>
                  <a:pt x="195331" y="20916"/>
                </a:moveTo>
                <a:cubicBezTo>
                  <a:pt x="192704" y="20916"/>
                  <a:pt x="190444" y="20101"/>
                  <a:pt x="188552" y="18472"/>
                </a:cubicBezTo>
                <a:cubicBezTo>
                  <a:pt x="186661" y="16842"/>
                  <a:pt x="185716" y="14819"/>
                  <a:pt x="185716" y="12402"/>
                </a:cubicBezTo>
                <a:cubicBezTo>
                  <a:pt x="185716" y="9984"/>
                  <a:pt x="186609" y="7934"/>
                  <a:pt x="188396" y="6254"/>
                </a:cubicBezTo>
                <a:cubicBezTo>
                  <a:pt x="190182" y="4571"/>
                  <a:pt x="192389" y="3730"/>
                  <a:pt x="195016" y="3730"/>
                </a:cubicBezTo>
                <a:cubicBezTo>
                  <a:pt x="197538" y="3730"/>
                  <a:pt x="199615" y="4598"/>
                  <a:pt x="201244" y="6333"/>
                </a:cubicBezTo>
                <a:cubicBezTo>
                  <a:pt x="202873" y="8067"/>
                  <a:pt x="203688" y="10142"/>
                  <a:pt x="203688" y="12559"/>
                </a:cubicBezTo>
                <a:cubicBezTo>
                  <a:pt x="203688" y="14871"/>
                  <a:pt x="202900" y="16842"/>
                  <a:pt x="201323" y="18472"/>
                </a:cubicBezTo>
                <a:cubicBezTo>
                  <a:pt x="199747" y="20101"/>
                  <a:pt x="197749" y="20916"/>
                  <a:pt x="195331" y="20916"/>
                </a:cubicBezTo>
                <a:close/>
                <a:moveTo>
                  <a:pt x="285353" y="58751"/>
                </a:moveTo>
                <a:cubicBezTo>
                  <a:pt x="278311" y="76094"/>
                  <a:pt x="270796" y="93804"/>
                  <a:pt x="262808" y="111881"/>
                </a:cubicBezTo>
                <a:cubicBezTo>
                  <a:pt x="262702" y="112091"/>
                  <a:pt x="262412" y="112275"/>
                  <a:pt x="261939" y="112432"/>
                </a:cubicBezTo>
                <a:cubicBezTo>
                  <a:pt x="261468" y="112591"/>
                  <a:pt x="260969" y="112670"/>
                  <a:pt x="260443" y="112670"/>
                </a:cubicBezTo>
                <a:cubicBezTo>
                  <a:pt x="259917" y="112670"/>
                  <a:pt x="259417" y="112591"/>
                  <a:pt x="258944" y="112432"/>
                </a:cubicBezTo>
                <a:cubicBezTo>
                  <a:pt x="258471" y="112275"/>
                  <a:pt x="258182" y="112091"/>
                  <a:pt x="258078" y="111881"/>
                </a:cubicBezTo>
                <a:cubicBezTo>
                  <a:pt x="253559" y="102737"/>
                  <a:pt x="249328" y="93882"/>
                  <a:pt x="245386" y="85316"/>
                </a:cubicBezTo>
                <a:cubicBezTo>
                  <a:pt x="241446" y="76751"/>
                  <a:pt x="237478" y="67528"/>
                  <a:pt x="233483" y="57649"/>
                </a:cubicBezTo>
                <a:cubicBezTo>
                  <a:pt x="232433" y="55127"/>
                  <a:pt x="231513" y="53025"/>
                  <a:pt x="230724" y="51344"/>
                </a:cubicBezTo>
                <a:cubicBezTo>
                  <a:pt x="229937" y="49662"/>
                  <a:pt x="229096" y="48296"/>
                  <a:pt x="228203" y="47245"/>
                </a:cubicBezTo>
                <a:cubicBezTo>
                  <a:pt x="227310" y="46193"/>
                  <a:pt x="226258" y="45378"/>
                  <a:pt x="225049" y="44801"/>
                </a:cubicBezTo>
                <a:cubicBezTo>
                  <a:pt x="223840" y="44222"/>
                  <a:pt x="222290" y="43775"/>
                  <a:pt x="220399" y="43459"/>
                </a:cubicBezTo>
                <a:cubicBezTo>
                  <a:pt x="219873" y="43354"/>
                  <a:pt x="219452" y="43066"/>
                  <a:pt x="219136" y="42593"/>
                </a:cubicBezTo>
                <a:cubicBezTo>
                  <a:pt x="218822" y="42120"/>
                  <a:pt x="218665" y="41620"/>
                  <a:pt x="218665" y="41094"/>
                </a:cubicBezTo>
                <a:cubicBezTo>
                  <a:pt x="218665" y="40464"/>
                  <a:pt x="218770" y="39912"/>
                  <a:pt x="218980" y="39439"/>
                </a:cubicBezTo>
                <a:cubicBezTo>
                  <a:pt x="219190" y="38966"/>
                  <a:pt x="219558" y="38729"/>
                  <a:pt x="220084" y="38729"/>
                </a:cubicBezTo>
                <a:cubicBezTo>
                  <a:pt x="223131" y="38729"/>
                  <a:pt x="226100" y="38914"/>
                  <a:pt x="228990" y="39283"/>
                </a:cubicBezTo>
                <a:cubicBezTo>
                  <a:pt x="231881" y="39650"/>
                  <a:pt x="234903" y="39833"/>
                  <a:pt x="238056" y="39833"/>
                </a:cubicBezTo>
                <a:cubicBezTo>
                  <a:pt x="241103" y="39833"/>
                  <a:pt x="244125" y="39650"/>
                  <a:pt x="247121" y="39283"/>
                </a:cubicBezTo>
                <a:cubicBezTo>
                  <a:pt x="250116" y="38914"/>
                  <a:pt x="253138" y="38729"/>
                  <a:pt x="256185" y="38729"/>
                </a:cubicBezTo>
                <a:cubicBezTo>
                  <a:pt x="256711" y="38729"/>
                  <a:pt x="257105" y="38966"/>
                  <a:pt x="257368" y="39439"/>
                </a:cubicBezTo>
                <a:cubicBezTo>
                  <a:pt x="257631" y="39912"/>
                  <a:pt x="257763" y="40464"/>
                  <a:pt x="257763" y="41094"/>
                </a:cubicBezTo>
                <a:cubicBezTo>
                  <a:pt x="257763" y="41620"/>
                  <a:pt x="257631" y="42146"/>
                  <a:pt x="257368" y="42672"/>
                </a:cubicBezTo>
                <a:cubicBezTo>
                  <a:pt x="257105" y="43196"/>
                  <a:pt x="256711" y="43459"/>
                  <a:pt x="256185" y="43459"/>
                </a:cubicBezTo>
                <a:cubicBezTo>
                  <a:pt x="252928" y="43669"/>
                  <a:pt x="250589" y="44273"/>
                  <a:pt x="249170" y="45273"/>
                </a:cubicBezTo>
                <a:cubicBezTo>
                  <a:pt x="247751" y="46272"/>
                  <a:pt x="247041" y="47717"/>
                  <a:pt x="247041" y="49607"/>
                </a:cubicBezTo>
                <a:cubicBezTo>
                  <a:pt x="247041" y="51184"/>
                  <a:pt x="247462" y="53128"/>
                  <a:pt x="248304" y="55441"/>
                </a:cubicBezTo>
                <a:cubicBezTo>
                  <a:pt x="250721" y="61957"/>
                  <a:pt x="253243" y="68289"/>
                  <a:pt x="255870" y="74438"/>
                </a:cubicBezTo>
                <a:cubicBezTo>
                  <a:pt x="258498" y="80587"/>
                  <a:pt x="261179" y="86394"/>
                  <a:pt x="263912" y="91859"/>
                </a:cubicBezTo>
                <a:cubicBezTo>
                  <a:pt x="264122" y="92385"/>
                  <a:pt x="264437" y="92622"/>
                  <a:pt x="264857" y="92569"/>
                </a:cubicBezTo>
                <a:cubicBezTo>
                  <a:pt x="265277" y="92516"/>
                  <a:pt x="265592" y="92279"/>
                  <a:pt x="265802" y="91859"/>
                </a:cubicBezTo>
                <a:cubicBezTo>
                  <a:pt x="266855" y="89547"/>
                  <a:pt x="268063" y="86709"/>
                  <a:pt x="269428" y="83346"/>
                </a:cubicBezTo>
                <a:cubicBezTo>
                  <a:pt x="270794" y="79983"/>
                  <a:pt x="272134" y="76541"/>
                  <a:pt x="273447" y="73021"/>
                </a:cubicBezTo>
                <a:cubicBezTo>
                  <a:pt x="274763" y="69499"/>
                  <a:pt x="275998" y="66005"/>
                  <a:pt x="277154" y="62537"/>
                </a:cubicBezTo>
                <a:cubicBezTo>
                  <a:pt x="278311" y="59069"/>
                  <a:pt x="279256" y="56073"/>
                  <a:pt x="279991" y="53550"/>
                </a:cubicBezTo>
                <a:cubicBezTo>
                  <a:pt x="280412" y="52184"/>
                  <a:pt x="280623" y="50870"/>
                  <a:pt x="280623" y="49607"/>
                </a:cubicBezTo>
                <a:cubicBezTo>
                  <a:pt x="280623" y="46980"/>
                  <a:pt x="279834" y="45352"/>
                  <a:pt x="278256" y="44722"/>
                </a:cubicBezTo>
                <a:cubicBezTo>
                  <a:pt x="276680" y="44090"/>
                  <a:pt x="275051" y="43669"/>
                  <a:pt x="273370" y="43459"/>
                </a:cubicBezTo>
                <a:cubicBezTo>
                  <a:pt x="272740" y="43354"/>
                  <a:pt x="272267" y="43039"/>
                  <a:pt x="271951" y="42513"/>
                </a:cubicBezTo>
                <a:cubicBezTo>
                  <a:pt x="271635" y="41987"/>
                  <a:pt x="271504" y="41462"/>
                  <a:pt x="271557" y="40938"/>
                </a:cubicBezTo>
                <a:cubicBezTo>
                  <a:pt x="271610" y="40412"/>
                  <a:pt x="271793" y="39912"/>
                  <a:pt x="272108" y="39439"/>
                </a:cubicBezTo>
                <a:cubicBezTo>
                  <a:pt x="272423" y="38966"/>
                  <a:pt x="272844" y="38729"/>
                  <a:pt x="273370" y="38729"/>
                </a:cubicBezTo>
                <a:cubicBezTo>
                  <a:pt x="275683" y="38729"/>
                  <a:pt x="277838" y="38914"/>
                  <a:pt x="279834" y="39283"/>
                </a:cubicBezTo>
                <a:cubicBezTo>
                  <a:pt x="281831" y="39650"/>
                  <a:pt x="283933" y="39833"/>
                  <a:pt x="286139" y="39833"/>
                </a:cubicBezTo>
                <a:cubicBezTo>
                  <a:pt x="288452" y="39833"/>
                  <a:pt x="290895" y="39650"/>
                  <a:pt x="293469" y="39283"/>
                </a:cubicBezTo>
                <a:cubicBezTo>
                  <a:pt x="296045" y="38914"/>
                  <a:pt x="298069" y="38729"/>
                  <a:pt x="299541" y="38729"/>
                </a:cubicBezTo>
                <a:cubicBezTo>
                  <a:pt x="300171" y="38729"/>
                  <a:pt x="300618" y="38966"/>
                  <a:pt x="300881" y="39439"/>
                </a:cubicBezTo>
                <a:cubicBezTo>
                  <a:pt x="301144" y="39912"/>
                  <a:pt x="301275" y="40464"/>
                  <a:pt x="301275" y="41094"/>
                </a:cubicBezTo>
                <a:cubicBezTo>
                  <a:pt x="301275" y="41620"/>
                  <a:pt x="301144" y="42146"/>
                  <a:pt x="300881" y="42672"/>
                </a:cubicBezTo>
                <a:cubicBezTo>
                  <a:pt x="300618" y="43196"/>
                  <a:pt x="300223" y="43459"/>
                  <a:pt x="299697" y="43459"/>
                </a:cubicBezTo>
                <a:cubicBezTo>
                  <a:pt x="297596" y="43565"/>
                  <a:pt x="295836" y="44038"/>
                  <a:pt x="294417" y="44878"/>
                </a:cubicBezTo>
                <a:cubicBezTo>
                  <a:pt x="292998" y="45718"/>
                  <a:pt x="291763" y="46796"/>
                  <a:pt x="290712" y="48111"/>
                </a:cubicBezTo>
                <a:cubicBezTo>
                  <a:pt x="289662" y="49425"/>
                  <a:pt x="288716" y="51001"/>
                  <a:pt x="287874" y="52841"/>
                </a:cubicBezTo>
                <a:cubicBezTo>
                  <a:pt x="287033" y="54680"/>
                  <a:pt x="286193" y="56650"/>
                  <a:pt x="285353" y="58751"/>
                </a:cubicBezTo>
                <a:close/>
                <a:moveTo>
                  <a:pt x="324293" y="69629"/>
                </a:moveTo>
                <a:cubicBezTo>
                  <a:pt x="323767" y="69629"/>
                  <a:pt x="323477" y="69814"/>
                  <a:pt x="323424" y="70182"/>
                </a:cubicBezTo>
                <a:cubicBezTo>
                  <a:pt x="323373" y="70550"/>
                  <a:pt x="323347" y="70996"/>
                  <a:pt x="323347" y="71522"/>
                </a:cubicBezTo>
                <a:cubicBezTo>
                  <a:pt x="323347" y="76988"/>
                  <a:pt x="323951" y="81612"/>
                  <a:pt x="325159" y="85395"/>
                </a:cubicBezTo>
                <a:cubicBezTo>
                  <a:pt x="326368" y="89179"/>
                  <a:pt x="328049" y="92253"/>
                  <a:pt x="330203" y="94618"/>
                </a:cubicBezTo>
                <a:cubicBezTo>
                  <a:pt x="332359" y="96982"/>
                  <a:pt x="334934" y="98690"/>
                  <a:pt x="337930" y="99742"/>
                </a:cubicBezTo>
                <a:cubicBezTo>
                  <a:pt x="340926" y="100793"/>
                  <a:pt x="344157" y="101318"/>
                  <a:pt x="347624" y="101318"/>
                </a:cubicBezTo>
                <a:cubicBezTo>
                  <a:pt x="351198" y="101318"/>
                  <a:pt x="354666" y="101029"/>
                  <a:pt x="358029" y="100452"/>
                </a:cubicBezTo>
                <a:cubicBezTo>
                  <a:pt x="361393" y="99873"/>
                  <a:pt x="364284" y="98585"/>
                  <a:pt x="366701" y="96589"/>
                </a:cubicBezTo>
                <a:cubicBezTo>
                  <a:pt x="367227" y="96168"/>
                  <a:pt x="367779" y="96011"/>
                  <a:pt x="368356" y="96117"/>
                </a:cubicBezTo>
                <a:cubicBezTo>
                  <a:pt x="368935" y="96221"/>
                  <a:pt x="369408" y="96484"/>
                  <a:pt x="369775" y="96904"/>
                </a:cubicBezTo>
                <a:cubicBezTo>
                  <a:pt x="370142" y="97324"/>
                  <a:pt x="370378" y="97797"/>
                  <a:pt x="370482" y="98323"/>
                </a:cubicBezTo>
                <a:cubicBezTo>
                  <a:pt x="370588" y="98849"/>
                  <a:pt x="370484" y="99322"/>
                  <a:pt x="370170" y="99742"/>
                </a:cubicBezTo>
                <a:cubicBezTo>
                  <a:pt x="366807" y="104156"/>
                  <a:pt x="363023" y="107204"/>
                  <a:pt x="358818" y="108886"/>
                </a:cubicBezTo>
                <a:cubicBezTo>
                  <a:pt x="354614" y="110567"/>
                  <a:pt x="349412" y="111407"/>
                  <a:pt x="343210" y="111407"/>
                </a:cubicBezTo>
                <a:cubicBezTo>
                  <a:pt x="336904" y="111407"/>
                  <a:pt x="331465" y="110462"/>
                  <a:pt x="326893" y="108571"/>
                </a:cubicBezTo>
                <a:cubicBezTo>
                  <a:pt x="322321" y="106679"/>
                  <a:pt x="318537" y="104024"/>
                  <a:pt x="315541" y="100608"/>
                </a:cubicBezTo>
                <a:cubicBezTo>
                  <a:pt x="312547" y="97192"/>
                  <a:pt x="310340" y="93199"/>
                  <a:pt x="308921" y="88629"/>
                </a:cubicBezTo>
                <a:cubicBezTo>
                  <a:pt x="307502" y="84056"/>
                  <a:pt x="306792" y="79090"/>
                  <a:pt x="306792" y="73728"/>
                </a:cubicBezTo>
                <a:cubicBezTo>
                  <a:pt x="306792" y="68579"/>
                  <a:pt x="307659" y="63692"/>
                  <a:pt x="309392" y="59069"/>
                </a:cubicBezTo>
                <a:cubicBezTo>
                  <a:pt x="311128" y="54443"/>
                  <a:pt x="313572" y="50449"/>
                  <a:pt x="316725" y="47086"/>
                </a:cubicBezTo>
                <a:cubicBezTo>
                  <a:pt x="319878" y="43723"/>
                  <a:pt x="323609" y="41043"/>
                  <a:pt x="327918" y="39047"/>
                </a:cubicBezTo>
                <a:cubicBezTo>
                  <a:pt x="332227" y="37049"/>
                  <a:pt x="337009" y="36049"/>
                  <a:pt x="342265" y="36049"/>
                </a:cubicBezTo>
                <a:cubicBezTo>
                  <a:pt x="346678" y="36049"/>
                  <a:pt x="350698" y="36812"/>
                  <a:pt x="354324" y="38337"/>
                </a:cubicBezTo>
                <a:cubicBezTo>
                  <a:pt x="357950" y="39861"/>
                  <a:pt x="361024" y="41962"/>
                  <a:pt x="363547" y="44642"/>
                </a:cubicBezTo>
                <a:cubicBezTo>
                  <a:pt x="366070" y="47322"/>
                  <a:pt x="368041" y="50528"/>
                  <a:pt x="369460" y="54260"/>
                </a:cubicBezTo>
                <a:cubicBezTo>
                  <a:pt x="370879" y="57990"/>
                  <a:pt x="371589" y="62010"/>
                  <a:pt x="371589" y="66319"/>
                </a:cubicBezTo>
                <a:cubicBezTo>
                  <a:pt x="371589" y="68526"/>
                  <a:pt x="370801" y="69629"/>
                  <a:pt x="369224" y="69629"/>
                </a:cubicBezTo>
                <a:lnTo>
                  <a:pt x="324293" y="69629"/>
                </a:lnTo>
                <a:moveTo>
                  <a:pt x="353143" y="64113"/>
                </a:moveTo>
                <a:cubicBezTo>
                  <a:pt x="354614" y="64113"/>
                  <a:pt x="355454" y="63588"/>
                  <a:pt x="355664" y="62537"/>
                </a:cubicBezTo>
                <a:cubicBezTo>
                  <a:pt x="355876" y="61485"/>
                  <a:pt x="355981" y="60223"/>
                  <a:pt x="355981" y="58751"/>
                </a:cubicBezTo>
                <a:cubicBezTo>
                  <a:pt x="355981" y="56544"/>
                  <a:pt x="355640" y="54416"/>
                  <a:pt x="354957" y="52367"/>
                </a:cubicBezTo>
                <a:cubicBezTo>
                  <a:pt x="354274" y="50317"/>
                  <a:pt x="353301" y="48504"/>
                  <a:pt x="352039" y="46928"/>
                </a:cubicBezTo>
                <a:cubicBezTo>
                  <a:pt x="350778" y="45351"/>
                  <a:pt x="349255" y="44090"/>
                  <a:pt x="347468" y="43144"/>
                </a:cubicBezTo>
                <a:cubicBezTo>
                  <a:pt x="345682" y="42197"/>
                  <a:pt x="343632" y="41724"/>
                  <a:pt x="341319" y="41724"/>
                </a:cubicBezTo>
                <a:cubicBezTo>
                  <a:pt x="338481" y="41724"/>
                  <a:pt x="336037" y="42224"/>
                  <a:pt x="333987" y="43223"/>
                </a:cubicBezTo>
                <a:cubicBezTo>
                  <a:pt x="331938" y="44222"/>
                  <a:pt x="330203" y="45536"/>
                  <a:pt x="328784" y="47166"/>
                </a:cubicBezTo>
                <a:cubicBezTo>
                  <a:pt x="327366" y="48793"/>
                  <a:pt x="326289" y="50712"/>
                  <a:pt x="325553" y="52920"/>
                </a:cubicBezTo>
                <a:cubicBezTo>
                  <a:pt x="324817" y="55127"/>
                  <a:pt x="324292" y="57438"/>
                  <a:pt x="323977" y="59855"/>
                </a:cubicBezTo>
                <a:cubicBezTo>
                  <a:pt x="323767" y="61117"/>
                  <a:pt x="323688" y="62143"/>
                  <a:pt x="323739" y="62932"/>
                </a:cubicBezTo>
                <a:cubicBezTo>
                  <a:pt x="323792" y="63719"/>
                  <a:pt x="324029" y="64113"/>
                  <a:pt x="324449" y="64113"/>
                </a:cubicBezTo>
                <a:lnTo>
                  <a:pt x="353143" y="64113"/>
                </a:lnTo>
                <a:close/>
                <a:moveTo>
                  <a:pt x="407533" y="90755"/>
                </a:moveTo>
                <a:cubicBezTo>
                  <a:pt x="407533" y="93384"/>
                  <a:pt x="407612" y="95591"/>
                  <a:pt x="407769" y="97378"/>
                </a:cubicBezTo>
                <a:cubicBezTo>
                  <a:pt x="407928" y="99164"/>
                  <a:pt x="408479" y="100636"/>
                  <a:pt x="409424" y="101792"/>
                </a:cubicBezTo>
                <a:cubicBezTo>
                  <a:pt x="410370" y="102948"/>
                  <a:pt x="411842" y="103842"/>
                  <a:pt x="413838" y="104472"/>
                </a:cubicBezTo>
                <a:cubicBezTo>
                  <a:pt x="415836" y="105102"/>
                  <a:pt x="418727" y="105575"/>
                  <a:pt x="422510" y="105891"/>
                </a:cubicBezTo>
                <a:cubicBezTo>
                  <a:pt x="423141" y="105995"/>
                  <a:pt x="423613" y="106284"/>
                  <a:pt x="423927" y="106757"/>
                </a:cubicBezTo>
                <a:cubicBezTo>
                  <a:pt x="424243" y="107230"/>
                  <a:pt x="424401" y="107782"/>
                  <a:pt x="424401" y="108412"/>
                </a:cubicBezTo>
                <a:cubicBezTo>
                  <a:pt x="424401" y="108938"/>
                  <a:pt x="424243" y="109438"/>
                  <a:pt x="423927" y="109911"/>
                </a:cubicBezTo>
                <a:cubicBezTo>
                  <a:pt x="423613" y="110384"/>
                  <a:pt x="423141" y="110621"/>
                  <a:pt x="422510" y="110621"/>
                </a:cubicBezTo>
                <a:cubicBezTo>
                  <a:pt x="417991" y="110621"/>
                  <a:pt x="413997" y="110436"/>
                  <a:pt x="410528" y="110067"/>
                </a:cubicBezTo>
                <a:cubicBezTo>
                  <a:pt x="407059" y="109700"/>
                  <a:pt x="403748" y="109516"/>
                  <a:pt x="400595" y="109516"/>
                </a:cubicBezTo>
                <a:cubicBezTo>
                  <a:pt x="397232" y="109516"/>
                  <a:pt x="393895" y="109700"/>
                  <a:pt x="390583" y="110067"/>
                </a:cubicBezTo>
                <a:cubicBezTo>
                  <a:pt x="387273" y="110436"/>
                  <a:pt x="383937" y="110621"/>
                  <a:pt x="380574" y="110621"/>
                </a:cubicBezTo>
                <a:cubicBezTo>
                  <a:pt x="380049" y="110621"/>
                  <a:pt x="379629" y="110384"/>
                  <a:pt x="379313" y="109911"/>
                </a:cubicBezTo>
                <a:cubicBezTo>
                  <a:pt x="378997" y="109438"/>
                  <a:pt x="378839" y="108938"/>
                  <a:pt x="378839" y="108412"/>
                </a:cubicBezTo>
                <a:cubicBezTo>
                  <a:pt x="378839" y="107782"/>
                  <a:pt x="378997" y="107230"/>
                  <a:pt x="379313" y="106757"/>
                </a:cubicBezTo>
                <a:cubicBezTo>
                  <a:pt x="379629" y="106284"/>
                  <a:pt x="380102" y="105995"/>
                  <a:pt x="380732" y="105891"/>
                </a:cubicBezTo>
                <a:cubicBezTo>
                  <a:pt x="383675" y="105575"/>
                  <a:pt x="385961" y="105102"/>
                  <a:pt x="387588" y="104472"/>
                </a:cubicBezTo>
                <a:cubicBezTo>
                  <a:pt x="389218" y="103842"/>
                  <a:pt x="390400" y="102975"/>
                  <a:pt x="391137" y="101871"/>
                </a:cubicBezTo>
                <a:cubicBezTo>
                  <a:pt x="391873" y="100766"/>
                  <a:pt x="392319" y="99400"/>
                  <a:pt x="392477" y="97772"/>
                </a:cubicBezTo>
                <a:cubicBezTo>
                  <a:pt x="392635" y="96143"/>
                  <a:pt x="392715" y="94119"/>
                  <a:pt x="392715" y="91701"/>
                </a:cubicBezTo>
                <a:lnTo>
                  <a:pt x="392715" y="68684"/>
                </a:lnTo>
                <a:cubicBezTo>
                  <a:pt x="392715" y="63534"/>
                  <a:pt x="392609" y="59462"/>
                  <a:pt x="392397" y="56466"/>
                </a:cubicBezTo>
                <a:cubicBezTo>
                  <a:pt x="392187" y="53470"/>
                  <a:pt x="391687" y="51158"/>
                  <a:pt x="390898" y="49530"/>
                </a:cubicBezTo>
                <a:cubicBezTo>
                  <a:pt x="390111" y="47901"/>
                  <a:pt x="388876" y="46823"/>
                  <a:pt x="387194" y="46297"/>
                </a:cubicBezTo>
                <a:cubicBezTo>
                  <a:pt x="385513" y="45771"/>
                  <a:pt x="383201" y="45403"/>
                  <a:pt x="380258" y="45193"/>
                </a:cubicBezTo>
                <a:cubicBezTo>
                  <a:pt x="379734" y="45193"/>
                  <a:pt x="379340" y="44931"/>
                  <a:pt x="379077" y="44406"/>
                </a:cubicBezTo>
                <a:cubicBezTo>
                  <a:pt x="378814" y="43880"/>
                  <a:pt x="378683" y="43354"/>
                  <a:pt x="378683" y="42828"/>
                </a:cubicBezTo>
                <a:cubicBezTo>
                  <a:pt x="378683" y="42304"/>
                  <a:pt x="378814" y="41779"/>
                  <a:pt x="379077" y="41253"/>
                </a:cubicBezTo>
                <a:cubicBezTo>
                  <a:pt x="379340" y="40727"/>
                  <a:pt x="379787" y="40464"/>
                  <a:pt x="380417" y="40464"/>
                </a:cubicBezTo>
                <a:cubicBezTo>
                  <a:pt x="382520" y="40254"/>
                  <a:pt x="385436" y="40017"/>
                  <a:pt x="389166" y="39754"/>
                </a:cubicBezTo>
                <a:cubicBezTo>
                  <a:pt x="392898" y="39491"/>
                  <a:pt x="396708" y="38834"/>
                  <a:pt x="400595" y="37784"/>
                </a:cubicBezTo>
                <a:cubicBezTo>
                  <a:pt x="402068" y="37364"/>
                  <a:pt x="403277" y="37312"/>
                  <a:pt x="404223" y="37628"/>
                </a:cubicBezTo>
                <a:cubicBezTo>
                  <a:pt x="405169" y="37942"/>
                  <a:pt x="405589" y="38835"/>
                  <a:pt x="405484" y="40307"/>
                </a:cubicBezTo>
                <a:lnTo>
                  <a:pt x="405168" y="50396"/>
                </a:lnTo>
                <a:cubicBezTo>
                  <a:pt x="405168" y="50607"/>
                  <a:pt x="405221" y="50738"/>
                  <a:pt x="405325" y="50791"/>
                </a:cubicBezTo>
                <a:cubicBezTo>
                  <a:pt x="405431" y="50844"/>
                  <a:pt x="405589" y="50764"/>
                  <a:pt x="405799" y="50553"/>
                </a:cubicBezTo>
                <a:cubicBezTo>
                  <a:pt x="408005" y="46139"/>
                  <a:pt x="410712" y="42619"/>
                  <a:pt x="413918" y="39992"/>
                </a:cubicBezTo>
                <a:cubicBezTo>
                  <a:pt x="417123" y="37364"/>
                  <a:pt x="421406" y="36049"/>
                  <a:pt x="426766" y="36049"/>
                </a:cubicBezTo>
                <a:cubicBezTo>
                  <a:pt x="431181" y="36049"/>
                  <a:pt x="434439" y="37179"/>
                  <a:pt x="436540" y="39439"/>
                </a:cubicBezTo>
                <a:cubicBezTo>
                  <a:pt x="438642" y="41699"/>
                  <a:pt x="439694" y="44458"/>
                  <a:pt x="439694" y="47717"/>
                </a:cubicBezTo>
                <a:cubicBezTo>
                  <a:pt x="439694" y="49503"/>
                  <a:pt x="439010" y="51133"/>
                  <a:pt x="437644" y="52605"/>
                </a:cubicBezTo>
                <a:cubicBezTo>
                  <a:pt x="436278" y="54075"/>
                  <a:pt x="434334" y="54811"/>
                  <a:pt x="431813" y="54811"/>
                </a:cubicBezTo>
                <a:cubicBezTo>
                  <a:pt x="429394" y="54811"/>
                  <a:pt x="427712" y="54233"/>
                  <a:pt x="426766" y="53076"/>
                </a:cubicBezTo>
                <a:cubicBezTo>
                  <a:pt x="425821" y="51920"/>
                  <a:pt x="425349" y="50659"/>
                  <a:pt x="425349" y="49292"/>
                </a:cubicBezTo>
                <a:cubicBezTo>
                  <a:pt x="425349" y="47822"/>
                  <a:pt x="425059" y="46666"/>
                  <a:pt x="424481" y="45826"/>
                </a:cubicBezTo>
                <a:cubicBezTo>
                  <a:pt x="423903" y="44984"/>
                  <a:pt x="422668" y="44563"/>
                  <a:pt x="420776" y="44563"/>
                </a:cubicBezTo>
                <a:cubicBezTo>
                  <a:pt x="418779" y="44563"/>
                  <a:pt x="416966" y="45220"/>
                  <a:pt x="415337" y="46533"/>
                </a:cubicBezTo>
                <a:cubicBezTo>
                  <a:pt x="413707" y="47846"/>
                  <a:pt x="412315" y="49397"/>
                  <a:pt x="411158" y="51185"/>
                </a:cubicBezTo>
                <a:cubicBezTo>
                  <a:pt x="410002" y="52972"/>
                  <a:pt x="409109" y="54811"/>
                  <a:pt x="408479" y="56704"/>
                </a:cubicBezTo>
                <a:cubicBezTo>
                  <a:pt x="407848" y="58595"/>
                  <a:pt x="407533" y="60065"/>
                  <a:pt x="407533" y="61116"/>
                </a:cubicBezTo>
                <a:lnTo>
                  <a:pt x="407533" y="90755"/>
                </a:lnTo>
                <a:close/>
                <a:moveTo>
                  <a:pt x="457666" y="29744"/>
                </a:moveTo>
                <a:cubicBezTo>
                  <a:pt x="457666" y="25225"/>
                  <a:pt x="457561" y="21626"/>
                  <a:pt x="457351" y="18946"/>
                </a:cubicBezTo>
                <a:cubicBezTo>
                  <a:pt x="457141" y="16264"/>
                  <a:pt x="456616" y="14188"/>
                  <a:pt x="455775" y="12718"/>
                </a:cubicBezTo>
                <a:cubicBezTo>
                  <a:pt x="454935" y="11245"/>
                  <a:pt x="453647" y="10247"/>
                  <a:pt x="451912" y="9723"/>
                </a:cubicBezTo>
                <a:cubicBezTo>
                  <a:pt x="450178" y="9197"/>
                  <a:pt x="447787" y="8776"/>
                  <a:pt x="444738" y="8460"/>
                </a:cubicBezTo>
                <a:cubicBezTo>
                  <a:pt x="444214" y="8460"/>
                  <a:pt x="443820" y="8197"/>
                  <a:pt x="443557" y="7673"/>
                </a:cubicBezTo>
                <a:cubicBezTo>
                  <a:pt x="443294" y="7147"/>
                  <a:pt x="443136" y="6622"/>
                  <a:pt x="443083" y="6097"/>
                </a:cubicBezTo>
                <a:cubicBezTo>
                  <a:pt x="443031" y="5571"/>
                  <a:pt x="443136" y="5045"/>
                  <a:pt x="443399" y="4519"/>
                </a:cubicBezTo>
                <a:cubicBezTo>
                  <a:pt x="443662" y="3993"/>
                  <a:pt x="444108" y="3730"/>
                  <a:pt x="444738" y="3730"/>
                </a:cubicBezTo>
                <a:cubicBezTo>
                  <a:pt x="447891" y="3520"/>
                  <a:pt x="451701" y="3205"/>
                  <a:pt x="456167" y="2785"/>
                </a:cubicBezTo>
                <a:cubicBezTo>
                  <a:pt x="460635" y="2365"/>
                  <a:pt x="464814" y="1576"/>
                  <a:pt x="468703" y="420"/>
                </a:cubicBezTo>
                <a:cubicBezTo>
                  <a:pt x="470174" y="0"/>
                  <a:pt x="471146" y="79"/>
                  <a:pt x="471619" y="658"/>
                </a:cubicBezTo>
                <a:cubicBezTo>
                  <a:pt x="472092" y="1236"/>
                  <a:pt x="472381" y="1839"/>
                  <a:pt x="472487" y="2470"/>
                </a:cubicBezTo>
                <a:lnTo>
                  <a:pt x="472487" y="90755"/>
                </a:lnTo>
                <a:cubicBezTo>
                  <a:pt x="472487" y="93384"/>
                  <a:pt x="472539" y="95591"/>
                  <a:pt x="472643" y="97378"/>
                </a:cubicBezTo>
                <a:cubicBezTo>
                  <a:pt x="472749" y="99164"/>
                  <a:pt x="473144" y="100636"/>
                  <a:pt x="473827" y="101792"/>
                </a:cubicBezTo>
                <a:cubicBezTo>
                  <a:pt x="474510" y="102948"/>
                  <a:pt x="475614" y="103842"/>
                  <a:pt x="477137" y="104472"/>
                </a:cubicBezTo>
                <a:cubicBezTo>
                  <a:pt x="478661" y="105102"/>
                  <a:pt x="480789" y="105575"/>
                  <a:pt x="483521" y="105891"/>
                </a:cubicBezTo>
                <a:cubicBezTo>
                  <a:pt x="484152" y="105995"/>
                  <a:pt x="484625" y="106284"/>
                  <a:pt x="484941" y="106757"/>
                </a:cubicBezTo>
                <a:cubicBezTo>
                  <a:pt x="485257" y="107230"/>
                  <a:pt x="485415" y="107782"/>
                  <a:pt x="485415" y="108412"/>
                </a:cubicBezTo>
                <a:cubicBezTo>
                  <a:pt x="485415" y="108938"/>
                  <a:pt x="485257" y="109438"/>
                  <a:pt x="484941" y="109911"/>
                </a:cubicBezTo>
                <a:cubicBezTo>
                  <a:pt x="484625" y="110384"/>
                  <a:pt x="484152" y="110621"/>
                  <a:pt x="483521" y="110621"/>
                </a:cubicBezTo>
                <a:cubicBezTo>
                  <a:pt x="480999" y="110621"/>
                  <a:pt x="478161" y="110436"/>
                  <a:pt x="475008" y="110067"/>
                </a:cubicBezTo>
                <a:cubicBezTo>
                  <a:pt x="471855" y="109700"/>
                  <a:pt x="468702" y="109516"/>
                  <a:pt x="465549" y="109516"/>
                </a:cubicBezTo>
                <a:cubicBezTo>
                  <a:pt x="462186" y="109516"/>
                  <a:pt x="458875" y="109700"/>
                  <a:pt x="455617" y="110067"/>
                </a:cubicBezTo>
                <a:cubicBezTo>
                  <a:pt x="452359" y="110436"/>
                  <a:pt x="449049" y="110621"/>
                  <a:pt x="445686" y="110621"/>
                </a:cubicBezTo>
                <a:cubicBezTo>
                  <a:pt x="445160" y="110621"/>
                  <a:pt x="444739" y="110384"/>
                  <a:pt x="444423" y="109911"/>
                </a:cubicBezTo>
                <a:cubicBezTo>
                  <a:pt x="444109" y="109438"/>
                  <a:pt x="443952" y="108938"/>
                  <a:pt x="443952" y="108412"/>
                </a:cubicBezTo>
                <a:cubicBezTo>
                  <a:pt x="443952" y="107782"/>
                  <a:pt x="444109" y="107230"/>
                  <a:pt x="444423" y="106757"/>
                </a:cubicBezTo>
                <a:cubicBezTo>
                  <a:pt x="444739" y="106284"/>
                  <a:pt x="445212" y="105995"/>
                  <a:pt x="445843" y="105891"/>
                </a:cubicBezTo>
                <a:cubicBezTo>
                  <a:pt x="448786" y="105575"/>
                  <a:pt x="451072" y="105102"/>
                  <a:pt x="452701" y="104472"/>
                </a:cubicBezTo>
                <a:cubicBezTo>
                  <a:pt x="454330" y="103842"/>
                  <a:pt x="455512" y="102975"/>
                  <a:pt x="456247" y="101871"/>
                </a:cubicBezTo>
                <a:cubicBezTo>
                  <a:pt x="456983" y="100766"/>
                  <a:pt x="457403" y="99400"/>
                  <a:pt x="457507" y="97772"/>
                </a:cubicBezTo>
                <a:cubicBezTo>
                  <a:pt x="457613" y="96143"/>
                  <a:pt x="457666" y="94119"/>
                  <a:pt x="457666" y="91701"/>
                </a:cubicBezTo>
                <a:lnTo>
                  <a:pt x="457666" y="29744"/>
                </a:lnTo>
                <a:close/>
                <a:moveTo>
                  <a:pt x="513319" y="69629"/>
                </a:moveTo>
                <a:cubicBezTo>
                  <a:pt x="512793" y="69629"/>
                  <a:pt x="512503" y="69814"/>
                  <a:pt x="512450" y="70182"/>
                </a:cubicBezTo>
                <a:cubicBezTo>
                  <a:pt x="512399" y="70550"/>
                  <a:pt x="512373" y="70996"/>
                  <a:pt x="512373" y="71522"/>
                </a:cubicBezTo>
                <a:cubicBezTo>
                  <a:pt x="512373" y="76988"/>
                  <a:pt x="512977" y="81612"/>
                  <a:pt x="514185" y="85395"/>
                </a:cubicBezTo>
                <a:cubicBezTo>
                  <a:pt x="515394" y="89179"/>
                  <a:pt x="517075" y="92253"/>
                  <a:pt x="519229" y="94618"/>
                </a:cubicBezTo>
                <a:cubicBezTo>
                  <a:pt x="521385" y="96982"/>
                  <a:pt x="523960" y="98690"/>
                  <a:pt x="526956" y="99742"/>
                </a:cubicBezTo>
                <a:cubicBezTo>
                  <a:pt x="529952" y="100793"/>
                  <a:pt x="533183" y="101318"/>
                  <a:pt x="536651" y="101318"/>
                </a:cubicBezTo>
                <a:cubicBezTo>
                  <a:pt x="540224" y="101318"/>
                  <a:pt x="543692" y="101029"/>
                  <a:pt x="547055" y="100452"/>
                </a:cubicBezTo>
                <a:cubicBezTo>
                  <a:pt x="550419" y="99873"/>
                  <a:pt x="553310" y="98585"/>
                  <a:pt x="555727" y="96589"/>
                </a:cubicBezTo>
                <a:cubicBezTo>
                  <a:pt x="556253" y="96168"/>
                  <a:pt x="556805" y="96011"/>
                  <a:pt x="557382" y="96117"/>
                </a:cubicBezTo>
                <a:cubicBezTo>
                  <a:pt x="557961" y="96221"/>
                  <a:pt x="558434" y="96484"/>
                  <a:pt x="558801" y="96904"/>
                </a:cubicBezTo>
                <a:cubicBezTo>
                  <a:pt x="559169" y="97324"/>
                  <a:pt x="559404" y="97797"/>
                  <a:pt x="559509" y="98323"/>
                </a:cubicBezTo>
                <a:cubicBezTo>
                  <a:pt x="559614" y="98849"/>
                  <a:pt x="559510" y="99322"/>
                  <a:pt x="559196" y="99742"/>
                </a:cubicBezTo>
                <a:cubicBezTo>
                  <a:pt x="555833" y="104156"/>
                  <a:pt x="552049" y="107204"/>
                  <a:pt x="547844" y="108886"/>
                </a:cubicBezTo>
                <a:cubicBezTo>
                  <a:pt x="543640" y="110567"/>
                  <a:pt x="538438" y="111407"/>
                  <a:pt x="532236" y="111407"/>
                </a:cubicBezTo>
                <a:cubicBezTo>
                  <a:pt x="525930" y="111407"/>
                  <a:pt x="520491" y="110462"/>
                  <a:pt x="515919" y="108571"/>
                </a:cubicBezTo>
                <a:cubicBezTo>
                  <a:pt x="511347" y="106679"/>
                  <a:pt x="507563" y="104024"/>
                  <a:pt x="504567" y="100608"/>
                </a:cubicBezTo>
                <a:cubicBezTo>
                  <a:pt x="501573" y="97192"/>
                  <a:pt x="499366" y="93199"/>
                  <a:pt x="497947" y="88629"/>
                </a:cubicBezTo>
                <a:cubicBezTo>
                  <a:pt x="496528" y="84056"/>
                  <a:pt x="495818" y="79090"/>
                  <a:pt x="495818" y="73728"/>
                </a:cubicBezTo>
                <a:cubicBezTo>
                  <a:pt x="495818" y="68579"/>
                  <a:pt x="496685" y="63692"/>
                  <a:pt x="498418" y="59069"/>
                </a:cubicBezTo>
                <a:cubicBezTo>
                  <a:pt x="500154" y="54443"/>
                  <a:pt x="502598" y="50449"/>
                  <a:pt x="505751" y="47086"/>
                </a:cubicBezTo>
                <a:cubicBezTo>
                  <a:pt x="508904" y="43723"/>
                  <a:pt x="512635" y="41043"/>
                  <a:pt x="516944" y="39047"/>
                </a:cubicBezTo>
                <a:cubicBezTo>
                  <a:pt x="521253" y="37049"/>
                  <a:pt x="526035" y="36049"/>
                  <a:pt x="531291" y="36049"/>
                </a:cubicBezTo>
                <a:cubicBezTo>
                  <a:pt x="535704" y="36049"/>
                  <a:pt x="539724" y="36812"/>
                  <a:pt x="543350" y="38337"/>
                </a:cubicBezTo>
                <a:cubicBezTo>
                  <a:pt x="546976" y="39861"/>
                  <a:pt x="550051" y="41962"/>
                  <a:pt x="552573" y="44642"/>
                </a:cubicBezTo>
                <a:cubicBezTo>
                  <a:pt x="555096" y="47322"/>
                  <a:pt x="557067" y="50528"/>
                  <a:pt x="558486" y="54260"/>
                </a:cubicBezTo>
                <a:cubicBezTo>
                  <a:pt x="559905" y="57990"/>
                  <a:pt x="560615" y="62010"/>
                  <a:pt x="560615" y="66319"/>
                </a:cubicBezTo>
                <a:cubicBezTo>
                  <a:pt x="560615" y="68526"/>
                  <a:pt x="559827" y="69629"/>
                  <a:pt x="558250" y="69629"/>
                </a:cubicBezTo>
                <a:lnTo>
                  <a:pt x="513319" y="69629"/>
                </a:lnTo>
                <a:moveTo>
                  <a:pt x="542169" y="64113"/>
                </a:moveTo>
                <a:cubicBezTo>
                  <a:pt x="543640" y="64113"/>
                  <a:pt x="544480" y="63588"/>
                  <a:pt x="544690" y="62537"/>
                </a:cubicBezTo>
                <a:cubicBezTo>
                  <a:pt x="544902" y="61485"/>
                  <a:pt x="545008" y="60223"/>
                  <a:pt x="545008" y="58751"/>
                </a:cubicBezTo>
                <a:cubicBezTo>
                  <a:pt x="545008" y="56544"/>
                  <a:pt x="544666" y="54416"/>
                  <a:pt x="543983" y="52367"/>
                </a:cubicBezTo>
                <a:cubicBezTo>
                  <a:pt x="543300" y="50317"/>
                  <a:pt x="542327" y="48504"/>
                  <a:pt x="541065" y="46928"/>
                </a:cubicBezTo>
                <a:cubicBezTo>
                  <a:pt x="539804" y="45351"/>
                  <a:pt x="538281" y="44090"/>
                  <a:pt x="536494" y="43144"/>
                </a:cubicBezTo>
                <a:cubicBezTo>
                  <a:pt x="534708" y="42197"/>
                  <a:pt x="532658" y="41724"/>
                  <a:pt x="530345" y="41724"/>
                </a:cubicBezTo>
                <a:cubicBezTo>
                  <a:pt x="527507" y="41724"/>
                  <a:pt x="525063" y="42224"/>
                  <a:pt x="523013" y="43223"/>
                </a:cubicBezTo>
                <a:cubicBezTo>
                  <a:pt x="520964" y="44222"/>
                  <a:pt x="519229" y="45536"/>
                  <a:pt x="517810" y="47166"/>
                </a:cubicBezTo>
                <a:cubicBezTo>
                  <a:pt x="516392" y="48793"/>
                  <a:pt x="515315" y="50712"/>
                  <a:pt x="514579" y="52920"/>
                </a:cubicBezTo>
                <a:cubicBezTo>
                  <a:pt x="513843" y="55127"/>
                  <a:pt x="513318" y="57438"/>
                  <a:pt x="513004" y="59855"/>
                </a:cubicBezTo>
                <a:cubicBezTo>
                  <a:pt x="512793" y="61117"/>
                  <a:pt x="512714" y="62143"/>
                  <a:pt x="512765" y="62932"/>
                </a:cubicBezTo>
                <a:cubicBezTo>
                  <a:pt x="512818" y="63719"/>
                  <a:pt x="513055" y="64113"/>
                  <a:pt x="513475" y="64113"/>
                </a:cubicBezTo>
                <a:lnTo>
                  <a:pt x="542169" y="64113"/>
                </a:lnTo>
                <a:close/>
                <a:moveTo>
                  <a:pt x="620521" y="38414"/>
                </a:moveTo>
                <a:cubicBezTo>
                  <a:pt x="620207" y="39570"/>
                  <a:pt x="619918" y="40990"/>
                  <a:pt x="619655" y="42672"/>
                </a:cubicBezTo>
                <a:cubicBezTo>
                  <a:pt x="619392" y="44353"/>
                  <a:pt x="619261" y="46139"/>
                  <a:pt x="619261" y="48032"/>
                </a:cubicBezTo>
                <a:cubicBezTo>
                  <a:pt x="619261" y="50028"/>
                  <a:pt x="619313" y="52104"/>
                  <a:pt x="619417" y="54260"/>
                </a:cubicBezTo>
                <a:cubicBezTo>
                  <a:pt x="619523" y="56414"/>
                  <a:pt x="619576" y="58069"/>
                  <a:pt x="619576" y="59225"/>
                </a:cubicBezTo>
                <a:cubicBezTo>
                  <a:pt x="619576" y="59541"/>
                  <a:pt x="619366" y="59804"/>
                  <a:pt x="618946" y="60014"/>
                </a:cubicBezTo>
                <a:cubicBezTo>
                  <a:pt x="618525" y="60224"/>
                  <a:pt x="618052" y="60356"/>
                  <a:pt x="617526" y="60409"/>
                </a:cubicBezTo>
                <a:cubicBezTo>
                  <a:pt x="617002" y="60460"/>
                  <a:pt x="616529" y="60407"/>
                  <a:pt x="616107" y="60250"/>
                </a:cubicBezTo>
                <a:cubicBezTo>
                  <a:pt x="615687" y="60093"/>
                  <a:pt x="615425" y="59856"/>
                  <a:pt x="615320" y="59540"/>
                </a:cubicBezTo>
                <a:cubicBezTo>
                  <a:pt x="614164" y="53970"/>
                  <a:pt x="612272" y="49688"/>
                  <a:pt x="609643" y="46692"/>
                </a:cubicBezTo>
                <a:cubicBezTo>
                  <a:pt x="607016" y="43696"/>
                  <a:pt x="602813" y="42198"/>
                  <a:pt x="597033" y="42198"/>
                </a:cubicBezTo>
                <a:cubicBezTo>
                  <a:pt x="593144" y="42198"/>
                  <a:pt x="589938" y="43171"/>
                  <a:pt x="587416" y="45116"/>
                </a:cubicBezTo>
                <a:cubicBezTo>
                  <a:pt x="584893" y="47060"/>
                  <a:pt x="583632" y="49661"/>
                  <a:pt x="583632" y="52920"/>
                </a:cubicBezTo>
                <a:cubicBezTo>
                  <a:pt x="583632" y="55651"/>
                  <a:pt x="584682" y="57753"/>
                  <a:pt x="586783" y="59225"/>
                </a:cubicBezTo>
                <a:cubicBezTo>
                  <a:pt x="588885" y="60696"/>
                  <a:pt x="591671" y="62062"/>
                  <a:pt x="595140" y="63324"/>
                </a:cubicBezTo>
                <a:cubicBezTo>
                  <a:pt x="596612" y="63850"/>
                  <a:pt x="598373" y="64508"/>
                  <a:pt x="600423" y="65297"/>
                </a:cubicBezTo>
                <a:cubicBezTo>
                  <a:pt x="602472" y="66084"/>
                  <a:pt x="604127" y="66740"/>
                  <a:pt x="605388" y="67264"/>
                </a:cubicBezTo>
                <a:cubicBezTo>
                  <a:pt x="608120" y="68527"/>
                  <a:pt x="610669" y="69841"/>
                  <a:pt x="613033" y="71207"/>
                </a:cubicBezTo>
                <a:cubicBezTo>
                  <a:pt x="615398" y="72574"/>
                  <a:pt x="617448" y="74177"/>
                  <a:pt x="619181" y="76016"/>
                </a:cubicBezTo>
                <a:cubicBezTo>
                  <a:pt x="620917" y="77854"/>
                  <a:pt x="622283" y="79929"/>
                  <a:pt x="623281" y="82242"/>
                </a:cubicBezTo>
                <a:cubicBezTo>
                  <a:pt x="624280" y="84554"/>
                  <a:pt x="624779" y="87235"/>
                  <a:pt x="624779" y="90284"/>
                </a:cubicBezTo>
                <a:cubicBezTo>
                  <a:pt x="624779" y="94277"/>
                  <a:pt x="623938" y="97613"/>
                  <a:pt x="622256" y="100293"/>
                </a:cubicBezTo>
                <a:cubicBezTo>
                  <a:pt x="620575" y="102973"/>
                  <a:pt x="618420" y="105128"/>
                  <a:pt x="615792" y="106757"/>
                </a:cubicBezTo>
                <a:cubicBezTo>
                  <a:pt x="613165" y="108387"/>
                  <a:pt x="610170" y="109568"/>
                  <a:pt x="606807" y="110303"/>
                </a:cubicBezTo>
                <a:cubicBezTo>
                  <a:pt x="603444" y="111039"/>
                  <a:pt x="600133" y="111407"/>
                  <a:pt x="596874" y="111407"/>
                </a:cubicBezTo>
                <a:cubicBezTo>
                  <a:pt x="594142" y="111407"/>
                  <a:pt x="591094" y="111092"/>
                  <a:pt x="587731" y="110462"/>
                </a:cubicBezTo>
                <a:cubicBezTo>
                  <a:pt x="584368" y="109831"/>
                  <a:pt x="581425" y="108938"/>
                  <a:pt x="578902" y="107782"/>
                </a:cubicBezTo>
                <a:cubicBezTo>
                  <a:pt x="578272" y="107572"/>
                  <a:pt x="577615" y="107677"/>
                  <a:pt x="576932" y="108097"/>
                </a:cubicBezTo>
                <a:cubicBezTo>
                  <a:pt x="576249" y="108517"/>
                  <a:pt x="575802" y="109305"/>
                  <a:pt x="575592" y="110462"/>
                </a:cubicBezTo>
                <a:cubicBezTo>
                  <a:pt x="575592" y="110778"/>
                  <a:pt x="575355" y="110988"/>
                  <a:pt x="574882" y="111092"/>
                </a:cubicBezTo>
                <a:cubicBezTo>
                  <a:pt x="574409" y="111198"/>
                  <a:pt x="573910" y="111251"/>
                  <a:pt x="573384" y="111251"/>
                </a:cubicBezTo>
                <a:cubicBezTo>
                  <a:pt x="572964" y="111251"/>
                  <a:pt x="572543" y="111171"/>
                  <a:pt x="572123" y="111013"/>
                </a:cubicBezTo>
                <a:cubicBezTo>
                  <a:pt x="571703" y="110855"/>
                  <a:pt x="571493" y="110620"/>
                  <a:pt x="571493" y="110305"/>
                </a:cubicBezTo>
                <a:cubicBezTo>
                  <a:pt x="571493" y="109463"/>
                  <a:pt x="571598" y="108307"/>
                  <a:pt x="571808" y="106837"/>
                </a:cubicBezTo>
                <a:cubicBezTo>
                  <a:pt x="572018" y="105364"/>
                  <a:pt x="572123" y="103998"/>
                  <a:pt x="572123" y="102737"/>
                </a:cubicBezTo>
                <a:cubicBezTo>
                  <a:pt x="572123" y="101475"/>
                  <a:pt x="572044" y="100082"/>
                  <a:pt x="571885" y="98559"/>
                </a:cubicBezTo>
                <a:cubicBezTo>
                  <a:pt x="571728" y="97035"/>
                  <a:pt x="571571" y="95538"/>
                  <a:pt x="571413" y="94068"/>
                </a:cubicBezTo>
                <a:cubicBezTo>
                  <a:pt x="571256" y="92595"/>
                  <a:pt x="571125" y="91281"/>
                  <a:pt x="571019" y="90125"/>
                </a:cubicBezTo>
                <a:cubicBezTo>
                  <a:pt x="570915" y="88969"/>
                  <a:pt x="570863" y="88127"/>
                  <a:pt x="570863" y="87601"/>
                </a:cubicBezTo>
                <a:cubicBezTo>
                  <a:pt x="570863" y="87181"/>
                  <a:pt x="571073" y="86866"/>
                  <a:pt x="571493" y="86656"/>
                </a:cubicBezTo>
                <a:cubicBezTo>
                  <a:pt x="571913" y="86446"/>
                  <a:pt x="572385" y="86315"/>
                  <a:pt x="572910" y="86264"/>
                </a:cubicBezTo>
                <a:cubicBezTo>
                  <a:pt x="573436" y="86211"/>
                  <a:pt x="573935" y="86263"/>
                  <a:pt x="574408" y="86420"/>
                </a:cubicBezTo>
                <a:cubicBezTo>
                  <a:pt x="574882" y="86577"/>
                  <a:pt x="575171" y="86866"/>
                  <a:pt x="575277" y="87286"/>
                </a:cubicBezTo>
                <a:cubicBezTo>
                  <a:pt x="576011" y="90335"/>
                  <a:pt x="576957" y="93016"/>
                  <a:pt x="578113" y="95328"/>
                </a:cubicBezTo>
                <a:cubicBezTo>
                  <a:pt x="579269" y="97639"/>
                  <a:pt x="580714" y="99584"/>
                  <a:pt x="582448" y="101162"/>
                </a:cubicBezTo>
                <a:cubicBezTo>
                  <a:pt x="584183" y="102738"/>
                  <a:pt x="586286" y="103921"/>
                  <a:pt x="588755" y="104710"/>
                </a:cubicBezTo>
                <a:cubicBezTo>
                  <a:pt x="591225" y="105497"/>
                  <a:pt x="594194" y="105891"/>
                  <a:pt x="597663" y="105891"/>
                </a:cubicBezTo>
                <a:cubicBezTo>
                  <a:pt x="601447" y="105891"/>
                  <a:pt x="604520" y="104840"/>
                  <a:pt x="606884" y="102737"/>
                </a:cubicBezTo>
                <a:cubicBezTo>
                  <a:pt x="609250" y="100635"/>
                  <a:pt x="610432" y="97692"/>
                  <a:pt x="610432" y="93909"/>
                </a:cubicBezTo>
                <a:cubicBezTo>
                  <a:pt x="610432" y="90546"/>
                  <a:pt x="609250" y="87892"/>
                  <a:pt x="606884" y="85949"/>
                </a:cubicBezTo>
                <a:cubicBezTo>
                  <a:pt x="604520" y="84003"/>
                  <a:pt x="601762" y="82295"/>
                  <a:pt x="598609" y="80822"/>
                </a:cubicBezTo>
                <a:cubicBezTo>
                  <a:pt x="597137" y="80192"/>
                  <a:pt x="595639" y="79562"/>
                  <a:pt x="594115" y="78932"/>
                </a:cubicBezTo>
                <a:cubicBezTo>
                  <a:pt x="592592" y="78301"/>
                  <a:pt x="591042" y="77671"/>
                  <a:pt x="589465" y="77041"/>
                </a:cubicBezTo>
                <a:cubicBezTo>
                  <a:pt x="587153" y="76095"/>
                  <a:pt x="584866" y="75123"/>
                  <a:pt x="582607" y="74125"/>
                </a:cubicBezTo>
                <a:cubicBezTo>
                  <a:pt x="580347" y="73126"/>
                  <a:pt x="578350" y="71890"/>
                  <a:pt x="576614" y="70418"/>
                </a:cubicBezTo>
                <a:cubicBezTo>
                  <a:pt x="574881" y="68946"/>
                  <a:pt x="573489" y="67106"/>
                  <a:pt x="572438" y="64900"/>
                </a:cubicBezTo>
                <a:cubicBezTo>
                  <a:pt x="571388" y="62693"/>
                  <a:pt x="570863" y="59960"/>
                  <a:pt x="570863" y="56701"/>
                </a:cubicBezTo>
                <a:cubicBezTo>
                  <a:pt x="570863" y="52918"/>
                  <a:pt x="571677" y="49713"/>
                  <a:pt x="573304" y="47086"/>
                </a:cubicBezTo>
                <a:cubicBezTo>
                  <a:pt x="574934" y="44458"/>
                  <a:pt x="577035" y="42330"/>
                  <a:pt x="579609" y="40702"/>
                </a:cubicBezTo>
                <a:cubicBezTo>
                  <a:pt x="582185" y="39072"/>
                  <a:pt x="585049" y="37890"/>
                  <a:pt x="588202" y="37154"/>
                </a:cubicBezTo>
                <a:cubicBezTo>
                  <a:pt x="591357" y="36418"/>
                  <a:pt x="594457" y="36049"/>
                  <a:pt x="597505" y="36049"/>
                </a:cubicBezTo>
                <a:cubicBezTo>
                  <a:pt x="600447" y="36049"/>
                  <a:pt x="603049" y="36391"/>
                  <a:pt x="605308" y="37074"/>
                </a:cubicBezTo>
                <a:cubicBezTo>
                  <a:pt x="607568" y="37757"/>
                  <a:pt x="610064" y="38992"/>
                  <a:pt x="612797" y="40779"/>
                </a:cubicBezTo>
                <a:cubicBezTo>
                  <a:pt x="613217" y="40989"/>
                  <a:pt x="613769" y="40963"/>
                  <a:pt x="614452" y="40702"/>
                </a:cubicBezTo>
                <a:cubicBezTo>
                  <a:pt x="615135" y="40439"/>
                  <a:pt x="615687" y="39571"/>
                  <a:pt x="616107" y="38099"/>
                </a:cubicBezTo>
                <a:cubicBezTo>
                  <a:pt x="616213" y="37679"/>
                  <a:pt x="616528" y="37417"/>
                  <a:pt x="617052" y="37312"/>
                </a:cubicBezTo>
                <a:cubicBezTo>
                  <a:pt x="617578" y="37207"/>
                  <a:pt x="618105" y="37180"/>
                  <a:pt x="618631" y="37233"/>
                </a:cubicBezTo>
                <a:cubicBezTo>
                  <a:pt x="619157" y="37284"/>
                  <a:pt x="619630" y="37416"/>
                  <a:pt x="620050" y="37628"/>
                </a:cubicBezTo>
                <a:cubicBezTo>
                  <a:pt x="620470" y="37838"/>
                  <a:pt x="620627" y="38100"/>
                  <a:pt x="620521" y="38414"/>
                </a:cubicBezTo>
                <a:close/>
                <a:moveTo>
                  <a:pt x="682637" y="38414"/>
                </a:moveTo>
                <a:cubicBezTo>
                  <a:pt x="682322" y="39570"/>
                  <a:pt x="682034" y="40990"/>
                  <a:pt x="681771" y="42672"/>
                </a:cubicBezTo>
                <a:cubicBezTo>
                  <a:pt x="681508" y="44353"/>
                  <a:pt x="681376" y="46139"/>
                  <a:pt x="681376" y="48032"/>
                </a:cubicBezTo>
                <a:cubicBezTo>
                  <a:pt x="681376" y="50028"/>
                  <a:pt x="681428" y="52104"/>
                  <a:pt x="681533" y="54260"/>
                </a:cubicBezTo>
                <a:cubicBezTo>
                  <a:pt x="681638" y="56414"/>
                  <a:pt x="681691" y="58069"/>
                  <a:pt x="681691" y="59225"/>
                </a:cubicBezTo>
                <a:cubicBezTo>
                  <a:pt x="681691" y="59541"/>
                  <a:pt x="681481" y="59804"/>
                  <a:pt x="681061" y="60014"/>
                </a:cubicBezTo>
                <a:cubicBezTo>
                  <a:pt x="680641" y="60224"/>
                  <a:pt x="680168" y="60356"/>
                  <a:pt x="679642" y="60409"/>
                </a:cubicBezTo>
                <a:cubicBezTo>
                  <a:pt x="679117" y="60460"/>
                  <a:pt x="678644" y="60407"/>
                  <a:pt x="678222" y="60250"/>
                </a:cubicBezTo>
                <a:cubicBezTo>
                  <a:pt x="677802" y="60093"/>
                  <a:pt x="677540" y="59856"/>
                  <a:pt x="677436" y="59540"/>
                </a:cubicBezTo>
                <a:cubicBezTo>
                  <a:pt x="676280" y="53970"/>
                  <a:pt x="674387" y="49688"/>
                  <a:pt x="671759" y="46692"/>
                </a:cubicBezTo>
                <a:cubicBezTo>
                  <a:pt x="669132" y="43696"/>
                  <a:pt x="664928" y="42198"/>
                  <a:pt x="659149" y="42198"/>
                </a:cubicBezTo>
                <a:cubicBezTo>
                  <a:pt x="655259" y="42198"/>
                  <a:pt x="652054" y="43171"/>
                  <a:pt x="649531" y="45116"/>
                </a:cubicBezTo>
                <a:cubicBezTo>
                  <a:pt x="647008" y="47060"/>
                  <a:pt x="645747" y="49661"/>
                  <a:pt x="645747" y="52920"/>
                </a:cubicBezTo>
                <a:cubicBezTo>
                  <a:pt x="645747" y="55651"/>
                  <a:pt x="646797" y="57753"/>
                  <a:pt x="648898" y="59225"/>
                </a:cubicBezTo>
                <a:cubicBezTo>
                  <a:pt x="651001" y="60696"/>
                  <a:pt x="653786" y="62062"/>
                  <a:pt x="657255" y="63324"/>
                </a:cubicBezTo>
                <a:cubicBezTo>
                  <a:pt x="658728" y="63850"/>
                  <a:pt x="660488" y="64508"/>
                  <a:pt x="662538" y="65297"/>
                </a:cubicBezTo>
                <a:cubicBezTo>
                  <a:pt x="664588" y="66084"/>
                  <a:pt x="666243" y="66740"/>
                  <a:pt x="667503" y="67264"/>
                </a:cubicBezTo>
                <a:cubicBezTo>
                  <a:pt x="670236" y="68527"/>
                  <a:pt x="672784" y="69841"/>
                  <a:pt x="675148" y="71207"/>
                </a:cubicBezTo>
                <a:cubicBezTo>
                  <a:pt x="677514" y="72574"/>
                  <a:pt x="679563" y="74177"/>
                  <a:pt x="681297" y="76016"/>
                </a:cubicBezTo>
                <a:cubicBezTo>
                  <a:pt x="683032" y="77854"/>
                  <a:pt x="684398" y="79929"/>
                  <a:pt x="685396" y="82242"/>
                </a:cubicBezTo>
                <a:cubicBezTo>
                  <a:pt x="686395" y="84554"/>
                  <a:pt x="686895" y="87235"/>
                  <a:pt x="686895" y="90284"/>
                </a:cubicBezTo>
                <a:cubicBezTo>
                  <a:pt x="686895" y="94277"/>
                  <a:pt x="686054" y="97613"/>
                  <a:pt x="684371" y="100293"/>
                </a:cubicBezTo>
                <a:cubicBezTo>
                  <a:pt x="682690" y="102973"/>
                  <a:pt x="680536" y="105128"/>
                  <a:pt x="677907" y="106757"/>
                </a:cubicBezTo>
                <a:cubicBezTo>
                  <a:pt x="675280" y="108387"/>
                  <a:pt x="672285" y="109568"/>
                  <a:pt x="668922" y="110303"/>
                </a:cubicBezTo>
                <a:cubicBezTo>
                  <a:pt x="665559" y="111039"/>
                  <a:pt x="662249" y="111407"/>
                  <a:pt x="658990" y="111407"/>
                </a:cubicBezTo>
                <a:cubicBezTo>
                  <a:pt x="656257" y="111407"/>
                  <a:pt x="653209" y="111092"/>
                  <a:pt x="649846" y="110462"/>
                </a:cubicBezTo>
                <a:cubicBezTo>
                  <a:pt x="646483" y="109831"/>
                  <a:pt x="643540" y="108938"/>
                  <a:pt x="641018" y="107782"/>
                </a:cubicBezTo>
                <a:cubicBezTo>
                  <a:pt x="640387" y="107572"/>
                  <a:pt x="639731" y="107677"/>
                  <a:pt x="639047" y="108097"/>
                </a:cubicBezTo>
                <a:cubicBezTo>
                  <a:pt x="638364" y="108517"/>
                  <a:pt x="637918" y="109305"/>
                  <a:pt x="637707" y="110462"/>
                </a:cubicBezTo>
                <a:cubicBezTo>
                  <a:pt x="637707" y="110778"/>
                  <a:pt x="637471" y="110988"/>
                  <a:pt x="636998" y="111092"/>
                </a:cubicBezTo>
                <a:cubicBezTo>
                  <a:pt x="636525" y="111198"/>
                  <a:pt x="636025" y="111251"/>
                  <a:pt x="635499" y="111251"/>
                </a:cubicBezTo>
                <a:cubicBezTo>
                  <a:pt x="635079" y="111251"/>
                  <a:pt x="634659" y="111171"/>
                  <a:pt x="634239" y="111013"/>
                </a:cubicBezTo>
                <a:cubicBezTo>
                  <a:pt x="633818" y="110855"/>
                  <a:pt x="633608" y="110620"/>
                  <a:pt x="633608" y="110305"/>
                </a:cubicBezTo>
                <a:cubicBezTo>
                  <a:pt x="633608" y="109463"/>
                  <a:pt x="633713" y="108307"/>
                  <a:pt x="633923" y="106837"/>
                </a:cubicBezTo>
                <a:cubicBezTo>
                  <a:pt x="634134" y="105364"/>
                  <a:pt x="634239" y="103998"/>
                  <a:pt x="634239" y="102737"/>
                </a:cubicBezTo>
                <a:cubicBezTo>
                  <a:pt x="634239" y="101475"/>
                  <a:pt x="634159" y="100082"/>
                  <a:pt x="634000" y="98559"/>
                </a:cubicBezTo>
                <a:cubicBezTo>
                  <a:pt x="633843" y="97035"/>
                  <a:pt x="633686" y="95538"/>
                  <a:pt x="633529" y="94068"/>
                </a:cubicBezTo>
                <a:cubicBezTo>
                  <a:pt x="633372" y="92595"/>
                  <a:pt x="633240" y="91281"/>
                  <a:pt x="633134" y="90125"/>
                </a:cubicBezTo>
                <a:cubicBezTo>
                  <a:pt x="633030" y="88969"/>
                  <a:pt x="632978" y="88127"/>
                  <a:pt x="632978" y="87601"/>
                </a:cubicBezTo>
                <a:cubicBezTo>
                  <a:pt x="632978" y="87181"/>
                  <a:pt x="633188" y="86866"/>
                  <a:pt x="633608" y="86656"/>
                </a:cubicBezTo>
                <a:cubicBezTo>
                  <a:pt x="634028" y="86446"/>
                  <a:pt x="634501" y="86315"/>
                  <a:pt x="635025" y="86264"/>
                </a:cubicBezTo>
                <a:cubicBezTo>
                  <a:pt x="635551" y="86211"/>
                  <a:pt x="636051" y="86263"/>
                  <a:pt x="636524" y="86420"/>
                </a:cubicBezTo>
                <a:cubicBezTo>
                  <a:pt x="636997" y="86577"/>
                  <a:pt x="637286" y="86866"/>
                  <a:pt x="637392" y="87286"/>
                </a:cubicBezTo>
                <a:cubicBezTo>
                  <a:pt x="638127" y="90335"/>
                  <a:pt x="639072" y="93016"/>
                  <a:pt x="640229" y="95328"/>
                </a:cubicBezTo>
                <a:cubicBezTo>
                  <a:pt x="641385" y="97639"/>
                  <a:pt x="642830" y="99584"/>
                  <a:pt x="644563" y="101162"/>
                </a:cubicBezTo>
                <a:cubicBezTo>
                  <a:pt x="646299" y="102738"/>
                  <a:pt x="648401" y="103921"/>
                  <a:pt x="650871" y="104710"/>
                </a:cubicBezTo>
                <a:cubicBezTo>
                  <a:pt x="653341" y="105497"/>
                  <a:pt x="656310" y="105891"/>
                  <a:pt x="659779" y="105891"/>
                </a:cubicBezTo>
                <a:cubicBezTo>
                  <a:pt x="663562" y="105891"/>
                  <a:pt x="666636" y="104840"/>
                  <a:pt x="668999" y="102737"/>
                </a:cubicBezTo>
                <a:cubicBezTo>
                  <a:pt x="671365" y="100635"/>
                  <a:pt x="672548" y="97692"/>
                  <a:pt x="672548" y="93909"/>
                </a:cubicBezTo>
                <a:cubicBezTo>
                  <a:pt x="672548" y="90546"/>
                  <a:pt x="671365" y="87892"/>
                  <a:pt x="668999" y="85949"/>
                </a:cubicBezTo>
                <a:cubicBezTo>
                  <a:pt x="666636" y="84003"/>
                  <a:pt x="663877" y="82295"/>
                  <a:pt x="660724" y="80822"/>
                </a:cubicBezTo>
                <a:cubicBezTo>
                  <a:pt x="659252" y="80192"/>
                  <a:pt x="657754" y="79562"/>
                  <a:pt x="656231" y="78932"/>
                </a:cubicBezTo>
                <a:cubicBezTo>
                  <a:pt x="654707" y="78301"/>
                  <a:pt x="653157" y="77671"/>
                  <a:pt x="651581" y="77041"/>
                </a:cubicBezTo>
                <a:cubicBezTo>
                  <a:pt x="649268" y="76095"/>
                  <a:pt x="646982" y="75123"/>
                  <a:pt x="644722" y="74125"/>
                </a:cubicBezTo>
                <a:cubicBezTo>
                  <a:pt x="642463" y="73126"/>
                  <a:pt x="640465" y="71890"/>
                  <a:pt x="638730" y="70418"/>
                </a:cubicBezTo>
                <a:cubicBezTo>
                  <a:pt x="636996" y="68946"/>
                  <a:pt x="635604" y="67106"/>
                  <a:pt x="634554" y="64900"/>
                </a:cubicBezTo>
                <a:cubicBezTo>
                  <a:pt x="633503" y="62693"/>
                  <a:pt x="632978" y="59960"/>
                  <a:pt x="632978" y="56701"/>
                </a:cubicBezTo>
                <a:cubicBezTo>
                  <a:pt x="632978" y="52918"/>
                  <a:pt x="633792" y="49713"/>
                  <a:pt x="635420" y="47086"/>
                </a:cubicBezTo>
                <a:cubicBezTo>
                  <a:pt x="637049" y="44458"/>
                  <a:pt x="639151" y="42330"/>
                  <a:pt x="641725" y="40702"/>
                </a:cubicBezTo>
                <a:cubicBezTo>
                  <a:pt x="644300" y="39072"/>
                  <a:pt x="647165" y="37890"/>
                  <a:pt x="650318" y="37154"/>
                </a:cubicBezTo>
                <a:cubicBezTo>
                  <a:pt x="653472" y="36418"/>
                  <a:pt x="656573" y="36049"/>
                  <a:pt x="659620" y="36049"/>
                </a:cubicBezTo>
                <a:cubicBezTo>
                  <a:pt x="662563" y="36049"/>
                  <a:pt x="665164" y="36391"/>
                  <a:pt x="667424" y="37074"/>
                </a:cubicBezTo>
                <a:cubicBezTo>
                  <a:pt x="669683" y="37757"/>
                  <a:pt x="672180" y="38992"/>
                  <a:pt x="674912" y="40779"/>
                </a:cubicBezTo>
                <a:cubicBezTo>
                  <a:pt x="675333" y="40989"/>
                  <a:pt x="675884" y="40963"/>
                  <a:pt x="676567" y="40702"/>
                </a:cubicBezTo>
                <a:cubicBezTo>
                  <a:pt x="677251" y="40439"/>
                  <a:pt x="677802" y="39571"/>
                  <a:pt x="678222" y="38099"/>
                </a:cubicBezTo>
                <a:cubicBezTo>
                  <a:pt x="678328" y="37679"/>
                  <a:pt x="678643" y="37417"/>
                  <a:pt x="679168" y="37312"/>
                </a:cubicBezTo>
                <a:cubicBezTo>
                  <a:pt x="679694" y="37207"/>
                  <a:pt x="680220" y="37180"/>
                  <a:pt x="680746" y="37233"/>
                </a:cubicBezTo>
                <a:cubicBezTo>
                  <a:pt x="681272" y="37284"/>
                  <a:pt x="681745" y="37416"/>
                  <a:pt x="682165" y="37628"/>
                </a:cubicBezTo>
                <a:cubicBezTo>
                  <a:pt x="682585" y="37838"/>
                  <a:pt x="682743" y="38100"/>
                  <a:pt x="682637" y="38414"/>
                </a:cubicBezTo>
                <a:close/>
                <a:moveTo>
                  <a:pt x="754685" y="71207"/>
                </a:moveTo>
                <a:cubicBezTo>
                  <a:pt x="754685" y="75201"/>
                  <a:pt x="755158" y="79010"/>
                  <a:pt x="756104" y="82636"/>
                </a:cubicBezTo>
                <a:cubicBezTo>
                  <a:pt x="757051" y="86262"/>
                  <a:pt x="758496" y="89468"/>
                  <a:pt x="760439" y="92254"/>
                </a:cubicBezTo>
                <a:cubicBezTo>
                  <a:pt x="762385" y="95038"/>
                  <a:pt x="764881" y="97245"/>
                  <a:pt x="767928" y="98874"/>
                </a:cubicBezTo>
                <a:cubicBezTo>
                  <a:pt x="770977" y="100503"/>
                  <a:pt x="774656" y="101318"/>
                  <a:pt x="778965" y="101318"/>
                </a:cubicBezTo>
                <a:cubicBezTo>
                  <a:pt x="782642" y="101318"/>
                  <a:pt x="786241" y="101029"/>
                  <a:pt x="789761" y="100452"/>
                </a:cubicBezTo>
                <a:cubicBezTo>
                  <a:pt x="793283" y="99873"/>
                  <a:pt x="796253" y="98532"/>
                  <a:pt x="798671" y="96430"/>
                </a:cubicBezTo>
                <a:cubicBezTo>
                  <a:pt x="799092" y="96010"/>
                  <a:pt x="799564" y="95879"/>
                  <a:pt x="800088" y="96038"/>
                </a:cubicBezTo>
                <a:cubicBezTo>
                  <a:pt x="800614" y="96195"/>
                  <a:pt x="801088" y="96458"/>
                  <a:pt x="801508" y="96827"/>
                </a:cubicBezTo>
                <a:cubicBezTo>
                  <a:pt x="801928" y="97194"/>
                  <a:pt x="802217" y="97641"/>
                  <a:pt x="802374" y="98167"/>
                </a:cubicBezTo>
                <a:cubicBezTo>
                  <a:pt x="802532" y="98691"/>
                  <a:pt x="802454" y="99163"/>
                  <a:pt x="802138" y="99584"/>
                </a:cubicBezTo>
                <a:cubicBezTo>
                  <a:pt x="798671" y="104209"/>
                  <a:pt x="794624" y="107336"/>
                  <a:pt x="789999" y="108965"/>
                </a:cubicBezTo>
                <a:cubicBezTo>
                  <a:pt x="785376" y="110593"/>
                  <a:pt x="779910" y="111407"/>
                  <a:pt x="773603" y="111407"/>
                </a:cubicBezTo>
                <a:cubicBezTo>
                  <a:pt x="769399" y="111407"/>
                  <a:pt x="765195" y="110777"/>
                  <a:pt x="760990" y="109516"/>
                </a:cubicBezTo>
                <a:cubicBezTo>
                  <a:pt x="756787" y="108254"/>
                  <a:pt x="752977" y="106152"/>
                  <a:pt x="749561" y="103209"/>
                </a:cubicBezTo>
                <a:cubicBezTo>
                  <a:pt x="746145" y="100266"/>
                  <a:pt x="743386" y="96351"/>
                  <a:pt x="741284" y="91465"/>
                </a:cubicBezTo>
                <a:cubicBezTo>
                  <a:pt x="739183" y="86578"/>
                  <a:pt x="738132" y="80509"/>
                  <a:pt x="738132" y="73257"/>
                </a:cubicBezTo>
                <a:cubicBezTo>
                  <a:pt x="738132" y="68106"/>
                  <a:pt x="738999" y="63245"/>
                  <a:pt x="740733" y="58674"/>
                </a:cubicBezTo>
                <a:cubicBezTo>
                  <a:pt x="742466" y="54102"/>
                  <a:pt x="744988" y="50161"/>
                  <a:pt x="748298" y="46851"/>
                </a:cubicBezTo>
                <a:cubicBezTo>
                  <a:pt x="751610" y="43539"/>
                  <a:pt x="755684" y="40911"/>
                  <a:pt x="760519" y="38967"/>
                </a:cubicBezTo>
                <a:cubicBezTo>
                  <a:pt x="765354" y="37022"/>
                  <a:pt x="770925" y="36049"/>
                  <a:pt x="777230" y="36049"/>
                </a:cubicBezTo>
                <a:cubicBezTo>
                  <a:pt x="780278" y="36049"/>
                  <a:pt x="783246" y="36418"/>
                  <a:pt x="786136" y="37154"/>
                </a:cubicBezTo>
                <a:cubicBezTo>
                  <a:pt x="789027" y="37890"/>
                  <a:pt x="791603" y="38967"/>
                  <a:pt x="793863" y="40387"/>
                </a:cubicBezTo>
                <a:cubicBezTo>
                  <a:pt x="796122" y="41804"/>
                  <a:pt x="797935" y="43565"/>
                  <a:pt x="799302" y="45667"/>
                </a:cubicBezTo>
                <a:cubicBezTo>
                  <a:pt x="800668" y="47770"/>
                  <a:pt x="801351" y="50134"/>
                  <a:pt x="801351" y="52761"/>
                </a:cubicBezTo>
                <a:cubicBezTo>
                  <a:pt x="801351" y="54654"/>
                  <a:pt x="800720" y="56441"/>
                  <a:pt x="799458" y="58123"/>
                </a:cubicBezTo>
                <a:cubicBezTo>
                  <a:pt x="798198" y="59804"/>
                  <a:pt x="796201" y="60644"/>
                  <a:pt x="793468" y="60644"/>
                </a:cubicBezTo>
                <a:cubicBezTo>
                  <a:pt x="791261" y="60644"/>
                  <a:pt x="789448" y="60066"/>
                  <a:pt x="788029" y="58910"/>
                </a:cubicBezTo>
                <a:cubicBezTo>
                  <a:pt x="786610" y="57754"/>
                  <a:pt x="785900" y="56072"/>
                  <a:pt x="785900" y="53865"/>
                </a:cubicBezTo>
                <a:cubicBezTo>
                  <a:pt x="785900" y="52393"/>
                  <a:pt x="786294" y="51185"/>
                  <a:pt x="787081" y="50240"/>
                </a:cubicBezTo>
                <a:cubicBezTo>
                  <a:pt x="787870" y="49294"/>
                  <a:pt x="788265" y="48400"/>
                  <a:pt x="788265" y="47558"/>
                </a:cubicBezTo>
                <a:cubicBezTo>
                  <a:pt x="788265" y="45667"/>
                  <a:pt x="787004" y="44222"/>
                  <a:pt x="784481" y="43223"/>
                </a:cubicBezTo>
                <a:cubicBezTo>
                  <a:pt x="781958" y="42224"/>
                  <a:pt x="779173" y="41724"/>
                  <a:pt x="776126" y="41724"/>
                </a:cubicBezTo>
                <a:cubicBezTo>
                  <a:pt x="772133" y="41724"/>
                  <a:pt x="768796" y="42565"/>
                  <a:pt x="766114" y="44248"/>
                </a:cubicBezTo>
                <a:cubicBezTo>
                  <a:pt x="763434" y="45930"/>
                  <a:pt x="761228" y="48164"/>
                  <a:pt x="759494" y="50950"/>
                </a:cubicBezTo>
                <a:cubicBezTo>
                  <a:pt x="757760" y="53734"/>
                  <a:pt x="756525" y="56887"/>
                  <a:pt x="755789" y="60409"/>
                </a:cubicBezTo>
                <a:cubicBezTo>
                  <a:pt x="755053" y="63929"/>
                  <a:pt x="754685" y="67528"/>
                  <a:pt x="754685" y="71207"/>
                </a:cubicBezTo>
                <a:close/>
                <a:moveTo>
                  <a:pt x="853533" y="77197"/>
                </a:moveTo>
                <a:cubicBezTo>
                  <a:pt x="853533" y="76041"/>
                  <a:pt x="853480" y="75331"/>
                  <a:pt x="853374" y="75068"/>
                </a:cubicBezTo>
                <a:cubicBezTo>
                  <a:pt x="853270" y="74805"/>
                  <a:pt x="853008" y="74674"/>
                  <a:pt x="852588" y="74674"/>
                </a:cubicBezTo>
                <a:cubicBezTo>
                  <a:pt x="843969" y="75410"/>
                  <a:pt x="837584" y="77224"/>
                  <a:pt x="833432" y="80115"/>
                </a:cubicBezTo>
                <a:cubicBezTo>
                  <a:pt x="829281" y="83005"/>
                  <a:pt x="827206" y="86710"/>
                  <a:pt x="827206" y="91229"/>
                </a:cubicBezTo>
                <a:cubicBezTo>
                  <a:pt x="827206" y="94382"/>
                  <a:pt x="827994" y="97036"/>
                  <a:pt x="829571" y="99192"/>
                </a:cubicBezTo>
                <a:cubicBezTo>
                  <a:pt x="831147" y="101345"/>
                  <a:pt x="833775" y="102422"/>
                  <a:pt x="837454" y="102422"/>
                </a:cubicBezTo>
                <a:cubicBezTo>
                  <a:pt x="839871" y="102422"/>
                  <a:pt x="842419" y="101949"/>
                  <a:pt x="845099" y="101003"/>
                </a:cubicBezTo>
                <a:cubicBezTo>
                  <a:pt x="847779" y="100057"/>
                  <a:pt x="850170" y="98690"/>
                  <a:pt x="852272" y="96904"/>
                </a:cubicBezTo>
                <a:cubicBezTo>
                  <a:pt x="853113" y="96063"/>
                  <a:pt x="853533" y="95222"/>
                  <a:pt x="853533" y="94380"/>
                </a:cubicBezTo>
                <a:lnTo>
                  <a:pt x="853533" y="77197"/>
                </a:lnTo>
                <a:moveTo>
                  <a:pt x="868354" y="92805"/>
                </a:moveTo>
                <a:cubicBezTo>
                  <a:pt x="868354" y="96484"/>
                  <a:pt x="868695" y="99059"/>
                  <a:pt x="869379" y="100531"/>
                </a:cubicBezTo>
                <a:cubicBezTo>
                  <a:pt x="870062" y="102002"/>
                  <a:pt x="871402" y="102737"/>
                  <a:pt x="873398" y="102737"/>
                </a:cubicBezTo>
                <a:cubicBezTo>
                  <a:pt x="874555" y="102737"/>
                  <a:pt x="875500" y="102606"/>
                  <a:pt x="876235" y="102343"/>
                </a:cubicBezTo>
                <a:cubicBezTo>
                  <a:pt x="876971" y="102080"/>
                  <a:pt x="878022" y="101528"/>
                  <a:pt x="879388" y="100688"/>
                </a:cubicBezTo>
                <a:cubicBezTo>
                  <a:pt x="879704" y="100478"/>
                  <a:pt x="880046" y="100478"/>
                  <a:pt x="880413" y="100688"/>
                </a:cubicBezTo>
                <a:cubicBezTo>
                  <a:pt x="880782" y="100898"/>
                  <a:pt x="881097" y="101187"/>
                  <a:pt x="881358" y="101556"/>
                </a:cubicBezTo>
                <a:cubicBezTo>
                  <a:pt x="881621" y="101923"/>
                  <a:pt x="881805" y="102344"/>
                  <a:pt x="881909" y="102817"/>
                </a:cubicBezTo>
                <a:cubicBezTo>
                  <a:pt x="882015" y="103290"/>
                  <a:pt x="881911" y="103684"/>
                  <a:pt x="881597" y="103998"/>
                </a:cubicBezTo>
                <a:cubicBezTo>
                  <a:pt x="877497" y="108937"/>
                  <a:pt x="872662" y="111407"/>
                  <a:pt x="867091" y="111407"/>
                </a:cubicBezTo>
                <a:cubicBezTo>
                  <a:pt x="864044" y="111407"/>
                  <a:pt x="861443" y="110593"/>
                  <a:pt x="859287" y="108965"/>
                </a:cubicBezTo>
                <a:cubicBezTo>
                  <a:pt x="857133" y="107336"/>
                  <a:pt x="855531" y="105417"/>
                  <a:pt x="854481" y="103209"/>
                </a:cubicBezTo>
                <a:cubicBezTo>
                  <a:pt x="854269" y="102684"/>
                  <a:pt x="853953" y="102632"/>
                  <a:pt x="853533" y="103053"/>
                </a:cubicBezTo>
                <a:cubicBezTo>
                  <a:pt x="850800" y="105469"/>
                  <a:pt x="847621" y="107466"/>
                  <a:pt x="843995" y="109042"/>
                </a:cubicBezTo>
                <a:cubicBezTo>
                  <a:pt x="840369" y="110619"/>
                  <a:pt x="835824" y="111407"/>
                  <a:pt x="830360" y="111407"/>
                </a:cubicBezTo>
                <a:cubicBezTo>
                  <a:pt x="824368" y="111407"/>
                  <a:pt x="819743" y="109805"/>
                  <a:pt x="816484" y="106601"/>
                </a:cubicBezTo>
                <a:cubicBezTo>
                  <a:pt x="813227" y="103395"/>
                  <a:pt x="811599" y="98849"/>
                  <a:pt x="811599" y="92963"/>
                </a:cubicBezTo>
                <a:cubicBezTo>
                  <a:pt x="811599" y="85395"/>
                  <a:pt x="815120" y="79588"/>
                  <a:pt x="822162" y="75542"/>
                </a:cubicBezTo>
                <a:cubicBezTo>
                  <a:pt x="829204" y="71496"/>
                  <a:pt x="839451" y="69473"/>
                  <a:pt x="852903" y="69473"/>
                </a:cubicBezTo>
                <a:cubicBezTo>
                  <a:pt x="853113" y="69473"/>
                  <a:pt x="853270" y="69210"/>
                  <a:pt x="853374" y="68684"/>
                </a:cubicBezTo>
                <a:cubicBezTo>
                  <a:pt x="853480" y="68158"/>
                  <a:pt x="853533" y="66949"/>
                  <a:pt x="853533" y="65059"/>
                </a:cubicBezTo>
                <a:lnTo>
                  <a:pt x="853533" y="60801"/>
                </a:lnTo>
                <a:cubicBezTo>
                  <a:pt x="853533" y="58174"/>
                  <a:pt x="853323" y="55704"/>
                  <a:pt x="852903" y="53391"/>
                </a:cubicBezTo>
                <a:cubicBezTo>
                  <a:pt x="852483" y="51079"/>
                  <a:pt x="851773" y="49056"/>
                  <a:pt x="850774" y="47322"/>
                </a:cubicBezTo>
                <a:cubicBezTo>
                  <a:pt x="849776" y="45588"/>
                  <a:pt x="848384" y="44222"/>
                  <a:pt x="846598" y="43223"/>
                </a:cubicBezTo>
                <a:cubicBezTo>
                  <a:pt x="844811" y="42224"/>
                  <a:pt x="842604" y="41724"/>
                  <a:pt x="839975" y="41724"/>
                </a:cubicBezTo>
                <a:cubicBezTo>
                  <a:pt x="836086" y="41724"/>
                  <a:pt x="832933" y="42487"/>
                  <a:pt x="830516" y="44012"/>
                </a:cubicBezTo>
                <a:cubicBezTo>
                  <a:pt x="828099" y="45536"/>
                  <a:pt x="826891" y="47506"/>
                  <a:pt x="826891" y="49923"/>
                </a:cubicBezTo>
                <a:cubicBezTo>
                  <a:pt x="826891" y="51079"/>
                  <a:pt x="827258" y="52209"/>
                  <a:pt x="827993" y="53312"/>
                </a:cubicBezTo>
                <a:cubicBezTo>
                  <a:pt x="828729" y="54415"/>
                  <a:pt x="829097" y="55545"/>
                  <a:pt x="829097" y="56701"/>
                </a:cubicBezTo>
                <a:cubicBezTo>
                  <a:pt x="829097" y="58174"/>
                  <a:pt x="828361" y="59593"/>
                  <a:pt x="826889" y="60959"/>
                </a:cubicBezTo>
                <a:cubicBezTo>
                  <a:pt x="825418" y="62326"/>
                  <a:pt x="823632" y="63009"/>
                  <a:pt x="821531" y="63009"/>
                </a:cubicBezTo>
                <a:cubicBezTo>
                  <a:pt x="818693" y="63009"/>
                  <a:pt x="816669" y="62247"/>
                  <a:pt x="815460" y="60724"/>
                </a:cubicBezTo>
                <a:cubicBezTo>
                  <a:pt x="814252" y="59198"/>
                  <a:pt x="813648" y="57333"/>
                  <a:pt x="813648" y="55126"/>
                </a:cubicBezTo>
                <a:cubicBezTo>
                  <a:pt x="813648" y="52499"/>
                  <a:pt x="814383" y="50003"/>
                  <a:pt x="815854" y="47637"/>
                </a:cubicBezTo>
                <a:cubicBezTo>
                  <a:pt x="817326" y="45272"/>
                  <a:pt x="819323" y="43249"/>
                  <a:pt x="821844" y="41568"/>
                </a:cubicBezTo>
                <a:cubicBezTo>
                  <a:pt x="824367" y="39886"/>
                  <a:pt x="827310" y="38546"/>
                  <a:pt x="830673" y="37548"/>
                </a:cubicBezTo>
                <a:cubicBezTo>
                  <a:pt x="834037" y="36549"/>
                  <a:pt x="837559" y="36049"/>
                  <a:pt x="841238" y="36049"/>
                </a:cubicBezTo>
                <a:cubicBezTo>
                  <a:pt x="849645" y="36049"/>
                  <a:pt x="856266" y="37994"/>
                  <a:pt x="861101" y="41883"/>
                </a:cubicBezTo>
                <a:cubicBezTo>
                  <a:pt x="865936" y="45772"/>
                  <a:pt x="868354" y="52236"/>
                  <a:pt x="868354" y="61275"/>
                </a:cubicBezTo>
                <a:lnTo>
                  <a:pt x="868354" y="92805"/>
                </a:lnTo>
                <a:close/>
                <a:moveTo>
                  <a:pt x="912811" y="90755"/>
                </a:moveTo>
                <a:cubicBezTo>
                  <a:pt x="912811" y="93384"/>
                  <a:pt x="912890" y="95591"/>
                  <a:pt x="913047" y="97378"/>
                </a:cubicBezTo>
                <a:cubicBezTo>
                  <a:pt x="913206" y="99164"/>
                  <a:pt x="913758" y="100636"/>
                  <a:pt x="914702" y="101792"/>
                </a:cubicBezTo>
                <a:cubicBezTo>
                  <a:pt x="915648" y="102948"/>
                  <a:pt x="917120" y="103842"/>
                  <a:pt x="919116" y="104472"/>
                </a:cubicBezTo>
                <a:cubicBezTo>
                  <a:pt x="921115" y="105102"/>
                  <a:pt x="924005" y="105575"/>
                  <a:pt x="927789" y="105891"/>
                </a:cubicBezTo>
                <a:cubicBezTo>
                  <a:pt x="928419" y="105995"/>
                  <a:pt x="928891" y="106284"/>
                  <a:pt x="929205" y="106757"/>
                </a:cubicBezTo>
                <a:cubicBezTo>
                  <a:pt x="929521" y="107230"/>
                  <a:pt x="929679" y="107782"/>
                  <a:pt x="929679" y="108412"/>
                </a:cubicBezTo>
                <a:cubicBezTo>
                  <a:pt x="929679" y="108938"/>
                  <a:pt x="929521" y="109438"/>
                  <a:pt x="929205" y="109911"/>
                </a:cubicBezTo>
                <a:cubicBezTo>
                  <a:pt x="928891" y="110384"/>
                  <a:pt x="928419" y="110621"/>
                  <a:pt x="927789" y="110621"/>
                </a:cubicBezTo>
                <a:cubicBezTo>
                  <a:pt x="923269" y="110621"/>
                  <a:pt x="919275" y="110436"/>
                  <a:pt x="915806" y="110067"/>
                </a:cubicBezTo>
                <a:cubicBezTo>
                  <a:pt x="912337" y="109700"/>
                  <a:pt x="909027" y="109516"/>
                  <a:pt x="905874" y="109516"/>
                </a:cubicBezTo>
                <a:cubicBezTo>
                  <a:pt x="902511" y="109516"/>
                  <a:pt x="899173" y="109700"/>
                  <a:pt x="895862" y="110067"/>
                </a:cubicBezTo>
                <a:cubicBezTo>
                  <a:pt x="892551" y="110436"/>
                  <a:pt x="889215" y="110621"/>
                  <a:pt x="885852" y="110621"/>
                </a:cubicBezTo>
                <a:cubicBezTo>
                  <a:pt x="885327" y="110621"/>
                  <a:pt x="884907" y="110384"/>
                  <a:pt x="884591" y="109911"/>
                </a:cubicBezTo>
                <a:cubicBezTo>
                  <a:pt x="884275" y="109438"/>
                  <a:pt x="884117" y="108938"/>
                  <a:pt x="884117" y="108412"/>
                </a:cubicBezTo>
                <a:cubicBezTo>
                  <a:pt x="884117" y="107782"/>
                  <a:pt x="884275" y="107230"/>
                  <a:pt x="884591" y="106757"/>
                </a:cubicBezTo>
                <a:cubicBezTo>
                  <a:pt x="884907" y="106284"/>
                  <a:pt x="885380" y="105995"/>
                  <a:pt x="886011" y="105891"/>
                </a:cubicBezTo>
                <a:cubicBezTo>
                  <a:pt x="888953" y="105575"/>
                  <a:pt x="891239" y="105102"/>
                  <a:pt x="892867" y="104472"/>
                </a:cubicBezTo>
                <a:cubicBezTo>
                  <a:pt x="894496" y="103842"/>
                  <a:pt x="895679" y="102975"/>
                  <a:pt x="896415" y="101871"/>
                </a:cubicBezTo>
                <a:cubicBezTo>
                  <a:pt x="897151" y="100766"/>
                  <a:pt x="897598" y="99400"/>
                  <a:pt x="897755" y="97772"/>
                </a:cubicBezTo>
                <a:cubicBezTo>
                  <a:pt x="897914" y="96143"/>
                  <a:pt x="897993" y="94119"/>
                  <a:pt x="897993" y="91701"/>
                </a:cubicBezTo>
                <a:lnTo>
                  <a:pt x="897993" y="68684"/>
                </a:lnTo>
                <a:cubicBezTo>
                  <a:pt x="897993" y="63534"/>
                  <a:pt x="897887" y="59462"/>
                  <a:pt x="897675" y="56466"/>
                </a:cubicBezTo>
                <a:cubicBezTo>
                  <a:pt x="897465" y="53470"/>
                  <a:pt x="896966" y="51158"/>
                  <a:pt x="896177" y="49530"/>
                </a:cubicBezTo>
                <a:cubicBezTo>
                  <a:pt x="895389" y="47901"/>
                  <a:pt x="894154" y="46823"/>
                  <a:pt x="892472" y="46297"/>
                </a:cubicBezTo>
                <a:cubicBezTo>
                  <a:pt x="890791" y="45771"/>
                  <a:pt x="888480" y="45403"/>
                  <a:pt x="885537" y="45193"/>
                </a:cubicBezTo>
                <a:cubicBezTo>
                  <a:pt x="885012" y="45193"/>
                  <a:pt x="884619" y="44931"/>
                  <a:pt x="884356" y="44406"/>
                </a:cubicBezTo>
                <a:cubicBezTo>
                  <a:pt x="884093" y="43880"/>
                  <a:pt x="883961" y="43354"/>
                  <a:pt x="883961" y="42828"/>
                </a:cubicBezTo>
                <a:cubicBezTo>
                  <a:pt x="883961" y="42304"/>
                  <a:pt x="884093" y="41779"/>
                  <a:pt x="884356" y="41253"/>
                </a:cubicBezTo>
                <a:cubicBezTo>
                  <a:pt x="884619" y="40727"/>
                  <a:pt x="885065" y="40464"/>
                  <a:pt x="885695" y="40464"/>
                </a:cubicBezTo>
                <a:cubicBezTo>
                  <a:pt x="887798" y="40254"/>
                  <a:pt x="890714" y="40017"/>
                  <a:pt x="894445" y="39754"/>
                </a:cubicBezTo>
                <a:cubicBezTo>
                  <a:pt x="898177" y="39491"/>
                  <a:pt x="901986" y="38834"/>
                  <a:pt x="905874" y="37784"/>
                </a:cubicBezTo>
                <a:cubicBezTo>
                  <a:pt x="907346" y="37364"/>
                  <a:pt x="908555" y="37312"/>
                  <a:pt x="909501" y="37628"/>
                </a:cubicBezTo>
                <a:cubicBezTo>
                  <a:pt x="910447" y="37942"/>
                  <a:pt x="910868" y="38835"/>
                  <a:pt x="910762" y="40307"/>
                </a:cubicBezTo>
                <a:lnTo>
                  <a:pt x="910447" y="50396"/>
                </a:lnTo>
                <a:cubicBezTo>
                  <a:pt x="910447" y="50607"/>
                  <a:pt x="910499" y="50738"/>
                  <a:pt x="910603" y="50791"/>
                </a:cubicBezTo>
                <a:cubicBezTo>
                  <a:pt x="910709" y="50844"/>
                  <a:pt x="910867" y="50764"/>
                  <a:pt x="911077" y="50553"/>
                </a:cubicBezTo>
                <a:cubicBezTo>
                  <a:pt x="913284" y="46139"/>
                  <a:pt x="915990" y="42619"/>
                  <a:pt x="919196" y="39992"/>
                </a:cubicBezTo>
                <a:cubicBezTo>
                  <a:pt x="922402" y="37364"/>
                  <a:pt x="926684" y="36049"/>
                  <a:pt x="932044" y="36049"/>
                </a:cubicBezTo>
                <a:cubicBezTo>
                  <a:pt x="936459" y="36049"/>
                  <a:pt x="939717" y="37179"/>
                  <a:pt x="941818" y="39439"/>
                </a:cubicBezTo>
                <a:cubicBezTo>
                  <a:pt x="943921" y="41699"/>
                  <a:pt x="944972" y="44458"/>
                  <a:pt x="944972" y="47717"/>
                </a:cubicBezTo>
                <a:cubicBezTo>
                  <a:pt x="944972" y="49503"/>
                  <a:pt x="944289" y="51133"/>
                  <a:pt x="942922" y="52605"/>
                </a:cubicBezTo>
                <a:cubicBezTo>
                  <a:pt x="941556" y="54075"/>
                  <a:pt x="939612" y="54811"/>
                  <a:pt x="937091" y="54811"/>
                </a:cubicBezTo>
                <a:cubicBezTo>
                  <a:pt x="934673" y="54811"/>
                  <a:pt x="932990" y="54233"/>
                  <a:pt x="932044" y="53076"/>
                </a:cubicBezTo>
                <a:cubicBezTo>
                  <a:pt x="931099" y="51920"/>
                  <a:pt x="930627" y="50659"/>
                  <a:pt x="930627" y="49292"/>
                </a:cubicBezTo>
                <a:cubicBezTo>
                  <a:pt x="930627" y="47822"/>
                  <a:pt x="930338" y="46666"/>
                  <a:pt x="929759" y="45826"/>
                </a:cubicBezTo>
                <a:cubicBezTo>
                  <a:pt x="929181" y="44984"/>
                  <a:pt x="927947" y="44563"/>
                  <a:pt x="926054" y="44563"/>
                </a:cubicBezTo>
                <a:cubicBezTo>
                  <a:pt x="924058" y="44563"/>
                  <a:pt x="922244" y="45220"/>
                  <a:pt x="920615" y="46533"/>
                </a:cubicBezTo>
                <a:cubicBezTo>
                  <a:pt x="918986" y="47846"/>
                  <a:pt x="917593" y="49397"/>
                  <a:pt x="916437" y="51185"/>
                </a:cubicBezTo>
                <a:cubicBezTo>
                  <a:pt x="915280" y="52972"/>
                  <a:pt x="914387" y="54811"/>
                  <a:pt x="913757" y="56704"/>
                </a:cubicBezTo>
                <a:cubicBezTo>
                  <a:pt x="913126" y="58595"/>
                  <a:pt x="912811" y="60065"/>
                  <a:pt x="912811" y="61116"/>
                </a:cubicBezTo>
                <a:lnTo>
                  <a:pt x="912811" y="90755"/>
                </a:lnTo>
                <a:close/>
                <a:moveTo>
                  <a:pt x="998889" y="38414"/>
                </a:moveTo>
                <a:cubicBezTo>
                  <a:pt x="998574" y="39570"/>
                  <a:pt x="998286" y="40990"/>
                  <a:pt x="998023" y="42672"/>
                </a:cubicBezTo>
                <a:cubicBezTo>
                  <a:pt x="997760" y="44353"/>
                  <a:pt x="997628" y="46139"/>
                  <a:pt x="997628" y="48032"/>
                </a:cubicBezTo>
                <a:cubicBezTo>
                  <a:pt x="997628" y="50028"/>
                  <a:pt x="997680" y="52104"/>
                  <a:pt x="997785" y="54260"/>
                </a:cubicBezTo>
                <a:cubicBezTo>
                  <a:pt x="997890" y="56414"/>
                  <a:pt x="997943" y="58069"/>
                  <a:pt x="997943" y="59225"/>
                </a:cubicBezTo>
                <a:cubicBezTo>
                  <a:pt x="997943" y="59541"/>
                  <a:pt x="997733" y="59804"/>
                  <a:pt x="997313" y="60014"/>
                </a:cubicBezTo>
                <a:cubicBezTo>
                  <a:pt x="996893" y="60224"/>
                  <a:pt x="996420" y="60356"/>
                  <a:pt x="995894" y="60409"/>
                </a:cubicBezTo>
                <a:cubicBezTo>
                  <a:pt x="995369" y="60460"/>
                  <a:pt x="994896" y="60407"/>
                  <a:pt x="994474" y="60250"/>
                </a:cubicBezTo>
                <a:cubicBezTo>
                  <a:pt x="994054" y="60093"/>
                  <a:pt x="993792" y="59856"/>
                  <a:pt x="993688" y="59540"/>
                </a:cubicBezTo>
                <a:cubicBezTo>
                  <a:pt x="992532" y="53970"/>
                  <a:pt x="990639" y="49688"/>
                  <a:pt x="988011" y="46692"/>
                </a:cubicBezTo>
                <a:cubicBezTo>
                  <a:pt x="985384" y="43696"/>
                  <a:pt x="981180" y="42198"/>
                  <a:pt x="975401" y="42198"/>
                </a:cubicBezTo>
                <a:cubicBezTo>
                  <a:pt x="971511" y="42198"/>
                  <a:pt x="968306" y="43171"/>
                  <a:pt x="965783" y="45116"/>
                </a:cubicBezTo>
                <a:cubicBezTo>
                  <a:pt x="963260" y="47060"/>
                  <a:pt x="961999" y="49661"/>
                  <a:pt x="961999" y="52920"/>
                </a:cubicBezTo>
                <a:cubicBezTo>
                  <a:pt x="961999" y="55651"/>
                  <a:pt x="963049" y="57753"/>
                  <a:pt x="965150" y="59225"/>
                </a:cubicBezTo>
                <a:cubicBezTo>
                  <a:pt x="967253" y="60696"/>
                  <a:pt x="970038" y="62062"/>
                  <a:pt x="973507" y="63324"/>
                </a:cubicBezTo>
                <a:cubicBezTo>
                  <a:pt x="974980" y="63850"/>
                  <a:pt x="976740" y="64508"/>
                  <a:pt x="978790" y="65297"/>
                </a:cubicBezTo>
                <a:cubicBezTo>
                  <a:pt x="980840" y="66084"/>
                  <a:pt x="982495" y="66740"/>
                  <a:pt x="983755" y="67264"/>
                </a:cubicBezTo>
                <a:cubicBezTo>
                  <a:pt x="986488" y="68527"/>
                  <a:pt x="989036" y="69841"/>
                  <a:pt x="991400" y="71207"/>
                </a:cubicBezTo>
                <a:cubicBezTo>
                  <a:pt x="993766" y="72574"/>
                  <a:pt x="995815" y="74177"/>
                  <a:pt x="997549" y="76016"/>
                </a:cubicBezTo>
                <a:cubicBezTo>
                  <a:pt x="999284" y="77854"/>
                  <a:pt x="1000650" y="79929"/>
                  <a:pt x="1001648" y="82242"/>
                </a:cubicBezTo>
                <a:cubicBezTo>
                  <a:pt x="1002647" y="84554"/>
                  <a:pt x="1003147" y="87235"/>
                  <a:pt x="1003147" y="90284"/>
                </a:cubicBezTo>
                <a:cubicBezTo>
                  <a:pt x="1003147" y="94277"/>
                  <a:pt x="1002306" y="97613"/>
                  <a:pt x="1000623" y="100293"/>
                </a:cubicBezTo>
                <a:cubicBezTo>
                  <a:pt x="998942" y="102973"/>
                  <a:pt x="996788" y="105128"/>
                  <a:pt x="994159" y="106757"/>
                </a:cubicBezTo>
                <a:cubicBezTo>
                  <a:pt x="991532" y="108387"/>
                  <a:pt x="988537" y="109568"/>
                  <a:pt x="985174" y="110303"/>
                </a:cubicBezTo>
                <a:cubicBezTo>
                  <a:pt x="981811" y="111039"/>
                  <a:pt x="978501" y="111407"/>
                  <a:pt x="975242" y="111407"/>
                </a:cubicBezTo>
                <a:cubicBezTo>
                  <a:pt x="972509" y="111407"/>
                  <a:pt x="969461" y="111092"/>
                  <a:pt x="966098" y="110462"/>
                </a:cubicBezTo>
                <a:cubicBezTo>
                  <a:pt x="962735" y="109831"/>
                  <a:pt x="959792" y="108938"/>
                  <a:pt x="957270" y="107782"/>
                </a:cubicBezTo>
                <a:cubicBezTo>
                  <a:pt x="956639" y="107572"/>
                  <a:pt x="955983" y="107677"/>
                  <a:pt x="955299" y="108097"/>
                </a:cubicBezTo>
                <a:cubicBezTo>
                  <a:pt x="954616" y="108517"/>
                  <a:pt x="954170" y="109305"/>
                  <a:pt x="953959" y="110462"/>
                </a:cubicBezTo>
                <a:cubicBezTo>
                  <a:pt x="953959" y="110778"/>
                  <a:pt x="953723" y="110988"/>
                  <a:pt x="953250" y="111092"/>
                </a:cubicBezTo>
                <a:cubicBezTo>
                  <a:pt x="952777" y="111198"/>
                  <a:pt x="952277" y="111251"/>
                  <a:pt x="951751" y="111251"/>
                </a:cubicBezTo>
                <a:cubicBezTo>
                  <a:pt x="951331" y="111251"/>
                  <a:pt x="950911" y="111171"/>
                  <a:pt x="950491" y="111013"/>
                </a:cubicBezTo>
                <a:cubicBezTo>
                  <a:pt x="950070" y="110855"/>
                  <a:pt x="949860" y="110620"/>
                  <a:pt x="949860" y="110305"/>
                </a:cubicBezTo>
                <a:cubicBezTo>
                  <a:pt x="949860" y="109463"/>
                  <a:pt x="949965" y="108307"/>
                  <a:pt x="950175" y="106837"/>
                </a:cubicBezTo>
                <a:cubicBezTo>
                  <a:pt x="950386" y="105364"/>
                  <a:pt x="950491" y="103998"/>
                  <a:pt x="950491" y="102737"/>
                </a:cubicBezTo>
                <a:cubicBezTo>
                  <a:pt x="950491" y="101475"/>
                  <a:pt x="950411" y="100082"/>
                  <a:pt x="950252" y="98559"/>
                </a:cubicBezTo>
                <a:cubicBezTo>
                  <a:pt x="950095" y="97035"/>
                  <a:pt x="949938" y="95538"/>
                  <a:pt x="949781" y="94068"/>
                </a:cubicBezTo>
                <a:cubicBezTo>
                  <a:pt x="949624" y="92595"/>
                  <a:pt x="949492" y="91281"/>
                  <a:pt x="949386" y="90125"/>
                </a:cubicBezTo>
                <a:cubicBezTo>
                  <a:pt x="949282" y="88969"/>
                  <a:pt x="949230" y="88127"/>
                  <a:pt x="949230" y="87601"/>
                </a:cubicBezTo>
                <a:cubicBezTo>
                  <a:pt x="949230" y="87181"/>
                  <a:pt x="949440" y="86866"/>
                  <a:pt x="949860" y="86656"/>
                </a:cubicBezTo>
                <a:cubicBezTo>
                  <a:pt x="950280" y="86446"/>
                  <a:pt x="950753" y="86315"/>
                  <a:pt x="951277" y="86264"/>
                </a:cubicBezTo>
                <a:cubicBezTo>
                  <a:pt x="951803" y="86211"/>
                  <a:pt x="952303" y="86263"/>
                  <a:pt x="952776" y="86420"/>
                </a:cubicBezTo>
                <a:cubicBezTo>
                  <a:pt x="953249" y="86577"/>
                  <a:pt x="953538" y="86866"/>
                  <a:pt x="953644" y="87286"/>
                </a:cubicBezTo>
                <a:cubicBezTo>
                  <a:pt x="954379" y="90335"/>
                  <a:pt x="955324" y="93016"/>
                  <a:pt x="956481" y="95328"/>
                </a:cubicBezTo>
                <a:cubicBezTo>
                  <a:pt x="957637" y="97639"/>
                  <a:pt x="959082" y="99584"/>
                  <a:pt x="960815" y="101162"/>
                </a:cubicBezTo>
                <a:cubicBezTo>
                  <a:pt x="962551" y="102738"/>
                  <a:pt x="964653" y="103921"/>
                  <a:pt x="967123" y="104710"/>
                </a:cubicBezTo>
                <a:cubicBezTo>
                  <a:pt x="969593" y="105497"/>
                  <a:pt x="972562" y="105891"/>
                  <a:pt x="976031" y="105891"/>
                </a:cubicBezTo>
                <a:cubicBezTo>
                  <a:pt x="979814" y="105891"/>
                  <a:pt x="982888" y="104840"/>
                  <a:pt x="985251" y="102737"/>
                </a:cubicBezTo>
                <a:cubicBezTo>
                  <a:pt x="987617" y="100635"/>
                  <a:pt x="988800" y="97692"/>
                  <a:pt x="988800" y="93909"/>
                </a:cubicBezTo>
                <a:cubicBezTo>
                  <a:pt x="988800" y="90546"/>
                  <a:pt x="987617" y="87892"/>
                  <a:pt x="985251" y="85949"/>
                </a:cubicBezTo>
                <a:cubicBezTo>
                  <a:pt x="982888" y="84003"/>
                  <a:pt x="980129" y="82295"/>
                  <a:pt x="976976" y="80822"/>
                </a:cubicBezTo>
                <a:cubicBezTo>
                  <a:pt x="975504" y="80192"/>
                  <a:pt x="974006" y="79562"/>
                  <a:pt x="972483" y="78932"/>
                </a:cubicBezTo>
                <a:cubicBezTo>
                  <a:pt x="970959" y="78301"/>
                  <a:pt x="969409" y="77671"/>
                  <a:pt x="967833" y="77041"/>
                </a:cubicBezTo>
                <a:cubicBezTo>
                  <a:pt x="965520" y="76095"/>
                  <a:pt x="963234" y="75123"/>
                  <a:pt x="960974" y="74125"/>
                </a:cubicBezTo>
                <a:cubicBezTo>
                  <a:pt x="958715" y="73126"/>
                  <a:pt x="956717" y="71890"/>
                  <a:pt x="954982" y="70418"/>
                </a:cubicBezTo>
                <a:cubicBezTo>
                  <a:pt x="953248" y="68946"/>
                  <a:pt x="951856" y="67106"/>
                  <a:pt x="950806" y="64900"/>
                </a:cubicBezTo>
                <a:cubicBezTo>
                  <a:pt x="949755" y="62693"/>
                  <a:pt x="949230" y="59960"/>
                  <a:pt x="949230" y="56701"/>
                </a:cubicBezTo>
                <a:cubicBezTo>
                  <a:pt x="949230" y="52918"/>
                  <a:pt x="950044" y="49713"/>
                  <a:pt x="951672" y="47086"/>
                </a:cubicBezTo>
                <a:cubicBezTo>
                  <a:pt x="953301" y="44458"/>
                  <a:pt x="955403" y="42330"/>
                  <a:pt x="957977" y="40702"/>
                </a:cubicBezTo>
                <a:cubicBezTo>
                  <a:pt x="960552" y="39072"/>
                  <a:pt x="963417" y="37890"/>
                  <a:pt x="966570" y="37154"/>
                </a:cubicBezTo>
                <a:cubicBezTo>
                  <a:pt x="969724" y="36418"/>
                  <a:pt x="972825" y="36049"/>
                  <a:pt x="975872" y="36049"/>
                </a:cubicBezTo>
                <a:cubicBezTo>
                  <a:pt x="978815" y="36049"/>
                  <a:pt x="981416" y="36391"/>
                  <a:pt x="983676" y="37074"/>
                </a:cubicBezTo>
                <a:cubicBezTo>
                  <a:pt x="985935" y="37757"/>
                  <a:pt x="988432" y="38992"/>
                  <a:pt x="991164" y="40779"/>
                </a:cubicBezTo>
                <a:cubicBezTo>
                  <a:pt x="991585" y="40989"/>
                  <a:pt x="992136" y="40963"/>
                  <a:pt x="992819" y="40702"/>
                </a:cubicBezTo>
                <a:cubicBezTo>
                  <a:pt x="993503" y="40439"/>
                  <a:pt x="994054" y="39571"/>
                  <a:pt x="994474" y="38099"/>
                </a:cubicBezTo>
                <a:cubicBezTo>
                  <a:pt x="994580" y="37679"/>
                  <a:pt x="994895" y="37417"/>
                  <a:pt x="995420" y="37312"/>
                </a:cubicBezTo>
                <a:cubicBezTo>
                  <a:pt x="995946" y="37207"/>
                  <a:pt x="996472" y="37180"/>
                  <a:pt x="996998" y="37233"/>
                </a:cubicBezTo>
                <a:cubicBezTo>
                  <a:pt x="997524" y="37284"/>
                  <a:pt x="997997" y="37416"/>
                  <a:pt x="998417" y="37628"/>
                </a:cubicBezTo>
                <a:cubicBezTo>
                  <a:pt x="998837" y="37838"/>
                  <a:pt x="998995" y="38100"/>
                  <a:pt x="998889" y="38414"/>
                </a:cubicBezTo>
                <a:close/>
                <a:moveTo>
                  <a:pt x="1078820" y="92648"/>
                </a:moveTo>
                <a:cubicBezTo>
                  <a:pt x="1078820" y="93489"/>
                  <a:pt x="1079188" y="94618"/>
                  <a:pt x="1079922" y="96038"/>
                </a:cubicBezTo>
                <a:cubicBezTo>
                  <a:pt x="1080658" y="97455"/>
                  <a:pt x="1081736" y="98822"/>
                  <a:pt x="1083155" y="100137"/>
                </a:cubicBezTo>
                <a:cubicBezTo>
                  <a:pt x="1084575" y="101450"/>
                  <a:pt x="1086309" y="102607"/>
                  <a:pt x="1088359" y="103606"/>
                </a:cubicBezTo>
                <a:cubicBezTo>
                  <a:pt x="1090408" y="104603"/>
                  <a:pt x="1092746" y="105102"/>
                  <a:pt x="1095373" y="105102"/>
                </a:cubicBezTo>
                <a:cubicBezTo>
                  <a:pt x="1098632" y="105102"/>
                  <a:pt x="1101391" y="104262"/>
                  <a:pt x="1103651" y="102581"/>
                </a:cubicBezTo>
                <a:cubicBezTo>
                  <a:pt x="1105911" y="100899"/>
                  <a:pt x="1107749" y="98586"/>
                  <a:pt x="1109167" y="95643"/>
                </a:cubicBezTo>
                <a:cubicBezTo>
                  <a:pt x="1110586" y="92700"/>
                  <a:pt x="1111611" y="89284"/>
                  <a:pt x="1112241" y="85395"/>
                </a:cubicBezTo>
                <a:cubicBezTo>
                  <a:pt x="1112873" y="81506"/>
                  <a:pt x="1113189" y="77407"/>
                  <a:pt x="1113189" y="73098"/>
                </a:cubicBezTo>
                <a:cubicBezTo>
                  <a:pt x="1113189" y="64165"/>
                  <a:pt x="1111980" y="57466"/>
                  <a:pt x="1109561" y="52999"/>
                </a:cubicBezTo>
                <a:cubicBezTo>
                  <a:pt x="1107145" y="48531"/>
                  <a:pt x="1103098" y="46297"/>
                  <a:pt x="1097423" y="46297"/>
                </a:cubicBezTo>
                <a:cubicBezTo>
                  <a:pt x="1094690" y="46297"/>
                  <a:pt x="1092194" y="46744"/>
                  <a:pt x="1089934" y="47637"/>
                </a:cubicBezTo>
                <a:cubicBezTo>
                  <a:pt x="1087675" y="48530"/>
                  <a:pt x="1085730" y="49687"/>
                  <a:pt x="1084101" y="51106"/>
                </a:cubicBezTo>
                <a:cubicBezTo>
                  <a:pt x="1082471" y="52525"/>
                  <a:pt x="1081183" y="54207"/>
                  <a:pt x="1080237" y="56151"/>
                </a:cubicBezTo>
                <a:cubicBezTo>
                  <a:pt x="1079293" y="58094"/>
                  <a:pt x="1078820" y="60065"/>
                  <a:pt x="1078820" y="62064"/>
                </a:cubicBezTo>
                <a:lnTo>
                  <a:pt x="1078820" y="92648"/>
                </a:lnTo>
                <a:moveTo>
                  <a:pt x="1063999" y="71837"/>
                </a:moveTo>
                <a:cubicBezTo>
                  <a:pt x="1063999" y="66688"/>
                  <a:pt x="1063921" y="62405"/>
                  <a:pt x="1063764" y="58989"/>
                </a:cubicBezTo>
                <a:cubicBezTo>
                  <a:pt x="1063607" y="55573"/>
                  <a:pt x="1063186" y="52867"/>
                  <a:pt x="1062503" y="50870"/>
                </a:cubicBezTo>
                <a:cubicBezTo>
                  <a:pt x="1061820" y="48872"/>
                  <a:pt x="1060716" y="47426"/>
                  <a:pt x="1059191" y="46533"/>
                </a:cubicBezTo>
                <a:cubicBezTo>
                  <a:pt x="1057667" y="45640"/>
                  <a:pt x="1055539" y="45141"/>
                  <a:pt x="1052806" y="45037"/>
                </a:cubicBezTo>
                <a:cubicBezTo>
                  <a:pt x="1052282" y="45037"/>
                  <a:pt x="1051888" y="44774"/>
                  <a:pt x="1051625" y="44248"/>
                </a:cubicBezTo>
                <a:cubicBezTo>
                  <a:pt x="1051362" y="43722"/>
                  <a:pt x="1051231" y="43196"/>
                  <a:pt x="1051231" y="42672"/>
                </a:cubicBezTo>
                <a:cubicBezTo>
                  <a:pt x="1051231" y="42146"/>
                  <a:pt x="1051336" y="41621"/>
                  <a:pt x="1051546" y="41096"/>
                </a:cubicBezTo>
                <a:cubicBezTo>
                  <a:pt x="1051756" y="40570"/>
                  <a:pt x="1052071" y="40307"/>
                  <a:pt x="1052491" y="40307"/>
                </a:cubicBezTo>
                <a:cubicBezTo>
                  <a:pt x="1054804" y="40097"/>
                  <a:pt x="1057852" y="39756"/>
                  <a:pt x="1061635" y="39283"/>
                </a:cubicBezTo>
                <a:cubicBezTo>
                  <a:pt x="1065420" y="38809"/>
                  <a:pt x="1069099" y="38152"/>
                  <a:pt x="1072672" y="37310"/>
                </a:cubicBezTo>
                <a:cubicBezTo>
                  <a:pt x="1074142" y="36996"/>
                  <a:pt x="1075271" y="36996"/>
                  <a:pt x="1076059" y="37312"/>
                </a:cubicBezTo>
                <a:cubicBezTo>
                  <a:pt x="1076848" y="37627"/>
                  <a:pt x="1077348" y="38520"/>
                  <a:pt x="1077560" y="39992"/>
                </a:cubicBezTo>
                <a:lnTo>
                  <a:pt x="1078190" y="48347"/>
                </a:lnTo>
                <a:cubicBezTo>
                  <a:pt x="1078190" y="48663"/>
                  <a:pt x="1078347" y="48715"/>
                  <a:pt x="1078662" y="48503"/>
                </a:cubicBezTo>
                <a:cubicBezTo>
                  <a:pt x="1080658" y="45140"/>
                  <a:pt x="1083575" y="42224"/>
                  <a:pt x="1087411" y="39754"/>
                </a:cubicBezTo>
                <a:cubicBezTo>
                  <a:pt x="1091248" y="37284"/>
                  <a:pt x="1095847" y="36049"/>
                  <a:pt x="1101207" y="36049"/>
                </a:cubicBezTo>
                <a:cubicBezTo>
                  <a:pt x="1105936" y="36049"/>
                  <a:pt x="1110087" y="37022"/>
                  <a:pt x="1113661" y="38967"/>
                </a:cubicBezTo>
                <a:cubicBezTo>
                  <a:pt x="1117235" y="40911"/>
                  <a:pt x="1120205" y="43539"/>
                  <a:pt x="1122569" y="46851"/>
                </a:cubicBezTo>
                <a:cubicBezTo>
                  <a:pt x="1124934" y="50161"/>
                  <a:pt x="1126721" y="53970"/>
                  <a:pt x="1127928" y="58280"/>
                </a:cubicBezTo>
                <a:cubicBezTo>
                  <a:pt x="1129137" y="62589"/>
                  <a:pt x="1129742" y="67055"/>
                  <a:pt x="1129742" y="71679"/>
                </a:cubicBezTo>
                <a:cubicBezTo>
                  <a:pt x="1129742" y="77354"/>
                  <a:pt x="1128954" y="82610"/>
                  <a:pt x="1127377" y="87445"/>
                </a:cubicBezTo>
                <a:cubicBezTo>
                  <a:pt x="1125801" y="92280"/>
                  <a:pt x="1123541" y="96484"/>
                  <a:pt x="1120598" y="100058"/>
                </a:cubicBezTo>
                <a:cubicBezTo>
                  <a:pt x="1117655" y="103631"/>
                  <a:pt x="1114134" y="106416"/>
                  <a:pt x="1110035" y="108412"/>
                </a:cubicBezTo>
                <a:cubicBezTo>
                  <a:pt x="1105936" y="110409"/>
                  <a:pt x="1101312" y="111407"/>
                  <a:pt x="1096162" y="111407"/>
                </a:cubicBezTo>
                <a:cubicBezTo>
                  <a:pt x="1092904" y="111407"/>
                  <a:pt x="1090013" y="111171"/>
                  <a:pt x="1087490" y="110697"/>
                </a:cubicBezTo>
                <a:cubicBezTo>
                  <a:pt x="1084967" y="110226"/>
                  <a:pt x="1082446" y="109569"/>
                  <a:pt x="1079925" y="108727"/>
                </a:cubicBezTo>
                <a:cubicBezTo>
                  <a:pt x="1079398" y="108517"/>
                  <a:pt x="1079083" y="108517"/>
                  <a:pt x="1078977" y="108727"/>
                </a:cubicBezTo>
                <a:cubicBezTo>
                  <a:pt x="1078872" y="108937"/>
                  <a:pt x="1078820" y="109463"/>
                  <a:pt x="1078820" y="110305"/>
                </a:cubicBezTo>
                <a:lnTo>
                  <a:pt x="1078820" y="134426"/>
                </a:lnTo>
                <a:cubicBezTo>
                  <a:pt x="1078820" y="137053"/>
                  <a:pt x="1078899" y="139260"/>
                  <a:pt x="1079056" y="141046"/>
                </a:cubicBezTo>
                <a:cubicBezTo>
                  <a:pt x="1079213" y="142833"/>
                  <a:pt x="1079712" y="144304"/>
                  <a:pt x="1080552" y="145461"/>
                </a:cubicBezTo>
                <a:cubicBezTo>
                  <a:pt x="1081394" y="146617"/>
                  <a:pt x="1082709" y="147510"/>
                  <a:pt x="1084495" y="148141"/>
                </a:cubicBezTo>
                <a:cubicBezTo>
                  <a:pt x="1086282" y="148771"/>
                  <a:pt x="1088856" y="149244"/>
                  <a:pt x="1092220" y="149560"/>
                </a:cubicBezTo>
                <a:cubicBezTo>
                  <a:pt x="1092851" y="149666"/>
                  <a:pt x="1093298" y="149954"/>
                  <a:pt x="1093559" y="150426"/>
                </a:cubicBezTo>
                <a:cubicBezTo>
                  <a:pt x="1093822" y="150899"/>
                  <a:pt x="1093954" y="151399"/>
                  <a:pt x="1093954" y="151925"/>
                </a:cubicBezTo>
                <a:cubicBezTo>
                  <a:pt x="1093954" y="152555"/>
                  <a:pt x="1093796" y="153107"/>
                  <a:pt x="1093480" y="153580"/>
                </a:cubicBezTo>
                <a:cubicBezTo>
                  <a:pt x="1093166" y="154053"/>
                  <a:pt x="1092746" y="154289"/>
                  <a:pt x="1092220" y="154289"/>
                </a:cubicBezTo>
                <a:cubicBezTo>
                  <a:pt x="1087490" y="154289"/>
                  <a:pt x="1083628" y="154105"/>
                  <a:pt x="1080632" y="153736"/>
                </a:cubicBezTo>
                <a:cubicBezTo>
                  <a:pt x="1077638" y="153369"/>
                  <a:pt x="1074616" y="153185"/>
                  <a:pt x="1071567" y="153185"/>
                </a:cubicBezTo>
                <a:cubicBezTo>
                  <a:pt x="1068415" y="153185"/>
                  <a:pt x="1065209" y="153369"/>
                  <a:pt x="1061950" y="153736"/>
                </a:cubicBezTo>
                <a:cubicBezTo>
                  <a:pt x="1058693" y="154105"/>
                  <a:pt x="1055383" y="154289"/>
                  <a:pt x="1052020" y="154289"/>
                </a:cubicBezTo>
                <a:cubicBezTo>
                  <a:pt x="1051494" y="154289"/>
                  <a:pt x="1051073" y="154053"/>
                  <a:pt x="1050757" y="153580"/>
                </a:cubicBezTo>
                <a:cubicBezTo>
                  <a:pt x="1050442" y="153107"/>
                  <a:pt x="1050285" y="152555"/>
                  <a:pt x="1050285" y="151925"/>
                </a:cubicBezTo>
                <a:cubicBezTo>
                  <a:pt x="1050285" y="151399"/>
                  <a:pt x="1050442" y="150899"/>
                  <a:pt x="1050757" y="150426"/>
                </a:cubicBezTo>
                <a:cubicBezTo>
                  <a:pt x="1051073" y="149954"/>
                  <a:pt x="1051546" y="149666"/>
                  <a:pt x="1052176" y="149560"/>
                </a:cubicBezTo>
                <a:cubicBezTo>
                  <a:pt x="1055119" y="149244"/>
                  <a:pt x="1057405" y="148771"/>
                  <a:pt x="1059034" y="148141"/>
                </a:cubicBezTo>
                <a:cubicBezTo>
                  <a:pt x="1060664" y="147510"/>
                  <a:pt x="1061846" y="146643"/>
                  <a:pt x="1062580" y="145540"/>
                </a:cubicBezTo>
                <a:cubicBezTo>
                  <a:pt x="1063316" y="144437"/>
                  <a:pt x="1063736" y="143070"/>
                  <a:pt x="1063841" y="141441"/>
                </a:cubicBezTo>
                <a:cubicBezTo>
                  <a:pt x="1063947" y="139812"/>
                  <a:pt x="1063999" y="137789"/>
                  <a:pt x="1063999" y="135372"/>
                </a:cubicBezTo>
                <a:lnTo>
                  <a:pt x="1063999" y="71837"/>
                </a:lnTo>
                <a:close/>
                <a:moveTo>
                  <a:pt x="1166948" y="90755"/>
                </a:moveTo>
                <a:cubicBezTo>
                  <a:pt x="1166948" y="93384"/>
                  <a:pt x="1167027" y="95591"/>
                  <a:pt x="1167184" y="97378"/>
                </a:cubicBezTo>
                <a:cubicBezTo>
                  <a:pt x="1167343" y="99164"/>
                  <a:pt x="1167894" y="100636"/>
                  <a:pt x="1168839" y="101792"/>
                </a:cubicBezTo>
                <a:cubicBezTo>
                  <a:pt x="1169785" y="102948"/>
                  <a:pt x="1171257" y="103842"/>
                  <a:pt x="1173253" y="104472"/>
                </a:cubicBezTo>
                <a:cubicBezTo>
                  <a:pt x="1175252" y="105102"/>
                  <a:pt x="1178142" y="105575"/>
                  <a:pt x="1181925" y="105891"/>
                </a:cubicBezTo>
                <a:cubicBezTo>
                  <a:pt x="1182556" y="105995"/>
                  <a:pt x="1183028" y="106284"/>
                  <a:pt x="1183342" y="106757"/>
                </a:cubicBezTo>
                <a:cubicBezTo>
                  <a:pt x="1183658" y="107230"/>
                  <a:pt x="1183816" y="107782"/>
                  <a:pt x="1183816" y="108412"/>
                </a:cubicBezTo>
                <a:cubicBezTo>
                  <a:pt x="1183816" y="108938"/>
                  <a:pt x="1183658" y="109438"/>
                  <a:pt x="1183342" y="109911"/>
                </a:cubicBezTo>
                <a:cubicBezTo>
                  <a:pt x="1183028" y="110384"/>
                  <a:pt x="1182556" y="110621"/>
                  <a:pt x="1181925" y="110621"/>
                </a:cubicBezTo>
                <a:cubicBezTo>
                  <a:pt x="1177406" y="110621"/>
                  <a:pt x="1173412" y="110436"/>
                  <a:pt x="1169943" y="110067"/>
                </a:cubicBezTo>
                <a:cubicBezTo>
                  <a:pt x="1166474" y="109700"/>
                  <a:pt x="1163163" y="109516"/>
                  <a:pt x="1160011" y="109516"/>
                </a:cubicBezTo>
                <a:cubicBezTo>
                  <a:pt x="1156647" y="109516"/>
                  <a:pt x="1153310" y="109700"/>
                  <a:pt x="1149998" y="110067"/>
                </a:cubicBezTo>
                <a:cubicBezTo>
                  <a:pt x="1146688" y="110436"/>
                  <a:pt x="1143352" y="110621"/>
                  <a:pt x="1139989" y="110621"/>
                </a:cubicBezTo>
                <a:cubicBezTo>
                  <a:pt x="1139464" y="110621"/>
                  <a:pt x="1139044" y="110384"/>
                  <a:pt x="1138728" y="109911"/>
                </a:cubicBezTo>
                <a:cubicBezTo>
                  <a:pt x="1138412" y="109438"/>
                  <a:pt x="1138254" y="108938"/>
                  <a:pt x="1138254" y="108412"/>
                </a:cubicBezTo>
                <a:cubicBezTo>
                  <a:pt x="1138254" y="107782"/>
                  <a:pt x="1138412" y="107230"/>
                  <a:pt x="1138728" y="106757"/>
                </a:cubicBezTo>
                <a:cubicBezTo>
                  <a:pt x="1139044" y="106284"/>
                  <a:pt x="1139517" y="105995"/>
                  <a:pt x="1140148" y="105891"/>
                </a:cubicBezTo>
                <a:cubicBezTo>
                  <a:pt x="1143090" y="105575"/>
                  <a:pt x="1145376" y="105102"/>
                  <a:pt x="1147003" y="104472"/>
                </a:cubicBezTo>
                <a:cubicBezTo>
                  <a:pt x="1148633" y="103842"/>
                  <a:pt x="1149816" y="102975"/>
                  <a:pt x="1150552" y="101871"/>
                </a:cubicBezTo>
                <a:cubicBezTo>
                  <a:pt x="1151288" y="100766"/>
                  <a:pt x="1151734" y="99400"/>
                  <a:pt x="1151892" y="97772"/>
                </a:cubicBezTo>
                <a:cubicBezTo>
                  <a:pt x="1152050" y="96143"/>
                  <a:pt x="1152130" y="94119"/>
                  <a:pt x="1152130" y="91701"/>
                </a:cubicBezTo>
                <a:lnTo>
                  <a:pt x="1152130" y="68684"/>
                </a:lnTo>
                <a:cubicBezTo>
                  <a:pt x="1152130" y="63534"/>
                  <a:pt x="1152024" y="59462"/>
                  <a:pt x="1151812" y="56466"/>
                </a:cubicBezTo>
                <a:cubicBezTo>
                  <a:pt x="1151602" y="53470"/>
                  <a:pt x="1151103" y="51158"/>
                  <a:pt x="1150314" y="49530"/>
                </a:cubicBezTo>
                <a:cubicBezTo>
                  <a:pt x="1149526" y="47901"/>
                  <a:pt x="1148291" y="46823"/>
                  <a:pt x="1146609" y="46297"/>
                </a:cubicBezTo>
                <a:cubicBezTo>
                  <a:pt x="1144928" y="45771"/>
                  <a:pt x="1142616" y="45403"/>
                  <a:pt x="1139674" y="45193"/>
                </a:cubicBezTo>
                <a:cubicBezTo>
                  <a:pt x="1139149" y="45193"/>
                  <a:pt x="1138755" y="44931"/>
                  <a:pt x="1138492" y="44406"/>
                </a:cubicBezTo>
                <a:cubicBezTo>
                  <a:pt x="1138229" y="43880"/>
                  <a:pt x="1138098" y="43354"/>
                  <a:pt x="1138098" y="42828"/>
                </a:cubicBezTo>
                <a:cubicBezTo>
                  <a:pt x="1138098" y="42304"/>
                  <a:pt x="1138229" y="41779"/>
                  <a:pt x="1138492" y="41253"/>
                </a:cubicBezTo>
                <a:cubicBezTo>
                  <a:pt x="1138755" y="40727"/>
                  <a:pt x="1139202" y="40464"/>
                  <a:pt x="1139832" y="40464"/>
                </a:cubicBezTo>
                <a:cubicBezTo>
                  <a:pt x="1141935" y="40254"/>
                  <a:pt x="1144851" y="40017"/>
                  <a:pt x="1148582" y="39754"/>
                </a:cubicBezTo>
                <a:cubicBezTo>
                  <a:pt x="1152313" y="39491"/>
                  <a:pt x="1156123" y="38834"/>
                  <a:pt x="1160011" y="37784"/>
                </a:cubicBezTo>
                <a:cubicBezTo>
                  <a:pt x="1161483" y="37364"/>
                  <a:pt x="1162692" y="37312"/>
                  <a:pt x="1163638" y="37628"/>
                </a:cubicBezTo>
                <a:cubicBezTo>
                  <a:pt x="1164584" y="37942"/>
                  <a:pt x="1165005" y="38835"/>
                  <a:pt x="1164899" y="40307"/>
                </a:cubicBezTo>
                <a:lnTo>
                  <a:pt x="1164584" y="50396"/>
                </a:lnTo>
                <a:cubicBezTo>
                  <a:pt x="1164584" y="50607"/>
                  <a:pt x="1164636" y="50738"/>
                  <a:pt x="1164740" y="50791"/>
                </a:cubicBezTo>
                <a:cubicBezTo>
                  <a:pt x="1164846" y="50844"/>
                  <a:pt x="1165004" y="50764"/>
                  <a:pt x="1165214" y="50553"/>
                </a:cubicBezTo>
                <a:cubicBezTo>
                  <a:pt x="1167421" y="46139"/>
                  <a:pt x="1170127" y="42619"/>
                  <a:pt x="1173333" y="39992"/>
                </a:cubicBezTo>
                <a:cubicBezTo>
                  <a:pt x="1176539" y="37364"/>
                  <a:pt x="1180821" y="36049"/>
                  <a:pt x="1186181" y="36049"/>
                </a:cubicBezTo>
                <a:cubicBezTo>
                  <a:pt x="1190596" y="36049"/>
                  <a:pt x="1193854" y="37179"/>
                  <a:pt x="1195955" y="39439"/>
                </a:cubicBezTo>
                <a:cubicBezTo>
                  <a:pt x="1198057" y="41699"/>
                  <a:pt x="1199109" y="44458"/>
                  <a:pt x="1199109" y="47717"/>
                </a:cubicBezTo>
                <a:cubicBezTo>
                  <a:pt x="1199109" y="49503"/>
                  <a:pt x="1198425" y="51133"/>
                  <a:pt x="1197059" y="52605"/>
                </a:cubicBezTo>
                <a:cubicBezTo>
                  <a:pt x="1195693" y="54075"/>
                  <a:pt x="1193749" y="54811"/>
                  <a:pt x="1191228" y="54811"/>
                </a:cubicBezTo>
                <a:cubicBezTo>
                  <a:pt x="1188810" y="54811"/>
                  <a:pt x="1187127" y="54233"/>
                  <a:pt x="1186181" y="53076"/>
                </a:cubicBezTo>
                <a:cubicBezTo>
                  <a:pt x="1185236" y="51920"/>
                  <a:pt x="1184764" y="50659"/>
                  <a:pt x="1184764" y="49292"/>
                </a:cubicBezTo>
                <a:cubicBezTo>
                  <a:pt x="1184764" y="47822"/>
                  <a:pt x="1184475" y="46666"/>
                  <a:pt x="1183896" y="45826"/>
                </a:cubicBezTo>
                <a:cubicBezTo>
                  <a:pt x="1183318" y="44984"/>
                  <a:pt x="1182083" y="44563"/>
                  <a:pt x="1180191" y="44563"/>
                </a:cubicBezTo>
                <a:cubicBezTo>
                  <a:pt x="1178194" y="44563"/>
                  <a:pt x="1176381" y="45220"/>
                  <a:pt x="1174752" y="46533"/>
                </a:cubicBezTo>
                <a:cubicBezTo>
                  <a:pt x="1173123" y="47846"/>
                  <a:pt x="1171730" y="49397"/>
                  <a:pt x="1170573" y="51185"/>
                </a:cubicBezTo>
                <a:cubicBezTo>
                  <a:pt x="1169417" y="52972"/>
                  <a:pt x="1168524" y="54811"/>
                  <a:pt x="1167894" y="56704"/>
                </a:cubicBezTo>
                <a:cubicBezTo>
                  <a:pt x="1167263" y="58595"/>
                  <a:pt x="1166948" y="60065"/>
                  <a:pt x="1166948" y="61116"/>
                </a:cubicBezTo>
                <a:lnTo>
                  <a:pt x="1166948" y="90755"/>
                </a:lnTo>
                <a:close/>
                <a:moveTo>
                  <a:pt x="1221969" y="69629"/>
                </a:moveTo>
                <a:cubicBezTo>
                  <a:pt x="1221443" y="69629"/>
                  <a:pt x="1221154" y="69814"/>
                  <a:pt x="1221101" y="70182"/>
                </a:cubicBezTo>
                <a:cubicBezTo>
                  <a:pt x="1221050" y="70550"/>
                  <a:pt x="1221024" y="70996"/>
                  <a:pt x="1221024" y="71522"/>
                </a:cubicBezTo>
                <a:cubicBezTo>
                  <a:pt x="1221024" y="76988"/>
                  <a:pt x="1221628" y="81612"/>
                  <a:pt x="1222835" y="85395"/>
                </a:cubicBezTo>
                <a:cubicBezTo>
                  <a:pt x="1224045" y="89179"/>
                  <a:pt x="1225726" y="92253"/>
                  <a:pt x="1227880" y="94618"/>
                </a:cubicBezTo>
                <a:cubicBezTo>
                  <a:pt x="1230035" y="96982"/>
                  <a:pt x="1232611" y="98690"/>
                  <a:pt x="1235607" y="99742"/>
                </a:cubicBezTo>
                <a:cubicBezTo>
                  <a:pt x="1238602" y="100793"/>
                  <a:pt x="1241834" y="101318"/>
                  <a:pt x="1245301" y="101318"/>
                </a:cubicBezTo>
                <a:cubicBezTo>
                  <a:pt x="1248874" y="101318"/>
                  <a:pt x="1252342" y="101029"/>
                  <a:pt x="1255705" y="100452"/>
                </a:cubicBezTo>
                <a:cubicBezTo>
                  <a:pt x="1259070" y="99873"/>
                  <a:pt x="1261961" y="98585"/>
                  <a:pt x="1264378" y="96589"/>
                </a:cubicBezTo>
                <a:cubicBezTo>
                  <a:pt x="1264904" y="96168"/>
                  <a:pt x="1265455" y="96011"/>
                  <a:pt x="1266033" y="96117"/>
                </a:cubicBezTo>
                <a:cubicBezTo>
                  <a:pt x="1266612" y="96221"/>
                  <a:pt x="1267085" y="96484"/>
                  <a:pt x="1267452" y="96904"/>
                </a:cubicBezTo>
                <a:cubicBezTo>
                  <a:pt x="1267819" y="97324"/>
                  <a:pt x="1268055" y="97797"/>
                  <a:pt x="1268159" y="98323"/>
                </a:cubicBezTo>
                <a:cubicBezTo>
                  <a:pt x="1268265" y="98849"/>
                  <a:pt x="1268161" y="99322"/>
                  <a:pt x="1267846" y="99742"/>
                </a:cubicBezTo>
                <a:cubicBezTo>
                  <a:pt x="1264483" y="104156"/>
                  <a:pt x="1260699" y="107204"/>
                  <a:pt x="1256494" y="108886"/>
                </a:cubicBezTo>
                <a:cubicBezTo>
                  <a:pt x="1252291" y="110567"/>
                  <a:pt x="1247089" y="111407"/>
                  <a:pt x="1240887" y="111407"/>
                </a:cubicBezTo>
                <a:cubicBezTo>
                  <a:pt x="1234581" y="111407"/>
                  <a:pt x="1229142" y="110462"/>
                  <a:pt x="1224570" y="108571"/>
                </a:cubicBezTo>
                <a:cubicBezTo>
                  <a:pt x="1219998" y="106679"/>
                  <a:pt x="1216214" y="104024"/>
                  <a:pt x="1213218" y="100608"/>
                </a:cubicBezTo>
                <a:cubicBezTo>
                  <a:pt x="1210224" y="97192"/>
                  <a:pt x="1208017" y="93199"/>
                  <a:pt x="1206598" y="88629"/>
                </a:cubicBezTo>
                <a:cubicBezTo>
                  <a:pt x="1205178" y="84056"/>
                  <a:pt x="1204469" y="79090"/>
                  <a:pt x="1204469" y="73728"/>
                </a:cubicBezTo>
                <a:cubicBezTo>
                  <a:pt x="1204469" y="68579"/>
                  <a:pt x="1205335" y="63692"/>
                  <a:pt x="1207069" y="59069"/>
                </a:cubicBezTo>
                <a:cubicBezTo>
                  <a:pt x="1208804" y="54443"/>
                  <a:pt x="1211248" y="50449"/>
                  <a:pt x="1214401" y="47086"/>
                </a:cubicBezTo>
                <a:cubicBezTo>
                  <a:pt x="1217554" y="43723"/>
                  <a:pt x="1221285" y="41043"/>
                  <a:pt x="1225595" y="39047"/>
                </a:cubicBezTo>
                <a:cubicBezTo>
                  <a:pt x="1229904" y="37049"/>
                  <a:pt x="1234686" y="36049"/>
                  <a:pt x="1239942" y="36049"/>
                </a:cubicBezTo>
                <a:cubicBezTo>
                  <a:pt x="1244355" y="36049"/>
                  <a:pt x="1248375" y="36812"/>
                  <a:pt x="1252001" y="38337"/>
                </a:cubicBezTo>
                <a:cubicBezTo>
                  <a:pt x="1255627" y="39861"/>
                  <a:pt x="1258701" y="41962"/>
                  <a:pt x="1261224" y="44642"/>
                </a:cubicBezTo>
                <a:cubicBezTo>
                  <a:pt x="1263747" y="47322"/>
                  <a:pt x="1265718" y="50528"/>
                  <a:pt x="1267137" y="54260"/>
                </a:cubicBezTo>
                <a:cubicBezTo>
                  <a:pt x="1268556" y="57990"/>
                  <a:pt x="1269266" y="62010"/>
                  <a:pt x="1269266" y="66319"/>
                </a:cubicBezTo>
                <a:cubicBezTo>
                  <a:pt x="1269266" y="68526"/>
                  <a:pt x="1268478" y="69629"/>
                  <a:pt x="1266901" y="69629"/>
                </a:cubicBezTo>
                <a:lnTo>
                  <a:pt x="1221969" y="69629"/>
                </a:lnTo>
                <a:moveTo>
                  <a:pt x="1250820" y="64113"/>
                </a:moveTo>
                <a:cubicBezTo>
                  <a:pt x="1252290" y="64113"/>
                  <a:pt x="1253131" y="63588"/>
                  <a:pt x="1253341" y="62537"/>
                </a:cubicBezTo>
                <a:cubicBezTo>
                  <a:pt x="1253552" y="61485"/>
                  <a:pt x="1253658" y="60223"/>
                  <a:pt x="1253658" y="58751"/>
                </a:cubicBezTo>
                <a:cubicBezTo>
                  <a:pt x="1253658" y="56544"/>
                  <a:pt x="1253317" y="54416"/>
                  <a:pt x="1252633" y="52367"/>
                </a:cubicBezTo>
                <a:cubicBezTo>
                  <a:pt x="1251950" y="50317"/>
                  <a:pt x="1250978" y="48504"/>
                  <a:pt x="1249715" y="46928"/>
                </a:cubicBezTo>
                <a:cubicBezTo>
                  <a:pt x="1248455" y="45351"/>
                  <a:pt x="1246931" y="44090"/>
                  <a:pt x="1245145" y="43144"/>
                </a:cubicBezTo>
                <a:cubicBezTo>
                  <a:pt x="1243358" y="42197"/>
                  <a:pt x="1241309" y="41724"/>
                  <a:pt x="1238996" y="41724"/>
                </a:cubicBezTo>
                <a:cubicBezTo>
                  <a:pt x="1236158" y="41724"/>
                  <a:pt x="1233713" y="42224"/>
                  <a:pt x="1231664" y="43223"/>
                </a:cubicBezTo>
                <a:cubicBezTo>
                  <a:pt x="1229614" y="44222"/>
                  <a:pt x="1227880" y="45536"/>
                  <a:pt x="1226461" y="47166"/>
                </a:cubicBezTo>
                <a:cubicBezTo>
                  <a:pt x="1225043" y="48793"/>
                  <a:pt x="1223966" y="50712"/>
                  <a:pt x="1223230" y="52920"/>
                </a:cubicBezTo>
                <a:cubicBezTo>
                  <a:pt x="1222494" y="55127"/>
                  <a:pt x="1221969" y="57438"/>
                  <a:pt x="1221654" y="59855"/>
                </a:cubicBezTo>
                <a:cubicBezTo>
                  <a:pt x="1221444" y="61117"/>
                  <a:pt x="1221365" y="62143"/>
                  <a:pt x="1221416" y="62932"/>
                </a:cubicBezTo>
                <a:cubicBezTo>
                  <a:pt x="1221469" y="63719"/>
                  <a:pt x="1221706" y="64113"/>
                  <a:pt x="1222126" y="64113"/>
                </a:cubicBezTo>
                <a:lnTo>
                  <a:pt x="1250820" y="64113"/>
                </a:lnTo>
                <a:close/>
                <a:moveTo>
                  <a:pt x="1329172" y="38414"/>
                </a:moveTo>
                <a:cubicBezTo>
                  <a:pt x="1328858" y="39570"/>
                  <a:pt x="1328569" y="40990"/>
                  <a:pt x="1328306" y="42672"/>
                </a:cubicBezTo>
                <a:cubicBezTo>
                  <a:pt x="1328043" y="44353"/>
                  <a:pt x="1327912" y="46139"/>
                  <a:pt x="1327912" y="48032"/>
                </a:cubicBezTo>
                <a:cubicBezTo>
                  <a:pt x="1327912" y="50028"/>
                  <a:pt x="1327964" y="52104"/>
                  <a:pt x="1328068" y="54260"/>
                </a:cubicBezTo>
                <a:cubicBezTo>
                  <a:pt x="1328174" y="56414"/>
                  <a:pt x="1328227" y="58069"/>
                  <a:pt x="1328227" y="59225"/>
                </a:cubicBezTo>
                <a:cubicBezTo>
                  <a:pt x="1328227" y="59541"/>
                  <a:pt x="1328017" y="59804"/>
                  <a:pt x="1327596" y="60014"/>
                </a:cubicBezTo>
                <a:cubicBezTo>
                  <a:pt x="1327176" y="60224"/>
                  <a:pt x="1326703" y="60356"/>
                  <a:pt x="1326177" y="60409"/>
                </a:cubicBezTo>
                <a:cubicBezTo>
                  <a:pt x="1325653" y="60460"/>
                  <a:pt x="1325180" y="60407"/>
                  <a:pt x="1324758" y="60250"/>
                </a:cubicBezTo>
                <a:cubicBezTo>
                  <a:pt x="1324338" y="60093"/>
                  <a:pt x="1324075" y="59856"/>
                  <a:pt x="1323971" y="59540"/>
                </a:cubicBezTo>
                <a:cubicBezTo>
                  <a:pt x="1322815" y="53970"/>
                  <a:pt x="1320922" y="49688"/>
                  <a:pt x="1318294" y="46692"/>
                </a:cubicBezTo>
                <a:cubicBezTo>
                  <a:pt x="1315667" y="43696"/>
                  <a:pt x="1311464" y="42198"/>
                  <a:pt x="1305684" y="42198"/>
                </a:cubicBezTo>
                <a:cubicBezTo>
                  <a:pt x="1301795" y="42198"/>
                  <a:pt x="1298589" y="43171"/>
                  <a:pt x="1296066" y="45116"/>
                </a:cubicBezTo>
                <a:cubicBezTo>
                  <a:pt x="1293544" y="47060"/>
                  <a:pt x="1292282" y="49661"/>
                  <a:pt x="1292282" y="52920"/>
                </a:cubicBezTo>
                <a:cubicBezTo>
                  <a:pt x="1292282" y="55651"/>
                  <a:pt x="1293333" y="57753"/>
                  <a:pt x="1295434" y="59225"/>
                </a:cubicBezTo>
                <a:cubicBezTo>
                  <a:pt x="1297536" y="60696"/>
                  <a:pt x="1300322" y="62062"/>
                  <a:pt x="1303791" y="63324"/>
                </a:cubicBezTo>
                <a:cubicBezTo>
                  <a:pt x="1305263" y="63850"/>
                  <a:pt x="1307024" y="64508"/>
                  <a:pt x="1309073" y="65297"/>
                </a:cubicBezTo>
                <a:cubicBezTo>
                  <a:pt x="1311123" y="66084"/>
                  <a:pt x="1312778" y="66740"/>
                  <a:pt x="1314038" y="67264"/>
                </a:cubicBezTo>
                <a:cubicBezTo>
                  <a:pt x="1316771" y="68527"/>
                  <a:pt x="1319320" y="69841"/>
                  <a:pt x="1321683" y="71207"/>
                </a:cubicBezTo>
                <a:cubicBezTo>
                  <a:pt x="1324049" y="72574"/>
                  <a:pt x="1326098" y="74177"/>
                  <a:pt x="1327832" y="76016"/>
                </a:cubicBezTo>
                <a:cubicBezTo>
                  <a:pt x="1329567" y="77854"/>
                  <a:pt x="1330934" y="79929"/>
                  <a:pt x="1331931" y="82242"/>
                </a:cubicBezTo>
                <a:cubicBezTo>
                  <a:pt x="1332930" y="84554"/>
                  <a:pt x="1333430" y="87235"/>
                  <a:pt x="1333430" y="90284"/>
                </a:cubicBezTo>
                <a:cubicBezTo>
                  <a:pt x="1333430" y="94277"/>
                  <a:pt x="1332589" y="97613"/>
                  <a:pt x="1330906" y="100293"/>
                </a:cubicBezTo>
                <a:cubicBezTo>
                  <a:pt x="1329226" y="102973"/>
                  <a:pt x="1327071" y="105128"/>
                  <a:pt x="1324443" y="106757"/>
                </a:cubicBezTo>
                <a:cubicBezTo>
                  <a:pt x="1321816" y="108387"/>
                  <a:pt x="1318821" y="109568"/>
                  <a:pt x="1315458" y="110303"/>
                </a:cubicBezTo>
                <a:cubicBezTo>
                  <a:pt x="1312095" y="111039"/>
                  <a:pt x="1308784" y="111407"/>
                  <a:pt x="1305525" y="111407"/>
                </a:cubicBezTo>
                <a:cubicBezTo>
                  <a:pt x="1302792" y="111407"/>
                  <a:pt x="1299744" y="111092"/>
                  <a:pt x="1296381" y="110462"/>
                </a:cubicBezTo>
                <a:cubicBezTo>
                  <a:pt x="1293018" y="109831"/>
                  <a:pt x="1290075" y="108938"/>
                  <a:pt x="1287553" y="107782"/>
                </a:cubicBezTo>
                <a:cubicBezTo>
                  <a:pt x="1286923" y="107572"/>
                  <a:pt x="1286266" y="107677"/>
                  <a:pt x="1285583" y="108097"/>
                </a:cubicBezTo>
                <a:cubicBezTo>
                  <a:pt x="1284899" y="108517"/>
                  <a:pt x="1284453" y="109305"/>
                  <a:pt x="1284243" y="110462"/>
                </a:cubicBezTo>
                <a:cubicBezTo>
                  <a:pt x="1284243" y="110778"/>
                  <a:pt x="1284006" y="110988"/>
                  <a:pt x="1283533" y="111092"/>
                </a:cubicBezTo>
                <a:cubicBezTo>
                  <a:pt x="1283060" y="111198"/>
                  <a:pt x="1282560" y="111251"/>
                  <a:pt x="1282034" y="111251"/>
                </a:cubicBezTo>
                <a:cubicBezTo>
                  <a:pt x="1281614" y="111251"/>
                  <a:pt x="1281194" y="111171"/>
                  <a:pt x="1280774" y="111013"/>
                </a:cubicBezTo>
                <a:cubicBezTo>
                  <a:pt x="1280354" y="110855"/>
                  <a:pt x="1280144" y="110620"/>
                  <a:pt x="1280144" y="110305"/>
                </a:cubicBezTo>
                <a:cubicBezTo>
                  <a:pt x="1280144" y="109463"/>
                  <a:pt x="1280249" y="108307"/>
                  <a:pt x="1280459" y="106837"/>
                </a:cubicBezTo>
                <a:cubicBezTo>
                  <a:pt x="1280669" y="105364"/>
                  <a:pt x="1280774" y="103998"/>
                  <a:pt x="1280774" y="102737"/>
                </a:cubicBezTo>
                <a:cubicBezTo>
                  <a:pt x="1280774" y="101475"/>
                  <a:pt x="1280694" y="100082"/>
                  <a:pt x="1280536" y="98559"/>
                </a:cubicBezTo>
                <a:cubicBezTo>
                  <a:pt x="1280379" y="97035"/>
                  <a:pt x="1280221" y="95538"/>
                  <a:pt x="1280064" y="94068"/>
                </a:cubicBezTo>
                <a:cubicBezTo>
                  <a:pt x="1279907" y="92595"/>
                  <a:pt x="1279776" y="91281"/>
                  <a:pt x="1279670" y="90125"/>
                </a:cubicBezTo>
                <a:cubicBezTo>
                  <a:pt x="1279565" y="88969"/>
                  <a:pt x="1279513" y="88127"/>
                  <a:pt x="1279513" y="87601"/>
                </a:cubicBezTo>
                <a:cubicBezTo>
                  <a:pt x="1279513" y="87181"/>
                  <a:pt x="1279723" y="86866"/>
                  <a:pt x="1280144" y="86656"/>
                </a:cubicBezTo>
                <a:cubicBezTo>
                  <a:pt x="1280564" y="86446"/>
                  <a:pt x="1281036" y="86315"/>
                  <a:pt x="1281560" y="86264"/>
                </a:cubicBezTo>
                <a:cubicBezTo>
                  <a:pt x="1282087" y="86211"/>
                  <a:pt x="1282586" y="86263"/>
                  <a:pt x="1283059" y="86420"/>
                </a:cubicBezTo>
                <a:cubicBezTo>
                  <a:pt x="1283532" y="86577"/>
                  <a:pt x="1283822" y="86866"/>
                  <a:pt x="1283928" y="87286"/>
                </a:cubicBezTo>
                <a:cubicBezTo>
                  <a:pt x="1284662" y="90335"/>
                  <a:pt x="1285608" y="93016"/>
                  <a:pt x="1286764" y="95328"/>
                </a:cubicBezTo>
                <a:cubicBezTo>
                  <a:pt x="1287920" y="97639"/>
                  <a:pt x="1289365" y="99584"/>
                  <a:pt x="1291099" y="101162"/>
                </a:cubicBezTo>
                <a:cubicBezTo>
                  <a:pt x="1292834" y="102738"/>
                  <a:pt x="1294936" y="103921"/>
                  <a:pt x="1297406" y="104710"/>
                </a:cubicBezTo>
                <a:cubicBezTo>
                  <a:pt x="1299876" y="105497"/>
                  <a:pt x="1302845" y="105891"/>
                  <a:pt x="1306314" y="105891"/>
                </a:cubicBezTo>
                <a:cubicBezTo>
                  <a:pt x="1310097" y="105891"/>
                  <a:pt x="1313171" y="104840"/>
                  <a:pt x="1315535" y="102737"/>
                </a:cubicBezTo>
                <a:cubicBezTo>
                  <a:pt x="1317900" y="100635"/>
                  <a:pt x="1319083" y="97692"/>
                  <a:pt x="1319083" y="93909"/>
                </a:cubicBezTo>
                <a:cubicBezTo>
                  <a:pt x="1319083" y="90546"/>
                  <a:pt x="1317900" y="87892"/>
                  <a:pt x="1315535" y="85949"/>
                </a:cubicBezTo>
                <a:cubicBezTo>
                  <a:pt x="1313171" y="84003"/>
                  <a:pt x="1310412" y="82295"/>
                  <a:pt x="1307259" y="80822"/>
                </a:cubicBezTo>
                <a:cubicBezTo>
                  <a:pt x="1305787" y="80192"/>
                  <a:pt x="1304289" y="79562"/>
                  <a:pt x="1302766" y="78932"/>
                </a:cubicBezTo>
                <a:cubicBezTo>
                  <a:pt x="1301242" y="78301"/>
                  <a:pt x="1299692" y="77671"/>
                  <a:pt x="1298116" y="77041"/>
                </a:cubicBezTo>
                <a:cubicBezTo>
                  <a:pt x="1295803" y="76095"/>
                  <a:pt x="1293517" y="75123"/>
                  <a:pt x="1291257" y="74125"/>
                </a:cubicBezTo>
                <a:cubicBezTo>
                  <a:pt x="1288998" y="73126"/>
                  <a:pt x="1287000" y="71890"/>
                  <a:pt x="1285265" y="70418"/>
                </a:cubicBezTo>
                <a:cubicBezTo>
                  <a:pt x="1283531" y="68946"/>
                  <a:pt x="1282139" y="67106"/>
                  <a:pt x="1281089" y="64900"/>
                </a:cubicBezTo>
                <a:cubicBezTo>
                  <a:pt x="1280039" y="62693"/>
                  <a:pt x="1279513" y="59960"/>
                  <a:pt x="1279513" y="56701"/>
                </a:cubicBezTo>
                <a:cubicBezTo>
                  <a:pt x="1279513" y="52918"/>
                  <a:pt x="1280327" y="49713"/>
                  <a:pt x="1281955" y="47086"/>
                </a:cubicBezTo>
                <a:cubicBezTo>
                  <a:pt x="1283584" y="44458"/>
                  <a:pt x="1285686" y="42330"/>
                  <a:pt x="1288260" y="40702"/>
                </a:cubicBezTo>
                <a:cubicBezTo>
                  <a:pt x="1290836" y="39072"/>
                  <a:pt x="1293700" y="37890"/>
                  <a:pt x="1296853" y="37154"/>
                </a:cubicBezTo>
                <a:cubicBezTo>
                  <a:pt x="1300007" y="36418"/>
                  <a:pt x="1303108" y="36049"/>
                  <a:pt x="1306155" y="36049"/>
                </a:cubicBezTo>
                <a:cubicBezTo>
                  <a:pt x="1309098" y="36049"/>
                  <a:pt x="1311699" y="36391"/>
                  <a:pt x="1313959" y="37074"/>
                </a:cubicBezTo>
                <a:cubicBezTo>
                  <a:pt x="1316219" y="37757"/>
                  <a:pt x="1318715" y="38992"/>
                  <a:pt x="1321448" y="40779"/>
                </a:cubicBezTo>
                <a:cubicBezTo>
                  <a:pt x="1321868" y="40989"/>
                  <a:pt x="1322420" y="40963"/>
                  <a:pt x="1323103" y="40702"/>
                </a:cubicBezTo>
                <a:cubicBezTo>
                  <a:pt x="1323786" y="40439"/>
                  <a:pt x="1324338" y="39571"/>
                  <a:pt x="1324758" y="38099"/>
                </a:cubicBezTo>
                <a:cubicBezTo>
                  <a:pt x="1324864" y="37679"/>
                  <a:pt x="1325179" y="37417"/>
                  <a:pt x="1325703" y="37312"/>
                </a:cubicBezTo>
                <a:cubicBezTo>
                  <a:pt x="1326229" y="37207"/>
                  <a:pt x="1326755" y="37180"/>
                  <a:pt x="1327281" y="37233"/>
                </a:cubicBezTo>
                <a:cubicBezTo>
                  <a:pt x="1327807" y="37284"/>
                  <a:pt x="1328280" y="37416"/>
                  <a:pt x="1328701" y="37628"/>
                </a:cubicBezTo>
                <a:cubicBezTo>
                  <a:pt x="1329121" y="37838"/>
                  <a:pt x="1329278" y="38100"/>
                  <a:pt x="1329172" y="38414"/>
                </a:cubicBezTo>
                <a:close/>
                <a:moveTo>
                  <a:pt x="1360231" y="69629"/>
                </a:moveTo>
                <a:cubicBezTo>
                  <a:pt x="1359705" y="69629"/>
                  <a:pt x="1359416" y="69814"/>
                  <a:pt x="1359363" y="70182"/>
                </a:cubicBezTo>
                <a:cubicBezTo>
                  <a:pt x="1359311" y="70550"/>
                  <a:pt x="1359286" y="70996"/>
                  <a:pt x="1359286" y="71522"/>
                </a:cubicBezTo>
                <a:cubicBezTo>
                  <a:pt x="1359286" y="76988"/>
                  <a:pt x="1359889" y="81612"/>
                  <a:pt x="1361097" y="85395"/>
                </a:cubicBezTo>
                <a:cubicBezTo>
                  <a:pt x="1362306" y="89179"/>
                  <a:pt x="1363988" y="92253"/>
                  <a:pt x="1366142" y="94618"/>
                </a:cubicBezTo>
                <a:cubicBezTo>
                  <a:pt x="1368297" y="96982"/>
                  <a:pt x="1370873" y="98690"/>
                  <a:pt x="1373868" y="99742"/>
                </a:cubicBezTo>
                <a:cubicBezTo>
                  <a:pt x="1376864" y="100793"/>
                  <a:pt x="1380096" y="101318"/>
                  <a:pt x="1383563" y="101318"/>
                </a:cubicBezTo>
                <a:cubicBezTo>
                  <a:pt x="1387136" y="101318"/>
                  <a:pt x="1390604" y="101029"/>
                  <a:pt x="1393967" y="100452"/>
                </a:cubicBezTo>
                <a:cubicBezTo>
                  <a:pt x="1397332" y="99873"/>
                  <a:pt x="1400222" y="98585"/>
                  <a:pt x="1402639" y="96589"/>
                </a:cubicBezTo>
                <a:cubicBezTo>
                  <a:pt x="1403165" y="96168"/>
                  <a:pt x="1403717" y="96011"/>
                  <a:pt x="1404294" y="96117"/>
                </a:cubicBezTo>
                <a:cubicBezTo>
                  <a:pt x="1404873" y="96221"/>
                  <a:pt x="1405346" y="96484"/>
                  <a:pt x="1405714" y="96904"/>
                </a:cubicBezTo>
                <a:cubicBezTo>
                  <a:pt x="1406081" y="97324"/>
                  <a:pt x="1406317" y="97797"/>
                  <a:pt x="1406421" y="98323"/>
                </a:cubicBezTo>
                <a:cubicBezTo>
                  <a:pt x="1406527" y="98849"/>
                  <a:pt x="1406422" y="99322"/>
                  <a:pt x="1406108" y="99742"/>
                </a:cubicBezTo>
                <a:cubicBezTo>
                  <a:pt x="1402745" y="104156"/>
                  <a:pt x="1398961" y="107204"/>
                  <a:pt x="1394756" y="108886"/>
                </a:cubicBezTo>
                <a:cubicBezTo>
                  <a:pt x="1390553" y="110567"/>
                  <a:pt x="1385350" y="111407"/>
                  <a:pt x="1379149" y="111407"/>
                </a:cubicBezTo>
                <a:cubicBezTo>
                  <a:pt x="1372843" y="111407"/>
                  <a:pt x="1367404" y="110462"/>
                  <a:pt x="1362831" y="108571"/>
                </a:cubicBezTo>
                <a:cubicBezTo>
                  <a:pt x="1358259" y="106679"/>
                  <a:pt x="1354475" y="104024"/>
                  <a:pt x="1351479" y="100608"/>
                </a:cubicBezTo>
                <a:cubicBezTo>
                  <a:pt x="1348485" y="97192"/>
                  <a:pt x="1346279" y="93199"/>
                  <a:pt x="1344859" y="88629"/>
                </a:cubicBezTo>
                <a:cubicBezTo>
                  <a:pt x="1343440" y="84056"/>
                  <a:pt x="1342730" y="79090"/>
                  <a:pt x="1342730" y="73728"/>
                </a:cubicBezTo>
                <a:cubicBezTo>
                  <a:pt x="1342730" y="68579"/>
                  <a:pt x="1343597" y="63692"/>
                  <a:pt x="1345331" y="59069"/>
                </a:cubicBezTo>
                <a:cubicBezTo>
                  <a:pt x="1347066" y="54443"/>
                  <a:pt x="1349510" y="50449"/>
                  <a:pt x="1352663" y="47086"/>
                </a:cubicBezTo>
                <a:cubicBezTo>
                  <a:pt x="1355816" y="43723"/>
                  <a:pt x="1359547" y="41043"/>
                  <a:pt x="1363856" y="39047"/>
                </a:cubicBezTo>
                <a:cubicBezTo>
                  <a:pt x="1368165" y="37049"/>
                  <a:pt x="1372948" y="36049"/>
                  <a:pt x="1378203" y="36049"/>
                </a:cubicBezTo>
                <a:cubicBezTo>
                  <a:pt x="1382617" y="36049"/>
                  <a:pt x="1386636" y="36812"/>
                  <a:pt x="1390262" y="38337"/>
                </a:cubicBezTo>
                <a:cubicBezTo>
                  <a:pt x="1393889" y="39861"/>
                  <a:pt x="1396963" y="41962"/>
                  <a:pt x="1399486" y="44642"/>
                </a:cubicBezTo>
                <a:cubicBezTo>
                  <a:pt x="1402008" y="47322"/>
                  <a:pt x="1403979" y="50528"/>
                  <a:pt x="1405398" y="54260"/>
                </a:cubicBezTo>
                <a:cubicBezTo>
                  <a:pt x="1406818" y="57990"/>
                  <a:pt x="1407527" y="62010"/>
                  <a:pt x="1407527" y="66319"/>
                </a:cubicBezTo>
                <a:cubicBezTo>
                  <a:pt x="1407527" y="68526"/>
                  <a:pt x="1406739" y="69629"/>
                  <a:pt x="1405163" y="69629"/>
                </a:cubicBezTo>
                <a:lnTo>
                  <a:pt x="1360231" y="69629"/>
                </a:lnTo>
                <a:moveTo>
                  <a:pt x="1389081" y="64113"/>
                </a:moveTo>
                <a:cubicBezTo>
                  <a:pt x="1390552" y="64113"/>
                  <a:pt x="1391392" y="63588"/>
                  <a:pt x="1391602" y="62537"/>
                </a:cubicBezTo>
                <a:cubicBezTo>
                  <a:pt x="1391814" y="61485"/>
                  <a:pt x="1391920" y="60223"/>
                  <a:pt x="1391920" y="58751"/>
                </a:cubicBezTo>
                <a:cubicBezTo>
                  <a:pt x="1391920" y="56544"/>
                  <a:pt x="1391578" y="54416"/>
                  <a:pt x="1390895" y="52367"/>
                </a:cubicBezTo>
                <a:cubicBezTo>
                  <a:pt x="1390212" y="50317"/>
                  <a:pt x="1389239" y="48504"/>
                  <a:pt x="1387977" y="46928"/>
                </a:cubicBezTo>
                <a:cubicBezTo>
                  <a:pt x="1386717" y="45351"/>
                  <a:pt x="1385193" y="44090"/>
                  <a:pt x="1383407" y="43144"/>
                </a:cubicBezTo>
                <a:cubicBezTo>
                  <a:pt x="1381620" y="42197"/>
                  <a:pt x="1379570" y="41724"/>
                  <a:pt x="1377258" y="41724"/>
                </a:cubicBezTo>
                <a:cubicBezTo>
                  <a:pt x="1374419" y="41724"/>
                  <a:pt x="1371975" y="42224"/>
                  <a:pt x="1369926" y="43223"/>
                </a:cubicBezTo>
                <a:cubicBezTo>
                  <a:pt x="1367876" y="44222"/>
                  <a:pt x="1366142" y="45536"/>
                  <a:pt x="1364722" y="47166"/>
                </a:cubicBezTo>
                <a:cubicBezTo>
                  <a:pt x="1363305" y="48793"/>
                  <a:pt x="1362228" y="50712"/>
                  <a:pt x="1361492" y="52920"/>
                </a:cubicBezTo>
                <a:cubicBezTo>
                  <a:pt x="1360755" y="55127"/>
                  <a:pt x="1360230" y="57438"/>
                  <a:pt x="1359916" y="59855"/>
                </a:cubicBezTo>
                <a:cubicBezTo>
                  <a:pt x="1359706" y="61117"/>
                  <a:pt x="1359626" y="62143"/>
                  <a:pt x="1359678" y="62932"/>
                </a:cubicBezTo>
                <a:cubicBezTo>
                  <a:pt x="1359731" y="63719"/>
                  <a:pt x="1359967" y="64113"/>
                  <a:pt x="1360387" y="64113"/>
                </a:cubicBezTo>
                <a:lnTo>
                  <a:pt x="1389081" y="64113"/>
                </a:lnTo>
                <a:close/>
                <a:moveTo>
                  <a:pt x="1442841" y="90755"/>
                </a:moveTo>
                <a:cubicBezTo>
                  <a:pt x="1442841" y="93384"/>
                  <a:pt x="1442893" y="95591"/>
                  <a:pt x="1442998" y="97378"/>
                </a:cubicBezTo>
                <a:cubicBezTo>
                  <a:pt x="1443104" y="99164"/>
                  <a:pt x="1443393" y="100636"/>
                  <a:pt x="1443866" y="101792"/>
                </a:cubicBezTo>
                <a:cubicBezTo>
                  <a:pt x="1444339" y="102948"/>
                  <a:pt x="1445127" y="103842"/>
                  <a:pt x="1446231" y="104472"/>
                </a:cubicBezTo>
                <a:cubicBezTo>
                  <a:pt x="1447334" y="105102"/>
                  <a:pt x="1448884" y="105575"/>
                  <a:pt x="1450881" y="105891"/>
                </a:cubicBezTo>
                <a:cubicBezTo>
                  <a:pt x="1451511" y="105995"/>
                  <a:pt x="1451984" y="106284"/>
                  <a:pt x="1452300" y="106757"/>
                </a:cubicBezTo>
                <a:cubicBezTo>
                  <a:pt x="1452616" y="107230"/>
                  <a:pt x="1452774" y="107782"/>
                  <a:pt x="1452774" y="108412"/>
                </a:cubicBezTo>
                <a:cubicBezTo>
                  <a:pt x="1452774" y="108938"/>
                  <a:pt x="1452616" y="109438"/>
                  <a:pt x="1452300" y="109911"/>
                </a:cubicBezTo>
                <a:cubicBezTo>
                  <a:pt x="1451984" y="110384"/>
                  <a:pt x="1451511" y="110621"/>
                  <a:pt x="1450881" y="110621"/>
                </a:cubicBezTo>
                <a:cubicBezTo>
                  <a:pt x="1449830" y="110621"/>
                  <a:pt x="1447859" y="110436"/>
                  <a:pt x="1444968" y="110067"/>
                </a:cubicBezTo>
                <a:cubicBezTo>
                  <a:pt x="1442078" y="109700"/>
                  <a:pt x="1439057" y="109516"/>
                  <a:pt x="1435904" y="109516"/>
                </a:cubicBezTo>
                <a:cubicBezTo>
                  <a:pt x="1432541" y="109516"/>
                  <a:pt x="1429283" y="109700"/>
                  <a:pt x="1426130" y="110067"/>
                </a:cubicBezTo>
                <a:cubicBezTo>
                  <a:pt x="1422977" y="110436"/>
                  <a:pt x="1420034" y="110621"/>
                  <a:pt x="1417301" y="110621"/>
                </a:cubicBezTo>
                <a:cubicBezTo>
                  <a:pt x="1416775" y="110621"/>
                  <a:pt x="1416354" y="110384"/>
                  <a:pt x="1416038" y="109911"/>
                </a:cubicBezTo>
                <a:cubicBezTo>
                  <a:pt x="1415724" y="109438"/>
                  <a:pt x="1415567" y="108938"/>
                  <a:pt x="1415567" y="108412"/>
                </a:cubicBezTo>
                <a:cubicBezTo>
                  <a:pt x="1415567" y="107782"/>
                  <a:pt x="1415724" y="107230"/>
                  <a:pt x="1416038" y="106757"/>
                </a:cubicBezTo>
                <a:cubicBezTo>
                  <a:pt x="1416354" y="106284"/>
                  <a:pt x="1416828" y="105995"/>
                  <a:pt x="1417460" y="105891"/>
                </a:cubicBezTo>
                <a:cubicBezTo>
                  <a:pt x="1420087" y="105575"/>
                  <a:pt x="1422109" y="105155"/>
                  <a:pt x="1423527" y="104631"/>
                </a:cubicBezTo>
                <a:cubicBezTo>
                  <a:pt x="1424946" y="104105"/>
                  <a:pt x="1425997" y="103316"/>
                  <a:pt x="1426681" y="102266"/>
                </a:cubicBezTo>
                <a:cubicBezTo>
                  <a:pt x="1427364" y="101214"/>
                  <a:pt x="1427757" y="99847"/>
                  <a:pt x="1427862" y="98167"/>
                </a:cubicBezTo>
                <a:cubicBezTo>
                  <a:pt x="1427968" y="96484"/>
                  <a:pt x="1428021" y="94329"/>
                  <a:pt x="1428021" y="91701"/>
                </a:cubicBezTo>
                <a:lnTo>
                  <a:pt x="1428021" y="71837"/>
                </a:lnTo>
                <a:cubicBezTo>
                  <a:pt x="1428021" y="66688"/>
                  <a:pt x="1427968" y="62405"/>
                  <a:pt x="1427862" y="58989"/>
                </a:cubicBezTo>
                <a:cubicBezTo>
                  <a:pt x="1427757" y="55573"/>
                  <a:pt x="1427390" y="52867"/>
                  <a:pt x="1426760" y="50870"/>
                </a:cubicBezTo>
                <a:cubicBezTo>
                  <a:pt x="1426130" y="48872"/>
                  <a:pt x="1425131" y="47479"/>
                  <a:pt x="1423765" y="46692"/>
                </a:cubicBezTo>
                <a:cubicBezTo>
                  <a:pt x="1422399" y="45903"/>
                  <a:pt x="1420454" y="45508"/>
                  <a:pt x="1417931" y="45508"/>
                </a:cubicBezTo>
                <a:cubicBezTo>
                  <a:pt x="1417301" y="45508"/>
                  <a:pt x="1416802" y="45298"/>
                  <a:pt x="1416433" y="44878"/>
                </a:cubicBezTo>
                <a:cubicBezTo>
                  <a:pt x="1416065" y="44458"/>
                  <a:pt x="1415882" y="43985"/>
                  <a:pt x="1415882" y="43459"/>
                </a:cubicBezTo>
                <a:cubicBezTo>
                  <a:pt x="1415882" y="42828"/>
                  <a:pt x="1416065" y="42303"/>
                  <a:pt x="1416433" y="41883"/>
                </a:cubicBezTo>
                <a:cubicBezTo>
                  <a:pt x="1416802" y="41463"/>
                  <a:pt x="1417301" y="41253"/>
                  <a:pt x="1417931" y="41253"/>
                </a:cubicBezTo>
                <a:cubicBezTo>
                  <a:pt x="1419928" y="41253"/>
                  <a:pt x="1422844" y="40938"/>
                  <a:pt x="1426681" y="40307"/>
                </a:cubicBezTo>
                <a:cubicBezTo>
                  <a:pt x="1430517" y="39675"/>
                  <a:pt x="1434432" y="38782"/>
                  <a:pt x="1438427" y="37628"/>
                </a:cubicBezTo>
                <a:cubicBezTo>
                  <a:pt x="1439898" y="37206"/>
                  <a:pt x="1441001" y="37494"/>
                  <a:pt x="1441737" y="38494"/>
                </a:cubicBezTo>
                <a:cubicBezTo>
                  <a:pt x="1442473" y="39493"/>
                  <a:pt x="1442841" y="40622"/>
                  <a:pt x="1442841" y="41883"/>
                </a:cubicBezTo>
                <a:lnTo>
                  <a:pt x="1442841" y="48188"/>
                </a:lnTo>
                <a:cubicBezTo>
                  <a:pt x="1442841" y="48398"/>
                  <a:pt x="1442920" y="48530"/>
                  <a:pt x="1443077" y="48583"/>
                </a:cubicBezTo>
                <a:cubicBezTo>
                  <a:pt x="1443234" y="48636"/>
                  <a:pt x="1443366" y="48557"/>
                  <a:pt x="1443472" y="48347"/>
                </a:cubicBezTo>
                <a:cubicBezTo>
                  <a:pt x="1444208" y="47191"/>
                  <a:pt x="1445233" y="45904"/>
                  <a:pt x="1446546" y="44486"/>
                </a:cubicBezTo>
                <a:cubicBezTo>
                  <a:pt x="1447859" y="43067"/>
                  <a:pt x="1449436" y="41727"/>
                  <a:pt x="1451275" y="40466"/>
                </a:cubicBezTo>
                <a:cubicBezTo>
                  <a:pt x="1453115" y="39204"/>
                  <a:pt x="1455190" y="38153"/>
                  <a:pt x="1457501" y="37312"/>
                </a:cubicBezTo>
                <a:cubicBezTo>
                  <a:pt x="1459814" y="36470"/>
                  <a:pt x="1462389" y="36049"/>
                  <a:pt x="1465228" y="36049"/>
                </a:cubicBezTo>
                <a:cubicBezTo>
                  <a:pt x="1473110" y="36049"/>
                  <a:pt x="1479285" y="38231"/>
                  <a:pt x="1483751" y="42593"/>
                </a:cubicBezTo>
                <a:cubicBezTo>
                  <a:pt x="1488219" y="46955"/>
                  <a:pt x="1490453" y="54022"/>
                  <a:pt x="1490453" y="63796"/>
                </a:cubicBezTo>
                <a:lnTo>
                  <a:pt x="1490453" y="90755"/>
                </a:lnTo>
                <a:cubicBezTo>
                  <a:pt x="1490453" y="93594"/>
                  <a:pt x="1490532" y="95906"/>
                  <a:pt x="1490689" y="97693"/>
                </a:cubicBezTo>
                <a:cubicBezTo>
                  <a:pt x="1490846" y="99479"/>
                  <a:pt x="1491213" y="100924"/>
                  <a:pt x="1491790" y="102028"/>
                </a:cubicBezTo>
                <a:cubicBezTo>
                  <a:pt x="1492369" y="103131"/>
                  <a:pt x="1493263" y="103972"/>
                  <a:pt x="1494473" y="104551"/>
                </a:cubicBezTo>
                <a:cubicBezTo>
                  <a:pt x="1495682" y="105129"/>
                  <a:pt x="1497390" y="105575"/>
                  <a:pt x="1499597" y="105891"/>
                </a:cubicBezTo>
                <a:cubicBezTo>
                  <a:pt x="1500227" y="105995"/>
                  <a:pt x="1500699" y="106284"/>
                  <a:pt x="1501013" y="106757"/>
                </a:cubicBezTo>
                <a:cubicBezTo>
                  <a:pt x="1501329" y="107230"/>
                  <a:pt x="1501487" y="107782"/>
                  <a:pt x="1501487" y="108412"/>
                </a:cubicBezTo>
                <a:cubicBezTo>
                  <a:pt x="1501487" y="108938"/>
                  <a:pt x="1501329" y="109438"/>
                  <a:pt x="1501013" y="109911"/>
                </a:cubicBezTo>
                <a:cubicBezTo>
                  <a:pt x="1500699" y="110384"/>
                  <a:pt x="1500227" y="110621"/>
                  <a:pt x="1499597" y="110621"/>
                </a:cubicBezTo>
                <a:cubicBezTo>
                  <a:pt x="1498230" y="110621"/>
                  <a:pt x="1495996" y="110436"/>
                  <a:pt x="1492895" y="110067"/>
                </a:cubicBezTo>
                <a:cubicBezTo>
                  <a:pt x="1489795" y="109700"/>
                  <a:pt x="1486668" y="109516"/>
                  <a:pt x="1483515" y="109516"/>
                </a:cubicBezTo>
                <a:cubicBezTo>
                  <a:pt x="1480152" y="109516"/>
                  <a:pt x="1476946" y="109700"/>
                  <a:pt x="1473898" y="110067"/>
                </a:cubicBezTo>
                <a:cubicBezTo>
                  <a:pt x="1470851" y="110436"/>
                  <a:pt x="1468329" y="110621"/>
                  <a:pt x="1466332" y="110621"/>
                </a:cubicBezTo>
                <a:cubicBezTo>
                  <a:pt x="1465806" y="110621"/>
                  <a:pt x="1465385" y="110384"/>
                  <a:pt x="1465069" y="109911"/>
                </a:cubicBezTo>
                <a:cubicBezTo>
                  <a:pt x="1464755" y="109438"/>
                  <a:pt x="1464598" y="108938"/>
                  <a:pt x="1464598" y="108412"/>
                </a:cubicBezTo>
                <a:cubicBezTo>
                  <a:pt x="1464598" y="107782"/>
                  <a:pt x="1464755" y="107230"/>
                  <a:pt x="1465069" y="106757"/>
                </a:cubicBezTo>
                <a:cubicBezTo>
                  <a:pt x="1465385" y="106284"/>
                  <a:pt x="1465858" y="105995"/>
                  <a:pt x="1466488" y="105891"/>
                </a:cubicBezTo>
                <a:cubicBezTo>
                  <a:pt x="1468801" y="105575"/>
                  <a:pt x="1470561" y="105102"/>
                  <a:pt x="1471769" y="104472"/>
                </a:cubicBezTo>
                <a:cubicBezTo>
                  <a:pt x="1472978" y="103842"/>
                  <a:pt x="1473871" y="102975"/>
                  <a:pt x="1474448" y="101871"/>
                </a:cubicBezTo>
                <a:cubicBezTo>
                  <a:pt x="1475027" y="100766"/>
                  <a:pt x="1475369" y="99400"/>
                  <a:pt x="1475473" y="97772"/>
                </a:cubicBezTo>
                <a:cubicBezTo>
                  <a:pt x="1475579" y="96143"/>
                  <a:pt x="1475632" y="94119"/>
                  <a:pt x="1475632" y="91701"/>
                </a:cubicBezTo>
                <a:lnTo>
                  <a:pt x="1475632" y="67738"/>
                </a:lnTo>
                <a:cubicBezTo>
                  <a:pt x="1475632" y="65110"/>
                  <a:pt x="1475527" y="62482"/>
                  <a:pt x="1475317" y="59855"/>
                </a:cubicBezTo>
                <a:cubicBezTo>
                  <a:pt x="1475107" y="57228"/>
                  <a:pt x="1474529" y="54864"/>
                  <a:pt x="1473582" y="52761"/>
                </a:cubicBezTo>
                <a:cubicBezTo>
                  <a:pt x="1472638" y="50659"/>
                  <a:pt x="1471272" y="48924"/>
                  <a:pt x="1469483" y="47558"/>
                </a:cubicBezTo>
                <a:cubicBezTo>
                  <a:pt x="1467697" y="46191"/>
                  <a:pt x="1465227" y="45508"/>
                  <a:pt x="1462074" y="45508"/>
                </a:cubicBezTo>
                <a:cubicBezTo>
                  <a:pt x="1458921" y="45508"/>
                  <a:pt x="1456162" y="46008"/>
                  <a:pt x="1453796" y="47007"/>
                </a:cubicBezTo>
                <a:cubicBezTo>
                  <a:pt x="1451433" y="48004"/>
                  <a:pt x="1449436" y="49344"/>
                  <a:pt x="1447807" y="51027"/>
                </a:cubicBezTo>
                <a:cubicBezTo>
                  <a:pt x="1446177" y="52709"/>
                  <a:pt x="1444942" y="54680"/>
                  <a:pt x="1444102" y="56940"/>
                </a:cubicBezTo>
                <a:cubicBezTo>
                  <a:pt x="1443262" y="59199"/>
                  <a:pt x="1442841" y="61590"/>
                  <a:pt x="1442841" y="64113"/>
                </a:cubicBezTo>
                <a:lnTo>
                  <a:pt x="1442841" y="90755"/>
                </a:lnTo>
                <a:close/>
                <a:moveTo>
                  <a:pt x="1532545" y="85552"/>
                </a:moveTo>
                <a:cubicBezTo>
                  <a:pt x="1532545" y="91437"/>
                  <a:pt x="1533202" y="95800"/>
                  <a:pt x="1534516" y="98638"/>
                </a:cubicBezTo>
                <a:cubicBezTo>
                  <a:pt x="1535829" y="101475"/>
                  <a:pt x="1538220" y="102894"/>
                  <a:pt x="1541689" y="102894"/>
                </a:cubicBezTo>
                <a:cubicBezTo>
                  <a:pt x="1544106" y="102894"/>
                  <a:pt x="1546391" y="102526"/>
                  <a:pt x="1548545" y="101792"/>
                </a:cubicBezTo>
                <a:cubicBezTo>
                  <a:pt x="1550700" y="101056"/>
                  <a:pt x="1552356" y="100268"/>
                  <a:pt x="1553513" y="99427"/>
                </a:cubicBezTo>
                <a:cubicBezTo>
                  <a:pt x="1553829" y="99217"/>
                  <a:pt x="1554197" y="99191"/>
                  <a:pt x="1554617" y="99348"/>
                </a:cubicBezTo>
                <a:cubicBezTo>
                  <a:pt x="1555037" y="99505"/>
                  <a:pt x="1555404" y="99768"/>
                  <a:pt x="1555719" y="100137"/>
                </a:cubicBezTo>
                <a:cubicBezTo>
                  <a:pt x="1556034" y="100504"/>
                  <a:pt x="1556271" y="100898"/>
                  <a:pt x="1556428" y="101318"/>
                </a:cubicBezTo>
                <a:cubicBezTo>
                  <a:pt x="1556587" y="101738"/>
                  <a:pt x="1556561" y="102106"/>
                  <a:pt x="1556351" y="102422"/>
                </a:cubicBezTo>
                <a:cubicBezTo>
                  <a:pt x="1554355" y="105679"/>
                  <a:pt x="1551753" y="107991"/>
                  <a:pt x="1548547" y="109358"/>
                </a:cubicBezTo>
                <a:cubicBezTo>
                  <a:pt x="1545342" y="110724"/>
                  <a:pt x="1541584" y="111407"/>
                  <a:pt x="1537275" y="111407"/>
                </a:cubicBezTo>
                <a:cubicBezTo>
                  <a:pt x="1530129" y="111407"/>
                  <a:pt x="1525084" y="109805"/>
                  <a:pt x="1522141" y="106601"/>
                </a:cubicBezTo>
                <a:cubicBezTo>
                  <a:pt x="1519198" y="103395"/>
                  <a:pt x="1517727" y="98376"/>
                  <a:pt x="1517727" y="91544"/>
                </a:cubicBezTo>
                <a:lnTo>
                  <a:pt x="1517727" y="51027"/>
                </a:lnTo>
                <a:cubicBezTo>
                  <a:pt x="1517727" y="49766"/>
                  <a:pt x="1517674" y="48768"/>
                  <a:pt x="1517568" y="48032"/>
                </a:cubicBezTo>
                <a:cubicBezTo>
                  <a:pt x="1517464" y="47296"/>
                  <a:pt x="1517149" y="46770"/>
                  <a:pt x="1516623" y="46456"/>
                </a:cubicBezTo>
                <a:cubicBezTo>
                  <a:pt x="1516097" y="46140"/>
                  <a:pt x="1515229" y="45956"/>
                  <a:pt x="1514020" y="45903"/>
                </a:cubicBezTo>
                <a:cubicBezTo>
                  <a:pt x="1512812" y="45850"/>
                  <a:pt x="1511105" y="45823"/>
                  <a:pt x="1508898" y="45823"/>
                </a:cubicBezTo>
                <a:cubicBezTo>
                  <a:pt x="1508582" y="45823"/>
                  <a:pt x="1508319" y="45508"/>
                  <a:pt x="1508109" y="44878"/>
                </a:cubicBezTo>
                <a:cubicBezTo>
                  <a:pt x="1507899" y="44248"/>
                  <a:pt x="1507768" y="43565"/>
                  <a:pt x="1507715" y="42828"/>
                </a:cubicBezTo>
                <a:cubicBezTo>
                  <a:pt x="1507662" y="42092"/>
                  <a:pt x="1507741" y="41409"/>
                  <a:pt x="1507951" y="40779"/>
                </a:cubicBezTo>
                <a:cubicBezTo>
                  <a:pt x="1508162" y="40149"/>
                  <a:pt x="1508478" y="39833"/>
                  <a:pt x="1508898" y="39833"/>
                </a:cubicBezTo>
                <a:cubicBezTo>
                  <a:pt x="1511525" y="39623"/>
                  <a:pt x="1513784" y="39230"/>
                  <a:pt x="1515675" y="38652"/>
                </a:cubicBezTo>
                <a:cubicBezTo>
                  <a:pt x="1517567" y="38073"/>
                  <a:pt x="1519170" y="37154"/>
                  <a:pt x="1520484" y="35893"/>
                </a:cubicBezTo>
                <a:cubicBezTo>
                  <a:pt x="1521799" y="34631"/>
                  <a:pt x="1522850" y="32923"/>
                  <a:pt x="1523637" y="30769"/>
                </a:cubicBezTo>
                <a:cubicBezTo>
                  <a:pt x="1524427" y="28614"/>
                  <a:pt x="1525083" y="25802"/>
                  <a:pt x="1525608" y="22335"/>
                </a:cubicBezTo>
                <a:cubicBezTo>
                  <a:pt x="1525714" y="21703"/>
                  <a:pt x="1526134" y="21230"/>
                  <a:pt x="1526871" y="20916"/>
                </a:cubicBezTo>
                <a:cubicBezTo>
                  <a:pt x="1527607" y="20600"/>
                  <a:pt x="1528395" y="20442"/>
                  <a:pt x="1529235" y="20442"/>
                </a:cubicBezTo>
                <a:cubicBezTo>
                  <a:pt x="1530076" y="20442"/>
                  <a:pt x="1530837" y="20573"/>
                  <a:pt x="1531521" y="20836"/>
                </a:cubicBezTo>
                <a:cubicBezTo>
                  <a:pt x="1532204" y="21099"/>
                  <a:pt x="1532545" y="21441"/>
                  <a:pt x="1532545" y="21861"/>
                </a:cubicBezTo>
                <a:lnTo>
                  <a:pt x="1532545" y="35419"/>
                </a:lnTo>
                <a:cubicBezTo>
                  <a:pt x="1532545" y="37102"/>
                  <a:pt x="1532624" y="38074"/>
                  <a:pt x="1532781" y="38337"/>
                </a:cubicBezTo>
                <a:cubicBezTo>
                  <a:pt x="1532940" y="38599"/>
                  <a:pt x="1533597" y="38729"/>
                  <a:pt x="1534754" y="38729"/>
                </a:cubicBezTo>
                <a:lnTo>
                  <a:pt x="1551148" y="38729"/>
                </a:lnTo>
                <a:cubicBezTo>
                  <a:pt x="1551884" y="38729"/>
                  <a:pt x="1552357" y="39150"/>
                  <a:pt x="1552567" y="39992"/>
                </a:cubicBezTo>
                <a:cubicBezTo>
                  <a:pt x="1552777" y="40833"/>
                  <a:pt x="1552882" y="41568"/>
                  <a:pt x="1552882" y="42198"/>
                </a:cubicBezTo>
                <a:cubicBezTo>
                  <a:pt x="1552882" y="42828"/>
                  <a:pt x="1552751" y="43590"/>
                  <a:pt x="1552488" y="44483"/>
                </a:cubicBezTo>
                <a:cubicBezTo>
                  <a:pt x="1552226" y="45377"/>
                  <a:pt x="1551675" y="45823"/>
                  <a:pt x="1550833" y="45823"/>
                </a:cubicBezTo>
                <a:lnTo>
                  <a:pt x="1533965" y="45823"/>
                </a:lnTo>
                <a:cubicBezTo>
                  <a:pt x="1533229" y="45823"/>
                  <a:pt x="1532808" y="46008"/>
                  <a:pt x="1532702" y="46377"/>
                </a:cubicBezTo>
                <a:cubicBezTo>
                  <a:pt x="1532598" y="46744"/>
                  <a:pt x="1532545" y="48084"/>
                  <a:pt x="1532545" y="50396"/>
                </a:cubicBezTo>
                <a:lnTo>
                  <a:pt x="1532545" y="85552"/>
                </a:lnTo>
                <a:close/>
                <a:moveTo>
                  <a:pt x="1646686" y="77197"/>
                </a:moveTo>
                <a:cubicBezTo>
                  <a:pt x="1646686" y="76041"/>
                  <a:pt x="1646633" y="75331"/>
                  <a:pt x="1646527" y="75068"/>
                </a:cubicBezTo>
                <a:cubicBezTo>
                  <a:pt x="1646423" y="74805"/>
                  <a:pt x="1646160" y="74674"/>
                  <a:pt x="1645740" y="74674"/>
                </a:cubicBezTo>
                <a:cubicBezTo>
                  <a:pt x="1637122" y="75410"/>
                  <a:pt x="1630737" y="77224"/>
                  <a:pt x="1626584" y="80115"/>
                </a:cubicBezTo>
                <a:cubicBezTo>
                  <a:pt x="1622434" y="83005"/>
                  <a:pt x="1620359" y="86710"/>
                  <a:pt x="1620359" y="91229"/>
                </a:cubicBezTo>
                <a:cubicBezTo>
                  <a:pt x="1620359" y="94382"/>
                  <a:pt x="1621147" y="97036"/>
                  <a:pt x="1622724" y="99192"/>
                </a:cubicBezTo>
                <a:cubicBezTo>
                  <a:pt x="1624300" y="101345"/>
                  <a:pt x="1626928" y="102422"/>
                  <a:pt x="1630607" y="102422"/>
                </a:cubicBezTo>
                <a:cubicBezTo>
                  <a:pt x="1633023" y="102422"/>
                  <a:pt x="1635572" y="101949"/>
                  <a:pt x="1638252" y="101003"/>
                </a:cubicBezTo>
                <a:cubicBezTo>
                  <a:pt x="1640931" y="100057"/>
                  <a:pt x="1643323" y="98690"/>
                  <a:pt x="1645425" y="96904"/>
                </a:cubicBezTo>
                <a:cubicBezTo>
                  <a:pt x="1646265" y="96063"/>
                  <a:pt x="1646686" y="95222"/>
                  <a:pt x="1646686" y="94380"/>
                </a:cubicBezTo>
                <a:lnTo>
                  <a:pt x="1646686" y="77197"/>
                </a:lnTo>
                <a:moveTo>
                  <a:pt x="1661507" y="92805"/>
                </a:moveTo>
                <a:cubicBezTo>
                  <a:pt x="1661507" y="96484"/>
                  <a:pt x="1661848" y="99059"/>
                  <a:pt x="1662531" y="100531"/>
                </a:cubicBezTo>
                <a:cubicBezTo>
                  <a:pt x="1663214" y="102002"/>
                  <a:pt x="1664554" y="102737"/>
                  <a:pt x="1666551" y="102737"/>
                </a:cubicBezTo>
                <a:cubicBezTo>
                  <a:pt x="1667707" y="102737"/>
                  <a:pt x="1668653" y="102606"/>
                  <a:pt x="1669387" y="102343"/>
                </a:cubicBezTo>
                <a:cubicBezTo>
                  <a:pt x="1670123" y="102080"/>
                  <a:pt x="1671175" y="101528"/>
                  <a:pt x="1672541" y="100688"/>
                </a:cubicBezTo>
                <a:cubicBezTo>
                  <a:pt x="1672857" y="100478"/>
                  <a:pt x="1673199" y="100478"/>
                  <a:pt x="1673566" y="100688"/>
                </a:cubicBezTo>
                <a:cubicBezTo>
                  <a:pt x="1673935" y="100898"/>
                  <a:pt x="1674250" y="101187"/>
                  <a:pt x="1674511" y="101556"/>
                </a:cubicBezTo>
                <a:cubicBezTo>
                  <a:pt x="1674774" y="101923"/>
                  <a:pt x="1674958" y="102344"/>
                  <a:pt x="1675062" y="102817"/>
                </a:cubicBezTo>
                <a:cubicBezTo>
                  <a:pt x="1675168" y="103290"/>
                  <a:pt x="1675064" y="103684"/>
                  <a:pt x="1674749" y="103998"/>
                </a:cubicBezTo>
                <a:cubicBezTo>
                  <a:pt x="1670650" y="108937"/>
                  <a:pt x="1665815" y="111407"/>
                  <a:pt x="1660244" y="111407"/>
                </a:cubicBezTo>
                <a:cubicBezTo>
                  <a:pt x="1657196" y="111407"/>
                  <a:pt x="1654595" y="110593"/>
                  <a:pt x="1652440" y="108965"/>
                </a:cubicBezTo>
                <a:cubicBezTo>
                  <a:pt x="1650286" y="107336"/>
                  <a:pt x="1648684" y="105417"/>
                  <a:pt x="1647633" y="103209"/>
                </a:cubicBezTo>
                <a:cubicBezTo>
                  <a:pt x="1647422" y="102684"/>
                  <a:pt x="1647106" y="102632"/>
                  <a:pt x="1646686" y="103053"/>
                </a:cubicBezTo>
                <a:cubicBezTo>
                  <a:pt x="1643953" y="105469"/>
                  <a:pt x="1640773" y="107466"/>
                  <a:pt x="1637147" y="109042"/>
                </a:cubicBezTo>
                <a:cubicBezTo>
                  <a:pt x="1633521" y="110619"/>
                  <a:pt x="1628976" y="111407"/>
                  <a:pt x="1623513" y="111407"/>
                </a:cubicBezTo>
                <a:cubicBezTo>
                  <a:pt x="1617521" y="111407"/>
                  <a:pt x="1612896" y="109805"/>
                  <a:pt x="1609637" y="106601"/>
                </a:cubicBezTo>
                <a:cubicBezTo>
                  <a:pt x="1606380" y="103395"/>
                  <a:pt x="1604751" y="98849"/>
                  <a:pt x="1604751" y="92963"/>
                </a:cubicBezTo>
                <a:cubicBezTo>
                  <a:pt x="1604751" y="85395"/>
                  <a:pt x="1608272" y="79588"/>
                  <a:pt x="1615314" y="75542"/>
                </a:cubicBezTo>
                <a:cubicBezTo>
                  <a:pt x="1622356" y="71496"/>
                  <a:pt x="1632603" y="69473"/>
                  <a:pt x="1646055" y="69473"/>
                </a:cubicBezTo>
                <a:cubicBezTo>
                  <a:pt x="1646265" y="69473"/>
                  <a:pt x="1646423" y="69210"/>
                  <a:pt x="1646527" y="68684"/>
                </a:cubicBezTo>
                <a:cubicBezTo>
                  <a:pt x="1646633" y="68158"/>
                  <a:pt x="1646686" y="66949"/>
                  <a:pt x="1646686" y="65059"/>
                </a:cubicBezTo>
                <a:lnTo>
                  <a:pt x="1646686" y="60801"/>
                </a:lnTo>
                <a:cubicBezTo>
                  <a:pt x="1646686" y="58174"/>
                  <a:pt x="1646476" y="55704"/>
                  <a:pt x="1646055" y="53391"/>
                </a:cubicBezTo>
                <a:cubicBezTo>
                  <a:pt x="1645635" y="51079"/>
                  <a:pt x="1644926" y="49056"/>
                  <a:pt x="1643926" y="47322"/>
                </a:cubicBezTo>
                <a:cubicBezTo>
                  <a:pt x="1642929" y="45588"/>
                  <a:pt x="1641537" y="44222"/>
                  <a:pt x="1639750" y="43223"/>
                </a:cubicBezTo>
                <a:cubicBezTo>
                  <a:pt x="1637964" y="42224"/>
                  <a:pt x="1635756" y="41724"/>
                  <a:pt x="1633128" y="41724"/>
                </a:cubicBezTo>
                <a:cubicBezTo>
                  <a:pt x="1629239" y="41724"/>
                  <a:pt x="1626086" y="42487"/>
                  <a:pt x="1623669" y="44012"/>
                </a:cubicBezTo>
                <a:cubicBezTo>
                  <a:pt x="1621252" y="45536"/>
                  <a:pt x="1620044" y="47506"/>
                  <a:pt x="1620044" y="49923"/>
                </a:cubicBezTo>
                <a:cubicBezTo>
                  <a:pt x="1620044" y="51079"/>
                  <a:pt x="1620411" y="52209"/>
                  <a:pt x="1621145" y="53312"/>
                </a:cubicBezTo>
                <a:cubicBezTo>
                  <a:pt x="1621882" y="54415"/>
                  <a:pt x="1622250" y="55545"/>
                  <a:pt x="1622250" y="56701"/>
                </a:cubicBezTo>
                <a:cubicBezTo>
                  <a:pt x="1622250" y="58174"/>
                  <a:pt x="1621513" y="59593"/>
                  <a:pt x="1620041" y="60959"/>
                </a:cubicBezTo>
                <a:cubicBezTo>
                  <a:pt x="1618571" y="62326"/>
                  <a:pt x="1616785" y="63009"/>
                  <a:pt x="1614684" y="63009"/>
                </a:cubicBezTo>
                <a:cubicBezTo>
                  <a:pt x="1611845" y="63009"/>
                  <a:pt x="1609821" y="62247"/>
                  <a:pt x="1608612" y="60724"/>
                </a:cubicBezTo>
                <a:cubicBezTo>
                  <a:pt x="1607405" y="59198"/>
                  <a:pt x="1606801" y="57333"/>
                  <a:pt x="1606801" y="55126"/>
                </a:cubicBezTo>
                <a:cubicBezTo>
                  <a:pt x="1606801" y="52499"/>
                  <a:pt x="1607536" y="50003"/>
                  <a:pt x="1609007" y="47637"/>
                </a:cubicBezTo>
                <a:cubicBezTo>
                  <a:pt x="1610479" y="45272"/>
                  <a:pt x="1612476" y="43249"/>
                  <a:pt x="1614997" y="41568"/>
                </a:cubicBezTo>
                <a:cubicBezTo>
                  <a:pt x="1617519" y="39886"/>
                  <a:pt x="1620462" y="38546"/>
                  <a:pt x="1623825" y="37548"/>
                </a:cubicBezTo>
                <a:cubicBezTo>
                  <a:pt x="1627190" y="36549"/>
                  <a:pt x="1630712" y="36049"/>
                  <a:pt x="1634391" y="36049"/>
                </a:cubicBezTo>
                <a:cubicBezTo>
                  <a:pt x="1642797" y="36049"/>
                  <a:pt x="1649418" y="37994"/>
                  <a:pt x="1654254" y="41883"/>
                </a:cubicBezTo>
                <a:cubicBezTo>
                  <a:pt x="1659089" y="45772"/>
                  <a:pt x="1661507" y="52236"/>
                  <a:pt x="1661507" y="61275"/>
                </a:cubicBezTo>
                <a:lnTo>
                  <a:pt x="1661507" y="928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complexdilemma,promising">
            <a:extLst xmlns:a="http://schemas.openxmlformats.org/drawingml/2006/main">
              <a:ext uri="{FF2B5EF4-FFF2-40B4-BE49-F238E27FC236}">
                <a16:creationId xmlns:a16="http://schemas.microsoft.com/office/drawing/2014/main" id="{8F753427-E2F8-4EC7-9BB5-EADBC05C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53" y="574304"/>
            <a:ext cx="2053194" cy="159651"/>
          </a:xfrm>
          <a:custGeom xmlns:a="http://schemas.openxmlformats.org/drawingml/2006/main">
            <a:pathLst>
              <a:path w="2053194" h="159651">
                <a:moveTo>
                  <a:pt x="16553" y="71366"/>
                </a:moveTo>
                <a:cubicBezTo>
                  <a:pt x="16553" y="75359"/>
                  <a:pt x="17026" y="79169"/>
                  <a:pt x="17972" y="82795"/>
                </a:cubicBezTo>
                <a:cubicBezTo>
                  <a:pt x="18918" y="86421"/>
                  <a:pt x="20363" y="89627"/>
                  <a:pt x="22307" y="92413"/>
                </a:cubicBezTo>
                <a:cubicBezTo>
                  <a:pt x="24252" y="95197"/>
                  <a:pt x="26749" y="97403"/>
                  <a:pt x="29796" y="99033"/>
                </a:cubicBezTo>
                <a:cubicBezTo>
                  <a:pt x="32844" y="100662"/>
                  <a:pt x="36523" y="101477"/>
                  <a:pt x="40833" y="101477"/>
                </a:cubicBezTo>
                <a:cubicBezTo>
                  <a:pt x="44510" y="101477"/>
                  <a:pt x="48109" y="101188"/>
                  <a:pt x="51629" y="100611"/>
                </a:cubicBezTo>
                <a:cubicBezTo>
                  <a:pt x="55151" y="100032"/>
                  <a:pt x="58121" y="98691"/>
                  <a:pt x="60539" y="96589"/>
                </a:cubicBezTo>
                <a:cubicBezTo>
                  <a:pt x="60959" y="96168"/>
                  <a:pt x="61432" y="96038"/>
                  <a:pt x="61956" y="96197"/>
                </a:cubicBezTo>
                <a:cubicBezTo>
                  <a:pt x="62482" y="96354"/>
                  <a:pt x="62955" y="96617"/>
                  <a:pt x="63375" y="96986"/>
                </a:cubicBezTo>
                <a:cubicBezTo>
                  <a:pt x="63796" y="97353"/>
                  <a:pt x="64084" y="97799"/>
                  <a:pt x="64241" y="98326"/>
                </a:cubicBezTo>
                <a:cubicBezTo>
                  <a:pt x="64400" y="98850"/>
                  <a:pt x="64322" y="99322"/>
                  <a:pt x="64006" y="99742"/>
                </a:cubicBezTo>
                <a:cubicBezTo>
                  <a:pt x="60538" y="104368"/>
                  <a:pt x="56492" y="107495"/>
                  <a:pt x="51867" y="109124"/>
                </a:cubicBezTo>
                <a:cubicBezTo>
                  <a:pt x="47243" y="110752"/>
                  <a:pt x="41778" y="111566"/>
                  <a:pt x="35471" y="111566"/>
                </a:cubicBezTo>
                <a:cubicBezTo>
                  <a:pt x="31267" y="111566"/>
                  <a:pt x="27063" y="110936"/>
                  <a:pt x="22858" y="109675"/>
                </a:cubicBezTo>
                <a:cubicBezTo>
                  <a:pt x="18655" y="108413"/>
                  <a:pt x="14845" y="106310"/>
                  <a:pt x="11429" y="103368"/>
                </a:cubicBezTo>
                <a:cubicBezTo>
                  <a:pt x="8013" y="100425"/>
                  <a:pt x="5254" y="96510"/>
                  <a:pt x="3151" y="91624"/>
                </a:cubicBezTo>
                <a:cubicBezTo>
                  <a:pt x="1050" y="86737"/>
                  <a:pt x="0" y="80668"/>
                  <a:pt x="0" y="73416"/>
                </a:cubicBezTo>
                <a:cubicBezTo>
                  <a:pt x="0" y="68264"/>
                  <a:pt x="867" y="63403"/>
                  <a:pt x="2600" y="58833"/>
                </a:cubicBezTo>
                <a:cubicBezTo>
                  <a:pt x="4334" y="54261"/>
                  <a:pt x="6856" y="50319"/>
                  <a:pt x="10166" y="47009"/>
                </a:cubicBezTo>
                <a:cubicBezTo>
                  <a:pt x="13478" y="43698"/>
                  <a:pt x="17551" y="41070"/>
                  <a:pt x="22386" y="39126"/>
                </a:cubicBezTo>
                <a:cubicBezTo>
                  <a:pt x="27222" y="37181"/>
                  <a:pt x="32792" y="36208"/>
                  <a:pt x="39098" y="36208"/>
                </a:cubicBezTo>
                <a:cubicBezTo>
                  <a:pt x="42145" y="36208"/>
                  <a:pt x="45114" y="36576"/>
                  <a:pt x="48004" y="37312"/>
                </a:cubicBezTo>
                <a:cubicBezTo>
                  <a:pt x="50895" y="38049"/>
                  <a:pt x="53471" y="39126"/>
                  <a:pt x="55730" y="40546"/>
                </a:cubicBezTo>
                <a:cubicBezTo>
                  <a:pt x="57990" y="41963"/>
                  <a:pt x="59803" y="43723"/>
                  <a:pt x="61169" y="45826"/>
                </a:cubicBezTo>
                <a:cubicBezTo>
                  <a:pt x="62536" y="47928"/>
                  <a:pt x="63219" y="50293"/>
                  <a:pt x="63219" y="52920"/>
                </a:cubicBezTo>
                <a:cubicBezTo>
                  <a:pt x="63219" y="54812"/>
                  <a:pt x="62588" y="56600"/>
                  <a:pt x="61326" y="58282"/>
                </a:cubicBezTo>
                <a:cubicBezTo>
                  <a:pt x="60065" y="59963"/>
                  <a:pt x="58069" y="60803"/>
                  <a:pt x="55336" y="60803"/>
                </a:cubicBezTo>
                <a:cubicBezTo>
                  <a:pt x="53129" y="60803"/>
                  <a:pt x="51316" y="60225"/>
                  <a:pt x="49897" y="59069"/>
                </a:cubicBezTo>
                <a:cubicBezTo>
                  <a:pt x="48478" y="57912"/>
                  <a:pt x="47768" y="56231"/>
                  <a:pt x="47768" y="54024"/>
                </a:cubicBezTo>
                <a:cubicBezTo>
                  <a:pt x="47768" y="52552"/>
                  <a:pt x="48162" y="51343"/>
                  <a:pt x="48949" y="50399"/>
                </a:cubicBezTo>
                <a:cubicBezTo>
                  <a:pt x="49738" y="49453"/>
                  <a:pt x="50133" y="48559"/>
                  <a:pt x="50133" y="47717"/>
                </a:cubicBezTo>
                <a:cubicBezTo>
                  <a:pt x="50133" y="45826"/>
                  <a:pt x="48871" y="44381"/>
                  <a:pt x="46349" y="43382"/>
                </a:cubicBezTo>
                <a:cubicBezTo>
                  <a:pt x="43826" y="42383"/>
                  <a:pt x="41041" y="41883"/>
                  <a:pt x="37994" y="41883"/>
                </a:cubicBezTo>
                <a:cubicBezTo>
                  <a:pt x="34001" y="41883"/>
                  <a:pt x="30663" y="42724"/>
                  <a:pt x="27982" y="44406"/>
                </a:cubicBezTo>
                <a:cubicBezTo>
                  <a:pt x="25302" y="46089"/>
                  <a:pt x="23095" y="48323"/>
                  <a:pt x="21362" y="51108"/>
                </a:cubicBezTo>
                <a:cubicBezTo>
                  <a:pt x="19628" y="53893"/>
                  <a:pt x="18393" y="57045"/>
                  <a:pt x="17657" y="60567"/>
                </a:cubicBezTo>
                <a:cubicBezTo>
                  <a:pt x="16921" y="64087"/>
                  <a:pt x="16553" y="67687"/>
                  <a:pt x="16553" y="71366"/>
                </a:cubicBezTo>
                <a:close/>
                <a:moveTo>
                  <a:pt x="146065" y="71837"/>
                </a:moveTo>
                <a:cubicBezTo>
                  <a:pt x="146065" y="78249"/>
                  <a:pt x="145172" y="83925"/>
                  <a:pt x="143386" y="88864"/>
                </a:cubicBezTo>
                <a:cubicBezTo>
                  <a:pt x="141599" y="93804"/>
                  <a:pt x="139050" y="97956"/>
                  <a:pt x="135738" y="101320"/>
                </a:cubicBezTo>
                <a:cubicBezTo>
                  <a:pt x="132428" y="104683"/>
                  <a:pt x="128460" y="107232"/>
                  <a:pt x="123835" y="108965"/>
                </a:cubicBezTo>
                <a:cubicBezTo>
                  <a:pt x="119212" y="110699"/>
                  <a:pt x="114062" y="111566"/>
                  <a:pt x="108387" y="111566"/>
                </a:cubicBezTo>
                <a:cubicBezTo>
                  <a:pt x="103447" y="111566"/>
                  <a:pt x="98875" y="110752"/>
                  <a:pt x="94670" y="109124"/>
                </a:cubicBezTo>
                <a:cubicBezTo>
                  <a:pt x="90466" y="107495"/>
                  <a:pt x="86840" y="105077"/>
                  <a:pt x="83792" y="101871"/>
                </a:cubicBezTo>
                <a:cubicBezTo>
                  <a:pt x="80745" y="98666"/>
                  <a:pt x="78327" y="94619"/>
                  <a:pt x="76539" y="89733"/>
                </a:cubicBezTo>
                <a:cubicBezTo>
                  <a:pt x="74752" y="84845"/>
                  <a:pt x="73859" y="79090"/>
                  <a:pt x="73859" y="72468"/>
                </a:cubicBezTo>
                <a:cubicBezTo>
                  <a:pt x="73859" y="67108"/>
                  <a:pt x="74752" y="62195"/>
                  <a:pt x="76539" y="57729"/>
                </a:cubicBezTo>
                <a:cubicBezTo>
                  <a:pt x="78327" y="53262"/>
                  <a:pt x="80823" y="49453"/>
                  <a:pt x="84027" y="46300"/>
                </a:cubicBezTo>
                <a:cubicBezTo>
                  <a:pt x="87233" y="43145"/>
                  <a:pt x="91096" y="40675"/>
                  <a:pt x="95615" y="38888"/>
                </a:cubicBezTo>
                <a:cubicBezTo>
                  <a:pt x="100135" y="37102"/>
                  <a:pt x="105075" y="36208"/>
                  <a:pt x="110436" y="36208"/>
                </a:cubicBezTo>
                <a:cubicBezTo>
                  <a:pt x="115586" y="36208"/>
                  <a:pt x="120341" y="36996"/>
                  <a:pt x="124701" y="38573"/>
                </a:cubicBezTo>
                <a:cubicBezTo>
                  <a:pt x="129063" y="40149"/>
                  <a:pt x="132821" y="42436"/>
                  <a:pt x="135974" y="45431"/>
                </a:cubicBezTo>
                <a:cubicBezTo>
                  <a:pt x="139128" y="48427"/>
                  <a:pt x="141599" y="52132"/>
                  <a:pt x="143386" y="56548"/>
                </a:cubicBezTo>
                <a:cubicBezTo>
                  <a:pt x="145172" y="60961"/>
                  <a:pt x="146065" y="66058"/>
                  <a:pt x="146065" y="71837"/>
                </a:cubicBezTo>
                <a:moveTo>
                  <a:pt x="129512" y="73572"/>
                </a:moveTo>
                <a:cubicBezTo>
                  <a:pt x="129512" y="69579"/>
                  <a:pt x="129249" y="65690"/>
                  <a:pt x="128723" y="61907"/>
                </a:cubicBezTo>
                <a:cubicBezTo>
                  <a:pt x="128197" y="58122"/>
                  <a:pt x="127251" y="54759"/>
                  <a:pt x="125885" y="51816"/>
                </a:cubicBezTo>
                <a:cubicBezTo>
                  <a:pt x="124518" y="48873"/>
                  <a:pt x="122627" y="46508"/>
                  <a:pt x="120210" y="44722"/>
                </a:cubicBezTo>
                <a:cubicBezTo>
                  <a:pt x="117793" y="42935"/>
                  <a:pt x="114692" y="42042"/>
                  <a:pt x="110908" y="42042"/>
                </a:cubicBezTo>
                <a:cubicBezTo>
                  <a:pt x="106704" y="42042"/>
                  <a:pt x="103288" y="42935"/>
                  <a:pt x="100660" y="44722"/>
                </a:cubicBezTo>
                <a:cubicBezTo>
                  <a:pt x="98033" y="46508"/>
                  <a:pt x="95958" y="48899"/>
                  <a:pt x="94434" y="51895"/>
                </a:cubicBezTo>
                <a:cubicBezTo>
                  <a:pt x="92911" y="54891"/>
                  <a:pt x="91859" y="58280"/>
                  <a:pt x="91280" y="62064"/>
                </a:cubicBezTo>
                <a:cubicBezTo>
                  <a:pt x="90703" y="65847"/>
                  <a:pt x="90414" y="69788"/>
                  <a:pt x="90414" y="73887"/>
                </a:cubicBezTo>
                <a:cubicBezTo>
                  <a:pt x="90414" y="77460"/>
                  <a:pt x="90677" y="81139"/>
                  <a:pt x="91201" y="84924"/>
                </a:cubicBezTo>
                <a:cubicBezTo>
                  <a:pt x="91727" y="88707"/>
                  <a:pt x="92725" y="92123"/>
                  <a:pt x="94196" y="95172"/>
                </a:cubicBezTo>
                <a:cubicBezTo>
                  <a:pt x="95668" y="98219"/>
                  <a:pt x="97691" y="100742"/>
                  <a:pt x="100265" y="102740"/>
                </a:cubicBezTo>
                <a:cubicBezTo>
                  <a:pt x="102841" y="104736"/>
                  <a:pt x="106126" y="105735"/>
                  <a:pt x="110121" y="105735"/>
                </a:cubicBezTo>
                <a:cubicBezTo>
                  <a:pt x="114220" y="105735"/>
                  <a:pt x="117530" y="104789"/>
                  <a:pt x="120051" y="102896"/>
                </a:cubicBezTo>
                <a:cubicBezTo>
                  <a:pt x="122574" y="101004"/>
                  <a:pt x="124545" y="98534"/>
                  <a:pt x="125964" y="95487"/>
                </a:cubicBezTo>
                <a:cubicBezTo>
                  <a:pt x="127383" y="92438"/>
                  <a:pt x="128330" y="88996"/>
                  <a:pt x="128803" y="85160"/>
                </a:cubicBezTo>
                <a:cubicBezTo>
                  <a:pt x="129276" y="81324"/>
                  <a:pt x="129512" y="77461"/>
                  <a:pt x="129512" y="73572"/>
                </a:cubicBezTo>
                <a:close/>
                <a:moveTo>
                  <a:pt x="182718" y="90914"/>
                </a:moveTo>
                <a:cubicBezTo>
                  <a:pt x="182718" y="93542"/>
                  <a:pt x="182771" y="95750"/>
                  <a:pt x="182875" y="97536"/>
                </a:cubicBezTo>
                <a:cubicBezTo>
                  <a:pt x="182981" y="99323"/>
                  <a:pt x="183349" y="100794"/>
                  <a:pt x="183979" y="101951"/>
                </a:cubicBezTo>
                <a:cubicBezTo>
                  <a:pt x="184611" y="103107"/>
                  <a:pt x="185636" y="104000"/>
                  <a:pt x="187053" y="104631"/>
                </a:cubicBezTo>
                <a:cubicBezTo>
                  <a:pt x="188473" y="105261"/>
                  <a:pt x="190444" y="105734"/>
                  <a:pt x="192966" y="106050"/>
                </a:cubicBezTo>
                <a:cubicBezTo>
                  <a:pt x="193597" y="106154"/>
                  <a:pt x="194070" y="106443"/>
                  <a:pt x="194386" y="106916"/>
                </a:cubicBezTo>
                <a:cubicBezTo>
                  <a:pt x="194702" y="107389"/>
                  <a:pt x="194859" y="107941"/>
                  <a:pt x="194859" y="108571"/>
                </a:cubicBezTo>
                <a:cubicBezTo>
                  <a:pt x="194859" y="109097"/>
                  <a:pt x="194702" y="109597"/>
                  <a:pt x="194386" y="110070"/>
                </a:cubicBezTo>
                <a:cubicBezTo>
                  <a:pt x="194070" y="110543"/>
                  <a:pt x="193597" y="110779"/>
                  <a:pt x="192966" y="110779"/>
                </a:cubicBezTo>
                <a:cubicBezTo>
                  <a:pt x="190864" y="110779"/>
                  <a:pt x="188263" y="110595"/>
                  <a:pt x="185163" y="110226"/>
                </a:cubicBezTo>
                <a:cubicBezTo>
                  <a:pt x="182063" y="109859"/>
                  <a:pt x="178936" y="109675"/>
                  <a:pt x="175783" y="109675"/>
                </a:cubicBezTo>
                <a:cubicBezTo>
                  <a:pt x="172420" y="109675"/>
                  <a:pt x="169161" y="109859"/>
                  <a:pt x="166007" y="110226"/>
                </a:cubicBezTo>
                <a:cubicBezTo>
                  <a:pt x="162854" y="110595"/>
                  <a:pt x="159964" y="110779"/>
                  <a:pt x="157337" y="110779"/>
                </a:cubicBezTo>
                <a:cubicBezTo>
                  <a:pt x="156811" y="110779"/>
                  <a:pt x="156390" y="110543"/>
                  <a:pt x="156074" y="110070"/>
                </a:cubicBezTo>
                <a:cubicBezTo>
                  <a:pt x="155760" y="109597"/>
                  <a:pt x="155603" y="109097"/>
                  <a:pt x="155603" y="108571"/>
                </a:cubicBezTo>
                <a:cubicBezTo>
                  <a:pt x="155603" y="107941"/>
                  <a:pt x="155760" y="107389"/>
                  <a:pt x="156074" y="106916"/>
                </a:cubicBezTo>
                <a:cubicBezTo>
                  <a:pt x="156390" y="106443"/>
                  <a:pt x="156864" y="106154"/>
                  <a:pt x="157496" y="106050"/>
                </a:cubicBezTo>
                <a:cubicBezTo>
                  <a:pt x="160123" y="105734"/>
                  <a:pt x="162145" y="105261"/>
                  <a:pt x="163563" y="104631"/>
                </a:cubicBezTo>
                <a:cubicBezTo>
                  <a:pt x="164982" y="104000"/>
                  <a:pt x="166007" y="103133"/>
                  <a:pt x="166637" y="102030"/>
                </a:cubicBezTo>
                <a:cubicBezTo>
                  <a:pt x="167269" y="100925"/>
                  <a:pt x="167637" y="99559"/>
                  <a:pt x="167741" y="97931"/>
                </a:cubicBezTo>
                <a:cubicBezTo>
                  <a:pt x="167847" y="96302"/>
                  <a:pt x="167900" y="94278"/>
                  <a:pt x="167900" y="91859"/>
                </a:cubicBezTo>
                <a:lnTo>
                  <a:pt x="167900" y="68527"/>
                </a:lnTo>
                <a:cubicBezTo>
                  <a:pt x="167900" y="63588"/>
                  <a:pt x="167847" y="59647"/>
                  <a:pt x="167741" y="56704"/>
                </a:cubicBezTo>
                <a:cubicBezTo>
                  <a:pt x="167637" y="53761"/>
                  <a:pt x="167269" y="51501"/>
                  <a:pt x="166637" y="49925"/>
                </a:cubicBezTo>
                <a:cubicBezTo>
                  <a:pt x="166007" y="48348"/>
                  <a:pt x="165035" y="47272"/>
                  <a:pt x="163721" y="46694"/>
                </a:cubicBezTo>
                <a:cubicBezTo>
                  <a:pt x="162408" y="46115"/>
                  <a:pt x="160490" y="45773"/>
                  <a:pt x="157967" y="45667"/>
                </a:cubicBezTo>
                <a:cubicBezTo>
                  <a:pt x="157443" y="45667"/>
                  <a:pt x="157023" y="45457"/>
                  <a:pt x="156707" y="45037"/>
                </a:cubicBezTo>
                <a:cubicBezTo>
                  <a:pt x="156391" y="44617"/>
                  <a:pt x="156180" y="44144"/>
                  <a:pt x="156074" y="43620"/>
                </a:cubicBezTo>
                <a:cubicBezTo>
                  <a:pt x="155970" y="43094"/>
                  <a:pt x="156049" y="42594"/>
                  <a:pt x="156312" y="42121"/>
                </a:cubicBezTo>
                <a:cubicBezTo>
                  <a:pt x="156575" y="41648"/>
                  <a:pt x="157022" y="41412"/>
                  <a:pt x="157652" y="41412"/>
                </a:cubicBezTo>
                <a:cubicBezTo>
                  <a:pt x="159439" y="41201"/>
                  <a:pt x="162040" y="40781"/>
                  <a:pt x="165456" y="40151"/>
                </a:cubicBezTo>
                <a:cubicBezTo>
                  <a:pt x="168872" y="39519"/>
                  <a:pt x="172576" y="38678"/>
                  <a:pt x="176570" y="37628"/>
                </a:cubicBezTo>
                <a:cubicBezTo>
                  <a:pt x="176781" y="37522"/>
                  <a:pt x="177202" y="37443"/>
                  <a:pt x="177833" y="37392"/>
                </a:cubicBezTo>
                <a:cubicBezTo>
                  <a:pt x="178463" y="37339"/>
                  <a:pt x="178883" y="37312"/>
                  <a:pt x="179093" y="37312"/>
                </a:cubicBezTo>
                <a:cubicBezTo>
                  <a:pt x="180144" y="37312"/>
                  <a:pt x="181037" y="37733"/>
                  <a:pt x="181773" y="38573"/>
                </a:cubicBezTo>
                <a:cubicBezTo>
                  <a:pt x="182509" y="39413"/>
                  <a:pt x="182824" y="40412"/>
                  <a:pt x="182718" y="41568"/>
                </a:cubicBezTo>
                <a:lnTo>
                  <a:pt x="182403" y="49295"/>
                </a:lnTo>
                <a:cubicBezTo>
                  <a:pt x="182403" y="49819"/>
                  <a:pt x="182613" y="49871"/>
                  <a:pt x="183034" y="49451"/>
                </a:cubicBezTo>
                <a:cubicBezTo>
                  <a:pt x="183560" y="48715"/>
                  <a:pt x="184426" y="47612"/>
                  <a:pt x="185634" y="46141"/>
                </a:cubicBezTo>
                <a:cubicBezTo>
                  <a:pt x="186843" y="44669"/>
                  <a:pt x="188420" y="43197"/>
                  <a:pt x="190363" y="41727"/>
                </a:cubicBezTo>
                <a:cubicBezTo>
                  <a:pt x="192309" y="40254"/>
                  <a:pt x="194674" y="38967"/>
                  <a:pt x="197460" y="37863"/>
                </a:cubicBezTo>
                <a:cubicBezTo>
                  <a:pt x="200246" y="36760"/>
                  <a:pt x="203425" y="36208"/>
                  <a:pt x="206998" y="36208"/>
                </a:cubicBezTo>
                <a:cubicBezTo>
                  <a:pt x="213514" y="36208"/>
                  <a:pt x="218664" y="37496"/>
                  <a:pt x="222447" y="40072"/>
                </a:cubicBezTo>
                <a:cubicBezTo>
                  <a:pt x="226232" y="42646"/>
                  <a:pt x="229175" y="46455"/>
                  <a:pt x="231275" y="51501"/>
                </a:cubicBezTo>
                <a:cubicBezTo>
                  <a:pt x="231801" y="50344"/>
                  <a:pt x="232800" y="48899"/>
                  <a:pt x="234270" y="47166"/>
                </a:cubicBezTo>
                <a:cubicBezTo>
                  <a:pt x="235743" y="45432"/>
                  <a:pt x="237635" y="43751"/>
                  <a:pt x="239948" y="42121"/>
                </a:cubicBezTo>
                <a:cubicBezTo>
                  <a:pt x="242260" y="40492"/>
                  <a:pt x="244888" y="39099"/>
                  <a:pt x="247831" y="37943"/>
                </a:cubicBezTo>
                <a:cubicBezTo>
                  <a:pt x="250774" y="36786"/>
                  <a:pt x="253979" y="36208"/>
                  <a:pt x="257446" y="36208"/>
                </a:cubicBezTo>
                <a:cubicBezTo>
                  <a:pt x="262491" y="36208"/>
                  <a:pt x="266590" y="36971"/>
                  <a:pt x="269743" y="38496"/>
                </a:cubicBezTo>
                <a:cubicBezTo>
                  <a:pt x="272896" y="40019"/>
                  <a:pt x="275366" y="42095"/>
                  <a:pt x="277153" y="44722"/>
                </a:cubicBezTo>
                <a:cubicBezTo>
                  <a:pt x="278941" y="47349"/>
                  <a:pt x="280150" y="50475"/>
                  <a:pt x="280780" y="54101"/>
                </a:cubicBezTo>
                <a:cubicBezTo>
                  <a:pt x="281410" y="57727"/>
                  <a:pt x="281726" y="61643"/>
                  <a:pt x="281726" y="65848"/>
                </a:cubicBezTo>
                <a:lnTo>
                  <a:pt x="281726" y="90914"/>
                </a:lnTo>
                <a:cubicBezTo>
                  <a:pt x="281726" y="93542"/>
                  <a:pt x="281778" y="95750"/>
                  <a:pt x="281882" y="97536"/>
                </a:cubicBezTo>
                <a:cubicBezTo>
                  <a:pt x="281988" y="99323"/>
                  <a:pt x="282303" y="100794"/>
                  <a:pt x="282827" y="101951"/>
                </a:cubicBezTo>
                <a:cubicBezTo>
                  <a:pt x="283353" y="103107"/>
                  <a:pt x="284194" y="104000"/>
                  <a:pt x="285351" y="104631"/>
                </a:cubicBezTo>
                <a:cubicBezTo>
                  <a:pt x="286507" y="105261"/>
                  <a:pt x="288189" y="105734"/>
                  <a:pt x="290395" y="106050"/>
                </a:cubicBezTo>
                <a:cubicBezTo>
                  <a:pt x="291027" y="106154"/>
                  <a:pt x="291500" y="106443"/>
                  <a:pt x="291815" y="106916"/>
                </a:cubicBezTo>
                <a:cubicBezTo>
                  <a:pt x="292131" y="107389"/>
                  <a:pt x="292289" y="107941"/>
                  <a:pt x="292289" y="108571"/>
                </a:cubicBezTo>
                <a:cubicBezTo>
                  <a:pt x="292289" y="109097"/>
                  <a:pt x="292131" y="109597"/>
                  <a:pt x="291815" y="110070"/>
                </a:cubicBezTo>
                <a:cubicBezTo>
                  <a:pt x="291500" y="110543"/>
                  <a:pt x="291027" y="110779"/>
                  <a:pt x="290395" y="110779"/>
                </a:cubicBezTo>
                <a:cubicBezTo>
                  <a:pt x="289029" y="110779"/>
                  <a:pt x="286874" y="110595"/>
                  <a:pt x="283931" y="110226"/>
                </a:cubicBezTo>
                <a:cubicBezTo>
                  <a:pt x="280989" y="109859"/>
                  <a:pt x="277941" y="109675"/>
                  <a:pt x="274788" y="109675"/>
                </a:cubicBezTo>
                <a:cubicBezTo>
                  <a:pt x="271425" y="109675"/>
                  <a:pt x="268193" y="109859"/>
                  <a:pt x="265093" y="110226"/>
                </a:cubicBezTo>
                <a:cubicBezTo>
                  <a:pt x="261993" y="110595"/>
                  <a:pt x="259234" y="110779"/>
                  <a:pt x="256816" y="110779"/>
                </a:cubicBezTo>
                <a:cubicBezTo>
                  <a:pt x="256291" y="110779"/>
                  <a:pt x="255871" y="110543"/>
                  <a:pt x="255555" y="110070"/>
                </a:cubicBezTo>
                <a:cubicBezTo>
                  <a:pt x="255239" y="109597"/>
                  <a:pt x="255081" y="109097"/>
                  <a:pt x="255081" y="108571"/>
                </a:cubicBezTo>
                <a:cubicBezTo>
                  <a:pt x="255081" y="107941"/>
                  <a:pt x="255239" y="107389"/>
                  <a:pt x="255555" y="106916"/>
                </a:cubicBezTo>
                <a:cubicBezTo>
                  <a:pt x="255871" y="106443"/>
                  <a:pt x="256344" y="106154"/>
                  <a:pt x="256974" y="106050"/>
                </a:cubicBezTo>
                <a:cubicBezTo>
                  <a:pt x="259497" y="105734"/>
                  <a:pt x="261415" y="105261"/>
                  <a:pt x="262729" y="104631"/>
                </a:cubicBezTo>
                <a:cubicBezTo>
                  <a:pt x="264042" y="104000"/>
                  <a:pt x="265014" y="103133"/>
                  <a:pt x="265644" y="102030"/>
                </a:cubicBezTo>
                <a:cubicBezTo>
                  <a:pt x="266276" y="100925"/>
                  <a:pt x="266644" y="99559"/>
                  <a:pt x="266748" y="97931"/>
                </a:cubicBezTo>
                <a:cubicBezTo>
                  <a:pt x="266854" y="96302"/>
                  <a:pt x="266907" y="94278"/>
                  <a:pt x="266907" y="91859"/>
                </a:cubicBezTo>
                <a:lnTo>
                  <a:pt x="266907" y="71522"/>
                </a:lnTo>
                <a:cubicBezTo>
                  <a:pt x="266907" y="68685"/>
                  <a:pt x="266801" y="65743"/>
                  <a:pt x="266590" y="62696"/>
                </a:cubicBezTo>
                <a:cubicBezTo>
                  <a:pt x="266379" y="59648"/>
                  <a:pt x="265828" y="56862"/>
                  <a:pt x="264934" y="54339"/>
                </a:cubicBezTo>
                <a:cubicBezTo>
                  <a:pt x="264041" y="51817"/>
                  <a:pt x="262701" y="49741"/>
                  <a:pt x="260915" y="48111"/>
                </a:cubicBezTo>
                <a:cubicBezTo>
                  <a:pt x="259128" y="46482"/>
                  <a:pt x="256606" y="45667"/>
                  <a:pt x="253349" y="45667"/>
                </a:cubicBezTo>
                <a:cubicBezTo>
                  <a:pt x="250405" y="45667"/>
                  <a:pt x="247645" y="46350"/>
                  <a:pt x="245069" y="47717"/>
                </a:cubicBezTo>
                <a:cubicBezTo>
                  <a:pt x="242495" y="49083"/>
                  <a:pt x="240262" y="50817"/>
                  <a:pt x="238369" y="52920"/>
                </a:cubicBezTo>
                <a:cubicBezTo>
                  <a:pt x="236479" y="55022"/>
                  <a:pt x="234982" y="57309"/>
                  <a:pt x="233878" y="59778"/>
                </a:cubicBezTo>
                <a:cubicBezTo>
                  <a:pt x="232775" y="62248"/>
                  <a:pt x="232223" y="64639"/>
                  <a:pt x="232223" y="66952"/>
                </a:cubicBezTo>
                <a:lnTo>
                  <a:pt x="232223" y="90914"/>
                </a:lnTo>
                <a:cubicBezTo>
                  <a:pt x="232223" y="93963"/>
                  <a:pt x="232275" y="96407"/>
                  <a:pt x="232380" y="98246"/>
                </a:cubicBezTo>
                <a:cubicBezTo>
                  <a:pt x="232485" y="100084"/>
                  <a:pt x="232801" y="101529"/>
                  <a:pt x="233325" y="102581"/>
                </a:cubicBezTo>
                <a:cubicBezTo>
                  <a:pt x="233851" y="103631"/>
                  <a:pt x="234692" y="104393"/>
                  <a:pt x="235848" y="104866"/>
                </a:cubicBezTo>
                <a:cubicBezTo>
                  <a:pt x="237005" y="105339"/>
                  <a:pt x="238686" y="105734"/>
                  <a:pt x="240893" y="106050"/>
                </a:cubicBezTo>
                <a:cubicBezTo>
                  <a:pt x="241523" y="106154"/>
                  <a:pt x="241996" y="106443"/>
                  <a:pt x="242312" y="106916"/>
                </a:cubicBezTo>
                <a:cubicBezTo>
                  <a:pt x="242628" y="107389"/>
                  <a:pt x="242786" y="107941"/>
                  <a:pt x="242786" y="108571"/>
                </a:cubicBezTo>
                <a:cubicBezTo>
                  <a:pt x="242786" y="109097"/>
                  <a:pt x="242628" y="109597"/>
                  <a:pt x="242312" y="110070"/>
                </a:cubicBezTo>
                <a:cubicBezTo>
                  <a:pt x="241996" y="110543"/>
                  <a:pt x="241523" y="110779"/>
                  <a:pt x="240893" y="110779"/>
                </a:cubicBezTo>
                <a:cubicBezTo>
                  <a:pt x="239527" y="110779"/>
                  <a:pt x="237372" y="110595"/>
                  <a:pt x="234429" y="110226"/>
                </a:cubicBezTo>
                <a:cubicBezTo>
                  <a:pt x="231486" y="109859"/>
                  <a:pt x="228438" y="109675"/>
                  <a:pt x="225285" y="109675"/>
                </a:cubicBezTo>
                <a:cubicBezTo>
                  <a:pt x="221922" y="109675"/>
                  <a:pt x="218690" y="109859"/>
                  <a:pt x="215589" y="110226"/>
                </a:cubicBezTo>
                <a:cubicBezTo>
                  <a:pt x="212488" y="110595"/>
                  <a:pt x="209888" y="110779"/>
                  <a:pt x="207787" y="110779"/>
                </a:cubicBezTo>
                <a:cubicBezTo>
                  <a:pt x="207261" y="110779"/>
                  <a:pt x="206840" y="110543"/>
                  <a:pt x="206524" y="110070"/>
                </a:cubicBezTo>
                <a:cubicBezTo>
                  <a:pt x="206210" y="109597"/>
                  <a:pt x="206053" y="109097"/>
                  <a:pt x="206053" y="108571"/>
                </a:cubicBezTo>
                <a:cubicBezTo>
                  <a:pt x="206053" y="107941"/>
                  <a:pt x="206210" y="107389"/>
                  <a:pt x="206524" y="106916"/>
                </a:cubicBezTo>
                <a:cubicBezTo>
                  <a:pt x="206840" y="106443"/>
                  <a:pt x="207313" y="106154"/>
                  <a:pt x="207944" y="106050"/>
                </a:cubicBezTo>
                <a:cubicBezTo>
                  <a:pt x="210256" y="105734"/>
                  <a:pt x="212069" y="105339"/>
                  <a:pt x="213383" y="104866"/>
                </a:cubicBezTo>
                <a:cubicBezTo>
                  <a:pt x="214696" y="104393"/>
                  <a:pt x="215641" y="103658"/>
                  <a:pt x="216219" y="102660"/>
                </a:cubicBezTo>
                <a:cubicBezTo>
                  <a:pt x="216798" y="101661"/>
                  <a:pt x="217139" y="100321"/>
                  <a:pt x="217244" y="98641"/>
                </a:cubicBezTo>
                <a:cubicBezTo>
                  <a:pt x="217349" y="96958"/>
                  <a:pt x="217402" y="94698"/>
                  <a:pt x="217402" y="91859"/>
                </a:cubicBezTo>
                <a:lnTo>
                  <a:pt x="217402" y="71522"/>
                </a:lnTo>
                <a:cubicBezTo>
                  <a:pt x="217402" y="68685"/>
                  <a:pt x="217271" y="65743"/>
                  <a:pt x="217008" y="62696"/>
                </a:cubicBezTo>
                <a:cubicBezTo>
                  <a:pt x="216746" y="59648"/>
                  <a:pt x="216143" y="56862"/>
                  <a:pt x="215196" y="54339"/>
                </a:cubicBezTo>
                <a:cubicBezTo>
                  <a:pt x="214250" y="51817"/>
                  <a:pt x="212831" y="49741"/>
                  <a:pt x="210938" y="48111"/>
                </a:cubicBezTo>
                <a:cubicBezTo>
                  <a:pt x="209048" y="46482"/>
                  <a:pt x="206421" y="45667"/>
                  <a:pt x="203058" y="45667"/>
                </a:cubicBezTo>
                <a:cubicBezTo>
                  <a:pt x="199483" y="45667"/>
                  <a:pt x="196408" y="46325"/>
                  <a:pt x="193832" y="47640"/>
                </a:cubicBezTo>
                <a:cubicBezTo>
                  <a:pt x="191258" y="48953"/>
                  <a:pt x="189157" y="50661"/>
                  <a:pt x="187527" y="52764"/>
                </a:cubicBezTo>
                <a:cubicBezTo>
                  <a:pt x="185898" y="54864"/>
                  <a:pt x="184689" y="57203"/>
                  <a:pt x="183900" y="59778"/>
                </a:cubicBezTo>
                <a:cubicBezTo>
                  <a:pt x="183112" y="62352"/>
                  <a:pt x="182718" y="64901"/>
                  <a:pt x="182718" y="67423"/>
                </a:cubicBezTo>
                <a:lnTo>
                  <a:pt x="182718" y="90914"/>
                </a:lnTo>
                <a:close/>
                <a:moveTo>
                  <a:pt x="326578" y="92807"/>
                </a:moveTo>
                <a:cubicBezTo>
                  <a:pt x="326578" y="93647"/>
                  <a:pt x="326945" y="94777"/>
                  <a:pt x="327680" y="96197"/>
                </a:cubicBezTo>
                <a:cubicBezTo>
                  <a:pt x="328416" y="97614"/>
                  <a:pt x="329494" y="98981"/>
                  <a:pt x="330913" y="100296"/>
                </a:cubicBezTo>
                <a:cubicBezTo>
                  <a:pt x="332332" y="101609"/>
                  <a:pt x="334067" y="102765"/>
                  <a:pt x="336116" y="103765"/>
                </a:cubicBezTo>
                <a:cubicBezTo>
                  <a:pt x="338166" y="104762"/>
                  <a:pt x="340504" y="105261"/>
                  <a:pt x="343131" y="105261"/>
                </a:cubicBezTo>
                <a:cubicBezTo>
                  <a:pt x="346390" y="105261"/>
                  <a:pt x="349149" y="104420"/>
                  <a:pt x="351409" y="102740"/>
                </a:cubicBezTo>
                <a:cubicBezTo>
                  <a:pt x="353668" y="101057"/>
                  <a:pt x="355507" y="98745"/>
                  <a:pt x="356925" y="95802"/>
                </a:cubicBezTo>
                <a:cubicBezTo>
                  <a:pt x="358344" y="92859"/>
                  <a:pt x="359369" y="89443"/>
                  <a:pt x="359999" y="85554"/>
                </a:cubicBezTo>
                <a:cubicBezTo>
                  <a:pt x="360631" y="81665"/>
                  <a:pt x="360947" y="77566"/>
                  <a:pt x="360947" y="73257"/>
                </a:cubicBezTo>
                <a:cubicBezTo>
                  <a:pt x="360947" y="64324"/>
                  <a:pt x="359738" y="57624"/>
                  <a:pt x="357319" y="53158"/>
                </a:cubicBezTo>
                <a:cubicBezTo>
                  <a:pt x="354902" y="48690"/>
                  <a:pt x="350856" y="46456"/>
                  <a:pt x="345181" y="46456"/>
                </a:cubicBezTo>
                <a:cubicBezTo>
                  <a:pt x="342448" y="46456"/>
                  <a:pt x="339952" y="46903"/>
                  <a:pt x="337692" y="47796"/>
                </a:cubicBezTo>
                <a:cubicBezTo>
                  <a:pt x="335432" y="48689"/>
                  <a:pt x="333488" y="49846"/>
                  <a:pt x="331858" y="51265"/>
                </a:cubicBezTo>
                <a:cubicBezTo>
                  <a:pt x="330229" y="52684"/>
                  <a:pt x="328941" y="54366"/>
                  <a:pt x="327995" y="56309"/>
                </a:cubicBezTo>
                <a:cubicBezTo>
                  <a:pt x="327050" y="58253"/>
                  <a:pt x="326578" y="60224"/>
                  <a:pt x="326578" y="62222"/>
                </a:cubicBezTo>
                <a:lnTo>
                  <a:pt x="326578" y="92807"/>
                </a:lnTo>
                <a:moveTo>
                  <a:pt x="311757" y="71996"/>
                </a:moveTo>
                <a:cubicBezTo>
                  <a:pt x="311757" y="66847"/>
                  <a:pt x="311679" y="62564"/>
                  <a:pt x="311522" y="59148"/>
                </a:cubicBezTo>
                <a:cubicBezTo>
                  <a:pt x="311364" y="55732"/>
                  <a:pt x="310944" y="53026"/>
                  <a:pt x="310261" y="51029"/>
                </a:cubicBezTo>
                <a:cubicBezTo>
                  <a:pt x="309578" y="49031"/>
                  <a:pt x="308474" y="47585"/>
                  <a:pt x="306949" y="46692"/>
                </a:cubicBezTo>
                <a:cubicBezTo>
                  <a:pt x="305425" y="45799"/>
                  <a:pt x="303297" y="45300"/>
                  <a:pt x="300564" y="45196"/>
                </a:cubicBezTo>
                <a:cubicBezTo>
                  <a:pt x="300040" y="45196"/>
                  <a:pt x="299646" y="44933"/>
                  <a:pt x="299383" y="44406"/>
                </a:cubicBezTo>
                <a:cubicBezTo>
                  <a:pt x="299120" y="43880"/>
                  <a:pt x="298988" y="43355"/>
                  <a:pt x="298988" y="42831"/>
                </a:cubicBezTo>
                <a:cubicBezTo>
                  <a:pt x="298988" y="42305"/>
                  <a:pt x="299093" y="41780"/>
                  <a:pt x="299304" y="41255"/>
                </a:cubicBezTo>
                <a:cubicBezTo>
                  <a:pt x="299514" y="40729"/>
                  <a:pt x="299829" y="40466"/>
                  <a:pt x="300249" y="40466"/>
                </a:cubicBezTo>
                <a:cubicBezTo>
                  <a:pt x="302562" y="40256"/>
                  <a:pt x="305609" y="39914"/>
                  <a:pt x="309393" y="39441"/>
                </a:cubicBezTo>
                <a:cubicBezTo>
                  <a:pt x="313177" y="38968"/>
                  <a:pt x="316856" y="38311"/>
                  <a:pt x="320429" y="37469"/>
                </a:cubicBezTo>
                <a:cubicBezTo>
                  <a:pt x="321900" y="37154"/>
                  <a:pt x="323029" y="37155"/>
                  <a:pt x="323817" y="37471"/>
                </a:cubicBezTo>
                <a:cubicBezTo>
                  <a:pt x="324606" y="37785"/>
                  <a:pt x="325106" y="38679"/>
                  <a:pt x="325318" y="40151"/>
                </a:cubicBezTo>
                <a:lnTo>
                  <a:pt x="325948" y="48506"/>
                </a:lnTo>
                <a:cubicBezTo>
                  <a:pt x="325948" y="48822"/>
                  <a:pt x="326105" y="48874"/>
                  <a:pt x="326419" y="48662"/>
                </a:cubicBezTo>
                <a:cubicBezTo>
                  <a:pt x="328416" y="45299"/>
                  <a:pt x="331332" y="42383"/>
                  <a:pt x="335169" y="39913"/>
                </a:cubicBezTo>
                <a:cubicBezTo>
                  <a:pt x="339006" y="37443"/>
                  <a:pt x="343605" y="36208"/>
                  <a:pt x="348965" y="36208"/>
                </a:cubicBezTo>
                <a:cubicBezTo>
                  <a:pt x="353694" y="36208"/>
                  <a:pt x="357845" y="37181"/>
                  <a:pt x="361418" y="39126"/>
                </a:cubicBezTo>
                <a:cubicBezTo>
                  <a:pt x="364993" y="41070"/>
                  <a:pt x="367962" y="43698"/>
                  <a:pt x="370326" y="47009"/>
                </a:cubicBezTo>
                <a:cubicBezTo>
                  <a:pt x="372692" y="50319"/>
                  <a:pt x="374478" y="54129"/>
                  <a:pt x="375686" y="58438"/>
                </a:cubicBezTo>
                <a:cubicBezTo>
                  <a:pt x="376895" y="62748"/>
                  <a:pt x="377500" y="67214"/>
                  <a:pt x="377500" y="71837"/>
                </a:cubicBezTo>
                <a:cubicBezTo>
                  <a:pt x="377500" y="77513"/>
                  <a:pt x="376712" y="82769"/>
                  <a:pt x="375135" y="87604"/>
                </a:cubicBezTo>
                <a:cubicBezTo>
                  <a:pt x="373559" y="92439"/>
                  <a:pt x="371299" y="96643"/>
                  <a:pt x="368356" y="100216"/>
                </a:cubicBezTo>
                <a:cubicBezTo>
                  <a:pt x="365413" y="103789"/>
                  <a:pt x="361892" y="106574"/>
                  <a:pt x="357793" y="108571"/>
                </a:cubicBezTo>
                <a:cubicBezTo>
                  <a:pt x="353694" y="110568"/>
                  <a:pt x="349070" y="111566"/>
                  <a:pt x="343920" y="111566"/>
                </a:cubicBezTo>
                <a:cubicBezTo>
                  <a:pt x="340661" y="111566"/>
                  <a:pt x="337771" y="111329"/>
                  <a:pt x="335248" y="110856"/>
                </a:cubicBezTo>
                <a:cubicBezTo>
                  <a:pt x="332725" y="110385"/>
                  <a:pt x="330203" y="109728"/>
                  <a:pt x="327682" y="108886"/>
                </a:cubicBezTo>
                <a:cubicBezTo>
                  <a:pt x="327156" y="108676"/>
                  <a:pt x="326840" y="108676"/>
                  <a:pt x="326735" y="108886"/>
                </a:cubicBezTo>
                <a:cubicBezTo>
                  <a:pt x="326630" y="109096"/>
                  <a:pt x="326578" y="109622"/>
                  <a:pt x="326578" y="110464"/>
                </a:cubicBezTo>
                <a:lnTo>
                  <a:pt x="326578" y="134585"/>
                </a:lnTo>
                <a:cubicBezTo>
                  <a:pt x="326578" y="137212"/>
                  <a:pt x="326657" y="139419"/>
                  <a:pt x="326814" y="141205"/>
                </a:cubicBezTo>
                <a:cubicBezTo>
                  <a:pt x="326971" y="142992"/>
                  <a:pt x="327470" y="144463"/>
                  <a:pt x="328310" y="145620"/>
                </a:cubicBezTo>
                <a:cubicBezTo>
                  <a:pt x="329152" y="146776"/>
                  <a:pt x="330466" y="147669"/>
                  <a:pt x="332253" y="148299"/>
                </a:cubicBezTo>
                <a:cubicBezTo>
                  <a:pt x="334040" y="148930"/>
                  <a:pt x="336614" y="149403"/>
                  <a:pt x="339977" y="149719"/>
                </a:cubicBezTo>
                <a:cubicBezTo>
                  <a:pt x="340609" y="149824"/>
                  <a:pt x="341056" y="150113"/>
                  <a:pt x="341317" y="150585"/>
                </a:cubicBezTo>
                <a:cubicBezTo>
                  <a:pt x="341580" y="151058"/>
                  <a:pt x="341712" y="151557"/>
                  <a:pt x="341712" y="152083"/>
                </a:cubicBezTo>
                <a:cubicBezTo>
                  <a:pt x="341712" y="152714"/>
                  <a:pt x="341554" y="153265"/>
                  <a:pt x="341238" y="153738"/>
                </a:cubicBezTo>
                <a:cubicBezTo>
                  <a:pt x="340924" y="154211"/>
                  <a:pt x="340503" y="154448"/>
                  <a:pt x="339977" y="154448"/>
                </a:cubicBezTo>
                <a:cubicBezTo>
                  <a:pt x="335248" y="154448"/>
                  <a:pt x="331385" y="154264"/>
                  <a:pt x="328390" y="153895"/>
                </a:cubicBezTo>
                <a:cubicBezTo>
                  <a:pt x="325395" y="153528"/>
                  <a:pt x="322374" y="153344"/>
                  <a:pt x="319325" y="153344"/>
                </a:cubicBezTo>
                <a:cubicBezTo>
                  <a:pt x="316172" y="153344"/>
                  <a:pt x="312967" y="153528"/>
                  <a:pt x="309708" y="153895"/>
                </a:cubicBezTo>
                <a:cubicBezTo>
                  <a:pt x="306451" y="154264"/>
                  <a:pt x="303140" y="154448"/>
                  <a:pt x="299777" y="154448"/>
                </a:cubicBezTo>
                <a:cubicBezTo>
                  <a:pt x="299251" y="154448"/>
                  <a:pt x="298830" y="154211"/>
                  <a:pt x="298515" y="153738"/>
                </a:cubicBezTo>
                <a:cubicBezTo>
                  <a:pt x="298200" y="153265"/>
                  <a:pt x="298043" y="152714"/>
                  <a:pt x="298043" y="152083"/>
                </a:cubicBezTo>
                <a:cubicBezTo>
                  <a:pt x="298043" y="151557"/>
                  <a:pt x="298200" y="151058"/>
                  <a:pt x="298515" y="150585"/>
                </a:cubicBezTo>
                <a:cubicBezTo>
                  <a:pt x="298830" y="150113"/>
                  <a:pt x="299304" y="149824"/>
                  <a:pt x="299934" y="149719"/>
                </a:cubicBezTo>
                <a:cubicBezTo>
                  <a:pt x="302877" y="149403"/>
                  <a:pt x="305163" y="148930"/>
                  <a:pt x="306792" y="148299"/>
                </a:cubicBezTo>
                <a:cubicBezTo>
                  <a:pt x="308422" y="147669"/>
                  <a:pt x="309604" y="146802"/>
                  <a:pt x="310338" y="145699"/>
                </a:cubicBezTo>
                <a:cubicBezTo>
                  <a:pt x="311074" y="144596"/>
                  <a:pt x="311494" y="143229"/>
                  <a:pt x="311599" y="141600"/>
                </a:cubicBezTo>
                <a:cubicBezTo>
                  <a:pt x="311704" y="139970"/>
                  <a:pt x="311757" y="137947"/>
                  <a:pt x="311757" y="135530"/>
                </a:cubicBezTo>
                <a:lnTo>
                  <a:pt x="311757" y="71996"/>
                </a:lnTo>
                <a:close/>
                <a:moveTo>
                  <a:pt x="402645" y="29903"/>
                </a:moveTo>
                <a:cubicBezTo>
                  <a:pt x="402645" y="25384"/>
                  <a:pt x="402540" y="21784"/>
                  <a:pt x="402330" y="19104"/>
                </a:cubicBezTo>
                <a:cubicBezTo>
                  <a:pt x="402120" y="16423"/>
                  <a:pt x="401594" y="14347"/>
                  <a:pt x="400754" y="12876"/>
                </a:cubicBezTo>
                <a:cubicBezTo>
                  <a:pt x="399914" y="11404"/>
                  <a:pt x="398626" y="10406"/>
                  <a:pt x="396891" y="9881"/>
                </a:cubicBezTo>
                <a:cubicBezTo>
                  <a:pt x="395157" y="9355"/>
                  <a:pt x="392766" y="8934"/>
                  <a:pt x="389717" y="8618"/>
                </a:cubicBezTo>
                <a:cubicBezTo>
                  <a:pt x="389193" y="8618"/>
                  <a:pt x="388799" y="8356"/>
                  <a:pt x="388536" y="7832"/>
                </a:cubicBezTo>
                <a:cubicBezTo>
                  <a:pt x="388273" y="7306"/>
                  <a:pt x="388115" y="6781"/>
                  <a:pt x="388062" y="6256"/>
                </a:cubicBezTo>
                <a:cubicBezTo>
                  <a:pt x="388009" y="5730"/>
                  <a:pt x="388114" y="5204"/>
                  <a:pt x="388377" y="4678"/>
                </a:cubicBezTo>
                <a:cubicBezTo>
                  <a:pt x="388640" y="4152"/>
                  <a:pt x="389087" y="3889"/>
                  <a:pt x="389717" y="3889"/>
                </a:cubicBezTo>
                <a:cubicBezTo>
                  <a:pt x="392870" y="3679"/>
                  <a:pt x="396680" y="3364"/>
                  <a:pt x="401146" y="2944"/>
                </a:cubicBezTo>
                <a:cubicBezTo>
                  <a:pt x="405614" y="2523"/>
                  <a:pt x="409793" y="1735"/>
                  <a:pt x="413682" y="579"/>
                </a:cubicBezTo>
                <a:cubicBezTo>
                  <a:pt x="415152" y="159"/>
                  <a:pt x="416124" y="238"/>
                  <a:pt x="416597" y="817"/>
                </a:cubicBezTo>
                <a:cubicBezTo>
                  <a:pt x="417070" y="1394"/>
                  <a:pt x="417360" y="1998"/>
                  <a:pt x="417466" y="2629"/>
                </a:cubicBezTo>
                <a:lnTo>
                  <a:pt x="417466" y="90914"/>
                </a:lnTo>
                <a:cubicBezTo>
                  <a:pt x="417466" y="93542"/>
                  <a:pt x="417518" y="95750"/>
                  <a:pt x="417622" y="97536"/>
                </a:cubicBezTo>
                <a:cubicBezTo>
                  <a:pt x="417728" y="99323"/>
                  <a:pt x="418122" y="100794"/>
                  <a:pt x="418806" y="101951"/>
                </a:cubicBezTo>
                <a:cubicBezTo>
                  <a:pt x="419489" y="103107"/>
                  <a:pt x="420592" y="104000"/>
                  <a:pt x="422116" y="104631"/>
                </a:cubicBezTo>
                <a:cubicBezTo>
                  <a:pt x="423639" y="105261"/>
                  <a:pt x="425767" y="105734"/>
                  <a:pt x="428500" y="106050"/>
                </a:cubicBezTo>
                <a:cubicBezTo>
                  <a:pt x="429130" y="106154"/>
                  <a:pt x="429604" y="106443"/>
                  <a:pt x="429920" y="106916"/>
                </a:cubicBezTo>
                <a:cubicBezTo>
                  <a:pt x="430235" y="107389"/>
                  <a:pt x="430393" y="107941"/>
                  <a:pt x="430393" y="108571"/>
                </a:cubicBezTo>
                <a:cubicBezTo>
                  <a:pt x="430393" y="109097"/>
                  <a:pt x="430235" y="109597"/>
                  <a:pt x="429920" y="110070"/>
                </a:cubicBezTo>
                <a:cubicBezTo>
                  <a:pt x="429604" y="110543"/>
                  <a:pt x="429130" y="110779"/>
                  <a:pt x="428500" y="110779"/>
                </a:cubicBezTo>
                <a:cubicBezTo>
                  <a:pt x="425978" y="110779"/>
                  <a:pt x="423140" y="110595"/>
                  <a:pt x="419987" y="110226"/>
                </a:cubicBezTo>
                <a:cubicBezTo>
                  <a:pt x="416834" y="109859"/>
                  <a:pt x="413681" y="109675"/>
                  <a:pt x="410528" y="109675"/>
                </a:cubicBezTo>
                <a:cubicBezTo>
                  <a:pt x="407165" y="109675"/>
                  <a:pt x="403854" y="109859"/>
                  <a:pt x="400595" y="110226"/>
                </a:cubicBezTo>
                <a:cubicBezTo>
                  <a:pt x="397338" y="110595"/>
                  <a:pt x="394028" y="110779"/>
                  <a:pt x="390665" y="110779"/>
                </a:cubicBezTo>
                <a:cubicBezTo>
                  <a:pt x="390139" y="110779"/>
                  <a:pt x="389718" y="110543"/>
                  <a:pt x="389402" y="110070"/>
                </a:cubicBezTo>
                <a:cubicBezTo>
                  <a:pt x="389088" y="109597"/>
                  <a:pt x="388931" y="109097"/>
                  <a:pt x="388931" y="108571"/>
                </a:cubicBezTo>
                <a:cubicBezTo>
                  <a:pt x="388931" y="107941"/>
                  <a:pt x="389088" y="107389"/>
                  <a:pt x="389402" y="106916"/>
                </a:cubicBezTo>
                <a:cubicBezTo>
                  <a:pt x="389718" y="106443"/>
                  <a:pt x="390191" y="106154"/>
                  <a:pt x="390821" y="106050"/>
                </a:cubicBezTo>
                <a:cubicBezTo>
                  <a:pt x="393764" y="105734"/>
                  <a:pt x="396050" y="105261"/>
                  <a:pt x="397680" y="104631"/>
                </a:cubicBezTo>
                <a:cubicBezTo>
                  <a:pt x="399309" y="104000"/>
                  <a:pt x="400491" y="103133"/>
                  <a:pt x="401226" y="102030"/>
                </a:cubicBezTo>
                <a:cubicBezTo>
                  <a:pt x="401962" y="100925"/>
                  <a:pt x="402382" y="99559"/>
                  <a:pt x="402486" y="97931"/>
                </a:cubicBezTo>
                <a:cubicBezTo>
                  <a:pt x="402592" y="96302"/>
                  <a:pt x="402645" y="94278"/>
                  <a:pt x="402645" y="91859"/>
                </a:cubicBezTo>
                <a:lnTo>
                  <a:pt x="402645" y="29903"/>
                </a:lnTo>
                <a:close/>
                <a:moveTo>
                  <a:pt x="458376" y="69788"/>
                </a:moveTo>
                <a:cubicBezTo>
                  <a:pt x="457850" y="69788"/>
                  <a:pt x="457561" y="69972"/>
                  <a:pt x="457508" y="70341"/>
                </a:cubicBezTo>
                <a:cubicBezTo>
                  <a:pt x="457456" y="70708"/>
                  <a:pt x="457431" y="71155"/>
                  <a:pt x="457431" y="71681"/>
                </a:cubicBezTo>
                <a:cubicBezTo>
                  <a:pt x="457431" y="77147"/>
                  <a:pt x="458035" y="81771"/>
                  <a:pt x="459242" y="85554"/>
                </a:cubicBezTo>
                <a:cubicBezTo>
                  <a:pt x="460451" y="89337"/>
                  <a:pt x="462133" y="92412"/>
                  <a:pt x="464287" y="94777"/>
                </a:cubicBezTo>
                <a:cubicBezTo>
                  <a:pt x="466442" y="97141"/>
                  <a:pt x="469018" y="98849"/>
                  <a:pt x="472013" y="99901"/>
                </a:cubicBezTo>
                <a:cubicBezTo>
                  <a:pt x="475009" y="100952"/>
                  <a:pt x="478241" y="101477"/>
                  <a:pt x="481708" y="101477"/>
                </a:cubicBezTo>
                <a:cubicBezTo>
                  <a:pt x="485281" y="101477"/>
                  <a:pt x="488749" y="101188"/>
                  <a:pt x="492112" y="100611"/>
                </a:cubicBezTo>
                <a:cubicBezTo>
                  <a:pt x="495477" y="100032"/>
                  <a:pt x="498368" y="98744"/>
                  <a:pt x="500784" y="96747"/>
                </a:cubicBezTo>
                <a:cubicBezTo>
                  <a:pt x="501310" y="96327"/>
                  <a:pt x="501862" y="96170"/>
                  <a:pt x="502439" y="96276"/>
                </a:cubicBezTo>
                <a:cubicBezTo>
                  <a:pt x="503018" y="96380"/>
                  <a:pt x="503491" y="96642"/>
                  <a:pt x="503859" y="97063"/>
                </a:cubicBezTo>
                <a:cubicBezTo>
                  <a:pt x="504226" y="97483"/>
                  <a:pt x="504462" y="97956"/>
                  <a:pt x="504566" y="98482"/>
                </a:cubicBezTo>
                <a:cubicBezTo>
                  <a:pt x="504672" y="99008"/>
                  <a:pt x="504568" y="99481"/>
                  <a:pt x="504253" y="99901"/>
                </a:cubicBezTo>
                <a:cubicBezTo>
                  <a:pt x="500890" y="104315"/>
                  <a:pt x="497106" y="107363"/>
                  <a:pt x="492901" y="109045"/>
                </a:cubicBezTo>
                <a:cubicBezTo>
                  <a:pt x="488698" y="110726"/>
                  <a:pt x="483495" y="111566"/>
                  <a:pt x="477294" y="111566"/>
                </a:cubicBezTo>
                <a:cubicBezTo>
                  <a:pt x="470988" y="111566"/>
                  <a:pt x="465549" y="110621"/>
                  <a:pt x="460977" y="108730"/>
                </a:cubicBezTo>
                <a:cubicBezTo>
                  <a:pt x="456404" y="106837"/>
                  <a:pt x="452620" y="104183"/>
                  <a:pt x="449625" y="100767"/>
                </a:cubicBezTo>
                <a:cubicBezTo>
                  <a:pt x="446630" y="97351"/>
                  <a:pt x="444424" y="93358"/>
                  <a:pt x="443004" y="88787"/>
                </a:cubicBezTo>
                <a:cubicBezTo>
                  <a:pt x="441585" y="84215"/>
                  <a:pt x="440875" y="79248"/>
                  <a:pt x="440875" y="73887"/>
                </a:cubicBezTo>
                <a:cubicBezTo>
                  <a:pt x="440875" y="68737"/>
                  <a:pt x="441742" y="63851"/>
                  <a:pt x="443476" y="59227"/>
                </a:cubicBezTo>
                <a:cubicBezTo>
                  <a:pt x="445211" y="54602"/>
                  <a:pt x="447655" y="50608"/>
                  <a:pt x="450808" y="47245"/>
                </a:cubicBezTo>
                <a:cubicBezTo>
                  <a:pt x="453961" y="43882"/>
                  <a:pt x="457692" y="41202"/>
                  <a:pt x="462001" y="39206"/>
                </a:cubicBezTo>
                <a:cubicBezTo>
                  <a:pt x="466311" y="37207"/>
                  <a:pt x="471093" y="36208"/>
                  <a:pt x="476348" y="36208"/>
                </a:cubicBezTo>
                <a:cubicBezTo>
                  <a:pt x="480762" y="36208"/>
                  <a:pt x="484782" y="36971"/>
                  <a:pt x="488408" y="38496"/>
                </a:cubicBezTo>
                <a:cubicBezTo>
                  <a:pt x="492034" y="40019"/>
                  <a:pt x="495108" y="42121"/>
                  <a:pt x="497631" y="44801"/>
                </a:cubicBezTo>
                <a:cubicBezTo>
                  <a:pt x="500153" y="47481"/>
                  <a:pt x="502124" y="50687"/>
                  <a:pt x="503544" y="54419"/>
                </a:cubicBezTo>
                <a:cubicBezTo>
                  <a:pt x="504963" y="58149"/>
                  <a:pt x="505673" y="62169"/>
                  <a:pt x="505673" y="66478"/>
                </a:cubicBezTo>
                <a:cubicBezTo>
                  <a:pt x="505673" y="68685"/>
                  <a:pt x="504884" y="69788"/>
                  <a:pt x="503308" y="69788"/>
                </a:cubicBezTo>
                <a:lnTo>
                  <a:pt x="458376" y="69788"/>
                </a:lnTo>
                <a:moveTo>
                  <a:pt x="487226" y="64272"/>
                </a:moveTo>
                <a:cubicBezTo>
                  <a:pt x="488697" y="64272"/>
                  <a:pt x="489537" y="63747"/>
                  <a:pt x="489747" y="62696"/>
                </a:cubicBezTo>
                <a:cubicBezTo>
                  <a:pt x="489959" y="61644"/>
                  <a:pt x="490065" y="60382"/>
                  <a:pt x="490065" y="58910"/>
                </a:cubicBezTo>
                <a:cubicBezTo>
                  <a:pt x="490065" y="56703"/>
                  <a:pt x="489723" y="54575"/>
                  <a:pt x="489040" y="52525"/>
                </a:cubicBezTo>
                <a:cubicBezTo>
                  <a:pt x="488357" y="50476"/>
                  <a:pt x="487384" y="48663"/>
                  <a:pt x="486122" y="47086"/>
                </a:cubicBezTo>
                <a:cubicBezTo>
                  <a:pt x="484862" y="45510"/>
                  <a:pt x="483338" y="44249"/>
                  <a:pt x="481552" y="43302"/>
                </a:cubicBezTo>
                <a:cubicBezTo>
                  <a:pt x="479765" y="42356"/>
                  <a:pt x="477715" y="41883"/>
                  <a:pt x="475403" y="41883"/>
                </a:cubicBezTo>
                <a:cubicBezTo>
                  <a:pt x="472564" y="41883"/>
                  <a:pt x="470120" y="42383"/>
                  <a:pt x="468071" y="43382"/>
                </a:cubicBezTo>
                <a:cubicBezTo>
                  <a:pt x="466021" y="44381"/>
                  <a:pt x="464287" y="45695"/>
                  <a:pt x="462867" y="47324"/>
                </a:cubicBezTo>
                <a:cubicBezTo>
                  <a:pt x="461450" y="48952"/>
                  <a:pt x="460373" y="50870"/>
                  <a:pt x="459637" y="53079"/>
                </a:cubicBezTo>
                <a:cubicBezTo>
                  <a:pt x="458901" y="55285"/>
                  <a:pt x="458375" y="57597"/>
                  <a:pt x="458061" y="60014"/>
                </a:cubicBezTo>
                <a:cubicBezTo>
                  <a:pt x="457851" y="61276"/>
                  <a:pt x="457772" y="62302"/>
                  <a:pt x="457823" y="63091"/>
                </a:cubicBezTo>
                <a:cubicBezTo>
                  <a:pt x="457876" y="63878"/>
                  <a:pt x="458112" y="64272"/>
                  <a:pt x="458532" y="64272"/>
                </a:cubicBezTo>
                <a:lnTo>
                  <a:pt x="487226" y="64272"/>
                </a:lnTo>
                <a:close/>
                <a:moveTo>
                  <a:pt x="543745" y="76567"/>
                </a:moveTo>
                <a:cubicBezTo>
                  <a:pt x="540066" y="71733"/>
                  <a:pt x="536650" y="67320"/>
                  <a:pt x="533497" y="63327"/>
                </a:cubicBezTo>
                <a:cubicBezTo>
                  <a:pt x="530344" y="59332"/>
                  <a:pt x="527506" y="55338"/>
                  <a:pt x="524984" y="51344"/>
                </a:cubicBezTo>
                <a:cubicBezTo>
                  <a:pt x="523933" y="49662"/>
                  <a:pt x="523014" y="48348"/>
                  <a:pt x="522225" y="47401"/>
                </a:cubicBezTo>
                <a:cubicBezTo>
                  <a:pt x="521437" y="46455"/>
                  <a:pt x="520675" y="45720"/>
                  <a:pt x="519939" y="45196"/>
                </a:cubicBezTo>
                <a:cubicBezTo>
                  <a:pt x="519203" y="44670"/>
                  <a:pt x="518415" y="44301"/>
                  <a:pt x="517575" y="44091"/>
                </a:cubicBezTo>
                <a:cubicBezTo>
                  <a:pt x="516734" y="43881"/>
                  <a:pt x="515736" y="43723"/>
                  <a:pt x="514580" y="43617"/>
                </a:cubicBezTo>
                <a:cubicBezTo>
                  <a:pt x="514054" y="43617"/>
                  <a:pt x="513659" y="43355"/>
                  <a:pt x="513396" y="42831"/>
                </a:cubicBezTo>
                <a:cubicBezTo>
                  <a:pt x="513133" y="42305"/>
                  <a:pt x="513002" y="41779"/>
                  <a:pt x="513002" y="41253"/>
                </a:cubicBezTo>
                <a:cubicBezTo>
                  <a:pt x="513002" y="40622"/>
                  <a:pt x="513107" y="40071"/>
                  <a:pt x="513317" y="39598"/>
                </a:cubicBezTo>
                <a:cubicBezTo>
                  <a:pt x="513528" y="39125"/>
                  <a:pt x="513896" y="38888"/>
                  <a:pt x="514421" y="38888"/>
                </a:cubicBezTo>
                <a:cubicBezTo>
                  <a:pt x="516523" y="38888"/>
                  <a:pt x="518915" y="39046"/>
                  <a:pt x="521594" y="39362"/>
                </a:cubicBezTo>
                <a:cubicBezTo>
                  <a:pt x="524274" y="39676"/>
                  <a:pt x="526980" y="39833"/>
                  <a:pt x="529713" y="39833"/>
                </a:cubicBezTo>
                <a:cubicBezTo>
                  <a:pt x="532656" y="39833"/>
                  <a:pt x="535572" y="39676"/>
                  <a:pt x="538462" y="39362"/>
                </a:cubicBezTo>
                <a:cubicBezTo>
                  <a:pt x="541354" y="39046"/>
                  <a:pt x="544218" y="38888"/>
                  <a:pt x="547055" y="38888"/>
                </a:cubicBezTo>
                <a:cubicBezTo>
                  <a:pt x="547475" y="38888"/>
                  <a:pt x="547843" y="39125"/>
                  <a:pt x="548159" y="39598"/>
                </a:cubicBezTo>
                <a:cubicBezTo>
                  <a:pt x="548475" y="40071"/>
                  <a:pt x="548633" y="40622"/>
                  <a:pt x="548633" y="41253"/>
                </a:cubicBezTo>
                <a:cubicBezTo>
                  <a:pt x="548633" y="41779"/>
                  <a:pt x="548502" y="42305"/>
                  <a:pt x="548239" y="42831"/>
                </a:cubicBezTo>
                <a:cubicBezTo>
                  <a:pt x="547976" y="43355"/>
                  <a:pt x="547581" y="43617"/>
                  <a:pt x="547055" y="43617"/>
                </a:cubicBezTo>
                <a:cubicBezTo>
                  <a:pt x="545585" y="43828"/>
                  <a:pt x="544035" y="44038"/>
                  <a:pt x="542405" y="44250"/>
                </a:cubicBezTo>
                <a:cubicBezTo>
                  <a:pt x="540776" y="44460"/>
                  <a:pt x="539961" y="45143"/>
                  <a:pt x="539961" y="46297"/>
                </a:cubicBezTo>
                <a:cubicBezTo>
                  <a:pt x="539961" y="47033"/>
                  <a:pt x="540066" y="47664"/>
                  <a:pt x="540276" y="48190"/>
                </a:cubicBezTo>
                <a:cubicBezTo>
                  <a:pt x="540486" y="48717"/>
                  <a:pt x="540801" y="49295"/>
                  <a:pt x="541222" y="49925"/>
                </a:cubicBezTo>
                <a:cubicBezTo>
                  <a:pt x="542798" y="52658"/>
                  <a:pt x="544611" y="55338"/>
                  <a:pt x="546661" y="57967"/>
                </a:cubicBezTo>
                <a:cubicBezTo>
                  <a:pt x="548710" y="60594"/>
                  <a:pt x="550996" y="63431"/>
                  <a:pt x="553519" y="66478"/>
                </a:cubicBezTo>
                <a:cubicBezTo>
                  <a:pt x="554149" y="67214"/>
                  <a:pt x="554675" y="67267"/>
                  <a:pt x="555097" y="66637"/>
                </a:cubicBezTo>
                <a:cubicBezTo>
                  <a:pt x="557618" y="63588"/>
                  <a:pt x="559720" y="60697"/>
                  <a:pt x="561402" y="57964"/>
                </a:cubicBezTo>
                <a:cubicBezTo>
                  <a:pt x="563084" y="55232"/>
                  <a:pt x="564346" y="53235"/>
                  <a:pt x="565186" y="51974"/>
                </a:cubicBezTo>
                <a:cubicBezTo>
                  <a:pt x="565922" y="50502"/>
                  <a:pt x="566290" y="49241"/>
                  <a:pt x="566290" y="48190"/>
                </a:cubicBezTo>
                <a:cubicBezTo>
                  <a:pt x="566290" y="46718"/>
                  <a:pt x="565712" y="45641"/>
                  <a:pt x="564556" y="44957"/>
                </a:cubicBezTo>
                <a:cubicBezTo>
                  <a:pt x="563400" y="44274"/>
                  <a:pt x="561455" y="43828"/>
                  <a:pt x="558722" y="43617"/>
                </a:cubicBezTo>
                <a:cubicBezTo>
                  <a:pt x="558196" y="43617"/>
                  <a:pt x="557802" y="43355"/>
                  <a:pt x="557539" y="42831"/>
                </a:cubicBezTo>
                <a:cubicBezTo>
                  <a:pt x="557277" y="42305"/>
                  <a:pt x="557147" y="41779"/>
                  <a:pt x="557147" y="41253"/>
                </a:cubicBezTo>
                <a:cubicBezTo>
                  <a:pt x="557147" y="40622"/>
                  <a:pt x="557277" y="40071"/>
                  <a:pt x="557539" y="39598"/>
                </a:cubicBezTo>
                <a:cubicBezTo>
                  <a:pt x="557802" y="39125"/>
                  <a:pt x="558196" y="38888"/>
                  <a:pt x="558722" y="38888"/>
                </a:cubicBezTo>
                <a:cubicBezTo>
                  <a:pt x="561559" y="38888"/>
                  <a:pt x="564213" y="39046"/>
                  <a:pt x="566682" y="39362"/>
                </a:cubicBezTo>
                <a:cubicBezTo>
                  <a:pt x="569154" y="39676"/>
                  <a:pt x="571598" y="39833"/>
                  <a:pt x="574015" y="39833"/>
                </a:cubicBezTo>
                <a:cubicBezTo>
                  <a:pt x="576537" y="39833"/>
                  <a:pt x="578797" y="39676"/>
                  <a:pt x="580794" y="39362"/>
                </a:cubicBezTo>
                <a:cubicBezTo>
                  <a:pt x="582790" y="39046"/>
                  <a:pt x="584577" y="38888"/>
                  <a:pt x="586153" y="38888"/>
                </a:cubicBezTo>
                <a:cubicBezTo>
                  <a:pt x="586573" y="38888"/>
                  <a:pt x="586941" y="39125"/>
                  <a:pt x="587255" y="39598"/>
                </a:cubicBezTo>
                <a:cubicBezTo>
                  <a:pt x="587571" y="40071"/>
                  <a:pt x="587729" y="40622"/>
                  <a:pt x="587729" y="41253"/>
                </a:cubicBezTo>
                <a:cubicBezTo>
                  <a:pt x="587729" y="41779"/>
                  <a:pt x="587624" y="42305"/>
                  <a:pt x="587414" y="42831"/>
                </a:cubicBezTo>
                <a:cubicBezTo>
                  <a:pt x="587204" y="43355"/>
                  <a:pt x="586784" y="43617"/>
                  <a:pt x="586153" y="43617"/>
                </a:cubicBezTo>
                <a:cubicBezTo>
                  <a:pt x="582790" y="43933"/>
                  <a:pt x="580163" y="44801"/>
                  <a:pt x="578270" y="46220"/>
                </a:cubicBezTo>
                <a:cubicBezTo>
                  <a:pt x="576379" y="47638"/>
                  <a:pt x="574436" y="49608"/>
                  <a:pt x="572439" y="52131"/>
                </a:cubicBezTo>
                <a:cubicBezTo>
                  <a:pt x="570021" y="55284"/>
                  <a:pt x="567655" y="58438"/>
                  <a:pt x="565342" y="61592"/>
                </a:cubicBezTo>
                <a:cubicBezTo>
                  <a:pt x="563032" y="64745"/>
                  <a:pt x="560772" y="67740"/>
                  <a:pt x="558564" y="70577"/>
                </a:cubicBezTo>
                <a:cubicBezTo>
                  <a:pt x="557933" y="71417"/>
                  <a:pt x="557986" y="72206"/>
                  <a:pt x="558722" y="72942"/>
                </a:cubicBezTo>
                <a:cubicBezTo>
                  <a:pt x="562085" y="76935"/>
                  <a:pt x="565290" y="80798"/>
                  <a:pt x="568337" y="84529"/>
                </a:cubicBezTo>
                <a:cubicBezTo>
                  <a:pt x="571386" y="88260"/>
                  <a:pt x="574382" y="92122"/>
                  <a:pt x="577325" y="96117"/>
                </a:cubicBezTo>
                <a:cubicBezTo>
                  <a:pt x="579427" y="99060"/>
                  <a:pt x="581450" y="101346"/>
                  <a:pt x="583394" y="102976"/>
                </a:cubicBezTo>
                <a:cubicBezTo>
                  <a:pt x="585339" y="104603"/>
                  <a:pt x="587889" y="105523"/>
                  <a:pt x="591041" y="105735"/>
                </a:cubicBezTo>
                <a:cubicBezTo>
                  <a:pt x="591672" y="105735"/>
                  <a:pt x="592170" y="105998"/>
                  <a:pt x="592538" y="106524"/>
                </a:cubicBezTo>
                <a:cubicBezTo>
                  <a:pt x="592907" y="107048"/>
                  <a:pt x="593091" y="107626"/>
                  <a:pt x="593091" y="108256"/>
                </a:cubicBezTo>
                <a:cubicBezTo>
                  <a:pt x="593091" y="108886"/>
                  <a:pt x="592907" y="109438"/>
                  <a:pt x="592538" y="109911"/>
                </a:cubicBezTo>
                <a:cubicBezTo>
                  <a:pt x="592170" y="110384"/>
                  <a:pt x="591672" y="110621"/>
                  <a:pt x="591041" y="110621"/>
                </a:cubicBezTo>
                <a:cubicBezTo>
                  <a:pt x="588833" y="110621"/>
                  <a:pt x="586310" y="110463"/>
                  <a:pt x="583473" y="110147"/>
                </a:cubicBezTo>
                <a:cubicBezTo>
                  <a:pt x="580636" y="109832"/>
                  <a:pt x="577694" y="109675"/>
                  <a:pt x="574645" y="109675"/>
                </a:cubicBezTo>
                <a:cubicBezTo>
                  <a:pt x="571596" y="109675"/>
                  <a:pt x="568495" y="109859"/>
                  <a:pt x="565342" y="110226"/>
                </a:cubicBezTo>
                <a:cubicBezTo>
                  <a:pt x="562190" y="110595"/>
                  <a:pt x="559090" y="110779"/>
                  <a:pt x="556042" y="110779"/>
                </a:cubicBezTo>
                <a:cubicBezTo>
                  <a:pt x="555412" y="110779"/>
                  <a:pt x="554913" y="110516"/>
                  <a:pt x="554544" y="109990"/>
                </a:cubicBezTo>
                <a:cubicBezTo>
                  <a:pt x="554177" y="109464"/>
                  <a:pt x="553993" y="108886"/>
                  <a:pt x="553993" y="108256"/>
                </a:cubicBezTo>
                <a:cubicBezTo>
                  <a:pt x="553993" y="107626"/>
                  <a:pt x="554150" y="107048"/>
                  <a:pt x="554464" y="106524"/>
                </a:cubicBezTo>
                <a:cubicBezTo>
                  <a:pt x="554780" y="105998"/>
                  <a:pt x="555253" y="105735"/>
                  <a:pt x="555884" y="105735"/>
                </a:cubicBezTo>
                <a:cubicBezTo>
                  <a:pt x="558406" y="105523"/>
                  <a:pt x="560246" y="105287"/>
                  <a:pt x="561402" y="105025"/>
                </a:cubicBezTo>
                <a:cubicBezTo>
                  <a:pt x="562558" y="104762"/>
                  <a:pt x="563137" y="104105"/>
                  <a:pt x="563137" y="103053"/>
                </a:cubicBezTo>
                <a:cubicBezTo>
                  <a:pt x="563137" y="101792"/>
                  <a:pt x="561928" y="99427"/>
                  <a:pt x="559511" y="95958"/>
                </a:cubicBezTo>
                <a:cubicBezTo>
                  <a:pt x="557723" y="93542"/>
                  <a:pt x="555988" y="91230"/>
                  <a:pt x="554306" y="89023"/>
                </a:cubicBezTo>
                <a:cubicBezTo>
                  <a:pt x="552625" y="86815"/>
                  <a:pt x="550786" y="84502"/>
                  <a:pt x="548790" y="82085"/>
                </a:cubicBezTo>
                <a:cubicBezTo>
                  <a:pt x="548474" y="81875"/>
                  <a:pt x="548211" y="81875"/>
                  <a:pt x="548001" y="82085"/>
                </a:cubicBezTo>
                <a:cubicBezTo>
                  <a:pt x="547160" y="82926"/>
                  <a:pt x="546188" y="84003"/>
                  <a:pt x="545085" y="85318"/>
                </a:cubicBezTo>
                <a:cubicBezTo>
                  <a:pt x="543982" y="86632"/>
                  <a:pt x="542904" y="87945"/>
                  <a:pt x="541852" y="89259"/>
                </a:cubicBezTo>
                <a:cubicBezTo>
                  <a:pt x="540801" y="90572"/>
                  <a:pt x="539830" y="91807"/>
                  <a:pt x="538936" y="92963"/>
                </a:cubicBezTo>
                <a:cubicBezTo>
                  <a:pt x="538043" y="94120"/>
                  <a:pt x="537438" y="95013"/>
                  <a:pt x="537122" y="95643"/>
                </a:cubicBezTo>
                <a:cubicBezTo>
                  <a:pt x="535756" y="97956"/>
                  <a:pt x="535073" y="99900"/>
                  <a:pt x="535073" y="101477"/>
                </a:cubicBezTo>
                <a:cubicBezTo>
                  <a:pt x="535073" y="102949"/>
                  <a:pt x="535730" y="103948"/>
                  <a:pt x="537043" y="104474"/>
                </a:cubicBezTo>
                <a:cubicBezTo>
                  <a:pt x="538358" y="104999"/>
                  <a:pt x="540329" y="105471"/>
                  <a:pt x="542956" y="105891"/>
                </a:cubicBezTo>
                <a:cubicBezTo>
                  <a:pt x="543482" y="105997"/>
                  <a:pt x="543877" y="106313"/>
                  <a:pt x="544140" y="106839"/>
                </a:cubicBezTo>
                <a:cubicBezTo>
                  <a:pt x="544403" y="107363"/>
                  <a:pt x="544534" y="107941"/>
                  <a:pt x="544534" y="108571"/>
                </a:cubicBezTo>
                <a:cubicBezTo>
                  <a:pt x="544534" y="109097"/>
                  <a:pt x="544376" y="109597"/>
                  <a:pt x="544060" y="110070"/>
                </a:cubicBezTo>
                <a:cubicBezTo>
                  <a:pt x="543744" y="110543"/>
                  <a:pt x="543324" y="110779"/>
                  <a:pt x="542800" y="110779"/>
                </a:cubicBezTo>
                <a:cubicBezTo>
                  <a:pt x="540591" y="110779"/>
                  <a:pt x="538252" y="110595"/>
                  <a:pt x="535783" y="110226"/>
                </a:cubicBezTo>
                <a:cubicBezTo>
                  <a:pt x="533313" y="109859"/>
                  <a:pt x="530712" y="109675"/>
                  <a:pt x="527979" y="109675"/>
                </a:cubicBezTo>
                <a:cubicBezTo>
                  <a:pt x="525456" y="109675"/>
                  <a:pt x="522986" y="109859"/>
                  <a:pt x="520570" y="110226"/>
                </a:cubicBezTo>
                <a:cubicBezTo>
                  <a:pt x="518153" y="110595"/>
                  <a:pt x="516103" y="110779"/>
                  <a:pt x="514421" y="110779"/>
                </a:cubicBezTo>
                <a:cubicBezTo>
                  <a:pt x="513896" y="110779"/>
                  <a:pt x="513476" y="110543"/>
                  <a:pt x="513160" y="110070"/>
                </a:cubicBezTo>
                <a:cubicBezTo>
                  <a:pt x="512844" y="109597"/>
                  <a:pt x="512686" y="109045"/>
                  <a:pt x="512686" y="108415"/>
                </a:cubicBezTo>
                <a:cubicBezTo>
                  <a:pt x="512686" y="107783"/>
                  <a:pt x="512818" y="107205"/>
                  <a:pt x="513081" y="106680"/>
                </a:cubicBezTo>
                <a:cubicBezTo>
                  <a:pt x="513344" y="106154"/>
                  <a:pt x="513738" y="105839"/>
                  <a:pt x="514264" y="105735"/>
                </a:cubicBezTo>
                <a:cubicBezTo>
                  <a:pt x="517732" y="105313"/>
                  <a:pt x="520490" y="104314"/>
                  <a:pt x="522540" y="102737"/>
                </a:cubicBezTo>
                <a:cubicBezTo>
                  <a:pt x="524589" y="101161"/>
                  <a:pt x="526928" y="98691"/>
                  <a:pt x="529557" y="95328"/>
                </a:cubicBezTo>
                <a:cubicBezTo>
                  <a:pt x="531553" y="92805"/>
                  <a:pt x="533734" y="90231"/>
                  <a:pt x="536098" y="87604"/>
                </a:cubicBezTo>
                <a:cubicBezTo>
                  <a:pt x="538463" y="84975"/>
                  <a:pt x="541012" y="82085"/>
                  <a:pt x="543745" y="78932"/>
                </a:cubicBezTo>
                <a:cubicBezTo>
                  <a:pt x="544271" y="78407"/>
                  <a:pt x="544508" y="78013"/>
                  <a:pt x="544455" y="77750"/>
                </a:cubicBezTo>
                <a:cubicBezTo>
                  <a:pt x="544402" y="77487"/>
                  <a:pt x="544165" y="77093"/>
                  <a:pt x="543745" y="76567"/>
                </a:cubicBezTo>
                <a:close/>
                <a:moveTo>
                  <a:pt x="694934" y="50555"/>
                </a:moveTo>
                <a:cubicBezTo>
                  <a:pt x="692938" y="48033"/>
                  <a:pt x="690783" y="46167"/>
                  <a:pt x="688471" y="44960"/>
                </a:cubicBezTo>
                <a:cubicBezTo>
                  <a:pt x="686158" y="43751"/>
                  <a:pt x="683373" y="43146"/>
                  <a:pt x="680116" y="43146"/>
                </a:cubicBezTo>
                <a:cubicBezTo>
                  <a:pt x="676961" y="43146"/>
                  <a:pt x="674123" y="43619"/>
                  <a:pt x="671600" y="44565"/>
                </a:cubicBezTo>
                <a:cubicBezTo>
                  <a:pt x="669079" y="45510"/>
                  <a:pt x="666951" y="47138"/>
                  <a:pt x="665216" y="49451"/>
                </a:cubicBezTo>
                <a:cubicBezTo>
                  <a:pt x="663482" y="51764"/>
                  <a:pt x="662169" y="54917"/>
                  <a:pt x="661275" y="58912"/>
                </a:cubicBezTo>
                <a:cubicBezTo>
                  <a:pt x="660382" y="62906"/>
                  <a:pt x="659935" y="67950"/>
                  <a:pt x="659935" y="74046"/>
                </a:cubicBezTo>
                <a:cubicBezTo>
                  <a:pt x="659935" y="77619"/>
                  <a:pt x="660303" y="81113"/>
                  <a:pt x="661037" y="84529"/>
                </a:cubicBezTo>
                <a:cubicBezTo>
                  <a:pt x="661773" y="87945"/>
                  <a:pt x="662851" y="90993"/>
                  <a:pt x="664270" y="93673"/>
                </a:cubicBezTo>
                <a:cubicBezTo>
                  <a:pt x="665690" y="96353"/>
                  <a:pt x="667424" y="98508"/>
                  <a:pt x="669474" y="100137"/>
                </a:cubicBezTo>
                <a:cubicBezTo>
                  <a:pt x="671523" y="101766"/>
                  <a:pt x="673914" y="102581"/>
                  <a:pt x="676647" y="102581"/>
                </a:cubicBezTo>
                <a:cubicBezTo>
                  <a:pt x="681061" y="102581"/>
                  <a:pt x="684712" y="101819"/>
                  <a:pt x="687602" y="100296"/>
                </a:cubicBezTo>
                <a:cubicBezTo>
                  <a:pt x="690494" y="98771"/>
                  <a:pt x="692938" y="96800"/>
                  <a:pt x="694934" y="94383"/>
                </a:cubicBezTo>
                <a:lnTo>
                  <a:pt x="694934" y="50555"/>
                </a:lnTo>
                <a:moveTo>
                  <a:pt x="709753" y="82559"/>
                </a:moveTo>
                <a:cubicBezTo>
                  <a:pt x="709753" y="86868"/>
                  <a:pt x="709831" y="90363"/>
                  <a:pt x="709989" y="93043"/>
                </a:cubicBezTo>
                <a:cubicBezTo>
                  <a:pt x="710147" y="95723"/>
                  <a:pt x="710621" y="97825"/>
                  <a:pt x="711408" y="99350"/>
                </a:cubicBezTo>
                <a:cubicBezTo>
                  <a:pt x="712197" y="100874"/>
                  <a:pt x="713380" y="101924"/>
                  <a:pt x="714956" y="102502"/>
                </a:cubicBezTo>
                <a:cubicBezTo>
                  <a:pt x="716533" y="103079"/>
                  <a:pt x="718740" y="103368"/>
                  <a:pt x="721579" y="103368"/>
                </a:cubicBezTo>
                <a:cubicBezTo>
                  <a:pt x="721999" y="103368"/>
                  <a:pt x="722340" y="103604"/>
                  <a:pt x="722601" y="104077"/>
                </a:cubicBezTo>
                <a:cubicBezTo>
                  <a:pt x="722864" y="104550"/>
                  <a:pt x="722996" y="105103"/>
                  <a:pt x="722996" y="105735"/>
                </a:cubicBezTo>
                <a:cubicBezTo>
                  <a:pt x="722996" y="106259"/>
                  <a:pt x="722891" y="106784"/>
                  <a:pt x="722681" y="107310"/>
                </a:cubicBezTo>
                <a:cubicBezTo>
                  <a:pt x="722470" y="107836"/>
                  <a:pt x="722103" y="108099"/>
                  <a:pt x="721579" y="108099"/>
                </a:cubicBezTo>
                <a:cubicBezTo>
                  <a:pt x="720737" y="108099"/>
                  <a:pt x="720026" y="108126"/>
                  <a:pt x="719447" y="108179"/>
                </a:cubicBezTo>
                <a:cubicBezTo>
                  <a:pt x="718870" y="108230"/>
                  <a:pt x="718292" y="108282"/>
                  <a:pt x="717713" y="108335"/>
                </a:cubicBezTo>
                <a:cubicBezTo>
                  <a:pt x="717136" y="108388"/>
                  <a:pt x="716505" y="108467"/>
                  <a:pt x="715822" y="108573"/>
                </a:cubicBezTo>
                <a:cubicBezTo>
                  <a:pt x="715139" y="108678"/>
                  <a:pt x="714272" y="108782"/>
                  <a:pt x="713222" y="108886"/>
                </a:cubicBezTo>
                <a:cubicBezTo>
                  <a:pt x="712381" y="108992"/>
                  <a:pt x="711225" y="109203"/>
                  <a:pt x="709753" y="109519"/>
                </a:cubicBezTo>
                <a:cubicBezTo>
                  <a:pt x="708282" y="109833"/>
                  <a:pt x="706759" y="110147"/>
                  <a:pt x="705182" y="110462"/>
                </a:cubicBezTo>
                <a:cubicBezTo>
                  <a:pt x="703606" y="110778"/>
                  <a:pt x="702134" y="111041"/>
                  <a:pt x="700768" y="111251"/>
                </a:cubicBezTo>
                <a:cubicBezTo>
                  <a:pt x="699402" y="111461"/>
                  <a:pt x="698508" y="111566"/>
                  <a:pt x="698088" y="111566"/>
                </a:cubicBezTo>
                <a:cubicBezTo>
                  <a:pt x="697246" y="111566"/>
                  <a:pt x="696562" y="110831"/>
                  <a:pt x="696036" y="109360"/>
                </a:cubicBezTo>
                <a:cubicBezTo>
                  <a:pt x="695512" y="107888"/>
                  <a:pt x="695250" y="105838"/>
                  <a:pt x="695250" y="103211"/>
                </a:cubicBezTo>
                <a:cubicBezTo>
                  <a:pt x="695250" y="102685"/>
                  <a:pt x="695118" y="102475"/>
                  <a:pt x="694855" y="102581"/>
                </a:cubicBezTo>
                <a:cubicBezTo>
                  <a:pt x="694592" y="102685"/>
                  <a:pt x="694356" y="102842"/>
                  <a:pt x="694145" y="103053"/>
                </a:cubicBezTo>
                <a:cubicBezTo>
                  <a:pt x="690888" y="105995"/>
                  <a:pt x="687735" y="108150"/>
                  <a:pt x="684687" y="109516"/>
                </a:cubicBezTo>
                <a:cubicBezTo>
                  <a:pt x="681640" y="110883"/>
                  <a:pt x="677908" y="111566"/>
                  <a:pt x="673493" y="111566"/>
                </a:cubicBezTo>
                <a:cubicBezTo>
                  <a:pt x="668868" y="111566"/>
                  <a:pt x="664690" y="110752"/>
                  <a:pt x="660958" y="109124"/>
                </a:cubicBezTo>
                <a:cubicBezTo>
                  <a:pt x="657228" y="107495"/>
                  <a:pt x="654075" y="105182"/>
                  <a:pt x="651499" y="102186"/>
                </a:cubicBezTo>
                <a:cubicBezTo>
                  <a:pt x="648925" y="99191"/>
                  <a:pt x="646928" y="95538"/>
                  <a:pt x="645509" y="91229"/>
                </a:cubicBezTo>
                <a:cubicBezTo>
                  <a:pt x="644091" y="86920"/>
                  <a:pt x="643383" y="82085"/>
                  <a:pt x="643383" y="76726"/>
                </a:cubicBezTo>
                <a:cubicBezTo>
                  <a:pt x="643383" y="69684"/>
                  <a:pt x="644486" y="63614"/>
                  <a:pt x="646693" y="58518"/>
                </a:cubicBezTo>
                <a:cubicBezTo>
                  <a:pt x="648899" y="53419"/>
                  <a:pt x="651789" y="49215"/>
                  <a:pt x="655362" y="45905"/>
                </a:cubicBezTo>
                <a:cubicBezTo>
                  <a:pt x="658937" y="42593"/>
                  <a:pt x="662958" y="40149"/>
                  <a:pt x="667424" y="38573"/>
                </a:cubicBezTo>
                <a:cubicBezTo>
                  <a:pt x="671890" y="36996"/>
                  <a:pt x="676331" y="36208"/>
                  <a:pt x="680746" y="36208"/>
                </a:cubicBezTo>
                <a:cubicBezTo>
                  <a:pt x="682847" y="36208"/>
                  <a:pt x="685159" y="36445"/>
                  <a:pt x="687682" y="36918"/>
                </a:cubicBezTo>
                <a:cubicBezTo>
                  <a:pt x="690204" y="37391"/>
                  <a:pt x="692622" y="38206"/>
                  <a:pt x="694934" y="39362"/>
                </a:cubicBezTo>
                <a:lnTo>
                  <a:pt x="694934" y="29744"/>
                </a:lnTo>
                <a:cubicBezTo>
                  <a:pt x="694934" y="25225"/>
                  <a:pt x="694829" y="21626"/>
                  <a:pt x="694619" y="18946"/>
                </a:cubicBezTo>
                <a:cubicBezTo>
                  <a:pt x="694409" y="16266"/>
                  <a:pt x="693858" y="14191"/>
                  <a:pt x="692964" y="12720"/>
                </a:cubicBezTo>
                <a:cubicBezTo>
                  <a:pt x="692071" y="11248"/>
                  <a:pt x="690705" y="10249"/>
                  <a:pt x="688865" y="9723"/>
                </a:cubicBezTo>
                <a:cubicBezTo>
                  <a:pt x="687026" y="9197"/>
                  <a:pt x="684529" y="8776"/>
                  <a:pt x="681377" y="8462"/>
                </a:cubicBezTo>
                <a:cubicBezTo>
                  <a:pt x="680956" y="8462"/>
                  <a:pt x="680615" y="8199"/>
                  <a:pt x="680352" y="7673"/>
                </a:cubicBezTo>
                <a:cubicBezTo>
                  <a:pt x="680089" y="7147"/>
                  <a:pt x="679957" y="6622"/>
                  <a:pt x="679957" y="6097"/>
                </a:cubicBezTo>
                <a:cubicBezTo>
                  <a:pt x="679957" y="5571"/>
                  <a:pt x="680062" y="5046"/>
                  <a:pt x="680272" y="4522"/>
                </a:cubicBezTo>
                <a:cubicBezTo>
                  <a:pt x="680482" y="3996"/>
                  <a:pt x="680850" y="3733"/>
                  <a:pt x="681377" y="3733"/>
                </a:cubicBezTo>
                <a:cubicBezTo>
                  <a:pt x="683163" y="3627"/>
                  <a:pt x="685107" y="3495"/>
                  <a:pt x="687208" y="3338"/>
                </a:cubicBezTo>
                <a:cubicBezTo>
                  <a:pt x="689310" y="3181"/>
                  <a:pt x="691465" y="2997"/>
                  <a:pt x="693672" y="2787"/>
                </a:cubicBezTo>
                <a:cubicBezTo>
                  <a:pt x="695880" y="2576"/>
                  <a:pt x="698034" y="2260"/>
                  <a:pt x="700135" y="1839"/>
                </a:cubicBezTo>
                <a:cubicBezTo>
                  <a:pt x="702238" y="1419"/>
                  <a:pt x="704235" y="946"/>
                  <a:pt x="706128" y="420"/>
                </a:cubicBezTo>
                <a:cubicBezTo>
                  <a:pt x="707494" y="0"/>
                  <a:pt x="708414" y="79"/>
                  <a:pt x="708887" y="658"/>
                </a:cubicBezTo>
                <a:cubicBezTo>
                  <a:pt x="709360" y="1236"/>
                  <a:pt x="709649" y="1839"/>
                  <a:pt x="709753" y="2470"/>
                </a:cubicBezTo>
                <a:lnTo>
                  <a:pt x="709753" y="82559"/>
                </a:lnTo>
                <a:close/>
                <a:moveTo>
                  <a:pt x="755552" y="90914"/>
                </a:moveTo>
                <a:cubicBezTo>
                  <a:pt x="755552" y="93542"/>
                  <a:pt x="755604" y="95750"/>
                  <a:pt x="755709" y="97536"/>
                </a:cubicBezTo>
                <a:cubicBezTo>
                  <a:pt x="755814" y="99323"/>
                  <a:pt x="756183" y="100794"/>
                  <a:pt x="756813" y="101951"/>
                </a:cubicBezTo>
                <a:cubicBezTo>
                  <a:pt x="757443" y="103107"/>
                  <a:pt x="758415" y="104000"/>
                  <a:pt x="759728" y="104631"/>
                </a:cubicBezTo>
                <a:cubicBezTo>
                  <a:pt x="761043" y="105261"/>
                  <a:pt x="762909" y="105734"/>
                  <a:pt x="765326" y="106050"/>
                </a:cubicBezTo>
                <a:cubicBezTo>
                  <a:pt x="765956" y="106154"/>
                  <a:pt x="766430" y="106443"/>
                  <a:pt x="766745" y="106916"/>
                </a:cubicBezTo>
                <a:cubicBezTo>
                  <a:pt x="767061" y="107389"/>
                  <a:pt x="767219" y="107941"/>
                  <a:pt x="767219" y="108571"/>
                </a:cubicBezTo>
                <a:cubicBezTo>
                  <a:pt x="767219" y="109097"/>
                  <a:pt x="767061" y="109597"/>
                  <a:pt x="766745" y="110070"/>
                </a:cubicBezTo>
                <a:cubicBezTo>
                  <a:pt x="766430" y="110543"/>
                  <a:pt x="765956" y="110779"/>
                  <a:pt x="765326" y="110779"/>
                </a:cubicBezTo>
                <a:cubicBezTo>
                  <a:pt x="763434" y="110779"/>
                  <a:pt x="760963" y="110595"/>
                  <a:pt x="757915" y="110226"/>
                </a:cubicBezTo>
                <a:cubicBezTo>
                  <a:pt x="754867" y="109859"/>
                  <a:pt x="751767" y="109675"/>
                  <a:pt x="748615" y="109675"/>
                </a:cubicBezTo>
                <a:cubicBezTo>
                  <a:pt x="745251" y="109675"/>
                  <a:pt x="741967" y="109859"/>
                  <a:pt x="738761" y="110226"/>
                </a:cubicBezTo>
                <a:cubicBezTo>
                  <a:pt x="735555" y="110595"/>
                  <a:pt x="732481" y="110779"/>
                  <a:pt x="729538" y="110779"/>
                </a:cubicBezTo>
                <a:cubicBezTo>
                  <a:pt x="729014" y="110779"/>
                  <a:pt x="728594" y="110543"/>
                  <a:pt x="728278" y="110070"/>
                </a:cubicBezTo>
                <a:cubicBezTo>
                  <a:pt x="727963" y="109597"/>
                  <a:pt x="727806" y="109097"/>
                  <a:pt x="727806" y="108571"/>
                </a:cubicBezTo>
                <a:cubicBezTo>
                  <a:pt x="727806" y="107941"/>
                  <a:pt x="727963" y="107389"/>
                  <a:pt x="728278" y="106916"/>
                </a:cubicBezTo>
                <a:cubicBezTo>
                  <a:pt x="728594" y="106443"/>
                  <a:pt x="729067" y="106154"/>
                  <a:pt x="729697" y="106050"/>
                </a:cubicBezTo>
                <a:cubicBezTo>
                  <a:pt x="732430" y="105734"/>
                  <a:pt x="734558" y="105261"/>
                  <a:pt x="736081" y="104631"/>
                </a:cubicBezTo>
                <a:cubicBezTo>
                  <a:pt x="737605" y="104000"/>
                  <a:pt x="738708" y="103133"/>
                  <a:pt x="739391" y="102030"/>
                </a:cubicBezTo>
                <a:cubicBezTo>
                  <a:pt x="740075" y="100925"/>
                  <a:pt x="740468" y="99559"/>
                  <a:pt x="740573" y="97931"/>
                </a:cubicBezTo>
                <a:cubicBezTo>
                  <a:pt x="740678" y="96302"/>
                  <a:pt x="740731" y="94278"/>
                  <a:pt x="740731" y="91859"/>
                </a:cubicBezTo>
                <a:lnTo>
                  <a:pt x="740731" y="66478"/>
                </a:lnTo>
                <a:cubicBezTo>
                  <a:pt x="740731" y="61959"/>
                  <a:pt x="740626" y="58332"/>
                  <a:pt x="740416" y="55600"/>
                </a:cubicBezTo>
                <a:cubicBezTo>
                  <a:pt x="740206" y="52867"/>
                  <a:pt x="739733" y="50792"/>
                  <a:pt x="738997" y="49374"/>
                </a:cubicBezTo>
                <a:cubicBezTo>
                  <a:pt x="738262" y="47955"/>
                  <a:pt x="737159" y="46982"/>
                  <a:pt x="735687" y="46456"/>
                </a:cubicBezTo>
                <a:cubicBezTo>
                  <a:pt x="734216" y="45930"/>
                  <a:pt x="732220" y="45510"/>
                  <a:pt x="729697" y="45196"/>
                </a:cubicBezTo>
                <a:cubicBezTo>
                  <a:pt x="729067" y="45196"/>
                  <a:pt x="728594" y="44933"/>
                  <a:pt x="728278" y="44406"/>
                </a:cubicBezTo>
                <a:cubicBezTo>
                  <a:pt x="727963" y="43880"/>
                  <a:pt x="727806" y="43355"/>
                  <a:pt x="727806" y="42831"/>
                </a:cubicBezTo>
                <a:cubicBezTo>
                  <a:pt x="727806" y="42305"/>
                  <a:pt x="727963" y="41780"/>
                  <a:pt x="728278" y="41255"/>
                </a:cubicBezTo>
                <a:cubicBezTo>
                  <a:pt x="728594" y="40729"/>
                  <a:pt x="729067" y="40466"/>
                  <a:pt x="729697" y="40466"/>
                </a:cubicBezTo>
                <a:cubicBezTo>
                  <a:pt x="730747" y="40360"/>
                  <a:pt x="732034" y="40255"/>
                  <a:pt x="733558" y="40151"/>
                </a:cubicBezTo>
                <a:cubicBezTo>
                  <a:pt x="735083" y="40045"/>
                  <a:pt x="736686" y="39914"/>
                  <a:pt x="738367" y="39756"/>
                </a:cubicBezTo>
                <a:cubicBezTo>
                  <a:pt x="740049" y="39598"/>
                  <a:pt x="741757" y="39388"/>
                  <a:pt x="743491" y="39126"/>
                </a:cubicBezTo>
                <a:cubicBezTo>
                  <a:pt x="745226" y="38863"/>
                  <a:pt x="746777" y="38574"/>
                  <a:pt x="748143" y="38258"/>
                </a:cubicBezTo>
                <a:cubicBezTo>
                  <a:pt x="749299" y="38048"/>
                  <a:pt x="750219" y="37811"/>
                  <a:pt x="750902" y="37548"/>
                </a:cubicBezTo>
                <a:cubicBezTo>
                  <a:pt x="751585" y="37285"/>
                  <a:pt x="752137" y="37154"/>
                  <a:pt x="752557" y="37154"/>
                </a:cubicBezTo>
                <a:cubicBezTo>
                  <a:pt x="753818" y="37154"/>
                  <a:pt x="754632" y="37522"/>
                  <a:pt x="754999" y="38258"/>
                </a:cubicBezTo>
                <a:cubicBezTo>
                  <a:pt x="755368" y="38994"/>
                  <a:pt x="755552" y="39677"/>
                  <a:pt x="755552" y="40307"/>
                </a:cubicBezTo>
                <a:lnTo>
                  <a:pt x="755552" y="90914"/>
                </a:lnTo>
                <a:moveTo>
                  <a:pt x="747195" y="21075"/>
                </a:moveTo>
                <a:cubicBezTo>
                  <a:pt x="744568" y="21075"/>
                  <a:pt x="742309" y="20260"/>
                  <a:pt x="740416" y="18631"/>
                </a:cubicBezTo>
                <a:cubicBezTo>
                  <a:pt x="738525" y="17001"/>
                  <a:pt x="737580" y="14978"/>
                  <a:pt x="737580" y="12561"/>
                </a:cubicBezTo>
                <a:cubicBezTo>
                  <a:pt x="737580" y="10143"/>
                  <a:pt x="738473" y="8093"/>
                  <a:pt x="740260" y="6413"/>
                </a:cubicBezTo>
                <a:cubicBezTo>
                  <a:pt x="742046" y="4730"/>
                  <a:pt x="744253" y="3889"/>
                  <a:pt x="746880" y="3889"/>
                </a:cubicBezTo>
                <a:cubicBezTo>
                  <a:pt x="749403" y="3889"/>
                  <a:pt x="751479" y="4757"/>
                  <a:pt x="753108" y="6492"/>
                </a:cubicBezTo>
                <a:cubicBezTo>
                  <a:pt x="754738" y="8226"/>
                  <a:pt x="755552" y="10301"/>
                  <a:pt x="755552" y="12718"/>
                </a:cubicBezTo>
                <a:cubicBezTo>
                  <a:pt x="755552" y="15030"/>
                  <a:pt x="754764" y="17001"/>
                  <a:pt x="753188" y="18631"/>
                </a:cubicBezTo>
                <a:cubicBezTo>
                  <a:pt x="751611" y="20260"/>
                  <a:pt x="749614" y="21075"/>
                  <a:pt x="747195" y="21075"/>
                </a:cubicBezTo>
                <a:close/>
                <a:moveTo>
                  <a:pt x="789368" y="29903"/>
                </a:moveTo>
                <a:cubicBezTo>
                  <a:pt x="789368" y="25384"/>
                  <a:pt x="789263" y="21784"/>
                  <a:pt x="789053" y="19104"/>
                </a:cubicBezTo>
                <a:cubicBezTo>
                  <a:pt x="788843" y="16423"/>
                  <a:pt x="788318" y="14347"/>
                  <a:pt x="787477" y="12876"/>
                </a:cubicBezTo>
                <a:cubicBezTo>
                  <a:pt x="786637" y="11404"/>
                  <a:pt x="785349" y="10406"/>
                  <a:pt x="783614" y="9881"/>
                </a:cubicBezTo>
                <a:cubicBezTo>
                  <a:pt x="781880" y="9355"/>
                  <a:pt x="779489" y="8934"/>
                  <a:pt x="776440" y="8618"/>
                </a:cubicBezTo>
                <a:cubicBezTo>
                  <a:pt x="775916" y="8618"/>
                  <a:pt x="775522" y="8356"/>
                  <a:pt x="775259" y="7832"/>
                </a:cubicBezTo>
                <a:cubicBezTo>
                  <a:pt x="774996" y="7306"/>
                  <a:pt x="774838" y="6781"/>
                  <a:pt x="774785" y="6256"/>
                </a:cubicBezTo>
                <a:cubicBezTo>
                  <a:pt x="774732" y="5730"/>
                  <a:pt x="774837" y="5204"/>
                  <a:pt x="775100" y="4678"/>
                </a:cubicBezTo>
                <a:cubicBezTo>
                  <a:pt x="775363" y="4152"/>
                  <a:pt x="775810" y="3889"/>
                  <a:pt x="776440" y="3889"/>
                </a:cubicBezTo>
                <a:cubicBezTo>
                  <a:pt x="779593" y="3679"/>
                  <a:pt x="783403" y="3364"/>
                  <a:pt x="787869" y="2944"/>
                </a:cubicBezTo>
                <a:cubicBezTo>
                  <a:pt x="792337" y="2523"/>
                  <a:pt x="796516" y="1735"/>
                  <a:pt x="800405" y="579"/>
                </a:cubicBezTo>
                <a:cubicBezTo>
                  <a:pt x="801876" y="159"/>
                  <a:pt x="802847" y="238"/>
                  <a:pt x="803320" y="817"/>
                </a:cubicBezTo>
                <a:cubicBezTo>
                  <a:pt x="803794" y="1394"/>
                  <a:pt x="804083" y="1998"/>
                  <a:pt x="804189" y="2629"/>
                </a:cubicBezTo>
                <a:lnTo>
                  <a:pt x="804189" y="90914"/>
                </a:lnTo>
                <a:cubicBezTo>
                  <a:pt x="804189" y="93542"/>
                  <a:pt x="804241" y="95750"/>
                  <a:pt x="804345" y="97536"/>
                </a:cubicBezTo>
                <a:cubicBezTo>
                  <a:pt x="804451" y="99323"/>
                  <a:pt x="804846" y="100794"/>
                  <a:pt x="805529" y="101951"/>
                </a:cubicBezTo>
                <a:cubicBezTo>
                  <a:pt x="806212" y="103107"/>
                  <a:pt x="807315" y="104000"/>
                  <a:pt x="808839" y="104631"/>
                </a:cubicBezTo>
                <a:cubicBezTo>
                  <a:pt x="810362" y="105261"/>
                  <a:pt x="812491" y="105734"/>
                  <a:pt x="815223" y="106050"/>
                </a:cubicBezTo>
                <a:cubicBezTo>
                  <a:pt x="815854" y="106154"/>
                  <a:pt x="816327" y="106443"/>
                  <a:pt x="816643" y="106916"/>
                </a:cubicBezTo>
                <a:cubicBezTo>
                  <a:pt x="816959" y="107389"/>
                  <a:pt x="817117" y="107941"/>
                  <a:pt x="817117" y="108571"/>
                </a:cubicBezTo>
                <a:cubicBezTo>
                  <a:pt x="817117" y="109097"/>
                  <a:pt x="816959" y="109597"/>
                  <a:pt x="816643" y="110070"/>
                </a:cubicBezTo>
                <a:cubicBezTo>
                  <a:pt x="816327" y="110543"/>
                  <a:pt x="815854" y="110779"/>
                  <a:pt x="815223" y="110779"/>
                </a:cubicBezTo>
                <a:cubicBezTo>
                  <a:pt x="812701" y="110779"/>
                  <a:pt x="809863" y="110595"/>
                  <a:pt x="806710" y="110226"/>
                </a:cubicBezTo>
                <a:cubicBezTo>
                  <a:pt x="803557" y="109859"/>
                  <a:pt x="800404" y="109675"/>
                  <a:pt x="797251" y="109675"/>
                </a:cubicBezTo>
                <a:cubicBezTo>
                  <a:pt x="793888" y="109675"/>
                  <a:pt x="790577" y="109859"/>
                  <a:pt x="787318" y="110226"/>
                </a:cubicBezTo>
                <a:cubicBezTo>
                  <a:pt x="784061" y="110595"/>
                  <a:pt x="780751" y="110779"/>
                  <a:pt x="777388" y="110779"/>
                </a:cubicBezTo>
                <a:cubicBezTo>
                  <a:pt x="776862" y="110779"/>
                  <a:pt x="776441" y="110543"/>
                  <a:pt x="776125" y="110070"/>
                </a:cubicBezTo>
                <a:cubicBezTo>
                  <a:pt x="775811" y="109597"/>
                  <a:pt x="775654" y="109097"/>
                  <a:pt x="775654" y="108571"/>
                </a:cubicBezTo>
                <a:cubicBezTo>
                  <a:pt x="775654" y="107941"/>
                  <a:pt x="775811" y="107389"/>
                  <a:pt x="776125" y="106916"/>
                </a:cubicBezTo>
                <a:cubicBezTo>
                  <a:pt x="776441" y="106443"/>
                  <a:pt x="776914" y="106154"/>
                  <a:pt x="777545" y="106050"/>
                </a:cubicBezTo>
                <a:cubicBezTo>
                  <a:pt x="780487" y="105734"/>
                  <a:pt x="782773" y="105261"/>
                  <a:pt x="784403" y="104631"/>
                </a:cubicBezTo>
                <a:cubicBezTo>
                  <a:pt x="786032" y="104000"/>
                  <a:pt x="787214" y="103133"/>
                  <a:pt x="787949" y="102030"/>
                </a:cubicBezTo>
                <a:cubicBezTo>
                  <a:pt x="788685" y="100925"/>
                  <a:pt x="789105" y="99559"/>
                  <a:pt x="789209" y="97931"/>
                </a:cubicBezTo>
                <a:cubicBezTo>
                  <a:pt x="789315" y="96302"/>
                  <a:pt x="789368" y="94278"/>
                  <a:pt x="789368" y="91859"/>
                </a:cubicBezTo>
                <a:lnTo>
                  <a:pt x="789368" y="29903"/>
                </a:lnTo>
                <a:close/>
                <a:moveTo>
                  <a:pt x="845099" y="69788"/>
                </a:moveTo>
                <a:cubicBezTo>
                  <a:pt x="844573" y="69788"/>
                  <a:pt x="844284" y="69972"/>
                  <a:pt x="844231" y="70341"/>
                </a:cubicBezTo>
                <a:cubicBezTo>
                  <a:pt x="844179" y="70708"/>
                  <a:pt x="844154" y="71155"/>
                  <a:pt x="844154" y="71681"/>
                </a:cubicBezTo>
                <a:cubicBezTo>
                  <a:pt x="844154" y="77147"/>
                  <a:pt x="844758" y="81771"/>
                  <a:pt x="845965" y="85554"/>
                </a:cubicBezTo>
                <a:cubicBezTo>
                  <a:pt x="847174" y="89337"/>
                  <a:pt x="848856" y="92412"/>
                  <a:pt x="851010" y="94777"/>
                </a:cubicBezTo>
                <a:cubicBezTo>
                  <a:pt x="853165" y="97141"/>
                  <a:pt x="855741" y="98849"/>
                  <a:pt x="858737" y="99901"/>
                </a:cubicBezTo>
                <a:cubicBezTo>
                  <a:pt x="861732" y="100952"/>
                  <a:pt x="864964" y="101477"/>
                  <a:pt x="868431" y="101477"/>
                </a:cubicBezTo>
                <a:cubicBezTo>
                  <a:pt x="872004" y="101477"/>
                  <a:pt x="875472" y="101188"/>
                  <a:pt x="878835" y="100611"/>
                </a:cubicBezTo>
                <a:cubicBezTo>
                  <a:pt x="882200" y="100032"/>
                  <a:pt x="885091" y="98744"/>
                  <a:pt x="887507" y="96747"/>
                </a:cubicBezTo>
                <a:cubicBezTo>
                  <a:pt x="888033" y="96327"/>
                  <a:pt x="888585" y="96170"/>
                  <a:pt x="889162" y="96276"/>
                </a:cubicBezTo>
                <a:cubicBezTo>
                  <a:pt x="889741" y="96380"/>
                  <a:pt x="890215" y="96642"/>
                  <a:pt x="890582" y="97063"/>
                </a:cubicBezTo>
                <a:cubicBezTo>
                  <a:pt x="890949" y="97483"/>
                  <a:pt x="891185" y="97956"/>
                  <a:pt x="891289" y="98482"/>
                </a:cubicBezTo>
                <a:cubicBezTo>
                  <a:pt x="891395" y="99008"/>
                  <a:pt x="891291" y="99481"/>
                  <a:pt x="890976" y="99901"/>
                </a:cubicBezTo>
                <a:cubicBezTo>
                  <a:pt x="887613" y="104315"/>
                  <a:pt x="883829" y="107363"/>
                  <a:pt x="879624" y="109045"/>
                </a:cubicBezTo>
                <a:cubicBezTo>
                  <a:pt x="875421" y="110726"/>
                  <a:pt x="870218" y="111566"/>
                  <a:pt x="864017" y="111566"/>
                </a:cubicBezTo>
                <a:cubicBezTo>
                  <a:pt x="857711" y="111566"/>
                  <a:pt x="852272" y="110621"/>
                  <a:pt x="847700" y="108730"/>
                </a:cubicBezTo>
                <a:cubicBezTo>
                  <a:pt x="843127" y="106837"/>
                  <a:pt x="839343" y="104183"/>
                  <a:pt x="836348" y="100767"/>
                </a:cubicBezTo>
                <a:cubicBezTo>
                  <a:pt x="833353" y="97351"/>
                  <a:pt x="831147" y="93358"/>
                  <a:pt x="829727" y="88787"/>
                </a:cubicBezTo>
                <a:cubicBezTo>
                  <a:pt x="828308" y="84215"/>
                  <a:pt x="827598" y="79248"/>
                  <a:pt x="827598" y="73887"/>
                </a:cubicBezTo>
                <a:cubicBezTo>
                  <a:pt x="827598" y="68737"/>
                  <a:pt x="828465" y="63851"/>
                  <a:pt x="830199" y="59227"/>
                </a:cubicBezTo>
                <a:cubicBezTo>
                  <a:pt x="831934" y="54602"/>
                  <a:pt x="834378" y="50608"/>
                  <a:pt x="837531" y="47245"/>
                </a:cubicBezTo>
                <a:cubicBezTo>
                  <a:pt x="840684" y="43882"/>
                  <a:pt x="844415" y="41202"/>
                  <a:pt x="848724" y="39206"/>
                </a:cubicBezTo>
                <a:cubicBezTo>
                  <a:pt x="853034" y="37207"/>
                  <a:pt x="857816" y="36208"/>
                  <a:pt x="863071" y="36208"/>
                </a:cubicBezTo>
                <a:cubicBezTo>
                  <a:pt x="867485" y="36208"/>
                  <a:pt x="871505" y="36971"/>
                  <a:pt x="875131" y="38496"/>
                </a:cubicBezTo>
                <a:cubicBezTo>
                  <a:pt x="878757" y="40019"/>
                  <a:pt x="881831" y="42121"/>
                  <a:pt x="884354" y="44801"/>
                </a:cubicBezTo>
                <a:cubicBezTo>
                  <a:pt x="886876" y="47481"/>
                  <a:pt x="888847" y="50687"/>
                  <a:pt x="890267" y="54419"/>
                </a:cubicBezTo>
                <a:cubicBezTo>
                  <a:pt x="891686" y="58149"/>
                  <a:pt x="892396" y="62169"/>
                  <a:pt x="892396" y="66478"/>
                </a:cubicBezTo>
                <a:cubicBezTo>
                  <a:pt x="892396" y="68685"/>
                  <a:pt x="891607" y="69788"/>
                  <a:pt x="890031" y="69788"/>
                </a:cubicBezTo>
                <a:lnTo>
                  <a:pt x="845099" y="69788"/>
                </a:lnTo>
                <a:moveTo>
                  <a:pt x="873950" y="64272"/>
                </a:moveTo>
                <a:cubicBezTo>
                  <a:pt x="875420" y="64272"/>
                  <a:pt x="876260" y="63747"/>
                  <a:pt x="876471" y="62696"/>
                </a:cubicBezTo>
                <a:cubicBezTo>
                  <a:pt x="876682" y="61644"/>
                  <a:pt x="876788" y="60382"/>
                  <a:pt x="876788" y="58910"/>
                </a:cubicBezTo>
                <a:cubicBezTo>
                  <a:pt x="876788" y="56703"/>
                  <a:pt x="876447" y="54575"/>
                  <a:pt x="875763" y="52525"/>
                </a:cubicBezTo>
                <a:cubicBezTo>
                  <a:pt x="875080" y="50476"/>
                  <a:pt x="874107" y="48663"/>
                  <a:pt x="872845" y="47086"/>
                </a:cubicBezTo>
                <a:cubicBezTo>
                  <a:pt x="871585" y="45510"/>
                  <a:pt x="870061" y="44249"/>
                  <a:pt x="868275" y="43302"/>
                </a:cubicBezTo>
                <a:cubicBezTo>
                  <a:pt x="866488" y="42356"/>
                  <a:pt x="864439" y="41883"/>
                  <a:pt x="862126" y="41883"/>
                </a:cubicBezTo>
                <a:cubicBezTo>
                  <a:pt x="859287" y="41883"/>
                  <a:pt x="856843" y="42383"/>
                  <a:pt x="854794" y="43382"/>
                </a:cubicBezTo>
                <a:cubicBezTo>
                  <a:pt x="852744" y="44381"/>
                  <a:pt x="851010" y="45695"/>
                  <a:pt x="849590" y="47324"/>
                </a:cubicBezTo>
                <a:cubicBezTo>
                  <a:pt x="848173" y="48952"/>
                  <a:pt x="847096" y="50870"/>
                  <a:pt x="846360" y="53079"/>
                </a:cubicBezTo>
                <a:cubicBezTo>
                  <a:pt x="845624" y="55285"/>
                  <a:pt x="845098" y="57597"/>
                  <a:pt x="844784" y="60014"/>
                </a:cubicBezTo>
                <a:cubicBezTo>
                  <a:pt x="844574" y="61276"/>
                  <a:pt x="844495" y="62302"/>
                  <a:pt x="844546" y="63091"/>
                </a:cubicBezTo>
                <a:cubicBezTo>
                  <a:pt x="844599" y="63878"/>
                  <a:pt x="844835" y="64272"/>
                  <a:pt x="845256" y="64272"/>
                </a:cubicBezTo>
                <a:lnTo>
                  <a:pt x="873950" y="64272"/>
                </a:lnTo>
                <a:close/>
                <a:moveTo>
                  <a:pt x="927945" y="90914"/>
                </a:moveTo>
                <a:cubicBezTo>
                  <a:pt x="927945" y="93542"/>
                  <a:pt x="927997" y="95750"/>
                  <a:pt x="928101" y="97536"/>
                </a:cubicBezTo>
                <a:cubicBezTo>
                  <a:pt x="928207" y="99323"/>
                  <a:pt x="928575" y="100794"/>
                  <a:pt x="929205" y="101951"/>
                </a:cubicBezTo>
                <a:cubicBezTo>
                  <a:pt x="929837" y="103107"/>
                  <a:pt x="930862" y="104000"/>
                  <a:pt x="932280" y="104631"/>
                </a:cubicBezTo>
                <a:cubicBezTo>
                  <a:pt x="933699" y="105261"/>
                  <a:pt x="935670" y="105734"/>
                  <a:pt x="938193" y="106050"/>
                </a:cubicBezTo>
                <a:cubicBezTo>
                  <a:pt x="938823" y="106154"/>
                  <a:pt x="939296" y="106443"/>
                  <a:pt x="939612" y="106916"/>
                </a:cubicBezTo>
                <a:cubicBezTo>
                  <a:pt x="939928" y="107389"/>
                  <a:pt x="940086" y="107941"/>
                  <a:pt x="940086" y="108571"/>
                </a:cubicBezTo>
                <a:cubicBezTo>
                  <a:pt x="940086" y="109097"/>
                  <a:pt x="939928" y="109597"/>
                  <a:pt x="939612" y="110070"/>
                </a:cubicBezTo>
                <a:cubicBezTo>
                  <a:pt x="939296" y="110543"/>
                  <a:pt x="938823" y="110779"/>
                  <a:pt x="938193" y="110779"/>
                </a:cubicBezTo>
                <a:cubicBezTo>
                  <a:pt x="936090" y="110779"/>
                  <a:pt x="933489" y="110595"/>
                  <a:pt x="930389" y="110226"/>
                </a:cubicBezTo>
                <a:cubicBezTo>
                  <a:pt x="927289" y="109859"/>
                  <a:pt x="924162" y="109675"/>
                  <a:pt x="921009" y="109675"/>
                </a:cubicBezTo>
                <a:cubicBezTo>
                  <a:pt x="917646" y="109675"/>
                  <a:pt x="914388" y="109859"/>
                  <a:pt x="911233" y="110226"/>
                </a:cubicBezTo>
                <a:cubicBezTo>
                  <a:pt x="908080" y="110595"/>
                  <a:pt x="905190" y="110779"/>
                  <a:pt x="902563" y="110779"/>
                </a:cubicBezTo>
                <a:cubicBezTo>
                  <a:pt x="902037" y="110779"/>
                  <a:pt x="901616" y="110543"/>
                  <a:pt x="901300" y="110070"/>
                </a:cubicBezTo>
                <a:cubicBezTo>
                  <a:pt x="900986" y="109597"/>
                  <a:pt x="900829" y="109097"/>
                  <a:pt x="900829" y="108571"/>
                </a:cubicBezTo>
                <a:cubicBezTo>
                  <a:pt x="900829" y="107941"/>
                  <a:pt x="900986" y="107389"/>
                  <a:pt x="901300" y="106916"/>
                </a:cubicBezTo>
                <a:cubicBezTo>
                  <a:pt x="901616" y="106443"/>
                  <a:pt x="902090" y="106154"/>
                  <a:pt x="902722" y="106050"/>
                </a:cubicBezTo>
                <a:cubicBezTo>
                  <a:pt x="905349" y="105734"/>
                  <a:pt x="907371" y="105261"/>
                  <a:pt x="908789" y="104631"/>
                </a:cubicBezTo>
                <a:cubicBezTo>
                  <a:pt x="910208" y="104000"/>
                  <a:pt x="911233" y="103133"/>
                  <a:pt x="911863" y="102030"/>
                </a:cubicBezTo>
                <a:cubicBezTo>
                  <a:pt x="912495" y="100925"/>
                  <a:pt x="912863" y="99559"/>
                  <a:pt x="912967" y="97931"/>
                </a:cubicBezTo>
                <a:cubicBezTo>
                  <a:pt x="913073" y="96302"/>
                  <a:pt x="913126" y="94278"/>
                  <a:pt x="913126" y="91859"/>
                </a:cubicBezTo>
                <a:lnTo>
                  <a:pt x="913126" y="68527"/>
                </a:lnTo>
                <a:cubicBezTo>
                  <a:pt x="913126" y="63588"/>
                  <a:pt x="913073" y="59647"/>
                  <a:pt x="912967" y="56704"/>
                </a:cubicBezTo>
                <a:cubicBezTo>
                  <a:pt x="912863" y="53761"/>
                  <a:pt x="912495" y="51501"/>
                  <a:pt x="911863" y="49925"/>
                </a:cubicBezTo>
                <a:cubicBezTo>
                  <a:pt x="911233" y="48348"/>
                  <a:pt x="910261" y="47272"/>
                  <a:pt x="908948" y="46694"/>
                </a:cubicBezTo>
                <a:cubicBezTo>
                  <a:pt x="907634" y="46115"/>
                  <a:pt x="905716" y="45773"/>
                  <a:pt x="903194" y="45667"/>
                </a:cubicBezTo>
                <a:cubicBezTo>
                  <a:pt x="902669" y="45667"/>
                  <a:pt x="902249" y="45457"/>
                  <a:pt x="901933" y="45037"/>
                </a:cubicBezTo>
                <a:cubicBezTo>
                  <a:pt x="901617" y="44617"/>
                  <a:pt x="901406" y="44144"/>
                  <a:pt x="901300" y="43620"/>
                </a:cubicBezTo>
                <a:cubicBezTo>
                  <a:pt x="901196" y="43094"/>
                  <a:pt x="901275" y="42594"/>
                  <a:pt x="901538" y="42121"/>
                </a:cubicBezTo>
                <a:cubicBezTo>
                  <a:pt x="901801" y="41648"/>
                  <a:pt x="902248" y="41412"/>
                  <a:pt x="902878" y="41412"/>
                </a:cubicBezTo>
                <a:cubicBezTo>
                  <a:pt x="904665" y="41201"/>
                  <a:pt x="907266" y="40781"/>
                  <a:pt x="910682" y="40151"/>
                </a:cubicBezTo>
                <a:cubicBezTo>
                  <a:pt x="914098" y="39519"/>
                  <a:pt x="917803" y="38678"/>
                  <a:pt x="921796" y="37628"/>
                </a:cubicBezTo>
                <a:cubicBezTo>
                  <a:pt x="922008" y="37522"/>
                  <a:pt x="922429" y="37443"/>
                  <a:pt x="923059" y="37392"/>
                </a:cubicBezTo>
                <a:cubicBezTo>
                  <a:pt x="923689" y="37339"/>
                  <a:pt x="924109" y="37312"/>
                  <a:pt x="924319" y="37312"/>
                </a:cubicBezTo>
                <a:cubicBezTo>
                  <a:pt x="925370" y="37312"/>
                  <a:pt x="926263" y="37733"/>
                  <a:pt x="926999" y="38573"/>
                </a:cubicBezTo>
                <a:cubicBezTo>
                  <a:pt x="927735" y="39413"/>
                  <a:pt x="928051" y="40412"/>
                  <a:pt x="927945" y="41568"/>
                </a:cubicBezTo>
                <a:lnTo>
                  <a:pt x="927630" y="49295"/>
                </a:lnTo>
                <a:cubicBezTo>
                  <a:pt x="927630" y="49819"/>
                  <a:pt x="927840" y="49871"/>
                  <a:pt x="928260" y="49451"/>
                </a:cubicBezTo>
                <a:cubicBezTo>
                  <a:pt x="928786" y="48715"/>
                  <a:pt x="929653" y="47612"/>
                  <a:pt x="930860" y="46141"/>
                </a:cubicBezTo>
                <a:cubicBezTo>
                  <a:pt x="932070" y="44669"/>
                  <a:pt x="933646" y="43197"/>
                  <a:pt x="935590" y="41727"/>
                </a:cubicBezTo>
                <a:cubicBezTo>
                  <a:pt x="937535" y="40254"/>
                  <a:pt x="939901" y="38967"/>
                  <a:pt x="942686" y="37863"/>
                </a:cubicBezTo>
                <a:cubicBezTo>
                  <a:pt x="945472" y="36760"/>
                  <a:pt x="948651" y="36208"/>
                  <a:pt x="952224" y="36208"/>
                </a:cubicBezTo>
                <a:cubicBezTo>
                  <a:pt x="958740" y="36208"/>
                  <a:pt x="963890" y="37496"/>
                  <a:pt x="967673" y="40072"/>
                </a:cubicBezTo>
                <a:cubicBezTo>
                  <a:pt x="971458" y="42646"/>
                  <a:pt x="974401" y="46455"/>
                  <a:pt x="976502" y="51501"/>
                </a:cubicBezTo>
                <a:cubicBezTo>
                  <a:pt x="977028" y="50344"/>
                  <a:pt x="978026" y="48899"/>
                  <a:pt x="979497" y="47166"/>
                </a:cubicBezTo>
                <a:cubicBezTo>
                  <a:pt x="980969" y="45432"/>
                  <a:pt x="982861" y="43751"/>
                  <a:pt x="985174" y="42121"/>
                </a:cubicBezTo>
                <a:cubicBezTo>
                  <a:pt x="987486" y="40492"/>
                  <a:pt x="990114" y="39099"/>
                  <a:pt x="993057" y="37943"/>
                </a:cubicBezTo>
                <a:cubicBezTo>
                  <a:pt x="996000" y="36786"/>
                  <a:pt x="999205" y="36208"/>
                  <a:pt x="1002672" y="36208"/>
                </a:cubicBezTo>
                <a:cubicBezTo>
                  <a:pt x="1007717" y="36208"/>
                  <a:pt x="1011817" y="36971"/>
                  <a:pt x="1014970" y="38496"/>
                </a:cubicBezTo>
                <a:cubicBezTo>
                  <a:pt x="1018122" y="40019"/>
                  <a:pt x="1020592" y="42095"/>
                  <a:pt x="1022379" y="44722"/>
                </a:cubicBezTo>
                <a:cubicBezTo>
                  <a:pt x="1024167" y="47349"/>
                  <a:pt x="1025376" y="50475"/>
                  <a:pt x="1026006" y="54101"/>
                </a:cubicBezTo>
                <a:cubicBezTo>
                  <a:pt x="1026637" y="57727"/>
                  <a:pt x="1026952" y="61643"/>
                  <a:pt x="1026952" y="65848"/>
                </a:cubicBezTo>
                <a:lnTo>
                  <a:pt x="1026952" y="90914"/>
                </a:lnTo>
                <a:cubicBezTo>
                  <a:pt x="1026952" y="93542"/>
                  <a:pt x="1027004" y="95750"/>
                  <a:pt x="1027108" y="97536"/>
                </a:cubicBezTo>
                <a:cubicBezTo>
                  <a:pt x="1027214" y="99323"/>
                  <a:pt x="1027529" y="100794"/>
                  <a:pt x="1028054" y="101951"/>
                </a:cubicBezTo>
                <a:cubicBezTo>
                  <a:pt x="1028580" y="103107"/>
                  <a:pt x="1029421" y="104000"/>
                  <a:pt x="1030577" y="104631"/>
                </a:cubicBezTo>
                <a:cubicBezTo>
                  <a:pt x="1031733" y="105261"/>
                  <a:pt x="1033415" y="105734"/>
                  <a:pt x="1035622" y="106050"/>
                </a:cubicBezTo>
                <a:cubicBezTo>
                  <a:pt x="1036253" y="106154"/>
                  <a:pt x="1036727" y="106443"/>
                  <a:pt x="1037041" y="106916"/>
                </a:cubicBezTo>
                <a:cubicBezTo>
                  <a:pt x="1037357" y="107389"/>
                  <a:pt x="1037515" y="107941"/>
                  <a:pt x="1037515" y="108571"/>
                </a:cubicBezTo>
                <a:cubicBezTo>
                  <a:pt x="1037515" y="109097"/>
                  <a:pt x="1037357" y="109597"/>
                  <a:pt x="1037041" y="110070"/>
                </a:cubicBezTo>
                <a:cubicBezTo>
                  <a:pt x="1036727" y="110543"/>
                  <a:pt x="1036253" y="110779"/>
                  <a:pt x="1035622" y="110779"/>
                </a:cubicBezTo>
                <a:cubicBezTo>
                  <a:pt x="1034255" y="110779"/>
                  <a:pt x="1032101" y="110595"/>
                  <a:pt x="1029158" y="110226"/>
                </a:cubicBezTo>
                <a:cubicBezTo>
                  <a:pt x="1026215" y="109859"/>
                  <a:pt x="1023167" y="109675"/>
                  <a:pt x="1020014" y="109675"/>
                </a:cubicBezTo>
                <a:cubicBezTo>
                  <a:pt x="1016651" y="109675"/>
                  <a:pt x="1013420" y="109859"/>
                  <a:pt x="1010320" y="110226"/>
                </a:cubicBezTo>
                <a:cubicBezTo>
                  <a:pt x="1007219" y="110595"/>
                  <a:pt x="1004460" y="110779"/>
                  <a:pt x="1002042" y="110779"/>
                </a:cubicBezTo>
                <a:cubicBezTo>
                  <a:pt x="1001517" y="110779"/>
                  <a:pt x="1001097" y="110543"/>
                  <a:pt x="1000781" y="110070"/>
                </a:cubicBezTo>
                <a:cubicBezTo>
                  <a:pt x="1000465" y="109597"/>
                  <a:pt x="1000307" y="109097"/>
                  <a:pt x="1000307" y="108571"/>
                </a:cubicBezTo>
                <a:cubicBezTo>
                  <a:pt x="1000307" y="107941"/>
                  <a:pt x="1000465" y="107389"/>
                  <a:pt x="1000781" y="106916"/>
                </a:cubicBezTo>
                <a:cubicBezTo>
                  <a:pt x="1001097" y="106443"/>
                  <a:pt x="1001570" y="106154"/>
                  <a:pt x="1002201" y="106050"/>
                </a:cubicBezTo>
                <a:cubicBezTo>
                  <a:pt x="1004723" y="105734"/>
                  <a:pt x="1006641" y="105261"/>
                  <a:pt x="1007955" y="104631"/>
                </a:cubicBezTo>
                <a:cubicBezTo>
                  <a:pt x="1009268" y="104000"/>
                  <a:pt x="1010240" y="103133"/>
                  <a:pt x="1010870" y="102030"/>
                </a:cubicBezTo>
                <a:cubicBezTo>
                  <a:pt x="1011502" y="100925"/>
                  <a:pt x="1011870" y="99559"/>
                  <a:pt x="1011975" y="97931"/>
                </a:cubicBezTo>
                <a:cubicBezTo>
                  <a:pt x="1012080" y="96302"/>
                  <a:pt x="1012133" y="94278"/>
                  <a:pt x="1012133" y="91859"/>
                </a:cubicBezTo>
                <a:lnTo>
                  <a:pt x="1012133" y="71522"/>
                </a:lnTo>
                <a:cubicBezTo>
                  <a:pt x="1012133" y="68685"/>
                  <a:pt x="1012027" y="65743"/>
                  <a:pt x="1011816" y="62696"/>
                </a:cubicBezTo>
                <a:cubicBezTo>
                  <a:pt x="1011606" y="59648"/>
                  <a:pt x="1011054" y="56862"/>
                  <a:pt x="1010161" y="54339"/>
                </a:cubicBezTo>
                <a:cubicBezTo>
                  <a:pt x="1009267" y="51817"/>
                  <a:pt x="1007928" y="49741"/>
                  <a:pt x="1006141" y="48111"/>
                </a:cubicBezTo>
                <a:cubicBezTo>
                  <a:pt x="1004354" y="46482"/>
                  <a:pt x="1001833" y="45667"/>
                  <a:pt x="998575" y="45667"/>
                </a:cubicBezTo>
                <a:cubicBezTo>
                  <a:pt x="995631" y="45667"/>
                  <a:pt x="992871" y="46350"/>
                  <a:pt x="990295" y="47717"/>
                </a:cubicBezTo>
                <a:cubicBezTo>
                  <a:pt x="987721" y="49083"/>
                  <a:pt x="985488" y="50817"/>
                  <a:pt x="983596" y="52920"/>
                </a:cubicBezTo>
                <a:cubicBezTo>
                  <a:pt x="981705" y="55022"/>
                  <a:pt x="980208" y="57309"/>
                  <a:pt x="979104" y="59778"/>
                </a:cubicBezTo>
                <a:cubicBezTo>
                  <a:pt x="978001" y="62248"/>
                  <a:pt x="977449" y="64639"/>
                  <a:pt x="977449" y="66952"/>
                </a:cubicBezTo>
                <a:lnTo>
                  <a:pt x="977449" y="90914"/>
                </a:lnTo>
                <a:cubicBezTo>
                  <a:pt x="977449" y="93963"/>
                  <a:pt x="977502" y="96407"/>
                  <a:pt x="977606" y="98246"/>
                </a:cubicBezTo>
                <a:cubicBezTo>
                  <a:pt x="977712" y="100084"/>
                  <a:pt x="978027" y="101529"/>
                  <a:pt x="978551" y="102581"/>
                </a:cubicBezTo>
                <a:cubicBezTo>
                  <a:pt x="979077" y="103631"/>
                  <a:pt x="979918" y="104393"/>
                  <a:pt x="981075" y="104866"/>
                </a:cubicBezTo>
                <a:cubicBezTo>
                  <a:pt x="982231" y="105339"/>
                  <a:pt x="983912" y="105734"/>
                  <a:pt x="986119" y="106050"/>
                </a:cubicBezTo>
                <a:cubicBezTo>
                  <a:pt x="986749" y="106154"/>
                  <a:pt x="987223" y="106443"/>
                  <a:pt x="987539" y="106916"/>
                </a:cubicBezTo>
                <a:cubicBezTo>
                  <a:pt x="987854" y="107389"/>
                  <a:pt x="988012" y="107941"/>
                  <a:pt x="988012" y="108571"/>
                </a:cubicBezTo>
                <a:cubicBezTo>
                  <a:pt x="988012" y="109097"/>
                  <a:pt x="987854" y="109597"/>
                  <a:pt x="987539" y="110070"/>
                </a:cubicBezTo>
                <a:cubicBezTo>
                  <a:pt x="987223" y="110543"/>
                  <a:pt x="986749" y="110779"/>
                  <a:pt x="986119" y="110779"/>
                </a:cubicBezTo>
                <a:cubicBezTo>
                  <a:pt x="984753" y="110779"/>
                  <a:pt x="982598" y="110595"/>
                  <a:pt x="979655" y="110226"/>
                </a:cubicBezTo>
                <a:cubicBezTo>
                  <a:pt x="976713" y="109859"/>
                  <a:pt x="973665" y="109675"/>
                  <a:pt x="970512" y="109675"/>
                </a:cubicBezTo>
                <a:cubicBezTo>
                  <a:pt x="967149" y="109675"/>
                  <a:pt x="963916" y="109859"/>
                  <a:pt x="960815" y="110226"/>
                </a:cubicBezTo>
                <a:cubicBezTo>
                  <a:pt x="957715" y="110595"/>
                  <a:pt x="955114" y="110779"/>
                  <a:pt x="953013" y="110779"/>
                </a:cubicBezTo>
                <a:cubicBezTo>
                  <a:pt x="952487" y="110779"/>
                  <a:pt x="952066" y="110543"/>
                  <a:pt x="951750" y="110070"/>
                </a:cubicBezTo>
                <a:cubicBezTo>
                  <a:pt x="951436" y="109597"/>
                  <a:pt x="951279" y="109097"/>
                  <a:pt x="951279" y="108571"/>
                </a:cubicBezTo>
                <a:cubicBezTo>
                  <a:pt x="951279" y="107941"/>
                  <a:pt x="951436" y="107389"/>
                  <a:pt x="951750" y="106916"/>
                </a:cubicBezTo>
                <a:cubicBezTo>
                  <a:pt x="952066" y="106443"/>
                  <a:pt x="952540" y="106154"/>
                  <a:pt x="953170" y="106050"/>
                </a:cubicBezTo>
                <a:cubicBezTo>
                  <a:pt x="955482" y="105734"/>
                  <a:pt x="957295" y="105339"/>
                  <a:pt x="958609" y="104866"/>
                </a:cubicBezTo>
                <a:cubicBezTo>
                  <a:pt x="959922" y="104393"/>
                  <a:pt x="960868" y="103658"/>
                  <a:pt x="961445" y="102660"/>
                </a:cubicBezTo>
                <a:cubicBezTo>
                  <a:pt x="962024" y="101661"/>
                  <a:pt x="962366" y="100321"/>
                  <a:pt x="962470" y="98641"/>
                </a:cubicBezTo>
                <a:cubicBezTo>
                  <a:pt x="962576" y="96958"/>
                  <a:pt x="962629" y="94698"/>
                  <a:pt x="962629" y="91859"/>
                </a:cubicBezTo>
                <a:lnTo>
                  <a:pt x="962629" y="71522"/>
                </a:lnTo>
                <a:cubicBezTo>
                  <a:pt x="962629" y="68685"/>
                  <a:pt x="962497" y="65743"/>
                  <a:pt x="962234" y="62696"/>
                </a:cubicBezTo>
                <a:cubicBezTo>
                  <a:pt x="961973" y="59648"/>
                  <a:pt x="961369" y="56862"/>
                  <a:pt x="960423" y="54339"/>
                </a:cubicBezTo>
                <a:cubicBezTo>
                  <a:pt x="959476" y="51817"/>
                  <a:pt x="958057" y="49741"/>
                  <a:pt x="956165" y="48111"/>
                </a:cubicBezTo>
                <a:cubicBezTo>
                  <a:pt x="954274" y="46482"/>
                  <a:pt x="951647" y="45667"/>
                  <a:pt x="948284" y="45667"/>
                </a:cubicBezTo>
                <a:cubicBezTo>
                  <a:pt x="944709" y="45667"/>
                  <a:pt x="941634" y="46325"/>
                  <a:pt x="939059" y="47640"/>
                </a:cubicBezTo>
                <a:cubicBezTo>
                  <a:pt x="936485" y="48953"/>
                  <a:pt x="934383" y="50661"/>
                  <a:pt x="932753" y="52764"/>
                </a:cubicBezTo>
                <a:cubicBezTo>
                  <a:pt x="931124" y="54864"/>
                  <a:pt x="929915" y="57203"/>
                  <a:pt x="929126" y="59778"/>
                </a:cubicBezTo>
                <a:cubicBezTo>
                  <a:pt x="928338" y="62352"/>
                  <a:pt x="927945" y="64901"/>
                  <a:pt x="927945" y="67423"/>
                </a:cubicBezTo>
                <a:lnTo>
                  <a:pt x="927945" y="90914"/>
                </a:lnTo>
                <a:close/>
                <a:moveTo>
                  <a:pt x="1071961" y="90914"/>
                </a:moveTo>
                <a:cubicBezTo>
                  <a:pt x="1071961" y="93542"/>
                  <a:pt x="1072013" y="95750"/>
                  <a:pt x="1072117" y="97536"/>
                </a:cubicBezTo>
                <a:cubicBezTo>
                  <a:pt x="1072223" y="99323"/>
                  <a:pt x="1072591" y="100794"/>
                  <a:pt x="1073221" y="101951"/>
                </a:cubicBezTo>
                <a:cubicBezTo>
                  <a:pt x="1073853" y="103107"/>
                  <a:pt x="1074878" y="104000"/>
                  <a:pt x="1076296" y="104631"/>
                </a:cubicBezTo>
                <a:cubicBezTo>
                  <a:pt x="1077715" y="105261"/>
                  <a:pt x="1079686" y="105734"/>
                  <a:pt x="1082209" y="106050"/>
                </a:cubicBezTo>
                <a:cubicBezTo>
                  <a:pt x="1082839" y="106154"/>
                  <a:pt x="1083312" y="106443"/>
                  <a:pt x="1083628" y="106916"/>
                </a:cubicBezTo>
                <a:cubicBezTo>
                  <a:pt x="1083944" y="107389"/>
                  <a:pt x="1084102" y="107941"/>
                  <a:pt x="1084102" y="108571"/>
                </a:cubicBezTo>
                <a:cubicBezTo>
                  <a:pt x="1084102" y="109097"/>
                  <a:pt x="1083944" y="109597"/>
                  <a:pt x="1083628" y="110070"/>
                </a:cubicBezTo>
                <a:cubicBezTo>
                  <a:pt x="1083312" y="110543"/>
                  <a:pt x="1082839" y="110779"/>
                  <a:pt x="1082209" y="110779"/>
                </a:cubicBezTo>
                <a:cubicBezTo>
                  <a:pt x="1080106" y="110779"/>
                  <a:pt x="1077505" y="110595"/>
                  <a:pt x="1074405" y="110226"/>
                </a:cubicBezTo>
                <a:cubicBezTo>
                  <a:pt x="1071305" y="109859"/>
                  <a:pt x="1068178" y="109675"/>
                  <a:pt x="1065026" y="109675"/>
                </a:cubicBezTo>
                <a:cubicBezTo>
                  <a:pt x="1061663" y="109675"/>
                  <a:pt x="1058404" y="109859"/>
                  <a:pt x="1055249" y="110226"/>
                </a:cubicBezTo>
                <a:cubicBezTo>
                  <a:pt x="1052096" y="110595"/>
                  <a:pt x="1049206" y="110779"/>
                  <a:pt x="1046579" y="110779"/>
                </a:cubicBezTo>
                <a:cubicBezTo>
                  <a:pt x="1046053" y="110779"/>
                  <a:pt x="1045632" y="110543"/>
                  <a:pt x="1045317" y="110070"/>
                </a:cubicBezTo>
                <a:cubicBezTo>
                  <a:pt x="1045002" y="109597"/>
                  <a:pt x="1044845" y="109097"/>
                  <a:pt x="1044845" y="108571"/>
                </a:cubicBezTo>
                <a:cubicBezTo>
                  <a:pt x="1044845" y="107941"/>
                  <a:pt x="1045002" y="107389"/>
                  <a:pt x="1045317" y="106916"/>
                </a:cubicBezTo>
                <a:cubicBezTo>
                  <a:pt x="1045632" y="106443"/>
                  <a:pt x="1046106" y="106154"/>
                  <a:pt x="1046738" y="106050"/>
                </a:cubicBezTo>
                <a:cubicBezTo>
                  <a:pt x="1049365" y="105734"/>
                  <a:pt x="1051387" y="105261"/>
                  <a:pt x="1052805" y="104631"/>
                </a:cubicBezTo>
                <a:cubicBezTo>
                  <a:pt x="1054224" y="104000"/>
                  <a:pt x="1055249" y="103133"/>
                  <a:pt x="1055879" y="102030"/>
                </a:cubicBezTo>
                <a:cubicBezTo>
                  <a:pt x="1056511" y="100925"/>
                  <a:pt x="1056879" y="99559"/>
                  <a:pt x="1056984" y="97931"/>
                </a:cubicBezTo>
                <a:cubicBezTo>
                  <a:pt x="1057089" y="96302"/>
                  <a:pt x="1057142" y="94278"/>
                  <a:pt x="1057142" y="91859"/>
                </a:cubicBezTo>
                <a:lnTo>
                  <a:pt x="1057142" y="68527"/>
                </a:lnTo>
                <a:cubicBezTo>
                  <a:pt x="1057142" y="63588"/>
                  <a:pt x="1057089" y="59647"/>
                  <a:pt x="1056984" y="56704"/>
                </a:cubicBezTo>
                <a:cubicBezTo>
                  <a:pt x="1056879" y="53761"/>
                  <a:pt x="1056511" y="51501"/>
                  <a:pt x="1055879" y="49925"/>
                </a:cubicBezTo>
                <a:cubicBezTo>
                  <a:pt x="1055249" y="48348"/>
                  <a:pt x="1054277" y="47272"/>
                  <a:pt x="1052964" y="46694"/>
                </a:cubicBezTo>
                <a:cubicBezTo>
                  <a:pt x="1051650" y="46115"/>
                  <a:pt x="1049732" y="45773"/>
                  <a:pt x="1047210" y="45667"/>
                </a:cubicBezTo>
                <a:cubicBezTo>
                  <a:pt x="1046685" y="45667"/>
                  <a:pt x="1046265" y="45457"/>
                  <a:pt x="1045949" y="45037"/>
                </a:cubicBezTo>
                <a:cubicBezTo>
                  <a:pt x="1045633" y="44617"/>
                  <a:pt x="1045422" y="44144"/>
                  <a:pt x="1045317" y="43620"/>
                </a:cubicBezTo>
                <a:cubicBezTo>
                  <a:pt x="1045212" y="43094"/>
                  <a:pt x="1045292" y="42594"/>
                  <a:pt x="1045555" y="42121"/>
                </a:cubicBezTo>
                <a:cubicBezTo>
                  <a:pt x="1045818" y="41648"/>
                  <a:pt x="1046264" y="41412"/>
                  <a:pt x="1046895" y="41412"/>
                </a:cubicBezTo>
                <a:cubicBezTo>
                  <a:pt x="1048681" y="41201"/>
                  <a:pt x="1051282" y="40781"/>
                  <a:pt x="1054698" y="40151"/>
                </a:cubicBezTo>
                <a:cubicBezTo>
                  <a:pt x="1058114" y="39519"/>
                  <a:pt x="1061819" y="38678"/>
                  <a:pt x="1065812" y="37628"/>
                </a:cubicBezTo>
                <a:cubicBezTo>
                  <a:pt x="1066024" y="37522"/>
                  <a:pt x="1066445" y="37443"/>
                  <a:pt x="1067075" y="37392"/>
                </a:cubicBezTo>
                <a:cubicBezTo>
                  <a:pt x="1067705" y="37339"/>
                  <a:pt x="1068126" y="37312"/>
                  <a:pt x="1068336" y="37312"/>
                </a:cubicBezTo>
                <a:cubicBezTo>
                  <a:pt x="1069386" y="37312"/>
                  <a:pt x="1070279" y="37733"/>
                  <a:pt x="1071015" y="38573"/>
                </a:cubicBezTo>
                <a:cubicBezTo>
                  <a:pt x="1071752" y="39413"/>
                  <a:pt x="1072067" y="40412"/>
                  <a:pt x="1071961" y="41568"/>
                </a:cubicBezTo>
                <a:lnTo>
                  <a:pt x="1071646" y="49295"/>
                </a:lnTo>
                <a:cubicBezTo>
                  <a:pt x="1071646" y="49819"/>
                  <a:pt x="1071856" y="49871"/>
                  <a:pt x="1072276" y="49451"/>
                </a:cubicBezTo>
                <a:cubicBezTo>
                  <a:pt x="1072802" y="48715"/>
                  <a:pt x="1073669" y="47612"/>
                  <a:pt x="1074876" y="46141"/>
                </a:cubicBezTo>
                <a:cubicBezTo>
                  <a:pt x="1076086" y="44669"/>
                  <a:pt x="1077662" y="43197"/>
                  <a:pt x="1079606" y="41727"/>
                </a:cubicBezTo>
                <a:cubicBezTo>
                  <a:pt x="1081551" y="40254"/>
                  <a:pt x="1083917" y="38967"/>
                  <a:pt x="1086702" y="37863"/>
                </a:cubicBezTo>
                <a:cubicBezTo>
                  <a:pt x="1089488" y="36760"/>
                  <a:pt x="1092667" y="36208"/>
                  <a:pt x="1096241" y="36208"/>
                </a:cubicBezTo>
                <a:cubicBezTo>
                  <a:pt x="1102757" y="36208"/>
                  <a:pt x="1107906" y="37496"/>
                  <a:pt x="1111689" y="40072"/>
                </a:cubicBezTo>
                <a:cubicBezTo>
                  <a:pt x="1115474" y="42646"/>
                  <a:pt x="1118417" y="46455"/>
                  <a:pt x="1120518" y="51501"/>
                </a:cubicBezTo>
                <a:cubicBezTo>
                  <a:pt x="1121044" y="50344"/>
                  <a:pt x="1122042" y="48899"/>
                  <a:pt x="1123513" y="47166"/>
                </a:cubicBezTo>
                <a:cubicBezTo>
                  <a:pt x="1124985" y="45432"/>
                  <a:pt x="1126877" y="43751"/>
                  <a:pt x="1129190" y="42121"/>
                </a:cubicBezTo>
                <a:cubicBezTo>
                  <a:pt x="1131503" y="40492"/>
                  <a:pt x="1134130" y="39099"/>
                  <a:pt x="1137073" y="37943"/>
                </a:cubicBezTo>
                <a:cubicBezTo>
                  <a:pt x="1140016" y="36786"/>
                  <a:pt x="1143221" y="36208"/>
                  <a:pt x="1146688" y="36208"/>
                </a:cubicBezTo>
                <a:cubicBezTo>
                  <a:pt x="1151734" y="36208"/>
                  <a:pt x="1155833" y="36971"/>
                  <a:pt x="1158986" y="38496"/>
                </a:cubicBezTo>
                <a:cubicBezTo>
                  <a:pt x="1162139" y="40019"/>
                  <a:pt x="1164608" y="42095"/>
                  <a:pt x="1166395" y="44722"/>
                </a:cubicBezTo>
                <a:cubicBezTo>
                  <a:pt x="1168183" y="47349"/>
                  <a:pt x="1169392" y="50475"/>
                  <a:pt x="1170023" y="54101"/>
                </a:cubicBezTo>
                <a:cubicBezTo>
                  <a:pt x="1170653" y="57727"/>
                  <a:pt x="1170968" y="61643"/>
                  <a:pt x="1170968" y="65848"/>
                </a:cubicBezTo>
                <a:lnTo>
                  <a:pt x="1170968" y="90914"/>
                </a:lnTo>
                <a:cubicBezTo>
                  <a:pt x="1170968" y="93542"/>
                  <a:pt x="1171020" y="95750"/>
                  <a:pt x="1171124" y="97536"/>
                </a:cubicBezTo>
                <a:cubicBezTo>
                  <a:pt x="1171230" y="99323"/>
                  <a:pt x="1171545" y="100794"/>
                  <a:pt x="1172070" y="101951"/>
                </a:cubicBezTo>
                <a:cubicBezTo>
                  <a:pt x="1172596" y="103107"/>
                  <a:pt x="1173437" y="104000"/>
                  <a:pt x="1174593" y="104631"/>
                </a:cubicBezTo>
                <a:cubicBezTo>
                  <a:pt x="1175750" y="105261"/>
                  <a:pt x="1177431" y="105734"/>
                  <a:pt x="1179638" y="106050"/>
                </a:cubicBezTo>
                <a:cubicBezTo>
                  <a:pt x="1180270" y="106154"/>
                  <a:pt x="1180743" y="106443"/>
                  <a:pt x="1181057" y="106916"/>
                </a:cubicBezTo>
                <a:cubicBezTo>
                  <a:pt x="1181373" y="107389"/>
                  <a:pt x="1181531" y="107941"/>
                  <a:pt x="1181531" y="108571"/>
                </a:cubicBezTo>
                <a:cubicBezTo>
                  <a:pt x="1181531" y="109097"/>
                  <a:pt x="1181373" y="109597"/>
                  <a:pt x="1181057" y="110070"/>
                </a:cubicBezTo>
                <a:cubicBezTo>
                  <a:pt x="1180743" y="110543"/>
                  <a:pt x="1180270" y="110779"/>
                  <a:pt x="1179638" y="110779"/>
                </a:cubicBezTo>
                <a:cubicBezTo>
                  <a:pt x="1178271" y="110779"/>
                  <a:pt x="1176117" y="110595"/>
                  <a:pt x="1173174" y="110226"/>
                </a:cubicBezTo>
                <a:cubicBezTo>
                  <a:pt x="1170231" y="109859"/>
                  <a:pt x="1167183" y="109675"/>
                  <a:pt x="1164030" y="109675"/>
                </a:cubicBezTo>
                <a:cubicBezTo>
                  <a:pt x="1160667" y="109675"/>
                  <a:pt x="1157436" y="109859"/>
                  <a:pt x="1154336" y="110226"/>
                </a:cubicBezTo>
                <a:cubicBezTo>
                  <a:pt x="1151236" y="110595"/>
                  <a:pt x="1148476" y="110779"/>
                  <a:pt x="1146058" y="110779"/>
                </a:cubicBezTo>
                <a:cubicBezTo>
                  <a:pt x="1145534" y="110779"/>
                  <a:pt x="1145113" y="110543"/>
                  <a:pt x="1144798" y="110070"/>
                </a:cubicBezTo>
                <a:cubicBezTo>
                  <a:pt x="1144482" y="109597"/>
                  <a:pt x="1144324" y="109097"/>
                  <a:pt x="1144324" y="108571"/>
                </a:cubicBezTo>
                <a:cubicBezTo>
                  <a:pt x="1144324" y="107941"/>
                  <a:pt x="1144482" y="107389"/>
                  <a:pt x="1144798" y="106916"/>
                </a:cubicBezTo>
                <a:cubicBezTo>
                  <a:pt x="1145113" y="106443"/>
                  <a:pt x="1145587" y="106154"/>
                  <a:pt x="1146217" y="106050"/>
                </a:cubicBezTo>
                <a:cubicBezTo>
                  <a:pt x="1148739" y="105734"/>
                  <a:pt x="1150658" y="105261"/>
                  <a:pt x="1151971" y="104631"/>
                </a:cubicBezTo>
                <a:cubicBezTo>
                  <a:pt x="1153284" y="104000"/>
                  <a:pt x="1154256" y="103133"/>
                  <a:pt x="1154887" y="102030"/>
                </a:cubicBezTo>
                <a:cubicBezTo>
                  <a:pt x="1155518" y="100925"/>
                  <a:pt x="1155886" y="99559"/>
                  <a:pt x="1155991" y="97931"/>
                </a:cubicBezTo>
                <a:cubicBezTo>
                  <a:pt x="1156097" y="96302"/>
                  <a:pt x="1156150" y="94278"/>
                  <a:pt x="1156150" y="91859"/>
                </a:cubicBezTo>
                <a:lnTo>
                  <a:pt x="1156150" y="71522"/>
                </a:lnTo>
                <a:cubicBezTo>
                  <a:pt x="1156150" y="68685"/>
                  <a:pt x="1156044" y="65743"/>
                  <a:pt x="1155832" y="62696"/>
                </a:cubicBezTo>
                <a:cubicBezTo>
                  <a:pt x="1155622" y="59648"/>
                  <a:pt x="1155070" y="56862"/>
                  <a:pt x="1154177" y="54339"/>
                </a:cubicBezTo>
                <a:cubicBezTo>
                  <a:pt x="1153284" y="51817"/>
                  <a:pt x="1151944" y="49741"/>
                  <a:pt x="1150157" y="48111"/>
                </a:cubicBezTo>
                <a:cubicBezTo>
                  <a:pt x="1148371" y="46482"/>
                  <a:pt x="1145849" y="45667"/>
                  <a:pt x="1142592" y="45667"/>
                </a:cubicBezTo>
                <a:cubicBezTo>
                  <a:pt x="1139647" y="45667"/>
                  <a:pt x="1136887" y="46350"/>
                  <a:pt x="1134312" y="47717"/>
                </a:cubicBezTo>
                <a:cubicBezTo>
                  <a:pt x="1131738" y="49083"/>
                  <a:pt x="1129504" y="50817"/>
                  <a:pt x="1127612" y="52920"/>
                </a:cubicBezTo>
                <a:cubicBezTo>
                  <a:pt x="1125721" y="55022"/>
                  <a:pt x="1124224" y="57309"/>
                  <a:pt x="1123121" y="59778"/>
                </a:cubicBezTo>
                <a:cubicBezTo>
                  <a:pt x="1122017" y="62248"/>
                  <a:pt x="1121466" y="64639"/>
                  <a:pt x="1121466" y="66952"/>
                </a:cubicBezTo>
                <a:lnTo>
                  <a:pt x="1121466" y="90914"/>
                </a:lnTo>
                <a:cubicBezTo>
                  <a:pt x="1121466" y="93963"/>
                  <a:pt x="1121518" y="96407"/>
                  <a:pt x="1121622" y="98246"/>
                </a:cubicBezTo>
                <a:cubicBezTo>
                  <a:pt x="1121728" y="100084"/>
                  <a:pt x="1122043" y="101529"/>
                  <a:pt x="1122567" y="102581"/>
                </a:cubicBezTo>
                <a:cubicBezTo>
                  <a:pt x="1123093" y="103631"/>
                  <a:pt x="1123935" y="104393"/>
                  <a:pt x="1125091" y="104866"/>
                </a:cubicBezTo>
                <a:cubicBezTo>
                  <a:pt x="1126247" y="105339"/>
                  <a:pt x="1127929" y="105734"/>
                  <a:pt x="1130135" y="106050"/>
                </a:cubicBezTo>
                <a:cubicBezTo>
                  <a:pt x="1130766" y="106154"/>
                  <a:pt x="1131239" y="106443"/>
                  <a:pt x="1131555" y="106916"/>
                </a:cubicBezTo>
                <a:cubicBezTo>
                  <a:pt x="1131871" y="107389"/>
                  <a:pt x="1132029" y="107941"/>
                  <a:pt x="1132029" y="108571"/>
                </a:cubicBezTo>
                <a:cubicBezTo>
                  <a:pt x="1132029" y="109097"/>
                  <a:pt x="1131871" y="109597"/>
                  <a:pt x="1131555" y="110070"/>
                </a:cubicBezTo>
                <a:cubicBezTo>
                  <a:pt x="1131239" y="110543"/>
                  <a:pt x="1130766" y="110779"/>
                  <a:pt x="1130135" y="110779"/>
                </a:cubicBezTo>
                <a:cubicBezTo>
                  <a:pt x="1128769" y="110779"/>
                  <a:pt x="1126614" y="110595"/>
                  <a:pt x="1123672" y="110226"/>
                </a:cubicBezTo>
                <a:cubicBezTo>
                  <a:pt x="1120729" y="109859"/>
                  <a:pt x="1117681" y="109675"/>
                  <a:pt x="1114528" y="109675"/>
                </a:cubicBezTo>
                <a:cubicBezTo>
                  <a:pt x="1111165" y="109675"/>
                  <a:pt x="1107933" y="109859"/>
                  <a:pt x="1104831" y="110226"/>
                </a:cubicBezTo>
                <a:cubicBezTo>
                  <a:pt x="1101731" y="110595"/>
                  <a:pt x="1099130" y="110779"/>
                  <a:pt x="1097030" y="110779"/>
                </a:cubicBezTo>
                <a:cubicBezTo>
                  <a:pt x="1096504" y="110779"/>
                  <a:pt x="1096083" y="110543"/>
                  <a:pt x="1095767" y="110070"/>
                </a:cubicBezTo>
                <a:cubicBezTo>
                  <a:pt x="1095452" y="109597"/>
                  <a:pt x="1095295" y="109097"/>
                  <a:pt x="1095295" y="108571"/>
                </a:cubicBezTo>
                <a:cubicBezTo>
                  <a:pt x="1095295" y="107941"/>
                  <a:pt x="1095452" y="107389"/>
                  <a:pt x="1095767" y="106916"/>
                </a:cubicBezTo>
                <a:cubicBezTo>
                  <a:pt x="1096083" y="106443"/>
                  <a:pt x="1096556" y="106154"/>
                  <a:pt x="1097186" y="106050"/>
                </a:cubicBezTo>
                <a:cubicBezTo>
                  <a:pt x="1099499" y="105734"/>
                  <a:pt x="1101312" y="105339"/>
                  <a:pt x="1102625" y="104866"/>
                </a:cubicBezTo>
                <a:cubicBezTo>
                  <a:pt x="1103938" y="104393"/>
                  <a:pt x="1104884" y="103658"/>
                  <a:pt x="1105461" y="102660"/>
                </a:cubicBezTo>
                <a:cubicBezTo>
                  <a:pt x="1106040" y="101661"/>
                  <a:pt x="1106382" y="100321"/>
                  <a:pt x="1106486" y="98641"/>
                </a:cubicBezTo>
                <a:cubicBezTo>
                  <a:pt x="1106592" y="96958"/>
                  <a:pt x="1106645" y="94698"/>
                  <a:pt x="1106645" y="91859"/>
                </a:cubicBezTo>
                <a:lnTo>
                  <a:pt x="1106645" y="71522"/>
                </a:lnTo>
                <a:cubicBezTo>
                  <a:pt x="1106645" y="68685"/>
                  <a:pt x="1106513" y="65743"/>
                  <a:pt x="1106250" y="62696"/>
                </a:cubicBezTo>
                <a:cubicBezTo>
                  <a:pt x="1105989" y="59648"/>
                  <a:pt x="1105385" y="56862"/>
                  <a:pt x="1104439" y="54339"/>
                </a:cubicBezTo>
                <a:cubicBezTo>
                  <a:pt x="1103493" y="51817"/>
                  <a:pt x="1102073" y="49741"/>
                  <a:pt x="1100181" y="48111"/>
                </a:cubicBezTo>
                <a:cubicBezTo>
                  <a:pt x="1098290" y="46482"/>
                  <a:pt x="1095663" y="45667"/>
                  <a:pt x="1092300" y="45667"/>
                </a:cubicBezTo>
                <a:cubicBezTo>
                  <a:pt x="1088725" y="45667"/>
                  <a:pt x="1085650" y="46325"/>
                  <a:pt x="1083075" y="47640"/>
                </a:cubicBezTo>
                <a:cubicBezTo>
                  <a:pt x="1080501" y="48953"/>
                  <a:pt x="1078399" y="50661"/>
                  <a:pt x="1076770" y="52764"/>
                </a:cubicBezTo>
                <a:cubicBezTo>
                  <a:pt x="1075140" y="54864"/>
                  <a:pt x="1073931" y="57203"/>
                  <a:pt x="1073142" y="59778"/>
                </a:cubicBezTo>
                <a:cubicBezTo>
                  <a:pt x="1072355" y="62352"/>
                  <a:pt x="1071961" y="64901"/>
                  <a:pt x="1071961" y="67423"/>
                </a:cubicBezTo>
                <a:lnTo>
                  <a:pt x="1071961" y="90914"/>
                </a:lnTo>
                <a:close/>
                <a:moveTo>
                  <a:pt x="1233319" y="77356"/>
                </a:moveTo>
                <a:cubicBezTo>
                  <a:pt x="1233319" y="76200"/>
                  <a:pt x="1233266" y="75490"/>
                  <a:pt x="1233160" y="75227"/>
                </a:cubicBezTo>
                <a:cubicBezTo>
                  <a:pt x="1233056" y="74964"/>
                  <a:pt x="1232794" y="74832"/>
                  <a:pt x="1232373" y="74832"/>
                </a:cubicBezTo>
                <a:cubicBezTo>
                  <a:pt x="1223755" y="75569"/>
                  <a:pt x="1217370" y="77382"/>
                  <a:pt x="1213218" y="80274"/>
                </a:cubicBezTo>
                <a:cubicBezTo>
                  <a:pt x="1209067" y="83164"/>
                  <a:pt x="1206992" y="86868"/>
                  <a:pt x="1206992" y="91388"/>
                </a:cubicBezTo>
                <a:cubicBezTo>
                  <a:pt x="1206992" y="94541"/>
                  <a:pt x="1207780" y="97195"/>
                  <a:pt x="1209357" y="99350"/>
                </a:cubicBezTo>
                <a:cubicBezTo>
                  <a:pt x="1210933" y="101504"/>
                  <a:pt x="1213561" y="102581"/>
                  <a:pt x="1217240" y="102581"/>
                </a:cubicBezTo>
                <a:cubicBezTo>
                  <a:pt x="1219657" y="102581"/>
                  <a:pt x="1222205" y="102108"/>
                  <a:pt x="1224885" y="101162"/>
                </a:cubicBezTo>
                <a:cubicBezTo>
                  <a:pt x="1227565" y="100216"/>
                  <a:pt x="1229956" y="98849"/>
                  <a:pt x="1232058" y="97063"/>
                </a:cubicBezTo>
                <a:cubicBezTo>
                  <a:pt x="1232899" y="96222"/>
                  <a:pt x="1233319" y="95381"/>
                  <a:pt x="1233319" y="94539"/>
                </a:cubicBezTo>
                <a:lnTo>
                  <a:pt x="1233319" y="77356"/>
                </a:lnTo>
                <a:moveTo>
                  <a:pt x="1248140" y="92963"/>
                </a:moveTo>
                <a:cubicBezTo>
                  <a:pt x="1248140" y="96642"/>
                  <a:pt x="1248481" y="99218"/>
                  <a:pt x="1249165" y="100690"/>
                </a:cubicBezTo>
                <a:cubicBezTo>
                  <a:pt x="1249848" y="102161"/>
                  <a:pt x="1251188" y="102896"/>
                  <a:pt x="1253184" y="102896"/>
                </a:cubicBezTo>
                <a:cubicBezTo>
                  <a:pt x="1254341" y="102896"/>
                  <a:pt x="1255286" y="102765"/>
                  <a:pt x="1256020" y="102502"/>
                </a:cubicBezTo>
                <a:cubicBezTo>
                  <a:pt x="1256757" y="102239"/>
                  <a:pt x="1257808" y="101687"/>
                  <a:pt x="1259174" y="100847"/>
                </a:cubicBezTo>
                <a:cubicBezTo>
                  <a:pt x="1259490" y="100636"/>
                  <a:pt x="1259832" y="100636"/>
                  <a:pt x="1260199" y="100847"/>
                </a:cubicBezTo>
                <a:cubicBezTo>
                  <a:pt x="1260568" y="101057"/>
                  <a:pt x="1260883" y="101346"/>
                  <a:pt x="1261144" y="101715"/>
                </a:cubicBezTo>
                <a:cubicBezTo>
                  <a:pt x="1261407" y="102082"/>
                  <a:pt x="1261591" y="102502"/>
                  <a:pt x="1261695" y="102976"/>
                </a:cubicBezTo>
                <a:cubicBezTo>
                  <a:pt x="1261801" y="103449"/>
                  <a:pt x="1261697" y="103842"/>
                  <a:pt x="1261383" y="104157"/>
                </a:cubicBezTo>
                <a:cubicBezTo>
                  <a:pt x="1257283" y="109096"/>
                  <a:pt x="1252448" y="111566"/>
                  <a:pt x="1246877" y="111566"/>
                </a:cubicBezTo>
                <a:cubicBezTo>
                  <a:pt x="1243830" y="111566"/>
                  <a:pt x="1241228" y="110752"/>
                  <a:pt x="1239073" y="109124"/>
                </a:cubicBezTo>
                <a:cubicBezTo>
                  <a:pt x="1236919" y="107495"/>
                  <a:pt x="1235317" y="105576"/>
                  <a:pt x="1234267" y="103368"/>
                </a:cubicBezTo>
                <a:cubicBezTo>
                  <a:pt x="1234055" y="102843"/>
                  <a:pt x="1233739" y="102791"/>
                  <a:pt x="1233319" y="103211"/>
                </a:cubicBezTo>
                <a:cubicBezTo>
                  <a:pt x="1230586" y="105628"/>
                  <a:pt x="1227407" y="107625"/>
                  <a:pt x="1223781" y="109201"/>
                </a:cubicBezTo>
                <a:cubicBezTo>
                  <a:pt x="1220155" y="110778"/>
                  <a:pt x="1215610" y="111566"/>
                  <a:pt x="1210146" y="111566"/>
                </a:cubicBezTo>
                <a:cubicBezTo>
                  <a:pt x="1204154" y="111566"/>
                  <a:pt x="1199529" y="109964"/>
                  <a:pt x="1196270" y="106760"/>
                </a:cubicBezTo>
                <a:cubicBezTo>
                  <a:pt x="1193013" y="103554"/>
                  <a:pt x="1191385" y="99008"/>
                  <a:pt x="1191385" y="93122"/>
                </a:cubicBezTo>
                <a:cubicBezTo>
                  <a:pt x="1191385" y="85554"/>
                  <a:pt x="1194906" y="79747"/>
                  <a:pt x="1201948" y="75701"/>
                </a:cubicBezTo>
                <a:cubicBezTo>
                  <a:pt x="1208990" y="71655"/>
                  <a:pt x="1219237" y="69632"/>
                  <a:pt x="1232689" y="69632"/>
                </a:cubicBezTo>
                <a:cubicBezTo>
                  <a:pt x="1232899" y="69632"/>
                  <a:pt x="1233056" y="69369"/>
                  <a:pt x="1233160" y="68843"/>
                </a:cubicBezTo>
                <a:cubicBezTo>
                  <a:pt x="1233266" y="68317"/>
                  <a:pt x="1233319" y="67108"/>
                  <a:pt x="1233319" y="65217"/>
                </a:cubicBezTo>
                <a:lnTo>
                  <a:pt x="1233319" y="60959"/>
                </a:lnTo>
                <a:cubicBezTo>
                  <a:pt x="1233319" y="58332"/>
                  <a:pt x="1233109" y="55863"/>
                  <a:pt x="1232689" y="53550"/>
                </a:cubicBezTo>
                <a:cubicBezTo>
                  <a:pt x="1232268" y="51238"/>
                  <a:pt x="1231559" y="49214"/>
                  <a:pt x="1230560" y="47481"/>
                </a:cubicBezTo>
                <a:cubicBezTo>
                  <a:pt x="1229562" y="45747"/>
                  <a:pt x="1228170" y="44381"/>
                  <a:pt x="1226384" y="43382"/>
                </a:cubicBezTo>
                <a:cubicBezTo>
                  <a:pt x="1224597" y="42383"/>
                  <a:pt x="1222389" y="41883"/>
                  <a:pt x="1219761" y="41883"/>
                </a:cubicBezTo>
                <a:cubicBezTo>
                  <a:pt x="1215872" y="41883"/>
                  <a:pt x="1212719" y="42646"/>
                  <a:pt x="1210302" y="44171"/>
                </a:cubicBezTo>
                <a:cubicBezTo>
                  <a:pt x="1207885" y="45694"/>
                  <a:pt x="1206677" y="47664"/>
                  <a:pt x="1206677" y="50081"/>
                </a:cubicBezTo>
                <a:cubicBezTo>
                  <a:pt x="1206677" y="51238"/>
                  <a:pt x="1207044" y="52367"/>
                  <a:pt x="1207779" y="53471"/>
                </a:cubicBezTo>
                <a:cubicBezTo>
                  <a:pt x="1208515" y="54574"/>
                  <a:pt x="1208883" y="55704"/>
                  <a:pt x="1208883" y="56860"/>
                </a:cubicBezTo>
                <a:cubicBezTo>
                  <a:pt x="1208883" y="58332"/>
                  <a:pt x="1208147" y="59752"/>
                  <a:pt x="1206675" y="61118"/>
                </a:cubicBezTo>
                <a:cubicBezTo>
                  <a:pt x="1205204" y="62485"/>
                  <a:pt x="1203418" y="63168"/>
                  <a:pt x="1201317" y="63168"/>
                </a:cubicBezTo>
                <a:cubicBezTo>
                  <a:pt x="1198479" y="63168"/>
                  <a:pt x="1196455" y="62406"/>
                  <a:pt x="1195246" y="60882"/>
                </a:cubicBezTo>
                <a:cubicBezTo>
                  <a:pt x="1194038" y="59357"/>
                  <a:pt x="1193434" y="57491"/>
                  <a:pt x="1193434" y="55285"/>
                </a:cubicBezTo>
                <a:cubicBezTo>
                  <a:pt x="1193434" y="52658"/>
                  <a:pt x="1194169" y="50161"/>
                  <a:pt x="1195640" y="47796"/>
                </a:cubicBezTo>
                <a:cubicBezTo>
                  <a:pt x="1197112" y="45430"/>
                  <a:pt x="1199109" y="43407"/>
                  <a:pt x="1201630" y="41727"/>
                </a:cubicBezTo>
                <a:cubicBezTo>
                  <a:pt x="1204153" y="40044"/>
                  <a:pt x="1207095" y="38704"/>
                  <a:pt x="1210459" y="37707"/>
                </a:cubicBezTo>
                <a:cubicBezTo>
                  <a:pt x="1213823" y="36708"/>
                  <a:pt x="1217345" y="36208"/>
                  <a:pt x="1221024" y="36208"/>
                </a:cubicBezTo>
                <a:cubicBezTo>
                  <a:pt x="1229431" y="36208"/>
                  <a:pt x="1236052" y="38153"/>
                  <a:pt x="1240887" y="42042"/>
                </a:cubicBezTo>
                <a:cubicBezTo>
                  <a:pt x="1245722" y="45931"/>
                  <a:pt x="1248140" y="52395"/>
                  <a:pt x="1248140" y="61433"/>
                </a:cubicBezTo>
                <a:lnTo>
                  <a:pt x="1248140" y="92963"/>
                </a:lnTo>
                <a:close/>
                <a:moveTo>
                  <a:pt x="1268714" y="134270"/>
                </a:moveTo>
                <a:cubicBezTo>
                  <a:pt x="1268188" y="134480"/>
                  <a:pt x="1267688" y="134454"/>
                  <a:pt x="1267215" y="134191"/>
                </a:cubicBezTo>
                <a:cubicBezTo>
                  <a:pt x="1266742" y="133928"/>
                  <a:pt x="1266374" y="133559"/>
                  <a:pt x="1266111" y="133086"/>
                </a:cubicBezTo>
                <a:cubicBezTo>
                  <a:pt x="1265848" y="132613"/>
                  <a:pt x="1265716" y="132114"/>
                  <a:pt x="1265716" y="131588"/>
                </a:cubicBezTo>
                <a:cubicBezTo>
                  <a:pt x="1265716" y="131167"/>
                  <a:pt x="1265926" y="130800"/>
                  <a:pt x="1266347" y="130486"/>
                </a:cubicBezTo>
                <a:cubicBezTo>
                  <a:pt x="1268135" y="129330"/>
                  <a:pt x="1269896" y="128173"/>
                  <a:pt x="1271629" y="127017"/>
                </a:cubicBezTo>
                <a:cubicBezTo>
                  <a:pt x="1273363" y="125861"/>
                  <a:pt x="1274939" y="124573"/>
                  <a:pt x="1276359" y="123154"/>
                </a:cubicBezTo>
                <a:cubicBezTo>
                  <a:pt x="1277778" y="121736"/>
                  <a:pt x="1278934" y="120133"/>
                  <a:pt x="1279828" y="118345"/>
                </a:cubicBezTo>
                <a:cubicBezTo>
                  <a:pt x="1280721" y="116558"/>
                  <a:pt x="1281167" y="114562"/>
                  <a:pt x="1281167" y="112355"/>
                </a:cubicBezTo>
                <a:cubicBezTo>
                  <a:pt x="1281167" y="111409"/>
                  <a:pt x="1280641" y="111146"/>
                  <a:pt x="1279589" y="111566"/>
                </a:cubicBezTo>
                <a:cubicBezTo>
                  <a:pt x="1278645" y="111988"/>
                  <a:pt x="1277384" y="112199"/>
                  <a:pt x="1275808" y="112199"/>
                </a:cubicBezTo>
                <a:cubicBezTo>
                  <a:pt x="1273810" y="112199"/>
                  <a:pt x="1272074" y="111462"/>
                  <a:pt x="1270602" y="109990"/>
                </a:cubicBezTo>
                <a:cubicBezTo>
                  <a:pt x="1269131" y="108518"/>
                  <a:pt x="1268396" y="106310"/>
                  <a:pt x="1268396" y="103368"/>
                </a:cubicBezTo>
                <a:cubicBezTo>
                  <a:pt x="1268396" y="100741"/>
                  <a:pt x="1269342" y="98508"/>
                  <a:pt x="1271235" y="96668"/>
                </a:cubicBezTo>
                <a:cubicBezTo>
                  <a:pt x="1273127" y="94829"/>
                  <a:pt x="1275440" y="93909"/>
                  <a:pt x="1278173" y="93909"/>
                </a:cubicBezTo>
                <a:cubicBezTo>
                  <a:pt x="1280063" y="93909"/>
                  <a:pt x="1281770" y="94277"/>
                  <a:pt x="1283294" y="95013"/>
                </a:cubicBezTo>
                <a:cubicBezTo>
                  <a:pt x="1284819" y="95749"/>
                  <a:pt x="1286107" y="96748"/>
                  <a:pt x="1287157" y="98010"/>
                </a:cubicBezTo>
                <a:cubicBezTo>
                  <a:pt x="1288209" y="99271"/>
                  <a:pt x="1288998" y="100716"/>
                  <a:pt x="1289522" y="102345"/>
                </a:cubicBezTo>
                <a:cubicBezTo>
                  <a:pt x="1290048" y="103973"/>
                  <a:pt x="1290311" y="105628"/>
                  <a:pt x="1290311" y="107310"/>
                </a:cubicBezTo>
                <a:cubicBezTo>
                  <a:pt x="1290311" y="110989"/>
                  <a:pt x="1289707" y="114221"/>
                  <a:pt x="1288497" y="117005"/>
                </a:cubicBezTo>
                <a:cubicBezTo>
                  <a:pt x="1287290" y="119791"/>
                  <a:pt x="1285713" y="122260"/>
                  <a:pt x="1283768" y="124414"/>
                </a:cubicBezTo>
                <a:cubicBezTo>
                  <a:pt x="1281824" y="126570"/>
                  <a:pt x="1279538" y="128436"/>
                  <a:pt x="1276910" y="130012"/>
                </a:cubicBezTo>
                <a:cubicBezTo>
                  <a:pt x="1274283" y="131588"/>
                  <a:pt x="1271551" y="133008"/>
                  <a:pt x="1268714" y="134270"/>
                </a:cubicBezTo>
                <a:close/>
                <a:moveTo>
                  <a:pt x="1368192" y="92807"/>
                </a:moveTo>
                <a:cubicBezTo>
                  <a:pt x="1368192" y="93647"/>
                  <a:pt x="1368559" y="94777"/>
                  <a:pt x="1369294" y="96197"/>
                </a:cubicBezTo>
                <a:cubicBezTo>
                  <a:pt x="1370030" y="97614"/>
                  <a:pt x="1371108" y="98981"/>
                  <a:pt x="1372527" y="100296"/>
                </a:cubicBezTo>
                <a:cubicBezTo>
                  <a:pt x="1373946" y="101609"/>
                  <a:pt x="1375681" y="102765"/>
                  <a:pt x="1377730" y="103765"/>
                </a:cubicBezTo>
                <a:cubicBezTo>
                  <a:pt x="1379780" y="104762"/>
                  <a:pt x="1382118" y="105261"/>
                  <a:pt x="1384745" y="105261"/>
                </a:cubicBezTo>
                <a:cubicBezTo>
                  <a:pt x="1388004" y="105261"/>
                  <a:pt x="1390763" y="104420"/>
                  <a:pt x="1393023" y="102740"/>
                </a:cubicBezTo>
                <a:cubicBezTo>
                  <a:pt x="1395282" y="101057"/>
                  <a:pt x="1397121" y="98745"/>
                  <a:pt x="1398539" y="95802"/>
                </a:cubicBezTo>
                <a:cubicBezTo>
                  <a:pt x="1399958" y="92859"/>
                  <a:pt x="1400983" y="89443"/>
                  <a:pt x="1401613" y="85554"/>
                </a:cubicBezTo>
                <a:cubicBezTo>
                  <a:pt x="1402245" y="81665"/>
                  <a:pt x="1402561" y="77566"/>
                  <a:pt x="1402561" y="73257"/>
                </a:cubicBezTo>
                <a:cubicBezTo>
                  <a:pt x="1402561" y="64324"/>
                  <a:pt x="1401352" y="57624"/>
                  <a:pt x="1398933" y="53158"/>
                </a:cubicBezTo>
                <a:cubicBezTo>
                  <a:pt x="1396516" y="48690"/>
                  <a:pt x="1392470" y="46456"/>
                  <a:pt x="1386794" y="46456"/>
                </a:cubicBezTo>
                <a:cubicBezTo>
                  <a:pt x="1384062" y="46456"/>
                  <a:pt x="1381566" y="46903"/>
                  <a:pt x="1379306" y="47796"/>
                </a:cubicBezTo>
                <a:cubicBezTo>
                  <a:pt x="1377046" y="48689"/>
                  <a:pt x="1375102" y="49846"/>
                  <a:pt x="1373472" y="51265"/>
                </a:cubicBezTo>
                <a:cubicBezTo>
                  <a:pt x="1371843" y="52684"/>
                  <a:pt x="1370555" y="54366"/>
                  <a:pt x="1369609" y="56309"/>
                </a:cubicBezTo>
                <a:cubicBezTo>
                  <a:pt x="1368664" y="58253"/>
                  <a:pt x="1368192" y="60224"/>
                  <a:pt x="1368192" y="62222"/>
                </a:cubicBezTo>
                <a:lnTo>
                  <a:pt x="1368192" y="92807"/>
                </a:lnTo>
                <a:moveTo>
                  <a:pt x="1353371" y="71996"/>
                </a:moveTo>
                <a:cubicBezTo>
                  <a:pt x="1353371" y="66847"/>
                  <a:pt x="1353293" y="62564"/>
                  <a:pt x="1353135" y="59148"/>
                </a:cubicBezTo>
                <a:cubicBezTo>
                  <a:pt x="1352978" y="55732"/>
                  <a:pt x="1352558" y="53026"/>
                  <a:pt x="1351875" y="51029"/>
                </a:cubicBezTo>
                <a:cubicBezTo>
                  <a:pt x="1351192" y="49031"/>
                  <a:pt x="1350088" y="47585"/>
                  <a:pt x="1348562" y="46692"/>
                </a:cubicBezTo>
                <a:cubicBezTo>
                  <a:pt x="1347039" y="45799"/>
                  <a:pt x="1344911" y="45300"/>
                  <a:pt x="1342178" y="45196"/>
                </a:cubicBezTo>
                <a:cubicBezTo>
                  <a:pt x="1341654" y="45196"/>
                  <a:pt x="1341260" y="44933"/>
                  <a:pt x="1340997" y="44406"/>
                </a:cubicBezTo>
                <a:cubicBezTo>
                  <a:pt x="1340734" y="43880"/>
                  <a:pt x="1340602" y="43355"/>
                  <a:pt x="1340602" y="42831"/>
                </a:cubicBezTo>
                <a:cubicBezTo>
                  <a:pt x="1340602" y="42305"/>
                  <a:pt x="1340707" y="41780"/>
                  <a:pt x="1340917" y="41255"/>
                </a:cubicBezTo>
                <a:cubicBezTo>
                  <a:pt x="1341127" y="40729"/>
                  <a:pt x="1341443" y="40466"/>
                  <a:pt x="1341863" y="40466"/>
                </a:cubicBezTo>
                <a:cubicBezTo>
                  <a:pt x="1344175" y="40256"/>
                  <a:pt x="1347223" y="39914"/>
                  <a:pt x="1351006" y="39441"/>
                </a:cubicBezTo>
                <a:cubicBezTo>
                  <a:pt x="1354791" y="38968"/>
                  <a:pt x="1358470" y="38311"/>
                  <a:pt x="1362043" y="37469"/>
                </a:cubicBezTo>
                <a:cubicBezTo>
                  <a:pt x="1363514" y="37154"/>
                  <a:pt x="1364643" y="37155"/>
                  <a:pt x="1365430" y="37471"/>
                </a:cubicBezTo>
                <a:cubicBezTo>
                  <a:pt x="1366219" y="37785"/>
                  <a:pt x="1366720" y="38679"/>
                  <a:pt x="1366931" y="40151"/>
                </a:cubicBezTo>
                <a:lnTo>
                  <a:pt x="1367562" y="48506"/>
                </a:lnTo>
                <a:cubicBezTo>
                  <a:pt x="1367562" y="48822"/>
                  <a:pt x="1367719" y="48874"/>
                  <a:pt x="1368033" y="48662"/>
                </a:cubicBezTo>
                <a:cubicBezTo>
                  <a:pt x="1370030" y="45299"/>
                  <a:pt x="1372946" y="42383"/>
                  <a:pt x="1376782" y="39913"/>
                </a:cubicBezTo>
                <a:cubicBezTo>
                  <a:pt x="1380620" y="37443"/>
                  <a:pt x="1385219" y="36208"/>
                  <a:pt x="1390579" y="36208"/>
                </a:cubicBezTo>
                <a:cubicBezTo>
                  <a:pt x="1395308" y="36208"/>
                  <a:pt x="1399459" y="37181"/>
                  <a:pt x="1403032" y="39126"/>
                </a:cubicBezTo>
                <a:cubicBezTo>
                  <a:pt x="1406607" y="41070"/>
                  <a:pt x="1409576" y="43698"/>
                  <a:pt x="1411940" y="47009"/>
                </a:cubicBezTo>
                <a:cubicBezTo>
                  <a:pt x="1414306" y="50319"/>
                  <a:pt x="1416092" y="54129"/>
                  <a:pt x="1417300" y="58438"/>
                </a:cubicBezTo>
                <a:cubicBezTo>
                  <a:pt x="1418509" y="62748"/>
                  <a:pt x="1419114" y="67214"/>
                  <a:pt x="1419114" y="71837"/>
                </a:cubicBezTo>
                <a:cubicBezTo>
                  <a:pt x="1419114" y="77513"/>
                  <a:pt x="1418325" y="82769"/>
                  <a:pt x="1416749" y="87604"/>
                </a:cubicBezTo>
                <a:cubicBezTo>
                  <a:pt x="1415173" y="92439"/>
                  <a:pt x="1412913" y="96643"/>
                  <a:pt x="1409970" y="100216"/>
                </a:cubicBezTo>
                <a:cubicBezTo>
                  <a:pt x="1407027" y="103789"/>
                  <a:pt x="1403506" y="106574"/>
                  <a:pt x="1399407" y="108571"/>
                </a:cubicBezTo>
                <a:cubicBezTo>
                  <a:pt x="1395308" y="110568"/>
                  <a:pt x="1390684" y="111566"/>
                  <a:pt x="1385534" y="111566"/>
                </a:cubicBezTo>
                <a:cubicBezTo>
                  <a:pt x="1382275" y="111566"/>
                  <a:pt x="1379384" y="111329"/>
                  <a:pt x="1376862" y="110856"/>
                </a:cubicBezTo>
                <a:cubicBezTo>
                  <a:pt x="1374339" y="110385"/>
                  <a:pt x="1371817" y="109728"/>
                  <a:pt x="1369296" y="108886"/>
                </a:cubicBezTo>
                <a:cubicBezTo>
                  <a:pt x="1368770" y="108676"/>
                  <a:pt x="1368454" y="108676"/>
                  <a:pt x="1368348" y="108886"/>
                </a:cubicBezTo>
                <a:cubicBezTo>
                  <a:pt x="1368244" y="109096"/>
                  <a:pt x="1368192" y="109622"/>
                  <a:pt x="1368192" y="110464"/>
                </a:cubicBezTo>
                <a:lnTo>
                  <a:pt x="1368192" y="134585"/>
                </a:lnTo>
                <a:cubicBezTo>
                  <a:pt x="1368192" y="137212"/>
                  <a:pt x="1368271" y="139419"/>
                  <a:pt x="1368428" y="141205"/>
                </a:cubicBezTo>
                <a:cubicBezTo>
                  <a:pt x="1368585" y="142992"/>
                  <a:pt x="1369084" y="144463"/>
                  <a:pt x="1369924" y="145620"/>
                </a:cubicBezTo>
                <a:cubicBezTo>
                  <a:pt x="1370766" y="146776"/>
                  <a:pt x="1372080" y="147669"/>
                  <a:pt x="1373867" y="148299"/>
                </a:cubicBezTo>
                <a:cubicBezTo>
                  <a:pt x="1375653" y="148930"/>
                  <a:pt x="1378228" y="149403"/>
                  <a:pt x="1381591" y="149719"/>
                </a:cubicBezTo>
                <a:cubicBezTo>
                  <a:pt x="1382223" y="149824"/>
                  <a:pt x="1382670" y="150113"/>
                  <a:pt x="1382931" y="150585"/>
                </a:cubicBezTo>
                <a:cubicBezTo>
                  <a:pt x="1383194" y="151058"/>
                  <a:pt x="1383326" y="151557"/>
                  <a:pt x="1383326" y="152083"/>
                </a:cubicBezTo>
                <a:cubicBezTo>
                  <a:pt x="1383326" y="152714"/>
                  <a:pt x="1383168" y="153265"/>
                  <a:pt x="1382852" y="153738"/>
                </a:cubicBezTo>
                <a:cubicBezTo>
                  <a:pt x="1382537" y="154211"/>
                  <a:pt x="1382117" y="154448"/>
                  <a:pt x="1381591" y="154448"/>
                </a:cubicBezTo>
                <a:cubicBezTo>
                  <a:pt x="1376862" y="154448"/>
                  <a:pt x="1372999" y="154264"/>
                  <a:pt x="1370003" y="153895"/>
                </a:cubicBezTo>
                <a:cubicBezTo>
                  <a:pt x="1367009" y="153528"/>
                  <a:pt x="1363988" y="153344"/>
                  <a:pt x="1360939" y="153344"/>
                </a:cubicBezTo>
                <a:cubicBezTo>
                  <a:pt x="1357786" y="153344"/>
                  <a:pt x="1354580" y="153528"/>
                  <a:pt x="1351322" y="153895"/>
                </a:cubicBezTo>
                <a:cubicBezTo>
                  <a:pt x="1348064" y="154264"/>
                  <a:pt x="1344754" y="154448"/>
                  <a:pt x="1341391" y="154448"/>
                </a:cubicBezTo>
                <a:cubicBezTo>
                  <a:pt x="1340865" y="154448"/>
                  <a:pt x="1340444" y="154211"/>
                  <a:pt x="1340128" y="153738"/>
                </a:cubicBezTo>
                <a:cubicBezTo>
                  <a:pt x="1339814" y="153265"/>
                  <a:pt x="1339657" y="152714"/>
                  <a:pt x="1339657" y="152083"/>
                </a:cubicBezTo>
                <a:cubicBezTo>
                  <a:pt x="1339657" y="151557"/>
                  <a:pt x="1339814" y="151058"/>
                  <a:pt x="1340128" y="150585"/>
                </a:cubicBezTo>
                <a:cubicBezTo>
                  <a:pt x="1340444" y="150113"/>
                  <a:pt x="1340917" y="149824"/>
                  <a:pt x="1341548" y="149719"/>
                </a:cubicBezTo>
                <a:cubicBezTo>
                  <a:pt x="1344490" y="149403"/>
                  <a:pt x="1346777" y="148930"/>
                  <a:pt x="1348406" y="148299"/>
                </a:cubicBezTo>
                <a:cubicBezTo>
                  <a:pt x="1350035" y="147669"/>
                  <a:pt x="1351217" y="146802"/>
                  <a:pt x="1351952" y="145699"/>
                </a:cubicBezTo>
                <a:cubicBezTo>
                  <a:pt x="1352688" y="144596"/>
                  <a:pt x="1353108" y="143229"/>
                  <a:pt x="1353212" y="141600"/>
                </a:cubicBezTo>
                <a:cubicBezTo>
                  <a:pt x="1353318" y="139970"/>
                  <a:pt x="1353371" y="137947"/>
                  <a:pt x="1353371" y="135530"/>
                </a:cubicBezTo>
                <a:lnTo>
                  <a:pt x="1353371" y="71996"/>
                </a:lnTo>
                <a:close/>
                <a:moveTo>
                  <a:pt x="1456241" y="90914"/>
                </a:moveTo>
                <a:cubicBezTo>
                  <a:pt x="1456241" y="93542"/>
                  <a:pt x="1456319" y="95750"/>
                  <a:pt x="1456477" y="97536"/>
                </a:cubicBezTo>
                <a:cubicBezTo>
                  <a:pt x="1456635" y="99323"/>
                  <a:pt x="1457187" y="100794"/>
                  <a:pt x="1458132" y="101951"/>
                </a:cubicBezTo>
                <a:cubicBezTo>
                  <a:pt x="1459078" y="103107"/>
                  <a:pt x="1460549" y="104000"/>
                  <a:pt x="1462546" y="104631"/>
                </a:cubicBezTo>
                <a:cubicBezTo>
                  <a:pt x="1464544" y="105261"/>
                  <a:pt x="1467435" y="105734"/>
                  <a:pt x="1471218" y="106050"/>
                </a:cubicBezTo>
                <a:cubicBezTo>
                  <a:pt x="1471848" y="106154"/>
                  <a:pt x="1472321" y="106443"/>
                  <a:pt x="1472635" y="106916"/>
                </a:cubicBezTo>
                <a:cubicBezTo>
                  <a:pt x="1472951" y="107389"/>
                  <a:pt x="1473109" y="107941"/>
                  <a:pt x="1473109" y="108571"/>
                </a:cubicBezTo>
                <a:cubicBezTo>
                  <a:pt x="1473109" y="109097"/>
                  <a:pt x="1472951" y="109597"/>
                  <a:pt x="1472635" y="110070"/>
                </a:cubicBezTo>
                <a:cubicBezTo>
                  <a:pt x="1472321" y="110543"/>
                  <a:pt x="1471848" y="110779"/>
                  <a:pt x="1471218" y="110779"/>
                </a:cubicBezTo>
                <a:cubicBezTo>
                  <a:pt x="1466699" y="110779"/>
                  <a:pt x="1462705" y="110595"/>
                  <a:pt x="1459236" y="110226"/>
                </a:cubicBezTo>
                <a:cubicBezTo>
                  <a:pt x="1455767" y="109859"/>
                  <a:pt x="1452456" y="109675"/>
                  <a:pt x="1449303" y="109675"/>
                </a:cubicBezTo>
                <a:cubicBezTo>
                  <a:pt x="1445940" y="109675"/>
                  <a:pt x="1442603" y="109859"/>
                  <a:pt x="1439291" y="110226"/>
                </a:cubicBezTo>
                <a:cubicBezTo>
                  <a:pt x="1435981" y="110595"/>
                  <a:pt x="1432644" y="110779"/>
                  <a:pt x="1429281" y="110779"/>
                </a:cubicBezTo>
                <a:cubicBezTo>
                  <a:pt x="1428757" y="110779"/>
                  <a:pt x="1428337" y="110543"/>
                  <a:pt x="1428021" y="110070"/>
                </a:cubicBezTo>
                <a:cubicBezTo>
                  <a:pt x="1427705" y="109597"/>
                  <a:pt x="1427547" y="109097"/>
                  <a:pt x="1427547" y="108571"/>
                </a:cubicBezTo>
                <a:cubicBezTo>
                  <a:pt x="1427547" y="107941"/>
                  <a:pt x="1427705" y="107389"/>
                  <a:pt x="1428021" y="106916"/>
                </a:cubicBezTo>
                <a:cubicBezTo>
                  <a:pt x="1428337" y="106443"/>
                  <a:pt x="1428810" y="106154"/>
                  <a:pt x="1429440" y="106050"/>
                </a:cubicBezTo>
                <a:cubicBezTo>
                  <a:pt x="1432383" y="105734"/>
                  <a:pt x="1434668" y="105261"/>
                  <a:pt x="1436296" y="104631"/>
                </a:cubicBezTo>
                <a:cubicBezTo>
                  <a:pt x="1437925" y="104000"/>
                  <a:pt x="1439108" y="103133"/>
                  <a:pt x="1439844" y="102030"/>
                </a:cubicBezTo>
                <a:cubicBezTo>
                  <a:pt x="1440580" y="100925"/>
                  <a:pt x="1441027" y="99559"/>
                  <a:pt x="1441184" y="97931"/>
                </a:cubicBezTo>
                <a:cubicBezTo>
                  <a:pt x="1441343" y="96302"/>
                  <a:pt x="1441422" y="94278"/>
                  <a:pt x="1441422" y="91859"/>
                </a:cubicBezTo>
                <a:lnTo>
                  <a:pt x="1441422" y="68843"/>
                </a:lnTo>
                <a:cubicBezTo>
                  <a:pt x="1441422" y="63693"/>
                  <a:pt x="1441317" y="59620"/>
                  <a:pt x="1441105" y="56625"/>
                </a:cubicBezTo>
                <a:cubicBezTo>
                  <a:pt x="1440895" y="53629"/>
                  <a:pt x="1440395" y="51317"/>
                  <a:pt x="1439606" y="49689"/>
                </a:cubicBezTo>
                <a:cubicBezTo>
                  <a:pt x="1438819" y="48060"/>
                  <a:pt x="1437584" y="46982"/>
                  <a:pt x="1435902" y="46456"/>
                </a:cubicBezTo>
                <a:cubicBezTo>
                  <a:pt x="1434221" y="45930"/>
                  <a:pt x="1431909" y="45562"/>
                  <a:pt x="1428966" y="45352"/>
                </a:cubicBezTo>
                <a:cubicBezTo>
                  <a:pt x="1428442" y="45352"/>
                  <a:pt x="1428048" y="45090"/>
                  <a:pt x="1427785" y="44565"/>
                </a:cubicBezTo>
                <a:cubicBezTo>
                  <a:pt x="1427522" y="44039"/>
                  <a:pt x="1427391" y="43513"/>
                  <a:pt x="1427391" y="42987"/>
                </a:cubicBezTo>
                <a:cubicBezTo>
                  <a:pt x="1427391" y="42463"/>
                  <a:pt x="1427522" y="41938"/>
                  <a:pt x="1427785" y="41412"/>
                </a:cubicBezTo>
                <a:cubicBezTo>
                  <a:pt x="1428048" y="40886"/>
                  <a:pt x="1428495" y="40622"/>
                  <a:pt x="1429125" y="40622"/>
                </a:cubicBezTo>
                <a:cubicBezTo>
                  <a:pt x="1431227" y="40412"/>
                  <a:pt x="1434144" y="40176"/>
                  <a:pt x="1437874" y="39913"/>
                </a:cubicBezTo>
                <a:cubicBezTo>
                  <a:pt x="1441606" y="39650"/>
                  <a:pt x="1445416" y="38993"/>
                  <a:pt x="1449303" y="37943"/>
                </a:cubicBezTo>
                <a:cubicBezTo>
                  <a:pt x="1450775" y="37522"/>
                  <a:pt x="1451985" y="37470"/>
                  <a:pt x="1452931" y="37786"/>
                </a:cubicBezTo>
                <a:cubicBezTo>
                  <a:pt x="1453877" y="38101"/>
                  <a:pt x="1454297" y="38994"/>
                  <a:pt x="1454191" y="40466"/>
                </a:cubicBezTo>
                <a:lnTo>
                  <a:pt x="1453876" y="50555"/>
                </a:lnTo>
                <a:cubicBezTo>
                  <a:pt x="1453876" y="50765"/>
                  <a:pt x="1453928" y="50897"/>
                  <a:pt x="1454033" y="50950"/>
                </a:cubicBezTo>
                <a:cubicBezTo>
                  <a:pt x="1454138" y="51003"/>
                  <a:pt x="1454296" y="50923"/>
                  <a:pt x="1454506" y="50712"/>
                </a:cubicBezTo>
                <a:cubicBezTo>
                  <a:pt x="1456713" y="46298"/>
                  <a:pt x="1459419" y="42778"/>
                  <a:pt x="1462625" y="40151"/>
                </a:cubicBezTo>
                <a:cubicBezTo>
                  <a:pt x="1465831" y="37522"/>
                  <a:pt x="1470114" y="36208"/>
                  <a:pt x="1475474" y="36208"/>
                </a:cubicBezTo>
                <a:cubicBezTo>
                  <a:pt x="1479889" y="36208"/>
                  <a:pt x="1483147" y="37338"/>
                  <a:pt x="1485248" y="39598"/>
                </a:cubicBezTo>
                <a:cubicBezTo>
                  <a:pt x="1487350" y="41857"/>
                  <a:pt x="1488401" y="44617"/>
                  <a:pt x="1488401" y="47875"/>
                </a:cubicBezTo>
                <a:cubicBezTo>
                  <a:pt x="1488401" y="49662"/>
                  <a:pt x="1487718" y="51291"/>
                  <a:pt x="1486352" y="52764"/>
                </a:cubicBezTo>
                <a:cubicBezTo>
                  <a:pt x="1484985" y="54234"/>
                  <a:pt x="1483042" y="54969"/>
                  <a:pt x="1480521" y="54969"/>
                </a:cubicBezTo>
                <a:cubicBezTo>
                  <a:pt x="1478102" y="54969"/>
                  <a:pt x="1476420" y="54391"/>
                  <a:pt x="1475474" y="53235"/>
                </a:cubicBezTo>
                <a:cubicBezTo>
                  <a:pt x="1474529" y="52079"/>
                  <a:pt x="1474057" y="50817"/>
                  <a:pt x="1474057" y="49451"/>
                </a:cubicBezTo>
                <a:cubicBezTo>
                  <a:pt x="1474057" y="47980"/>
                  <a:pt x="1473767" y="46825"/>
                  <a:pt x="1473188" y="45985"/>
                </a:cubicBezTo>
                <a:cubicBezTo>
                  <a:pt x="1472611" y="45143"/>
                  <a:pt x="1471376" y="44722"/>
                  <a:pt x="1469484" y="44722"/>
                </a:cubicBezTo>
                <a:cubicBezTo>
                  <a:pt x="1467487" y="44722"/>
                  <a:pt x="1465674" y="45378"/>
                  <a:pt x="1464045" y="46692"/>
                </a:cubicBezTo>
                <a:cubicBezTo>
                  <a:pt x="1462415" y="48005"/>
                  <a:pt x="1461022" y="49556"/>
                  <a:pt x="1459866" y="51344"/>
                </a:cubicBezTo>
                <a:cubicBezTo>
                  <a:pt x="1458710" y="53131"/>
                  <a:pt x="1457817" y="54970"/>
                  <a:pt x="1457186" y="56863"/>
                </a:cubicBezTo>
                <a:cubicBezTo>
                  <a:pt x="1456556" y="58753"/>
                  <a:pt x="1456241" y="60224"/>
                  <a:pt x="1456241" y="61275"/>
                </a:cubicBezTo>
                <a:lnTo>
                  <a:pt x="1456241" y="90914"/>
                </a:lnTo>
                <a:close/>
                <a:moveTo>
                  <a:pt x="1565889" y="71837"/>
                </a:moveTo>
                <a:cubicBezTo>
                  <a:pt x="1565889" y="78249"/>
                  <a:pt x="1564996" y="83925"/>
                  <a:pt x="1563209" y="88864"/>
                </a:cubicBezTo>
                <a:cubicBezTo>
                  <a:pt x="1561423" y="93804"/>
                  <a:pt x="1558874" y="97956"/>
                  <a:pt x="1555562" y="101320"/>
                </a:cubicBezTo>
                <a:cubicBezTo>
                  <a:pt x="1552252" y="104683"/>
                  <a:pt x="1548284" y="107232"/>
                  <a:pt x="1543659" y="108965"/>
                </a:cubicBezTo>
                <a:cubicBezTo>
                  <a:pt x="1539035" y="110699"/>
                  <a:pt x="1533886" y="111566"/>
                  <a:pt x="1528210" y="111566"/>
                </a:cubicBezTo>
                <a:cubicBezTo>
                  <a:pt x="1523271" y="111566"/>
                  <a:pt x="1518699" y="110752"/>
                  <a:pt x="1514494" y="109124"/>
                </a:cubicBezTo>
                <a:cubicBezTo>
                  <a:pt x="1510290" y="107495"/>
                  <a:pt x="1506664" y="105077"/>
                  <a:pt x="1503615" y="101871"/>
                </a:cubicBezTo>
                <a:cubicBezTo>
                  <a:pt x="1500568" y="98666"/>
                  <a:pt x="1498151" y="94619"/>
                  <a:pt x="1496363" y="89733"/>
                </a:cubicBezTo>
                <a:cubicBezTo>
                  <a:pt x="1494576" y="84845"/>
                  <a:pt x="1493683" y="79090"/>
                  <a:pt x="1493683" y="72468"/>
                </a:cubicBezTo>
                <a:cubicBezTo>
                  <a:pt x="1493683" y="67108"/>
                  <a:pt x="1494576" y="62195"/>
                  <a:pt x="1496363" y="57729"/>
                </a:cubicBezTo>
                <a:cubicBezTo>
                  <a:pt x="1498151" y="53262"/>
                  <a:pt x="1500647" y="49453"/>
                  <a:pt x="1503851" y="46300"/>
                </a:cubicBezTo>
                <a:cubicBezTo>
                  <a:pt x="1507057" y="43145"/>
                  <a:pt x="1510920" y="40675"/>
                  <a:pt x="1515439" y="38888"/>
                </a:cubicBezTo>
                <a:cubicBezTo>
                  <a:pt x="1519958" y="37102"/>
                  <a:pt x="1524899" y="36208"/>
                  <a:pt x="1530260" y="36208"/>
                </a:cubicBezTo>
                <a:cubicBezTo>
                  <a:pt x="1535409" y="36208"/>
                  <a:pt x="1540164" y="36996"/>
                  <a:pt x="1544525" y="38573"/>
                </a:cubicBezTo>
                <a:cubicBezTo>
                  <a:pt x="1548887" y="40149"/>
                  <a:pt x="1552645" y="42436"/>
                  <a:pt x="1555798" y="45431"/>
                </a:cubicBezTo>
                <a:cubicBezTo>
                  <a:pt x="1558952" y="48427"/>
                  <a:pt x="1561423" y="52132"/>
                  <a:pt x="1563209" y="56548"/>
                </a:cubicBezTo>
                <a:cubicBezTo>
                  <a:pt x="1564996" y="60961"/>
                  <a:pt x="1565889" y="66058"/>
                  <a:pt x="1565889" y="71837"/>
                </a:cubicBezTo>
                <a:moveTo>
                  <a:pt x="1549336" y="73572"/>
                </a:moveTo>
                <a:cubicBezTo>
                  <a:pt x="1549336" y="69579"/>
                  <a:pt x="1549073" y="65690"/>
                  <a:pt x="1548547" y="61907"/>
                </a:cubicBezTo>
                <a:cubicBezTo>
                  <a:pt x="1548021" y="58122"/>
                  <a:pt x="1547075" y="54759"/>
                  <a:pt x="1545709" y="51816"/>
                </a:cubicBezTo>
                <a:cubicBezTo>
                  <a:pt x="1544342" y="48873"/>
                  <a:pt x="1542451" y="46508"/>
                  <a:pt x="1540034" y="44722"/>
                </a:cubicBezTo>
                <a:cubicBezTo>
                  <a:pt x="1537617" y="42935"/>
                  <a:pt x="1534516" y="42042"/>
                  <a:pt x="1530731" y="42042"/>
                </a:cubicBezTo>
                <a:cubicBezTo>
                  <a:pt x="1526528" y="42042"/>
                  <a:pt x="1523112" y="42935"/>
                  <a:pt x="1520484" y="44722"/>
                </a:cubicBezTo>
                <a:cubicBezTo>
                  <a:pt x="1517857" y="46508"/>
                  <a:pt x="1515781" y="48899"/>
                  <a:pt x="1514258" y="51895"/>
                </a:cubicBezTo>
                <a:cubicBezTo>
                  <a:pt x="1512734" y="54891"/>
                  <a:pt x="1511683" y="58280"/>
                  <a:pt x="1511104" y="62064"/>
                </a:cubicBezTo>
                <a:cubicBezTo>
                  <a:pt x="1510527" y="65847"/>
                  <a:pt x="1510238" y="69788"/>
                  <a:pt x="1510238" y="73887"/>
                </a:cubicBezTo>
                <a:cubicBezTo>
                  <a:pt x="1510238" y="77460"/>
                  <a:pt x="1510500" y="81139"/>
                  <a:pt x="1511025" y="84924"/>
                </a:cubicBezTo>
                <a:cubicBezTo>
                  <a:pt x="1511551" y="88707"/>
                  <a:pt x="1512549" y="92123"/>
                  <a:pt x="1514020" y="95172"/>
                </a:cubicBezTo>
                <a:cubicBezTo>
                  <a:pt x="1515492" y="98219"/>
                  <a:pt x="1517515" y="100742"/>
                  <a:pt x="1520089" y="102740"/>
                </a:cubicBezTo>
                <a:cubicBezTo>
                  <a:pt x="1522665" y="104736"/>
                  <a:pt x="1525950" y="105735"/>
                  <a:pt x="1529945" y="105735"/>
                </a:cubicBezTo>
                <a:cubicBezTo>
                  <a:pt x="1534044" y="105735"/>
                  <a:pt x="1537354" y="104789"/>
                  <a:pt x="1539875" y="102896"/>
                </a:cubicBezTo>
                <a:cubicBezTo>
                  <a:pt x="1542398" y="101004"/>
                  <a:pt x="1544369" y="98534"/>
                  <a:pt x="1545788" y="95487"/>
                </a:cubicBezTo>
                <a:cubicBezTo>
                  <a:pt x="1547207" y="92438"/>
                  <a:pt x="1548153" y="88996"/>
                  <a:pt x="1548627" y="85160"/>
                </a:cubicBezTo>
                <a:cubicBezTo>
                  <a:pt x="1549100" y="81324"/>
                  <a:pt x="1549336" y="77461"/>
                  <a:pt x="1549336" y="73572"/>
                </a:cubicBezTo>
                <a:close/>
                <a:moveTo>
                  <a:pt x="1602542" y="90914"/>
                </a:moveTo>
                <a:cubicBezTo>
                  <a:pt x="1602542" y="93542"/>
                  <a:pt x="1602594" y="95750"/>
                  <a:pt x="1602699" y="97536"/>
                </a:cubicBezTo>
                <a:cubicBezTo>
                  <a:pt x="1602804" y="99323"/>
                  <a:pt x="1603173" y="100794"/>
                  <a:pt x="1603803" y="101951"/>
                </a:cubicBezTo>
                <a:cubicBezTo>
                  <a:pt x="1604435" y="103107"/>
                  <a:pt x="1605459" y="104000"/>
                  <a:pt x="1606877" y="104631"/>
                </a:cubicBezTo>
                <a:cubicBezTo>
                  <a:pt x="1608296" y="105261"/>
                  <a:pt x="1610267" y="105734"/>
                  <a:pt x="1612790" y="106050"/>
                </a:cubicBezTo>
                <a:cubicBezTo>
                  <a:pt x="1613420" y="106154"/>
                  <a:pt x="1613893" y="106443"/>
                  <a:pt x="1614209" y="106916"/>
                </a:cubicBezTo>
                <a:cubicBezTo>
                  <a:pt x="1614525" y="107389"/>
                  <a:pt x="1614683" y="107941"/>
                  <a:pt x="1614683" y="108571"/>
                </a:cubicBezTo>
                <a:cubicBezTo>
                  <a:pt x="1614683" y="109097"/>
                  <a:pt x="1614525" y="109597"/>
                  <a:pt x="1614209" y="110070"/>
                </a:cubicBezTo>
                <a:cubicBezTo>
                  <a:pt x="1613893" y="110543"/>
                  <a:pt x="1613420" y="110779"/>
                  <a:pt x="1612790" y="110779"/>
                </a:cubicBezTo>
                <a:cubicBezTo>
                  <a:pt x="1610688" y="110779"/>
                  <a:pt x="1608086" y="110595"/>
                  <a:pt x="1604986" y="110226"/>
                </a:cubicBezTo>
                <a:cubicBezTo>
                  <a:pt x="1601886" y="109859"/>
                  <a:pt x="1598760" y="109675"/>
                  <a:pt x="1595607" y="109675"/>
                </a:cubicBezTo>
                <a:cubicBezTo>
                  <a:pt x="1592244" y="109675"/>
                  <a:pt x="1588985" y="109859"/>
                  <a:pt x="1585831" y="110226"/>
                </a:cubicBezTo>
                <a:cubicBezTo>
                  <a:pt x="1582678" y="110595"/>
                  <a:pt x="1579788" y="110779"/>
                  <a:pt x="1577161" y="110779"/>
                </a:cubicBezTo>
                <a:cubicBezTo>
                  <a:pt x="1576635" y="110779"/>
                  <a:pt x="1576214" y="110543"/>
                  <a:pt x="1575898" y="110070"/>
                </a:cubicBezTo>
                <a:cubicBezTo>
                  <a:pt x="1575584" y="109597"/>
                  <a:pt x="1575426" y="109097"/>
                  <a:pt x="1575426" y="108571"/>
                </a:cubicBezTo>
                <a:cubicBezTo>
                  <a:pt x="1575426" y="107941"/>
                  <a:pt x="1575584" y="107389"/>
                  <a:pt x="1575898" y="106916"/>
                </a:cubicBezTo>
                <a:cubicBezTo>
                  <a:pt x="1576214" y="106443"/>
                  <a:pt x="1576688" y="106154"/>
                  <a:pt x="1577320" y="106050"/>
                </a:cubicBezTo>
                <a:cubicBezTo>
                  <a:pt x="1579946" y="105734"/>
                  <a:pt x="1581969" y="105261"/>
                  <a:pt x="1583386" y="104631"/>
                </a:cubicBezTo>
                <a:cubicBezTo>
                  <a:pt x="1584806" y="104000"/>
                  <a:pt x="1585831" y="103133"/>
                  <a:pt x="1586461" y="102030"/>
                </a:cubicBezTo>
                <a:cubicBezTo>
                  <a:pt x="1587093" y="100925"/>
                  <a:pt x="1587461" y="99559"/>
                  <a:pt x="1587565" y="97931"/>
                </a:cubicBezTo>
                <a:cubicBezTo>
                  <a:pt x="1587671" y="96302"/>
                  <a:pt x="1587724" y="94278"/>
                  <a:pt x="1587724" y="91859"/>
                </a:cubicBezTo>
                <a:lnTo>
                  <a:pt x="1587724" y="68527"/>
                </a:lnTo>
                <a:cubicBezTo>
                  <a:pt x="1587724" y="63588"/>
                  <a:pt x="1587671" y="59647"/>
                  <a:pt x="1587565" y="56704"/>
                </a:cubicBezTo>
                <a:cubicBezTo>
                  <a:pt x="1587461" y="53761"/>
                  <a:pt x="1587093" y="51501"/>
                  <a:pt x="1586461" y="49925"/>
                </a:cubicBezTo>
                <a:cubicBezTo>
                  <a:pt x="1585831" y="48348"/>
                  <a:pt x="1584859" y="47272"/>
                  <a:pt x="1583545" y="46694"/>
                </a:cubicBezTo>
                <a:cubicBezTo>
                  <a:pt x="1582232" y="46115"/>
                  <a:pt x="1580314" y="45773"/>
                  <a:pt x="1577791" y="45667"/>
                </a:cubicBezTo>
                <a:cubicBezTo>
                  <a:pt x="1577267" y="45667"/>
                  <a:pt x="1576846" y="45457"/>
                  <a:pt x="1576531" y="45037"/>
                </a:cubicBezTo>
                <a:cubicBezTo>
                  <a:pt x="1576215" y="44617"/>
                  <a:pt x="1576004" y="44144"/>
                  <a:pt x="1575898" y="43620"/>
                </a:cubicBezTo>
                <a:cubicBezTo>
                  <a:pt x="1575794" y="43094"/>
                  <a:pt x="1575873" y="42594"/>
                  <a:pt x="1576136" y="42121"/>
                </a:cubicBezTo>
                <a:cubicBezTo>
                  <a:pt x="1576399" y="41648"/>
                  <a:pt x="1576846" y="41412"/>
                  <a:pt x="1577476" y="41412"/>
                </a:cubicBezTo>
                <a:cubicBezTo>
                  <a:pt x="1579262" y="41201"/>
                  <a:pt x="1581864" y="40781"/>
                  <a:pt x="1585280" y="40151"/>
                </a:cubicBezTo>
                <a:cubicBezTo>
                  <a:pt x="1588696" y="39519"/>
                  <a:pt x="1592400" y="38678"/>
                  <a:pt x="1596394" y="37628"/>
                </a:cubicBezTo>
                <a:cubicBezTo>
                  <a:pt x="1596605" y="37522"/>
                  <a:pt x="1597026" y="37443"/>
                  <a:pt x="1597656" y="37392"/>
                </a:cubicBezTo>
                <a:cubicBezTo>
                  <a:pt x="1598287" y="37339"/>
                  <a:pt x="1598707" y="37312"/>
                  <a:pt x="1598917" y="37312"/>
                </a:cubicBezTo>
                <a:cubicBezTo>
                  <a:pt x="1599967" y="37312"/>
                  <a:pt x="1600861" y="37733"/>
                  <a:pt x="1601597" y="38573"/>
                </a:cubicBezTo>
                <a:cubicBezTo>
                  <a:pt x="1602333" y="39413"/>
                  <a:pt x="1602648" y="40412"/>
                  <a:pt x="1602542" y="41568"/>
                </a:cubicBezTo>
                <a:lnTo>
                  <a:pt x="1602227" y="49295"/>
                </a:lnTo>
                <a:cubicBezTo>
                  <a:pt x="1602227" y="49819"/>
                  <a:pt x="1602437" y="49871"/>
                  <a:pt x="1602857" y="49451"/>
                </a:cubicBezTo>
                <a:cubicBezTo>
                  <a:pt x="1603383" y="48715"/>
                  <a:pt x="1604250" y="47612"/>
                  <a:pt x="1605458" y="46141"/>
                </a:cubicBezTo>
                <a:cubicBezTo>
                  <a:pt x="1606667" y="44669"/>
                  <a:pt x="1608243" y="43197"/>
                  <a:pt x="1610187" y="41727"/>
                </a:cubicBezTo>
                <a:cubicBezTo>
                  <a:pt x="1612133" y="40254"/>
                  <a:pt x="1614498" y="38967"/>
                  <a:pt x="1617284" y="37863"/>
                </a:cubicBezTo>
                <a:cubicBezTo>
                  <a:pt x="1620069" y="36760"/>
                  <a:pt x="1623249" y="36208"/>
                  <a:pt x="1626822" y="36208"/>
                </a:cubicBezTo>
                <a:cubicBezTo>
                  <a:pt x="1633338" y="36208"/>
                  <a:pt x="1638487" y="37496"/>
                  <a:pt x="1642271" y="40072"/>
                </a:cubicBezTo>
                <a:cubicBezTo>
                  <a:pt x="1646055" y="42646"/>
                  <a:pt x="1648998" y="46455"/>
                  <a:pt x="1651099" y="51501"/>
                </a:cubicBezTo>
                <a:cubicBezTo>
                  <a:pt x="1651625" y="50344"/>
                  <a:pt x="1652624" y="48899"/>
                  <a:pt x="1654094" y="47166"/>
                </a:cubicBezTo>
                <a:cubicBezTo>
                  <a:pt x="1655566" y="45432"/>
                  <a:pt x="1657459" y="43751"/>
                  <a:pt x="1659771" y="42121"/>
                </a:cubicBezTo>
                <a:cubicBezTo>
                  <a:pt x="1662084" y="40492"/>
                  <a:pt x="1664712" y="39099"/>
                  <a:pt x="1667654" y="37943"/>
                </a:cubicBezTo>
                <a:cubicBezTo>
                  <a:pt x="1670597" y="36786"/>
                  <a:pt x="1673802" y="36208"/>
                  <a:pt x="1677270" y="36208"/>
                </a:cubicBezTo>
                <a:cubicBezTo>
                  <a:pt x="1682315" y="36208"/>
                  <a:pt x="1686414" y="36971"/>
                  <a:pt x="1689567" y="38496"/>
                </a:cubicBezTo>
                <a:cubicBezTo>
                  <a:pt x="1692720" y="40019"/>
                  <a:pt x="1695190" y="42095"/>
                  <a:pt x="1696976" y="44722"/>
                </a:cubicBezTo>
                <a:cubicBezTo>
                  <a:pt x="1698764" y="47349"/>
                  <a:pt x="1699974" y="50475"/>
                  <a:pt x="1700604" y="54101"/>
                </a:cubicBezTo>
                <a:cubicBezTo>
                  <a:pt x="1701234" y="57727"/>
                  <a:pt x="1701549" y="61643"/>
                  <a:pt x="1701549" y="65848"/>
                </a:cubicBezTo>
                <a:lnTo>
                  <a:pt x="1701549" y="90914"/>
                </a:lnTo>
                <a:cubicBezTo>
                  <a:pt x="1701549" y="93542"/>
                  <a:pt x="1701601" y="95750"/>
                  <a:pt x="1701706" y="97536"/>
                </a:cubicBezTo>
                <a:cubicBezTo>
                  <a:pt x="1701812" y="99323"/>
                  <a:pt x="1702127" y="100794"/>
                  <a:pt x="1702651" y="101951"/>
                </a:cubicBezTo>
                <a:cubicBezTo>
                  <a:pt x="1703177" y="103107"/>
                  <a:pt x="1704018" y="104000"/>
                  <a:pt x="1705175" y="104631"/>
                </a:cubicBezTo>
                <a:cubicBezTo>
                  <a:pt x="1706331" y="105261"/>
                  <a:pt x="1708012" y="105734"/>
                  <a:pt x="1710219" y="106050"/>
                </a:cubicBezTo>
                <a:cubicBezTo>
                  <a:pt x="1710851" y="106154"/>
                  <a:pt x="1711324" y="106443"/>
                  <a:pt x="1711638" y="106916"/>
                </a:cubicBezTo>
                <a:cubicBezTo>
                  <a:pt x="1711954" y="107389"/>
                  <a:pt x="1712112" y="107941"/>
                  <a:pt x="1712112" y="108571"/>
                </a:cubicBezTo>
                <a:cubicBezTo>
                  <a:pt x="1712112" y="109097"/>
                  <a:pt x="1711954" y="109597"/>
                  <a:pt x="1711638" y="110070"/>
                </a:cubicBezTo>
                <a:cubicBezTo>
                  <a:pt x="1711324" y="110543"/>
                  <a:pt x="1710851" y="110779"/>
                  <a:pt x="1710219" y="110779"/>
                </a:cubicBezTo>
                <a:cubicBezTo>
                  <a:pt x="1708853" y="110779"/>
                  <a:pt x="1706698" y="110595"/>
                  <a:pt x="1703755" y="110226"/>
                </a:cubicBezTo>
                <a:cubicBezTo>
                  <a:pt x="1700812" y="109859"/>
                  <a:pt x="1697765" y="109675"/>
                  <a:pt x="1694612" y="109675"/>
                </a:cubicBezTo>
                <a:cubicBezTo>
                  <a:pt x="1691249" y="109675"/>
                  <a:pt x="1688017" y="109859"/>
                  <a:pt x="1684917" y="110226"/>
                </a:cubicBezTo>
                <a:cubicBezTo>
                  <a:pt x="1681817" y="110595"/>
                  <a:pt x="1679058" y="110779"/>
                  <a:pt x="1676639" y="110779"/>
                </a:cubicBezTo>
                <a:cubicBezTo>
                  <a:pt x="1676115" y="110779"/>
                  <a:pt x="1675695" y="110543"/>
                  <a:pt x="1675379" y="110070"/>
                </a:cubicBezTo>
                <a:cubicBezTo>
                  <a:pt x="1675063" y="109597"/>
                  <a:pt x="1674905" y="109097"/>
                  <a:pt x="1674905" y="108571"/>
                </a:cubicBezTo>
                <a:cubicBezTo>
                  <a:pt x="1674905" y="107941"/>
                  <a:pt x="1675063" y="107389"/>
                  <a:pt x="1675379" y="106916"/>
                </a:cubicBezTo>
                <a:cubicBezTo>
                  <a:pt x="1675695" y="106443"/>
                  <a:pt x="1676168" y="106154"/>
                  <a:pt x="1676798" y="106050"/>
                </a:cubicBezTo>
                <a:cubicBezTo>
                  <a:pt x="1679321" y="105734"/>
                  <a:pt x="1681239" y="105261"/>
                  <a:pt x="1682552" y="104631"/>
                </a:cubicBezTo>
                <a:cubicBezTo>
                  <a:pt x="1683866" y="104000"/>
                  <a:pt x="1684838" y="103133"/>
                  <a:pt x="1685468" y="102030"/>
                </a:cubicBezTo>
                <a:cubicBezTo>
                  <a:pt x="1686100" y="100925"/>
                  <a:pt x="1686468" y="99559"/>
                  <a:pt x="1686572" y="97931"/>
                </a:cubicBezTo>
                <a:cubicBezTo>
                  <a:pt x="1686678" y="96302"/>
                  <a:pt x="1686731" y="94278"/>
                  <a:pt x="1686731" y="91859"/>
                </a:cubicBezTo>
                <a:lnTo>
                  <a:pt x="1686731" y="71522"/>
                </a:lnTo>
                <a:cubicBezTo>
                  <a:pt x="1686731" y="68685"/>
                  <a:pt x="1686625" y="65743"/>
                  <a:pt x="1686413" y="62696"/>
                </a:cubicBezTo>
                <a:cubicBezTo>
                  <a:pt x="1686203" y="59648"/>
                  <a:pt x="1685652" y="56862"/>
                  <a:pt x="1684758" y="54339"/>
                </a:cubicBezTo>
                <a:cubicBezTo>
                  <a:pt x="1683865" y="51817"/>
                  <a:pt x="1682525" y="49741"/>
                  <a:pt x="1680739" y="48111"/>
                </a:cubicBezTo>
                <a:cubicBezTo>
                  <a:pt x="1678952" y="46482"/>
                  <a:pt x="1676430" y="45667"/>
                  <a:pt x="1673173" y="45667"/>
                </a:cubicBezTo>
                <a:cubicBezTo>
                  <a:pt x="1670228" y="45667"/>
                  <a:pt x="1667468" y="46350"/>
                  <a:pt x="1664893" y="47717"/>
                </a:cubicBezTo>
                <a:cubicBezTo>
                  <a:pt x="1662319" y="49083"/>
                  <a:pt x="1660086" y="50817"/>
                  <a:pt x="1658193" y="52920"/>
                </a:cubicBezTo>
                <a:cubicBezTo>
                  <a:pt x="1656302" y="55022"/>
                  <a:pt x="1654805" y="57309"/>
                  <a:pt x="1653702" y="59778"/>
                </a:cubicBezTo>
                <a:cubicBezTo>
                  <a:pt x="1652599" y="62248"/>
                  <a:pt x="1652047" y="64639"/>
                  <a:pt x="1652047" y="66952"/>
                </a:cubicBezTo>
                <a:lnTo>
                  <a:pt x="1652047" y="90914"/>
                </a:lnTo>
                <a:cubicBezTo>
                  <a:pt x="1652047" y="93963"/>
                  <a:pt x="1652099" y="96407"/>
                  <a:pt x="1652203" y="98246"/>
                </a:cubicBezTo>
                <a:cubicBezTo>
                  <a:pt x="1652309" y="100084"/>
                  <a:pt x="1652624" y="101529"/>
                  <a:pt x="1653149" y="102581"/>
                </a:cubicBezTo>
                <a:cubicBezTo>
                  <a:pt x="1653675" y="103631"/>
                  <a:pt x="1654516" y="104393"/>
                  <a:pt x="1655672" y="104866"/>
                </a:cubicBezTo>
                <a:cubicBezTo>
                  <a:pt x="1656829" y="105339"/>
                  <a:pt x="1658510" y="105734"/>
                  <a:pt x="1660717" y="106050"/>
                </a:cubicBezTo>
                <a:cubicBezTo>
                  <a:pt x="1661347" y="106154"/>
                  <a:pt x="1661820" y="106443"/>
                  <a:pt x="1662136" y="106916"/>
                </a:cubicBezTo>
                <a:cubicBezTo>
                  <a:pt x="1662452" y="107389"/>
                  <a:pt x="1662610" y="107941"/>
                  <a:pt x="1662610" y="108571"/>
                </a:cubicBezTo>
                <a:cubicBezTo>
                  <a:pt x="1662610" y="109097"/>
                  <a:pt x="1662452" y="109597"/>
                  <a:pt x="1662136" y="110070"/>
                </a:cubicBezTo>
                <a:cubicBezTo>
                  <a:pt x="1661820" y="110543"/>
                  <a:pt x="1661347" y="110779"/>
                  <a:pt x="1660717" y="110779"/>
                </a:cubicBezTo>
                <a:cubicBezTo>
                  <a:pt x="1659350" y="110779"/>
                  <a:pt x="1657196" y="110595"/>
                  <a:pt x="1654253" y="110226"/>
                </a:cubicBezTo>
                <a:cubicBezTo>
                  <a:pt x="1651310" y="109859"/>
                  <a:pt x="1648262" y="109675"/>
                  <a:pt x="1645109" y="109675"/>
                </a:cubicBezTo>
                <a:cubicBezTo>
                  <a:pt x="1641746" y="109675"/>
                  <a:pt x="1638514" y="109859"/>
                  <a:pt x="1635412" y="110226"/>
                </a:cubicBezTo>
                <a:cubicBezTo>
                  <a:pt x="1632312" y="110595"/>
                  <a:pt x="1629712" y="110779"/>
                  <a:pt x="1627611" y="110779"/>
                </a:cubicBezTo>
                <a:cubicBezTo>
                  <a:pt x="1627085" y="110779"/>
                  <a:pt x="1626664" y="110543"/>
                  <a:pt x="1626348" y="110070"/>
                </a:cubicBezTo>
                <a:cubicBezTo>
                  <a:pt x="1626034" y="109597"/>
                  <a:pt x="1625877" y="109097"/>
                  <a:pt x="1625877" y="108571"/>
                </a:cubicBezTo>
                <a:cubicBezTo>
                  <a:pt x="1625877" y="107941"/>
                  <a:pt x="1626034" y="107389"/>
                  <a:pt x="1626348" y="106916"/>
                </a:cubicBezTo>
                <a:cubicBezTo>
                  <a:pt x="1626664" y="106443"/>
                  <a:pt x="1627137" y="106154"/>
                  <a:pt x="1627767" y="106050"/>
                </a:cubicBezTo>
                <a:cubicBezTo>
                  <a:pt x="1630080" y="105734"/>
                  <a:pt x="1631893" y="105339"/>
                  <a:pt x="1633206" y="104866"/>
                </a:cubicBezTo>
                <a:cubicBezTo>
                  <a:pt x="1634520" y="104393"/>
                  <a:pt x="1635465" y="103658"/>
                  <a:pt x="1636043" y="102660"/>
                </a:cubicBezTo>
                <a:cubicBezTo>
                  <a:pt x="1636622" y="101661"/>
                  <a:pt x="1636963" y="100321"/>
                  <a:pt x="1637067" y="98641"/>
                </a:cubicBezTo>
                <a:cubicBezTo>
                  <a:pt x="1637173" y="96958"/>
                  <a:pt x="1637226" y="94698"/>
                  <a:pt x="1637226" y="91859"/>
                </a:cubicBezTo>
                <a:lnTo>
                  <a:pt x="1637226" y="71522"/>
                </a:lnTo>
                <a:cubicBezTo>
                  <a:pt x="1637226" y="68685"/>
                  <a:pt x="1637095" y="65743"/>
                  <a:pt x="1636832" y="62696"/>
                </a:cubicBezTo>
                <a:cubicBezTo>
                  <a:pt x="1636570" y="59648"/>
                  <a:pt x="1635966" y="56862"/>
                  <a:pt x="1635020" y="54339"/>
                </a:cubicBezTo>
                <a:cubicBezTo>
                  <a:pt x="1634074" y="51817"/>
                  <a:pt x="1632655" y="49741"/>
                  <a:pt x="1630762" y="48111"/>
                </a:cubicBezTo>
                <a:cubicBezTo>
                  <a:pt x="1628871" y="46482"/>
                  <a:pt x="1626245" y="45667"/>
                  <a:pt x="1622882" y="45667"/>
                </a:cubicBezTo>
                <a:cubicBezTo>
                  <a:pt x="1619307" y="45667"/>
                  <a:pt x="1616232" y="46325"/>
                  <a:pt x="1613656" y="47640"/>
                </a:cubicBezTo>
                <a:cubicBezTo>
                  <a:pt x="1611082" y="48953"/>
                  <a:pt x="1608980" y="50661"/>
                  <a:pt x="1607351" y="52764"/>
                </a:cubicBezTo>
                <a:cubicBezTo>
                  <a:pt x="1605722" y="54864"/>
                  <a:pt x="1604512" y="57203"/>
                  <a:pt x="1603723" y="59778"/>
                </a:cubicBezTo>
                <a:cubicBezTo>
                  <a:pt x="1602936" y="62352"/>
                  <a:pt x="1602542" y="64901"/>
                  <a:pt x="1602542" y="67423"/>
                </a:cubicBezTo>
                <a:lnTo>
                  <a:pt x="1602542" y="90914"/>
                </a:lnTo>
                <a:close/>
                <a:moveTo>
                  <a:pt x="1746402" y="90914"/>
                </a:moveTo>
                <a:cubicBezTo>
                  <a:pt x="1746402" y="93542"/>
                  <a:pt x="1746454" y="95750"/>
                  <a:pt x="1746558" y="97536"/>
                </a:cubicBezTo>
                <a:cubicBezTo>
                  <a:pt x="1746664" y="99323"/>
                  <a:pt x="1747032" y="100794"/>
                  <a:pt x="1747662" y="101951"/>
                </a:cubicBezTo>
                <a:cubicBezTo>
                  <a:pt x="1748293" y="103107"/>
                  <a:pt x="1749264" y="104000"/>
                  <a:pt x="1750578" y="104631"/>
                </a:cubicBezTo>
                <a:cubicBezTo>
                  <a:pt x="1751893" y="105261"/>
                  <a:pt x="1753759" y="105734"/>
                  <a:pt x="1756176" y="106050"/>
                </a:cubicBezTo>
                <a:cubicBezTo>
                  <a:pt x="1756806" y="106154"/>
                  <a:pt x="1757279" y="106443"/>
                  <a:pt x="1757595" y="106916"/>
                </a:cubicBezTo>
                <a:cubicBezTo>
                  <a:pt x="1757911" y="107389"/>
                  <a:pt x="1758069" y="107941"/>
                  <a:pt x="1758069" y="108571"/>
                </a:cubicBezTo>
                <a:cubicBezTo>
                  <a:pt x="1758069" y="109097"/>
                  <a:pt x="1757911" y="109597"/>
                  <a:pt x="1757595" y="110070"/>
                </a:cubicBezTo>
                <a:cubicBezTo>
                  <a:pt x="1757279" y="110543"/>
                  <a:pt x="1756806" y="110779"/>
                  <a:pt x="1756176" y="110779"/>
                </a:cubicBezTo>
                <a:cubicBezTo>
                  <a:pt x="1754283" y="110779"/>
                  <a:pt x="1751813" y="110595"/>
                  <a:pt x="1748764" y="110226"/>
                </a:cubicBezTo>
                <a:cubicBezTo>
                  <a:pt x="1745717" y="109859"/>
                  <a:pt x="1742617" y="109675"/>
                  <a:pt x="1739464" y="109675"/>
                </a:cubicBezTo>
                <a:cubicBezTo>
                  <a:pt x="1736101" y="109675"/>
                  <a:pt x="1732817" y="109859"/>
                  <a:pt x="1729611" y="110226"/>
                </a:cubicBezTo>
                <a:cubicBezTo>
                  <a:pt x="1726405" y="110595"/>
                  <a:pt x="1723331" y="110779"/>
                  <a:pt x="1720388" y="110779"/>
                </a:cubicBezTo>
                <a:cubicBezTo>
                  <a:pt x="1719863" y="110779"/>
                  <a:pt x="1719443" y="110543"/>
                  <a:pt x="1719127" y="110070"/>
                </a:cubicBezTo>
                <a:cubicBezTo>
                  <a:pt x="1718813" y="109597"/>
                  <a:pt x="1718656" y="109097"/>
                  <a:pt x="1718656" y="108571"/>
                </a:cubicBezTo>
                <a:cubicBezTo>
                  <a:pt x="1718656" y="107941"/>
                  <a:pt x="1718813" y="107389"/>
                  <a:pt x="1719127" y="106916"/>
                </a:cubicBezTo>
                <a:cubicBezTo>
                  <a:pt x="1719443" y="106443"/>
                  <a:pt x="1719916" y="106154"/>
                  <a:pt x="1720546" y="106050"/>
                </a:cubicBezTo>
                <a:cubicBezTo>
                  <a:pt x="1723279" y="105734"/>
                  <a:pt x="1725407" y="105261"/>
                  <a:pt x="1726931" y="104631"/>
                </a:cubicBezTo>
                <a:cubicBezTo>
                  <a:pt x="1728454" y="104000"/>
                  <a:pt x="1729558" y="103133"/>
                  <a:pt x="1730241" y="102030"/>
                </a:cubicBezTo>
                <a:cubicBezTo>
                  <a:pt x="1730924" y="100925"/>
                  <a:pt x="1731318" y="99559"/>
                  <a:pt x="1731422" y="97931"/>
                </a:cubicBezTo>
                <a:cubicBezTo>
                  <a:pt x="1731528" y="96302"/>
                  <a:pt x="1731581" y="94278"/>
                  <a:pt x="1731581" y="91859"/>
                </a:cubicBezTo>
                <a:lnTo>
                  <a:pt x="1731581" y="66478"/>
                </a:lnTo>
                <a:cubicBezTo>
                  <a:pt x="1731581" y="61959"/>
                  <a:pt x="1731476" y="58332"/>
                  <a:pt x="1731266" y="55600"/>
                </a:cubicBezTo>
                <a:cubicBezTo>
                  <a:pt x="1731056" y="52867"/>
                  <a:pt x="1730583" y="50792"/>
                  <a:pt x="1729846" y="49374"/>
                </a:cubicBezTo>
                <a:cubicBezTo>
                  <a:pt x="1729112" y="47955"/>
                  <a:pt x="1728009" y="46982"/>
                  <a:pt x="1726536" y="46456"/>
                </a:cubicBezTo>
                <a:cubicBezTo>
                  <a:pt x="1725066" y="45930"/>
                  <a:pt x="1723069" y="45510"/>
                  <a:pt x="1720546" y="45196"/>
                </a:cubicBezTo>
                <a:cubicBezTo>
                  <a:pt x="1719916" y="45196"/>
                  <a:pt x="1719443" y="44933"/>
                  <a:pt x="1719127" y="44406"/>
                </a:cubicBezTo>
                <a:cubicBezTo>
                  <a:pt x="1718813" y="43880"/>
                  <a:pt x="1718656" y="43355"/>
                  <a:pt x="1718656" y="42831"/>
                </a:cubicBezTo>
                <a:cubicBezTo>
                  <a:pt x="1718656" y="42305"/>
                  <a:pt x="1718813" y="41780"/>
                  <a:pt x="1719127" y="41255"/>
                </a:cubicBezTo>
                <a:cubicBezTo>
                  <a:pt x="1719443" y="40729"/>
                  <a:pt x="1719916" y="40466"/>
                  <a:pt x="1720546" y="40466"/>
                </a:cubicBezTo>
                <a:cubicBezTo>
                  <a:pt x="1721597" y="40360"/>
                  <a:pt x="1722884" y="40255"/>
                  <a:pt x="1724407" y="40151"/>
                </a:cubicBezTo>
                <a:cubicBezTo>
                  <a:pt x="1725933" y="40045"/>
                  <a:pt x="1727536" y="39914"/>
                  <a:pt x="1729216" y="39756"/>
                </a:cubicBezTo>
                <a:cubicBezTo>
                  <a:pt x="1730899" y="39598"/>
                  <a:pt x="1732607" y="39388"/>
                  <a:pt x="1734340" y="39126"/>
                </a:cubicBezTo>
                <a:cubicBezTo>
                  <a:pt x="1736075" y="38863"/>
                  <a:pt x="1737626" y="38574"/>
                  <a:pt x="1738993" y="38258"/>
                </a:cubicBezTo>
                <a:cubicBezTo>
                  <a:pt x="1740149" y="38048"/>
                  <a:pt x="1741069" y="37811"/>
                  <a:pt x="1741752" y="37548"/>
                </a:cubicBezTo>
                <a:cubicBezTo>
                  <a:pt x="1742435" y="37285"/>
                  <a:pt x="1742987" y="37154"/>
                  <a:pt x="1743407" y="37154"/>
                </a:cubicBezTo>
                <a:cubicBezTo>
                  <a:pt x="1744667" y="37154"/>
                  <a:pt x="1745481" y="37522"/>
                  <a:pt x="1745849" y="38258"/>
                </a:cubicBezTo>
                <a:cubicBezTo>
                  <a:pt x="1746217" y="38994"/>
                  <a:pt x="1746402" y="39677"/>
                  <a:pt x="1746402" y="40307"/>
                </a:cubicBezTo>
                <a:lnTo>
                  <a:pt x="1746402" y="90914"/>
                </a:lnTo>
                <a:moveTo>
                  <a:pt x="1738045" y="21075"/>
                </a:moveTo>
                <a:cubicBezTo>
                  <a:pt x="1735418" y="21075"/>
                  <a:pt x="1733158" y="20260"/>
                  <a:pt x="1731266" y="18631"/>
                </a:cubicBezTo>
                <a:cubicBezTo>
                  <a:pt x="1729375" y="17001"/>
                  <a:pt x="1728430" y="14978"/>
                  <a:pt x="1728430" y="12561"/>
                </a:cubicBezTo>
                <a:cubicBezTo>
                  <a:pt x="1728430" y="10143"/>
                  <a:pt x="1729323" y="8093"/>
                  <a:pt x="1731109" y="6413"/>
                </a:cubicBezTo>
                <a:cubicBezTo>
                  <a:pt x="1732896" y="4730"/>
                  <a:pt x="1735103" y="3889"/>
                  <a:pt x="1737730" y="3889"/>
                </a:cubicBezTo>
                <a:cubicBezTo>
                  <a:pt x="1740252" y="3889"/>
                  <a:pt x="1742328" y="4757"/>
                  <a:pt x="1743958" y="6492"/>
                </a:cubicBezTo>
                <a:cubicBezTo>
                  <a:pt x="1745587" y="8226"/>
                  <a:pt x="1746402" y="10301"/>
                  <a:pt x="1746402" y="12718"/>
                </a:cubicBezTo>
                <a:cubicBezTo>
                  <a:pt x="1746402" y="15030"/>
                  <a:pt x="1745614" y="17001"/>
                  <a:pt x="1744037" y="18631"/>
                </a:cubicBezTo>
                <a:cubicBezTo>
                  <a:pt x="1742461" y="20260"/>
                  <a:pt x="1740463" y="21075"/>
                  <a:pt x="1738045" y="21075"/>
                </a:cubicBezTo>
                <a:close/>
                <a:moveTo>
                  <a:pt x="1816162" y="38573"/>
                </a:moveTo>
                <a:cubicBezTo>
                  <a:pt x="1815848" y="39729"/>
                  <a:pt x="1815559" y="41149"/>
                  <a:pt x="1815296" y="42831"/>
                </a:cubicBezTo>
                <a:cubicBezTo>
                  <a:pt x="1815033" y="44512"/>
                  <a:pt x="1814901" y="46298"/>
                  <a:pt x="1814901" y="48190"/>
                </a:cubicBezTo>
                <a:cubicBezTo>
                  <a:pt x="1814901" y="50187"/>
                  <a:pt x="1814954" y="52263"/>
                  <a:pt x="1815058" y="54419"/>
                </a:cubicBezTo>
                <a:cubicBezTo>
                  <a:pt x="1815164" y="56572"/>
                  <a:pt x="1815217" y="58227"/>
                  <a:pt x="1815217" y="59384"/>
                </a:cubicBezTo>
                <a:cubicBezTo>
                  <a:pt x="1815217" y="59700"/>
                  <a:pt x="1815007" y="59963"/>
                  <a:pt x="1814586" y="60173"/>
                </a:cubicBezTo>
                <a:cubicBezTo>
                  <a:pt x="1814166" y="60383"/>
                  <a:pt x="1813693" y="60514"/>
                  <a:pt x="1813167" y="60567"/>
                </a:cubicBezTo>
                <a:cubicBezTo>
                  <a:pt x="1812643" y="60619"/>
                  <a:pt x="1812170" y="60566"/>
                  <a:pt x="1811748" y="60409"/>
                </a:cubicBezTo>
                <a:cubicBezTo>
                  <a:pt x="1811328" y="60251"/>
                  <a:pt x="1811065" y="60015"/>
                  <a:pt x="1810961" y="59699"/>
                </a:cubicBezTo>
                <a:cubicBezTo>
                  <a:pt x="1809805" y="54129"/>
                  <a:pt x="1807912" y="49846"/>
                  <a:pt x="1805284" y="46851"/>
                </a:cubicBezTo>
                <a:cubicBezTo>
                  <a:pt x="1802657" y="43855"/>
                  <a:pt x="1798454" y="42357"/>
                  <a:pt x="1792674" y="42357"/>
                </a:cubicBezTo>
                <a:cubicBezTo>
                  <a:pt x="1788785" y="42357"/>
                  <a:pt x="1785579" y="43330"/>
                  <a:pt x="1783056" y="45275"/>
                </a:cubicBezTo>
                <a:cubicBezTo>
                  <a:pt x="1780534" y="47219"/>
                  <a:pt x="1779272" y="49820"/>
                  <a:pt x="1779272" y="53079"/>
                </a:cubicBezTo>
                <a:cubicBezTo>
                  <a:pt x="1779272" y="55810"/>
                  <a:pt x="1780323" y="57912"/>
                  <a:pt x="1782424" y="59384"/>
                </a:cubicBezTo>
                <a:cubicBezTo>
                  <a:pt x="1784526" y="60854"/>
                  <a:pt x="1787312" y="62221"/>
                  <a:pt x="1790781" y="63483"/>
                </a:cubicBezTo>
                <a:cubicBezTo>
                  <a:pt x="1792253" y="64009"/>
                  <a:pt x="1794014" y="64666"/>
                  <a:pt x="1796063" y="65455"/>
                </a:cubicBezTo>
                <a:cubicBezTo>
                  <a:pt x="1798113" y="66243"/>
                  <a:pt x="1799768" y="66899"/>
                  <a:pt x="1801028" y="67423"/>
                </a:cubicBezTo>
                <a:cubicBezTo>
                  <a:pt x="1803761" y="68685"/>
                  <a:pt x="1806309" y="70000"/>
                  <a:pt x="1808673" y="71366"/>
                </a:cubicBezTo>
                <a:cubicBezTo>
                  <a:pt x="1811039" y="72732"/>
                  <a:pt x="1813088" y="74335"/>
                  <a:pt x="1814822" y="76175"/>
                </a:cubicBezTo>
                <a:cubicBezTo>
                  <a:pt x="1816557" y="78013"/>
                  <a:pt x="1817924" y="80088"/>
                  <a:pt x="1818921" y="82400"/>
                </a:cubicBezTo>
                <a:cubicBezTo>
                  <a:pt x="1819920" y="84713"/>
                  <a:pt x="1820420" y="87394"/>
                  <a:pt x="1820420" y="90442"/>
                </a:cubicBezTo>
                <a:cubicBezTo>
                  <a:pt x="1820420" y="94436"/>
                  <a:pt x="1819579" y="97772"/>
                  <a:pt x="1817896" y="100452"/>
                </a:cubicBezTo>
                <a:cubicBezTo>
                  <a:pt x="1816216" y="103132"/>
                  <a:pt x="1814061" y="105287"/>
                  <a:pt x="1811433" y="106916"/>
                </a:cubicBezTo>
                <a:cubicBezTo>
                  <a:pt x="1808806" y="108545"/>
                  <a:pt x="1805811" y="109727"/>
                  <a:pt x="1802448" y="110462"/>
                </a:cubicBezTo>
                <a:cubicBezTo>
                  <a:pt x="1799085" y="111198"/>
                  <a:pt x="1795774" y="111566"/>
                  <a:pt x="1792515" y="111566"/>
                </a:cubicBezTo>
                <a:cubicBezTo>
                  <a:pt x="1789782" y="111566"/>
                  <a:pt x="1786734" y="111251"/>
                  <a:pt x="1783371" y="110621"/>
                </a:cubicBezTo>
                <a:cubicBezTo>
                  <a:pt x="1780008" y="109990"/>
                  <a:pt x="1777065" y="109097"/>
                  <a:pt x="1774543" y="107941"/>
                </a:cubicBezTo>
                <a:cubicBezTo>
                  <a:pt x="1773913" y="107731"/>
                  <a:pt x="1773256" y="107836"/>
                  <a:pt x="1772573" y="108256"/>
                </a:cubicBezTo>
                <a:cubicBezTo>
                  <a:pt x="1771889" y="108676"/>
                  <a:pt x="1771443" y="109464"/>
                  <a:pt x="1771233" y="110621"/>
                </a:cubicBezTo>
                <a:cubicBezTo>
                  <a:pt x="1771233" y="110936"/>
                  <a:pt x="1770996" y="111147"/>
                  <a:pt x="1770523" y="111251"/>
                </a:cubicBezTo>
                <a:cubicBezTo>
                  <a:pt x="1770050" y="111357"/>
                  <a:pt x="1769550" y="111410"/>
                  <a:pt x="1769024" y="111410"/>
                </a:cubicBezTo>
                <a:cubicBezTo>
                  <a:pt x="1768604" y="111410"/>
                  <a:pt x="1768184" y="111330"/>
                  <a:pt x="1767764" y="111171"/>
                </a:cubicBezTo>
                <a:cubicBezTo>
                  <a:pt x="1767344" y="111014"/>
                  <a:pt x="1767134" y="110778"/>
                  <a:pt x="1767134" y="110464"/>
                </a:cubicBezTo>
                <a:cubicBezTo>
                  <a:pt x="1767134" y="109622"/>
                  <a:pt x="1767239" y="108466"/>
                  <a:pt x="1767449" y="106995"/>
                </a:cubicBezTo>
                <a:cubicBezTo>
                  <a:pt x="1767659" y="105523"/>
                  <a:pt x="1767764" y="104157"/>
                  <a:pt x="1767764" y="102896"/>
                </a:cubicBezTo>
                <a:cubicBezTo>
                  <a:pt x="1767764" y="101634"/>
                  <a:pt x="1767684" y="100241"/>
                  <a:pt x="1767526" y="98718"/>
                </a:cubicBezTo>
                <a:cubicBezTo>
                  <a:pt x="1767368" y="97194"/>
                  <a:pt x="1767211" y="95697"/>
                  <a:pt x="1767054" y="94226"/>
                </a:cubicBezTo>
                <a:cubicBezTo>
                  <a:pt x="1766897" y="92754"/>
                  <a:pt x="1766765" y="91440"/>
                  <a:pt x="1766660" y="90284"/>
                </a:cubicBezTo>
                <a:cubicBezTo>
                  <a:pt x="1766555" y="89127"/>
                  <a:pt x="1766503" y="88286"/>
                  <a:pt x="1766503" y="87760"/>
                </a:cubicBezTo>
                <a:cubicBezTo>
                  <a:pt x="1766503" y="87340"/>
                  <a:pt x="1766713" y="87025"/>
                  <a:pt x="1767134" y="86815"/>
                </a:cubicBezTo>
                <a:cubicBezTo>
                  <a:pt x="1767554" y="86605"/>
                  <a:pt x="1768026" y="86474"/>
                  <a:pt x="1768550" y="86423"/>
                </a:cubicBezTo>
                <a:cubicBezTo>
                  <a:pt x="1769076" y="86370"/>
                  <a:pt x="1769576" y="86422"/>
                  <a:pt x="1770049" y="86579"/>
                </a:cubicBezTo>
                <a:cubicBezTo>
                  <a:pt x="1770522" y="86736"/>
                  <a:pt x="1770812" y="87025"/>
                  <a:pt x="1770918" y="87445"/>
                </a:cubicBezTo>
                <a:cubicBezTo>
                  <a:pt x="1771652" y="90494"/>
                  <a:pt x="1772597" y="93174"/>
                  <a:pt x="1773754" y="95487"/>
                </a:cubicBezTo>
                <a:cubicBezTo>
                  <a:pt x="1774910" y="97798"/>
                  <a:pt x="1776355" y="99742"/>
                  <a:pt x="1778089" y="101320"/>
                </a:cubicBezTo>
                <a:cubicBezTo>
                  <a:pt x="1779824" y="102897"/>
                  <a:pt x="1781926" y="104080"/>
                  <a:pt x="1784396" y="104869"/>
                </a:cubicBezTo>
                <a:cubicBezTo>
                  <a:pt x="1786866" y="105656"/>
                  <a:pt x="1789835" y="106050"/>
                  <a:pt x="1793304" y="106050"/>
                </a:cubicBezTo>
                <a:cubicBezTo>
                  <a:pt x="1797087" y="106050"/>
                  <a:pt x="1800161" y="104999"/>
                  <a:pt x="1802525" y="102896"/>
                </a:cubicBezTo>
                <a:cubicBezTo>
                  <a:pt x="1804890" y="100794"/>
                  <a:pt x="1806073" y="97851"/>
                  <a:pt x="1806073" y="94068"/>
                </a:cubicBezTo>
                <a:cubicBezTo>
                  <a:pt x="1806073" y="90705"/>
                  <a:pt x="1804890" y="88051"/>
                  <a:pt x="1802525" y="86107"/>
                </a:cubicBezTo>
                <a:cubicBezTo>
                  <a:pt x="1800161" y="84162"/>
                  <a:pt x="1797402" y="82453"/>
                  <a:pt x="1794249" y="80981"/>
                </a:cubicBezTo>
                <a:cubicBezTo>
                  <a:pt x="1792777" y="80351"/>
                  <a:pt x="1791279" y="79721"/>
                  <a:pt x="1789756" y="79090"/>
                </a:cubicBezTo>
                <a:cubicBezTo>
                  <a:pt x="1788232" y="78460"/>
                  <a:pt x="1786682" y="77830"/>
                  <a:pt x="1785106" y="77200"/>
                </a:cubicBezTo>
                <a:cubicBezTo>
                  <a:pt x="1782793" y="76253"/>
                  <a:pt x="1780507" y="75282"/>
                  <a:pt x="1778247" y="74284"/>
                </a:cubicBezTo>
                <a:cubicBezTo>
                  <a:pt x="1775988" y="73285"/>
                  <a:pt x="1773990" y="72049"/>
                  <a:pt x="1772255" y="70577"/>
                </a:cubicBezTo>
                <a:cubicBezTo>
                  <a:pt x="1770521" y="69105"/>
                  <a:pt x="1769129" y="67265"/>
                  <a:pt x="1768079" y="65059"/>
                </a:cubicBezTo>
                <a:cubicBezTo>
                  <a:pt x="1767029" y="62852"/>
                  <a:pt x="1766503" y="60119"/>
                  <a:pt x="1766503" y="56860"/>
                </a:cubicBezTo>
                <a:cubicBezTo>
                  <a:pt x="1766503" y="53077"/>
                  <a:pt x="1767317" y="49872"/>
                  <a:pt x="1768945" y="47245"/>
                </a:cubicBezTo>
                <a:cubicBezTo>
                  <a:pt x="1770574" y="44617"/>
                  <a:pt x="1772676" y="42488"/>
                  <a:pt x="1775250" y="40861"/>
                </a:cubicBezTo>
                <a:cubicBezTo>
                  <a:pt x="1777826" y="39231"/>
                  <a:pt x="1780690" y="38049"/>
                  <a:pt x="1783843" y="37312"/>
                </a:cubicBezTo>
                <a:cubicBezTo>
                  <a:pt x="1786997" y="36576"/>
                  <a:pt x="1790098" y="36208"/>
                  <a:pt x="1793145" y="36208"/>
                </a:cubicBezTo>
                <a:cubicBezTo>
                  <a:pt x="1796088" y="36208"/>
                  <a:pt x="1798689" y="36550"/>
                  <a:pt x="1800949" y="37233"/>
                </a:cubicBezTo>
                <a:cubicBezTo>
                  <a:pt x="1803209" y="37916"/>
                  <a:pt x="1805705" y="39151"/>
                  <a:pt x="1808438" y="40938"/>
                </a:cubicBezTo>
                <a:cubicBezTo>
                  <a:pt x="1808858" y="41148"/>
                  <a:pt x="1809409" y="41122"/>
                  <a:pt x="1810093" y="40861"/>
                </a:cubicBezTo>
                <a:cubicBezTo>
                  <a:pt x="1810776" y="40598"/>
                  <a:pt x="1811328" y="39730"/>
                  <a:pt x="1811748" y="38258"/>
                </a:cubicBezTo>
                <a:cubicBezTo>
                  <a:pt x="1811854" y="37838"/>
                  <a:pt x="1812169" y="37575"/>
                  <a:pt x="1812693" y="37471"/>
                </a:cubicBezTo>
                <a:cubicBezTo>
                  <a:pt x="1813219" y="37365"/>
                  <a:pt x="1813745" y="37339"/>
                  <a:pt x="1814271" y="37392"/>
                </a:cubicBezTo>
                <a:cubicBezTo>
                  <a:pt x="1814797" y="37443"/>
                  <a:pt x="1815270" y="37575"/>
                  <a:pt x="1815690" y="37786"/>
                </a:cubicBezTo>
                <a:cubicBezTo>
                  <a:pt x="1816111" y="37996"/>
                  <a:pt x="1816268" y="38259"/>
                  <a:pt x="1816162" y="38573"/>
                </a:cubicBezTo>
                <a:close/>
                <a:moveTo>
                  <a:pt x="1853606" y="90914"/>
                </a:moveTo>
                <a:cubicBezTo>
                  <a:pt x="1853606" y="93542"/>
                  <a:pt x="1853658" y="95750"/>
                  <a:pt x="1853762" y="97536"/>
                </a:cubicBezTo>
                <a:cubicBezTo>
                  <a:pt x="1853868" y="99323"/>
                  <a:pt x="1854236" y="100794"/>
                  <a:pt x="1854867" y="101951"/>
                </a:cubicBezTo>
                <a:cubicBezTo>
                  <a:pt x="1855497" y="103107"/>
                  <a:pt x="1856469" y="104000"/>
                  <a:pt x="1857782" y="104631"/>
                </a:cubicBezTo>
                <a:cubicBezTo>
                  <a:pt x="1859097" y="105261"/>
                  <a:pt x="1860963" y="105734"/>
                  <a:pt x="1863380" y="106050"/>
                </a:cubicBezTo>
                <a:cubicBezTo>
                  <a:pt x="1864010" y="106154"/>
                  <a:pt x="1864483" y="106443"/>
                  <a:pt x="1864799" y="106916"/>
                </a:cubicBezTo>
                <a:cubicBezTo>
                  <a:pt x="1865115" y="107389"/>
                  <a:pt x="1865273" y="107941"/>
                  <a:pt x="1865273" y="108571"/>
                </a:cubicBezTo>
                <a:cubicBezTo>
                  <a:pt x="1865273" y="109097"/>
                  <a:pt x="1865115" y="109597"/>
                  <a:pt x="1864799" y="110070"/>
                </a:cubicBezTo>
                <a:cubicBezTo>
                  <a:pt x="1864483" y="110543"/>
                  <a:pt x="1864010" y="110779"/>
                  <a:pt x="1863380" y="110779"/>
                </a:cubicBezTo>
                <a:cubicBezTo>
                  <a:pt x="1861488" y="110779"/>
                  <a:pt x="1859017" y="110595"/>
                  <a:pt x="1855968" y="110226"/>
                </a:cubicBezTo>
                <a:cubicBezTo>
                  <a:pt x="1852921" y="109859"/>
                  <a:pt x="1849821" y="109675"/>
                  <a:pt x="1846668" y="109675"/>
                </a:cubicBezTo>
                <a:cubicBezTo>
                  <a:pt x="1843305" y="109675"/>
                  <a:pt x="1840021" y="109859"/>
                  <a:pt x="1836815" y="110226"/>
                </a:cubicBezTo>
                <a:cubicBezTo>
                  <a:pt x="1833609" y="110595"/>
                  <a:pt x="1830535" y="110779"/>
                  <a:pt x="1827592" y="110779"/>
                </a:cubicBezTo>
                <a:cubicBezTo>
                  <a:pt x="1827068" y="110779"/>
                  <a:pt x="1826647" y="110543"/>
                  <a:pt x="1826331" y="110070"/>
                </a:cubicBezTo>
                <a:cubicBezTo>
                  <a:pt x="1826017" y="109597"/>
                  <a:pt x="1825860" y="109097"/>
                  <a:pt x="1825860" y="108571"/>
                </a:cubicBezTo>
                <a:cubicBezTo>
                  <a:pt x="1825860" y="107941"/>
                  <a:pt x="1826017" y="107389"/>
                  <a:pt x="1826331" y="106916"/>
                </a:cubicBezTo>
                <a:cubicBezTo>
                  <a:pt x="1826647" y="106443"/>
                  <a:pt x="1827121" y="106154"/>
                  <a:pt x="1827751" y="106050"/>
                </a:cubicBezTo>
                <a:cubicBezTo>
                  <a:pt x="1830484" y="105734"/>
                  <a:pt x="1832612" y="105261"/>
                  <a:pt x="1834135" y="104631"/>
                </a:cubicBezTo>
                <a:cubicBezTo>
                  <a:pt x="1835659" y="104000"/>
                  <a:pt x="1836762" y="103133"/>
                  <a:pt x="1837445" y="102030"/>
                </a:cubicBezTo>
                <a:cubicBezTo>
                  <a:pt x="1838129" y="100925"/>
                  <a:pt x="1838522" y="99559"/>
                  <a:pt x="1838626" y="97931"/>
                </a:cubicBezTo>
                <a:cubicBezTo>
                  <a:pt x="1838732" y="96302"/>
                  <a:pt x="1838785" y="94278"/>
                  <a:pt x="1838785" y="91859"/>
                </a:cubicBezTo>
                <a:lnTo>
                  <a:pt x="1838785" y="66478"/>
                </a:lnTo>
                <a:cubicBezTo>
                  <a:pt x="1838785" y="61959"/>
                  <a:pt x="1838680" y="58332"/>
                  <a:pt x="1838470" y="55600"/>
                </a:cubicBezTo>
                <a:cubicBezTo>
                  <a:pt x="1838260" y="52867"/>
                  <a:pt x="1837787" y="50792"/>
                  <a:pt x="1837051" y="49374"/>
                </a:cubicBezTo>
                <a:cubicBezTo>
                  <a:pt x="1836316" y="47955"/>
                  <a:pt x="1835213" y="46982"/>
                  <a:pt x="1833741" y="46456"/>
                </a:cubicBezTo>
                <a:cubicBezTo>
                  <a:pt x="1832270" y="45930"/>
                  <a:pt x="1830273" y="45510"/>
                  <a:pt x="1827751" y="45196"/>
                </a:cubicBezTo>
                <a:cubicBezTo>
                  <a:pt x="1827121" y="45196"/>
                  <a:pt x="1826647" y="44933"/>
                  <a:pt x="1826331" y="44406"/>
                </a:cubicBezTo>
                <a:cubicBezTo>
                  <a:pt x="1826017" y="43880"/>
                  <a:pt x="1825860" y="43355"/>
                  <a:pt x="1825860" y="42831"/>
                </a:cubicBezTo>
                <a:cubicBezTo>
                  <a:pt x="1825860" y="42305"/>
                  <a:pt x="1826017" y="41780"/>
                  <a:pt x="1826331" y="41255"/>
                </a:cubicBezTo>
                <a:cubicBezTo>
                  <a:pt x="1826647" y="40729"/>
                  <a:pt x="1827121" y="40466"/>
                  <a:pt x="1827751" y="40466"/>
                </a:cubicBezTo>
                <a:cubicBezTo>
                  <a:pt x="1828801" y="40360"/>
                  <a:pt x="1830088" y="40255"/>
                  <a:pt x="1831612" y="40151"/>
                </a:cubicBezTo>
                <a:cubicBezTo>
                  <a:pt x="1833137" y="40045"/>
                  <a:pt x="1834740" y="39914"/>
                  <a:pt x="1836421" y="39756"/>
                </a:cubicBezTo>
                <a:cubicBezTo>
                  <a:pt x="1838103" y="39598"/>
                  <a:pt x="1839811" y="39388"/>
                  <a:pt x="1841544" y="39126"/>
                </a:cubicBezTo>
                <a:cubicBezTo>
                  <a:pt x="1843280" y="38863"/>
                  <a:pt x="1844831" y="38574"/>
                  <a:pt x="1846197" y="38258"/>
                </a:cubicBezTo>
                <a:cubicBezTo>
                  <a:pt x="1847353" y="38048"/>
                  <a:pt x="1848273" y="37811"/>
                  <a:pt x="1848956" y="37548"/>
                </a:cubicBezTo>
                <a:cubicBezTo>
                  <a:pt x="1849639" y="37285"/>
                  <a:pt x="1850191" y="37154"/>
                  <a:pt x="1850611" y="37154"/>
                </a:cubicBezTo>
                <a:cubicBezTo>
                  <a:pt x="1851872" y="37154"/>
                  <a:pt x="1852686" y="37522"/>
                  <a:pt x="1853053" y="38258"/>
                </a:cubicBezTo>
                <a:cubicBezTo>
                  <a:pt x="1853422" y="38994"/>
                  <a:pt x="1853606" y="39677"/>
                  <a:pt x="1853606" y="40307"/>
                </a:cubicBezTo>
                <a:lnTo>
                  <a:pt x="1853606" y="90914"/>
                </a:lnTo>
                <a:moveTo>
                  <a:pt x="1845249" y="21075"/>
                </a:moveTo>
                <a:cubicBezTo>
                  <a:pt x="1842622" y="21075"/>
                  <a:pt x="1840363" y="20260"/>
                  <a:pt x="1838470" y="18631"/>
                </a:cubicBezTo>
                <a:cubicBezTo>
                  <a:pt x="1836579" y="17001"/>
                  <a:pt x="1835634" y="14978"/>
                  <a:pt x="1835634" y="12561"/>
                </a:cubicBezTo>
                <a:cubicBezTo>
                  <a:pt x="1835634" y="10143"/>
                  <a:pt x="1836527" y="8093"/>
                  <a:pt x="1838314" y="6413"/>
                </a:cubicBezTo>
                <a:cubicBezTo>
                  <a:pt x="1840100" y="4730"/>
                  <a:pt x="1842307" y="3889"/>
                  <a:pt x="1844934" y="3889"/>
                </a:cubicBezTo>
                <a:cubicBezTo>
                  <a:pt x="1847457" y="3889"/>
                  <a:pt x="1849533" y="4757"/>
                  <a:pt x="1851162" y="6492"/>
                </a:cubicBezTo>
                <a:cubicBezTo>
                  <a:pt x="1852791" y="8226"/>
                  <a:pt x="1853606" y="10301"/>
                  <a:pt x="1853606" y="12718"/>
                </a:cubicBezTo>
                <a:cubicBezTo>
                  <a:pt x="1853606" y="15030"/>
                  <a:pt x="1852818" y="17001"/>
                  <a:pt x="1851241" y="18631"/>
                </a:cubicBezTo>
                <a:cubicBezTo>
                  <a:pt x="1849665" y="20260"/>
                  <a:pt x="1847668" y="21075"/>
                  <a:pt x="1845249" y="21075"/>
                </a:cubicBezTo>
                <a:close/>
                <a:moveTo>
                  <a:pt x="1898774" y="90914"/>
                </a:moveTo>
                <a:cubicBezTo>
                  <a:pt x="1898774" y="93542"/>
                  <a:pt x="1898826" y="95750"/>
                  <a:pt x="1898930" y="97536"/>
                </a:cubicBezTo>
                <a:cubicBezTo>
                  <a:pt x="1899036" y="99323"/>
                  <a:pt x="1899325" y="100794"/>
                  <a:pt x="1899798" y="101951"/>
                </a:cubicBezTo>
                <a:cubicBezTo>
                  <a:pt x="1900272" y="103107"/>
                  <a:pt x="1901060" y="104000"/>
                  <a:pt x="1902163" y="104631"/>
                </a:cubicBezTo>
                <a:cubicBezTo>
                  <a:pt x="1903267" y="105261"/>
                  <a:pt x="1904817" y="105734"/>
                  <a:pt x="1906813" y="106050"/>
                </a:cubicBezTo>
                <a:cubicBezTo>
                  <a:pt x="1907443" y="106154"/>
                  <a:pt x="1907917" y="106443"/>
                  <a:pt x="1908232" y="106916"/>
                </a:cubicBezTo>
                <a:cubicBezTo>
                  <a:pt x="1908548" y="107389"/>
                  <a:pt x="1908706" y="107941"/>
                  <a:pt x="1908706" y="108571"/>
                </a:cubicBezTo>
                <a:cubicBezTo>
                  <a:pt x="1908706" y="109097"/>
                  <a:pt x="1908548" y="109597"/>
                  <a:pt x="1908232" y="110070"/>
                </a:cubicBezTo>
                <a:cubicBezTo>
                  <a:pt x="1907917" y="110543"/>
                  <a:pt x="1907443" y="110779"/>
                  <a:pt x="1906813" y="110779"/>
                </a:cubicBezTo>
                <a:cubicBezTo>
                  <a:pt x="1905763" y="110779"/>
                  <a:pt x="1903792" y="110595"/>
                  <a:pt x="1900900" y="110226"/>
                </a:cubicBezTo>
                <a:cubicBezTo>
                  <a:pt x="1898010" y="109859"/>
                  <a:pt x="1894989" y="109675"/>
                  <a:pt x="1891836" y="109675"/>
                </a:cubicBezTo>
                <a:cubicBezTo>
                  <a:pt x="1888473" y="109675"/>
                  <a:pt x="1885215" y="109859"/>
                  <a:pt x="1882062" y="110226"/>
                </a:cubicBezTo>
                <a:cubicBezTo>
                  <a:pt x="1878909" y="110595"/>
                  <a:pt x="1875966" y="110779"/>
                  <a:pt x="1873233" y="110779"/>
                </a:cubicBezTo>
                <a:cubicBezTo>
                  <a:pt x="1872707" y="110779"/>
                  <a:pt x="1872286" y="110543"/>
                  <a:pt x="1871971" y="110070"/>
                </a:cubicBezTo>
                <a:cubicBezTo>
                  <a:pt x="1871656" y="109597"/>
                  <a:pt x="1871499" y="109097"/>
                  <a:pt x="1871499" y="108571"/>
                </a:cubicBezTo>
                <a:cubicBezTo>
                  <a:pt x="1871499" y="107941"/>
                  <a:pt x="1871656" y="107389"/>
                  <a:pt x="1871971" y="106916"/>
                </a:cubicBezTo>
                <a:cubicBezTo>
                  <a:pt x="1872286" y="106443"/>
                  <a:pt x="1872760" y="106154"/>
                  <a:pt x="1873392" y="106050"/>
                </a:cubicBezTo>
                <a:cubicBezTo>
                  <a:pt x="1876019" y="105734"/>
                  <a:pt x="1878041" y="105314"/>
                  <a:pt x="1879459" y="104789"/>
                </a:cubicBezTo>
                <a:cubicBezTo>
                  <a:pt x="1880878" y="104263"/>
                  <a:pt x="1881930" y="103475"/>
                  <a:pt x="1882613" y="102425"/>
                </a:cubicBezTo>
                <a:cubicBezTo>
                  <a:pt x="1883296" y="101373"/>
                  <a:pt x="1883690" y="100006"/>
                  <a:pt x="1883794" y="98326"/>
                </a:cubicBezTo>
                <a:cubicBezTo>
                  <a:pt x="1883900" y="96643"/>
                  <a:pt x="1883953" y="94488"/>
                  <a:pt x="1883953" y="91859"/>
                </a:cubicBezTo>
                <a:lnTo>
                  <a:pt x="1883953" y="71996"/>
                </a:lnTo>
                <a:cubicBezTo>
                  <a:pt x="1883953" y="66847"/>
                  <a:pt x="1883900" y="62564"/>
                  <a:pt x="1883794" y="59148"/>
                </a:cubicBezTo>
                <a:cubicBezTo>
                  <a:pt x="1883690" y="55732"/>
                  <a:pt x="1883323" y="53026"/>
                  <a:pt x="1882692" y="51029"/>
                </a:cubicBezTo>
                <a:cubicBezTo>
                  <a:pt x="1882062" y="49031"/>
                  <a:pt x="1881064" y="47638"/>
                  <a:pt x="1879697" y="46851"/>
                </a:cubicBezTo>
                <a:cubicBezTo>
                  <a:pt x="1878331" y="46062"/>
                  <a:pt x="1876386" y="45667"/>
                  <a:pt x="1873864" y="45667"/>
                </a:cubicBezTo>
                <a:cubicBezTo>
                  <a:pt x="1873233" y="45667"/>
                  <a:pt x="1872734" y="45457"/>
                  <a:pt x="1872365" y="45037"/>
                </a:cubicBezTo>
                <a:cubicBezTo>
                  <a:pt x="1871998" y="44617"/>
                  <a:pt x="1871814" y="44143"/>
                  <a:pt x="1871814" y="43617"/>
                </a:cubicBezTo>
                <a:cubicBezTo>
                  <a:pt x="1871814" y="42987"/>
                  <a:pt x="1871998" y="42462"/>
                  <a:pt x="1872365" y="42042"/>
                </a:cubicBezTo>
                <a:cubicBezTo>
                  <a:pt x="1872734" y="41622"/>
                  <a:pt x="1873233" y="41412"/>
                  <a:pt x="1873864" y="41412"/>
                </a:cubicBezTo>
                <a:cubicBezTo>
                  <a:pt x="1875860" y="41412"/>
                  <a:pt x="1878777" y="41096"/>
                  <a:pt x="1882613" y="40466"/>
                </a:cubicBezTo>
                <a:cubicBezTo>
                  <a:pt x="1886449" y="39834"/>
                  <a:pt x="1890365" y="38941"/>
                  <a:pt x="1894359" y="37786"/>
                </a:cubicBezTo>
                <a:cubicBezTo>
                  <a:pt x="1895830" y="37365"/>
                  <a:pt x="1896933" y="37653"/>
                  <a:pt x="1897669" y="38652"/>
                </a:cubicBezTo>
                <a:cubicBezTo>
                  <a:pt x="1898406" y="39651"/>
                  <a:pt x="1898774" y="40781"/>
                  <a:pt x="1898774" y="42042"/>
                </a:cubicBezTo>
                <a:lnTo>
                  <a:pt x="1898774" y="48347"/>
                </a:lnTo>
                <a:cubicBezTo>
                  <a:pt x="1898774" y="48557"/>
                  <a:pt x="1898852" y="48688"/>
                  <a:pt x="1899009" y="48741"/>
                </a:cubicBezTo>
                <a:cubicBezTo>
                  <a:pt x="1899167" y="48794"/>
                  <a:pt x="1899298" y="48716"/>
                  <a:pt x="1899404" y="48506"/>
                </a:cubicBezTo>
                <a:cubicBezTo>
                  <a:pt x="1900140" y="47349"/>
                  <a:pt x="1901165" y="46062"/>
                  <a:pt x="1902478" y="44645"/>
                </a:cubicBezTo>
                <a:cubicBezTo>
                  <a:pt x="1903792" y="43225"/>
                  <a:pt x="1905368" y="41885"/>
                  <a:pt x="1907208" y="40625"/>
                </a:cubicBezTo>
                <a:cubicBezTo>
                  <a:pt x="1909047" y="39363"/>
                  <a:pt x="1911122" y="38312"/>
                  <a:pt x="1913433" y="37471"/>
                </a:cubicBezTo>
                <a:cubicBezTo>
                  <a:pt x="1915746" y="36629"/>
                  <a:pt x="1918322" y="36208"/>
                  <a:pt x="1921160" y="36208"/>
                </a:cubicBezTo>
                <a:cubicBezTo>
                  <a:pt x="1929042" y="36208"/>
                  <a:pt x="1935217" y="38389"/>
                  <a:pt x="1939683" y="42751"/>
                </a:cubicBezTo>
                <a:cubicBezTo>
                  <a:pt x="1944151" y="47114"/>
                  <a:pt x="1946385" y="54181"/>
                  <a:pt x="1946385" y="63954"/>
                </a:cubicBezTo>
                <a:lnTo>
                  <a:pt x="1946385" y="90914"/>
                </a:lnTo>
                <a:cubicBezTo>
                  <a:pt x="1946385" y="93752"/>
                  <a:pt x="1946464" y="96065"/>
                  <a:pt x="1946621" y="97852"/>
                </a:cubicBezTo>
                <a:cubicBezTo>
                  <a:pt x="1946778" y="99638"/>
                  <a:pt x="1947145" y="101083"/>
                  <a:pt x="1947723" y="102186"/>
                </a:cubicBezTo>
                <a:cubicBezTo>
                  <a:pt x="1948302" y="103290"/>
                  <a:pt x="1949196" y="104131"/>
                  <a:pt x="1950405" y="104710"/>
                </a:cubicBezTo>
                <a:cubicBezTo>
                  <a:pt x="1951614" y="105287"/>
                  <a:pt x="1953322" y="105734"/>
                  <a:pt x="1955529" y="106050"/>
                </a:cubicBezTo>
                <a:cubicBezTo>
                  <a:pt x="1956159" y="106154"/>
                  <a:pt x="1956631" y="106443"/>
                  <a:pt x="1956946" y="106916"/>
                </a:cubicBezTo>
                <a:cubicBezTo>
                  <a:pt x="1957262" y="107389"/>
                  <a:pt x="1957420" y="107941"/>
                  <a:pt x="1957420" y="108571"/>
                </a:cubicBezTo>
                <a:cubicBezTo>
                  <a:pt x="1957420" y="109097"/>
                  <a:pt x="1957262" y="109597"/>
                  <a:pt x="1956946" y="110070"/>
                </a:cubicBezTo>
                <a:cubicBezTo>
                  <a:pt x="1956631" y="110543"/>
                  <a:pt x="1956159" y="110779"/>
                  <a:pt x="1955529" y="110779"/>
                </a:cubicBezTo>
                <a:cubicBezTo>
                  <a:pt x="1954163" y="110779"/>
                  <a:pt x="1951928" y="110595"/>
                  <a:pt x="1948827" y="110226"/>
                </a:cubicBezTo>
                <a:cubicBezTo>
                  <a:pt x="1945727" y="109859"/>
                  <a:pt x="1942600" y="109675"/>
                  <a:pt x="1939447" y="109675"/>
                </a:cubicBezTo>
                <a:cubicBezTo>
                  <a:pt x="1936084" y="109675"/>
                  <a:pt x="1932879" y="109859"/>
                  <a:pt x="1929830" y="110226"/>
                </a:cubicBezTo>
                <a:cubicBezTo>
                  <a:pt x="1926783" y="110595"/>
                  <a:pt x="1924261" y="110779"/>
                  <a:pt x="1922264" y="110779"/>
                </a:cubicBezTo>
                <a:cubicBezTo>
                  <a:pt x="1921738" y="110779"/>
                  <a:pt x="1921317" y="110543"/>
                  <a:pt x="1921001" y="110070"/>
                </a:cubicBezTo>
                <a:cubicBezTo>
                  <a:pt x="1920687" y="109597"/>
                  <a:pt x="1920530" y="109097"/>
                  <a:pt x="1920530" y="108571"/>
                </a:cubicBezTo>
                <a:cubicBezTo>
                  <a:pt x="1920530" y="107941"/>
                  <a:pt x="1920687" y="107389"/>
                  <a:pt x="1921001" y="106916"/>
                </a:cubicBezTo>
                <a:cubicBezTo>
                  <a:pt x="1921317" y="106443"/>
                  <a:pt x="1921790" y="106154"/>
                  <a:pt x="1922421" y="106050"/>
                </a:cubicBezTo>
                <a:cubicBezTo>
                  <a:pt x="1924733" y="105734"/>
                  <a:pt x="1926493" y="105261"/>
                  <a:pt x="1927701" y="104631"/>
                </a:cubicBezTo>
                <a:cubicBezTo>
                  <a:pt x="1928910" y="104000"/>
                  <a:pt x="1929803" y="103133"/>
                  <a:pt x="1930381" y="102030"/>
                </a:cubicBezTo>
                <a:cubicBezTo>
                  <a:pt x="1930960" y="100925"/>
                  <a:pt x="1931301" y="99559"/>
                  <a:pt x="1931406" y="97931"/>
                </a:cubicBezTo>
                <a:cubicBezTo>
                  <a:pt x="1931511" y="96302"/>
                  <a:pt x="1931564" y="94278"/>
                  <a:pt x="1931564" y="91859"/>
                </a:cubicBezTo>
                <a:lnTo>
                  <a:pt x="1931564" y="67897"/>
                </a:lnTo>
                <a:cubicBezTo>
                  <a:pt x="1931564" y="65269"/>
                  <a:pt x="1931459" y="62641"/>
                  <a:pt x="1931249" y="60014"/>
                </a:cubicBezTo>
                <a:cubicBezTo>
                  <a:pt x="1931039" y="57387"/>
                  <a:pt x="1930461" y="55022"/>
                  <a:pt x="1929515" y="52920"/>
                </a:cubicBezTo>
                <a:cubicBezTo>
                  <a:pt x="1928570" y="50817"/>
                  <a:pt x="1927204" y="49083"/>
                  <a:pt x="1925416" y="47717"/>
                </a:cubicBezTo>
                <a:cubicBezTo>
                  <a:pt x="1923629" y="46350"/>
                  <a:pt x="1921159" y="45667"/>
                  <a:pt x="1918006" y="45667"/>
                </a:cubicBezTo>
                <a:cubicBezTo>
                  <a:pt x="1914853" y="45667"/>
                  <a:pt x="1912094" y="46167"/>
                  <a:pt x="1909729" y="47166"/>
                </a:cubicBezTo>
                <a:cubicBezTo>
                  <a:pt x="1907365" y="48163"/>
                  <a:pt x="1905368" y="49503"/>
                  <a:pt x="1903739" y="51185"/>
                </a:cubicBezTo>
                <a:cubicBezTo>
                  <a:pt x="1902109" y="52868"/>
                  <a:pt x="1900875" y="54839"/>
                  <a:pt x="1900034" y="57098"/>
                </a:cubicBezTo>
                <a:cubicBezTo>
                  <a:pt x="1899194" y="59358"/>
                  <a:pt x="1898774" y="61749"/>
                  <a:pt x="1898774" y="64272"/>
                </a:cubicBezTo>
                <a:lnTo>
                  <a:pt x="1898774" y="90914"/>
                </a:lnTo>
                <a:close/>
                <a:moveTo>
                  <a:pt x="2000381" y="86028"/>
                </a:moveTo>
                <a:cubicBezTo>
                  <a:pt x="2005847" y="86028"/>
                  <a:pt x="2009761" y="84242"/>
                  <a:pt x="2012125" y="80668"/>
                </a:cubicBezTo>
                <a:cubicBezTo>
                  <a:pt x="2014491" y="77094"/>
                  <a:pt x="2015674" y="71890"/>
                  <a:pt x="2015674" y="65059"/>
                </a:cubicBezTo>
                <a:cubicBezTo>
                  <a:pt x="2015674" y="61591"/>
                  <a:pt x="2015489" y="58439"/>
                  <a:pt x="2015120" y="55602"/>
                </a:cubicBezTo>
                <a:cubicBezTo>
                  <a:pt x="2014753" y="52764"/>
                  <a:pt x="2014043" y="50319"/>
                  <a:pt x="2012991" y="48270"/>
                </a:cubicBezTo>
                <a:cubicBezTo>
                  <a:pt x="2011941" y="46220"/>
                  <a:pt x="2010549" y="44644"/>
                  <a:pt x="2008815" y="43540"/>
                </a:cubicBezTo>
                <a:cubicBezTo>
                  <a:pt x="2007082" y="42436"/>
                  <a:pt x="2004848" y="41883"/>
                  <a:pt x="2002116" y="41883"/>
                </a:cubicBezTo>
                <a:cubicBezTo>
                  <a:pt x="1998753" y="41883"/>
                  <a:pt x="1996046" y="42593"/>
                  <a:pt x="1993997" y="44012"/>
                </a:cubicBezTo>
                <a:cubicBezTo>
                  <a:pt x="1991947" y="45431"/>
                  <a:pt x="1990344" y="47244"/>
                  <a:pt x="1989188" y="49451"/>
                </a:cubicBezTo>
                <a:cubicBezTo>
                  <a:pt x="1988032" y="51658"/>
                  <a:pt x="1987243" y="54128"/>
                  <a:pt x="1986823" y="56860"/>
                </a:cubicBezTo>
                <a:cubicBezTo>
                  <a:pt x="1986403" y="59593"/>
                  <a:pt x="1986193" y="62274"/>
                  <a:pt x="1986193" y="64902"/>
                </a:cubicBezTo>
                <a:cubicBezTo>
                  <a:pt x="1986193" y="71838"/>
                  <a:pt x="1987401" y="77094"/>
                  <a:pt x="1989818" y="80668"/>
                </a:cubicBezTo>
                <a:cubicBezTo>
                  <a:pt x="1992235" y="84242"/>
                  <a:pt x="1995756" y="86028"/>
                  <a:pt x="2000381" y="86028"/>
                </a:cubicBezTo>
                <a:moveTo>
                  <a:pt x="2027971" y="48821"/>
                </a:moveTo>
                <a:cubicBezTo>
                  <a:pt x="2029442" y="51027"/>
                  <a:pt x="2030519" y="53366"/>
                  <a:pt x="2031202" y="55835"/>
                </a:cubicBezTo>
                <a:cubicBezTo>
                  <a:pt x="2031885" y="58305"/>
                  <a:pt x="2032279" y="60801"/>
                  <a:pt x="2032385" y="63324"/>
                </a:cubicBezTo>
                <a:cubicBezTo>
                  <a:pt x="2032385" y="67949"/>
                  <a:pt x="2031518" y="72023"/>
                  <a:pt x="2029782" y="75545"/>
                </a:cubicBezTo>
                <a:cubicBezTo>
                  <a:pt x="2028049" y="79065"/>
                  <a:pt x="2025684" y="82033"/>
                  <a:pt x="2022688" y="84450"/>
                </a:cubicBezTo>
                <a:cubicBezTo>
                  <a:pt x="2019693" y="86867"/>
                  <a:pt x="2016250" y="88706"/>
                  <a:pt x="2012361" y="89968"/>
                </a:cubicBezTo>
                <a:cubicBezTo>
                  <a:pt x="2008474" y="91229"/>
                  <a:pt x="2004322" y="91859"/>
                  <a:pt x="1999907" y="91859"/>
                </a:cubicBezTo>
                <a:cubicBezTo>
                  <a:pt x="1998647" y="91859"/>
                  <a:pt x="1997017" y="91912"/>
                  <a:pt x="1995019" y="92018"/>
                </a:cubicBezTo>
                <a:cubicBezTo>
                  <a:pt x="1993023" y="92122"/>
                  <a:pt x="1991078" y="92332"/>
                  <a:pt x="1989186" y="92648"/>
                </a:cubicBezTo>
                <a:cubicBezTo>
                  <a:pt x="1987295" y="92964"/>
                  <a:pt x="1985693" y="93464"/>
                  <a:pt x="1984379" y="94147"/>
                </a:cubicBezTo>
                <a:cubicBezTo>
                  <a:pt x="1983066" y="94830"/>
                  <a:pt x="1982409" y="95802"/>
                  <a:pt x="1982409" y="97063"/>
                </a:cubicBezTo>
                <a:cubicBezTo>
                  <a:pt x="1982409" y="98009"/>
                  <a:pt x="1982934" y="98797"/>
                  <a:pt x="1983985" y="99427"/>
                </a:cubicBezTo>
                <a:cubicBezTo>
                  <a:pt x="1985035" y="100058"/>
                  <a:pt x="1986322" y="100557"/>
                  <a:pt x="1987846" y="100926"/>
                </a:cubicBezTo>
                <a:cubicBezTo>
                  <a:pt x="1989371" y="101293"/>
                  <a:pt x="1990895" y="101556"/>
                  <a:pt x="1992419" y="101715"/>
                </a:cubicBezTo>
                <a:cubicBezTo>
                  <a:pt x="1993942" y="101872"/>
                  <a:pt x="1995177" y="101951"/>
                  <a:pt x="1996123" y="101951"/>
                </a:cubicBezTo>
                <a:cubicBezTo>
                  <a:pt x="2003691" y="102475"/>
                  <a:pt x="2010470" y="103132"/>
                  <a:pt x="2016460" y="103921"/>
                </a:cubicBezTo>
                <a:cubicBezTo>
                  <a:pt x="2022452" y="104708"/>
                  <a:pt x="2027523" y="105996"/>
                  <a:pt x="2031673" y="107784"/>
                </a:cubicBezTo>
                <a:cubicBezTo>
                  <a:pt x="2035825" y="109571"/>
                  <a:pt x="2039005" y="112066"/>
                  <a:pt x="2041211" y="115271"/>
                </a:cubicBezTo>
                <a:cubicBezTo>
                  <a:pt x="2043420" y="118476"/>
                  <a:pt x="2044524" y="122655"/>
                  <a:pt x="2044524" y="127806"/>
                </a:cubicBezTo>
                <a:cubicBezTo>
                  <a:pt x="2044524" y="132325"/>
                  <a:pt x="2043631" y="136529"/>
                  <a:pt x="2041844" y="140416"/>
                </a:cubicBezTo>
                <a:cubicBezTo>
                  <a:pt x="2040058" y="144305"/>
                  <a:pt x="2037377" y="147668"/>
                  <a:pt x="2033802" y="150505"/>
                </a:cubicBezTo>
                <a:cubicBezTo>
                  <a:pt x="2030229" y="153344"/>
                  <a:pt x="2025841" y="155578"/>
                  <a:pt x="2020639" y="157207"/>
                </a:cubicBezTo>
                <a:cubicBezTo>
                  <a:pt x="2015436" y="158837"/>
                  <a:pt x="2009419" y="159651"/>
                  <a:pt x="2002587" y="159651"/>
                </a:cubicBezTo>
                <a:cubicBezTo>
                  <a:pt x="1996912" y="159651"/>
                  <a:pt x="1991709" y="159152"/>
                  <a:pt x="1986980" y="158153"/>
                </a:cubicBezTo>
                <a:cubicBezTo>
                  <a:pt x="1982250" y="157155"/>
                  <a:pt x="1978178" y="155605"/>
                  <a:pt x="1974762" y="153503"/>
                </a:cubicBezTo>
                <a:cubicBezTo>
                  <a:pt x="1971346" y="151400"/>
                  <a:pt x="1968718" y="148720"/>
                  <a:pt x="1966879" y="145461"/>
                </a:cubicBezTo>
                <a:cubicBezTo>
                  <a:pt x="1965041" y="142204"/>
                  <a:pt x="1964122" y="138315"/>
                  <a:pt x="1964122" y="133796"/>
                </a:cubicBezTo>
                <a:cubicBezTo>
                  <a:pt x="1964122" y="131169"/>
                  <a:pt x="1964489" y="128778"/>
                  <a:pt x="1965223" y="126623"/>
                </a:cubicBezTo>
                <a:cubicBezTo>
                  <a:pt x="1965960" y="124469"/>
                  <a:pt x="1966958" y="122551"/>
                  <a:pt x="1968218" y="120868"/>
                </a:cubicBezTo>
                <a:cubicBezTo>
                  <a:pt x="1969481" y="119186"/>
                  <a:pt x="1970900" y="117688"/>
                  <a:pt x="1972476" y="116375"/>
                </a:cubicBezTo>
                <a:cubicBezTo>
                  <a:pt x="1974053" y="115061"/>
                  <a:pt x="1975682" y="113984"/>
                  <a:pt x="1977365" y="113144"/>
                </a:cubicBezTo>
                <a:cubicBezTo>
                  <a:pt x="1974946" y="112302"/>
                  <a:pt x="1972739" y="111119"/>
                  <a:pt x="1970742" y="109596"/>
                </a:cubicBezTo>
                <a:cubicBezTo>
                  <a:pt x="1968745" y="108072"/>
                  <a:pt x="1967747" y="105629"/>
                  <a:pt x="1967747" y="102266"/>
                </a:cubicBezTo>
                <a:cubicBezTo>
                  <a:pt x="1967747" y="99847"/>
                  <a:pt x="1968299" y="97798"/>
                  <a:pt x="1969402" y="96117"/>
                </a:cubicBezTo>
                <a:cubicBezTo>
                  <a:pt x="1970505" y="94435"/>
                  <a:pt x="1971977" y="93068"/>
                  <a:pt x="1973816" y="92018"/>
                </a:cubicBezTo>
                <a:cubicBezTo>
                  <a:pt x="1975656" y="90968"/>
                  <a:pt x="1977705" y="90206"/>
                  <a:pt x="1979965" y="89733"/>
                </a:cubicBezTo>
                <a:cubicBezTo>
                  <a:pt x="1982225" y="89260"/>
                  <a:pt x="1984458" y="88970"/>
                  <a:pt x="1986665" y="88864"/>
                </a:cubicBezTo>
                <a:cubicBezTo>
                  <a:pt x="1986770" y="88864"/>
                  <a:pt x="1986823" y="88812"/>
                  <a:pt x="1986823" y="88708"/>
                </a:cubicBezTo>
                <a:cubicBezTo>
                  <a:pt x="1986823" y="88602"/>
                  <a:pt x="1986770" y="88549"/>
                  <a:pt x="1986665" y="88549"/>
                </a:cubicBezTo>
                <a:cubicBezTo>
                  <a:pt x="1981305" y="86447"/>
                  <a:pt x="1977101" y="83530"/>
                  <a:pt x="1974052" y="79800"/>
                </a:cubicBezTo>
                <a:cubicBezTo>
                  <a:pt x="1971005" y="76068"/>
                  <a:pt x="1969481" y="71049"/>
                  <a:pt x="1969481" y="64743"/>
                </a:cubicBezTo>
                <a:cubicBezTo>
                  <a:pt x="1969481" y="60434"/>
                  <a:pt x="1970270" y="56519"/>
                  <a:pt x="1971846" y="52999"/>
                </a:cubicBezTo>
                <a:cubicBezTo>
                  <a:pt x="1973423" y="49477"/>
                  <a:pt x="1975656" y="46482"/>
                  <a:pt x="1978546" y="44012"/>
                </a:cubicBezTo>
                <a:cubicBezTo>
                  <a:pt x="1981436" y="41542"/>
                  <a:pt x="1984930" y="39624"/>
                  <a:pt x="1989029" y="38258"/>
                </a:cubicBezTo>
                <a:cubicBezTo>
                  <a:pt x="1993128" y="36891"/>
                  <a:pt x="1997648" y="36208"/>
                  <a:pt x="2002587" y="36208"/>
                </a:cubicBezTo>
                <a:cubicBezTo>
                  <a:pt x="2008159" y="36208"/>
                  <a:pt x="2012599" y="36996"/>
                  <a:pt x="2015909" y="38573"/>
                </a:cubicBezTo>
                <a:cubicBezTo>
                  <a:pt x="2019219" y="40149"/>
                  <a:pt x="2022241" y="42199"/>
                  <a:pt x="2024974" y="44722"/>
                </a:cubicBezTo>
                <a:cubicBezTo>
                  <a:pt x="2026972" y="42725"/>
                  <a:pt x="2029337" y="41043"/>
                  <a:pt x="2032068" y="39677"/>
                </a:cubicBezTo>
                <a:cubicBezTo>
                  <a:pt x="2034800" y="38311"/>
                  <a:pt x="2037849" y="37628"/>
                  <a:pt x="2041214" y="37628"/>
                </a:cubicBezTo>
                <a:cubicBezTo>
                  <a:pt x="2042370" y="37628"/>
                  <a:pt x="2043657" y="37733"/>
                  <a:pt x="2045075" y="37943"/>
                </a:cubicBezTo>
                <a:cubicBezTo>
                  <a:pt x="2046494" y="38153"/>
                  <a:pt x="2047808" y="38547"/>
                  <a:pt x="2049015" y="39126"/>
                </a:cubicBezTo>
                <a:cubicBezTo>
                  <a:pt x="2050224" y="39704"/>
                  <a:pt x="2051223" y="40465"/>
                  <a:pt x="2052010" y="41412"/>
                </a:cubicBezTo>
                <a:cubicBezTo>
                  <a:pt x="2052799" y="42358"/>
                  <a:pt x="2053194" y="43619"/>
                  <a:pt x="2053194" y="45196"/>
                </a:cubicBezTo>
                <a:cubicBezTo>
                  <a:pt x="2053194" y="46982"/>
                  <a:pt x="2052721" y="48585"/>
                  <a:pt x="2051774" y="50004"/>
                </a:cubicBezTo>
                <a:cubicBezTo>
                  <a:pt x="2050830" y="51422"/>
                  <a:pt x="2048991" y="52131"/>
                  <a:pt x="2046258" y="52131"/>
                </a:cubicBezTo>
                <a:cubicBezTo>
                  <a:pt x="2044262" y="52131"/>
                  <a:pt x="2042947" y="51711"/>
                  <a:pt x="2042316" y="50870"/>
                </a:cubicBezTo>
                <a:cubicBezTo>
                  <a:pt x="2041685" y="50030"/>
                  <a:pt x="2041212" y="49137"/>
                  <a:pt x="2040896" y="48190"/>
                </a:cubicBezTo>
                <a:cubicBezTo>
                  <a:pt x="2040582" y="47244"/>
                  <a:pt x="2040215" y="46351"/>
                  <a:pt x="2039795" y="45511"/>
                </a:cubicBezTo>
                <a:cubicBezTo>
                  <a:pt x="2039374" y="44669"/>
                  <a:pt x="2038376" y="44248"/>
                  <a:pt x="2036800" y="44248"/>
                </a:cubicBezTo>
                <a:cubicBezTo>
                  <a:pt x="2035117" y="44248"/>
                  <a:pt x="2033435" y="44669"/>
                  <a:pt x="2031753" y="45511"/>
                </a:cubicBezTo>
                <a:cubicBezTo>
                  <a:pt x="2030072" y="46351"/>
                  <a:pt x="2028811" y="47454"/>
                  <a:pt x="2027971" y="48821"/>
                </a:cubicBezTo>
                <a:moveTo>
                  <a:pt x="1985245" y="114878"/>
                </a:moveTo>
                <a:cubicBezTo>
                  <a:pt x="1983459" y="116349"/>
                  <a:pt x="1982039" y="118451"/>
                  <a:pt x="1980987" y="121183"/>
                </a:cubicBezTo>
                <a:cubicBezTo>
                  <a:pt x="1979937" y="123916"/>
                  <a:pt x="1979412" y="126649"/>
                  <a:pt x="1979412" y="129382"/>
                </a:cubicBezTo>
                <a:cubicBezTo>
                  <a:pt x="1979412" y="133271"/>
                  <a:pt x="1980226" y="136660"/>
                  <a:pt x="1981856" y="139550"/>
                </a:cubicBezTo>
                <a:cubicBezTo>
                  <a:pt x="1983485" y="142440"/>
                  <a:pt x="1985613" y="144857"/>
                  <a:pt x="1988240" y="146801"/>
                </a:cubicBezTo>
                <a:cubicBezTo>
                  <a:pt x="1990869" y="148746"/>
                  <a:pt x="1993891" y="150192"/>
                  <a:pt x="1997307" y="151138"/>
                </a:cubicBezTo>
                <a:cubicBezTo>
                  <a:pt x="2000723" y="152084"/>
                  <a:pt x="2004217" y="152557"/>
                  <a:pt x="2007790" y="152557"/>
                </a:cubicBezTo>
                <a:cubicBezTo>
                  <a:pt x="2010943" y="152557"/>
                  <a:pt x="2013912" y="152031"/>
                  <a:pt x="2016696" y="150979"/>
                </a:cubicBezTo>
                <a:cubicBezTo>
                  <a:pt x="2019482" y="149929"/>
                  <a:pt x="2021926" y="148510"/>
                  <a:pt x="2024028" y="146724"/>
                </a:cubicBezTo>
                <a:cubicBezTo>
                  <a:pt x="2026131" y="144937"/>
                  <a:pt x="2027812" y="142835"/>
                  <a:pt x="2029073" y="140416"/>
                </a:cubicBezTo>
                <a:cubicBezTo>
                  <a:pt x="2030335" y="137999"/>
                  <a:pt x="2030966" y="135372"/>
                  <a:pt x="2030966" y="132535"/>
                </a:cubicBezTo>
                <a:cubicBezTo>
                  <a:pt x="2030966" y="128961"/>
                  <a:pt x="2029783" y="126070"/>
                  <a:pt x="2027418" y="123863"/>
                </a:cubicBezTo>
                <a:cubicBezTo>
                  <a:pt x="2025054" y="121657"/>
                  <a:pt x="2021822" y="119922"/>
                  <a:pt x="2017723" y="118660"/>
                </a:cubicBezTo>
                <a:cubicBezTo>
                  <a:pt x="2013624" y="117399"/>
                  <a:pt x="2008789" y="116506"/>
                  <a:pt x="2003217" y="115980"/>
                </a:cubicBezTo>
                <a:cubicBezTo>
                  <a:pt x="1997648" y="115456"/>
                  <a:pt x="1991657" y="115088"/>
                  <a:pt x="1985245" y="1148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signif">
            <a:extLst xmlns:a="http://schemas.openxmlformats.org/drawingml/2006/main">
              <a:ext uri="{FF2B5EF4-FFF2-40B4-BE49-F238E27FC236}">
                <a16:creationId xmlns:a16="http://schemas.microsoft.com/office/drawing/2014/main" id="{724DD94A-F356-42FE-9A36-8957860C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23" y="746842"/>
            <a:ext cx="402408" cy="159546"/>
          </a:xfrm>
          <a:custGeom xmlns:a="http://schemas.openxmlformats.org/drawingml/2006/main">
            <a:pathLst>
              <a:path w="402408" h="159546">
                <a:moveTo>
                  <a:pt x="49659" y="38468"/>
                </a:moveTo>
                <a:cubicBezTo>
                  <a:pt x="49344" y="39624"/>
                  <a:pt x="49056" y="41043"/>
                  <a:pt x="48793" y="42726"/>
                </a:cubicBezTo>
                <a:cubicBezTo>
                  <a:pt x="48530" y="44406"/>
                  <a:pt x="48398" y="46193"/>
                  <a:pt x="48398" y="48085"/>
                </a:cubicBezTo>
                <a:cubicBezTo>
                  <a:pt x="48398" y="50082"/>
                  <a:pt x="48450" y="52158"/>
                  <a:pt x="48555" y="54314"/>
                </a:cubicBezTo>
                <a:cubicBezTo>
                  <a:pt x="48660" y="56467"/>
                  <a:pt x="48713" y="58122"/>
                  <a:pt x="48713" y="59279"/>
                </a:cubicBezTo>
                <a:cubicBezTo>
                  <a:pt x="48713" y="59595"/>
                  <a:pt x="48503" y="59858"/>
                  <a:pt x="48083" y="60068"/>
                </a:cubicBezTo>
                <a:cubicBezTo>
                  <a:pt x="47663" y="60278"/>
                  <a:pt x="47190" y="60409"/>
                  <a:pt x="46664" y="60462"/>
                </a:cubicBezTo>
                <a:cubicBezTo>
                  <a:pt x="46139" y="60514"/>
                  <a:pt x="45666" y="60461"/>
                  <a:pt x="45244" y="60303"/>
                </a:cubicBezTo>
                <a:cubicBezTo>
                  <a:pt x="44824" y="60146"/>
                  <a:pt x="44562" y="59910"/>
                  <a:pt x="44458" y="59594"/>
                </a:cubicBezTo>
                <a:cubicBezTo>
                  <a:pt x="43302" y="54024"/>
                  <a:pt x="41409" y="49741"/>
                  <a:pt x="38781" y="46746"/>
                </a:cubicBezTo>
                <a:cubicBezTo>
                  <a:pt x="36154" y="43750"/>
                  <a:pt x="31950" y="42252"/>
                  <a:pt x="26170" y="42252"/>
                </a:cubicBezTo>
                <a:cubicBezTo>
                  <a:pt x="22281" y="42252"/>
                  <a:pt x="19076" y="43225"/>
                  <a:pt x="16553" y="45170"/>
                </a:cubicBezTo>
                <a:cubicBezTo>
                  <a:pt x="14030" y="47114"/>
                  <a:pt x="12769" y="49715"/>
                  <a:pt x="12769" y="52974"/>
                </a:cubicBezTo>
                <a:cubicBezTo>
                  <a:pt x="12769" y="55705"/>
                  <a:pt x="13819" y="57806"/>
                  <a:pt x="15920" y="59279"/>
                </a:cubicBezTo>
                <a:cubicBezTo>
                  <a:pt x="18023" y="60749"/>
                  <a:pt x="20808" y="62116"/>
                  <a:pt x="24277" y="63378"/>
                </a:cubicBezTo>
                <a:cubicBezTo>
                  <a:pt x="25749" y="63904"/>
                  <a:pt x="27510" y="64561"/>
                  <a:pt x="29560" y="65350"/>
                </a:cubicBezTo>
                <a:cubicBezTo>
                  <a:pt x="31610" y="66138"/>
                  <a:pt x="33265" y="66794"/>
                  <a:pt x="34525" y="67318"/>
                </a:cubicBezTo>
                <a:cubicBezTo>
                  <a:pt x="37258" y="68580"/>
                  <a:pt x="39806" y="69895"/>
                  <a:pt x="42170" y="71261"/>
                </a:cubicBezTo>
                <a:cubicBezTo>
                  <a:pt x="44536" y="72627"/>
                  <a:pt x="46585" y="74230"/>
                  <a:pt x="48319" y="76070"/>
                </a:cubicBezTo>
                <a:cubicBezTo>
                  <a:pt x="50054" y="77908"/>
                  <a:pt x="51420" y="79983"/>
                  <a:pt x="52418" y="82295"/>
                </a:cubicBezTo>
                <a:cubicBezTo>
                  <a:pt x="53417" y="84608"/>
                  <a:pt x="53917" y="87289"/>
                  <a:pt x="53917" y="90337"/>
                </a:cubicBezTo>
                <a:cubicBezTo>
                  <a:pt x="53917" y="94331"/>
                  <a:pt x="53075" y="97667"/>
                  <a:pt x="51393" y="100347"/>
                </a:cubicBezTo>
                <a:cubicBezTo>
                  <a:pt x="49712" y="103027"/>
                  <a:pt x="47558" y="105181"/>
                  <a:pt x="44929" y="106811"/>
                </a:cubicBezTo>
                <a:cubicBezTo>
                  <a:pt x="42302" y="108440"/>
                  <a:pt x="39307" y="109622"/>
                  <a:pt x="35944" y="110357"/>
                </a:cubicBezTo>
                <a:cubicBezTo>
                  <a:pt x="32581" y="111093"/>
                  <a:pt x="29270" y="111461"/>
                  <a:pt x="26012" y="111461"/>
                </a:cubicBezTo>
                <a:cubicBezTo>
                  <a:pt x="23279" y="111461"/>
                  <a:pt x="20231" y="111146"/>
                  <a:pt x="16868" y="110515"/>
                </a:cubicBezTo>
                <a:cubicBezTo>
                  <a:pt x="13505" y="109885"/>
                  <a:pt x="10562" y="108992"/>
                  <a:pt x="8039" y="107836"/>
                </a:cubicBezTo>
                <a:cubicBezTo>
                  <a:pt x="7409" y="107626"/>
                  <a:pt x="6753" y="107731"/>
                  <a:pt x="6069" y="108151"/>
                </a:cubicBezTo>
                <a:cubicBezTo>
                  <a:pt x="5386" y="108571"/>
                  <a:pt x="4939" y="109359"/>
                  <a:pt x="4729" y="110515"/>
                </a:cubicBezTo>
                <a:cubicBezTo>
                  <a:pt x="4729" y="110831"/>
                  <a:pt x="4493" y="111041"/>
                  <a:pt x="4020" y="111146"/>
                </a:cubicBezTo>
                <a:cubicBezTo>
                  <a:pt x="3547" y="111252"/>
                  <a:pt x="3047" y="111304"/>
                  <a:pt x="2521" y="111304"/>
                </a:cubicBezTo>
                <a:cubicBezTo>
                  <a:pt x="2101" y="111304"/>
                  <a:pt x="1681" y="111225"/>
                  <a:pt x="1261" y="111066"/>
                </a:cubicBezTo>
                <a:cubicBezTo>
                  <a:pt x="840" y="110909"/>
                  <a:pt x="630" y="110673"/>
                  <a:pt x="630" y="110359"/>
                </a:cubicBezTo>
                <a:cubicBezTo>
                  <a:pt x="630" y="109517"/>
                  <a:pt x="735" y="108361"/>
                  <a:pt x="945" y="106890"/>
                </a:cubicBezTo>
                <a:cubicBezTo>
                  <a:pt x="1155" y="105418"/>
                  <a:pt x="1261" y="104052"/>
                  <a:pt x="1261" y="102791"/>
                </a:cubicBezTo>
                <a:cubicBezTo>
                  <a:pt x="1261" y="101529"/>
                  <a:pt x="1181" y="100136"/>
                  <a:pt x="1022" y="98613"/>
                </a:cubicBezTo>
                <a:cubicBezTo>
                  <a:pt x="865" y="97089"/>
                  <a:pt x="708" y="95592"/>
                  <a:pt x="551" y="94121"/>
                </a:cubicBezTo>
                <a:cubicBezTo>
                  <a:pt x="394" y="92649"/>
                  <a:pt x="262" y="91335"/>
                  <a:pt x="156" y="90179"/>
                </a:cubicBezTo>
                <a:cubicBezTo>
                  <a:pt x="52" y="89022"/>
                  <a:pt x="0" y="88181"/>
                  <a:pt x="0" y="87655"/>
                </a:cubicBezTo>
                <a:cubicBezTo>
                  <a:pt x="0" y="87235"/>
                  <a:pt x="210" y="86920"/>
                  <a:pt x="630" y="86710"/>
                </a:cubicBezTo>
                <a:cubicBezTo>
                  <a:pt x="1050" y="86500"/>
                  <a:pt x="1523" y="86369"/>
                  <a:pt x="2047" y="86318"/>
                </a:cubicBezTo>
                <a:cubicBezTo>
                  <a:pt x="2573" y="86265"/>
                  <a:pt x="3073" y="86317"/>
                  <a:pt x="3546" y="86474"/>
                </a:cubicBezTo>
                <a:cubicBezTo>
                  <a:pt x="4019" y="86631"/>
                  <a:pt x="4308" y="86920"/>
                  <a:pt x="4414" y="87340"/>
                </a:cubicBezTo>
                <a:cubicBezTo>
                  <a:pt x="5149" y="90389"/>
                  <a:pt x="6094" y="93069"/>
                  <a:pt x="7250" y="95382"/>
                </a:cubicBezTo>
                <a:cubicBezTo>
                  <a:pt x="8407" y="97693"/>
                  <a:pt x="9852" y="99637"/>
                  <a:pt x="11585" y="101215"/>
                </a:cubicBezTo>
                <a:cubicBezTo>
                  <a:pt x="13321" y="102792"/>
                  <a:pt x="15423" y="103975"/>
                  <a:pt x="17893" y="104764"/>
                </a:cubicBezTo>
                <a:cubicBezTo>
                  <a:pt x="20363" y="105551"/>
                  <a:pt x="23332" y="105945"/>
                  <a:pt x="26801" y="105945"/>
                </a:cubicBezTo>
                <a:cubicBezTo>
                  <a:pt x="30584" y="105945"/>
                  <a:pt x="33657" y="104894"/>
                  <a:pt x="36021" y="102791"/>
                </a:cubicBezTo>
                <a:cubicBezTo>
                  <a:pt x="38387" y="100689"/>
                  <a:pt x="39570" y="97746"/>
                  <a:pt x="39570" y="93963"/>
                </a:cubicBezTo>
                <a:cubicBezTo>
                  <a:pt x="39570" y="90600"/>
                  <a:pt x="38387" y="87946"/>
                  <a:pt x="36021" y="86002"/>
                </a:cubicBezTo>
                <a:cubicBezTo>
                  <a:pt x="33657" y="84057"/>
                  <a:pt x="30899" y="82348"/>
                  <a:pt x="27746" y="80876"/>
                </a:cubicBezTo>
                <a:cubicBezTo>
                  <a:pt x="26274" y="80246"/>
                  <a:pt x="24776" y="79616"/>
                  <a:pt x="23252" y="78985"/>
                </a:cubicBezTo>
                <a:cubicBezTo>
                  <a:pt x="21729" y="78355"/>
                  <a:pt x="20179" y="77725"/>
                  <a:pt x="18602" y="77095"/>
                </a:cubicBezTo>
                <a:cubicBezTo>
                  <a:pt x="16290" y="76148"/>
                  <a:pt x="14004" y="75176"/>
                  <a:pt x="11744" y="74179"/>
                </a:cubicBezTo>
                <a:cubicBezTo>
                  <a:pt x="9484" y="73180"/>
                  <a:pt x="7487" y="71944"/>
                  <a:pt x="5752" y="70472"/>
                </a:cubicBezTo>
                <a:cubicBezTo>
                  <a:pt x="4018" y="69000"/>
                  <a:pt x="2626" y="67160"/>
                  <a:pt x="1576" y="64953"/>
                </a:cubicBezTo>
                <a:cubicBezTo>
                  <a:pt x="525" y="62747"/>
                  <a:pt x="0" y="60014"/>
                  <a:pt x="0" y="56755"/>
                </a:cubicBezTo>
                <a:cubicBezTo>
                  <a:pt x="0" y="52972"/>
                  <a:pt x="814" y="49767"/>
                  <a:pt x="2442" y="47140"/>
                </a:cubicBezTo>
                <a:cubicBezTo>
                  <a:pt x="4071" y="44512"/>
                  <a:pt x="6173" y="42383"/>
                  <a:pt x="8747" y="40756"/>
                </a:cubicBezTo>
                <a:cubicBezTo>
                  <a:pt x="11322" y="39126"/>
                  <a:pt x="14187" y="37943"/>
                  <a:pt x="17340" y="37207"/>
                </a:cubicBezTo>
                <a:cubicBezTo>
                  <a:pt x="20494" y="36471"/>
                  <a:pt x="23595" y="36103"/>
                  <a:pt x="26642" y="36103"/>
                </a:cubicBezTo>
                <a:cubicBezTo>
                  <a:pt x="29585" y="36103"/>
                  <a:pt x="32186" y="36445"/>
                  <a:pt x="34446" y="37128"/>
                </a:cubicBezTo>
                <a:cubicBezTo>
                  <a:pt x="36705" y="37811"/>
                  <a:pt x="39202" y="39046"/>
                  <a:pt x="41934" y="40833"/>
                </a:cubicBezTo>
                <a:cubicBezTo>
                  <a:pt x="42355" y="41043"/>
                  <a:pt x="42906" y="41017"/>
                  <a:pt x="43589" y="40756"/>
                </a:cubicBezTo>
                <a:cubicBezTo>
                  <a:pt x="44273" y="40493"/>
                  <a:pt x="44824" y="39625"/>
                  <a:pt x="45244" y="38153"/>
                </a:cubicBezTo>
                <a:cubicBezTo>
                  <a:pt x="45350" y="37733"/>
                  <a:pt x="45665" y="37470"/>
                  <a:pt x="46190" y="37366"/>
                </a:cubicBezTo>
                <a:cubicBezTo>
                  <a:pt x="46716" y="37260"/>
                  <a:pt x="47242" y="37234"/>
                  <a:pt x="47768" y="37287"/>
                </a:cubicBezTo>
                <a:cubicBezTo>
                  <a:pt x="48294" y="37338"/>
                  <a:pt x="48767" y="37470"/>
                  <a:pt x="49187" y="37681"/>
                </a:cubicBezTo>
                <a:cubicBezTo>
                  <a:pt x="49607" y="37891"/>
                  <a:pt x="49765" y="38154"/>
                  <a:pt x="49659" y="38468"/>
                </a:cubicBezTo>
                <a:close/>
                <a:moveTo>
                  <a:pt x="87166" y="90809"/>
                </a:moveTo>
                <a:cubicBezTo>
                  <a:pt x="87166" y="93437"/>
                  <a:pt x="87218" y="95645"/>
                  <a:pt x="87322" y="97431"/>
                </a:cubicBezTo>
                <a:cubicBezTo>
                  <a:pt x="87428" y="99218"/>
                  <a:pt x="87796" y="100689"/>
                  <a:pt x="88426" y="101846"/>
                </a:cubicBezTo>
                <a:cubicBezTo>
                  <a:pt x="89057" y="103002"/>
                  <a:pt x="90029" y="103895"/>
                  <a:pt x="91342" y="104526"/>
                </a:cubicBezTo>
                <a:cubicBezTo>
                  <a:pt x="92657" y="105156"/>
                  <a:pt x="94523" y="105629"/>
                  <a:pt x="96940" y="105945"/>
                </a:cubicBezTo>
                <a:cubicBezTo>
                  <a:pt x="97570" y="106049"/>
                  <a:pt x="98043" y="106338"/>
                  <a:pt x="98359" y="106811"/>
                </a:cubicBezTo>
                <a:cubicBezTo>
                  <a:pt x="98675" y="107284"/>
                  <a:pt x="98833" y="107836"/>
                  <a:pt x="98833" y="108466"/>
                </a:cubicBezTo>
                <a:cubicBezTo>
                  <a:pt x="98833" y="108992"/>
                  <a:pt x="98675" y="109491"/>
                  <a:pt x="98359" y="109965"/>
                </a:cubicBezTo>
                <a:cubicBezTo>
                  <a:pt x="98043" y="110438"/>
                  <a:pt x="97570" y="110674"/>
                  <a:pt x="96940" y="110674"/>
                </a:cubicBezTo>
                <a:cubicBezTo>
                  <a:pt x="95047" y="110674"/>
                  <a:pt x="92577" y="110490"/>
                  <a:pt x="89528" y="110121"/>
                </a:cubicBezTo>
                <a:cubicBezTo>
                  <a:pt x="86481" y="109754"/>
                  <a:pt x="83381" y="109570"/>
                  <a:pt x="80228" y="109570"/>
                </a:cubicBezTo>
                <a:cubicBezTo>
                  <a:pt x="76865" y="109570"/>
                  <a:pt x="73581" y="109754"/>
                  <a:pt x="70375" y="110121"/>
                </a:cubicBezTo>
                <a:cubicBezTo>
                  <a:pt x="67169" y="110490"/>
                  <a:pt x="64095" y="110674"/>
                  <a:pt x="61152" y="110674"/>
                </a:cubicBezTo>
                <a:cubicBezTo>
                  <a:pt x="60627" y="110674"/>
                  <a:pt x="60207" y="110438"/>
                  <a:pt x="59891" y="109965"/>
                </a:cubicBezTo>
                <a:cubicBezTo>
                  <a:pt x="59577" y="109491"/>
                  <a:pt x="59420" y="108992"/>
                  <a:pt x="59420" y="108466"/>
                </a:cubicBezTo>
                <a:cubicBezTo>
                  <a:pt x="59420" y="107836"/>
                  <a:pt x="59577" y="107284"/>
                  <a:pt x="59891" y="106811"/>
                </a:cubicBezTo>
                <a:cubicBezTo>
                  <a:pt x="60207" y="106338"/>
                  <a:pt x="60680" y="106049"/>
                  <a:pt x="61311" y="105945"/>
                </a:cubicBezTo>
                <a:cubicBezTo>
                  <a:pt x="64043" y="105629"/>
                  <a:pt x="66171" y="105156"/>
                  <a:pt x="67695" y="104526"/>
                </a:cubicBezTo>
                <a:cubicBezTo>
                  <a:pt x="69219" y="103895"/>
                  <a:pt x="70322" y="103028"/>
                  <a:pt x="71005" y="101925"/>
                </a:cubicBezTo>
                <a:cubicBezTo>
                  <a:pt x="71688" y="100820"/>
                  <a:pt x="72082" y="99454"/>
                  <a:pt x="72186" y="97826"/>
                </a:cubicBezTo>
                <a:cubicBezTo>
                  <a:pt x="72292" y="96197"/>
                  <a:pt x="72345" y="94173"/>
                  <a:pt x="72345" y="91754"/>
                </a:cubicBezTo>
                <a:lnTo>
                  <a:pt x="72345" y="66373"/>
                </a:lnTo>
                <a:cubicBezTo>
                  <a:pt x="72345" y="61853"/>
                  <a:pt x="72240" y="58227"/>
                  <a:pt x="72030" y="55495"/>
                </a:cubicBezTo>
                <a:cubicBezTo>
                  <a:pt x="71820" y="52762"/>
                  <a:pt x="71347" y="50687"/>
                  <a:pt x="70611" y="49269"/>
                </a:cubicBezTo>
                <a:cubicBezTo>
                  <a:pt x="69876" y="47850"/>
                  <a:pt x="68773" y="46877"/>
                  <a:pt x="67300" y="46351"/>
                </a:cubicBezTo>
                <a:cubicBezTo>
                  <a:pt x="65830" y="45825"/>
                  <a:pt x="63833" y="45405"/>
                  <a:pt x="61311" y="45090"/>
                </a:cubicBezTo>
                <a:cubicBezTo>
                  <a:pt x="60680" y="45090"/>
                  <a:pt x="60207" y="44827"/>
                  <a:pt x="59891" y="44301"/>
                </a:cubicBezTo>
                <a:cubicBezTo>
                  <a:pt x="59577" y="43775"/>
                  <a:pt x="59420" y="43250"/>
                  <a:pt x="59420" y="42726"/>
                </a:cubicBezTo>
                <a:cubicBezTo>
                  <a:pt x="59420" y="42200"/>
                  <a:pt x="59577" y="41675"/>
                  <a:pt x="59891" y="41150"/>
                </a:cubicBezTo>
                <a:cubicBezTo>
                  <a:pt x="60207" y="40624"/>
                  <a:pt x="60680" y="40361"/>
                  <a:pt x="61311" y="40361"/>
                </a:cubicBezTo>
                <a:cubicBezTo>
                  <a:pt x="62361" y="40255"/>
                  <a:pt x="63648" y="40150"/>
                  <a:pt x="65171" y="40046"/>
                </a:cubicBezTo>
                <a:cubicBezTo>
                  <a:pt x="66697" y="39940"/>
                  <a:pt x="68300" y="39809"/>
                  <a:pt x="69980" y="39651"/>
                </a:cubicBezTo>
                <a:cubicBezTo>
                  <a:pt x="71663" y="39493"/>
                  <a:pt x="73371" y="39283"/>
                  <a:pt x="75104" y="39021"/>
                </a:cubicBezTo>
                <a:cubicBezTo>
                  <a:pt x="76839" y="38758"/>
                  <a:pt x="78390" y="38469"/>
                  <a:pt x="79757" y="38153"/>
                </a:cubicBezTo>
                <a:cubicBezTo>
                  <a:pt x="80913" y="37943"/>
                  <a:pt x="81833" y="37706"/>
                  <a:pt x="82516" y="37443"/>
                </a:cubicBezTo>
                <a:cubicBezTo>
                  <a:pt x="83199" y="37180"/>
                  <a:pt x="83751" y="37049"/>
                  <a:pt x="84171" y="37049"/>
                </a:cubicBezTo>
                <a:cubicBezTo>
                  <a:pt x="85431" y="37049"/>
                  <a:pt x="86245" y="37417"/>
                  <a:pt x="86613" y="38153"/>
                </a:cubicBezTo>
                <a:cubicBezTo>
                  <a:pt x="86981" y="38889"/>
                  <a:pt x="87166" y="39572"/>
                  <a:pt x="87166" y="40202"/>
                </a:cubicBezTo>
                <a:lnTo>
                  <a:pt x="87166" y="90809"/>
                </a:lnTo>
                <a:moveTo>
                  <a:pt x="78809" y="20970"/>
                </a:moveTo>
                <a:cubicBezTo>
                  <a:pt x="76182" y="20970"/>
                  <a:pt x="73922" y="20155"/>
                  <a:pt x="72030" y="18525"/>
                </a:cubicBezTo>
                <a:cubicBezTo>
                  <a:pt x="70139" y="16896"/>
                  <a:pt x="69194" y="14873"/>
                  <a:pt x="69194" y="12456"/>
                </a:cubicBezTo>
                <a:cubicBezTo>
                  <a:pt x="69194" y="10038"/>
                  <a:pt x="70087" y="7988"/>
                  <a:pt x="71873" y="6307"/>
                </a:cubicBezTo>
                <a:cubicBezTo>
                  <a:pt x="73660" y="4625"/>
                  <a:pt x="75867" y="3784"/>
                  <a:pt x="78494" y="3784"/>
                </a:cubicBezTo>
                <a:cubicBezTo>
                  <a:pt x="81016" y="3784"/>
                  <a:pt x="83092" y="4652"/>
                  <a:pt x="84722" y="6387"/>
                </a:cubicBezTo>
                <a:cubicBezTo>
                  <a:pt x="86351" y="8120"/>
                  <a:pt x="87166" y="10196"/>
                  <a:pt x="87166" y="12613"/>
                </a:cubicBezTo>
                <a:cubicBezTo>
                  <a:pt x="87166" y="14925"/>
                  <a:pt x="86378" y="16896"/>
                  <a:pt x="84801" y="18525"/>
                </a:cubicBezTo>
                <a:cubicBezTo>
                  <a:pt x="83225" y="20155"/>
                  <a:pt x="81227" y="20970"/>
                  <a:pt x="78809" y="20970"/>
                </a:cubicBezTo>
                <a:close/>
                <a:moveTo>
                  <a:pt x="140910" y="85923"/>
                </a:moveTo>
                <a:cubicBezTo>
                  <a:pt x="146375" y="85923"/>
                  <a:pt x="150290" y="84136"/>
                  <a:pt x="152654" y="80563"/>
                </a:cubicBezTo>
                <a:cubicBezTo>
                  <a:pt x="155020" y="76989"/>
                  <a:pt x="156202" y="71785"/>
                  <a:pt x="156202" y="64953"/>
                </a:cubicBezTo>
                <a:cubicBezTo>
                  <a:pt x="156202" y="61486"/>
                  <a:pt x="156018" y="58334"/>
                  <a:pt x="155649" y="55497"/>
                </a:cubicBezTo>
                <a:cubicBezTo>
                  <a:pt x="155282" y="52658"/>
                  <a:pt x="154572" y="50214"/>
                  <a:pt x="153520" y="48165"/>
                </a:cubicBezTo>
                <a:cubicBezTo>
                  <a:pt x="152470" y="46115"/>
                  <a:pt x="151078" y="44539"/>
                  <a:pt x="149344" y="43435"/>
                </a:cubicBezTo>
                <a:cubicBezTo>
                  <a:pt x="147610" y="42330"/>
                  <a:pt x="145377" y="41778"/>
                  <a:pt x="142644" y="41778"/>
                </a:cubicBezTo>
                <a:cubicBezTo>
                  <a:pt x="139281" y="41778"/>
                  <a:pt x="136575" y="42488"/>
                  <a:pt x="134525" y="43907"/>
                </a:cubicBezTo>
                <a:cubicBezTo>
                  <a:pt x="132476" y="45326"/>
                  <a:pt x="130873" y="47139"/>
                  <a:pt x="129717" y="49346"/>
                </a:cubicBezTo>
                <a:cubicBezTo>
                  <a:pt x="128560" y="51553"/>
                  <a:pt x="127772" y="54022"/>
                  <a:pt x="127352" y="56755"/>
                </a:cubicBezTo>
                <a:cubicBezTo>
                  <a:pt x="126932" y="59488"/>
                  <a:pt x="126722" y="62169"/>
                  <a:pt x="126722" y="64797"/>
                </a:cubicBezTo>
                <a:cubicBezTo>
                  <a:pt x="126722" y="71733"/>
                  <a:pt x="127930" y="76989"/>
                  <a:pt x="130347" y="80563"/>
                </a:cubicBezTo>
                <a:cubicBezTo>
                  <a:pt x="132764" y="84136"/>
                  <a:pt x="136285" y="85923"/>
                  <a:pt x="140910" y="85923"/>
                </a:cubicBezTo>
                <a:moveTo>
                  <a:pt x="168500" y="48716"/>
                </a:moveTo>
                <a:cubicBezTo>
                  <a:pt x="169970" y="50922"/>
                  <a:pt x="171047" y="53261"/>
                  <a:pt x="171730" y="55730"/>
                </a:cubicBezTo>
                <a:cubicBezTo>
                  <a:pt x="172414" y="58200"/>
                  <a:pt x="172808" y="60696"/>
                  <a:pt x="172914" y="63219"/>
                </a:cubicBezTo>
                <a:cubicBezTo>
                  <a:pt x="172914" y="67844"/>
                  <a:pt x="172046" y="71918"/>
                  <a:pt x="170311" y="75439"/>
                </a:cubicBezTo>
                <a:cubicBezTo>
                  <a:pt x="168577" y="78960"/>
                  <a:pt x="166213" y="81928"/>
                  <a:pt x="163217" y="84345"/>
                </a:cubicBezTo>
                <a:cubicBezTo>
                  <a:pt x="160221" y="86762"/>
                  <a:pt x="156779" y="88601"/>
                  <a:pt x="152890" y="89863"/>
                </a:cubicBezTo>
                <a:cubicBezTo>
                  <a:pt x="149002" y="91124"/>
                  <a:pt x="144851" y="91754"/>
                  <a:pt x="140436" y="91754"/>
                </a:cubicBezTo>
                <a:cubicBezTo>
                  <a:pt x="139175" y="91754"/>
                  <a:pt x="137546" y="91807"/>
                  <a:pt x="135548" y="91913"/>
                </a:cubicBezTo>
                <a:cubicBezTo>
                  <a:pt x="133551" y="92017"/>
                  <a:pt x="131607" y="92227"/>
                  <a:pt x="129714" y="92543"/>
                </a:cubicBezTo>
                <a:cubicBezTo>
                  <a:pt x="127823" y="92859"/>
                  <a:pt x="126221" y="93359"/>
                  <a:pt x="124908" y="94042"/>
                </a:cubicBezTo>
                <a:cubicBezTo>
                  <a:pt x="123594" y="94725"/>
                  <a:pt x="122938" y="95697"/>
                  <a:pt x="122938" y="96958"/>
                </a:cubicBezTo>
                <a:cubicBezTo>
                  <a:pt x="122938" y="97904"/>
                  <a:pt x="123463" y="98692"/>
                  <a:pt x="124513" y="99322"/>
                </a:cubicBezTo>
                <a:cubicBezTo>
                  <a:pt x="125564" y="99952"/>
                  <a:pt x="126851" y="100452"/>
                  <a:pt x="128374" y="100821"/>
                </a:cubicBezTo>
                <a:cubicBezTo>
                  <a:pt x="129900" y="101188"/>
                  <a:pt x="131424" y="101451"/>
                  <a:pt x="132947" y="101610"/>
                </a:cubicBezTo>
                <a:cubicBezTo>
                  <a:pt x="134471" y="101767"/>
                  <a:pt x="135706" y="101846"/>
                  <a:pt x="136652" y="101846"/>
                </a:cubicBezTo>
                <a:cubicBezTo>
                  <a:pt x="144220" y="102370"/>
                  <a:pt x="150999" y="103027"/>
                  <a:pt x="156989" y="103816"/>
                </a:cubicBezTo>
                <a:cubicBezTo>
                  <a:pt x="162980" y="104603"/>
                  <a:pt x="168051" y="105891"/>
                  <a:pt x="172202" y="107679"/>
                </a:cubicBezTo>
                <a:cubicBezTo>
                  <a:pt x="176354" y="109466"/>
                  <a:pt x="179533" y="111961"/>
                  <a:pt x="181740" y="115165"/>
                </a:cubicBezTo>
                <a:cubicBezTo>
                  <a:pt x="183948" y="118371"/>
                  <a:pt x="185053" y="122550"/>
                  <a:pt x="185053" y="127701"/>
                </a:cubicBezTo>
                <a:cubicBezTo>
                  <a:pt x="185053" y="132220"/>
                  <a:pt x="184159" y="136424"/>
                  <a:pt x="182373" y="140311"/>
                </a:cubicBezTo>
                <a:cubicBezTo>
                  <a:pt x="180586" y="144200"/>
                  <a:pt x="177906" y="147563"/>
                  <a:pt x="174331" y="150400"/>
                </a:cubicBezTo>
                <a:cubicBezTo>
                  <a:pt x="170758" y="153239"/>
                  <a:pt x="166370" y="155473"/>
                  <a:pt x="161167" y="157102"/>
                </a:cubicBezTo>
                <a:cubicBezTo>
                  <a:pt x="155965" y="158732"/>
                  <a:pt x="149948" y="159546"/>
                  <a:pt x="143116" y="159546"/>
                </a:cubicBezTo>
                <a:cubicBezTo>
                  <a:pt x="137440" y="159546"/>
                  <a:pt x="132238" y="159047"/>
                  <a:pt x="127508" y="158048"/>
                </a:cubicBezTo>
                <a:cubicBezTo>
                  <a:pt x="122779" y="157050"/>
                  <a:pt x="118706" y="155500"/>
                  <a:pt x="115290" y="153398"/>
                </a:cubicBezTo>
                <a:cubicBezTo>
                  <a:pt x="111874" y="151295"/>
                  <a:pt x="109247" y="148614"/>
                  <a:pt x="107407" y="145356"/>
                </a:cubicBezTo>
                <a:cubicBezTo>
                  <a:pt x="105569" y="142099"/>
                  <a:pt x="104650" y="138210"/>
                  <a:pt x="104650" y="133691"/>
                </a:cubicBezTo>
                <a:cubicBezTo>
                  <a:pt x="104650" y="131064"/>
                  <a:pt x="105018" y="128673"/>
                  <a:pt x="105752" y="126517"/>
                </a:cubicBezTo>
                <a:cubicBezTo>
                  <a:pt x="106488" y="124364"/>
                  <a:pt x="107487" y="122446"/>
                  <a:pt x="108747" y="120763"/>
                </a:cubicBezTo>
                <a:cubicBezTo>
                  <a:pt x="110009" y="119081"/>
                  <a:pt x="111429" y="117583"/>
                  <a:pt x="113005" y="116270"/>
                </a:cubicBezTo>
                <a:cubicBezTo>
                  <a:pt x="114581" y="114956"/>
                  <a:pt x="116211" y="113879"/>
                  <a:pt x="117893" y="113039"/>
                </a:cubicBezTo>
                <a:cubicBezTo>
                  <a:pt x="115475" y="112197"/>
                  <a:pt x="113267" y="111014"/>
                  <a:pt x="111271" y="109491"/>
                </a:cubicBezTo>
                <a:cubicBezTo>
                  <a:pt x="109274" y="107967"/>
                  <a:pt x="108276" y="105524"/>
                  <a:pt x="108276" y="102161"/>
                </a:cubicBezTo>
                <a:cubicBezTo>
                  <a:pt x="108276" y="99742"/>
                  <a:pt x="108827" y="97693"/>
                  <a:pt x="109931" y="96012"/>
                </a:cubicBezTo>
                <a:cubicBezTo>
                  <a:pt x="111034" y="94330"/>
                  <a:pt x="112505" y="92963"/>
                  <a:pt x="114345" y="91913"/>
                </a:cubicBezTo>
                <a:cubicBezTo>
                  <a:pt x="116184" y="90863"/>
                  <a:pt x="118234" y="90101"/>
                  <a:pt x="120494" y="89628"/>
                </a:cubicBezTo>
                <a:cubicBezTo>
                  <a:pt x="122753" y="89155"/>
                  <a:pt x="124986" y="88865"/>
                  <a:pt x="127193" y="88759"/>
                </a:cubicBezTo>
                <a:cubicBezTo>
                  <a:pt x="127299" y="88759"/>
                  <a:pt x="127352" y="88707"/>
                  <a:pt x="127352" y="88603"/>
                </a:cubicBezTo>
                <a:cubicBezTo>
                  <a:pt x="127352" y="88497"/>
                  <a:pt x="127299" y="88444"/>
                  <a:pt x="127193" y="88444"/>
                </a:cubicBezTo>
                <a:cubicBezTo>
                  <a:pt x="121834" y="86342"/>
                  <a:pt x="117629" y="83425"/>
                  <a:pt x="114581" y="79695"/>
                </a:cubicBezTo>
                <a:cubicBezTo>
                  <a:pt x="111534" y="75963"/>
                  <a:pt x="110010" y="70944"/>
                  <a:pt x="110010" y="64638"/>
                </a:cubicBezTo>
                <a:cubicBezTo>
                  <a:pt x="110010" y="60329"/>
                  <a:pt x="110798" y="56414"/>
                  <a:pt x="112375" y="52894"/>
                </a:cubicBezTo>
                <a:cubicBezTo>
                  <a:pt x="113951" y="49372"/>
                  <a:pt x="116184" y="46377"/>
                  <a:pt x="119074" y="43907"/>
                </a:cubicBezTo>
                <a:cubicBezTo>
                  <a:pt x="121964" y="41437"/>
                  <a:pt x="125459" y="39519"/>
                  <a:pt x="129558" y="38153"/>
                </a:cubicBezTo>
                <a:cubicBezTo>
                  <a:pt x="133657" y="36786"/>
                  <a:pt x="138176" y="36103"/>
                  <a:pt x="143116" y="36103"/>
                </a:cubicBezTo>
                <a:cubicBezTo>
                  <a:pt x="148687" y="36103"/>
                  <a:pt x="153128" y="36891"/>
                  <a:pt x="156438" y="38468"/>
                </a:cubicBezTo>
                <a:cubicBezTo>
                  <a:pt x="159748" y="40044"/>
                  <a:pt x="162770" y="42094"/>
                  <a:pt x="165502" y="44617"/>
                </a:cubicBezTo>
                <a:cubicBezTo>
                  <a:pt x="167501" y="42620"/>
                  <a:pt x="169865" y="40938"/>
                  <a:pt x="172596" y="39572"/>
                </a:cubicBezTo>
                <a:cubicBezTo>
                  <a:pt x="175329" y="38206"/>
                  <a:pt x="178378" y="37522"/>
                  <a:pt x="181742" y="37522"/>
                </a:cubicBezTo>
                <a:cubicBezTo>
                  <a:pt x="182899" y="37522"/>
                  <a:pt x="184186" y="37628"/>
                  <a:pt x="185603" y="37838"/>
                </a:cubicBezTo>
                <a:cubicBezTo>
                  <a:pt x="187023" y="38048"/>
                  <a:pt x="188336" y="38442"/>
                  <a:pt x="189544" y="39021"/>
                </a:cubicBezTo>
                <a:cubicBezTo>
                  <a:pt x="190753" y="39599"/>
                  <a:pt x="191751" y="40360"/>
                  <a:pt x="192539" y="41306"/>
                </a:cubicBezTo>
                <a:cubicBezTo>
                  <a:pt x="193328" y="42253"/>
                  <a:pt x="193722" y="43514"/>
                  <a:pt x="193722" y="45090"/>
                </a:cubicBezTo>
                <a:cubicBezTo>
                  <a:pt x="193722" y="46877"/>
                  <a:pt x="193249" y="48480"/>
                  <a:pt x="192303" y="49899"/>
                </a:cubicBezTo>
                <a:cubicBezTo>
                  <a:pt x="191358" y="51317"/>
                  <a:pt x="189520" y="52026"/>
                  <a:pt x="186787" y="52026"/>
                </a:cubicBezTo>
                <a:cubicBezTo>
                  <a:pt x="184790" y="52026"/>
                  <a:pt x="183476" y="51606"/>
                  <a:pt x="182844" y="50765"/>
                </a:cubicBezTo>
                <a:cubicBezTo>
                  <a:pt x="182214" y="49925"/>
                  <a:pt x="181741" y="49032"/>
                  <a:pt x="181425" y="48085"/>
                </a:cubicBezTo>
                <a:cubicBezTo>
                  <a:pt x="181111" y="47139"/>
                  <a:pt x="180743" y="46246"/>
                  <a:pt x="180323" y="45406"/>
                </a:cubicBezTo>
                <a:cubicBezTo>
                  <a:pt x="179903" y="44564"/>
                  <a:pt x="178905" y="44143"/>
                  <a:pt x="177328" y="44143"/>
                </a:cubicBezTo>
                <a:cubicBezTo>
                  <a:pt x="175646" y="44143"/>
                  <a:pt x="173964" y="44564"/>
                  <a:pt x="172281" y="45406"/>
                </a:cubicBezTo>
                <a:cubicBezTo>
                  <a:pt x="170601" y="46246"/>
                  <a:pt x="169340" y="47349"/>
                  <a:pt x="168500" y="48716"/>
                </a:cubicBezTo>
                <a:moveTo>
                  <a:pt x="125774" y="114773"/>
                </a:moveTo>
                <a:cubicBezTo>
                  <a:pt x="123987" y="116244"/>
                  <a:pt x="122568" y="118346"/>
                  <a:pt x="121516" y="121078"/>
                </a:cubicBezTo>
                <a:cubicBezTo>
                  <a:pt x="120466" y="123811"/>
                  <a:pt x="119940" y="126544"/>
                  <a:pt x="119940" y="129277"/>
                </a:cubicBezTo>
                <a:cubicBezTo>
                  <a:pt x="119940" y="133166"/>
                  <a:pt x="120755" y="136555"/>
                  <a:pt x="122384" y="139445"/>
                </a:cubicBezTo>
                <a:cubicBezTo>
                  <a:pt x="124014" y="142335"/>
                  <a:pt x="126142" y="144752"/>
                  <a:pt x="128769" y="146696"/>
                </a:cubicBezTo>
                <a:cubicBezTo>
                  <a:pt x="131397" y="148641"/>
                  <a:pt x="134420" y="150087"/>
                  <a:pt x="137836" y="151033"/>
                </a:cubicBezTo>
                <a:cubicBezTo>
                  <a:pt x="141252" y="151979"/>
                  <a:pt x="144746" y="152452"/>
                  <a:pt x="148319" y="152452"/>
                </a:cubicBezTo>
                <a:cubicBezTo>
                  <a:pt x="151472" y="152452"/>
                  <a:pt x="154441" y="151926"/>
                  <a:pt x="157225" y="150874"/>
                </a:cubicBezTo>
                <a:cubicBezTo>
                  <a:pt x="160010" y="149824"/>
                  <a:pt x="162454" y="148405"/>
                  <a:pt x="164557" y="146619"/>
                </a:cubicBezTo>
                <a:cubicBezTo>
                  <a:pt x="166659" y="144832"/>
                  <a:pt x="168341" y="142730"/>
                  <a:pt x="169601" y="140311"/>
                </a:cubicBezTo>
                <a:cubicBezTo>
                  <a:pt x="170864" y="137894"/>
                  <a:pt x="171495" y="135267"/>
                  <a:pt x="171495" y="132430"/>
                </a:cubicBezTo>
                <a:cubicBezTo>
                  <a:pt x="171495" y="128856"/>
                  <a:pt x="170312" y="125965"/>
                  <a:pt x="167946" y="123758"/>
                </a:cubicBezTo>
                <a:cubicBezTo>
                  <a:pt x="165583" y="121552"/>
                  <a:pt x="162351" y="119817"/>
                  <a:pt x="158252" y="118555"/>
                </a:cubicBezTo>
                <a:cubicBezTo>
                  <a:pt x="154153" y="117294"/>
                  <a:pt x="149317" y="116401"/>
                  <a:pt x="143746" y="115875"/>
                </a:cubicBezTo>
                <a:cubicBezTo>
                  <a:pt x="138176" y="115351"/>
                  <a:pt x="132186" y="114983"/>
                  <a:pt x="125774" y="114773"/>
                </a:cubicBezTo>
                <a:close/>
                <a:moveTo>
                  <a:pt x="222716" y="90809"/>
                </a:moveTo>
                <a:cubicBezTo>
                  <a:pt x="222716" y="93437"/>
                  <a:pt x="222768" y="95645"/>
                  <a:pt x="222872" y="97431"/>
                </a:cubicBezTo>
                <a:cubicBezTo>
                  <a:pt x="222978" y="99218"/>
                  <a:pt x="223268" y="100689"/>
                  <a:pt x="223741" y="101846"/>
                </a:cubicBezTo>
                <a:cubicBezTo>
                  <a:pt x="224214" y="103002"/>
                  <a:pt x="225002" y="103895"/>
                  <a:pt x="226105" y="104526"/>
                </a:cubicBezTo>
                <a:cubicBezTo>
                  <a:pt x="227209" y="105156"/>
                  <a:pt x="228759" y="105629"/>
                  <a:pt x="230756" y="105945"/>
                </a:cubicBezTo>
                <a:cubicBezTo>
                  <a:pt x="231386" y="106049"/>
                  <a:pt x="231859" y="106338"/>
                  <a:pt x="232175" y="106811"/>
                </a:cubicBezTo>
                <a:cubicBezTo>
                  <a:pt x="232491" y="107284"/>
                  <a:pt x="232649" y="107836"/>
                  <a:pt x="232649" y="108466"/>
                </a:cubicBezTo>
                <a:cubicBezTo>
                  <a:pt x="232649" y="108992"/>
                  <a:pt x="232491" y="109491"/>
                  <a:pt x="232175" y="109965"/>
                </a:cubicBezTo>
                <a:cubicBezTo>
                  <a:pt x="231859" y="110438"/>
                  <a:pt x="231386" y="110674"/>
                  <a:pt x="230756" y="110674"/>
                </a:cubicBezTo>
                <a:cubicBezTo>
                  <a:pt x="229705" y="110674"/>
                  <a:pt x="227734" y="110490"/>
                  <a:pt x="224843" y="110121"/>
                </a:cubicBezTo>
                <a:cubicBezTo>
                  <a:pt x="221953" y="109754"/>
                  <a:pt x="218931" y="109570"/>
                  <a:pt x="215778" y="109570"/>
                </a:cubicBezTo>
                <a:cubicBezTo>
                  <a:pt x="212415" y="109570"/>
                  <a:pt x="209157" y="109754"/>
                  <a:pt x="206004" y="110121"/>
                </a:cubicBezTo>
                <a:cubicBezTo>
                  <a:pt x="202851" y="110490"/>
                  <a:pt x="199909" y="110674"/>
                  <a:pt x="197176" y="110674"/>
                </a:cubicBezTo>
                <a:cubicBezTo>
                  <a:pt x="196650" y="110674"/>
                  <a:pt x="196229" y="110438"/>
                  <a:pt x="195913" y="109965"/>
                </a:cubicBezTo>
                <a:cubicBezTo>
                  <a:pt x="195599" y="109491"/>
                  <a:pt x="195441" y="108992"/>
                  <a:pt x="195441" y="108466"/>
                </a:cubicBezTo>
                <a:cubicBezTo>
                  <a:pt x="195441" y="107836"/>
                  <a:pt x="195599" y="107284"/>
                  <a:pt x="195913" y="106811"/>
                </a:cubicBezTo>
                <a:cubicBezTo>
                  <a:pt x="196229" y="106338"/>
                  <a:pt x="196703" y="106049"/>
                  <a:pt x="197335" y="105945"/>
                </a:cubicBezTo>
                <a:cubicBezTo>
                  <a:pt x="199961" y="105629"/>
                  <a:pt x="201984" y="105209"/>
                  <a:pt x="203401" y="104684"/>
                </a:cubicBezTo>
                <a:cubicBezTo>
                  <a:pt x="204821" y="104158"/>
                  <a:pt x="205872" y="103370"/>
                  <a:pt x="206555" y="102320"/>
                </a:cubicBezTo>
                <a:cubicBezTo>
                  <a:pt x="207238" y="101268"/>
                  <a:pt x="207632" y="99901"/>
                  <a:pt x="207736" y="98220"/>
                </a:cubicBezTo>
                <a:cubicBezTo>
                  <a:pt x="207842" y="96538"/>
                  <a:pt x="207895" y="94383"/>
                  <a:pt x="207895" y="91754"/>
                </a:cubicBezTo>
                <a:lnTo>
                  <a:pt x="207895" y="71891"/>
                </a:lnTo>
                <a:cubicBezTo>
                  <a:pt x="207895" y="66742"/>
                  <a:pt x="207842" y="62459"/>
                  <a:pt x="207736" y="59043"/>
                </a:cubicBezTo>
                <a:cubicBezTo>
                  <a:pt x="207632" y="55627"/>
                  <a:pt x="207265" y="52921"/>
                  <a:pt x="206635" y="50924"/>
                </a:cubicBezTo>
                <a:cubicBezTo>
                  <a:pt x="206004" y="48926"/>
                  <a:pt x="205006" y="47533"/>
                  <a:pt x="203640" y="46746"/>
                </a:cubicBezTo>
                <a:cubicBezTo>
                  <a:pt x="202273" y="45956"/>
                  <a:pt x="200329" y="45562"/>
                  <a:pt x="197806" y="45562"/>
                </a:cubicBezTo>
                <a:cubicBezTo>
                  <a:pt x="197176" y="45562"/>
                  <a:pt x="196676" y="45352"/>
                  <a:pt x="196307" y="44932"/>
                </a:cubicBezTo>
                <a:cubicBezTo>
                  <a:pt x="195940" y="44512"/>
                  <a:pt x="195757" y="44038"/>
                  <a:pt x="195757" y="43512"/>
                </a:cubicBezTo>
                <a:cubicBezTo>
                  <a:pt x="195757" y="42882"/>
                  <a:pt x="195940" y="42357"/>
                  <a:pt x="196307" y="41937"/>
                </a:cubicBezTo>
                <a:cubicBezTo>
                  <a:pt x="196676" y="41517"/>
                  <a:pt x="197176" y="41306"/>
                  <a:pt x="197806" y="41306"/>
                </a:cubicBezTo>
                <a:cubicBezTo>
                  <a:pt x="199803" y="41306"/>
                  <a:pt x="202719" y="40991"/>
                  <a:pt x="206555" y="40361"/>
                </a:cubicBezTo>
                <a:cubicBezTo>
                  <a:pt x="210391" y="39729"/>
                  <a:pt x="214307" y="38836"/>
                  <a:pt x="218302" y="37681"/>
                </a:cubicBezTo>
                <a:cubicBezTo>
                  <a:pt x="219772" y="37259"/>
                  <a:pt x="220876" y="37548"/>
                  <a:pt x="221612" y="38547"/>
                </a:cubicBezTo>
                <a:cubicBezTo>
                  <a:pt x="222348" y="39546"/>
                  <a:pt x="222716" y="40676"/>
                  <a:pt x="222716" y="41937"/>
                </a:cubicBezTo>
                <a:lnTo>
                  <a:pt x="222716" y="48242"/>
                </a:lnTo>
                <a:cubicBezTo>
                  <a:pt x="222716" y="48452"/>
                  <a:pt x="222795" y="48583"/>
                  <a:pt x="222952" y="48636"/>
                </a:cubicBezTo>
                <a:cubicBezTo>
                  <a:pt x="223109" y="48689"/>
                  <a:pt x="223240" y="48611"/>
                  <a:pt x="223346" y="48401"/>
                </a:cubicBezTo>
                <a:cubicBezTo>
                  <a:pt x="224082" y="47244"/>
                  <a:pt x="225107" y="45957"/>
                  <a:pt x="226421" y="44540"/>
                </a:cubicBezTo>
                <a:cubicBezTo>
                  <a:pt x="227734" y="43120"/>
                  <a:pt x="229311" y="41780"/>
                  <a:pt x="231150" y="40520"/>
                </a:cubicBezTo>
                <a:cubicBezTo>
                  <a:pt x="232990" y="39258"/>
                  <a:pt x="235065" y="38206"/>
                  <a:pt x="237376" y="37366"/>
                </a:cubicBezTo>
                <a:cubicBezTo>
                  <a:pt x="239688" y="36524"/>
                  <a:pt x="242264" y="36103"/>
                  <a:pt x="245102" y="36103"/>
                </a:cubicBezTo>
                <a:cubicBezTo>
                  <a:pt x="252985" y="36103"/>
                  <a:pt x="259159" y="38284"/>
                  <a:pt x="263626" y="42646"/>
                </a:cubicBezTo>
                <a:cubicBezTo>
                  <a:pt x="268094" y="47009"/>
                  <a:pt x="270328" y="54076"/>
                  <a:pt x="270328" y="63849"/>
                </a:cubicBezTo>
                <a:lnTo>
                  <a:pt x="270328" y="90809"/>
                </a:lnTo>
                <a:cubicBezTo>
                  <a:pt x="270328" y="93647"/>
                  <a:pt x="270406" y="95960"/>
                  <a:pt x="270563" y="97747"/>
                </a:cubicBezTo>
                <a:cubicBezTo>
                  <a:pt x="270720" y="99533"/>
                  <a:pt x="271088" y="100978"/>
                  <a:pt x="271665" y="102081"/>
                </a:cubicBezTo>
                <a:cubicBezTo>
                  <a:pt x="272244" y="103185"/>
                  <a:pt x="273138" y="104026"/>
                  <a:pt x="274347" y="104605"/>
                </a:cubicBezTo>
                <a:cubicBezTo>
                  <a:pt x="275557" y="105182"/>
                  <a:pt x="277264" y="105629"/>
                  <a:pt x="279471" y="105945"/>
                </a:cubicBezTo>
                <a:cubicBezTo>
                  <a:pt x="280101" y="106049"/>
                  <a:pt x="280574" y="106338"/>
                  <a:pt x="280888" y="106811"/>
                </a:cubicBezTo>
                <a:cubicBezTo>
                  <a:pt x="281204" y="107284"/>
                  <a:pt x="281362" y="107836"/>
                  <a:pt x="281362" y="108466"/>
                </a:cubicBezTo>
                <a:cubicBezTo>
                  <a:pt x="281362" y="108992"/>
                  <a:pt x="281204" y="109491"/>
                  <a:pt x="280888" y="109965"/>
                </a:cubicBezTo>
                <a:cubicBezTo>
                  <a:pt x="280574" y="110438"/>
                  <a:pt x="280101" y="110674"/>
                  <a:pt x="279471" y="110674"/>
                </a:cubicBezTo>
                <a:cubicBezTo>
                  <a:pt x="278105" y="110674"/>
                  <a:pt x="275871" y="110490"/>
                  <a:pt x="272769" y="110121"/>
                </a:cubicBezTo>
                <a:cubicBezTo>
                  <a:pt x="269669" y="109754"/>
                  <a:pt x="266543" y="109570"/>
                  <a:pt x="263390" y="109570"/>
                </a:cubicBezTo>
                <a:cubicBezTo>
                  <a:pt x="260027" y="109570"/>
                  <a:pt x="256821" y="109754"/>
                  <a:pt x="253772" y="110121"/>
                </a:cubicBezTo>
                <a:cubicBezTo>
                  <a:pt x="250725" y="110490"/>
                  <a:pt x="248203" y="110674"/>
                  <a:pt x="246207" y="110674"/>
                </a:cubicBezTo>
                <a:cubicBezTo>
                  <a:pt x="245681" y="110674"/>
                  <a:pt x="245260" y="110438"/>
                  <a:pt x="244944" y="109965"/>
                </a:cubicBezTo>
                <a:cubicBezTo>
                  <a:pt x="244629" y="109491"/>
                  <a:pt x="244472" y="108992"/>
                  <a:pt x="244472" y="108466"/>
                </a:cubicBezTo>
                <a:cubicBezTo>
                  <a:pt x="244472" y="107836"/>
                  <a:pt x="244629" y="107284"/>
                  <a:pt x="244944" y="106811"/>
                </a:cubicBezTo>
                <a:cubicBezTo>
                  <a:pt x="245260" y="106338"/>
                  <a:pt x="245733" y="106049"/>
                  <a:pt x="246363" y="105945"/>
                </a:cubicBezTo>
                <a:cubicBezTo>
                  <a:pt x="248676" y="105629"/>
                  <a:pt x="250436" y="105156"/>
                  <a:pt x="251643" y="104526"/>
                </a:cubicBezTo>
                <a:cubicBezTo>
                  <a:pt x="252853" y="103895"/>
                  <a:pt x="253746" y="103028"/>
                  <a:pt x="254323" y="101925"/>
                </a:cubicBezTo>
                <a:cubicBezTo>
                  <a:pt x="254902" y="100820"/>
                  <a:pt x="255244" y="99454"/>
                  <a:pt x="255348" y="97826"/>
                </a:cubicBezTo>
                <a:cubicBezTo>
                  <a:pt x="255454" y="96197"/>
                  <a:pt x="255507" y="94173"/>
                  <a:pt x="255507" y="91754"/>
                </a:cubicBezTo>
                <a:lnTo>
                  <a:pt x="255507" y="67792"/>
                </a:lnTo>
                <a:cubicBezTo>
                  <a:pt x="255507" y="65164"/>
                  <a:pt x="255402" y="62536"/>
                  <a:pt x="255192" y="59909"/>
                </a:cubicBezTo>
                <a:cubicBezTo>
                  <a:pt x="254981" y="57282"/>
                  <a:pt x="254403" y="54917"/>
                  <a:pt x="253457" y="52815"/>
                </a:cubicBezTo>
                <a:cubicBezTo>
                  <a:pt x="252513" y="50712"/>
                  <a:pt x="251146" y="48978"/>
                  <a:pt x="249358" y="47612"/>
                </a:cubicBezTo>
                <a:cubicBezTo>
                  <a:pt x="247571" y="46245"/>
                  <a:pt x="245102" y="45562"/>
                  <a:pt x="241949" y="45562"/>
                </a:cubicBezTo>
                <a:cubicBezTo>
                  <a:pt x="238796" y="45562"/>
                  <a:pt x="236037" y="46062"/>
                  <a:pt x="233671" y="47061"/>
                </a:cubicBezTo>
                <a:cubicBezTo>
                  <a:pt x="231307" y="48058"/>
                  <a:pt x="229311" y="49398"/>
                  <a:pt x="227681" y="51080"/>
                </a:cubicBezTo>
                <a:cubicBezTo>
                  <a:pt x="226052" y="52763"/>
                  <a:pt x="224817" y="54734"/>
                  <a:pt x="223977" y="56993"/>
                </a:cubicBezTo>
                <a:cubicBezTo>
                  <a:pt x="223136" y="59253"/>
                  <a:pt x="222716" y="61644"/>
                  <a:pt x="222716" y="64167"/>
                </a:cubicBezTo>
                <a:lnTo>
                  <a:pt x="222716" y="90809"/>
                </a:lnTo>
                <a:close/>
                <a:moveTo>
                  <a:pt x="315873" y="90809"/>
                </a:moveTo>
                <a:cubicBezTo>
                  <a:pt x="315873" y="93437"/>
                  <a:pt x="315925" y="95645"/>
                  <a:pt x="316030" y="97431"/>
                </a:cubicBezTo>
                <a:cubicBezTo>
                  <a:pt x="316135" y="99218"/>
                  <a:pt x="316503" y="100689"/>
                  <a:pt x="317134" y="101846"/>
                </a:cubicBezTo>
                <a:cubicBezTo>
                  <a:pt x="317764" y="103002"/>
                  <a:pt x="318736" y="103895"/>
                  <a:pt x="320049" y="104526"/>
                </a:cubicBezTo>
                <a:cubicBezTo>
                  <a:pt x="321364" y="105156"/>
                  <a:pt x="323230" y="105629"/>
                  <a:pt x="325647" y="105945"/>
                </a:cubicBezTo>
                <a:cubicBezTo>
                  <a:pt x="326277" y="106049"/>
                  <a:pt x="326750" y="106338"/>
                  <a:pt x="327066" y="106811"/>
                </a:cubicBezTo>
                <a:cubicBezTo>
                  <a:pt x="327382" y="107284"/>
                  <a:pt x="327540" y="107836"/>
                  <a:pt x="327540" y="108466"/>
                </a:cubicBezTo>
                <a:cubicBezTo>
                  <a:pt x="327540" y="108992"/>
                  <a:pt x="327382" y="109491"/>
                  <a:pt x="327066" y="109965"/>
                </a:cubicBezTo>
                <a:cubicBezTo>
                  <a:pt x="326750" y="110438"/>
                  <a:pt x="326277" y="110674"/>
                  <a:pt x="325647" y="110674"/>
                </a:cubicBezTo>
                <a:cubicBezTo>
                  <a:pt x="323755" y="110674"/>
                  <a:pt x="321284" y="110490"/>
                  <a:pt x="318235" y="110121"/>
                </a:cubicBezTo>
                <a:cubicBezTo>
                  <a:pt x="315188" y="109754"/>
                  <a:pt x="312088" y="109570"/>
                  <a:pt x="308935" y="109570"/>
                </a:cubicBezTo>
                <a:cubicBezTo>
                  <a:pt x="305572" y="109570"/>
                  <a:pt x="302288" y="109754"/>
                  <a:pt x="299082" y="110121"/>
                </a:cubicBezTo>
                <a:cubicBezTo>
                  <a:pt x="295876" y="110490"/>
                  <a:pt x="292802" y="110674"/>
                  <a:pt x="289859" y="110674"/>
                </a:cubicBezTo>
                <a:cubicBezTo>
                  <a:pt x="289335" y="110674"/>
                  <a:pt x="288914" y="110438"/>
                  <a:pt x="288599" y="109965"/>
                </a:cubicBezTo>
                <a:cubicBezTo>
                  <a:pt x="288284" y="109491"/>
                  <a:pt x="288127" y="108992"/>
                  <a:pt x="288127" y="108466"/>
                </a:cubicBezTo>
                <a:cubicBezTo>
                  <a:pt x="288127" y="107836"/>
                  <a:pt x="288284" y="107284"/>
                  <a:pt x="288599" y="106811"/>
                </a:cubicBezTo>
                <a:cubicBezTo>
                  <a:pt x="288914" y="106338"/>
                  <a:pt x="289388" y="106049"/>
                  <a:pt x="290018" y="105945"/>
                </a:cubicBezTo>
                <a:cubicBezTo>
                  <a:pt x="292751" y="105629"/>
                  <a:pt x="294879" y="105156"/>
                  <a:pt x="296402" y="104526"/>
                </a:cubicBezTo>
                <a:cubicBezTo>
                  <a:pt x="297926" y="103895"/>
                  <a:pt x="299029" y="103028"/>
                  <a:pt x="299712" y="101925"/>
                </a:cubicBezTo>
                <a:cubicBezTo>
                  <a:pt x="300396" y="100820"/>
                  <a:pt x="300789" y="99454"/>
                  <a:pt x="300894" y="97826"/>
                </a:cubicBezTo>
                <a:cubicBezTo>
                  <a:pt x="300999" y="96197"/>
                  <a:pt x="301052" y="94173"/>
                  <a:pt x="301052" y="91754"/>
                </a:cubicBezTo>
                <a:lnTo>
                  <a:pt x="301052" y="66373"/>
                </a:lnTo>
                <a:cubicBezTo>
                  <a:pt x="301052" y="61853"/>
                  <a:pt x="300947" y="58227"/>
                  <a:pt x="300737" y="55495"/>
                </a:cubicBezTo>
                <a:cubicBezTo>
                  <a:pt x="300527" y="52762"/>
                  <a:pt x="300054" y="50687"/>
                  <a:pt x="299318" y="49269"/>
                </a:cubicBezTo>
                <a:cubicBezTo>
                  <a:pt x="298583" y="47850"/>
                  <a:pt x="297480" y="46877"/>
                  <a:pt x="296008" y="46351"/>
                </a:cubicBezTo>
                <a:cubicBezTo>
                  <a:pt x="294537" y="45825"/>
                  <a:pt x="292541" y="45405"/>
                  <a:pt x="290018" y="45090"/>
                </a:cubicBezTo>
                <a:cubicBezTo>
                  <a:pt x="289388" y="45090"/>
                  <a:pt x="288914" y="44827"/>
                  <a:pt x="288599" y="44301"/>
                </a:cubicBezTo>
                <a:cubicBezTo>
                  <a:pt x="288284" y="43775"/>
                  <a:pt x="288127" y="43250"/>
                  <a:pt x="288127" y="42726"/>
                </a:cubicBezTo>
                <a:cubicBezTo>
                  <a:pt x="288127" y="42200"/>
                  <a:pt x="288284" y="41675"/>
                  <a:pt x="288599" y="41150"/>
                </a:cubicBezTo>
                <a:cubicBezTo>
                  <a:pt x="288914" y="40624"/>
                  <a:pt x="289388" y="40361"/>
                  <a:pt x="290018" y="40361"/>
                </a:cubicBezTo>
                <a:cubicBezTo>
                  <a:pt x="291068" y="40255"/>
                  <a:pt x="292355" y="40150"/>
                  <a:pt x="293879" y="40046"/>
                </a:cubicBezTo>
                <a:cubicBezTo>
                  <a:pt x="295404" y="39940"/>
                  <a:pt x="297007" y="39809"/>
                  <a:pt x="298688" y="39651"/>
                </a:cubicBezTo>
                <a:cubicBezTo>
                  <a:pt x="300370" y="39493"/>
                  <a:pt x="302078" y="39283"/>
                  <a:pt x="303812" y="39021"/>
                </a:cubicBezTo>
                <a:cubicBezTo>
                  <a:pt x="305547" y="38758"/>
                  <a:pt x="307098" y="38469"/>
                  <a:pt x="308464" y="38153"/>
                </a:cubicBezTo>
                <a:cubicBezTo>
                  <a:pt x="309620" y="37943"/>
                  <a:pt x="310540" y="37706"/>
                  <a:pt x="311223" y="37443"/>
                </a:cubicBezTo>
                <a:cubicBezTo>
                  <a:pt x="311906" y="37180"/>
                  <a:pt x="312458" y="37049"/>
                  <a:pt x="312878" y="37049"/>
                </a:cubicBezTo>
                <a:cubicBezTo>
                  <a:pt x="314139" y="37049"/>
                  <a:pt x="314953" y="37417"/>
                  <a:pt x="315320" y="38153"/>
                </a:cubicBezTo>
                <a:cubicBezTo>
                  <a:pt x="315689" y="38889"/>
                  <a:pt x="315873" y="39572"/>
                  <a:pt x="315873" y="40202"/>
                </a:cubicBezTo>
                <a:lnTo>
                  <a:pt x="315873" y="90809"/>
                </a:lnTo>
                <a:moveTo>
                  <a:pt x="307516" y="20970"/>
                </a:moveTo>
                <a:cubicBezTo>
                  <a:pt x="304889" y="20970"/>
                  <a:pt x="302630" y="20155"/>
                  <a:pt x="300737" y="18525"/>
                </a:cubicBezTo>
                <a:cubicBezTo>
                  <a:pt x="298846" y="16896"/>
                  <a:pt x="297901" y="14873"/>
                  <a:pt x="297901" y="12456"/>
                </a:cubicBezTo>
                <a:cubicBezTo>
                  <a:pt x="297901" y="10038"/>
                  <a:pt x="298794" y="7988"/>
                  <a:pt x="300581" y="6307"/>
                </a:cubicBezTo>
                <a:cubicBezTo>
                  <a:pt x="302367" y="4625"/>
                  <a:pt x="304574" y="3784"/>
                  <a:pt x="307201" y="3784"/>
                </a:cubicBezTo>
                <a:cubicBezTo>
                  <a:pt x="309724" y="3784"/>
                  <a:pt x="311800" y="4652"/>
                  <a:pt x="313429" y="6387"/>
                </a:cubicBezTo>
                <a:cubicBezTo>
                  <a:pt x="315058" y="8120"/>
                  <a:pt x="315873" y="10196"/>
                  <a:pt x="315873" y="12613"/>
                </a:cubicBezTo>
                <a:cubicBezTo>
                  <a:pt x="315873" y="14925"/>
                  <a:pt x="315085" y="16896"/>
                  <a:pt x="313508" y="18525"/>
                </a:cubicBezTo>
                <a:cubicBezTo>
                  <a:pt x="311932" y="20155"/>
                  <a:pt x="309935" y="20970"/>
                  <a:pt x="307516" y="20970"/>
                </a:cubicBezTo>
                <a:close/>
                <a:moveTo>
                  <a:pt x="363469" y="91124"/>
                </a:moveTo>
                <a:cubicBezTo>
                  <a:pt x="363469" y="93752"/>
                  <a:pt x="363574" y="95934"/>
                  <a:pt x="363784" y="97667"/>
                </a:cubicBezTo>
                <a:cubicBezTo>
                  <a:pt x="363994" y="99401"/>
                  <a:pt x="364519" y="100794"/>
                  <a:pt x="365359" y="101846"/>
                </a:cubicBezTo>
                <a:cubicBezTo>
                  <a:pt x="366201" y="102896"/>
                  <a:pt x="367594" y="103736"/>
                  <a:pt x="369538" y="104367"/>
                </a:cubicBezTo>
                <a:cubicBezTo>
                  <a:pt x="371482" y="104997"/>
                  <a:pt x="374188" y="105523"/>
                  <a:pt x="377657" y="105945"/>
                </a:cubicBezTo>
                <a:cubicBezTo>
                  <a:pt x="378287" y="106049"/>
                  <a:pt x="378760" y="106338"/>
                  <a:pt x="379076" y="106811"/>
                </a:cubicBezTo>
                <a:cubicBezTo>
                  <a:pt x="379392" y="107284"/>
                  <a:pt x="379550" y="107836"/>
                  <a:pt x="379550" y="108466"/>
                </a:cubicBezTo>
                <a:cubicBezTo>
                  <a:pt x="379550" y="108992"/>
                  <a:pt x="379392" y="109491"/>
                  <a:pt x="379076" y="109965"/>
                </a:cubicBezTo>
                <a:cubicBezTo>
                  <a:pt x="378760" y="110438"/>
                  <a:pt x="378340" y="110674"/>
                  <a:pt x="377816" y="110674"/>
                </a:cubicBezTo>
                <a:cubicBezTo>
                  <a:pt x="373611" y="110674"/>
                  <a:pt x="369852" y="110490"/>
                  <a:pt x="366540" y="110121"/>
                </a:cubicBezTo>
                <a:cubicBezTo>
                  <a:pt x="363230" y="109754"/>
                  <a:pt x="359999" y="109570"/>
                  <a:pt x="356846" y="109570"/>
                </a:cubicBezTo>
                <a:cubicBezTo>
                  <a:pt x="353483" y="109570"/>
                  <a:pt x="350120" y="109754"/>
                  <a:pt x="346757" y="110121"/>
                </a:cubicBezTo>
                <a:cubicBezTo>
                  <a:pt x="343394" y="110490"/>
                  <a:pt x="340136" y="110674"/>
                  <a:pt x="336983" y="110674"/>
                </a:cubicBezTo>
                <a:cubicBezTo>
                  <a:pt x="336353" y="110674"/>
                  <a:pt x="335880" y="110438"/>
                  <a:pt x="335564" y="109965"/>
                </a:cubicBezTo>
                <a:cubicBezTo>
                  <a:pt x="335248" y="109491"/>
                  <a:pt x="335090" y="108992"/>
                  <a:pt x="335090" y="108466"/>
                </a:cubicBezTo>
                <a:cubicBezTo>
                  <a:pt x="335090" y="107836"/>
                  <a:pt x="335248" y="107284"/>
                  <a:pt x="335564" y="106811"/>
                </a:cubicBezTo>
                <a:cubicBezTo>
                  <a:pt x="335880" y="106338"/>
                  <a:pt x="336405" y="106049"/>
                  <a:pt x="337139" y="105945"/>
                </a:cubicBezTo>
                <a:cubicBezTo>
                  <a:pt x="339978" y="105629"/>
                  <a:pt x="342159" y="105182"/>
                  <a:pt x="343683" y="104605"/>
                </a:cubicBezTo>
                <a:cubicBezTo>
                  <a:pt x="345206" y="104026"/>
                  <a:pt x="346336" y="103211"/>
                  <a:pt x="347072" y="102161"/>
                </a:cubicBezTo>
                <a:cubicBezTo>
                  <a:pt x="347808" y="101109"/>
                  <a:pt x="348255" y="99742"/>
                  <a:pt x="348412" y="98062"/>
                </a:cubicBezTo>
                <a:cubicBezTo>
                  <a:pt x="348569" y="96379"/>
                  <a:pt x="348648" y="94225"/>
                  <a:pt x="348648" y="91598"/>
                </a:cubicBezTo>
                <a:lnTo>
                  <a:pt x="348648" y="48401"/>
                </a:lnTo>
                <a:cubicBezTo>
                  <a:pt x="348648" y="46928"/>
                  <a:pt x="348543" y="46062"/>
                  <a:pt x="348333" y="45800"/>
                </a:cubicBezTo>
                <a:cubicBezTo>
                  <a:pt x="348122" y="45537"/>
                  <a:pt x="347334" y="45406"/>
                  <a:pt x="345968" y="45406"/>
                </a:cubicBezTo>
                <a:lnTo>
                  <a:pt x="338087" y="45406"/>
                </a:lnTo>
                <a:cubicBezTo>
                  <a:pt x="337455" y="45406"/>
                  <a:pt x="336981" y="45117"/>
                  <a:pt x="336665" y="44540"/>
                </a:cubicBezTo>
                <a:cubicBezTo>
                  <a:pt x="336351" y="43961"/>
                  <a:pt x="336194" y="43356"/>
                  <a:pt x="336194" y="42726"/>
                </a:cubicBezTo>
                <a:cubicBezTo>
                  <a:pt x="336194" y="41990"/>
                  <a:pt x="336378" y="41306"/>
                  <a:pt x="336745" y="40676"/>
                </a:cubicBezTo>
                <a:cubicBezTo>
                  <a:pt x="337114" y="40044"/>
                  <a:pt x="337613" y="39676"/>
                  <a:pt x="338243" y="39572"/>
                </a:cubicBezTo>
                <a:lnTo>
                  <a:pt x="346757" y="38783"/>
                </a:lnTo>
                <a:cubicBezTo>
                  <a:pt x="347177" y="38783"/>
                  <a:pt x="347519" y="38731"/>
                  <a:pt x="347782" y="38627"/>
                </a:cubicBezTo>
                <a:cubicBezTo>
                  <a:pt x="348045" y="38521"/>
                  <a:pt x="348255" y="38284"/>
                  <a:pt x="348412" y="37917"/>
                </a:cubicBezTo>
                <a:cubicBezTo>
                  <a:pt x="348569" y="37548"/>
                  <a:pt x="348648" y="36944"/>
                  <a:pt x="348648" y="36103"/>
                </a:cubicBezTo>
                <a:cubicBezTo>
                  <a:pt x="348648" y="35157"/>
                  <a:pt x="348648" y="33896"/>
                  <a:pt x="348648" y="32319"/>
                </a:cubicBezTo>
                <a:cubicBezTo>
                  <a:pt x="348648" y="27696"/>
                  <a:pt x="349357" y="23414"/>
                  <a:pt x="350777" y="19473"/>
                </a:cubicBezTo>
                <a:cubicBezTo>
                  <a:pt x="352196" y="15531"/>
                  <a:pt x="354272" y="12115"/>
                  <a:pt x="357005" y="9225"/>
                </a:cubicBezTo>
                <a:cubicBezTo>
                  <a:pt x="359737" y="6334"/>
                  <a:pt x="363100" y="4073"/>
                  <a:pt x="367094" y="2444"/>
                </a:cubicBezTo>
                <a:cubicBezTo>
                  <a:pt x="371089" y="815"/>
                  <a:pt x="375661" y="0"/>
                  <a:pt x="380810" y="0"/>
                </a:cubicBezTo>
                <a:cubicBezTo>
                  <a:pt x="383437" y="0"/>
                  <a:pt x="386039" y="263"/>
                  <a:pt x="388614" y="789"/>
                </a:cubicBezTo>
                <a:cubicBezTo>
                  <a:pt x="391190" y="1315"/>
                  <a:pt x="393502" y="2183"/>
                  <a:pt x="395550" y="3392"/>
                </a:cubicBezTo>
                <a:cubicBezTo>
                  <a:pt x="397599" y="4599"/>
                  <a:pt x="399254" y="6176"/>
                  <a:pt x="400515" y="8121"/>
                </a:cubicBezTo>
                <a:cubicBezTo>
                  <a:pt x="401777" y="10065"/>
                  <a:pt x="402408" y="12455"/>
                  <a:pt x="402408" y="15292"/>
                </a:cubicBezTo>
                <a:cubicBezTo>
                  <a:pt x="402408" y="17185"/>
                  <a:pt x="401672" y="18814"/>
                  <a:pt x="400200" y="20181"/>
                </a:cubicBezTo>
                <a:cubicBezTo>
                  <a:pt x="398729" y="21547"/>
                  <a:pt x="396943" y="22230"/>
                  <a:pt x="394842" y="22230"/>
                </a:cubicBezTo>
                <a:cubicBezTo>
                  <a:pt x="393054" y="22230"/>
                  <a:pt x="391450" y="21783"/>
                  <a:pt x="390031" y="20890"/>
                </a:cubicBezTo>
                <a:cubicBezTo>
                  <a:pt x="388613" y="19997"/>
                  <a:pt x="387905" y="18657"/>
                  <a:pt x="387905" y="16870"/>
                </a:cubicBezTo>
                <a:cubicBezTo>
                  <a:pt x="387905" y="15294"/>
                  <a:pt x="388141" y="14269"/>
                  <a:pt x="388614" y="13796"/>
                </a:cubicBezTo>
                <a:cubicBezTo>
                  <a:pt x="389087" y="13323"/>
                  <a:pt x="389324" y="12718"/>
                  <a:pt x="389324" y="11982"/>
                </a:cubicBezTo>
                <a:cubicBezTo>
                  <a:pt x="389324" y="9880"/>
                  <a:pt x="388431" y="8303"/>
                  <a:pt x="386644" y="7253"/>
                </a:cubicBezTo>
                <a:cubicBezTo>
                  <a:pt x="384857" y="6202"/>
                  <a:pt x="382598" y="5677"/>
                  <a:pt x="379865" y="5677"/>
                </a:cubicBezTo>
                <a:cubicBezTo>
                  <a:pt x="375766" y="5677"/>
                  <a:pt x="372612" y="6570"/>
                  <a:pt x="370404" y="8357"/>
                </a:cubicBezTo>
                <a:cubicBezTo>
                  <a:pt x="368197" y="10144"/>
                  <a:pt x="366568" y="12403"/>
                  <a:pt x="365516" y="15136"/>
                </a:cubicBezTo>
                <a:cubicBezTo>
                  <a:pt x="364465" y="17869"/>
                  <a:pt x="363861" y="20838"/>
                  <a:pt x="363704" y="24044"/>
                </a:cubicBezTo>
                <a:cubicBezTo>
                  <a:pt x="363547" y="27248"/>
                  <a:pt x="363469" y="30270"/>
                  <a:pt x="363469" y="33108"/>
                </a:cubicBezTo>
                <a:lnTo>
                  <a:pt x="363469" y="36103"/>
                </a:lnTo>
                <a:cubicBezTo>
                  <a:pt x="363469" y="37365"/>
                  <a:pt x="363574" y="38128"/>
                  <a:pt x="363784" y="38391"/>
                </a:cubicBezTo>
                <a:cubicBezTo>
                  <a:pt x="363994" y="38652"/>
                  <a:pt x="364677" y="38783"/>
                  <a:pt x="365833" y="38783"/>
                </a:cubicBezTo>
                <a:lnTo>
                  <a:pt x="381126" y="38783"/>
                </a:lnTo>
                <a:cubicBezTo>
                  <a:pt x="381756" y="38783"/>
                  <a:pt x="382228" y="39125"/>
                  <a:pt x="382543" y="39808"/>
                </a:cubicBezTo>
                <a:cubicBezTo>
                  <a:pt x="382858" y="40491"/>
                  <a:pt x="383016" y="41254"/>
                  <a:pt x="383016" y="42096"/>
                </a:cubicBezTo>
                <a:cubicBezTo>
                  <a:pt x="383016" y="42936"/>
                  <a:pt x="382858" y="43698"/>
                  <a:pt x="382543" y="44381"/>
                </a:cubicBezTo>
                <a:cubicBezTo>
                  <a:pt x="382228" y="45064"/>
                  <a:pt x="381756" y="45406"/>
                  <a:pt x="381126" y="45406"/>
                </a:cubicBezTo>
                <a:lnTo>
                  <a:pt x="365833" y="45406"/>
                </a:lnTo>
                <a:cubicBezTo>
                  <a:pt x="364677" y="45406"/>
                  <a:pt x="363994" y="45537"/>
                  <a:pt x="363784" y="45800"/>
                </a:cubicBezTo>
                <a:cubicBezTo>
                  <a:pt x="363574" y="46062"/>
                  <a:pt x="363469" y="46928"/>
                  <a:pt x="363469" y="48401"/>
                </a:cubicBezTo>
                <a:lnTo>
                  <a:pt x="363469" y="91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icantadvantageswhile">
            <a:extLst xmlns:a="http://schemas.openxmlformats.org/drawingml/2006/main">
              <a:ext uri="{FF2B5EF4-FFF2-40B4-BE49-F238E27FC236}">
                <a16:creationId xmlns:a16="http://schemas.microsoft.com/office/drawing/2014/main" id="{F209A975-D47D-4A7A-8C86-A8691143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67" y="746737"/>
            <a:ext cx="1564218" cy="159651"/>
          </a:xfrm>
          <a:custGeom xmlns:a="http://schemas.openxmlformats.org/drawingml/2006/main">
            <a:pathLst>
              <a:path w="1564218" h="159651">
                <a:moveTo>
                  <a:pt x="27746" y="90914"/>
                </a:moveTo>
                <a:cubicBezTo>
                  <a:pt x="27746" y="93542"/>
                  <a:pt x="27798" y="95750"/>
                  <a:pt x="27903" y="97536"/>
                </a:cubicBezTo>
                <a:cubicBezTo>
                  <a:pt x="28008" y="99323"/>
                  <a:pt x="28376" y="100794"/>
                  <a:pt x="29007" y="101951"/>
                </a:cubicBezTo>
                <a:cubicBezTo>
                  <a:pt x="29637" y="103107"/>
                  <a:pt x="30609" y="104000"/>
                  <a:pt x="31922" y="104631"/>
                </a:cubicBezTo>
                <a:cubicBezTo>
                  <a:pt x="33237" y="105261"/>
                  <a:pt x="35103" y="105734"/>
                  <a:pt x="37520" y="106050"/>
                </a:cubicBezTo>
                <a:cubicBezTo>
                  <a:pt x="38150" y="106154"/>
                  <a:pt x="38623" y="106443"/>
                  <a:pt x="38939" y="106916"/>
                </a:cubicBezTo>
                <a:cubicBezTo>
                  <a:pt x="39255" y="107389"/>
                  <a:pt x="39413" y="107941"/>
                  <a:pt x="39413" y="108571"/>
                </a:cubicBezTo>
                <a:cubicBezTo>
                  <a:pt x="39413" y="109097"/>
                  <a:pt x="39255" y="109597"/>
                  <a:pt x="38939" y="110070"/>
                </a:cubicBezTo>
                <a:cubicBezTo>
                  <a:pt x="38623" y="110543"/>
                  <a:pt x="38150" y="110779"/>
                  <a:pt x="37520" y="110779"/>
                </a:cubicBezTo>
                <a:cubicBezTo>
                  <a:pt x="35628" y="110779"/>
                  <a:pt x="33157" y="110595"/>
                  <a:pt x="30108" y="110226"/>
                </a:cubicBezTo>
                <a:cubicBezTo>
                  <a:pt x="27061" y="109859"/>
                  <a:pt x="23961" y="109675"/>
                  <a:pt x="20808" y="109675"/>
                </a:cubicBezTo>
                <a:cubicBezTo>
                  <a:pt x="17445" y="109675"/>
                  <a:pt x="14161" y="109859"/>
                  <a:pt x="10955" y="110226"/>
                </a:cubicBezTo>
                <a:cubicBezTo>
                  <a:pt x="7749" y="110595"/>
                  <a:pt x="4675" y="110779"/>
                  <a:pt x="1732" y="110779"/>
                </a:cubicBezTo>
                <a:cubicBezTo>
                  <a:pt x="1208" y="110779"/>
                  <a:pt x="787" y="110543"/>
                  <a:pt x="471" y="110070"/>
                </a:cubicBezTo>
                <a:cubicBezTo>
                  <a:pt x="157" y="109597"/>
                  <a:pt x="0" y="109097"/>
                  <a:pt x="0" y="108571"/>
                </a:cubicBezTo>
                <a:cubicBezTo>
                  <a:pt x="0" y="107941"/>
                  <a:pt x="157" y="107389"/>
                  <a:pt x="471" y="106916"/>
                </a:cubicBezTo>
                <a:cubicBezTo>
                  <a:pt x="787" y="106443"/>
                  <a:pt x="1261" y="106154"/>
                  <a:pt x="1891" y="106050"/>
                </a:cubicBezTo>
                <a:cubicBezTo>
                  <a:pt x="4624" y="105734"/>
                  <a:pt x="6752" y="105261"/>
                  <a:pt x="8275" y="104631"/>
                </a:cubicBezTo>
                <a:cubicBezTo>
                  <a:pt x="9799" y="104000"/>
                  <a:pt x="10902" y="103133"/>
                  <a:pt x="11585" y="102030"/>
                </a:cubicBezTo>
                <a:cubicBezTo>
                  <a:pt x="12269" y="100925"/>
                  <a:pt x="12662" y="99559"/>
                  <a:pt x="12766" y="97931"/>
                </a:cubicBezTo>
                <a:cubicBezTo>
                  <a:pt x="12872" y="96302"/>
                  <a:pt x="12925" y="94278"/>
                  <a:pt x="12925" y="91859"/>
                </a:cubicBezTo>
                <a:lnTo>
                  <a:pt x="12925" y="66478"/>
                </a:lnTo>
                <a:cubicBezTo>
                  <a:pt x="12925" y="61959"/>
                  <a:pt x="12820" y="58332"/>
                  <a:pt x="12610" y="55600"/>
                </a:cubicBezTo>
                <a:cubicBezTo>
                  <a:pt x="12400" y="52867"/>
                  <a:pt x="11927" y="50792"/>
                  <a:pt x="11191" y="49374"/>
                </a:cubicBezTo>
                <a:cubicBezTo>
                  <a:pt x="10456" y="47955"/>
                  <a:pt x="9353" y="46982"/>
                  <a:pt x="7881" y="46456"/>
                </a:cubicBezTo>
                <a:cubicBezTo>
                  <a:pt x="6410" y="45930"/>
                  <a:pt x="4413" y="45510"/>
                  <a:pt x="1891" y="45196"/>
                </a:cubicBezTo>
                <a:cubicBezTo>
                  <a:pt x="1261" y="45196"/>
                  <a:pt x="787" y="44933"/>
                  <a:pt x="471" y="44406"/>
                </a:cubicBezTo>
                <a:cubicBezTo>
                  <a:pt x="157" y="43880"/>
                  <a:pt x="0" y="43355"/>
                  <a:pt x="0" y="42831"/>
                </a:cubicBezTo>
                <a:cubicBezTo>
                  <a:pt x="0" y="42305"/>
                  <a:pt x="157" y="41780"/>
                  <a:pt x="471" y="41255"/>
                </a:cubicBezTo>
                <a:cubicBezTo>
                  <a:pt x="787" y="40729"/>
                  <a:pt x="1261" y="40466"/>
                  <a:pt x="1891" y="40466"/>
                </a:cubicBezTo>
                <a:cubicBezTo>
                  <a:pt x="2941" y="40360"/>
                  <a:pt x="4228" y="40255"/>
                  <a:pt x="5752" y="40151"/>
                </a:cubicBezTo>
                <a:cubicBezTo>
                  <a:pt x="7277" y="40045"/>
                  <a:pt x="8880" y="39914"/>
                  <a:pt x="10561" y="39756"/>
                </a:cubicBezTo>
                <a:cubicBezTo>
                  <a:pt x="12243" y="39598"/>
                  <a:pt x="13951" y="39388"/>
                  <a:pt x="15684" y="39126"/>
                </a:cubicBezTo>
                <a:cubicBezTo>
                  <a:pt x="17420" y="38863"/>
                  <a:pt x="18971" y="38574"/>
                  <a:pt x="20337" y="38258"/>
                </a:cubicBezTo>
                <a:cubicBezTo>
                  <a:pt x="21493" y="38048"/>
                  <a:pt x="22413" y="37811"/>
                  <a:pt x="23096" y="37548"/>
                </a:cubicBezTo>
                <a:cubicBezTo>
                  <a:pt x="23779" y="37285"/>
                  <a:pt x="24331" y="37154"/>
                  <a:pt x="24751" y="37154"/>
                </a:cubicBezTo>
                <a:cubicBezTo>
                  <a:pt x="26012" y="37154"/>
                  <a:pt x="26826" y="37522"/>
                  <a:pt x="27193" y="38258"/>
                </a:cubicBezTo>
                <a:cubicBezTo>
                  <a:pt x="27562" y="38994"/>
                  <a:pt x="27746" y="39677"/>
                  <a:pt x="27746" y="40307"/>
                </a:cubicBezTo>
                <a:lnTo>
                  <a:pt x="27746" y="90914"/>
                </a:lnTo>
                <a:moveTo>
                  <a:pt x="19389" y="21075"/>
                </a:moveTo>
                <a:cubicBezTo>
                  <a:pt x="16762" y="21075"/>
                  <a:pt x="14503" y="20260"/>
                  <a:pt x="12610" y="18631"/>
                </a:cubicBezTo>
                <a:cubicBezTo>
                  <a:pt x="10719" y="17001"/>
                  <a:pt x="9774" y="14978"/>
                  <a:pt x="9774" y="12561"/>
                </a:cubicBezTo>
                <a:cubicBezTo>
                  <a:pt x="9774" y="10143"/>
                  <a:pt x="10667" y="8093"/>
                  <a:pt x="12454" y="6413"/>
                </a:cubicBezTo>
                <a:cubicBezTo>
                  <a:pt x="14240" y="4730"/>
                  <a:pt x="16447" y="3889"/>
                  <a:pt x="19074" y="3889"/>
                </a:cubicBezTo>
                <a:cubicBezTo>
                  <a:pt x="21597" y="3889"/>
                  <a:pt x="23673" y="4757"/>
                  <a:pt x="25302" y="6492"/>
                </a:cubicBezTo>
                <a:cubicBezTo>
                  <a:pt x="26931" y="8226"/>
                  <a:pt x="27746" y="10301"/>
                  <a:pt x="27746" y="12718"/>
                </a:cubicBezTo>
                <a:cubicBezTo>
                  <a:pt x="27746" y="15030"/>
                  <a:pt x="26958" y="17001"/>
                  <a:pt x="25381" y="18631"/>
                </a:cubicBezTo>
                <a:cubicBezTo>
                  <a:pt x="23805" y="20260"/>
                  <a:pt x="21808" y="21075"/>
                  <a:pt x="19389" y="21075"/>
                </a:cubicBezTo>
                <a:close/>
                <a:moveTo>
                  <a:pt x="65094" y="71366"/>
                </a:moveTo>
                <a:cubicBezTo>
                  <a:pt x="65094" y="75359"/>
                  <a:pt x="65567" y="79169"/>
                  <a:pt x="66513" y="82795"/>
                </a:cubicBezTo>
                <a:cubicBezTo>
                  <a:pt x="67459" y="86421"/>
                  <a:pt x="68904" y="89627"/>
                  <a:pt x="70848" y="92413"/>
                </a:cubicBezTo>
                <a:cubicBezTo>
                  <a:pt x="72793" y="95197"/>
                  <a:pt x="75289" y="97403"/>
                  <a:pt x="78336" y="99033"/>
                </a:cubicBezTo>
                <a:cubicBezTo>
                  <a:pt x="81385" y="100662"/>
                  <a:pt x="85064" y="101477"/>
                  <a:pt x="89373" y="101477"/>
                </a:cubicBezTo>
                <a:cubicBezTo>
                  <a:pt x="93051" y="101477"/>
                  <a:pt x="96649" y="101188"/>
                  <a:pt x="100170" y="100611"/>
                </a:cubicBezTo>
                <a:cubicBezTo>
                  <a:pt x="103691" y="100032"/>
                  <a:pt x="106662" y="98691"/>
                  <a:pt x="109080" y="96589"/>
                </a:cubicBezTo>
                <a:cubicBezTo>
                  <a:pt x="109500" y="96168"/>
                  <a:pt x="109972" y="96038"/>
                  <a:pt x="110497" y="96197"/>
                </a:cubicBezTo>
                <a:cubicBezTo>
                  <a:pt x="111023" y="96354"/>
                  <a:pt x="111496" y="96617"/>
                  <a:pt x="111916" y="96986"/>
                </a:cubicBezTo>
                <a:cubicBezTo>
                  <a:pt x="112336" y="97353"/>
                  <a:pt x="112625" y="97799"/>
                  <a:pt x="112782" y="98326"/>
                </a:cubicBezTo>
                <a:cubicBezTo>
                  <a:pt x="112941" y="98850"/>
                  <a:pt x="112862" y="99322"/>
                  <a:pt x="112546" y="99742"/>
                </a:cubicBezTo>
                <a:cubicBezTo>
                  <a:pt x="109079" y="104368"/>
                  <a:pt x="105033" y="107495"/>
                  <a:pt x="100408" y="109124"/>
                </a:cubicBezTo>
                <a:cubicBezTo>
                  <a:pt x="95784" y="110752"/>
                  <a:pt x="90319" y="111566"/>
                  <a:pt x="84011" y="111566"/>
                </a:cubicBezTo>
                <a:cubicBezTo>
                  <a:pt x="79808" y="111566"/>
                  <a:pt x="75604" y="110936"/>
                  <a:pt x="71399" y="109675"/>
                </a:cubicBezTo>
                <a:cubicBezTo>
                  <a:pt x="67195" y="108413"/>
                  <a:pt x="63386" y="106310"/>
                  <a:pt x="59970" y="103368"/>
                </a:cubicBezTo>
                <a:cubicBezTo>
                  <a:pt x="56554" y="100425"/>
                  <a:pt x="53795" y="96510"/>
                  <a:pt x="51692" y="91624"/>
                </a:cubicBezTo>
                <a:cubicBezTo>
                  <a:pt x="49591" y="86737"/>
                  <a:pt x="48541" y="80668"/>
                  <a:pt x="48541" y="73416"/>
                </a:cubicBezTo>
                <a:cubicBezTo>
                  <a:pt x="48541" y="68264"/>
                  <a:pt x="49408" y="63403"/>
                  <a:pt x="51141" y="58833"/>
                </a:cubicBezTo>
                <a:cubicBezTo>
                  <a:pt x="52875" y="54261"/>
                  <a:pt x="55397" y="50319"/>
                  <a:pt x="58707" y="47009"/>
                </a:cubicBezTo>
                <a:cubicBezTo>
                  <a:pt x="62018" y="43698"/>
                  <a:pt x="66092" y="41070"/>
                  <a:pt x="70927" y="39126"/>
                </a:cubicBezTo>
                <a:cubicBezTo>
                  <a:pt x="75762" y="37181"/>
                  <a:pt x="81333" y="36208"/>
                  <a:pt x="87639" y="36208"/>
                </a:cubicBezTo>
                <a:cubicBezTo>
                  <a:pt x="90686" y="36208"/>
                  <a:pt x="93654" y="36576"/>
                  <a:pt x="96544" y="37312"/>
                </a:cubicBezTo>
                <a:cubicBezTo>
                  <a:pt x="99436" y="38049"/>
                  <a:pt x="102011" y="39126"/>
                  <a:pt x="104271" y="40546"/>
                </a:cubicBezTo>
                <a:cubicBezTo>
                  <a:pt x="106531" y="41963"/>
                  <a:pt x="108344" y="43723"/>
                  <a:pt x="109710" y="45826"/>
                </a:cubicBezTo>
                <a:cubicBezTo>
                  <a:pt x="111077" y="47928"/>
                  <a:pt x="111760" y="50293"/>
                  <a:pt x="111760" y="52920"/>
                </a:cubicBezTo>
                <a:cubicBezTo>
                  <a:pt x="111760" y="54812"/>
                  <a:pt x="111129" y="56600"/>
                  <a:pt x="109867" y="58282"/>
                </a:cubicBezTo>
                <a:cubicBezTo>
                  <a:pt x="108606" y="59963"/>
                  <a:pt x="106609" y="60803"/>
                  <a:pt x="103877" y="60803"/>
                </a:cubicBezTo>
                <a:cubicBezTo>
                  <a:pt x="101670" y="60803"/>
                  <a:pt x="99857" y="60225"/>
                  <a:pt x="98438" y="59069"/>
                </a:cubicBezTo>
                <a:cubicBezTo>
                  <a:pt x="97018" y="57912"/>
                  <a:pt x="96309" y="56231"/>
                  <a:pt x="96309" y="54024"/>
                </a:cubicBezTo>
                <a:cubicBezTo>
                  <a:pt x="96309" y="52552"/>
                  <a:pt x="96702" y="51343"/>
                  <a:pt x="97490" y="50399"/>
                </a:cubicBezTo>
                <a:cubicBezTo>
                  <a:pt x="98279" y="49453"/>
                  <a:pt x="98673" y="48559"/>
                  <a:pt x="98673" y="47717"/>
                </a:cubicBezTo>
                <a:cubicBezTo>
                  <a:pt x="98673" y="45826"/>
                  <a:pt x="97412" y="44381"/>
                  <a:pt x="94889" y="43382"/>
                </a:cubicBezTo>
                <a:cubicBezTo>
                  <a:pt x="92367" y="42383"/>
                  <a:pt x="89582" y="41883"/>
                  <a:pt x="86535" y="41883"/>
                </a:cubicBezTo>
                <a:cubicBezTo>
                  <a:pt x="82541" y="41883"/>
                  <a:pt x="79204" y="42724"/>
                  <a:pt x="76523" y="44406"/>
                </a:cubicBezTo>
                <a:cubicBezTo>
                  <a:pt x="73843" y="46089"/>
                  <a:pt x="71636" y="48323"/>
                  <a:pt x="69902" y="51108"/>
                </a:cubicBezTo>
                <a:cubicBezTo>
                  <a:pt x="68169" y="53893"/>
                  <a:pt x="66934" y="57045"/>
                  <a:pt x="66198" y="60567"/>
                </a:cubicBezTo>
                <a:cubicBezTo>
                  <a:pt x="65462" y="64087"/>
                  <a:pt x="65094" y="67687"/>
                  <a:pt x="65094" y="71366"/>
                </a:cubicBezTo>
                <a:close/>
                <a:moveTo>
                  <a:pt x="163926" y="77356"/>
                </a:moveTo>
                <a:cubicBezTo>
                  <a:pt x="163926" y="76200"/>
                  <a:pt x="163873" y="75490"/>
                  <a:pt x="163767" y="75227"/>
                </a:cubicBezTo>
                <a:cubicBezTo>
                  <a:pt x="163663" y="74964"/>
                  <a:pt x="163400" y="74832"/>
                  <a:pt x="162980" y="74832"/>
                </a:cubicBezTo>
                <a:cubicBezTo>
                  <a:pt x="154362" y="75569"/>
                  <a:pt x="147977" y="77382"/>
                  <a:pt x="143825" y="80274"/>
                </a:cubicBezTo>
                <a:cubicBezTo>
                  <a:pt x="139674" y="83164"/>
                  <a:pt x="137599" y="86868"/>
                  <a:pt x="137599" y="91388"/>
                </a:cubicBezTo>
                <a:cubicBezTo>
                  <a:pt x="137599" y="94541"/>
                  <a:pt x="138387" y="97195"/>
                  <a:pt x="139964" y="99350"/>
                </a:cubicBezTo>
                <a:cubicBezTo>
                  <a:pt x="141540" y="101504"/>
                  <a:pt x="144168" y="102581"/>
                  <a:pt x="147847" y="102581"/>
                </a:cubicBezTo>
                <a:cubicBezTo>
                  <a:pt x="150263" y="102581"/>
                  <a:pt x="152812" y="102108"/>
                  <a:pt x="155492" y="101162"/>
                </a:cubicBezTo>
                <a:cubicBezTo>
                  <a:pt x="158171" y="100216"/>
                  <a:pt x="160563" y="98849"/>
                  <a:pt x="162665" y="97063"/>
                </a:cubicBezTo>
                <a:cubicBezTo>
                  <a:pt x="163505" y="96222"/>
                  <a:pt x="163926" y="95381"/>
                  <a:pt x="163926" y="94539"/>
                </a:cubicBezTo>
                <a:lnTo>
                  <a:pt x="163926" y="77356"/>
                </a:lnTo>
                <a:moveTo>
                  <a:pt x="178747" y="92963"/>
                </a:moveTo>
                <a:cubicBezTo>
                  <a:pt x="178747" y="96642"/>
                  <a:pt x="179088" y="99218"/>
                  <a:pt x="179771" y="100690"/>
                </a:cubicBezTo>
                <a:cubicBezTo>
                  <a:pt x="180455" y="102161"/>
                  <a:pt x="181794" y="102896"/>
                  <a:pt x="183791" y="102896"/>
                </a:cubicBezTo>
                <a:cubicBezTo>
                  <a:pt x="184947" y="102896"/>
                  <a:pt x="185893" y="102765"/>
                  <a:pt x="186627" y="102502"/>
                </a:cubicBezTo>
                <a:cubicBezTo>
                  <a:pt x="187363" y="102239"/>
                  <a:pt x="188415" y="101687"/>
                  <a:pt x="189781" y="100847"/>
                </a:cubicBezTo>
                <a:cubicBezTo>
                  <a:pt x="190097" y="100636"/>
                  <a:pt x="190439" y="100636"/>
                  <a:pt x="190806" y="100847"/>
                </a:cubicBezTo>
                <a:cubicBezTo>
                  <a:pt x="191175" y="101057"/>
                  <a:pt x="191490" y="101346"/>
                  <a:pt x="191751" y="101715"/>
                </a:cubicBezTo>
                <a:cubicBezTo>
                  <a:pt x="192014" y="102082"/>
                  <a:pt x="192198" y="102502"/>
                  <a:pt x="192302" y="102976"/>
                </a:cubicBezTo>
                <a:cubicBezTo>
                  <a:pt x="192408" y="103449"/>
                  <a:pt x="192304" y="103842"/>
                  <a:pt x="191989" y="104157"/>
                </a:cubicBezTo>
                <a:cubicBezTo>
                  <a:pt x="187890" y="109096"/>
                  <a:pt x="183055" y="111566"/>
                  <a:pt x="177484" y="111566"/>
                </a:cubicBezTo>
                <a:cubicBezTo>
                  <a:pt x="174437" y="111566"/>
                  <a:pt x="171835" y="110752"/>
                  <a:pt x="169680" y="109124"/>
                </a:cubicBezTo>
                <a:cubicBezTo>
                  <a:pt x="167526" y="107495"/>
                  <a:pt x="165924" y="105576"/>
                  <a:pt x="164873" y="103368"/>
                </a:cubicBezTo>
                <a:cubicBezTo>
                  <a:pt x="164662" y="102843"/>
                  <a:pt x="164346" y="102791"/>
                  <a:pt x="163926" y="103211"/>
                </a:cubicBezTo>
                <a:cubicBezTo>
                  <a:pt x="161193" y="105628"/>
                  <a:pt x="158014" y="107625"/>
                  <a:pt x="154387" y="109201"/>
                </a:cubicBezTo>
                <a:cubicBezTo>
                  <a:pt x="150761" y="110778"/>
                  <a:pt x="146216" y="111566"/>
                  <a:pt x="140753" y="111566"/>
                </a:cubicBezTo>
                <a:cubicBezTo>
                  <a:pt x="134761" y="111566"/>
                  <a:pt x="130136" y="109964"/>
                  <a:pt x="126877" y="106760"/>
                </a:cubicBezTo>
                <a:cubicBezTo>
                  <a:pt x="123620" y="103554"/>
                  <a:pt x="121991" y="99008"/>
                  <a:pt x="121991" y="93122"/>
                </a:cubicBezTo>
                <a:cubicBezTo>
                  <a:pt x="121991" y="85554"/>
                  <a:pt x="125512" y="79747"/>
                  <a:pt x="132554" y="75701"/>
                </a:cubicBezTo>
                <a:cubicBezTo>
                  <a:pt x="139596" y="71655"/>
                  <a:pt x="149843" y="69632"/>
                  <a:pt x="163295" y="69632"/>
                </a:cubicBezTo>
                <a:cubicBezTo>
                  <a:pt x="163505" y="69632"/>
                  <a:pt x="163663" y="69369"/>
                  <a:pt x="163767" y="68843"/>
                </a:cubicBezTo>
                <a:cubicBezTo>
                  <a:pt x="163873" y="68317"/>
                  <a:pt x="163926" y="67108"/>
                  <a:pt x="163926" y="65217"/>
                </a:cubicBezTo>
                <a:lnTo>
                  <a:pt x="163926" y="60959"/>
                </a:lnTo>
                <a:cubicBezTo>
                  <a:pt x="163926" y="58332"/>
                  <a:pt x="163716" y="55863"/>
                  <a:pt x="163295" y="53550"/>
                </a:cubicBezTo>
                <a:cubicBezTo>
                  <a:pt x="162875" y="51238"/>
                  <a:pt x="162166" y="49214"/>
                  <a:pt x="161166" y="47481"/>
                </a:cubicBezTo>
                <a:cubicBezTo>
                  <a:pt x="160169" y="45747"/>
                  <a:pt x="158777" y="44381"/>
                  <a:pt x="156990" y="43382"/>
                </a:cubicBezTo>
                <a:cubicBezTo>
                  <a:pt x="155204" y="42383"/>
                  <a:pt x="152996" y="41883"/>
                  <a:pt x="150368" y="41883"/>
                </a:cubicBezTo>
                <a:cubicBezTo>
                  <a:pt x="146479" y="41883"/>
                  <a:pt x="143326" y="42646"/>
                  <a:pt x="140909" y="44171"/>
                </a:cubicBezTo>
                <a:cubicBezTo>
                  <a:pt x="138492" y="45694"/>
                  <a:pt x="137284" y="47664"/>
                  <a:pt x="137284" y="50081"/>
                </a:cubicBezTo>
                <a:cubicBezTo>
                  <a:pt x="137284" y="51238"/>
                  <a:pt x="137651" y="52367"/>
                  <a:pt x="138385" y="53471"/>
                </a:cubicBezTo>
                <a:cubicBezTo>
                  <a:pt x="139122" y="54574"/>
                  <a:pt x="139490" y="55704"/>
                  <a:pt x="139490" y="56860"/>
                </a:cubicBezTo>
                <a:cubicBezTo>
                  <a:pt x="139490" y="58332"/>
                  <a:pt x="138754" y="59752"/>
                  <a:pt x="137281" y="61118"/>
                </a:cubicBezTo>
                <a:cubicBezTo>
                  <a:pt x="135811" y="62485"/>
                  <a:pt x="134025" y="63168"/>
                  <a:pt x="131924" y="63168"/>
                </a:cubicBezTo>
                <a:cubicBezTo>
                  <a:pt x="129085" y="63168"/>
                  <a:pt x="127062" y="62406"/>
                  <a:pt x="125852" y="60882"/>
                </a:cubicBezTo>
                <a:cubicBezTo>
                  <a:pt x="124645" y="59357"/>
                  <a:pt x="124041" y="57491"/>
                  <a:pt x="124041" y="55285"/>
                </a:cubicBezTo>
                <a:cubicBezTo>
                  <a:pt x="124041" y="52658"/>
                  <a:pt x="124776" y="50161"/>
                  <a:pt x="126247" y="47796"/>
                </a:cubicBezTo>
                <a:cubicBezTo>
                  <a:pt x="127719" y="45430"/>
                  <a:pt x="129716" y="43407"/>
                  <a:pt x="132237" y="41727"/>
                </a:cubicBezTo>
                <a:cubicBezTo>
                  <a:pt x="134759" y="40044"/>
                  <a:pt x="137702" y="38704"/>
                  <a:pt x="141065" y="37707"/>
                </a:cubicBezTo>
                <a:cubicBezTo>
                  <a:pt x="144430" y="36708"/>
                  <a:pt x="147952" y="36208"/>
                  <a:pt x="151631" y="36208"/>
                </a:cubicBezTo>
                <a:cubicBezTo>
                  <a:pt x="160037" y="36208"/>
                  <a:pt x="166658" y="38153"/>
                  <a:pt x="171494" y="42042"/>
                </a:cubicBezTo>
                <a:cubicBezTo>
                  <a:pt x="176329" y="45931"/>
                  <a:pt x="178747" y="52395"/>
                  <a:pt x="178747" y="61433"/>
                </a:cubicBezTo>
                <a:lnTo>
                  <a:pt x="178747" y="92963"/>
                </a:lnTo>
                <a:close/>
                <a:moveTo>
                  <a:pt x="222558" y="90914"/>
                </a:moveTo>
                <a:cubicBezTo>
                  <a:pt x="222558" y="93542"/>
                  <a:pt x="222610" y="95750"/>
                  <a:pt x="222714" y="97536"/>
                </a:cubicBezTo>
                <a:cubicBezTo>
                  <a:pt x="222820" y="99323"/>
                  <a:pt x="223110" y="100794"/>
                  <a:pt x="223583" y="101951"/>
                </a:cubicBezTo>
                <a:cubicBezTo>
                  <a:pt x="224056" y="103107"/>
                  <a:pt x="224844" y="104000"/>
                  <a:pt x="225948" y="104631"/>
                </a:cubicBezTo>
                <a:cubicBezTo>
                  <a:pt x="227051" y="105261"/>
                  <a:pt x="228601" y="105734"/>
                  <a:pt x="230598" y="106050"/>
                </a:cubicBezTo>
                <a:cubicBezTo>
                  <a:pt x="231228" y="106154"/>
                  <a:pt x="231701" y="106443"/>
                  <a:pt x="232017" y="106916"/>
                </a:cubicBezTo>
                <a:cubicBezTo>
                  <a:pt x="232333" y="107389"/>
                  <a:pt x="232491" y="107941"/>
                  <a:pt x="232491" y="108571"/>
                </a:cubicBezTo>
                <a:cubicBezTo>
                  <a:pt x="232491" y="109097"/>
                  <a:pt x="232333" y="109597"/>
                  <a:pt x="232017" y="110070"/>
                </a:cubicBezTo>
                <a:cubicBezTo>
                  <a:pt x="231701" y="110543"/>
                  <a:pt x="231228" y="110779"/>
                  <a:pt x="230598" y="110779"/>
                </a:cubicBezTo>
                <a:cubicBezTo>
                  <a:pt x="229547" y="110779"/>
                  <a:pt x="227576" y="110595"/>
                  <a:pt x="224685" y="110226"/>
                </a:cubicBezTo>
                <a:cubicBezTo>
                  <a:pt x="221795" y="109859"/>
                  <a:pt x="218773" y="109675"/>
                  <a:pt x="215620" y="109675"/>
                </a:cubicBezTo>
                <a:cubicBezTo>
                  <a:pt x="212257" y="109675"/>
                  <a:pt x="208999" y="109859"/>
                  <a:pt x="205846" y="110226"/>
                </a:cubicBezTo>
                <a:cubicBezTo>
                  <a:pt x="202693" y="110595"/>
                  <a:pt x="199751" y="110779"/>
                  <a:pt x="197018" y="110779"/>
                </a:cubicBezTo>
                <a:cubicBezTo>
                  <a:pt x="196492" y="110779"/>
                  <a:pt x="196071" y="110543"/>
                  <a:pt x="195755" y="110070"/>
                </a:cubicBezTo>
                <a:cubicBezTo>
                  <a:pt x="195441" y="109597"/>
                  <a:pt x="195283" y="109097"/>
                  <a:pt x="195283" y="108571"/>
                </a:cubicBezTo>
                <a:cubicBezTo>
                  <a:pt x="195283" y="107941"/>
                  <a:pt x="195441" y="107389"/>
                  <a:pt x="195755" y="106916"/>
                </a:cubicBezTo>
                <a:cubicBezTo>
                  <a:pt x="196071" y="106443"/>
                  <a:pt x="196545" y="106154"/>
                  <a:pt x="197177" y="106050"/>
                </a:cubicBezTo>
                <a:cubicBezTo>
                  <a:pt x="199804" y="105734"/>
                  <a:pt x="201826" y="105314"/>
                  <a:pt x="203244" y="104789"/>
                </a:cubicBezTo>
                <a:cubicBezTo>
                  <a:pt x="204663" y="104263"/>
                  <a:pt x="205714" y="103475"/>
                  <a:pt x="206397" y="102425"/>
                </a:cubicBezTo>
                <a:cubicBezTo>
                  <a:pt x="207080" y="101373"/>
                  <a:pt x="207474" y="100006"/>
                  <a:pt x="207578" y="98326"/>
                </a:cubicBezTo>
                <a:cubicBezTo>
                  <a:pt x="207684" y="96643"/>
                  <a:pt x="207737" y="94488"/>
                  <a:pt x="207737" y="91859"/>
                </a:cubicBezTo>
                <a:lnTo>
                  <a:pt x="207737" y="71996"/>
                </a:lnTo>
                <a:cubicBezTo>
                  <a:pt x="207737" y="66847"/>
                  <a:pt x="207684" y="62564"/>
                  <a:pt x="207578" y="59148"/>
                </a:cubicBezTo>
                <a:cubicBezTo>
                  <a:pt x="207474" y="55732"/>
                  <a:pt x="207107" y="53026"/>
                  <a:pt x="206477" y="51029"/>
                </a:cubicBezTo>
                <a:cubicBezTo>
                  <a:pt x="205846" y="49031"/>
                  <a:pt x="204848" y="47638"/>
                  <a:pt x="203482" y="46851"/>
                </a:cubicBezTo>
                <a:cubicBezTo>
                  <a:pt x="202115" y="46062"/>
                  <a:pt x="200171" y="45667"/>
                  <a:pt x="197648" y="45667"/>
                </a:cubicBezTo>
                <a:cubicBezTo>
                  <a:pt x="197018" y="45667"/>
                  <a:pt x="196518" y="45457"/>
                  <a:pt x="196149" y="45037"/>
                </a:cubicBezTo>
                <a:cubicBezTo>
                  <a:pt x="195782" y="44617"/>
                  <a:pt x="195599" y="44143"/>
                  <a:pt x="195599" y="43617"/>
                </a:cubicBezTo>
                <a:cubicBezTo>
                  <a:pt x="195599" y="42987"/>
                  <a:pt x="195782" y="42462"/>
                  <a:pt x="196149" y="42042"/>
                </a:cubicBezTo>
                <a:cubicBezTo>
                  <a:pt x="196518" y="41622"/>
                  <a:pt x="197018" y="41412"/>
                  <a:pt x="197648" y="41412"/>
                </a:cubicBezTo>
                <a:cubicBezTo>
                  <a:pt x="199645" y="41412"/>
                  <a:pt x="202561" y="41096"/>
                  <a:pt x="206397" y="40466"/>
                </a:cubicBezTo>
                <a:cubicBezTo>
                  <a:pt x="210233" y="39834"/>
                  <a:pt x="214149" y="38941"/>
                  <a:pt x="218144" y="37786"/>
                </a:cubicBezTo>
                <a:cubicBezTo>
                  <a:pt x="219614" y="37365"/>
                  <a:pt x="220718" y="37653"/>
                  <a:pt x="221454" y="38652"/>
                </a:cubicBezTo>
                <a:cubicBezTo>
                  <a:pt x="222190" y="39651"/>
                  <a:pt x="222558" y="40781"/>
                  <a:pt x="222558" y="42042"/>
                </a:cubicBezTo>
                <a:lnTo>
                  <a:pt x="222558" y="48347"/>
                </a:lnTo>
                <a:cubicBezTo>
                  <a:pt x="222558" y="48557"/>
                  <a:pt x="222637" y="48688"/>
                  <a:pt x="222794" y="48741"/>
                </a:cubicBezTo>
                <a:cubicBezTo>
                  <a:pt x="222951" y="48794"/>
                  <a:pt x="223082" y="48716"/>
                  <a:pt x="223188" y="48506"/>
                </a:cubicBezTo>
                <a:cubicBezTo>
                  <a:pt x="223924" y="47349"/>
                  <a:pt x="224949" y="46062"/>
                  <a:pt x="226263" y="44645"/>
                </a:cubicBezTo>
                <a:cubicBezTo>
                  <a:pt x="227576" y="43225"/>
                  <a:pt x="229153" y="41885"/>
                  <a:pt x="230992" y="40625"/>
                </a:cubicBezTo>
                <a:cubicBezTo>
                  <a:pt x="232832" y="39363"/>
                  <a:pt x="234907" y="38312"/>
                  <a:pt x="237218" y="37471"/>
                </a:cubicBezTo>
                <a:cubicBezTo>
                  <a:pt x="239530" y="36629"/>
                  <a:pt x="242106" y="36208"/>
                  <a:pt x="244945" y="36208"/>
                </a:cubicBezTo>
                <a:cubicBezTo>
                  <a:pt x="252827" y="36208"/>
                  <a:pt x="259001" y="38389"/>
                  <a:pt x="263468" y="42751"/>
                </a:cubicBezTo>
                <a:cubicBezTo>
                  <a:pt x="267936" y="47114"/>
                  <a:pt x="270170" y="54181"/>
                  <a:pt x="270170" y="63954"/>
                </a:cubicBezTo>
                <a:lnTo>
                  <a:pt x="270170" y="90914"/>
                </a:lnTo>
                <a:cubicBezTo>
                  <a:pt x="270170" y="93752"/>
                  <a:pt x="270248" y="96065"/>
                  <a:pt x="270405" y="97852"/>
                </a:cubicBezTo>
                <a:cubicBezTo>
                  <a:pt x="270563" y="99638"/>
                  <a:pt x="270930" y="101083"/>
                  <a:pt x="271507" y="102186"/>
                </a:cubicBezTo>
                <a:cubicBezTo>
                  <a:pt x="272086" y="103290"/>
                  <a:pt x="272980" y="104131"/>
                  <a:pt x="274189" y="104710"/>
                </a:cubicBezTo>
                <a:cubicBezTo>
                  <a:pt x="275399" y="105287"/>
                  <a:pt x="277107" y="105734"/>
                  <a:pt x="279313" y="106050"/>
                </a:cubicBezTo>
                <a:cubicBezTo>
                  <a:pt x="279944" y="106154"/>
                  <a:pt x="280416" y="106443"/>
                  <a:pt x="280730" y="106916"/>
                </a:cubicBezTo>
                <a:cubicBezTo>
                  <a:pt x="281046" y="107389"/>
                  <a:pt x="281204" y="107941"/>
                  <a:pt x="281204" y="108571"/>
                </a:cubicBezTo>
                <a:cubicBezTo>
                  <a:pt x="281204" y="109097"/>
                  <a:pt x="281046" y="109597"/>
                  <a:pt x="280730" y="110070"/>
                </a:cubicBezTo>
                <a:cubicBezTo>
                  <a:pt x="280416" y="110543"/>
                  <a:pt x="279944" y="110779"/>
                  <a:pt x="279313" y="110779"/>
                </a:cubicBezTo>
                <a:cubicBezTo>
                  <a:pt x="277947" y="110779"/>
                  <a:pt x="275713" y="110595"/>
                  <a:pt x="272611" y="110226"/>
                </a:cubicBezTo>
                <a:cubicBezTo>
                  <a:pt x="269511" y="109859"/>
                  <a:pt x="266385" y="109675"/>
                  <a:pt x="263232" y="109675"/>
                </a:cubicBezTo>
                <a:cubicBezTo>
                  <a:pt x="259869" y="109675"/>
                  <a:pt x="256663" y="109859"/>
                  <a:pt x="253614" y="110226"/>
                </a:cubicBezTo>
                <a:cubicBezTo>
                  <a:pt x="250567" y="110595"/>
                  <a:pt x="248045" y="110779"/>
                  <a:pt x="246049" y="110779"/>
                </a:cubicBezTo>
                <a:cubicBezTo>
                  <a:pt x="245523" y="110779"/>
                  <a:pt x="245102" y="110543"/>
                  <a:pt x="244786" y="110070"/>
                </a:cubicBezTo>
                <a:cubicBezTo>
                  <a:pt x="244471" y="109597"/>
                  <a:pt x="244314" y="109097"/>
                  <a:pt x="244314" y="108571"/>
                </a:cubicBezTo>
                <a:cubicBezTo>
                  <a:pt x="244314" y="107941"/>
                  <a:pt x="244471" y="107389"/>
                  <a:pt x="244786" y="106916"/>
                </a:cubicBezTo>
                <a:cubicBezTo>
                  <a:pt x="245102" y="106443"/>
                  <a:pt x="245575" y="106154"/>
                  <a:pt x="246205" y="106050"/>
                </a:cubicBezTo>
                <a:cubicBezTo>
                  <a:pt x="248518" y="105734"/>
                  <a:pt x="250278" y="105261"/>
                  <a:pt x="251485" y="104631"/>
                </a:cubicBezTo>
                <a:cubicBezTo>
                  <a:pt x="252695" y="104000"/>
                  <a:pt x="253588" y="103133"/>
                  <a:pt x="254165" y="102030"/>
                </a:cubicBezTo>
                <a:cubicBezTo>
                  <a:pt x="254744" y="100925"/>
                  <a:pt x="255086" y="99559"/>
                  <a:pt x="255190" y="97931"/>
                </a:cubicBezTo>
                <a:cubicBezTo>
                  <a:pt x="255296" y="96302"/>
                  <a:pt x="255349" y="94278"/>
                  <a:pt x="255349" y="91859"/>
                </a:cubicBezTo>
                <a:lnTo>
                  <a:pt x="255349" y="67897"/>
                </a:lnTo>
                <a:cubicBezTo>
                  <a:pt x="255349" y="65269"/>
                  <a:pt x="255244" y="62641"/>
                  <a:pt x="255034" y="60014"/>
                </a:cubicBezTo>
                <a:cubicBezTo>
                  <a:pt x="254824" y="57387"/>
                  <a:pt x="254245" y="55022"/>
                  <a:pt x="253299" y="52920"/>
                </a:cubicBezTo>
                <a:cubicBezTo>
                  <a:pt x="252355" y="50817"/>
                  <a:pt x="250988" y="49083"/>
                  <a:pt x="249200" y="47717"/>
                </a:cubicBezTo>
                <a:cubicBezTo>
                  <a:pt x="247413" y="46350"/>
                  <a:pt x="244944" y="45667"/>
                  <a:pt x="241791" y="45667"/>
                </a:cubicBezTo>
                <a:cubicBezTo>
                  <a:pt x="238638" y="45667"/>
                  <a:pt x="235879" y="46167"/>
                  <a:pt x="233513" y="47166"/>
                </a:cubicBezTo>
                <a:cubicBezTo>
                  <a:pt x="231149" y="48163"/>
                  <a:pt x="229153" y="49503"/>
                  <a:pt x="227523" y="51185"/>
                </a:cubicBezTo>
                <a:cubicBezTo>
                  <a:pt x="225894" y="52868"/>
                  <a:pt x="224659" y="54839"/>
                  <a:pt x="223819" y="57098"/>
                </a:cubicBezTo>
                <a:cubicBezTo>
                  <a:pt x="222978" y="59358"/>
                  <a:pt x="222558" y="61749"/>
                  <a:pt x="222558" y="64272"/>
                </a:cubicBezTo>
                <a:lnTo>
                  <a:pt x="222558" y="90914"/>
                </a:lnTo>
                <a:close/>
                <a:moveTo>
                  <a:pt x="312246" y="85711"/>
                </a:moveTo>
                <a:cubicBezTo>
                  <a:pt x="312246" y="91596"/>
                  <a:pt x="312903" y="95958"/>
                  <a:pt x="314217" y="98797"/>
                </a:cubicBezTo>
                <a:cubicBezTo>
                  <a:pt x="315530" y="101634"/>
                  <a:pt x="317921" y="103053"/>
                  <a:pt x="321390" y="103053"/>
                </a:cubicBezTo>
                <a:cubicBezTo>
                  <a:pt x="323807" y="103053"/>
                  <a:pt x="326092" y="102685"/>
                  <a:pt x="328246" y="101951"/>
                </a:cubicBezTo>
                <a:cubicBezTo>
                  <a:pt x="330401" y="101215"/>
                  <a:pt x="332057" y="100426"/>
                  <a:pt x="333214" y="99586"/>
                </a:cubicBezTo>
                <a:cubicBezTo>
                  <a:pt x="333530" y="99376"/>
                  <a:pt x="333898" y="99349"/>
                  <a:pt x="334318" y="99507"/>
                </a:cubicBezTo>
                <a:cubicBezTo>
                  <a:pt x="334738" y="99664"/>
                  <a:pt x="335105" y="99927"/>
                  <a:pt x="335420" y="100296"/>
                </a:cubicBezTo>
                <a:cubicBezTo>
                  <a:pt x="335735" y="100663"/>
                  <a:pt x="335972" y="101057"/>
                  <a:pt x="336129" y="101477"/>
                </a:cubicBezTo>
                <a:cubicBezTo>
                  <a:pt x="336288" y="101897"/>
                  <a:pt x="336262" y="102265"/>
                  <a:pt x="336052" y="102581"/>
                </a:cubicBezTo>
                <a:cubicBezTo>
                  <a:pt x="334056" y="105838"/>
                  <a:pt x="331454" y="108150"/>
                  <a:pt x="328248" y="109516"/>
                </a:cubicBezTo>
                <a:cubicBezTo>
                  <a:pt x="325043" y="110883"/>
                  <a:pt x="321285" y="111566"/>
                  <a:pt x="316976" y="111566"/>
                </a:cubicBezTo>
                <a:cubicBezTo>
                  <a:pt x="309830" y="111566"/>
                  <a:pt x="304785" y="109964"/>
                  <a:pt x="301842" y="106760"/>
                </a:cubicBezTo>
                <a:cubicBezTo>
                  <a:pt x="298899" y="103554"/>
                  <a:pt x="297428" y="98535"/>
                  <a:pt x="297428" y="91703"/>
                </a:cubicBezTo>
                <a:lnTo>
                  <a:pt x="297428" y="51185"/>
                </a:lnTo>
                <a:cubicBezTo>
                  <a:pt x="297428" y="49925"/>
                  <a:pt x="297375" y="48927"/>
                  <a:pt x="297269" y="48190"/>
                </a:cubicBezTo>
                <a:cubicBezTo>
                  <a:pt x="297165" y="47454"/>
                  <a:pt x="296850" y="46929"/>
                  <a:pt x="296324" y="46615"/>
                </a:cubicBezTo>
                <a:cubicBezTo>
                  <a:pt x="295798" y="46299"/>
                  <a:pt x="294930" y="46114"/>
                  <a:pt x="293721" y="46062"/>
                </a:cubicBezTo>
                <a:cubicBezTo>
                  <a:pt x="292513" y="46009"/>
                  <a:pt x="290806" y="45982"/>
                  <a:pt x="288599" y="45982"/>
                </a:cubicBezTo>
                <a:cubicBezTo>
                  <a:pt x="288283" y="45982"/>
                  <a:pt x="288020" y="45667"/>
                  <a:pt x="287810" y="45037"/>
                </a:cubicBezTo>
                <a:cubicBezTo>
                  <a:pt x="287600" y="44406"/>
                  <a:pt x="287469" y="43723"/>
                  <a:pt x="287416" y="42987"/>
                </a:cubicBezTo>
                <a:cubicBezTo>
                  <a:pt x="287363" y="42251"/>
                  <a:pt x="287442" y="41568"/>
                  <a:pt x="287652" y="40938"/>
                </a:cubicBezTo>
                <a:cubicBezTo>
                  <a:pt x="287863" y="40307"/>
                  <a:pt x="288179" y="39992"/>
                  <a:pt x="288599" y="39992"/>
                </a:cubicBezTo>
                <a:cubicBezTo>
                  <a:pt x="291226" y="39782"/>
                  <a:pt x="293485" y="39388"/>
                  <a:pt x="295376" y="38811"/>
                </a:cubicBezTo>
                <a:cubicBezTo>
                  <a:pt x="297268" y="38232"/>
                  <a:pt x="298871" y="37312"/>
                  <a:pt x="300185" y="36052"/>
                </a:cubicBezTo>
                <a:cubicBezTo>
                  <a:pt x="301500" y="34790"/>
                  <a:pt x="302551" y="33082"/>
                  <a:pt x="303338" y="30928"/>
                </a:cubicBezTo>
                <a:cubicBezTo>
                  <a:pt x="304128" y="28773"/>
                  <a:pt x="304784" y="25961"/>
                  <a:pt x="305309" y="22494"/>
                </a:cubicBezTo>
                <a:cubicBezTo>
                  <a:pt x="305415" y="21862"/>
                  <a:pt x="305835" y="21389"/>
                  <a:pt x="306572" y="21075"/>
                </a:cubicBezTo>
                <a:cubicBezTo>
                  <a:pt x="307308" y="20759"/>
                  <a:pt x="308096" y="20601"/>
                  <a:pt x="308936" y="20601"/>
                </a:cubicBezTo>
                <a:cubicBezTo>
                  <a:pt x="309777" y="20601"/>
                  <a:pt x="310538" y="20732"/>
                  <a:pt x="311222" y="20995"/>
                </a:cubicBezTo>
                <a:cubicBezTo>
                  <a:pt x="311905" y="21258"/>
                  <a:pt x="312246" y="21600"/>
                  <a:pt x="312246" y="22020"/>
                </a:cubicBezTo>
                <a:lnTo>
                  <a:pt x="312246" y="35578"/>
                </a:lnTo>
                <a:cubicBezTo>
                  <a:pt x="312246" y="37260"/>
                  <a:pt x="312325" y="38233"/>
                  <a:pt x="312482" y="38496"/>
                </a:cubicBezTo>
                <a:cubicBezTo>
                  <a:pt x="312641" y="38757"/>
                  <a:pt x="313298" y="38888"/>
                  <a:pt x="314455" y="38888"/>
                </a:cubicBezTo>
                <a:lnTo>
                  <a:pt x="330849" y="38888"/>
                </a:lnTo>
                <a:cubicBezTo>
                  <a:pt x="331585" y="38888"/>
                  <a:pt x="332058" y="39309"/>
                  <a:pt x="332268" y="40151"/>
                </a:cubicBezTo>
                <a:cubicBezTo>
                  <a:pt x="332478" y="40991"/>
                  <a:pt x="332583" y="41727"/>
                  <a:pt x="332583" y="42357"/>
                </a:cubicBezTo>
                <a:cubicBezTo>
                  <a:pt x="332583" y="42987"/>
                  <a:pt x="332452" y="43749"/>
                  <a:pt x="332189" y="44642"/>
                </a:cubicBezTo>
                <a:cubicBezTo>
                  <a:pt x="331927" y="45536"/>
                  <a:pt x="331376" y="45982"/>
                  <a:pt x="330534" y="45982"/>
                </a:cubicBezTo>
                <a:lnTo>
                  <a:pt x="313666" y="45982"/>
                </a:lnTo>
                <a:cubicBezTo>
                  <a:pt x="312930" y="45982"/>
                  <a:pt x="312509" y="46167"/>
                  <a:pt x="312403" y="46535"/>
                </a:cubicBezTo>
                <a:cubicBezTo>
                  <a:pt x="312299" y="46903"/>
                  <a:pt x="312246" y="48243"/>
                  <a:pt x="312246" y="50555"/>
                </a:cubicBezTo>
                <a:lnTo>
                  <a:pt x="312246" y="85711"/>
                </a:lnTo>
                <a:close/>
                <a:moveTo>
                  <a:pt x="426355" y="77356"/>
                </a:moveTo>
                <a:cubicBezTo>
                  <a:pt x="426355" y="76200"/>
                  <a:pt x="426302" y="75490"/>
                  <a:pt x="426196" y="75227"/>
                </a:cubicBezTo>
                <a:cubicBezTo>
                  <a:pt x="426092" y="74964"/>
                  <a:pt x="425830" y="74832"/>
                  <a:pt x="425410" y="74832"/>
                </a:cubicBezTo>
                <a:cubicBezTo>
                  <a:pt x="416791" y="75569"/>
                  <a:pt x="410406" y="77382"/>
                  <a:pt x="406254" y="80274"/>
                </a:cubicBezTo>
                <a:cubicBezTo>
                  <a:pt x="402103" y="83164"/>
                  <a:pt x="400028" y="86868"/>
                  <a:pt x="400028" y="91388"/>
                </a:cubicBezTo>
                <a:cubicBezTo>
                  <a:pt x="400028" y="94541"/>
                  <a:pt x="400816" y="97195"/>
                  <a:pt x="402393" y="99350"/>
                </a:cubicBezTo>
                <a:cubicBezTo>
                  <a:pt x="403969" y="101504"/>
                  <a:pt x="406597" y="102581"/>
                  <a:pt x="410276" y="102581"/>
                </a:cubicBezTo>
                <a:cubicBezTo>
                  <a:pt x="412693" y="102581"/>
                  <a:pt x="415241" y="102108"/>
                  <a:pt x="417921" y="101162"/>
                </a:cubicBezTo>
                <a:cubicBezTo>
                  <a:pt x="420601" y="100216"/>
                  <a:pt x="422992" y="98849"/>
                  <a:pt x="425094" y="97063"/>
                </a:cubicBezTo>
                <a:cubicBezTo>
                  <a:pt x="425935" y="96222"/>
                  <a:pt x="426355" y="95381"/>
                  <a:pt x="426355" y="94539"/>
                </a:cubicBezTo>
                <a:lnTo>
                  <a:pt x="426355" y="77356"/>
                </a:lnTo>
                <a:moveTo>
                  <a:pt x="441176" y="92963"/>
                </a:moveTo>
                <a:cubicBezTo>
                  <a:pt x="441176" y="96642"/>
                  <a:pt x="441517" y="99218"/>
                  <a:pt x="442201" y="100690"/>
                </a:cubicBezTo>
                <a:cubicBezTo>
                  <a:pt x="442884" y="102161"/>
                  <a:pt x="444224" y="102896"/>
                  <a:pt x="446220" y="102896"/>
                </a:cubicBezTo>
                <a:cubicBezTo>
                  <a:pt x="447377" y="102896"/>
                  <a:pt x="448322" y="102765"/>
                  <a:pt x="449057" y="102502"/>
                </a:cubicBezTo>
                <a:cubicBezTo>
                  <a:pt x="449793" y="102239"/>
                  <a:pt x="450844" y="101687"/>
                  <a:pt x="452210" y="100847"/>
                </a:cubicBezTo>
                <a:cubicBezTo>
                  <a:pt x="452526" y="100636"/>
                  <a:pt x="452868" y="100636"/>
                  <a:pt x="453235" y="100847"/>
                </a:cubicBezTo>
                <a:cubicBezTo>
                  <a:pt x="453604" y="101057"/>
                  <a:pt x="453919" y="101346"/>
                  <a:pt x="454180" y="101715"/>
                </a:cubicBezTo>
                <a:cubicBezTo>
                  <a:pt x="454443" y="102082"/>
                  <a:pt x="454627" y="102502"/>
                  <a:pt x="454731" y="102976"/>
                </a:cubicBezTo>
                <a:cubicBezTo>
                  <a:pt x="454837" y="103449"/>
                  <a:pt x="454733" y="103842"/>
                  <a:pt x="454419" y="104157"/>
                </a:cubicBezTo>
                <a:cubicBezTo>
                  <a:pt x="450320" y="109096"/>
                  <a:pt x="445484" y="111566"/>
                  <a:pt x="439913" y="111566"/>
                </a:cubicBezTo>
                <a:cubicBezTo>
                  <a:pt x="436866" y="111566"/>
                  <a:pt x="434265" y="110752"/>
                  <a:pt x="432109" y="109124"/>
                </a:cubicBezTo>
                <a:cubicBezTo>
                  <a:pt x="429955" y="107495"/>
                  <a:pt x="428353" y="105576"/>
                  <a:pt x="427303" y="103368"/>
                </a:cubicBezTo>
                <a:cubicBezTo>
                  <a:pt x="427091" y="102843"/>
                  <a:pt x="426775" y="102791"/>
                  <a:pt x="426355" y="103211"/>
                </a:cubicBezTo>
                <a:cubicBezTo>
                  <a:pt x="423622" y="105628"/>
                  <a:pt x="420443" y="107625"/>
                  <a:pt x="416817" y="109201"/>
                </a:cubicBezTo>
                <a:cubicBezTo>
                  <a:pt x="413191" y="110778"/>
                  <a:pt x="408646" y="111566"/>
                  <a:pt x="403182" y="111566"/>
                </a:cubicBezTo>
                <a:cubicBezTo>
                  <a:pt x="397190" y="111566"/>
                  <a:pt x="392565" y="109964"/>
                  <a:pt x="389306" y="106760"/>
                </a:cubicBezTo>
                <a:cubicBezTo>
                  <a:pt x="386049" y="103554"/>
                  <a:pt x="384421" y="99008"/>
                  <a:pt x="384421" y="93122"/>
                </a:cubicBezTo>
                <a:cubicBezTo>
                  <a:pt x="384421" y="85554"/>
                  <a:pt x="387942" y="79747"/>
                  <a:pt x="394984" y="75701"/>
                </a:cubicBezTo>
                <a:cubicBezTo>
                  <a:pt x="402026" y="71655"/>
                  <a:pt x="412273" y="69632"/>
                  <a:pt x="425725" y="69632"/>
                </a:cubicBezTo>
                <a:cubicBezTo>
                  <a:pt x="425935" y="69632"/>
                  <a:pt x="426092" y="69369"/>
                  <a:pt x="426196" y="68843"/>
                </a:cubicBezTo>
                <a:cubicBezTo>
                  <a:pt x="426302" y="68317"/>
                  <a:pt x="426355" y="67108"/>
                  <a:pt x="426355" y="65217"/>
                </a:cubicBezTo>
                <a:lnTo>
                  <a:pt x="426355" y="60959"/>
                </a:lnTo>
                <a:cubicBezTo>
                  <a:pt x="426355" y="58332"/>
                  <a:pt x="426145" y="55863"/>
                  <a:pt x="425725" y="53550"/>
                </a:cubicBezTo>
                <a:cubicBezTo>
                  <a:pt x="425305" y="51238"/>
                  <a:pt x="424595" y="49214"/>
                  <a:pt x="423596" y="47481"/>
                </a:cubicBezTo>
                <a:cubicBezTo>
                  <a:pt x="422598" y="45747"/>
                  <a:pt x="421206" y="44381"/>
                  <a:pt x="419420" y="43382"/>
                </a:cubicBezTo>
                <a:cubicBezTo>
                  <a:pt x="417633" y="42383"/>
                  <a:pt x="415426" y="41883"/>
                  <a:pt x="412797" y="41883"/>
                </a:cubicBezTo>
                <a:cubicBezTo>
                  <a:pt x="408908" y="41883"/>
                  <a:pt x="405755" y="42646"/>
                  <a:pt x="403338" y="44171"/>
                </a:cubicBezTo>
                <a:cubicBezTo>
                  <a:pt x="400921" y="45694"/>
                  <a:pt x="399713" y="47664"/>
                  <a:pt x="399713" y="50081"/>
                </a:cubicBezTo>
                <a:cubicBezTo>
                  <a:pt x="399713" y="51238"/>
                  <a:pt x="400080" y="52367"/>
                  <a:pt x="400815" y="53471"/>
                </a:cubicBezTo>
                <a:cubicBezTo>
                  <a:pt x="401551" y="54574"/>
                  <a:pt x="401919" y="55704"/>
                  <a:pt x="401919" y="56860"/>
                </a:cubicBezTo>
                <a:cubicBezTo>
                  <a:pt x="401919" y="58332"/>
                  <a:pt x="401183" y="59752"/>
                  <a:pt x="399711" y="61118"/>
                </a:cubicBezTo>
                <a:cubicBezTo>
                  <a:pt x="398240" y="62485"/>
                  <a:pt x="396454" y="63168"/>
                  <a:pt x="394353" y="63168"/>
                </a:cubicBezTo>
                <a:cubicBezTo>
                  <a:pt x="391515" y="63168"/>
                  <a:pt x="389491" y="62406"/>
                  <a:pt x="388282" y="60882"/>
                </a:cubicBezTo>
                <a:cubicBezTo>
                  <a:pt x="387074" y="59357"/>
                  <a:pt x="386470" y="57491"/>
                  <a:pt x="386470" y="55285"/>
                </a:cubicBezTo>
                <a:cubicBezTo>
                  <a:pt x="386470" y="52658"/>
                  <a:pt x="387206" y="50161"/>
                  <a:pt x="388676" y="47796"/>
                </a:cubicBezTo>
                <a:cubicBezTo>
                  <a:pt x="390148" y="45430"/>
                  <a:pt x="392145" y="43407"/>
                  <a:pt x="394666" y="41727"/>
                </a:cubicBezTo>
                <a:cubicBezTo>
                  <a:pt x="397189" y="40044"/>
                  <a:pt x="400132" y="38704"/>
                  <a:pt x="403495" y="37707"/>
                </a:cubicBezTo>
                <a:cubicBezTo>
                  <a:pt x="406859" y="36708"/>
                  <a:pt x="410381" y="36208"/>
                  <a:pt x="414060" y="36208"/>
                </a:cubicBezTo>
                <a:cubicBezTo>
                  <a:pt x="422467" y="36208"/>
                  <a:pt x="429088" y="38153"/>
                  <a:pt x="433923" y="42042"/>
                </a:cubicBezTo>
                <a:cubicBezTo>
                  <a:pt x="438758" y="45931"/>
                  <a:pt x="441176" y="52395"/>
                  <a:pt x="441176" y="61433"/>
                </a:cubicBezTo>
                <a:lnTo>
                  <a:pt x="441176" y="92963"/>
                </a:lnTo>
                <a:close/>
                <a:moveTo>
                  <a:pt x="511788" y="50555"/>
                </a:moveTo>
                <a:cubicBezTo>
                  <a:pt x="509792" y="48033"/>
                  <a:pt x="507637" y="46167"/>
                  <a:pt x="505324" y="44960"/>
                </a:cubicBezTo>
                <a:cubicBezTo>
                  <a:pt x="503012" y="43751"/>
                  <a:pt x="500227" y="43146"/>
                  <a:pt x="496970" y="43146"/>
                </a:cubicBezTo>
                <a:cubicBezTo>
                  <a:pt x="493815" y="43146"/>
                  <a:pt x="490977" y="43619"/>
                  <a:pt x="488454" y="44565"/>
                </a:cubicBezTo>
                <a:cubicBezTo>
                  <a:pt x="485933" y="45510"/>
                  <a:pt x="483805" y="47138"/>
                  <a:pt x="482069" y="49451"/>
                </a:cubicBezTo>
                <a:cubicBezTo>
                  <a:pt x="480336" y="51764"/>
                  <a:pt x="479022" y="54917"/>
                  <a:pt x="478129" y="58912"/>
                </a:cubicBezTo>
                <a:cubicBezTo>
                  <a:pt x="477236" y="62906"/>
                  <a:pt x="476789" y="67950"/>
                  <a:pt x="476789" y="74046"/>
                </a:cubicBezTo>
                <a:cubicBezTo>
                  <a:pt x="476789" y="77619"/>
                  <a:pt x="477156" y="81113"/>
                  <a:pt x="477891" y="84529"/>
                </a:cubicBezTo>
                <a:cubicBezTo>
                  <a:pt x="478627" y="87945"/>
                  <a:pt x="479705" y="90993"/>
                  <a:pt x="481124" y="93673"/>
                </a:cubicBezTo>
                <a:cubicBezTo>
                  <a:pt x="482543" y="96353"/>
                  <a:pt x="484278" y="98508"/>
                  <a:pt x="486327" y="100137"/>
                </a:cubicBezTo>
                <a:cubicBezTo>
                  <a:pt x="488377" y="101766"/>
                  <a:pt x="490768" y="102581"/>
                  <a:pt x="493501" y="102581"/>
                </a:cubicBezTo>
                <a:cubicBezTo>
                  <a:pt x="497914" y="102581"/>
                  <a:pt x="501566" y="101819"/>
                  <a:pt x="504456" y="100296"/>
                </a:cubicBezTo>
                <a:cubicBezTo>
                  <a:pt x="507347" y="98771"/>
                  <a:pt x="509792" y="96800"/>
                  <a:pt x="511788" y="94383"/>
                </a:cubicBezTo>
                <a:lnTo>
                  <a:pt x="511788" y="50555"/>
                </a:lnTo>
                <a:moveTo>
                  <a:pt x="526607" y="82559"/>
                </a:moveTo>
                <a:cubicBezTo>
                  <a:pt x="526607" y="86868"/>
                  <a:pt x="526685" y="90363"/>
                  <a:pt x="526842" y="93043"/>
                </a:cubicBezTo>
                <a:cubicBezTo>
                  <a:pt x="527001" y="95723"/>
                  <a:pt x="527474" y="97825"/>
                  <a:pt x="528262" y="99350"/>
                </a:cubicBezTo>
                <a:cubicBezTo>
                  <a:pt x="529051" y="100874"/>
                  <a:pt x="530234" y="101924"/>
                  <a:pt x="531810" y="102502"/>
                </a:cubicBezTo>
                <a:cubicBezTo>
                  <a:pt x="533386" y="103079"/>
                  <a:pt x="535594" y="103368"/>
                  <a:pt x="538433" y="103368"/>
                </a:cubicBezTo>
                <a:cubicBezTo>
                  <a:pt x="538853" y="103368"/>
                  <a:pt x="539194" y="103604"/>
                  <a:pt x="539455" y="104077"/>
                </a:cubicBezTo>
                <a:cubicBezTo>
                  <a:pt x="539718" y="104550"/>
                  <a:pt x="539849" y="105103"/>
                  <a:pt x="539849" y="105735"/>
                </a:cubicBezTo>
                <a:cubicBezTo>
                  <a:pt x="539849" y="106259"/>
                  <a:pt x="539744" y="106784"/>
                  <a:pt x="539534" y="107310"/>
                </a:cubicBezTo>
                <a:cubicBezTo>
                  <a:pt x="539324" y="107836"/>
                  <a:pt x="538957" y="108099"/>
                  <a:pt x="538433" y="108099"/>
                </a:cubicBezTo>
                <a:cubicBezTo>
                  <a:pt x="537591" y="108099"/>
                  <a:pt x="536880" y="108126"/>
                  <a:pt x="536301" y="108179"/>
                </a:cubicBezTo>
                <a:cubicBezTo>
                  <a:pt x="535724" y="108230"/>
                  <a:pt x="535146" y="108282"/>
                  <a:pt x="534567" y="108335"/>
                </a:cubicBezTo>
                <a:cubicBezTo>
                  <a:pt x="533989" y="108388"/>
                  <a:pt x="533359" y="108467"/>
                  <a:pt x="532676" y="108573"/>
                </a:cubicBezTo>
                <a:cubicBezTo>
                  <a:pt x="531993" y="108678"/>
                  <a:pt x="531126" y="108782"/>
                  <a:pt x="530076" y="108886"/>
                </a:cubicBezTo>
                <a:cubicBezTo>
                  <a:pt x="529235" y="108992"/>
                  <a:pt x="528079" y="109203"/>
                  <a:pt x="526607" y="109519"/>
                </a:cubicBezTo>
                <a:cubicBezTo>
                  <a:pt x="525136" y="109833"/>
                  <a:pt x="523613" y="110147"/>
                  <a:pt x="522036" y="110462"/>
                </a:cubicBezTo>
                <a:cubicBezTo>
                  <a:pt x="520460" y="110778"/>
                  <a:pt x="518988" y="111041"/>
                  <a:pt x="517622" y="111251"/>
                </a:cubicBezTo>
                <a:cubicBezTo>
                  <a:pt x="516255" y="111461"/>
                  <a:pt x="515362" y="111566"/>
                  <a:pt x="514942" y="111566"/>
                </a:cubicBezTo>
                <a:cubicBezTo>
                  <a:pt x="514100" y="111566"/>
                  <a:pt x="513416" y="110831"/>
                  <a:pt x="512890" y="109360"/>
                </a:cubicBezTo>
                <a:cubicBezTo>
                  <a:pt x="512366" y="107888"/>
                  <a:pt x="512103" y="105838"/>
                  <a:pt x="512103" y="103211"/>
                </a:cubicBezTo>
                <a:cubicBezTo>
                  <a:pt x="512103" y="102685"/>
                  <a:pt x="511972" y="102475"/>
                  <a:pt x="511709" y="102581"/>
                </a:cubicBezTo>
                <a:cubicBezTo>
                  <a:pt x="511446" y="102685"/>
                  <a:pt x="511209" y="102842"/>
                  <a:pt x="510999" y="103053"/>
                </a:cubicBezTo>
                <a:cubicBezTo>
                  <a:pt x="507742" y="105995"/>
                  <a:pt x="504589" y="108150"/>
                  <a:pt x="501540" y="109516"/>
                </a:cubicBezTo>
                <a:cubicBezTo>
                  <a:pt x="498493" y="110883"/>
                  <a:pt x="494762" y="111566"/>
                  <a:pt x="490347" y="111566"/>
                </a:cubicBezTo>
                <a:cubicBezTo>
                  <a:pt x="485722" y="111566"/>
                  <a:pt x="481543" y="110752"/>
                  <a:pt x="477812" y="109124"/>
                </a:cubicBezTo>
                <a:cubicBezTo>
                  <a:pt x="474081" y="107495"/>
                  <a:pt x="470928" y="105182"/>
                  <a:pt x="468353" y="102186"/>
                </a:cubicBezTo>
                <a:cubicBezTo>
                  <a:pt x="465779" y="99191"/>
                  <a:pt x="463782" y="95538"/>
                  <a:pt x="462363" y="91229"/>
                </a:cubicBezTo>
                <a:cubicBezTo>
                  <a:pt x="460945" y="86920"/>
                  <a:pt x="460236" y="82085"/>
                  <a:pt x="460236" y="76726"/>
                </a:cubicBezTo>
                <a:cubicBezTo>
                  <a:pt x="460236" y="69684"/>
                  <a:pt x="461340" y="63614"/>
                  <a:pt x="463546" y="58518"/>
                </a:cubicBezTo>
                <a:cubicBezTo>
                  <a:pt x="465753" y="53419"/>
                  <a:pt x="468643" y="49215"/>
                  <a:pt x="472216" y="45905"/>
                </a:cubicBezTo>
                <a:cubicBezTo>
                  <a:pt x="475791" y="42593"/>
                  <a:pt x="479811" y="40149"/>
                  <a:pt x="484278" y="38573"/>
                </a:cubicBezTo>
                <a:cubicBezTo>
                  <a:pt x="488744" y="36996"/>
                  <a:pt x="493185" y="36208"/>
                  <a:pt x="497600" y="36208"/>
                </a:cubicBezTo>
                <a:cubicBezTo>
                  <a:pt x="499701" y="36208"/>
                  <a:pt x="502013" y="36445"/>
                  <a:pt x="504535" y="36918"/>
                </a:cubicBezTo>
                <a:cubicBezTo>
                  <a:pt x="507058" y="37391"/>
                  <a:pt x="509476" y="38206"/>
                  <a:pt x="511788" y="39362"/>
                </a:cubicBezTo>
                <a:lnTo>
                  <a:pt x="511788" y="29744"/>
                </a:lnTo>
                <a:cubicBezTo>
                  <a:pt x="511788" y="25225"/>
                  <a:pt x="511683" y="21626"/>
                  <a:pt x="511473" y="18946"/>
                </a:cubicBezTo>
                <a:cubicBezTo>
                  <a:pt x="511263" y="16266"/>
                  <a:pt x="510711" y="14191"/>
                  <a:pt x="509818" y="12720"/>
                </a:cubicBezTo>
                <a:cubicBezTo>
                  <a:pt x="508925" y="11248"/>
                  <a:pt x="507558" y="10249"/>
                  <a:pt x="505719" y="9723"/>
                </a:cubicBezTo>
                <a:cubicBezTo>
                  <a:pt x="503879" y="9197"/>
                  <a:pt x="501383" y="8776"/>
                  <a:pt x="498230" y="8462"/>
                </a:cubicBezTo>
                <a:cubicBezTo>
                  <a:pt x="497810" y="8462"/>
                  <a:pt x="497468" y="8199"/>
                  <a:pt x="497205" y="7673"/>
                </a:cubicBezTo>
                <a:cubicBezTo>
                  <a:pt x="496942" y="7147"/>
                  <a:pt x="496811" y="6622"/>
                  <a:pt x="496811" y="6097"/>
                </a:cubicBezTo>
                <a:cubicBezTo>
                  <a:pt x="496811" y="5571"/>
                  <a:pt x="496916" y="5046"/>
                  <a:pt x="497126" y="4522"/>
                </a:cubicBezTo>
                <a:cubicBezTo>
                  <a:pt x="497336" y="3996"/>
                  <a:pt x="497704" y="3733"/>
                  <a:pt x="498230" y="3733"/>
                </a:cubicBezTo>
                <a:cubicBezTo>
                  <a:pt x="500017" y="3627"/>
                  <a:pt x="501961" y="3495"/>
                  <a:pt x="504061" y="3338"/>
                </a:cubicBezTo>
                <a:cubicBezTo>
                  <a:pt x="506164" y="3181"/>
                  <a:pt x="508319" y="2997"/>
                  <a:pt x="510525" y="2787"/>
                </a:cubicBezTo>
                <a:cubicBezTo>
                  <a:pt x="512734" y="2576"/>
                  <a:pt x="514888" y="2260"/>
                  <a:pt x="516989" y="1839"/>
                </a:cubicBezTo>
                <a:cubicBezTo>
                  <a:pt x="519092" y="1419"/>
                  <a:pt x="521089" y="946"/>
                  <a:pt x="522981" y="420"/>
                </a:cubicBezTo>
                <a:cubicBezTo>
                  <a:pt x="524348" y="0"/>
                  <a:pt x="525268" y="79"/>
                  <a:pt x="525741" y="658"/>
                </a:cubicBezTo>
                <a:cubicBezTo>
                  <a:pt x="526214" y="1236"/>
                  <a:pt x="526502" y="1839"/>
                  <a:pt x="526607" y="2470"/>
                </a:cubicBezTo>
                <a:lnTo>
                  <a:pt x="526607" y="82559"/>
                </a:lnTo>
                <a:close/>
                <a:moveTo>
                  <a:pt x="608887" y="58910"/>
                </a:moveTo>
                <a:cubicBezTo>
                  <a:pt x="601846" y="76253"/>
                  <a:pt x="594330" y="93963"/>
                  <a:pt x="586342" y="112040"/>
                </a:cubicBezTo>
                <a:cubicBezTo>
                  <a:pt x="586236" y="112250"/>
                  <a:pt x="585947" y="112434"/>
                  <a:pt x="585474" y="112591"/>
                </a:cubicBezTo>
                <a:cubicBezTo>
                  <a:pt x="585002" y="112749"/>
                  <a:pt x="584504" y="112829"/>
                  <a:pt x="583978" y="112829"/>
                </a:cubicBezTo>
                <a:cubicBezTo>
                  <a:pt x="583452" y="112829"/>
                  <a:pt x="582952" y="112749"/>
                  <a:pt x="582479" y="112591"/>
                </a:cubicBezTo>
                <a:cubicBezTo>
                  <a:pt x="582006" y="112434"/>
                  <a:pt x="581717" y="112250"/>
                  <a:pt x="581613" y="112040"/>
                </a:cubicBezTo>
                <a:cubicBezTo>
                  <a:pt x="577094" y="102895"/>
                  <a:pt x="572863" y="94040"/>
                  <a:pt x="568921" y="85475"/>
                </a:cubicBezTo>
                <a:cubicBezTo>
                  <a:pt x="564981" y="76909"/>
                  <a:pt x="561013" y="67687"/>
                  <a:pt x="557018" y="57808"/>
                </a:cubicBezTo>
                <a:cubicBezTo>
                  <a:pt x="555968" y="55285"/>
                  <a:pt x="555048" y="53184"/>
                  <a:pt x="554259" y="51503"/>
                </a:cubicBezTo>
                <a:cubicBezTo>
                  <a:pt x="553471" y="49821"/>
                  <a:pt x="552631" y="48454"/>
                  <a:pt x="551738" y="47404"/>
                </a:cubicBezTo>
                <a:cubicBezTo>
                  <a:pt x="550844" y="46352"/>
                  <a:pt x="549793" y="45537"/>
                  <a:pt x="548584" y="44960"/>
                </a:cubicBezTo>
                <a:cubicBezTo>
                  <a:pt x="547375" y="44381"/>
                  <a:pt x="545825" y="43933"/>
                  <a:pt x="543934" y="43617"/>
                </a:cubicBezTo>
                <a:cubicBezTo>
                  <a:pt x="543408" y="43513"/>
                  <a:pt x="542987" y="43225"/>
                  <a:pt x="542671" y="42751"/>
                </a:cubicBezTo>
                <a:cubicBezTo>
                  <a:pt x="542357" y="42278"/>
                  <a:pt x="542200" y="41779"/>
                  <a:pt x="542200" y="41253"/>
                </a:cubicBezTo>
                <a:cubicBezTo>
                  <a:pt x="542200" y="40622"/>
                  <a:pt x="542305" y="40071"/>
                  <a:pt x="542515" y="39598"/>
                </a:cubicBezTo>
                <a:cubicBezTo>
                  <a:pt x="542725" y="39125"/>
                  <a:pt x="543093" y="38888"/>
                  <a:pt x="543619" y="38888"/>
                </a:cubicBezTo>
                <a:cubicBezTo>
                  <a:pt x="546666" y="38888"/>
                  <a:pt x="549634" y="39072"/>
                  <a:pt x="552524" y="39441"/>
                </a:cubicBezTo>
                <a:cubicBezTo>
                  <a:pt x="555416" y="39809"/>
                  <a:pt x="558438" y="39992"/>
                  <a:pt x="561591" y="39992"/>
                </a:cubicBezTo>
                <a:cubicBezTo>
                  <a:pt x="564638" y="39992"/>
                  <a:pt x="567660" y="39809"/>
                  <a:pt x="570655" y="39441"/>
                </a:cubicBezTo>
                <a:cubicBezTo>
                  <a:pt x="573651" y="39072"/>
                  <a:pt x="576673" y="38888"/>
                  <a:pt x="579720" y="38888"/>
                </a:cubicBezTo>
                <a:cubicBezTo>
                  <a:pt x="580246" y="38888"/>
                  <a:pt x="580640" y="39125"/>
                  <a:pt x="580903" y="39598"/>
                </a:cubicBezTo>
                <a:cubicBezTo>
                  <a:pt x="581166" y="40071"/>
                  <a:pt x="581298" y="40622"/>
                  <a:pt x="581298" y="41253"/>
                </a:cubicBezTo>
                <a:cubicBezTo>
                  <a:pt x="581298" y="41779"/>
                  <a:pt x="581166" y="42305"/>
                  <a:pt x="580903" y="42831"/>
                </a:cubicBezTo>
                <a:cubicBezTo>
                  <a:pt x="580640" y="43355"/>
                  <a:pt x="580246" y="43617"/>
                  <a:pt x="579720" y="43617"/>
                </a:cubicBezTo>
                <a:cubicBezTo>
                  <a:pt x="576462" y="43828"/>
                  <a:pt x="574124" y="44432"/>
                  <a:pt x="572705" y="45431"/>
                </a:cubicBezTo>
                <a:cubicBezTo>
                  <a:pt x="571286" y="46430"/>
                  <a:pt x="570576" y="47875"/>
                  <a:pt x="570576" y="49766"/>
                </a:cubicBezTo>
                <a:cubicBezTo>
                  <a:pt x="570576" y="51343"/>
                  <a:pt x="570997" y="53287"/>
                  <a:pt x="571839" y="55600"/>
                </a:cubicBezTo>
                <a:cubicBezTo>
                  <a:pt x="574256" y="62116"/>
                  <a:pt x="576778" y="68448"/>
                  <a:pt x="579405" y="74597"/>
                </a:cubicBezTo>
                <a:cubicBezTo>
                  <a:pt x="582033" y="80745"/>
                  <a:pt x="584714" y="86553"/>
                  <a:pt x="587446" y="92018"/>
                </a:cubicBezTo>
                <a:cubicBezTo>
                  <a:pt x="587657" y="92544"/>
                  <a:pt x="587972" y="92781"/>
                  <a:pt x="588392" y="92728"/>
                </a:cubicBezTo>
                <a:cubicBezTo>
                  <a:pt x="588812" y="92675"/>
                  <a:pt x="589127" y="92438"/>
                  <a:pt x="589337" y="92018"/>
                </a:cubicBezTo>
                <a:cubicBezTo>
                  <a:pt x="590389" y="89705"/>
                  <a:pt x="591598" y="86868"/>
                  <a:pt x="592962" y="83505"/>
                </a:cubicBezTo>
                <a:cubicBezTo>
                  <a:pt x="594329" y="80142"/>
                  <a:pt x="595669" y="76700"/>
                  <a:pt x="596982" y="73180"/>
                </a:cubicBezTo>
                <a:cubicBezTo>
                  <a:pt x="598297" y="69658"/>
                  <a:pt x="599533" y="66164"/>
                  <a:pt x="600689" y="62696"/>
                </a:cubicBezTo>
                <a:cubicBezTo>
                  <a:pt x="601846" y="59227"/>
                  <a:pt x="602791" y="56232"/>
                  <a:pt x="603525" y="53709"/>
                </a:cubicBezTo>
                <a:cubicBezTo>
                  <a:pt x="603947" y="52343"/>
                  <a:pt x="604158" y="51028"/>
                  <a:pt x="604158" y="49766"/>
                </a:cubicBezTo>
                <a:cubicBezTo>
                  <a:pt x="604158" y="47139"/>
                  <a:pt x="603369" y="45511"/>
                  <a:pt x="601791" y="44880"/>
                </a:cubicBezTo>
                <a:cubicBezTo>
                  <a:pt x="600215" y="44249"/>
                  <a:pt x="598586" y="43828"/>
                  <a:pt x="596905" y="43617"/>
                </a:cubicBezTo>
                <a:cubicBezTo>
                  <a:pt x="596275" y="43513"/>
                  <a:pt x="595802" y="43198"/>
                  <a:pt x="595486" y="42672"/>
                </a:cubicBezTo>
                <a:cubicBezTo>
                  <a:pt x="595170" y="42146"/>
                  <a:pt x="595038" y="41621"/>
                  <a:pt x="595091" y="41096"/>
                </a:cubicBezTo>
                <a:cubicBezTo>
                  <a:pt x="595144" y="40570"/>
                  <a:pt x="595328" y="40071"/>
                  <a:pt x="595642" y="39598"/>
                </a:cubicBezTo>
                <a:cubicBezTo>
                  <a:pt x="595958" y="39125"/>
                  <a:pt x="596379" y="38888"/>
                  <a:pt x="596905" y="38888"/>
                </a:cubicBezTo>
                <a:cubicBezTo>
                  <a:pt x="599218" y="38888"/>
                  <a:pt x="601372" y="39072"/>
                  <a:pt x="603369" y="39441"/>
                </a:cubicBezTo>
                <a:cubicBezTo>
                  <a:pt x="605366" y="39809"/>
                  <a:pt x="607467" y="39992"/>
                  <a:pt x="609674" y="39992"/>
                </a:cubicBezTo>
                <a:cubicBezTo>
                  <a:pt x="611987" y="39992"/>
                  <a:pt x="614430" y="39809"/>
                  <a:pt x="617004" y="39441"/>
                </a:cubicBezTo>
                <a:cubicBezTo>
                  <a:pt x="619580" y="39072"/>
                  <a:pt x="621603" y="38888"/>
                  <a:pt x="623076" y="38888"/>
                </a:cubicBezTo>
                <a:cubicBezTo>
                  <a:pt x="623706" y="38888"/>
                  <a:pt x="624153" y="39125"/>
                  <a:pt x="624416" y="39598"/>
                </a:cubicBezTo>
                <a:cubicBezTo>
                  <a:pt x="624679" y="40071"/>
                  <a:pt x="624810" y="40622"/>
                  <a:pt x="624810" y="41253"/>
                </a:cubicBezTo>
                <a:cubicBezTo>
                  <a:pt x="624810" y="41779"/>
                  <a:pt x="624679" y="42305"/>
                  <a:pt x="624416" y="42831"/>
                </a:cubicBezTo>
                <a:cubicBezTo>
                  <a:pt x="624153" y="43355"/>
                  <a:pt x="623758" y="43617"/>
                  <a:pt x="623232" y="43617"/>
                </a:cubicBezTo>
                <a:cubicBezTo>
                  <a:pt x="621131" y="43723"/>
                  <a:pt x="619371" y="44196"/>
                  <a:pt x="617952" y="45037"/>
                </a:cubicBezTo>
                <a:cubicBezTo>
                  <a:pt x="616532" y="45877"/>
                  <a:pt x="615298" y="46955"/>
                  <a:pt x="614247" y="48270"/>
                </a:cubicBezTo>
                <a:cubicBezTo>
                  <a:pt x="613197" y="49583"/>
                  <a:pt x="612251" y="51160"/>
                  <a:pt x="611409" y="52999"/>
                </a:cubicBezTo>
                <a:cubicBezTo>
                  <a:pt x="610568" y="54839"/>
                  <a:pt x="609728" y="56809"/>
                  <a:pt x="608887" y="58910"/>
                </a:cubicBezTo>
                <a:close/>
                <a:moveTo>
                  <a:pt x="671773" y="77356"/>
                </a:moveTo>
                <a:cubicBezTo>
                  <a:pt x="671773" y="76200"/>
                  <a:pt x="671721" y="75490"/>
                  <a:pt x="671615" y="75227"/>
                </a:cubicBezTo>
                <a:cubicBezTo>
                  <a:pt x="671510" y="74964"/>
                  <a:pt x="671248" y="74832"/>
                  <a:pt x="670828" y="74832"/>
                </a:cubicBezTo>
                <a:cubicBezTo>
                  <a:pt x="662210" y="75569"/>
                  <a:pt x="655824" y="77382"/>
                  <a:pt x="651672" y="80274"/>
                </a:cubicBezTo>
                <a:cubicBezTo>
                  <a:pt x="647522" y="83164"/>
                  <a:pt x="645447" y="86868"/>
                  <a:pt x="645447" y="91388"/>
                </a:cubicBezTo>
                <a:cubicBezTo>
                  <a:pt x="645447" y="94541"/>
                  <a:pt x="646235" y="97195"/>
                  <a:pt x="647811" y="99350"/>
                </a:cubicBezTo>
                <a:cubicBezTo>
                  <a:pt x="649388" y="101504"/>
                  <a:pt x="652016" y="102581"/>
                  <a:pt x="655694" y="102581"/>
                </a:cubicBezTo>
                <a:cubicBezTo>
                  <a:pt x="658111" y="102581"/>
                  <a:pt x="660660" y="102108"/>
                  <a:pt x="663339" y="101162"/>
                </a:cubicBezTo>
                <a:cubicBezTo>
                  <a:pt x="666019" y="100216"/>
                  <a:pt x="668410" y="98849"/>
                  <a:pt x="670513" y="97063"/>
                </a:cubicBezTo>
                <a:cubicBezTo>
                  <a:pt x="671353" y="96222"/>
                  <a:pt x="671773" y="95381"/>
                  <a:pt x="671773" y="94539"/>
                </a:cubicBezTo>
                <a:lnTo>
                  <a:pt x="671773" y="77356"/>
                </a:lnTo>
                <a:moveTo>
                  <a:pt x="686594" y="92963"/>
                </a:moveTo>
                <a:cubicBezTo>
                  <a:pt x="686594" y="96642"/>
                  <a:pt x="686936" y="99218"/>
                  <a:pt x="687619" y="100690"/>
                </a:cubicBezTo>
                <a:cubicBezTo>
                  <a:pt x="688302" y="102161"/>
                  <a:pt x="689642" y="102896"/>
                  <a:pt x="691639" y="102896"/>
                </a:cubicBezTo>
                <a:cubicBezTo>
                  <a:pt x="692795" y="102896"/>
                  <a:pt x="693741" y="102765"/>
                  <a:pt x="694475" y="102502"/>
                </a:cubicBezTo>
                <a:cubicBezTo>
                  <a:pt x="695211" y="102239"/>
                  <a:pt x="696262" y="101687"/>
                  <a:pt x="697629" y="100847"/>
                </a:cubicBezTo>
                <a:cubicBezTo>
                  <a:pt x="697945" y="100636"/>
                  <a:pt x="698286" y="100636"/>
                  <a:pt x="698654" y="100847"/>
                </a:cubicBezTo>
                <a:cubicBezTo>
                  <a:pt x="699022" y="101057"/>
                  <a:pt x="699338" y="101346"/>
                  <a:pt x="699599" y="101715"/>
                </a:cubicBezTo>
                <a:cubicBezTo>
                  <a:pt x="699862" y="102082"/>
                  <a:pt x="700046" y="102502"/>
                  <a:pt x="700150" y="102976"/>
                </a:cubicBezTo>
                <a:cubicBezTo>
                  <a:pt x="700256" y="103449"/>
                  <a:pt x="700151" y="103842"/>
                  <a:pt x="699837" y="104157"/>
                </a:cubicBezTo>
                <a:cubicBezTo>
                  <a:pt x="695738" y="109096"/>
                  <a:pt x="690903" y="111566"/>
                  <a:pt x="685331" y="111566"/>
                </a:cubicBezTo>
                <a:cubicBezTo>
                  <a:pt x="682284" y="111566"/>
                  <a:pt x="679683" y="110752"/>
                  <a:pt x="677528" y="109124"/>
                </a:cubicBezTo>
                <a:cubicBezTo>
                  <a:pt x="675374" y="107495"/>
                  <a:pt x="673772" y="105576"/>
                  <a:pt x="672721" y="103368"/>
                </a:cubicBezTo>
                <a:cubicBezTo>
                  <a:pt x="672510" y="102843"/>
                  <a:pt x="672194" y="102791"/>
                  <a:pt x="671773" y="103211"/>
                </a:cubicBezTo>
                <a:cubicBezTo>
                  <a:pt x="669041" y="105628"/>
                  <a:pt x="665861" y="107625"/>
                  <a:pt x="662235" y="109201"/>
                </a:cubicBezTo>
                <a:cubicBezTo>
                  <a:pt x="658609" y="110778"/>
                  <a:pt x="654064" y="111566"/>
                  <a:pt x="648600" y="111566"/>
                </a:cubicBezTo>
                <a:cubicBezTo>
                  <a:pt x="642609" y="111566"/>
                  <a:pt x="637984" y="109964"/>
                  <a:pt x="634725" y="106760"/>
                </a:cubicBezTo>
                <a:cubicBezTo>
                  <a:pt x="631468" y="103554"/>
                  <a:pt x="629839" y="99008"/>
                  <a:pt x="629839" y="93122"/>
                </a:cubicBezTo>
                <a:cubicBezTo>
                  <a:pt x="629839" y="85554"/>
                  <a:pt x="633360" y="79747"/>
                  <a:pt x="640402" y="75701"/>
                </a:cubicBezTo>
                <a:cubicBezTo>
                  <a:pt x="647444" y="71655"/>
                  <a:pt x="657691" y="69632"/>
                  <a:pt x="671143" y="69632"/>
                </a:cubicBezTo>
                <a:cubicBezTo>
                  <a:pt x="671353" y="69632"/>
                  <a:pt x="671510" y="69369"/>
                  <a:pt x="671615" y="68843"/>
                </a:cubicBezTo>
                <a:cubicBezTo>
                  <a:pt x="671721" y="68317"/>
                  <a:pt x="671773" y="67108"/>
                  <a:pt x="671773" y="65217"/>
                </a:cubicBezTo>
                <a:lnTo>
                  <a:pt x="671773" y="60959"/>
                </a:lnTo>
                <a:cubicBezTo>
                  <a:pt x="671773" y="58332"/>
                  <a:pt x="671563" y="55863"/>
                  <a:pt x="671143" y="53550"/>
                </a:cubicBezTo>
                <a:cubicBezTo>
                  <a:pt x="670723" y="51238"/>
                  <a:pt x="670013" y="49214"/>
                  <a:pt x="669014" y="47481"/>
                </a:cubicBezTo>
                <a:cubicBezTo>
                  <a:pt x="668017" y="45747"/>
                  <a:pt x="666625" y="44381"/>
                  <a:pt x="664838" y="43382"/>
                </a:cubicBezTo>
                <a:cubicBezTo>
                  <a:pt x="663052" y="42383"/>
                  <a:pt x="660844" y="41883"/>
                  <a:pt x="658216" y="41883"/>
                </a:cubicBezTo>
                <a:cubicBezTo>
                  <a:pt x="654327" y="41883"/>
                  <a:pt x="651174" y="42646"/>
                  <a:pt x="648757" y="44171"/>
                </a:cubicBezTo>
                <a:cubicBezTo>
                  <a:pt x="646340" y="45694"/>
                  <a:pt x="645132" y="47664"/>
                  <a:pt x="645132" y="50081"/>
                </a:cubicBezTo>
                <a:cubicBezTo>
                  <a:pt x="645132" y="51238"/>
                  <a:pt x="645499" y="52367"/>
                  <a:pt x="646233" y="53471"/>
                </a:cubicBezTo>
                <a:cubicBezTo>
                  <a:pt x="646969" y="54574"/>
                  <a:pt x="647337" y="55704"/>
                  <a:pt x="647337" y="56860"/>
                </a:cubicBezTo>
                <a:cubicBezTo>
                  <a:pt x="647337" y="58332"/>
                  <a:pt x="646601" y="59752"/>
                  <a:pt x="645129" y="61118"/>
                </a:cubicBezTo>
                <a:cubicBezTo>
                  <a:pt x="643658" y="62485"/>
                  <a:pt x="641873" y="63168"/>
                  <a:pt x="639772" y="63168"/>
                </a:cubicBezTo>
                <a:cubicBezTo>
                  <a:pt x="636933" y="63168"/>
                  <a:pt x="634909" y="62406"/>
                  <a:pt x="633700" y="60882"/>
                </a:cubicBezTo>
                <a:cubicBezTo>
                  <a:pt x="632493" y="59357"/>
                  <a:pt x="631889" y="57491"/>
                  <a:pt x="631889" y="55285"/>
                </a:cubicBezTo>
                <a:cubicBezTo>
                  <a:pt x="631889" y="52658"/>
                  <a:pt x="632624" y="50161"/>
                  <a:pt x="634095" y="47796"/>
                </a:cubicBezTo>
                <a:cubicBezTo>
                  <a:pt x="635567" y="45430"/>
                  <a:pt x="637564" y="43407"/>
                  <a:pt x="640085" y="41727"/>
                </a:cubicBezTo>
                <a:cubicBezTo>
                  <a:pt x="642607" y="40044"/>
                  <a:pt x="645550" y="38704"/>
                  <a:pt x="648913" y="37707"/>
                </a:cubicBezTo>
                <a:cubicBezTo>
                  <a:pt x="652278" y="36708"/>
                  <a:pt x="655800" y="36208"/>
                  <a:pt x="659478" y="36208"/>
                </a:cubicBezTo>
                <a:cubicBezTo>
                  <a:pt x="667885" y="36208"/>
                  <a:pt x="674506" y="38153"/>
                  <a:pt x="679341" y="42042"/>
                </a:cubicBezTo>
                <a:cubicBezTo>
                  <a:pt x="684177" y="45931"/>
                  <a:pt x="686594" y="52395"/>
                  <a:pt x="686594" y="61433"/>
                </a:cubicBezTo>
                <a:lnTo>
                  <a:pt x="686594" y="92963"/>
                </a:lnTo>
                <a:close/>
                <a:moveTo>
                  <a:pt x="730406" y="90914"/>
                </a:moveTo>
                <a:cubicBezTo>
                  <a:pt x="730406" y="93542"/>
                  <a:pt x="730458" y="95750"/>
                  <a:pt x="730562" y="97536"/>
                </a:cubicBezTo>
                <a:cubicBezTo>
                  <a:pt x="730668" y="99323"/>
                  <a:pt x="730958" y="100794"/>
                  <a:pt x="731431" y="101951"/>
                </a:cubicBezTo>
                <a:cubicBezTo>
                  <a:pt x="731904" y="103107"/>
                  <a:pt x="732692" y="104000"/>
                  <a:pt x="733796" y="104631"/>
                </a:cubicBezTo>
                <a:cubicBezTo>
                  <a:pt x="734899" y="105261"/>
                  <a:pt x="736449" y="105734"/>
                  <a:pt x="738446" y="106050"/>
                </a:cubicBezTo>
                <a:cubicBezTo>
                  <a:pt x="739076" y="106154"/>
                  <a:pt x="739549" y="106443"/>
                  <a:pt x="739865" y="106916"/>
                </a:cubicBezTo>
                <a:cubicBezTo>
                  <a:pt x="740181" y="107389"/>
                  <a:pt x="740339" y="107941"/>
                  <a:pt x="740339" y="108571"/>
                </a:cubicBezTo>
                <a:cubicBezTo>
                  <a:pt x="740339" y="109097"/>
                  <a:pt x="740181" y="109597"/>
                  <a:pt x="739865" y="110070"/>
                </a:cubicBezTo>
                <a:cubicBezTo>
                  <a:pt x="739549" y="110543"/>
                  <a:pt x="739076" y="110779"/>
                  <a:pt x="738446" y="110779"/>
                </a:cubicBezTo>
                <a:cubicBezTo>
                  <a:pt x="737395" y="110779"/>
                  <a:pt x="735424" y="110595"/>
                  <a:pt x="732533" y="110226"/>
                </a:cubicBezTo>
                <a:cubicBezTo>
                  <a:pt x="729643" y="109859"/>
                  <a:pt x="726621" y="109675"/>
                  <a:pt x="723468" y="109675"/>
                </a:cubicBezTo>
                <a:cubicBezTo>
                  <a:pt x="720105" y="109675"/>
                  <a:pt x="716847" y="109859"/>
                  <a:pt x="713694" y="110226"/>
                </a:cubicBezTo>
                <a:cubicBezTo>
                  <a:pt x="710541" y="110595"/>
                  <a:pt x="707599" y="110779"/>
                  <a:pt x="704866" y="110779"/>
                </a:cubicBezTo>
                <a:cubicBezTo>
                  <a:pt x="704340" y="110779"/>
                  <a:pt x="703919" y="110543"/>
                  <a:pt x="703603" y="110070"/>
                </a:cubicBezTo>
                <a:cubicBezTo>
                  <a:pt x="703289" y="109597"/>
                  <a:pt x="703131" y="109097"/>
                  <a:pt x="703131" y="108571"/>
                </a:cubicBezTo>
                <a:cubicBezTo>
                  <a:pt x="703131" y="107941"/>
                  <a:pt x="703289" y="107389"/>
                  <a:pt x="703603" y="106916"/>
                </a:cubicBezTo>
                <a:cubicBezTo>
                  <a:pt x="703919" y="106443"/>
                  <a:pt x="704393" y="106154"/>
                  <a:pt x="705025" y="106050"/>
                </a:cubicBezTo>
                <a:cubicBezTo>
                  <a:pt x="707652" y="105734"/>
                  <a:pt x="709674" y="105314"/>
                  <a:pt x="711092" y="104789"/>
                </a:cubicBezTo>
                <a:cubicBezTo>
                  <a:pt x="712511" y="104263"/>
                  <a:pt x="713562" y="103475"/>
                  <a:pt x="714245" y="102425"/>
                </a:cubicBezTo>
                <a:cubicBezTo>
                  <a:pt x="714928" y="101373"/>
                  <a:pt x="715322" y="100006"/>
                  <a:pt x="715426" y="98326"/>
                </a:cubicBezTo>
                <a:cubicBezTo>
                  <a:pt x="715532" y="96643"/>
                  <a:pt x="715585" y="94488"/>
                  <a:pt x="715585" y="91859"/>
                </a:cubicBezTo>
                <a:lnTo>
                  <a:pt x="715585" y="71996"/>
                </a:lnTo>
                <a:cubicBezTo>
                  <a:pt x="715585" y="66847"/>
                  <a:pt x="715532" y="62564"/>
                  <a:pt x="715426" y="59148"/>
                </a:cubicBezTo>
                <a:cubicBezTo>
                  <a:pt x="715322" y="55732"/>
                  <a:pt x="714955" y="53026"/>
                  <a:pt x="714325" y="51029"/>
                </a:cubicBezTo>
                <a:cubicBezTo>
                  <a:pt x="713694" y="49031"/>
                  <a:pt x="712696" y="47638"/>
                  <a:pt x="711330" y="46851"/>
                </a:cubicBezTo>
                <a:cubicBezTo>
                  <a:pt x="709963" y="46062"/>
                  <a:pt x="708019" y="45667"/>
                  <a:pt x="705496" y="45667"/>
                </a:cubicBezTo>
                <a:cubicBezTo>
                  <a:pt x="704866" y="45667"/>
                  <a:pt x="704366" y="45457"/>
                  <a:pt x="703997" y="45037"/>
                </a:cubicBezTo>
                <a:cubicBezTo>
                  <a:pt x="703630" y="44617"/>
                  <a:pt x="703447" y="44143"/>
                  <a:pt x="703447" y="43617"/>
                </a:cubicBezTo>
                <a:cubicBezTo>
                  <a:pt x="703447" y="42987"/>
                  <a:pt x="703630" y="42462"/>
                  <a:pt x="703997" y="42042"/>
                </a:cubicBezTo>
                <a:cubicBezTo>
                  <a:pt x="704366" y="41622"/>
                  <a:pt x="704866" y="41412"/>
                  <a:pt x="705496" y="41412"/>
                </a:cubicBezTo>
                <a:cubicBezTo>
                  <a:pt x="707493" y="41412"/>
                  <a:pt x="710409" y="41096"/>
                  <a:pt x="714245" y="40466"/>
                </a:cubicBezTo>
                <a:cubicBezTo>
                  <a:pt x="718081" y="39834"/>
                  <a:pt x="721997" y="38941"/>
                  <a:pt x="725992" y="37786"/>
                </a:cubicBezTo>
                <a:cubicBezTo>
                  <a:pt x="727462" y="37365"/>
                  <a:pt x="728566" y="37653"/>
                  <a:pt x="729302" y="38652"/>
                </a:cubicBezTo>
                <a:cubicBezTo>
                  <a:pt x="730038" y="39651"/>
                  <a:pt x="730406" y="40781"/>
                  <a:pt x="730406" y="42042"/>
                </a:cubicBezTo>
                <a:lnTo>
                  <a:pt x="730406" y="48347"/>
                </a:lnTo>
                <a:cubicBezTo>
                  <a:pt x="730406" y="48557"/>
                  <a:pt x="730485" y="48688"/>
                  <a:pt x="730642" y="48741"/>
                </a:cubicBezTo>
                <a:cubicBezTo>
                  <a:pt x="730799" y="48794"/>
                  <a:pt x="730930" y="48716"/>
                  <a:pt x="731036" y="48506"/>
                </a:cubicBezTo>
                <a:cubicBezTo>
                  <a:pt x="731772" y="47349"/>
                  <a:pt x="732797" y="46062"/>
                  <a:pt x="734111" y="44645"/>
                </a:cubicBezTo>
                <a:cubicBezTo>
                  <a:pt x="735424" y="43225"/>
                  <a:pt x="737001" y="41885"/>
                  <a:pt x="738840" y="40625"/>
                </a:cubicBezTo>
                <a:cubicBezTo>
                  <a:pt x="740680" y="39363"/>
                  <a:pt x="742755" y="38312"/>
                  <a:pt x="745066" y="37471"/>
                </a:cubicBezTo>
                <a:cubicBezTo>
                  <a:pt x="747378" y="36629"/>
                  <a:pt x="749954" y="36208"/>
                  <a:pt x="752793" y="36208"/>
                </a:cubicBezTo>
                <a:cubicBezTo>
                  <a:pt x="760675" y="36208"/>
                  <a:pt x="766849" y="38389"/>
                  <a:pt x="771316" y="42751"/>
                </a:cubicBezTo>
                <a:cubicBezTo>
                  <a:pt x="775784" y="47114"/>
                  <a:pt x="778018" y="54181"/>
                  <a:pt x="778018" y="63954"/>
                </a:cubicBezTo>
                <a:lnTo>
                  <a:pt x="778018" y="90914"/>
                </a:lnTo>
                <a:cubicBezTo>
                  <a:pt x="778018" y="93752"/>
                  <a:pt x="778096" y="96065"/>
                  <a:pt x="778253" y="97852"/>
                </a:cubicBezTo>
                <a:cubicBezTo>
                  <a:pt x="778411" y="99638"/>
                  <a:pt x="778778" y="101083"/>
                  <a:pt x="779355" y="102186"/>
                </a:cubicBezTo>
                <a:cubicBezTo>
                  <a:pt x="779934" y="103290"/>
                  <a:pt x="780828" y="104131"/>
                  <a:pt x="782037" y="104710"/>
                </a:cubicBezTo>
                <a:cubicBezTo>
                  <a:pt x="783247" y="105287"/>
                  <a:pt x="784955" y="105734"/>
                  <a:pt x="787161" y="106050"/>
                </a:cubicBezTo>
                <a:cubicBezTo>
                  <a:pt x="787792" y="106154"/>
                  <a:pt x="788264" y="106443"/>
                  <a:pt x="788578" y="106916"/>
                </a:cubicBezTo>
                <a:cubicBezTo>
                  <a:pt x="788894" y="107389"/>
                  <a:pt x="789052" y="107941"/>
                  <a:pt x="789052" y="108571"/>
                </a:cubicBezTo>
                <a:cubicBezTo>
                  <a:pt x="789052" y="109097"/>
                  <a:pt x="788894" y="109597"/>
                  <a:pt x="788578" y="110070"/>
                </a:cubicBezTo>
                <a:cubicBezTo>
                  <a:pt x="788264" y="110543"/>
                  <a:pt x="787792" y="110779"/>
                  <a:pt x="787161" y="110779"/>
                </a:cubicBezTo>
                <a:cubicBezTo>
                  <a:pt x="785795" y="110779"/>
                  <a:pt x="783561" y="110595"/>
                  <a:pt x="780459" y="110226"/>
                </a:cubicBezTo>
                <a:cubicBezTo>
                  <a:pt x="777359" y="109859"/>
                  <a:pt x="774233" y="109675"/>
                  <a:pt x="771080" y="109675"/>
                </a:cubicBezTo>
                <a:cubicBezTo>
                  <a:pt x="767717" y="109675"/>
                  <a:pt x="764511" y="109859"/>
                  <a:pt x="761462" y="110226"/>
                </a:cubicBezTo>
                <a:cubicBezTo>
                  <a:pt x="758415" y="110595"/>
                  <a:pt x="755893" y="110779"/>
                  <a:pt x="753897" y="110779"/>
                </a:cubicBezTo>
                <a:cubicBezTo>
                  <a:pt x="753371" y="110779"/>
                  <a:pt x="752950" y="110543"/>
                  <a:pt x="752634" y="110070"/>
                </a:cubicBezTo>
                <a:cubicBezTo>
                  <a:pt x="752319" y="109597"/>
                  <a:pt x="752162" y="109097"/>
                  <a:pt x="752162" y="108571"/>
                </a:cubicBezTo>
                <a:cubicBezTo>
                  <a:pt x="752162" y="107941"/>
                  <a:pt x="752319" y="107389"/>
                  <a:pt x="752634" y="106916"/>
                </a:cubicBezTo>
                <a:cubicBezTo>
                  <a:pt x="752950" y="106443"/>
                  <a:pt x="753423" y="106154"/>
                  <a:pt x="754053" y="106050"/>
                </a:cubicBezTo>
                <a:cubicBezTo>
                  <a:pt x="756366" y="105734"/>
                  <a:pt x="758126" y="105261"/>
                  <a:pt x="759333" y="104631"/>
                </a:cubicBezTo>
                <a:cubicBezTo>
                  <a:pt x="760543" y="104000"/>
                  <a:pt x="761436" y="103133"/>
                  <a:pt x="762013" y="102030"/>
                </a:cubicBezTo>
                <a:cubicBezTo>
                  <a:pt x="762592" y="100925"/>
                  <a:pt x="762934" y="99559"/>
                  <a:pt x="763038" y="97931"/>
                </a:cubicBezTo>
                <a:cubicBezTo>
                  <a:pt x="763144" y="96302"/>
                  <a:pt x="763197" y="94278"/>
                  <a:pt x="763197" y="91859"/>
                </a:cubicBezTo>
                <a:lnTo>
                  <a:pt x="763197" y="67897"/>
                </a:lnTo>
                <a:cubicBezTo>
                  <a:pt x="763197" y="65269"/>
                  <a:pt x="763092" y="62641"/>
                  <a:pt x="762882" y="60014"/>
                </a:cubicBezTo>
                <a:cubicBezTo>
                  <a:pt x="762672" y="57387"/>
                  <a:pt x="762093" y="55022"/>
                  <a:pt x="761147" y="52920"/>
                </a:cubicBezTo>
                <a:cubicBezTo>
                  <a:pt x="760203" y="50817"/>
                  <a:pt x="758836" y="49083"/>
                  <a:pt x="757048" y="47717"/>
                </a:cubicBezTo>
                <a:cubicBezTo>
                  <a:pt x="755261" y="46350"/>
                  <a:pt x="752792" y="45667"/>
                  <a:pt x="749639" y="45667"/>
                </a:cubicBezTo>
                <a:cubicBezTo>
                  <a:pt x="746486" y="45667"/>
                  <a:pt x="743727" y="46167"/>
                  <a:pt x="741361" y="47166"/>
                </a:cubicBezTo>
                <a:cubicBezTo>
                  <a:pt x="738997" y="48163"/>
                  <a:pt x="737001" y="49503"/>
                  <a:pt x="735371" y="51185"/>
                </a:cubicBezTo>
                <a:cubicBezTo>
                  <a:pt x="733742" y="52868"/>
                  <a:pt x="732507" y="54839"/>
                  <a:pt x="731667" y="57098"/>
                </a:cubicBezTo>
                <a:cubicBezTo>
                  <a:pt x="730826" y="59358"/>
                  <a:pt x="730406" y="61749"/>
                  <a:pt x="730406" y="64272"/>
                </a:cubicBezTo>
                <a:lnTo>
                  <a:pt x="730406" y="90914"/>
                </a:lnTo>
                <a:close/>
                <a:moveTo>
                  <a:pt x="820094" y="85711"/>
                </a:moveTo>
                <a:cubicBezTo>
                  <a:pt x="820094" y="91596"/>
                  <a:pt x="820751" y="95958"/>
                  <a:pt x="822065" y="98797"/>
                </a:cubicBezTo>
                <a:cubicBezTo>
                  <a:pt x="823378" y="101634"/>
                  <a:pt x="825769" y="103053"/>
                  <a:pt x="829238" y="103053"/>
                </a:cubicBezTo>
                <a:cubicBezTo>
                  <a:pt x="831655" y="103053"/>
                  <a:pt x="833940" y="102685"/>
                  <a:pt x="836094" y="101951"/>
                </a:cubicBezTo>
                <a:cubicBezTo>
                  <a:pt x="838249" y="101215"/>
                  <a:pt x="839905" y="100426"/>
                  <a:pt x="841062" y="99586"/>
                </a:cubicBezTo>
                <a:cubicBezTo>
                  <a:pt x="841377" y="99376"/>
                  <a:pt x="841746" y="99349"/>
                  <a:pt x="842166" y="99507"/>
                </a:cubicBezTo>
                <a:cubicBezTo>
                  <a:pt x="842586" y="99664"/>
                  <a:pt x="842953" y="99927"/>
                  <a:pt x="843267" y="100296"/>
                </a:cubicBezTo>
                <a:cubicBezTo>
                  <a:pt x="843583" y="100663"/>
                  <a:pt x="843820" y="101057"/>
                  <a:pt x="843977" y="101477"/>
                </a:cubicBezTo>
                <a:cubicBezTo>
                  <a:pt x="844136" y="101897"/>
                  <a:pt x="844110" y="102265"/>
                  <a:pt x="843900" y="102581"/>
                </a:cubicBezTo>
                <a:cubicBezTo>
                  <a:pt x="841904" y="105838"/>
                  <a:pt x="839302" y="108150"/>
                  <a:pt x="836096" y="109516"/>
                </a:cubicBezTo>
                <a:cubicBezTo>
                  <a:pt x="832891" y="110883"/>
                  <a:pt x="829133" y="111566"/>
                  <a:pt x="824824" y="111566"/>
                </a:cubicBezTo>
                <a:cubicBezTo>
                  <a:pt x="817678" y="111566"/>
                  <a:pt x="812633" y="109964"/>
                  <a:pt x="809690" y="106760"/>
                </a:cubicBezTo>
                <a:cubicBezTo>
                  <a:pt x="806747" y="103554"/>
                  <a:pt x="805276" y="98535"/>
                  <a:pt x="805276" y="91703"/>
                </a:cubicBezTo>
                <a:lnTo>
                  <a:pt x="805276" y="51185"/>
                </a:lnTo>
                <a:cubicBezTo>
                  <a:pt x="805276" y="49925"/>
                  <a:pt x="805223" y="48927"/>
                  <a:pt x="805117" y="48190"/>
                </a:cubicBezTo>
                <a:cubicBezTo>
                  <a:pt x="805013" y="47454"/>
                  <a:pt x="804698" y="46929"/>
                  <a:pt x="804172" y="46615"/>
                </a:cubicBezTo>
                <a:cubicBezTo>
                  <a:pt x="803646" y="46299"/>
                  <a:pt x="802778" y="46114"/>
                  <a:pt x="801569" y="46062"/>
                </a:cubicBezTo>
                <a:cubicBezTo>
                  <a:pt x="800361" y="46009"/>
                  <a:pt x="798654" y="45982"/>
                  <a:pt x="796447" y="45982"/>
                </a:cubicBezTo>
                <a:cubicBezTo>
                  <a:pt x="796131" y="45982"/>
                  <a:pt x="795868" y="45667"/>
                  <a:pt x="795658" y="45037"/>
                </a:cubicBezTo>
                <a:cubicBezTo>
                  <a:pt x="795448" y="44406"/>
                  <a:pt x="795317" y="43723"/>
                  <a:pt x="795264" y="42987"/>
                </a:cubicBezTo>
                <a:cubicBezTo>
                  <a:pt x="795211" y="42251"/>
                  <a:pt x="795289" y="41568"/>
                  <a:pt x="795500" y="40938"/>
                </a:cubicBezTo>
                <a:cubicBezTo>
                  <a:pt x="795711" y="40307"/>
                  <a:pt x="796027" y="39992"/>
                  <a:pt x="796447" y="39992"/>
                </a:cubicBezTo>
                <a:cubicBezTo>
                  <a:pt x="799074" y="39782"/>
                  <a:pt x="801333" y="39388"/>
                  <a:pt x="803224" y="38811"/>
                </a:cubicBezTo>
                <a:cubicBezTo>
                  <a:pt x="805116" y="38232"/>
                  <a:pt x="806719" y="37312"/>
                  <a:pt x="808033" y="36052"/>
                </a:cubicBezTo>
                <a:cubicBezTo>
                  <a:pt x="809348" y="34790"/>
                  <a:pt x="810399" y="33082"/>
                  <a:pt x="811186" y="30928"/>
                </a:cubicBezTo>
                <a:cubicBezTo>
                  <a:pt x="811975" y="28773"/>
                  <a:pt x="812632" y="25961"/>
                  <a:pt x="813157" y="22494"/>
                </a:cubicBezTo>
                <a:cubicBezTo>
                  <a:pt x="813262" y="21862"/>
                  <a:pt x="813683" y="21389"/>
                  <a:pt x="814420" y="21075"/>
                </a:cubicBezTo>
                <a:cubicBezTo>
                  <a:pt x="815156" y="20759"/>
                  <a:pt x="815944" y="20601"/>
                  <a:pt x="816784" y="20601"/>
                </a:cubicBezTo>
                <a:cubicBezTo>
                  <a:pt x="817625" y="20601"/>
                  <a:pt x="818386" y="20732"/>
                  <a:pt x="819070" y="20995"/>
                </a:cubicBezTo>
                <a:cubicBezTo>
                  <a:pt x="819753" y="21258"/>
                  <a:pt x="820094" y="21600"/>
                  <a:pt x="820094" y="22020"/>
                </a:cubicBezTo>
                <a:lnTo>
                  <a:pt x="820094" y="35578"/>
                </a:lnTo>
                <a:cubicBezTo>
                  <a:pt x="820094" y="37260"/>
                  <a:pt x="820173" y="38233"/>
                  <a:pt x="820330" y="38496"/>
                </a:cubicBezTo>
                <a:cubicBezTo>
                  <a:pt x="820489" y="38757"/>
                  <a:pt x="821146" y="38888"/>
                  <a:pt x="822303" y="38888"/>
                </a:cubicBezTo>
                <a:lnTo>
                  <a:pt x="838697" y="38888"/>
                </a:lnTo>
                <a:cubicBezTo>
                  <a:pt x="839433" y="38888"/>
                  <a:pt x="839906" y="39309"/>
                  <a:pt x="840116" y="40151"/>
                </a:cubicBezTo>
                <a:cubicBezTo>
                  <a:pt x="840326" y="40991"/>
                  <a:pt x="840431" y="41727"/>
                  <a:pt x="840431" y="42357"/>
                </a:cubicBezTo>
                <a:cubicBezTo>
                  <a:pt x="840431" y="42987"/>
                  <a:pt x="840300" y="43749"/>
                  <a:pt x="840037" y="44642"/>
                </a:cubicBezTo>
                <a:cubicBezTo>
                  <a:pt x="839775" y="45536"/>
                  <a:pt x="839224" y="45982"/>
                  <a:pt x="838382" y="45982"/>
                </a:cubicBezTo>
                <a:lnTo>
                  <a:pt x="821514" y="45982"/>
                </a:lnTo>
                <a:cubicBezTo>
                  <a:pt x="820778" y="45982"/>
                  <a:pt x="820357" y="46167"/>
                  <a:pt x="820251" y="46535"/>
                </a:cubicBezTo>
                <a:cubicBezTo>
                  <a:pt x="820146" y="46903"/>
                  <a:pt x="820094" y="48243"/>
                  <a:pt x="820094" y="50555"/>
                </a:cubicBezTo>
                <a:lnTo>
                  <a:pt x="820094" y="85711"/>
                </a:lnTo>
                <a:close/>
                <a:moveTo>
                  <a:pt x="891810" y="77356"/>
                </a:moveTo>
                <a:cubicBezTo>
                  <a:pt x="891810" y="76200"/>
                  <a:pt x="891757" y="75490"/>
                  <a:pt x="891651" y="75227"/>
                </a:cubicBezTo>
                <a:cubicBezTo>
                  <a:pt x="891547" y="74964"/>
                  <a:pt x="891285" y="74832"/>
                  <a:pt x="890865" y="74832"/>
                </a:cubicBezTo>
                <a:cubicBezTo>
                  <a:pt x="882246" y="75569"/>
                  <a:pt x="875861" y="77382"/>
                  <a:pt x="871709" y="80274"/>
                </a:cubicBezTo>
                <a:cubicBezTo>
                  <a:pt x="867558" y="83164"/>
                  <a:pt x="865483" y="86868"/>
                  <a:pt x="865483" y="91388"/>
                </a:cubicBezTo>
                <a:cubicBezTo>
                  <a:pt x="865483" y="94541"/>
                  <a:pt x="866272" y="97195"/>
                  <a:pt x="867848" y="99350"/>
                </a:cubicBezTo>
                <a:cubicBezTo>
                  <a:pt x="869424" y="101504"/>
                  <a:pt x="872052" y="102581"/>
                  <a:pt x="875731" y="102581"/>
                </a:cubicBezTo>
                <a:cubicBezTo>
                  <a:pt x="878148" y="102581"/>
                  <a:pt x="880696" y="102108"/>
                  <a:pt x="883376" y="101162"/>
                </a:cubicBezTo>
                <a:cubicBezTo>
                  <a:pt x="886056" y="100216"/>
                  <a:pt x="888447" y="98849"/>
                  <a:pt x="890550" y="97063"/>
                </a:cubicBezTo>
                <a:cubicBezTo>
                  <a:pt x="891390" y="96222"/>
                  <a:pt x="891810" y="95381"/>
                  <a:pt x="891810" y="94539"/>
                </a:cubicBezTo>
                <a:lnTo>
                  <a:pt x="891810" y="77356"/>
                </a:lnTo>
                <a:moveTo>
                  <a:pt x="906631" y="92963"/>
                </a:moveTo>
                <a:cubicBezTo>
                  <a:pt x="906631" y="96642"/>
                  <a:pt x="906973" y="99218"/>
                  <a:pt x="907656" y="100690"/>
                </a:cubicBezTo>
                <a:cubicBezTo>
                  <a:pt x="908339" y="102161"/>
                  <a:pt x="909679" y="102896"/>
                  <a:pt x="911676" y="102896"/>
                </a:cubicBezTo>
                <a:cubicBezTo>
                  <a:pt x="912832" y="102896"/>
                  <a:pt x="913777" y="102765"/>
                  <a:pt x="914512" y="102502"/>
                </a:cubicBezTo>
                <a:cubicBezTo>
                  <a:pt x="915248" y="102239"/>
                  <a:pt x="916299" y="101687"/>
                  <a:pt x="917665" y="100847"/>
                </a:cubicBezTo>
                <a:cubicBezTo>
                  <a:pt x="917981" y="100636"/>
                  <a:pt x="918323" y="100636"/>
                  <a:pt x="918690" y="100847"/>
                </a:cubicBezTo>
                <a:cubicBezTo>
                  <a:pt x="919059" y="101057"/>
                  <a:pt x="919374" y="101346"/>
                  <a:pt x="919636" y="101715"/>
                </a:cubicBezTo>
                <a:cubicBezTo>
                  <a:pt x="919899" y="102082"/>
                  <a:pt x="920082" y="102502"/>
                  <a:pt x="920187" y="102976"/>
                </a:cubicBezTo>
                <a:cubicBezTo>
                  <a:pt x="920292" y="103449"/>
                  <a:pt x="920188" y="103842"/>
                  <a:pt x="919874" y="104157"/>
                </a:cubicBezTo>
                <a:cubicBezTo>
                  <a:pt x="915775" y="109096"/>
                  <a:pt x="910939" y="111566"/>
                  <a:pt x="905368" y="111566"/>
                </a:cubicBezTo>
                <a:cubicBezTo>
                  <a:pt x="902321" y="111566"/>
                  <a:pt x="899720" y="110752"/>
                  <a:pt x="897564" y="109124"/>
                </a:cubicBezTo>
                <a:cubicBezTo>
                  <a:pt x="895410" y="107495"/>
                  <a:pt x="893808" y="105576"/>
                  <a:pt x="892758" y="103368"/>
                </a:cubicBezTo>
                <a:cubicBezTo>
                  <a:pt x="892546" y="102843"/>
                  <a:pt x="892230" y="102791"/>
                  <a:pt x="891810" y="103211"/>
                </a:cubicBezTo>
                <a:cubicBezTo>
                  <a:pt x="889077" y="105628"/>
                  <a:pt x="885898" y="107625"/>
                  <a:pt x="882272" y="109201"/>
                </a:cubicBezTo>
                <a:cubicBezTo>
                  <a:pt x="878646" y="110778"/>
                  <a:pt x="874101" y="111566"/>
                  <a:pt x="868637" y="111566"/>
                </a:cubicBezTo>
                <a:cubicBezTo>
                  <a:pt x="862645" y="111566"/>
                  <a:pt x="858020" y="109964"/>
                  <a:pt x="854762" y="106760"/>
                </a:cubicBezTo>
                <a:cubicBezTo>
                  <a:pt x="851504" y="103554"/>
                  <a:pt x="849876" y="99008"/>
                  <a:pt x="849876" y="93122"/>
                </a:cubicBezTo>
                <a:cubicBezTo>
                  <a:pt x="849876" y="85554"/>
                  <a:pt x="853397" y="79747"/>
                  <a:pt x="860439" y="75701"/>
                </a:cubicBezTo>
                <a:cubicBezTo>
                  <a:pt x="867481" y="71655"/>
                  <a:pt x="877728" y="69632"/>
                  <a:pt x="891180" y="69632"/>
                </a:cubicBezTo>
                <a:cubicBezTo>
                  <a:pt x="891390" y="69632"/>
                  <a:pt x="891547" y="69369"/>
                  <a:pt x="891651" y="68843"/>
                </a:cubicBezTo>
                <a:cubicBezTo>
                  <a:pt x="891757" y="68317"/>
                  <a:pt x="891810" y="67108"/>
                  <a:pt x="891810" y="65217"/>
                </a:cubicBezTo>
                <a:lnTo>
                  <a:pt x="891810" y="60959"/>
                </a:lnTo>
                <a:cubicBezTo>
                  <a:pt x="891810" y="58332"/>
                  <a:pt x="891600" y="55863"/>
                  <a:pt x="891180" y="53550"/>
                </a:cubicBezTo>
                <a:cubicBezTo>
                  <a:pt x="890760" y="51238"/>
                  <a:pt x="890050" y="49214"/>
                  <a:pt x="889051" y="47481"/>
                </a:cubicBezTo>
                <a:cubicBezTo>
                  <a:pt x="888053" y="45747"/>
                  <a:pt x="886661" y="44381"/>
                  <a:pt x="884875" y="43382"/>
                </a:cubicBezTo>
                <a:cubicBezTo>
                  <a:pt x="883088" y="42383"/>
                  <a:pt x="880881" y="41883"/>
                  <a:pt x="878252" y="41883"/>
                </a:cubicBezTo>
                <a:cubicBezTo>
                  <a:pt x="874363" y="41883"/>
                  <a:pt x="871210" y="42646"/>
                  <a:pt x="868793" y="44171"/>
                </a:cubicBezTo>
                <a:cubicBezTo>
                  <a:pt x="866377" y="45694"/>
                  <a:pt x="865168" y="47664"/>
                  <a:pt x="865168" y="50081"/>
                </a:cubicBezTo>
                <a:cubicBezTo>
                  <a:pt x="865168" y="51238"/>
                  <a:pt x="865535" y="52367"/>
                  <a:pt x="866270" y="53471"/>
                </a:cubicBezTo>
                <a:cubicBezTo>
                  <a:pt x="867006" y="54574"/>
                  <a:pt x="867374" y="55704"/>
                  <a:pt x="867374" y="56860"/>
                </a:cubicBezTo>
                <a:cubicBezTo>
                  <a:pt x="867374" y="58332"/>
                  <a:pt x="866638" y="59752"/>
                  <a:pt x="865166" y="61118"/>
                </a:cubicBezTo>
                <a:cubicBezTo>
                  <a:pt x="863695" y="62485"/>
                  <a:pt x="861909" y="63168"/>
                  <a:pt x="859808" y="63168"/>
                </a:cubicBezTo>
                <a:cubicBezTo>
                  <a:pt x="856970" y="63168"/>
                  <a:pt x="854946" y="62406"/>
                  <a:pt x="853737" y="60882"/>
                </a:cubicBezTo>
                <a:cubicBezTo>
                  <a:pt x="852529" y="59357"/>
                  <a:pt x="851925" y="57491"/>
                  <a:pt x="851925" y="55285"/>
                </a:cubicBezTo>
                <a:cubicBezTo>
                  <a:pt x="851925" y="52658"/>
                  <a:pt x="852661" y="50161"/>
                  <a:pt x="854131" y="47796"/>
                </a:cubicBezTo>
                <a:cubicBezTo>
                  <a:pt x="855603" y="45430"/>
                  <a:pt x="857600" y="43407"/>
                  <a:pt x="860121" y="41727"/>
                </a:cubicBezTo>
                <a:cubicBezTo>
                  <a:pt x="862644" y="40044"/>
                  <a:pt x="865587" y="38704"/>
                  <a:pt x="868950" y="37707"/>
                </a:cubicBezTo>
                <a:cubicBezTo>
                  <a:pt x="872314" y="36708"/>
                  <a:pt x="875836" y="36208"/>
                  <a:pt x="879515" y="36208"/>
                </a:cubicBezTo>
                <a:cubicBezTo>
                  <a:pt x="887922" y="36208"/>
                  <a:pt x="894543" y="38153"/>
                  <a:pt x="899378" y="42042"/>
                </a:cubicBezTo>
                <a:cubicBezTo>
                  <a:pt x="904213" y="45931"/>
                  <a:pt x="906631" y="52395"/>
                  <a:pt x="906631" y="61433"/>
                </a:cubicBezTo>
                <a:lnTo>
                  <a:pt x="906631" y="92963"/>
                </a:lnTo>
                <a:close/>
                <a:moveTo>
                  <a:pt x="958956" y="86028"/>
                </a:moveTo>
                <a:cubicBezTo>
                  <a:pt x="964421" y="86028"/>
                  <a:pt x="968336" y="84242"/>
                  <a:pt x="970700" y="80668"/>
                </a:cubicBezTo>
                <a:cubicBezTo>
                  <a:pt x="973065" y="77094"/>
                  <a:pt x="974248" y="71890"/>
                  <a:pt x="974248" y="65059"/>
                </a:cubicBezTo>
                <a:cubicBezTo>
                  <a:pt x="974248" y="61591"/>
                  <a:pt x="974064" y="58439"/>
                  <a:pt x="973695" y="55602"/>
                </a:cubicBezTo>
                <a:cubicBezTo>
                  <a:pt x="973328" y="52764"/>
                  <a:pt x="972618" y="50319"/>
                  <a:pt x="971566" y="48270"/>
                </a:cubicBezTo>
                <a:cubicBezTo>
                  <a:pt x="970516" y="46220"/>
                  <a:pt x="969123" y="44644"/>
                  <a:pt x="967390" y="43540"/>
                </a:cubicBezTo>
                <a:cubicBezTo>
                  <a:pt x="965656" y="42436"/>
                  <a:pt x="963423" y="41883"/>
                  <a:pt x="960690" y="41883"/>
                </a:cubicBezTo>
                <a:cubicBezTo>
                  <a:pt x="957327" y="41883"/>
                  <a:pt x="954621" y="42593"/>
                  <a:pt x="952571" y="44012"/>
                </a:cubicBezTo>
                <a:cubicBezTo>
                  <a:pt x="950522" y="45431"/>
                  <a:pt x="948919" y="47244"/>
                  <a:pt x="947763" y="49451"/>
                </a:cubicBezTo>
                <a:cubicBezTo>
                  <a:pt x="946606" y="51658"/>
                  <a:pt x="945818" y="54128"/>
                  <a:pt x="945398" y="56860"/>
                </a:cubicBezTo>
                <a:cubicBezTo>
                  <a:pt x="944978" y="59593"/>
                  <a:pt x="944768" y="62274"/>
                  <a:pt x="944768" y="64902"/>
                </a:cubicBezTo>
                <a:cubicBezTo>
                  <a:pt x="944768" y="71838"/>
                  <a:pt x="945976" y="77094"/>
                  <a:pt x="948393" y="80668"/>
                </a:cubicBezTo>
                <a:cubicBezTo>
                  <a:pt x="950810" y="84242"/>
                  <a:pt x="954331" y="86028"/>
                  <a:pt x="958956" y="86028"/>
                </a:cubicBezTo>
                <a:moveTo>
                  <a:pt x="986546" y="48821"/>
                </a:moveTo>
                <a:cubicBezTo>
                  <a:pt x="988016" y="51027"/>
                  <a:pt x="989093" y="53366"/>
                  <a:pt x="989776" y="55835"/>
                </a:cubicBezTo>
                <a:cubicBezTo>
                  <a:pt x="990460" y="58305"/>
                  <a:pt x="990854" y="60801"/>
                  <a:pt x="990960" y="63324"/>
                </a:cubicBezTo>
                <a:cubicBezTo>
                  <a:pt x="990960" y="67949"/>
                  <a:pt x="990092" y="72023"/>
                  <a:pt x="988357" y="75545"/>
                </a:cubicBezTo>
                <a:cubicBezTo>
                  <a:pt x="986623" y="79065"/>
                  <a:pt x="984259" y="82033"/>
                  <a:pt x="981263" y="84450"/>
                </a:cubicBezTo>
                <a:cubicBezTo>
                  <a:pt x="978267" y="86867"/>
                  <a:pt x="974825" y="88706"/>
                  <a:pt x="970936" y="89968"/>
                </a:cubicBezTo>
                <a:cubicBezTo>
                  <a:pt x="967048" y="91229"/>
                  <a:pt x="962897" y="91859"/>
                  <a:pt x="958482" y="91859"/>
                </a:cubicBezTo>
                <a:cubicBezTo>
                  <a:pt x="957221" y="91859"/>
                  <a:pt x="955592" y="91912"/>
                  <a:pt x="953594" y="92018"/>
                </a:cubicBezTo>
                <a:cubicBezTo>
                  <a:pt x="951597" y="92122"/>
                  <a:pt x="949653" y="92332"/>
                  <a:pt x="947760" y="92648"/>
                </a:cubicBezTo>
                <a:cubicBezTo>
                  <a:pt x="945869" y="92964"/>
                  <a:pt x="944267" y="93464"/>
                  <a:pt x="942954" y="94147"/>
                </a:cubicBezTo>
                <a:cubicBezTo>
                  <a:pt x="941640" y="94830"/>
                  <a:pt x="940984" y="95802"/>
                  <a:pt x="940984" y="97063"/>
                </a:cubicBezTo>
                <a:cubicBezTo>
                  <a:pt x="940984" y="98009"/>
                  <a:pt x="941509" y="98797"/>
                  <a:pt x="942559" y="99427"/>
                </a:cubicBezTo>
                <a:cubicBezTo>
                  <a:pt x="943610" y="100058"/>
                  <a:pt x="944897" y="100557"/>
                  <a:pt x="946420" y="100926"/>
                </a:cubicBezTo>
                <a:cubicBezTo>
                  <a:pt x="947945" y="101293"/>
                  <a:pt x="949470" y="101556"/>
                  <a:pt x="950993" y="101715"/>
                </a:cubicBezTo>
                <a:cubicBezTo>
                  <a:pt x="952517" y="101872"/>
                  <a:pt x="953752" y="101951"/>
                  <a:pt x="954698" y="101951"/>
                </a:cubicBezTo>
                <a:cubicBezTo>
                  <a:pt x="962266" y="102475"/>
                  <a:pt x="969045" y="103132"/>
                  <a:pt x="975035" y="103921"/>
                </a:cubicBezTo>
                <a:cubicBezTo>
                  <a:pt x="981026" y="104708"/>
                  <a:pt x="986097" y="105996"/>
                  <a:pt x="990248" y="107784"/>
                </a:cubicBezTo>
                <a:cubicBezTo>
                  <a:pt x="994400" y="109571"/>
                  <a:pt x="997579" y="112066"/>
                  <a:pt x="999786" y="115271"/>
                </a:cubicBezTo>
                <a:cubicBezTo>
                  <a:pt x="1001994" y="118476"/>
                  <a:pt x="1003099" y="122655"/>
                  <a:pt x="1003099" y="127806"/>
                </a:cubicBezTo>
                <a:cubicBezTo>
                  <a:pt x="1003099" y="132325"/>
                  <a:pt x="1002205" y="136529"/>
                  <a:pt x="1000419" y="140416"/>
                </a:cubicBezTo>
                <a:cubicBezTo>
                  <a:pt x="998632" y="144305"/>
                  <a:pt x="995951" y="147668"/>
                  <a:pt x="992377" y="150505"/>
                </a:cubicBezTo>
                <a:cubicBezTo>
                  <a:pt x="988804" y="153344"/>
                  <a:pt x="984416" y="155578"/>
                  <a:pt x="979213" y="157207"/>
                </a:cubicBezTo>
                <a:cubicBezTo>
                  <a:pt x="974011" y="158837"/>
                  <a:pt x="967994" y="159651"/>
                  <a:pt x="961162" y="159651"/>
                </a:cubicBezTo>
                <a:cubicBezTo>
                  <a:pt x="955486" y="159651"/>
                  <a:pt x="950284" y="159152"/>
                  <a:pt x="945554" y="158153"/>
                </a:cubicBezTo>
                <a:cubicBezTo>
                  <a:pt x="940825" y="157155"/>
                  <a:pt x="936752" y="155605"/>
                  <a:pt x="933336" y="153503"/>
                </a:cubicBezTo>
                <a:cubicBezTo>
                  <a:pt x="929920" y="151400"/>
                  <a:pt x="927293" y="148720"/>
                  <a:pt x="925453" y="145461"/>
                </a:cubicBezTo>
                <a:cubicBezTo>
                  <a:pt x="923615" y="142204"/>
                  <a:pt x="922696" y="138315"/>
                  <a:pt x="922696" y="133796"/>
                </a:cubicBezTo>
                <a:cubicBezTo>
                  <a:pt x="922696" y="131169"/>
                  <a:pt x="923064" y="128778"/>
                  <a:pt x="923798" y="126623"/>
                </a:cubicBezTo>
                <a:cubicBezTo>
                  <a:pt x="924534" y="124469"/>
                  <a:pt x="925532" y="122551"/>
                  <a:pt x="926793" y="120868"/>
                </a:cubicBezTo>
                <a:cubicBezTo>
                  <a:pt x="928055" y="119186"/>
                  <a:pt x="929474" y="117688"/>
                  <a:pt x="931051" y="116375"/>
                </a:cubicBezTo>
                <a:cubicBezTo>
                  <a:pt x="932627" y="115061"/>
                  <a:pt x="934257" y="113984"/>
                  <a:pt x="935939" y="113144"/>
                </a:cubicBezTo>
                <a:cubicBezTo>
                  <a:pt x="933521" y="112302"/>
                  <a:pt x="931313" y="111119"/>
                  <a:pt x="929316" y="109596"/>
                </a:cubicBezTo>
                <a:cubicBezTo>
                  <a:pt x="927320" y="108072"/>
                  <a:pt x="926322" y="105629"/>
                  <a:pt x="926322" y="102266"/>
                </a:cubicBezTo>
                <a:cubicBezTo>
                  <a:pt x="926322" y="99847"/>
                  <a:pt x="926873" y="97798"/>
                  <a:pt x="927977" y="96117"/>
                </a:cubicBezTo>
                <a:cubicBezTo>
                  <a:pt x="929080" y="94435"/>
                  <a:pt x="930551" y="93068"/>
                  <a:pt x="932391" y="92018"/>
                </a:cubicBezTo>
                <a:cubicBezTo>
                  <a:pt x="934230" y="90968"/>
                  <a:pt x="936280" y="90206"/>
                  <a:pt x="938540" y="89733"/>
                </a:cubicBezTo>
                <a:cubicBezTo>
                  <a:pt x="940799" y="89260"/>
                  <a:pt x="943032" y="88970"/>
                  <a:pt x="945239" y="88864"/>
                </a:cubicBezTo>
                <a:cubicBezTo>
                  <a:pt x="945345" y="88864"/>
                  <a:pt x="945398" y="88812"/>
                  <a:pt x="945398" y="88708"/>
                </a:cubicBezTo>
                <a:cubicBezTo>
                  <a:pt x="945398" y="88602"/>
                  <a:pt x="945345" y="88549"/>
                  <a:pt x="945239" y="88549"/>
                </a:cubicBezTo>
                <a:cubicBezTo>
                  <a:pt x="939879" y="86447"/>
                  <a:pt x="935675" y="83530"/>
                  <a:pt x="932627" y="79800"/>
                </a:cubicBezTo>
                <a:cubicBezTo>
                  <a:pt x="929579" y="76068"/>
                  <a:pt x="928056" y="71049"/>
                  <a:pt x="928056" y="64743"/>
                </a:cubicBezTo>
                <a:cubicBezTo>
                  <a:pt x="928056" y="60434"/>
                  <a:pt x="928844" y="56519"/>
                  <a:pt x="930421" y="52999"/>
                </a:cubicBezTo>
                <a:cubicBezTo>
                  <a:pt x="931997" y="49477"/>
                  <a:pt x="934230" y="46482"/>
                  <a:pt x="937120" y="44012"/>
                </a:cubicBezTo>
                <a:cubicBezTo>
                  <a:pt x="940010" y="41542"/>
                  <a:pt x="943505" y="39624"/>
                  <a:pt x="947604" y="38258"/>
                </a:cubicBezTo>
                <a:cubicBezTo>
                  <a:pt x="951703" y="36891"/>
                  <a:pt x="956222" y="36208"/>
                  <a:pt x="961162" y="36208"/>
                </a:cubicBezTo>
                <a:cubicBezTo>
                  <a:pt x="966733" y="36208"/>
                  <a:pt x="971174" y="36996"/>
                  <a:pt x="974484" y="38573"/>
                </a:cubicBezTo>
                <a:cubicBezTo>
                  <a:pt x="977794" y="40149"/>
                  <a:pt x="980815" y="42199"/>
                  <a:pt x="983548" y="44722"/>
                </a:cubicBezTo>
                <a:cubicBezTo>
                  <a:pt x="985546" y="42725"/>
                  <a:pt x="987911" y="41043"/>
                  <a:pt x="990642" y="39677"/>
                </a:cubicBezTo>
                <a:cubicBezTo>
                  <a:pt x="993375" y="38311"/>
                  <a:pt x="996424" y="37628"/>
                  <a:pt x="999788" y="37628"/>
                </a:cubicBezTo>
                <a:cubicBezTo>
                  <a:pt x="1000945" y="37628"/>
                  <a:pt x="1002232" y="37733"/>
                  <a:pt x="1003649" y="37943"/>
                </a:cubicBezTo>
                <a:cubicBezTo>
                  <a:pt x="1005069" y="38153"/>
                  <a:pt x="1006382" y="38547"/>
                  <a:pt x="1007590" y="39126"/>
                </a:cubicBezTo>
                <a:cubicBezTo>
                  <a:pt x="1008799" y="39704"/>
                  <a:pt x="1009797" y="40465"/>
                  <a:pt x="1010585" y="41412"/>
                </a:cubicBezTo>
                <a:cubicBezTo>
                  <a:pt x="1011374" y="42358"/>
                  <a:pt x="1011768" y="43619"/>
                  <a:pt x="1011768" y="45196"/>
                </a:cubicBezTo>
                <a:cubicBezTo>
                  <a:pt x="1011768" y="46982"/>
                  <a:pt x="1011295" y="48585"/>
                  <a:pt x="1010349" y="50004"/>
                </a:cubicBezTo>
                <a:cubicBezTo>
                  <a:pt x="1009404" y="51422"/>
                  <a:pt x="1007566" y="52131"/>
                  <a:pt x="1004833" y="52131"/>
                </a:cubicBezTo>
                <a:cubicBezTo>
                  <a:pt x="1002836" y="52131"/>
                  <a:pt x="1001522" y="51711"/>
                  <a:pt x="1000890" y="50870"/>
                </a:cubicBezTo>
                <a:cubicBezTo>
                  <a:pt x="1000260" y="50030"/>
                  <a:pt x="999787" y="49137"/>
                  <a:pt x="999471" y="48190"/>
                </a:cubicBezTo>
                <a:cubicBezTo>
                  <a:pt x="999157" y="47244"/>
                  <a:pt x="998789" y="46351"/>
                  <a:pt x="998369" y="45511"/>
                </a:cubicBezTo>
                <a:cubicBezTo>
                  <a:pt x="997949" y="44669"/>
                  <a:pt x="996951" y="44248"/>
                  <a:pt x="995374" y="44248"/>
                </a:cubicBezTo>
                <a:cubicBezTo>
                  <a:pt x="993692" y="44248"/>
                  <a:pt x="992010" y="44669"/>
                  <a:pt x="990327" y="45511"/>
                </a:cubicBezTo>
                <a:cubicBezTo>
                  <a:pt x="988646" y="46351"/>
                  <a:pt x="987386" y="47454"/>
                  <a:pt x="986546" y="48821"/>
                </a:cubicBezTo>
                <a:moveTo>
                  <a:pt x="943820" y="114878"/>
                </a:moveTo>
                <a:cubicBezTo>
                  <a:pt x="942033" y="116349"/>
                  <a:pt x="940614" y="118451"/>
                  <a:pt x="939562" y="121183"/>
                </a:cubicBezTo>
                <a:cubicBezTo>
                  <a:pt x="938511" y="123916"/>
                  <a:pt x="937986" y="126649"/>
                  <a:pt x="937986" y="129382"/>
                </a:cubicBezTo>
                <a:cubicBezTo>
                  <a:pt x="937986" y="133271"/>
                  <a:pt x="938801" y="136660"/>
                  <a:pt x="940430" y="139550"/>
                </a:cubicBezTo>
                <a:cubicBezTo>
                  <a:pt x="942060" y="142440"/>
                  <a:pt x="944188" y="144857"/>
                  <a:pt x="946815" y="146801"/>
                </a:cubicBezTo>
                <a:cubicBezTo>
                  <a:pt x="949443" y="148746"/>
                  <a:pt x="952466" y="150192"/>
                  <a:pt x="955881" y="151138"/>
                </a:cubicBezTo>
                <a:cubicBezTo>
                  <a:pt x="959297" y="152084"/>
                  <a:pt x="962792" y="152557"/>
                  <a:pt x="966365" y="152557"/>
                </a:cubicBezTo>
                <a:cubicBezTo>
                  <a:pt x="969518" y="152557"/>
                  <a:pt x="972486" y="152031"/>
                  <a:pt x="975271" y="150979"/>
                </a:cubicBezTo>
                <a:cubicBezTo>
                  <a:pt x="978056" y="149929"/>
                  <a:pt x="980500" y="148510"/>
                  <a:pt x="982603" y="146724"/>
                </a:cubicBezTo>
                <a:cubicBezTo>
                  <a:pt x="984705" y="144937"/>
                  <a:pt x="986387" y="142835"/>
                  <a:pt x="987647" y="140416"/>
                </a:cubicBezTo>
                <a:cubicBezTo>
                  <a:pt x="988909" y="137999"/>
                  <a:pt x="989541" y="135372"/>
                  <a:pt x="989541" y="132535"/>
                </a:cubicBezTo>
                <a:cubicBezTo>
                  <a:pt x="989541" y="128961"/>
                  <a:pt x="988358" y="126070"/>
                  <a:pt x="985992" y="123863"/>
                </a:cubicBezTo>
                <a:cubicBezTo>
                  <a:pt x="983628" y="121657"/>
                  <a:pt x="980397" y="119922"/>
                  <a:pt x="976298" y="118660"/>
                </a:cubicBezTo>
                <a:cubicBezTo>
                  <a:pt x="972199" y="117399"/>
                  <a:pt x="967363" y="116506"/>
                  <a:pt x="961792" y="115980"/>
                </a:cubicBezTo>
                <a:cubicBezTo>
                  <a:pt x="956222" y="115456"/>
                  <a:pt x="950232" y="115088"/>
                  <a:pt x="943820" y="114878"/>
                </a:cubicBezTo>
                <a:close/>
                <a:moveTo>
                  <a:pt x="1034298" y="69788"/>
                </a:moveTo>
                <a:cubicBezTo>
                  <a:pt x="1033772" y="69788"/>
                  <a:pt x="1033483" y="69972"/>
                  <a:pt x="1033430" y="70341"/>
                </a:cubicBezTo>
                <a:cubicBezTo>
                  <a:pt x="1033378" y="70708"/>
                  <a:pt x="1033353" y="71155"/>
                  <a:pt x="1033353" y="71681"/>
                </a:cubicBezTo>
                <a:cubicBezTo>
                  <a:pt x="1033353" y="77147"/>
                  <a:pt x="1033957" y="81771"/>
                  <a:pt x="1035164" y="85554"/>
                </a:cubicBezTo>
                <a:cubicBezTo>
                  <a:pt x="1036373" y="89337"/>
                  <a:pt x="1038055" y="92412"/>
                  <a:pt x="1040209" y="94777"/>
                </a:cubicBezTo>
                <a:cubicBezTo>
                  <a:pt x="1042364" y="97141"/>
                  <a:pt x="1044940" y="98849"/>
                  <a:pt x="1047935" y="99901"/>
                </a:cubicBezTo>
                <a:cubicBezTo>
                  <a:pt x="1050931" y="100952"/>
                  <a:pt x="1054163" y="101477"/>
                  <a:pt x="1057630" y="101477"/>
                </a:cubicBezTo>
                <a:cubicBezTo>
                  <a:pt x="1061203" y="101477"/>
                  <a:pt x="1064671" y="101188"/>
                  <a:pt x="1068034" y="100611"/>
                </a:cubicBezTo>
                <a:cubicBezTo>
                  <a:pt x="1071399" y="100032"/>
                  <a:pt x="1074290" y="98744"/>
                  <a:pt x="1076706" y="96747"/>
                </a:cubicBezTo>
                <a:cubicBezTo>
                  <a:pt x="1077232" y="96327"/>
                  <a:pt x="1077784" y="96170"/>
                  <a:pt x="1078361" y="96276"/>
                </a:cubicBezTo>
                <a:cubicBezTo>
                  <a:pt x="1078940" y="96380"/>
                  <a:pt x="1079413" y="96642"/>
                  <a:pt x="1079781" y="97063"/>
                </a:cubicBezTo>
                <a:cubicBezTo>
                  <a:pt x="1080148" y="97483"/>
                  <a:pt x="1080384" y="97956"/>
                  <a:pt x="1080488" y="98482"/>
                </a:cubicBezTo>
                <a:cubicBezTo>
                  <a:pt x="1080594" y="99008"/>
                  <a:pt x="1080490" y="99481"/>
                  <a:pt x="1080175" y="99901"/>
                </a:cubicBezTo>
                <a:cubicBezTo>
                  <a:pt x="1076812" y="104315"/>
                  <a:pt x="1073028" y="107363"/>
                  <a:pt x="1068823" y="109045"/>
                </a:cubicBezTo>
                <a:cubicBezTo>
                  <a:pt x="1064620" y="110726"/>
                  <a:pt x="1059417" y="111566"/>
                  <a:pt x="1053216" y="111566"/>
                </a:cubicBezTo>
                <a:cubicBezTo>
                  <a:pt x="1046910" y="111566"/>
                  <a:pt x="1041471" y="110621"/>
                  <a:pt x="1036899" y="108730"/>
                </a:cubicBezTo>
                <a:cubicBezTo>
                  <a:pt x="1032326" y="106837"/>
                  <a:pt x="1028542" y="104183"/>
                  <a:pt x="1025547" y="100767"/>
                </a:cubicBezTo>
                <a:cubicBezTo>
                  <a:pt x="1022552" y="97351"/>
                  <a:pt x="1020346" y="93358"/>
                  <a:pt x="1018926" y="88787"/>
                </a:cubicBezTo>
                <a:cubicBezTo>
                  <a:pt x="1017507" y="84215"/>
                  <a:pt x="1016797" y="79248"/>
                  <a:pt x="1016797" y="73887"/>
                </a:cubicBezTo>
                <a:cubicBezTo>
                  <a:pt x="1016797" y="68737"/>
                  <a:pt x="1017664" y="63851"/>
                  <a:pt x="1019398" y="59227"/>
                </a:cubicBezTo>
                <a:cubicBezTo>
                  <a:pt x="1021133" y="54602"/>
                  <a:pt x="1023577" y="50608"/>
                  <a:pt x="1026730" y="47245"/>
                </a:cubicBezTo>
                <a:cubicBezTo>
                  <a:pt x="1029883" y="43882"/>
                  <a:pt x="1033614" y="41202"/>
                  <a:pt x="1037923" y="39206"/>
                </a:cubicBezTo>
                <a:cubicBezTo>
                  <a:pt x="1042233" y="37207"/>
                  <a:pt x="1047015" y="36208"/>
                  <a:pt x="1052270" y="36208"/>
                </a:cubicBezTo>
                <a:cubicBezTo>
                  <a:pt x="1056684" y="36208"/>
                  <a:pt x="1060704" y="36971"/>
                  <a:pt x="1064330" y="38496"/>
                </a:cubicBezTo>
                <a:cubicBezTo>
                  <a:pt x="1067956" y="40019"/>
                  <a:pt x="1071030" y="42121"/>
                  <a:pt x="1073553" y="44801"/>
                </a:cubicBezTo>
                <a:cubicBezTo>
                  <a:pt x="1076075" y="47481"/>
                  <a:pt x="1078046" y="50687"/>
                  <a:pt x="1079466" y="54419"/>
                </a:cubicBezTo>
                <a:cubicBezTo>
                  <a:pt x="1080885" y="58149"/>
                  <a:pt x="1081595" y="62169"/>
                  <a:pt x="1081595" y="66478"/>
                </a:cubicBezTo>
                <a:cubicBezTo>
                  <a:pt x="1081595" y="68685"/>
                  <a:pt x="1080806" y="69788"/>
                  <a:pt x="1079230" y="69788"/>
                </a:cubicBezTo>
                <a:lnTo>
                  <a:pt x="1034298" y="69788"/>
                </a:lnTo>
                <a:moveTo>
                  <a:pt x="1063148" y="64272"/>
                </a:moveTo>
                <a:cubicBezTo>
                  <a:pt x="1064619" y="64272"/>
                  <a:pt x="1065459" y="63747"/>
                  <a:pt x="1065669" y="62696"/>
                </a:cubicBezTo>
                <a:cubicBezTo>
                  <a:pt x="1065881" y="61644"/>
                  <a:pt x="1065987" y="60382"/>
                  <a:pt x="1065987" y="58910"/>
                </a:cubicBezTo>
                <a:cubicBezTo>
                  <a:pt x="1065987" y="56703"/>
                  <a:pt x="1065645" y="54575"/>
                  <a:pt x="1064962" y="52525"/>
                </a:cubicBezTo>
                <a:cubicBezTo>
                  <a:pt x="1064279" y="50476"/>
                  <a:pt x="1063306" y="48663"/>
                  <a:pt x="1062044" y="47086"/>
                </a:cubicBezTo>
                <a:cubicBezTo>
                  <a:pt x="1060784" y="45510"/>
                  <a:pt x="1059260" y="44249"/>
                  <a:pt x="1057474" y="43302"/>
                </a:cubicBezTo>
                <a:cubicBezTo>
                  <a:pt x="1055687" y="42356"/>
                  <a:pt x="1053638" y="41883"/>
                  <a:pt x="1051325" y="41883"/>
                </a:cubicBezTo>
                <a:cubicBezTo>
                  <a:pt x="1048486" y="41883"/>
                  <a:pt x="1046042" y="42383"/>
                  <a:pt x="1043993" y="43382"/>
                </a:cubicBezTo>
                <a:cubicBezTo>
                  <a:pt x="1041943" y="44381"/>
                  <a:pt x="1040209" y="45695"/>
                  <a:pt x="1038789" y="47324"/>
                </a:cubicBezTo>
                <a:cubicBezTo>
                  <a:pt x="1037372" y="48952"/>
                  <a:pt x="1036295" y="50870"/>
                  <a:pt x="1035559" y="53079"/>
                </a:cubicBezTo>
                <a:cubicBezTo>
                  <a:pt x="1034823" y="55285"/>
                  <a:pt x="1034297" y="57597"/>
                  <a:pt x="1033983" y="60014"/>
                </a:cubicBezTo>
                <a:cubicBezTo>
                  <a:pt x="1033773" y="61276"/>
                  <a:pt x="1033694" y="62302"/>
                  <a:pt x="1033745" y="63091"/>
                </a:cubicBezTo>
                <a:cubicBezTo>
                  <a:pt x="1033798" y="63878"/>
                  <a:pt x="1034034" y="64272"/>
                  <a:pt x="1034454" y="64272"/>
                </a:cubicBezTo>
                <a:lnTo>
                  <a:pt x="1063148" y="64272"/>
                </a:lnTo>
                <a:close/>
                <a:moveTo>
                  <a:pt x="1141485" y="38573"/>
                </a:moveTo>
                <a:cubicBezTo>
                  <a:pt x="1141171" y="39729"/>
                  <a:pt x="1140882" y="41149"/>
                  <a:pt x="1140619" y="42831"/>
                </a:cubicBezTo>
                <a:cubicBezTo>
                  <a:pt x="1140356" y="44512"/>
                  <a:pt x="1140225" y="46298"/>
                  <a:pt x="1140225" y="48190"/>
                </a:cubicBezTo>
                <a:cubicBezTo>
                  <a:pt x="1140225" y="50187"/>
                  <a:pt x="1140277" y="52263"/>
                  <a:pt x="1140381" y="54419"/>
                </a:cubicBezTo>
                <a:cubicBezTo>
                  <a:pt x="1140487" y="56572"/>
                  <a:pt x="1140540" y="58227"/>
                  <a:pt x="1140540" y="59384"/>
                </a:cubicBezTo>
                <a:cubicBezTo>
                  <a:pt x="1140540" y="59700"/>
                  <a:pt x="1140330" y="59963"/>
                  <a:pt x="1139910" y="60173"/>
                </a:cubicBezTo>
                <a:cubicBezTo>
                  <a:pt x="1139489" y="60383"/>
                  <a:pt x="1139016" y="60514"/>
                  <a:pt x="1138490" y="60567"/>
                </a:cubicBezTo>
                <a:cubicBezTo>
                  <a:pt x="1137966" y="60619"/>
                  <a:pt x="1137493" y="60566"/>
                  <a:pt x="1137071" y="60409"/>
                </a:cubicBezTo>
                <a:cubicBezTo>
                  <a:pt x="1136651" y="60251"/>
                  <a:pt x="1136389" y="60015"/>
                  <a:pt x="1136284" y="59699"/>
                </a:cubicBezTo>
                <a:cubicBezTo>
                  <a:pt x="1135128" y="54129"/>
                  <a:pt x="1133236" y="49846"/>
                  <a:pt x="1130607" y="46851"/>
                </a:cubicBezTo>
                <a:cubicBezTo>
                  <a:pt x="1127980" y="43855"/>
                  <a:pt x="1123777" y="42357"/>
                  <a:pt x="1117997" y="42357"/>
                </a:cubicBezTo>
                <a:cubicBezTo>
                  <a:pt x="1114108" y="42357"/>
                  <a:pt x="1110902" y="43330"/>
                  <a:pt x="1108379" y="45275"/>
                </a:cubicBezTo>
                <a:cubicBezTo>
                  <a:pt x="1105857" y="47219"/>
                  <a:pt x="1104595" y="49820"/>
                  <a:pt x="1104595" y="53079"/>
                </a:cubicBezTo>
                <a:cubicBezTo>
                  <a:pt x="1104595" y="55810"/>
                  <a:pt x="1105646" y="57912"/>
                  <a:pt x="1107747" y="59384"/>
                </a:cubicBezTo>
                <a:cubicBezTo>
                  <a:pt x="1109849" y="60854"/>
                  <a:pt x="1112635" y="62221"/>
                  <a:pt x="1116104" y="63483"/>
                </a:cubicBezTo>
                <a:cubicBezTo>
                  <a:pt x="1117576" y="64009"/>
                  <a:pt x="1119337" y="64666"/>
                  <a:pt x="1121386" y="65455"/>
                </a:cubicBezTo>
                <a:cubicBezTo>
                  <a:pt x="1123436" y="66243"/>
                  <a:pt x="1125091" y="66899"/>
                  <a:pt x="1126352" y="67423"/>
                </a:cubicBezTo>
                <a:cubicBezTo>
                  <a:pt x="1129084" y="68685"/>
                  <a:pt x="1131633" y="70000"/>
                  <a:pt x="1133997" y="71366"/>
                </a:cubicBezTo>
                <a:cubicBezTo>
                  <a:pt x="1136362" y="72732"/>
                  <a:pt x="1138412" y="74335"/>
                  <a:pt x="1140145" y="76175"/>
                </a:cubicBezTo>
                <a:cubicBezTo>
                  <a:pt x="1141881" y="78013"/>
                  <a:pt x="1143247" y="80088"/>
                  <a:pt x="1144244" y="82400"/>
                </a:cubicBezTo>
                <a:cubicBezTo>
                  <a:pt x="1145244" y="84713"/>
                  <a:pt x="1145743" y="87394"/>
                  <a:pt x="1145743" y="90442"/>
                </a:cubicBezTo>
                <a:cubicBezTo>
                  <a:pt x="1145743" y="94436"/>
                  <a:pt x="1144902" y="97772"/>
                  <a:pt x="1143220" y="100452"/>
                </a:cubicBezTo>
                <a:cubicBezTo>
                  <a:pt x="1141539" y="103132"/>
                  <a:pt x="1139384" y="105287"/>
                  <a:pt x="1136756" y="106916"/>
                </a:cubicBezTo>
                <a:cubicBezTo>
                  <a:pt x="1134129" y="108545"/>
                  <a:pt x="1131134" y="109727"/>
                  <a:pt x="1127771" y="110462"/>
                </a:cubicBezTo>
                <a:cubicBezTo>
                  <a:pt x="1124408" y="111198"/>
                  <a:pt x="1121097" y="111566"/>
                  <a:pt x="1117838" y="111566"/>
                </a:cubicBezTo>
                <a:cubicBezTo>
                  <a:pt x="1115105" y="111566"/>
                  <a:pt x="1112058" y="111251"/>
                  <a:pt x="1108695" y="110621"/>
                </a:cubicBezTo>
                <a:cubicBezTo>
                  <a:pt x="1105332" y="109990"/>
                  <a:pt x="1102389" y="109097"/>
                  <a:pt x="1099866" y="107941"/>
                </a:cubicBezTo>
                <a:cubicBezTo>
                  <a:pt x="1099236" y="107731"/>
                  <a:pt x="1098579" y="107836"/>
                  <a:pt x="1097896" y="108256"/>
                </a:cubicBezTo>
                <a:cubicBezTo>
                  <a:pt x="1097213" y="108676"/>
                  <a:pt x="1096766" y="109464"/>
                  <a:pt x="1096556" y="110621"/>
                </a:cubicBezTo>
                <a:cubicBezTo>
                  <a:pt x="1096556" y="110936"/>
                  <a:pt x="1096319" y="111147"/>
                  <a:pt x="1095846" y="111251"/>
                </a:cubicBezTo>
                <a:cubicBezTo>
                  <a:pt x="1095373" y="111357"/>
                  <a:pt x="1094874" y="111410"/>
                  <a:pt x="1094348" y="111410"/>
                </a:cubicBezTo>
                <a:cubicBezTo>
                  <a:pt x="1093927" y="111410"/>
                  <a:pt x="1093507" y="111330"/>
                  <a:pt x="1093087" y="111171"/>
                </a:cubicBezTo>
                <a:cubicBezTo>
                  <a:pt x="1092667" y="111014"/>
                  <a:pt x="1092457" y="110778"/>
                  <a:pt x="1092457" y="110464"/>
                </a:cubicBezTo>
                <a:cubicBezTo>
                  <a:pt x="1092457" y="109622"/>
                  <a:pt x="1092562" y="108466"/>
                  <a:pt x="1092772" y="106995"/>
                </a:cubicBezTo>
                <a:cubicBezTo>
                  <a:pt x="1092982" y="105523"/>
                  <a:pt x="1093087" y="104157"/>
                  <a:pt x="1093087" y="102896"/>
                </a:cubicBezTo>
                <a:cubicBezTo>
                  <a:pt x="1093087" y="101634"/>
                  <a:pt x="1093008" y="100241"/>
                  <a:pt x="1092849" y="98718"/>
                </a:cubicBezTo>
                <a:cubicBezTo>
                  <a:pt x="1092692" y="97194"/>
                  <a:pt x="1092535" y="95697"/>
                  <a:pt x="1092377" y="94226"/>
                </a:cubicBezTo>
                <a:cubicBezTo>
                  <a:pt x="1092220" y="92754"/>
                  <a:pt x="1092089" y="91440"/>
                  <a:pt x="1091983" y="90284"/>
                </a:cubicBezTo>
                <a:cubicBezTo>
                  <a:pt x="1091879" y="89127"/>
                  <a:pt x="1091826" y="88286"/>
                  <a:pt x="1091826" y="87760"/>
                </a:cubicBezTo>
                <a:cubicBezTo>
                  <a:pt x="1091826" y="87340"/>
                  <a:pt x="1092037" y="87025"/>
                  <a:pt x="1092457" y="86815"/>
                </a:cubicBezTo>
                <a:cubicBezTo>
                  <a:pt x="1092877" y="86605"/>
                  <a:pt x="1093349" y="86474"/>
                  <a:pt x="1093874" y="86423"/>
                </a:cubicBezTo>
                <a:cubicBezTo>
                  <a:pt x="1094400" y="86370"/>
                  <a:pt x="1094899" y="86422"/>
                  <a:pt x="1095372" y="86579"/>
                </a:cubicBezTo>
                <a:cubicBezTo>
                  <a:pt x="1095845" y="86736"/>
                  <a:pt x="1096135" y="87025"/>
                  <a:pt x="1096241" y="87445"/>
                </a:cubicBezTo>
                <a:cubicBezTo>
                  <a:pt x="1096975" y="90494"/>
                  <a:pt x="1097921" y="93174"/>
                  <a:pt x="1099077" y="95487"/>
                </a:cubicBezTo>
                <a:cubicBezTo>
                  <a:pt x="1100233" y="97798"/>
                  <a:pt x="1101678" y="99742"/>
                  <a:pt x="1103412" y="101320"/>
                </a:cubicBezTo>
                <a:cubicBezTo>
                  <a:pt x="1105147" y="102897"/>
                  <a:pt x="1107250" y="104080"/>
                  <a:pt x="1109719" y="104869"/>
                </a:cubicBezTo>
                <a:cubicBezTo>
                  <a:pt x="1112189" y="105656"/>
                  <a:pt x="1115158" y="106050"/>
                  <a:pt x="1118627" y="106050"/>
                </a:cubicBezTo>
                <a:cubicBezTo>
                  <a:pt x="1122410" y="106050"/>
                  <a:pt x="1125484" y="104999"/>
                  <a:pt x="1127848" y="102896"/>
                </a:cubicBezTo>
                <a:cubicBezTo>
                  <a:pt x="1130213" y="100794"/>
                  <a:pt x="1131396" y="97851"/>
                  <a:pt x="1131396" y="94068"/>
                </a:cubicBezTo>
                <a:cubicBezTo>
                  <a:pt x="1131396" y="90705"/>
                  <a:pt x="1130213" y="88051"/>
                  <a:pt x="1127848" y="86107"/>
                </a:cubicBezTo>
                <a:cubicBezTo>
                  <a:pt x="1125484" y="84162"/>
                  <a:pt x="1122726" y="82453"/>
                  <a:pt x="1119573" y="80981"/>
                </a:cubicBezTo>
                <a:cubicBezTo>
                  <a:pt x="1118100" y="80351"/>
                  <a:pt x="1116603" y="79721"/>
                  <a:pt x="1115079" y="79090"/>
                </a:cubicBezTo>
                <a:cubicBezTo>
                  <a:pt x="1113555" y="78460"/>
                  <a:pt x="1112005" y="77830"/>
                  <a:pt x="1110429" y="77200"/>
                </a:cubicBezTo>
                <a:cubicBezTo>
                  <a:pt x="1108116" y="76253"/>
                  <a:pt x="1105830" y="75282"/>
                  <a:pt x="1103571" y="74284"/>
                </a:cubicBezTo>
                <a:cubicBezTo>
                  <a:pt x="1101311" y="73285"/>
                  <a:pt x="1099314" y="72049"/>
                  <a:pt x="1097578" y="70577"/>
                </a:cubicBezTo>
                <a:cubicBezTo>
                  <a:pt x="1095845" y="69105"/>
                  <a:pt x="1094453" y="67265"/>
                  <a:pt x="1093402" y="65059"/>
                </a:cubicBezTo>
                <a:cubicBezTo>
                  <a:pt x="1092352" y="62852"/>
                  <a:pt x="1091826" y="60119"/>
                  <a:pt x="1091826" y="56860"/>
                </a:cubicBezTo>
                <a:cubicBezTo>
                  <a:pt x="1091826" y="53077"/>
                  <a:pt x="1092640" y="49872"/>
                  <a:pt x="1094268" y="47245"/>
                </a:cubicBezTo>
                <a:cubicBezTo>
                  <a:pt x="1095898" y="44617"/>
                  <a:pt x="1097999" y="42488"/>
                  <a:pt x="1100573" y="40861"/>
                </a:cubicBezTo>
                <a:cubicBezTo>
                  <a:pt x="1103149" y="39231"/>
                  <a:pt x="1106013" y="38049"/>
                  <a:pt x="1109166" y="37312"/>
                </a:cubicBezTo>
                <a:cubicBezTo>
                  <a:pt x="1112321" y="36576"/>
                  <a:pt x="1115421" y="36208"/>
                  <a:pt x="1118468" y="36208"/>
                </a:cubicBezTo>
                <a:cubicBezTo>
                  <a:pt x="1121411" y="36208"/>
                  <a:pt x="1124013" y="36550"/>
                  <a:pt x="1126272" y="37233"/>
                </a:cubicBezTo>
                <a:cubicBezTo>
                  <a:pt x="1128532" y="37916"/>
                  <a:pt x="1131028" y="39151"/>
                  <a:pt x="1133761" y="40938"/>
                </a:cubicBezTo>
                <a:cubicBezTo>
                  <a:pt x="1134181" y="41148"/>
                  <a:pt x="1134733" y="41122"/>
                  <a:pt x="1135416" y="40861"/>
                </a:cubicBezTo>
                <a:cubicBezTo>
                  <a:pt x="1136099" y="40598"/>
                  <a:pt x="1136651" y="39730"/>
                  <a:pt x="1137071" y="38258"/>
                </a:cubicBezTo>
                <a:cubicBezTo>
                  <a:pt x="1137177" y="37838"/>
                  <a:pt x="1137492" y="37575"/>
                  <a:pt x="1138016" y="37471"/>
                </a:cubicBezTo>
                <a:cubicBezTo>
                  <a:pt x="1138542" y="37365"/>
                  <a:pt x="1139068" y="37339"/>
                  <a:pt x="1139594" y="37392"/>
                </a:cubicBezTo>
                <a:cubicBezTo>
                  <a:pt x="1140120" y="37443"/>
                  <a:pt x="1140594" y="37575"/>
                  <a:pt x="1141014" y="37786"/>
                </a:cubicBezTo>
                <a:cubicBezTo>
                  <a:pt x="1141434" y="37996"/>
                  <a:pt x="1141591" y="38259"/>
                  <a:pt x="1141485" y="38573"/>
                </a:cubicBezTo>
                <a:close/>
                <a:moveTo>
                  <a:pt x="1254335" y="39833"/>
                </a:moveTo>
                <a:cubicBezTo>
                  <a:pt x="1257698" y="47717"/>
                  <a:pt x="1261008" y="55575"/>
                  <a:pt x="1264265" y="63406"/>
                </a:cubicBezTo>
                <a:cubicBezTo>
                  <a:pt x="1267524" y="71235"/>
                  <a:pt x="1270835" y="79091"/>
                  <a:pt x="1274198" y="86974"/>
                </a:cubicBezTo>
                <a:cubicBezTo>
                  <a:pt x="1274408" y="87708"/>
                  <a:pt x="1274749" y="88023"/>
                  <a:pt x="1275222" y="87919"/>
                </a:cubicBezTo>
                <a:cubicBezTo>
                  <a:pt x="1275696" y="87813"/>
                  <a:pt x="1276037" y="87498"/>
                  <a:pt x="1276247" y="86974"/>
                </a:cubicBezTo>
                <a:cubicBezTo>
                  <a:pt x="1278034" y="81298"/>
                  <a:pt x="1279584" y="75832"/>
                  <a:pt x="1280897" y="70577"/>
                </a:cubicBezTo>
                <a:cubicBezTo>
                  <a:pt x="1282212" y="65322"/>
                  <a:pt x="1283448" y="60014"/>
                  <a:pt x="1284604" y="54654"/>
                </a:cubicBezTo>
                <a:cubicBezTo>
                  <a:pt x="1285024" y="52972"/>
                  <a:pt x="1285235" y="51448"/>
                  <a:pt x="1285235" y="50081"/>
                </a:cubicBezTo>
                <a:cubicBezTo>
                  <a:pt x="1285235" y="47664"/>
                  <a:pt x="1284603" y="46114"/>
                  <a:pt x="1283341" y="45431"/>
                </a:cubicBezTo>
                <a:cubicBezTo>
                  <a:pt x="1282081" y="44748"/>
                  <a:pt x="1280084" y="44196"/>
                  <a:pt x="1277351" y="43776"/>
                </a:cubicBezTo>
                <a:cubicBezTo>
                  <a:pt x="1276615" y="43670"/>
                  <a:pt x="1276089" y="43355"/>
                  <a:pt x="1275773" y="42831"/>
                </a:cubicBezTo>
                <a:cubicBezTo>
                  <a:pt x="1275459" y="42305"/>
                  <a:pt x="1275302" y="41779"/>
                  <a:pt x="1275302" y="41253"/>
                </a:cubicBezTo>
                <a:cubicBezTo>
                  <a:pt x="1275302" y="40622"/>
                  <a:pt x="1275485" y="40071"/>
                  <a:pt x="1275853" y="39598"/>
                </a:cubicBezTo>
                <a:cubicBezTo>
                  <a:pt x="1276222" y="39125"/>
                  <a:pt x="1276721" y="38888"/>
                  <a:pt x="1277351" y="38888"/>
                </a:cubicBezTo>
                <a:cubicBezTo>
                  <a:pt x="1279874" y="38888"/>
                  <a:pt x="1282186" y="39099"/>
                  <a:pt x="1284287" y="39521"/>
                </a:cubicBezTo>
                <a:cubicBezTo>
                  <a:pt x="1286389" y="39941"/>
                  <a:pt x="1288492" y="40151"/>
                  <a:pt x="1290594" y="40151"/>
                </a:cubicBezTo>
                <a:cubicBezTo>
                  <a:pt x="1292697" y="40151"/>
                  <a:pt x="1294930" y="39941"/>
                  <a:pt x="1297294" y="39521"/>
                </a:cubicBezTo>
                <a:cubicBezTo>
                  <a:pt x="1299659" y="39099"/>
                  <a:pt x="1301577" y="38888"/>
                  <a:pt x="1303048" y="38888"/>
                </a:cubicBezTo>
                <a:cubicBezTo>
                  <a:pt x="1303680" y="38888"/>
                  <a:pt x="1304126" y="39125"/>
                  <a:pt x="1304388" y="39598"/>
                </a:cubicBezTo>
                <a:cubicBezTo>
                  <a:pt x="1304651" y="40071"/>
                  <a:pt x="1304782" y="40622"/>
                  <a:pt x="1304782" y="41253"/>
                </a:cubicBezTo>
                <a:cubicBezTo>
                  <a:pt x="1304782" y="41885"/>
                  <a:pt x="1304651" y="42464"/>
                  <a:pt x="1304388" y="42990"/>
                </a:cubicBezTo>
                <a:cubicBezTo>
                  <a:pt x="1304126" y="43514"/>
                  <a:pt x="1303786" y="43776"/>
                  <a:pt x="1303365" y="43776"/>
                </a:cubicBezTo>
                <a:cubicBezTo>
                  <a:pt x="1301263" y="43986"/>
                  <a:pt x="1299502" y="44486"/>
                  <a:pt x="1298083" y="45275"/>
                </a:cubicBezTo>
                <a:cubicBezTo>
                  <a:pt x="1296664" y="46062"/>
                  <a:pt x="1295454" y="47139"/>
                  <a:pt x="1294455" y="48506"/>
                </a:cubicBezTo>
                <a:cubicBezTo>
                  <a:pt x="1293458" y="49872"/>
                  <a:pt x="1292617" y="51448"/>
                  <a:pt x="1291934" y="53235"/>
                </a:cubicBezTo>
                <a:cubicBezTo>
                  <a:pt x="1291251" y="55022"/>
                  <a:pt x="1290594" y="56966"/>
                  <a:pt x="1289964" y="59069"/>
                </a:cubicBezTo>
                <a:cubicBezTo>
                  <a:pt x="1284708" y="77042"/>
                  <a:pt x="1279086" y="94857"/>
                  <a:pt x="1273096" y="112514"/>
                </a:cubicBezTo>
                <a:cubicBezTo>
                  <a:pt x="1272886" y="113144"/>
                  <a:pt x="1272228" y="113485"/>
                  <a:pt x="1271123" y="113536"/>
                </a:cubicBezTo>
                <a:cubicBezTo>
                  <a:pt x="1270020" y="113589"/>
                  <a:pt x="1269363" y="113300"/>
                  <a:pt x="1269153" y="112670"/>
                </a:cubicBezTo>
                <a:cubicBezTo>
                  <a:pt x="1266106" y="104368"/>
                  <a:pt x="1263006" y="96117"/>
                  <a:pt x="1259853" y="87919"/>
                </a:cubicBezTo>
                <a:cubicBezTo>
                  <a:pt x="1256700" y="79721"/>
                  <a:pt x="1253179" y="71260"/>
                  <a:pt x="1249290" y="62537"/>
                </a:cubicBezTo>
                <a:cubicBezTo>
                  <a:pt x="1249080" y="62011"/>
                  <a:pt x="1248764" y="61748"/>
                  <a:pt x="1248342" y="61748"/>
                </a:cubicBezTo>
                <a:cubicBezTo>
                  <a:pt x="1247922" y="61748"/>
                  <a:pt x="1247607" y="62011"/>
                  <a:pt x="1247397" y="62537"/>
                </a:cubicBezTo>
                <a:cubicBezTo>
                  <a:pt x="1245506" y="67477"/>
                  <a:pt x="1243720" y="72101"/>
                  <a:pt x="1242037" y="76411"/>
                </a:cubicBezTo>
                <a:cubicBezTo>
                  <a:pt x="1240355" y="80720"/>
                  <a:pt x="1238752" y="84872"/>
                  <a:pt x="1237228" y="88867"/>
                </a:cubicBezTo>
                <a:cubicBezTo>
                  <a:pt x="1235705" y="92860"/>
                  <a:pt x="1234207" y="96801"/>
                  <a:pt x="1232735" y="100690"/>
                </a:cubicBezTo>
                <a:cubicBezTo>
                  <a:pt x="1231264" y="104578"/>
                  <a:pt x="1229793" y="108571"/>
                  <a:pt x="1228321" y="112670"/>
                </a:cubicBezTo>
                <a:cubicBezTo>
                  <a:pt x="1228110" y="113300"/>
                  <a:pt x="1227427" y="113642"/>
                  <a:pt x="1226271" y="113695"/>
                </a:cubicBezTo>
                <a:cubicBezTo>
                  <a:pt x="1225116" y="113748"/>
                  <a:pt x="1224433" y="113406"/>
                  <a:pt x="1224221" y="112670"/>
                </a:cubicBezTo>
                <a:cubicBezTo>
                  <a:pt x="1220964" y="103421"/>
                  <a:pt x="1217785" y="94251"/>
                  <a:pt x="1214683" y="85160"/>
                </a:cubicBezTo>
                <a:cubicBezTo>
                  <a:pt x="1211583" y="76068"/>
                  <a:pt x="1208615" y="67003"/>
                  <a:pt x="1205778" y="57964"/>
                </a:cubicBezTo>
                <a:cubicBezTo>
                  <a:pt x="1204936" y="55338"/>
                  <a:pt x="1204120" y="53184"/>
                  <a:pt x="1203331" y="51503"/>
                </a:cubicBezTo>
                <a:cubicBezTo>
                  <a:pt x="1202544" y="49821"/>
                  <a:pt x="1201677" y="48454"/>
                  <a:pt x="1200731" y="47404"/>
                </a:cubicBezTo>
                <a:cubicBezTo>
                  <a:pt x="1199786" y="46352"/>
                  <a:pt x="1198683" y="45563"/>
                  <a:pt x="1197421" y="45037"/>
                </a:cubicBezTo>
                <a:cubicBezTo>
                  <a:pt x="1196160" y="44511"/>
                  <a:pt x="1194689" y="44091"/>
                  <a:pt x="1193006" y="43776"/>
                </a:cubicBezTo>
                <a:cubicBezTo>
                  <a:pt x="1192482" y="43670"/>
                  <a:pt x="1192115" y="43355"/>
                  <a:pt x="1191905" y="42831"/>
                </a:cubicBezTo>
                <a:cubicBezTo>
                  <a:pt x="1191695" y="42305"/>
                  <a:pt x="1191590" y="41779"/>
                  <a:pt x="1191590" y="41253"/>
                </a:cubicBezTo>
                <a:cubicBezTo>
                  <a:pt x="1191590" y="40622"/>
                  <a:pt x="1191695" y="40071"/>
                  <a:pt x="1191905" y="39598"/>
                </a:cubicBezTo>
                <a:cubicBezTo>
                  <a:pt x="1192115" y="39125"/>
                  <a:pt x="1192482" y="38888"/>
                  <a:pt x="1193006" y="38888"/>
                </a:cubicBezTo>
                <a:cubicBezTo>
                  <a:pt x="1195635" y="38888"/>
                  <a:pt x="1198341" y="39099"/>
                  <a:pt x="1201125" y="39521"/>
                </a:cubicBezTo>
                <a:cubicBezTo>
                  <a:pt x="1203911" y="39941"/>
                  <a:pt x="1206828" y="40151"/>
                  <a:pt x="1209877" y="40151"/>
                </a:cubicBezTo>
                <a:cubicBezTo>
                  <a:pt x="1212924" y="40151"/>
                  <a:pt x="1215892" y="39941"/>
                  <a:pt x="1218782" y="39521"/>
                </a:cubicBezTo>
                <a:cubicBezTo>
                  <a:pt x="1221674" y="39099"/>
                  <a:pt x="1224591" y="38888"/>
                  <a:pt x="1227534" y="38888"/>
                </a:cubicBezTo>
                <a:cubicBezTo>
                  <a:pt x="1228058" y="38888"/>
                  <a:pt x="1228479" y="39125"/>
                  <a:pt x="1228794" y="39598"/>
                </a:cubicBezTo>
                <a:cubicBezTo>
                  <a:pt x="1229110" y="40071"/>
                  <a:pt x="1229294" y="40597"/>
                  <a:pt x="1229345" y="41176"/>
                </a:cubicBezTo>
                <a:cubicBezTo>
                  <a:pt x="1229398" y="41753"/>
                  <a:pt x="1229267" y="42305"/>
                  <a:pt x="1228951" y="42831"/>
                </a:cubicBezTo>
                <a:cubicBezTo>
                  <a:pt x="1228636" y="43355"/>
                  <a:pt x="1228164" y="43670"/>
                  <a:pt x="1227534" y="43776"/>
                </a:cubicBezTo>
                <a:cubicBezTo>
                  <a:pt x="1224485" y="44196"/>
                  <a:pt x="1222330" y="44880"/>
                  <a:pt x="1221068" y="45826"/>
                </a:cubicBezTo>
                <a:cubicBezTo>
                  <a:pt x="1219807" y="46772"/>
                  <a:pt x="1219177" y="48085"/>
                  <a:pt x="1219177" y="49766"/>
                </a:cubicBezTo>
                <a:cubicBezTo>
                  <a:pt x="1219177" y="50608"/>
                  <a:pt x="1219282" y="51529"/>
                  <a:pt x="1219492" y="52528"/>
                </a:cubicBezTo>
                <a:cubicBezTo>
                  <a:pt x="1219702" y="53525"/>
                  <a:pt x="1219965" y="54602"/>
                  <a:pt x="1220281" y="55758"/>
                </a:cubicBezTo>
                <a:cubicBezTo>
                  <a:pt x="1221753" y="61118"/>
                  <a:pt x="1223303" y="66373"/>
                  <a:pt x="1224931" y="71522"/>
                </a:cubicBezTo>
                <a:cubicBezTo>
                  <a:pt x="1226560" y="76672"/>
                  <a:pt x="1228268" y="81822"/>
                  <a:pt x="1230055" y="86974"/>
                </a:cubicBezTo>
                <a:cubicBezTo>
                  <a:pt x="1230265" y="87604"/>
                  <a:pt x="1230633" y="87919"/>
                  <a:pt x="1231159" y="87919"/>
                </a:cubicBezTo>
                <a:cubicBezTo>
                  <a:pt x="1231789" y="87919"/>
                  <a:pt x="1232210" y="87656"/>
                  <a:pt x="1232420" y="87130"/>
                </a:cubicBezTo>
                <a:cubicBezTo>
                  <a:pt x="1238515" y="70525"/>
                  <a:pt x="1244612" y="54812"/>
                  <a:pt x="1250709" y="39992"/>
                </a:cubicBezTo>
                <a:cubicBezTo>
                  <a:pt x="1251024" y="39256"/>
                  <a:pt x="1251601" y="38888"/>
                  <a:pt x="1252441" y="38888"/>
                </a:cubicBezTo>
                <a:cubicBezTo>
                  <a:pt x="1253388" y="38888"/>
                  <a:pt x="1254019" y="39203"/>
                  <a:pt x="1254335" y="39833"/>
                </a:cubicBezTo>
                <a:close/>
                <a:moveTo>
                  <a:pt x="1334249" y="47560"/>
                </a:moveTo>
                <a:cubicBezTo>
                  <a:pt x="1334459" y="48085"/>
                  <a:pt x="1334722" y="48085"/>
                  <a:pt x="1335038" y="47560"/>
                </a:cubicBezTo>
                <a:cubicBezTo>
                  <a:pt x="1337769" y="43987"/>
                  <a:pt x="1341158" y="41202"/>
                  <a:pt x="1345204" y="39206"/>
                </a:cubicBezTo>
                <a:cubicBezTo>
                  <a:pt x="1349252" y="37207"/>
                  <a:pt x="1353273" y="36208"/>
                  <a:pt x="1357266" y="36208"/>
                </a:cubicBezTo>
                <a:cubicBezTo>
                  <a:pt x="1366200" y="36208"/>
                  <a:pt x="1372638" y="38652"/>
                  <a:pt x="1376578" y="43540"/>
                </a:cubicBezTo>
                <a:cubicBezTo>
                  <a:pt x="1380520" y="48427"/>
                  <a:pt x="1382491" y="54811"/>
                  <a:pt x="1382491" y="62694"/>
                </a:cubicBezTo>
                <a:lnTo>
                  <a:pt x="1382491" y="91859"/>
                </a:lnTo>
                <a:cubicBezTo>
                  <a:pt x="1382491" y="94592"/>
                  <a:pt x="1382569" y="96800"/>
                  <a:pt x="1382727" y="98482"/>
                </a:cubicBezTo>
                <a:cubicBezTo>
                  <a:pt x="1382884" y="100163"/>
                  <a:pt x="1383251" y="101502"/>
                  <a:pt x="1383828" y="102502"/>
                </a:cubicBezTo>
                <a:cubicBezTo>
                  <a:pt x="1384407" y="103501"/>
                  <a:pt x="1385327" y="104237"/>
                  <a:pt x="1386588" y="104710"/>
                </a:cubicBezTo>
                <a:cubicBezTo>
                  <a:pt x="1387850" y="105181"/>
                  <a:pt x="1389584" y="105628"/>
                  <a:pt x="1391791" y="106050"/>
                </a:cubicBezTo>
                <a:cubicBezTo>
                  <a:pt x="1392423" y="106154"/>
                  <a:pt x="1392896" y="106469"/>
                  <a:pt x="1393210" y="106995"/>
                </a:cubicBezTo>
                <a:cubicBezTo>
                  <a:pt x="1393526" y="107520"/>
                  <a:pt x="1393684" y="108045"/>
                  <a:pt x="1393684" y="108571"/>
                </a:cubicBezTo>
                <a:cubicBezTo>
                  <a:pt x="1393684" y="109097"/>
                  <a:pt x="1393526" y="109597"/>
                  <a:pt x="1393210" y="110070"/>
                </a:cubicBezTo>
                <a:cubicBezTo>
                  <a:pt x="1392896" y="110543"/>
                  <a:pt x="1392476" y="110779"/>
                  <a:pt x="1391950" y="110779"/>
                </a:cubicBezTo>
                <a:cubicBezTo>
                  <a:pt x="1390479" y="110779"/>
                  <a:pt x="1388246" y="110595"/>
                  <a:pt x="1385250" y="110226"/>
                </a:cubicBezTo>
                <a:cubicBezTo>
                  <a:pt x="1382254" y="109859"/>
                  <a:pt x="1379180" y="109675"/>
                  <a:pt x="1376027" y="109675"/>
                </a:cubicBezTo>
                <a:cubicBezTo>
                  <a:pt x="1372664" y="109675"/>
                  <a:pt x="1369353" y="109859"/>
                  <a:pt x="1366094" y="110226"/>
                </a:cubicBezTo>
                <a:cubicBezTo>
                  <a:pt x="1362836" y="110595"/>
                  <a:pt x="1360051" y="110779"/>
                  <a:pt x="1357740" y="110779"/>
                </a:cubicBezTo>
                <a:cubicBezTo>
                  <a:pt x="1357108" y="110779"/>
                  <a:pt x="1356634" y="110543"/>
                  <a:pt x="1356318" y="110070"/>
                </a:cubicBezTo>
                <a:cubicBezTo>
                  <a:pt x="1356004" y="109597"/>
                  <a:pt x="1355847" y="109097"/>
                  <a:pt x="1355847" y="108571"/>
                </a:cubicBezTo>
                <a:cubicBezTo>
                  <a:pt x="1355847" y="107941"/>
                  <a:pt x="1356004" y="107389"/>
                  <a:pt x="1356318" y="106916"/>
                </a:cubicBezTo>
                <a:cubicBezTo>
                  <a:pt x="1356634" y="106443"/>
                  <a:pt x="1357160" y="106154"/>
                  <a:pt x="1357896" y="106050"/>
                </a:cubicBezTo>
                <a:cubicBezTo>
                  <a:pt x="1360315" y="105734"/>
                  <a:pt x="1362180" y="105314"/>
                  <a:pt x="1363494" y="104789"/>
                </a:cubicBezTo>
                <a:cubicBezTo>
                  <a:pt x="1364807" y="104263"/>
                  <a:pt x="1365753" y="103475"/>
                  <a:pt x="1366330" y="102425"/>
                </a:cubicBezTo>
                <a:cubicBezTo>
                  <a:pt x="1366909" y="101373"/>
                  <a:pt x="1367277" y="100006"/>
                  <a:pt x="1367434" y="98326"/>
                </a:cubicBezTo>
                <a:cubicBezTo>
                  <a:pt x="1367591" y="96643"/>
                  <a:pt x="1367670" y="94488"/>
                  <a:pt x="1367670" y="91859"/>
                </a:cubicBezTo>
                <a:lnTo>
                  <a:pt x="1367670" y="68053"/>
                </a:lnTo>
                <a:cubicBezTo>
                  <a:pt x="1367670" y="65427"/>
                  <a:pt x="1367486" y="62800"/>
                  <a:pt x="1367119" y="60173"/>
                </a:cubicBezTo>
                <a:cubicBezTo>
                  <a:pt x="1366752" y="57544"/>
                  <a:pt x="1366069" y="55153"/>
                  <a:pt x="1365070" y="52999"/>
                </a:cubicBezTo>
                <a:cubicBezTo>
                  <a:pt x="1364072" y="50844"/>
                  <a:pt x="1362627" y="49083"/>
                  <a:pt x="1360735" y="47717"/>
                </a:cubicBezTo>
                <a:cubicBezTo>
                  <a:pt x="1358842" y="46350"/>
                  <a:pt x="1356320" y="45667"/>
                  <a:pt x="1353167" y="45667"/>
                </a:cubicBezTo>
                <a:cubicBezTo>
                  <a:pt x="1349804" y="45667"/>
                  <a:pt x="1346939" y="46298"/>
                  <a:pt x="1344574" y="47560"/>
                </a:cubicBezTo>
                <a:cubicBezTo>
                  <a:pt x="1342210" y="48821"/>
                  <a:pt x="1340266" y="50344"/>
                  <a:pt x="1338740" y="52131"/>
                </a:cubicBezTo>
                <a:cubicBezTo>
                  <a:pt x="1337217" y="53917"/>
                  <a:pt x="1336087" y="55810"/>
                  <a:pt x="1335351" y="57808"/>
                </a:cubicBezTo>
                <a:cubicBezTo>
                  <a:pt x="1334616" y="59805"/>
                  <a:pt x="1334249" y="61538"/>
                  <a:pt x="1334249" y="63009"/>
                </a:cubicBezTo>
                <a:lnTo>
                  <a:pt x="1334249" y="90914"/>
                </a:lnTo>
                <a:cubicBezTo>
                  <a:pt x="1334249" y="93752"/>
                  <a:pt x="1334301" y="96092"/>
                  <a:pt x="1334405" y="97931"/>
                </a:cubicBezTo>
                <a:cubicBezTo>
                  <a:pt x="1334511" y="99769"/>
                  <a:pt x="1334826" y="101214"/>
                  <a:pt x="1335351" y="102266"/>
                </a:cubicBezTo>
                <a:cubicBezTo>
                  <a:pt x="1335877" y="103316"/>
                  <a:pt x="1336692" y="104131"/>
                  <a:pt x="1337795" y="104710"/>
                </a:cubicBezTo>
                <a:cubicBezTo>
                  <a:pt x="1338900" y="105287"/>
                  <a:pt x="1340451" y="105734"/>
                  <a:pt x="1342447" y="106050"/>
                </a:cubicBezTo>
                <a:cubicBezTo>
                  <a:pt x="1343182" y="106154"/>
                  <a:pt x="1343707" y="106469"/>
                  <a:pt x="1344023" y="106995"/>
                </a:cubicBezTo>
                <a:cubicBezTo>
                  <a:pt x="1344339" y="107520"/>
                  <a:pt x="1344497" y="108045"/>
                  <a:pt x="1344497" y="108571"/>
                </a:cubicBezTo>
                <a:cubicBezTo>
                  <a:pt x="1344497" y="109097"/>
                  <a:pt x="1344339" y="109597"/>
                  <a:pt x="1344023" y="110070"/>
                </a:cubicBezTo>
                <a:cubicBezTo>
                  <a:pt x="1343707" y="110543"/>
                  <a:pt x="1343234" y="110779"/>
                  <a:pt x="1342604" y="110779"/>
                </a:cubicBezTo>
                <a:cubicBezTo>
                  <a:pt x="1341237" y="110779"/>
                  <a:pt x="1339109" y="110595"/>
                  <a:pt x="1336219" y="110226"/>
                </a:cubicBezTo>
                <a:cubicBezTo>
                  <a:pt x="1333329" y="109859"/>
                  <a:pt x="1330308" y="109675"/>
                  <a:pt x="1327155" y="109675"/>
                </a:cubicBezTo>
                <a:cubicBezTo>
                  <a:pt x="1323792" y="109675"/>
                  <a:pt x="1320586" y="109859"/>
                  <a:pt x="1317537" y="110226"/>
                </a:cubicBezTo>
                <a:cubicBezTo>
                  <a:pt x="1314489" y="110595"/>
                  <a:pt x="1311756" y="110779"/>
                  <a:pt x="1309339" y="110779"/>
                </a:cubicBezTo>
                <a:cubicBezTo>
                  <a:pt x="1308709" y="110779"/>
                  <a:pt x="1308236" y="110543"/>
                  <a:pt x="1307920" y="110070"/>
                </a:cubicBezTo>
                <a:cubicBezTo>
                  <a:pt x="1307606" y="109597"/>
                  <a:pt x="1307448" y="109097"/>
                  <a:pt x="1307448" y="108571"/>
                </a:cubicBezTo>
                <a:cubicBezTo>
                  <a:pt x="1307448" y="107941"/>
                  <a:pt x="1307606" y="107389"/>
                  <a:pt x="1307920" y="106916"/>
                </a:cubicBezTo>
                <a:cubicBezTo>
                  <a:pt x="1308236" y="106443"/>
                  <a:pt x="1308762" y="106154"/>
                  <a:pt x="1309498" y="106050"/>
                </a:cubicBezTo>
                <a:cubicBezTo>
                  <a:pt x="1311915" y="105734"/>
                  <a:pt x="1313780" y="105314"/>
                  <a:pt x="1315093" y="104789"/>
                </a:cubicBezTo>
                <a:cubicBezTo>
                  <a:pt x="1316407" y="104263"/>
                  <a:pt x="1317379" y="103475"/>
                  <a:pt x="1318009" y="102425"/>
                </a:cubicBezTo>
                <a:cubicBezTo>
                  <a:pt x="1318641" y="101373"/>
                  <a:pt x="1319035" y="100006"/>
                  <a:pt x="1319192" y="98326"/>
                </a:cubicBezTo>
                <a:cubicBezTo>
                  <a:pt x="1319350" y="96643"/>
                  <a:pt x="1319428" y="94488"/>
                  <a:pt x="1319428" y="91859"/>
                </a:cubicBezTo>
                <a:lnTo>
                  <a:pt x="1319428" y="29903"/>
                </a:lnTo>
                <a:cubicBezTo>
                  <a:pt x="1319428" y="25384"/>
                  <a:pt x="1319323" y="21784"/>
                  <a:pt x="1319113" y="19104"/>
                </a:cubicBezTo>
                <a:cubicBezTo>
                  <a:pt x="1318903" y="16423"/>
                  <a:pt x="1318378" y="14347"/>
                  <a:pt x="1317537" y="12876"/>
                </a:cubicBezTo>
                <a:cubicBezTo>
                  <a:pt x="1316697" y="11404"/>
                  <a:pt x="1315436" y="10406"/>
                  <a:pt x="1313753" y="9881"/>
                </a:cubicBezTo>
                <a:cubicBezTo>
                  <a:pt x="1312073" y="9355"/>
                  <a:pt x="1309761" y="8934"/>
                  <a:pt x="1306818" y="8618"/>
                </a:cubicBezTo>
                <a:cubicBezTo>
                  <a:pt x="1306292" y="8618"/>
                  <a:pt x="1305898" y="8356"/>
                  <a:pt x="1305635" y="7832"/>
                </a:cubicBezTo>
                <a:cubicBezTo>
                  <a:pt x="1305372" y="7306"/>
                  <a:pt x="1305214" y="6781"/>
                  <a:pt x="1305161" y="6256"/>
                </a:cubicBezTo>
                <a:cubicBezTo>
                  <a:pt x="1305109" y="5730"/>
                  <a:pt x="1305214" y="5204"/>
                  <a:pt x="1305476" y="4678"/>
                </a:cubicBezTo>
                <a:cubicBezTo>
                  <a:pt x="1305739" y="4152"/>
                  <a:pt x="1306186" y="3889"/>
                  <a:pt x="1306818" y="3889"/>
                </a:cubicBezTo>
                <a:cubicBezTo>
                  <a:pt x="1309865" y="3679"/>
                  <a:pt x="1313595" y="3364"/>
                  <a:pt x="1318009" y="2944"/>
                </a:cubicBezTo>
                <a:cubicBezTo>
                  <a:pt x="1322424" y="2523"/>
                  <a:pt x="1326576" y="1735"/>
                  <a:pt x="1330465" y="579"/>
                </a:cubicBezTo>
                <a:cubicBezTo>
                  <a:pt x="1331936" y="159"/>
                  <a:pt x="1332908" y="238"/>
                  <a:pt x="1333381" y="817"/>
                </a:cubicBezTo>
                <a:cubicBezTo>
                  <a:pt x="1333854" y="1394"/>
                  <a:pt x="1334143" y="1998"/>
                  <a:pt x="1334249" y="2629"/>
                </a:cubicBezTo>
                <a:lnTo>
                  <a:pt x="1334249" y="47560"/>
                </a:lnTo>
                <a:close/>
                <a:moveTo>
                  <a:pt x="1427406" y="90914"/>
                </a:moveTo>
                <a:cubicBezTo>
                  <a:pt x="1427406" y="93542"/>
                  <a:pt x="1427458" y="95750"/>
                  <a:pt x="1427563" y="97536"/>
                </a:cubicBezTo>
                <a:cubicBezTo>
                  <a:pt x="1427669" y="99323"/>
                  <a:pt x="1428037" y="100794"/>
                  <a:pt x="1428667" y="101951"/>
                </a:cubicBezTo>
                <a:cubicBezTo>
                  <a:pt x="1429297" y="103107"/>
                  <a:pt x="1430269" y="104000"/>
                  <a:pt x="1431582" y="104631"/>
                </a:cubicBezTo>
                <a:cubicBezTo>
                  <a:pt x="1432898" y="105261"/>
                  <a:pt x="1434763" y="105734"/>
                  <a:pt x="1437180" y="106050"/>
                </a:cubicBezTo>
                <a:cubicBezTo>
                  <a:pt x="1437811" y="106154"/>
                  <a:pt x="1438284" y="106443"/>
                  <a:pt x="1438600" y="106916"/>
                </a:cubicBezTo>
                <a:cubicBezTo>
                  <a:pt x="1438916" y="107389"/>
                  <a:pt x="1439073" y="107941"/>
                  <a:pt x="1439073" y="108571"/>
                </a:cubicBezTo>
                <a:cubicBezTo>
                  <a:pt x="1439073" y="109097"/>
                  <a:pt x="1438916" y="109597"/>
                  <a:pt x="1438600" y="110070"/>
                </a:cubicBezTo>
                <a:cubicBezTo>
                  <a:pt x="1438284" y="110543"/>
                  <a:pt x="1437811" y="110779"/>
                  <a:pt x="1437180" y="110779"/>
                </a:cubicBezTo>
                <a:cubicBezTo>
                  <a:pt x="1435288" y="110779"/>
                  <a:pt x="1432817" y="110595"/>
                  <a:pt x="1429769" y="110226"/>
                </a:cubicBezTo>
                <a:cubicBezTo>
                  <a:pt x="1426722" y="109859"/>
                  <a:pt x="1423622" y="109675"/>
                  <a:pt x="1420469" y="109675"/>
                </a:cubicBezTo>
                <a:cubicBezTo>
                  <a:pt x="1417106" y="109675"/>
                  <a:pt x="1413821" y="109859"/>
                  <a:pt x="1410615" y="110226"/>
                </a:cubicBezTo>
                <a:cubicBezTo>
                  <a:pt x="1407409" y="110595"/>
                  <a:pt x="1404335" y="110779"/>
                  <a:pt x="1401392" y="110779"/>
                </a:cubicBezTo>
                <a:cubicBezTo>
                  <a:pt x="1400868" y="110779"/>
                  <a:pt x="1400448" y="110543"/>
                  <a:pt x="1400132" y="110070"/>
                </a:cubicBezTo>
                <a:cubicBezTo>
                  <a:pt x="1399817" y="109597"/>
                  <a:pt x="1399660" y="109097"/>
                  <a:pt x="1399660" y="108571"/>
                </a:cubicBezTo>
                <a:cubicBezTo>
                  <a:pt x="1399660" y="107941"/>
                  <a:pt x="1399817" y="107389"/>
                  <a:pt x="1400132" y="106916"/>
                </a:cubicBezTo>
                <a:cubicBezTo>
                  <a:pt x="1400448" y="106443"/>
                  <a:pt x="1400921" y="106154"/>
                  <a:pt x="1401551" y="106050"/>
                </a:cubicBezTo>
                <a:cubicBezTo>
                  <a:pt x="1404284" y="105734"/>
                  <a:pt x="1406412" y="105261"/>
                  <a:pt x="1407935" y="104631"/>
                </a:cubicBezTo>
                <a:cubicBezTo>
                  <a:pt x="1409459" y="104000"/>
                  <a:pt x="1410562" y="103133"/>
                  <a:pt x="1411246" y="102030"/>
                </a:cubicBezTo>
                <a:cubicBezTo>
                  <a:pt x="1411929" y="100925"/>
                  <a:pt x="1412322" y="99559"/>
                  <a:pt x="1412427" y="97931"/>
                </a:cubicBezTo>
                <a:cubicBezTo>
                  <a:pt x="1412533" y="96302"/>
                  <a:pt x="1412585" y="94278"/>
                  <a:pt x="1412585" y="91859"/>
                </a:cubicBezTo>
                <a:lnTo>
                  <a:pt x="1412585" y="66478"/>
                </a:lnTo>
                <a:cubicBezTo>
                  <a:pt x="1412585" y="61959"/>
                  <a:pt x="1412480" y="58332"/>
                  <a:pt x="1412270" y="55600"/>
                </a:cubicBezTo>
                <a:cubicBezTo>
                  <a:pt x="1412060" y="52867"/>
                  <a:pt x="1411587" y="50792"/>
                  <a:pt x="1410851" y="49374"/>
                </a:cubicBezTo>
                <a:cubicBezTo>
                  <a:pt x="1410117" y="47955"/>
                  <a:pt x="1409013" y="46982"/>
                  <a:pt x="1407541" y="46456"/>
                </a:cubicBezTo>
                <a:cubicBezTo>
                  <a:pt x="1406070" y="45930"/>
                  <a:pt x="1404074" y="45510"/>
                  <a:pt x="1401551" y="45196"/>
                </a:cubicBezTo>
                <a:cubicBezTo>
                  <a:pt x="1400921" y="45196"/>
                  <a:pt x="1400448" y="44933"/>
                  <a:pt x="1400132" y="44406"/>
                </a:cubicBezTo>
                <a:cubicBezTo>
                  <a:pt x="1399817" y="43880"/>
                  <a:pt x="1399660" y="43355"/>
                  <a:pt x="1399660" y="42831"/>
                </a:cubicBezTo>
                <a:cubicBezTo>
                  <a:pt x="1399660" y="42305"/>
                  <a:pt x="1399817" y="41780"/>
                  <a:pt x="1400132" y="41255"/>
                </a:cubicBezTo>
                <a:cubicBezTo>
                  <a:pt x="1400448" y="40729"/>
                  <a:pt x="1400921" y="40466"/>
                  <a:pt x="1401551" y="40466"/>
                </a:cubicBezTo>
                <a:cubicBezTo>
                  <a:pt x="1402601" y="40360"/>
                  <a:pt x="1403888" y="40255"/>
                  <a:pt x="1405412" y="40151"/>
                </a:cubicBezTo>
                <a:cubicBezTo>
                  <a:pt x="1406937" y="40045"/>
                  <a:pt x="1408540" y="39914"/>
                  <a:pt x="1410221" y="39756"/>
                </a:cubicBezTo>
                <a:cubicBezTo>
                  <a:pt x="1411903" y="39598"/>
                  <a:pt x="1413611" y="39388"/>
                  <a:pt x="1415345" y="39126"/>
                </a:cubicBezTo>
                <a:cubicBezTo>
                  <a:pt x="1417080" y="38863"/>
                  <a:pt x="1418631" y="38574"/>
                  <a:pt x="1419997" y="38258"/>
                </a:cubicBezTo>
                <a:cubicBezTo>
                  <a:pt x="1421153" y="38048"/>
                  <a:pt x="1422073" y="37811"/>
                  <a:pt x="1422756" y="37548"/>
                </a:cubicBezTo>
                <a:cubicBezTo>
                  <a:pt x="1423440" y="37285"/>
                  <a:pt x="1423991" y="37154"/>
                  <a:pt x="1424411" y="37154"/>
                </a:cubicBezTo>
                <a:cubicBezTo>
                  <a:pt x="1425672" y="37154"/>
                  <a:pt x="1426486" y="37522"/>
                  <a:pt x="1426853" y="38258"/>
                </a:cubicBezTo>
                <a:cubicBezTo>
                  <a:pt x="1427222" y="38994"/>
                  <a:pt x="1427406" y="39677"/>
                  <a:pt x="1427406" y="40307"/>
                </a:cubicBezTo>
                <a:lnTo>
                  <a:pt x="1427406" y="90914"/>
                </a:lnTo>
                <a:moveTo>
                  <a:pt x="1419049" y="21075"/>
                </a:moveTo>
                <a:cubicBezTo>
                  <a:pt x="1416422" y="21075"/>
                  <a:pt x="1414163" y="20260"/>
                  <a:pt x="1412270" y="18631"/>
                </a:cubicBezTo>
                <a:cubicBezTo>
                  <a:pt x="1410380" y="17001"/>
                  <a:pt x="1409434" y="14978"/>
                  <a:pt x="1409434" y="12561"/>
                </a:cubicBezTo>
                <a:cubicBezTo>
                  <a:pt x="1409434" y="10143"/>
                  <a:pt x="1410327" y="8093"/>
                  <a:pt x="1412114" y="6413"/>
                </a:cubicBezTo>
                <a:cubicBezTo>
                  <a:pt x="1413901" y="4730"/>
                  <a:pt x="1416107" y="3889"/>
                  <a:pt x="1418734" y="3889"/>
                </a:cubicBezTo>
                <a:cubicBezTo>
                  <a:pt x="1421257" y="3889"/>
                  <a:pt x="1423333" y="4757"/>
                  <a:pt x="1424962" y="6492"/>
                </a:cubicBezTo>
                <a:cubicBezTo>
                  <a:pt x="1426592" y="8226"/>
                  <a:pt x="1427406" y="10301"/>
                  <a:pt x="1427406" y="12718"/>
                </a:cubicBezTo>
                <a:cubicBezTo>
                  <a:pt x="1427406" y="15030"/>
                  <a:pt x="1426618" y="17001"/>
                  <a:pt x="1425042" y="18631"/>
                </a:cubicBezTo>
                <a:cubicBezTo>
                  <a:pt x="1423465" y="20260"/>
                  <a:pt x="1421468" y="21075"/>
                  <a:pt x="1419049" y="21075"/>
                </a:cubicBezTo>
                <a:close/>
                <a:moveTo>
                  <a:pt x="1461285" y="29903"/>
                </a:moveTo>
                <a:cubicBezTo>
                  <a:pt x="1461285" y="25384"/>
                  <a:pt x="1461180" y="21784"/>
                  <a:pt x="1460970" y="19104"/>
                </a:cubicBezTo>
                <a:cubicBezTo>
                  <a:pt x="1460760" y="16423"/>
                  <a:pt x="1460235" y="14347"/>
                  <a:pt x="1459394" y="12876"/>
                </a:cubicBezTo>
                <a:cubicBezTo>
                  <a:pt x="1458554" y="11404"/>
                  <a:pt x="1457266" y="10406"/>
                  <a:pt x="1455531" y="9881"/>
                </a:cubicBezTo>
                <a:cubicBezTo>
                  <a:pt x="1453797" y="9355"/>
                  <a:pt x="1451406" y="8934"/>
                  <a:pt x="1448357" y="8618"/>
                </a:cubicBezTo>
                <a:cubicBezTo>
                  <a:pt x="1447833" y="8618"/>
                  <a:pt x="1447439" y="8356"/>
                  <a:pt x="1447176" y="7832"/>
                </a:cubicBezTo>
                <a:cubicBezTo>
                  <a:pt x="1446913" y="7306"/>
                  <a:pt x="1446755" y="6781"/>
                  <a:pt x="1446702" y="6256"/>
                </a:cubicBezTo>
                <a:cubicBezTo>
                  <a:pt x="1446649" y="5730"/>
                  <a:pt x="1446755" y="5204"/>
                  <a:pt x="1447018" y="4678"/>
                </a:cubicBezTo>
                <a:cubicBezTo>
                  <a:pt x="1447281" y="4152"/>
                  <a:pt x="1447727" y="3889"/>
                  <a:pt x="1448357" y="3889"/>
                </a:cubicBezTo>
                <a:cubicBezTo>
                  <a:pt x="1451510" y="3679"/>
                  <a:pt x="1455320" y="3364"/>
                  <a:pt x="1459786" y="2944"/>
                </a:cubicBezTo>
                <a:cubicBezTo>
                  <a:pt x="1464254" y="2523"/>
                  <a:pt x="1468433" y="1735"/>
                  <a:pt x="1472322" y="579"/>
                </a:cubicBezTo>
                <a:cubicBezTo>
                  <a:pt x="1473793" y="159"/>
                  <a:pt x="1474764" y="238"/>
                  <a:pt x="1475238" y="817"/>
                </a:cubicBezTo>
                <a:cubicBezTo>
                  <a:pt x="1475711" y="1394"/>
                  <a:pt x="1476000" y="1998"/>
                  <a:pt x="1476106" y="2629"/>
                </a:cubicBezTo>
                <a:lnTo>
                  <a:pt x="1476106" y="90914"/>
                </a:lnTo>
                <a:cubicBezTo>
                  <a:pt x="1476106" y="93542"/>
                  <a:pt x="1476158" y="95750"/>
                  <a:pt x="1476262" y="97536"/>
                </a:cubicBezTo>
                <a:cubicBezTo>
                  <a:pt x="1476368" y="99323"/>
                  <a:pt x="1476763" y="100794"/>
                  <a:pt x="1477446" y="101951"/>
                </a:cubicBezTo>
                <a:cubicBezTo>
                  <a:pt x="1478129" y="103107"/>
                  <a:pt x="1479232" y="104000"/>
                  <a:pt x="1480756" y="104631"/>
                </a:cubicBezTo>
                <a:cubicBezTo>
                  <a:pt x="1482280" y="105261"/>
                  <a:pt x="1484408" y="105734"/>
                  <a:pt x="1487140" y="106050"/>
                </a:cubicBezTo>
                <a:cubicBezTo>
                  <a:pt x="1487771" y="106154"/>
                  <a:pt x="1488244" y="106443"/>
                  <a:pt x="1488560" y="106916"/>
                </a:cubicBezTo>
                <a:cubicBezTo>
                  <a:pt x="1488876" y="107389"/>
                  <a:pt x="1489034" y="107941"/>
                  <a:pt x="1489034" y="108571"/>
                </a:cubicBezTo>
                <a:cubicBezTo>
                  <a:pt x="1489034" y="109097"/>
                  <a:pt x="1488876" y="109597"/>
                  <a:pt x="1488560" y="110070"/>
                </a:cubicBezTo>
                <a:cubicBezTo>
                  <a:pt x="1488244" y="110543"/>
                  <a:pt x="1487771" y="110779"/>
                  <a:pt x="1487140" y="110779"/>
                </a:cubicBezTo>
                <a:cubicBezTo>
                  <a:pt x="1484618" y="110779"/>
                  <a:pt x="1481780" y="110595"/>
                  <a:pt x="1478627" y="110226"/>
                </a:cubicBezTo>
                <a:cubicBezTo>
                  <a:pt x="1475474" y="109859"/>
                  <a:pt x="1472321" y="109675"/>
                  <a:pt x="1469168" y="109675"/>
                </a:cubicBezTo>
                <a:cubicBezTo>
                  <a:pt x="1465805" y="109675"/>
                  <a:pt x="1462494" y="109859"/>
                  <a:pt x="1459236" y="110226"/>
                </a:cubicBezTo>
                <a:cubicBezTo>
                  <a:pt x="1455978" y="110595"/>
                  <a:pt x="1452668" y="110779"/>
                  <a:pt x="1449305" y="110779"/>
                </a:cubicBezTo>
                <a:cubicBezTo>
                  <a:pt x="1448779" y="110779"/>
                  <a:pt x="1448358" y="110543"/>
                  <a:pt x="1448042" y="110070"/>
                </a:cubicBezTo>
                <a:cubicBezTo>
                  <a:pt x="1447728" y="109597"/>
                  <a:pt x="1447571" y="109097"/>
                  <a:pt x="1447571" y="108571"/>
                </a:cubicBezTo>
                <a:cubicBezTo>
                  <a:pt x="1447571" y="107941"/>
                  <a:pt x="1447728" y="107389"/>
                  <a:pt x="1448042" y="106916"/>
                </a:cubicBezTo>
                <a:cubicBezTo>
                  <a:pt x="1448358" y="106443"/>
                  <a:pt x="1448831" y="106154"/>
                  <a:pt x="1449462" y="106050"/>
                </a:cubicBezTo>
                <a:cubicBezTo>
                  <a:pt x="1452404" y="105734"/>
                  <a:pt x="1454691" y="105261"/>
                  <a:pt x="1456320" y="104631"/>
                </a:cubicBezTo>
                <a:cubicBezTo>
                  <a:pt x="1457949" y="104000"/>
                  <a:pt x="1459131" y="103133"/>
                  <a:pt x="1459866" y="102030"/>
                </a:cubicBezTo>
                <a:cubicBezTo>
                  <a:pt x="1460602" y="100925"/>
                  <a:pt x="1461022" y="99559"/>
                  <a:pt x="1461126" y="97931"/>
                </a:cubicBezTo>
                <a:cubicBezTo>
                  <a:pt x="1461232" y="96302"/>
                  <a:pt x="1461285" y="94278"/>
                  <a:pt x="1461285" y="91859"/>
                </a:cubicBezTo>
                <a:lnTo>
                  <a:pt x="1461285" y="29903"/>
                </a:lnTo>
                <a:close/>
                <a:moveTo>
                  <a:pt x="1516922" y="69788"/>
                </a:moveTo>
                <a:cubicBezTo>
                  <a:pt x="1516396" y="69788"/>
                  <a:pt x="1516106" y="69972"/>
                  <a:pt x="1516053" y="70341"/>
                </a:cubicBezTo>
                <a:cubicBezTo>
                  <a:pt x="1516002" y="70708"/>
                  <a:pt x="1515976" y="71155"/>
                  <a:pt x="1515976" y="71681"/>
                </a:cubicBezTo>
                <a:cubicBezTo>
                  <a:pt x="1515976" y="77147"/>
                  <a:pt x="1516580" y="81771"/>
                  <a:pt x="1517788" y="85554"/>
                </a:cubicBezTo>
                <a:cubicBezTo>
                  <a:pt x="1518997" y="89337"/>
                  <a:pt x="1520679" y="92412"/>
                  <a:pt x="1522832" y="94777"/>
                </a:cubicBezTo>
                <a:cubicBezTo>
                  <a:pt x="1524988" y="97141"/>
                  <a:pt x="1527563" y="98849"/>
                  <a:pt x="1530559" y="99901"/>
                </a:cubicBezTo>
                <a:cubicBezTo>
                  <a:pt x="1533555" y="100952"/>
                  <a:pt x="1536786" y="101477"/>
                  <a:pt x="1540254" y="101477"/>
                </a:cubicBezTo>
                <a:cubicBezTo>
                  <a:pt x="1543827" y="101477"/>
                  <a:pt x="1547295" y="101188"/>
                  <a:pt x="1550658" y="100611"/>
                </a:cubicBezTo>
                <a:cubicBezTo>
                  <a:pt x="1554022" y="100032"/>
                  <a:pt x="1556913" y="98744"/>
                  <a:pt x="1559330" y="96747"/>
                </a:cubicBezTo>
                <a:cubicBezTo>
                  <a:pt x="1559856" y="96327"/>
                  <a:pt x="1560408" y="96170"/>
                  <a:pt x="1560985" y="96276"/>
                </a:cubicBezTo>
                <a:cubicBezTo>
                  <a:pt x="1561564" y="96380"/>
                  <a:pt x="1562037" y="96642"/>
                  <a:pt x="1562404" y="97063"/>
                </a:cubicBezTo>
                <a:cubicBezTo>
                  <a:pt x="1562772" y="97483"/>
                  <a:pt x="1563007" y="97956"/>
                  <a:pt x="1563112" y="98482"/>
                </a:cubicBezTo>
                <a:cubicBezTo>
                  <a:pt x="1563217" y="99008"/>
                  <a:pt x="1563113" y="99481"/>
                  <a:pt x="1562799" y="99901"/>
                </a:cubicBezTo>
                <a:cubicBezTo>
                  <a:pt x="1559436" y="104315"/>
                  <a:pt x="1555652" y="107363"/>
                  <a:pt x="1551447" y="109045"/>
                </a:cubicBezTo>
                <a:cubicBezTo>
                  <a:pt x="1547243" y="110726"/>
                  <a:pt x="1542041" y="111566"/>
                  <a:pt x="1535839" y="111566"/>
                </a:cubicBezTo>
                <a:cubicBezTo>
                  <a:pt x="1529534" y="111566"/>
                  <a:pt x="1524094" y="110621"/>
                  <a:pt x="1519522" y="108730"/>
                </a:cubicBezTo>
                <a:cubicBezTo>
                  <a:pt x="1514950" y="106837"/>
                  <a:pt x="1511166" y="104183"/>
                  <a:pt x="1508170" y="100767"/>
                </a:cubicBezTo>
                <a:cubicBezTo>
                  <a:pt x="1505176" y="97351"/>
                  <a:pt x="1502969" y="93358"/>
                  <a:pt x="1501550" y="88787"/>
                </a:cubicBezTo>
                <a:cubicBezTo>
                  <a:pt x="1500131" y="84215"/>
                  <a:pt x="1499421" y="79248"/>
                  <a:pt x="1499421" y="73887"/>
                </a:cubicBezTo>
                <a:cubicBezTo>
                  <a:pt x="1499421" y="68737"/>
                  <a:pt x="1500288" y="63851"/>
                  <a:pt x="1502022" y="59227"/>
                </a:cubicBezTo>
                <a:cubicBezTo>
                  <a:pt x="1503757" y="54602"/>
                  <a:pt x="1506201" y="50608"/>
                  <a:pt x="1509354" y="47245"/>
                </a:cubicBezTo>
                <a:cubicBezTo>
                  <a:pt x="1512507" y="43882"/>
                  <a:pt x="1516238" y="41202"/>
                  <a:pt x="1520547" y="39206"/>
                </a:cubicBezTo>
                <a:cubicBezTo>
                  <a:pt x="1524856" y="37207"/>
                  <a:pt x="1529639" y="36208"/>
                  <a:pt x="1534894" y="36208"/>
                </a:cubicBezTo>
                <a:cubicBezTo>
                  <a:pt x="1539307" y="36208"/>
                  <a:pt x="1543327" y="36971"/>
                  <a:pt x="1546953" y="38496"/>
                </a:cubicBezTo>
                <a:cubicBezTo>
                  <a:pt x="1550579" y="40019"/>
                  <a:pt x="1553654" y="42121"/>
                  <a:pt x="1556176" y="44801"/>
                </a:cubicBezTo>
                <a:cubicBezTo>
                  <a:pt x="1558699" y="47481"/>
                  <a:pt x="1560670" y="50687"/>
                  <a:pt x="1562089" y="54419"/>
                </a:cubicBezTo>
                <a:cubicBezTo>
                  <a:pt x="1563509" y="58149"/>
                  <a:pt x="1564218" y="62169"/>
                  <a:pt x="1564218" y="66478"/>
                </a:cubicBezTo>
                <a:cubicBezTo>
                  <a:pt x="1564218" y="68685"/>
                  <a:pt x="1563430" y="69788"/>
                  <a:pt x="1561853" y="69788"/>
                </a:cubicBezTo>
                <a:lnTo>
                  <a:pt x="1516922" y="69788"/>
                </a:lnTo>
                <a:moveTo>
                  <a:pt x="1545772" y="64272"/>
                </a:moveTo>
                <a:cubicBezTo>
                  <a:pt x="1547243" y="64272"/>
                  <a:pt x="1548083" y="63747"/>
                  <a:pt x="1548293" y="62696"/>
                </a:cubicBezTo>
                <a:cubicBezTo>
                  <a:pt x="1548505" y="61644"/>
                  <a:pt x="1548611" y="60382"/>
                  <a:pt x="1548611" y="58910"/>
                </a:cubicBezTo>
                <a:cubicBezTo>
                  <a:pt x="1548611" y="56703"/>
                  <a:pt x="1548269" y="54575"/>
                  <a:pt x="1547586" y="52525"/>
                </a:cubicBezTo>
                <a:cubicBezTo>
                  <a:pt x="1546903" y="50476"/>
                  <a:pt x="1545930" y="48663"/>
                  <a:pt x="1544668" y="47086"/>
                </a:cubicBezTo>
                <a:cubicBezTo>
                  <a:pt x="1543407" y="45510"/>
                  <a:pt x="1541884" y="44249"/>
                  <a:pt x="1540097" y="43302"/>
                </a:cubicBezTo>
                <a:cubicBezTo>
                  <a:pt x="1538311" y="42356"/>
                  <a:pt x="1536261" y="41883"/>
                  <a:pt x="1533949" y="41883"/>
                </a:cubicBezTo>
                <a:cubicBezTo>
                  <a:pt x="1531110" y="41883"/>
                  <a:pt x="1528666" y="42383"/>
                  <a:pt x="1526616" y="43382"/>
                </a:cubicBezTo>
                <a:cubicBezTo>
                  <a:pt x="1524567" y="44381"/>
                  <a:pt x="1522832" y="45695"/>
                  <a:pt x="1521413" y="47324"/>
                </a:cubicBezTo>
                <a:cubicBezTo>
                  <a:pt x="1519995" y="48952"/>
                  <a:pt x="1518918" y="50870"/>
                  <a:pt x="1518182" y="53079"/>
                </a:cubicBezTo>
                <a:cubicBezTo>
                  <a:pt x="1517446" y="55285"/>
                  <a:pt x="1516921" y="57597"/>
                  <a:pt x="1516607" y="60014"/>
                </a:cubicBezTo>
                <a:cubicBezTo>
                  <a:pt x="1516397" y="61276"/>
                  <a:pt x="1516317" y="62302"/>
                  <a:pt x="1516368" y="63091"/>
                </a:cubicBezTo>
                <a:cubicBezTo>
                  <a:pt x="1516421" y="63878"/>
                  <a:pt x="1516658" y="64272"/>
                  <a:pt x="1517078" y="64272"/>
                </a:cubicBezTo>
                <a:lnTo>
                  <a:pt x="1545772" y="642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raisingseriousconcerns.">
            <a:extLst xmlns:a="http://schemas.openxmlformats.org/drawingml/2006/main">
              <a:ext uri="{FF2B5EF4-FFF2-40B4-BE49-F238E27FC236}">
                <a16:creationId xmlns:a16="http://schemas.microsoft.com/office/drawing/2014/main" id="{712990F3-3625-4C1D-8488-E4275818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69" y="923059"/>
            <a:ext cx="1684460" cy="155762"/>
          </a:xfrm>
          <a:custGeom xmlns:a="http://schemas.openxmlformats.org/drawingml/2006/main">
            <a:pathLst>
              <a:path w="1684460" h="155762">
                <a:moveTo>
                  <a:pt x="28850" y="87025"/>
                </a:moveTo>
                <a:cubicBezTo>
                  <a:pt x="28850" y="89653"/>
                  <a:pt x="28929" y="91861"/>
                  <a:pt x="29086" y="93647"/>
                </a:cubicBezTo>
                <a:cubicBezTo>
                  <a:pt x="29245" y="95434"/>
                  <a:pt x="29797" y="96905"/>
                  <a:pt x="30741" y="98062"/>
                </a:cubicBezTo>
                <a:cubicBezTo>
                  <a:pt x="31687" y="99218"/>
                  <a:pt x="33159" y="100111"/>
                  <a:pt x="35155" y="100742"/>
                </a:cubicBezTo>
                <a:cubicBezTo>
                  <a:pt x="37154" y="101372"/>
                  <a:pt x="40044" y="101845"/>
                  <a:pt x="43828" y="102161"/>
                </a:cubicBezTo>
                <a:cubicBezTo>
                  <a:pt x="44458" y="102265"/>
                  <a:pt x="44930" y="102554"/>
                  <a:pt x="45244" y="103027"/>
                </a:cubicBezTo>
                <a:cubicBezTo>
                  <a:pt x="45560" y="103500"/>
                  <a:pt x="45718" y="104052"/>
                  <a:pt x="45718" y="104682"/>
                </a:cubicBezTo>
                <a:cubicBezTo>
                  <a:pt x="45718" y="105208"/>
                  <a:pt x="45560" y="105707"/>
                  <a:pt x="45244" y="106181"/>
                </a:cubicBezTo>
                <a:cubicBezTo>
                  <a:pt x="44930" y="106654"/>
                  <a:pt x="44458" y="106890"/>
                  <a:pt x="43828" y="106890"/>
                </a:cubicBezTo>
                <a:cubicBezTo>
                  <a:pt x="39308" y="106890"/>
                  <a:pt x="35314" y="106706"/>
                  <a:pt x="31845" y="106337"/>
                </a:cubicBezTo>
                <a:cubicBezTo>
                  <a:pt x="28376" y="105970"/>
                  <a:pt x="25066" y="105786"/>
                  <a:pt x="21913" y="105786"/>
                </a:cubicBezTo>
                <a:cubicBezTo>
                  <a:pt x="18550" y="105786"/>
                  <a:pt x="15212" y="105970"/>
                  <a:pt x="11900" y="106337"/>
                </a:cubicBezTo>
                <a:cubicBezTo>
                  <a:pt x="8590" y="106706"/>
                  <a:pt x="5254" y="106890"/>
                  <a:pt x="1891" y="106890"/>
                </a:cubicBezTo>
                <a:cubicBezTo>
                  <a:pt x="1366" y="106890"/>
                  <a:pt x="946" y="106654"/>
                  <a:pt x="630" y="106181"/>
                </a:cubicBezTo>
                <a:cubicBezTo>
                  <a:pt x="314" y="105707"/>
                  <a:pt x="156" y="105208"/>
                  <a:pt x="156" y="104682"/>
                </a:cubicBezTo>
                <a:cubicBezTo>
                  <a:pt x="156" y="104052"/>
                  <a:pt x="314" y="103500"/>
                  <a:pt x="630" y="103027"/>
                </a:cubicBezTo>
                <a:cubicBezTo>
                  <a:pt x="946" y="102554"/>
                  <a:pt x="1419" y="102265"/>
                  <a:pt x="2050" y="102161"/>
                </a:cubicBezTo>
                <a:cubicBezTo>
                  <a:pt x="4992" y="101845"/>
                  <a:pt x="7278" y="101372"/>
                  <a:pt x="8906" y="100742"/>
                </a:cubicBezTo>
                <a:cubicBezTo>
                  <a:pt x="10535" y="100111"/>
                  <a:pt x="11718" y="99244"/>
                  <a:pt x="12454" y="98141"/>
                </a:cubicBezTo>
                <a:cubicBezTo>
                  <a:pt x="13190" y="97036"/>
                  <a:pt x="13637" y="95670"/>
                  <a:pt x="13794" y="94042"/>
                </a:cubicBezTo>
                <a:cubicBezTo>
                  <a:pt x="13952" y="92413"/>
                  <a:pt x="14032" y="90389"/>
                  <a:pt x="14032" y="87970"/>
                </a:cubicBezTo>
                <a:lnTo>
                  <a:pt x="14032" y="64953"/>
                </a:lnTo>
                <a:cubicBezTo>
                  <a:pt x="14032" y="59804"/>
                  <a:pt x="13926" y="55731"/>
                  <a:pt x="13714" y="52735"/>
                </a:cubicBezTo>
                <a:cubicBezTo>
                  <a:pt x="13504" y="49740"/>
                  <a:pt x="13005" y="47428"/>
                  <a:pt x="12216" y="45800"/>
                </a:cubicBezTo>
                <a:cubicBezTo>
                  <a:pt x="11428" y="44171"/>
                  <a:pt x="10193" y="43093"/>
                  <a:pt x="8511" y="42567"/>
                </a:cubicBezTo>
                <a:cubicBezTo>
                  <a:pt x="6830" y="42041"/>
                  <a:pt x="4519" y="41673"/>
                  <a:pt x="1576" y="41463"/>
                </a:cubicBezTo>
                <a:cubicBezTo>
                  <a:pt x="1051" y="41463"/>
                  <a:pt x="658" y="41201"/>
                  <a:pt x="395" y="40676"/>
                </a:cubicBezTo>
                <a:cubicBezTo>
                  <a:pt x="132" y="40150"/>
                  <a:pt x="0" y="39624"/>
                  <a:pt x="0" y="39098"/>
                </a:cubicBezTo>
                <a:cubicBezTo>
                  <a:pt x="0" y="38574"/>
                  <a:pt x="132" y="38049"/>
                  <a:pt x="395" y="37522"/>
                </a:cubicBezTo>
                <a:cubicBezTo>
                  <a:pt x="658" y="36996"/>
                  <a:pt x="1104" y="36733"/>
                  <a:pt x="1734" y="36733"/>
                </a:cubicBezTo>
                <a:cubicBezTo>
                  <a:pt x="3837" y="36523"/>
                  <a:pt x="6753" y="36287"/>
                  <a:pt x="10484" y="36024"/>
                </a:cubicBezTo>
                <a:cubicBezTo>
                  <a:pt x="14215" y="35761"/>
                  <a:pt x="18025" y="35104"/>
                  <a:pt x="21913" y="34054"/>
                </a:cubicBezTo>
                <a:cubicBezTo>
                  <a:pt x="23385" y="33633"/>
                  <a:pt x="24594" y="33581"/>
                  <a:pt x="25540" y="33897"/>
                </a:cubicBezTo>
                <a:cubicBezTo>
                  <a:pt x="26486" y="34212"/>
                  <a:pt x="26907" y="35105"/>
                  <a:pt x="26801" y="36577"/>
                </a:cubicBezTo>
                <a:lnTo>
                  <a:pt x="26486" y="46666"/>
                </a:lnTo>
                <a:cubicBezTo>
                  <a:pt x="26486" y="46876"/>
                  <a:pt x="26538" y="47008"/>
                  <a:pt x="26642" y="47061"/>
                </a:cubicBezTo>
                <a:cubicBezTo>
                  <a:pt x="26748" y="47114"/>
                  <a:pt x="26906" y="47034"/>
                  <a:pt x="27116" y="46823"/>
                </a:cubicBezTo>
                <a:cubicBezTo>
                  <a:pt x="29323" y="42409"/>
                  <a:pt x="32029" y="38889"/>
                  <a:pt x="35235" y="36262"/>
                </a:cubicBezTo>
                <a:cubicBezTo>
                  <a:pt x="38441" y="33633"/>
                  <a:pt x="42723" y="32319"/>
                  <a:pt x="48083" y="32319"/>
                </a:cubicBezTo>
                <a:cubicBezTo>
                  <a:pt x="52498" y="32319"/>
                  <a:pt x="55756" y="33449"/>
                  <a:pt x="57857" y="35709"/>
                </a:cubicBezTo>
                <a:cubicBezTo>
                  <a:pt x="59959" y="37968"/>
                  <a:pt x="61011" y="40728"/>
                  <a:pt x="61011" y="43986"/>
                </a:cubicBezTo>
                <a:cubicBezTo>
                  <a:pt x="61011" y="45773"/>
                  <a:pt x="60328" y="47402"/>
                  <a:pt x="58961" y="48874"/>
                </a:cubicBezTo>
                <a:cubicBezTo>
                  <a:pt x="57595" y="50345"/>
                  <a:pt x="55651" y="51080"/>
                  <a:pt x="53130" y="51080"/>
                </a:cubicBezTo>
                <a:cubicBezTo>
                  <a:pt x="50712" y="51080"/>
                  <a:pt x="49029" y="50502"/>
                  <a:pt x="48083" y="49346"/>
                </a:cubicBezTo>
                <a:cubicBezTo>
                  <a:pt x="47138" y="48190"/>
                  <a:pt x="46666" y="46928"/>
                  <a:pt x="46666" y="45562"/>
                </a:cubicBezTo>
                <a:cubicBezTo>
                  <a:pt x="46666" y="44091"/>
                  <a:pt x="46377" y="42936"/>
                  <a:pt x="45798" y="42096"/>
                </a:cubicBezTo>
                <a:cubicBezTo>
                  <a:pt x="45220" y="41254"/>
                  <a:pt x="43986" y="40833"/>
                  <a:pt x="42093" y="40833"/>
                </a:cubicBezTo>
                <a:cubicBezTo>
                  <a:pt x="40096" y="40833"/>
                  <a:pt x="38283" y="41489"/>
                  <a:pt x="36654" y="42803"/>
                </a:cubicBezTo>
                <a:cubicBezTo>
                  <a:pt x="35025" y="44116"/>
                  <a:pt x="33632" y="45667"/>
                  <a:pt x="32476" y="47455"/>
                </a:cubicBezTo>
                <a:cubicBezTo>
                  <a:pt x="31319" y="49242"/>
                  <a:pt x="30426" y="51081"/>
                  <a:pt x="29796" y="52974"/>
                </a:cubicBezTo>
                <a:cubicBezTo>
                  <a:pt x="29165" y="54864"/>
                  <a:pt x="28850" y="56335"/>
                  <a:pt x="28850" y="57385"/>
                </a:cubicBezTo>
                <a:lnTo>
                  <a:pt x="28850" y="87025"/>
                </a:lnTo>
                <a:close/>
                <a:moveTo>
                  <a:pt x="107818" y="73467"/>
                </a:moveTo>
                <a:cubicBezTo>
                  <a:pt x="107818" y="72311"/>
                  <a:pt x="107765" y="71601"/>
                  <a:pt x="107659" y="71338"/>
                </a:cubicBezTo>
                <a:cubicBezTo>
                  <a:pt x="107555" y="71075"/>
                  <a:pt x="107293" y="70943"/>
                  <a:pt x="106872" y="70943"/>
                </a:cubicBezTo>
                <a:cubicBezTo>
                  <a:pt x="98254" y="71680"/>
                  <a:pt x="91869" y="73493"/>
                  <a:pt x="87717" y="76385"/>
                </a:cubicBezTo>
                <a:cubicBezTo>
                  <a:pt x="83566" y="79275"/>
                  <a:pt x="81491" y="82979"/>
                  <a:pt x="81491" y="87499"/>
                </a:cubicBezTo>
                <a:cubicBezTo>
                  <a:pt x="81491" y="90652"/>
                  <a:pt x="82279" y="93306"/>
                  <a:pt x="83856" y="95461"/>
                </a:cubicBezTo>
                <a:cubicBezTo>
                  <a:pt x="85432" y="97615"/>
                  <a:pt x="88060" y="98692"/>
                  <a:pt x="91739" y="98692"/>
                </a:cubicBezTo>
                <a:cubicBezTo>
                  <a:pt x="94156" y="98692"/>
                  <a:pt x="96704" y="98219"/>
                  <a:pt x="99384" y="97273"/>
                </a:cubicBezTo>
                <a:cubicBezTo>
                  <a:pt x="102064" y="96326"/>
                  <a:pt x="104455" y="94960"/>
                  <a:pt x="106557" y="93174"/>
                </a:cubicBezTo>
                <a:cubicBezTo>
                  <a:pt x="107398" y="92333"/>
                  <a:pt x="107818" y="91492"/>
                  <a:pt x="107818" y="90650"/>
                </a:cubicBezTo>
                <a:lnTo>
                  <a:pt x="107818" y="73467"/>
                </a:lnTo>
                <a:moveTo>
                  <a:pt x="122639" y="89074"/>
                </a:moveTo>
                <a:cubicBezTo>
                  <a:pt x="122639" y="92753"/>
                  <a:pt x="122980" y="95329"/>
                  <a:pt x="123664" y="96801"/>
                </a:cubicBezTo>
                <a:cubicBezTo>
                  <a:pt x="124347" y="98272"/>
                  <a:pt x="125687" y="99007"/>
                  <a:pt x="127683" y="99007"/>
                </a:cubicBezTo>
                <a:cubicBezTo>
                  <a:pt x="128840" y="99007"/>
                  <a:pt x="129785" y="98876"/>
                  <a:pt x="130519" y="98613"/>
                </a:cubicBezTo>
                <a:cubicBezTo>
                  <a:pt x="131256" y="98350"/>
                  <a:pt x="132307" y="97798"/>
                  <a:pt x="133673" y="96958"/>
                </a:cubicBezTo>
                <a:cubicBezTo>
                  <a:pt x="133989" y="96747"/>
                  <a:pt x="134331" y="96747"/>
                  <a:pt x="134698" y="96958"/>
                </a:cubicBezTo>
                <a:cubicBezTo>
                  <a:pt x="135067" y="97168"/>
                  <a:pt x="135382" y="97457"/>
                  <a:pt x="135643" y="97826"/>
                </a:cubicBezTo>
                <a:cubicBezTo>
                  <a:pt x="135906" y="98193"/>
                  <a:pt x="136090" y="98613"/>
                  <a:pt x="136194" y="99086"/>
                </a:cubicBezTo>
                <a:cubicBezTo>
                  <a:pt x="136300" y="99560"/>
                  <a:pt x="136196" y="99953"/>
                  <a:pt x="135882" y="100268"/>
                </a:cubicBezTo>
                <a:cubicBezTo>
                  <a:pt x="131782" y="105207"/>
                  <a:pt x="126947" y="107677"/>
                  <a:pt x="121376" y="107677"/>
                </a:cubicBezTo>
                <a:cubicBezTo>
                  <a:pt x="118329" y="107677"/>
                  <a:pt x="115727" y="106863"/>
                  <a:pt x="113572" y="105235"/>
                </a:cubicBezTo>
                <a:cubicBezTo>
                  <a:pt x="111418" y="103606"/>
                  <a:pt x="109816" y="101687"/>
                  <a:pt x="108766" y="99479"/>
                </a:cubicBezTo>
                <a:cubicBezTo>
                  <a:pt x="108554" y="98954"/>
                  <a:pt x="108238" y="98902"/>
                  <a:pt x="107818" y="99322"/>
                </a:cubicBezTo>
                <a:cubicBezTo>
                  <a:pt x="105085" y="101739"/>
                  <a:pt x="101906" y="103736"/>
                  <a:pt x="98280" y="105312"/>
                </a:cubicBezTo>
                <a:cubicBezTo>
                  <a:pt x="94654" y="106889"/>
                  <a:pt x="90109" y="107677"/>
                  <a:pt x="84645" y="107677"/>
                </a:cubicBezTo>
                <a:cubicBezTo>
                  <a:pt x="78653" y="107677"/>
                  <a:pt x="74028" y="106075"/>
                  <a:pt x="70769" y="102870"/>
                </a:cubicBezTo>
                <a:cubicBezTo>
                  <a:pt x="67512" y="99665"/>
                  <a:pt x="65884" y="95119"/>
                  <a:pt x="65884" y="89233"/>
                </a:cubicBezTo>
                <a:cubicBezTo>
                  <a:pt x="65884" y="81665"/>
                  <a:pt x="69405" y="75858"/>
                  <a:pt x="76447" y="71812"/>
                </a:cubicBezTo>
                <a:cubicBezTo>
                  <a:pt x="83489" y="67766"/>
                  <a:pt x="93736" y="65743"/>
                  <a:pt x="107188" y="65743"/>
                </a:cubicBezTo>
                <a:cubicBezTo>
                  <a:pt x="107398" y="65743"/>
                  <a:pt x="107555" y="65480"/>
                  <a:pt x="107659" y="64953"/>
                </a:cubicBezTo>
                <a:cubicBezTo>
                  <a:pt x="107765" y="64427"/>
                  <a:pt x="107818" y="63219"/>
                  <a:pt x="107818" y="61328"/>
                </a:cubicBezTo>
                <a:lnTo>
                  <a:pt x="107818" y="57070"/>
                </a:lnTo>
                <a:cubicBezTo>
                  <a:pt x="107818" y="54443"/>
                  <a:pt x="107608" y="51974"/>
                  <a:pt x="107188" y="49661"/>
                </a:cubicBezTo>
                <a:cubicBezTo>
                  <a:pt x="106767" y="47349"/>
                  <a:pt x="106058" y="45325"/>
                  <a:pt x="105059" y="43592"/>
                </a:cubicBezTo>
                <a:cubicBezTo>
                  <a:pt x="104061" y="41858"/>
                  <a:pt x="102669" y="40492"/>
                  <a:pt x="100883" y="39493"/>
                </a:cubicBezTo>
                <a:cubicBezTo>
                  <a:pt x="99096" y="38494"/>
                  <a:pt x="96888" y="37994"/>
                  <a:pt x="94260" y="37994"/>
                </a:cubicBezTo>
                <a:cubicBezTo>
                  <a:pt x="90371" y="37994"/>
                  <a:pt x="87218" y="38757"/>
                  <a:pt x="84801" y="40282"/>
                </a:cubicBezTo>
                <a:cubicBezTo>
                  <a:pt x="82384" y="41805"/>
                  <a:pt x="81176" y="43775"/>
                  <a:pt x="81176" y="46192"/>
                </a:cubicBezTo>
                <a:cubicBezTo>
                  <a:pt x="81176" y="47349"/>
                  <a:pt x="81543" y="48478"/>
                  <a:pt x="82278" y="49582"/>
                </a:cubicBezTo>
                <a:cubicBezTo>
                  <a:pt x="83014" y="50685"/>
                  <a:pt x="83382" y="51815"/>
                  <a:pt x="83382" y="52971"/>
                </a:cubicBezTo>
                <a:cubicBezTo>
                  <a:pt x="83382" y="54443"/>
                  <a:pt x="82646" y="55863"/>
                  <a:pt x="81174" y="57229"/>
                </a:cubicBezTo>
                <a:cubicBezTo>
                  <a:pt x="79703" y="58595"/>
                  <a:pt x="77917" y="59279"/>
                  <a:pt x="75816" y="59279"/>
                </a:cubicBezTo>
                <a:cubicBezTo>
                  <a:pt x="72978" y="59279"/>
                  <a:pt x="70954" y="58517"/>
                  <a:pt x="69745" y="56993"/>
                </a:cubicBezTo>
                <a:cubicBezTo>
                  <a:pt x="68537" y="55468"/>
                  <a:pt x="67933" y="53602"/>
                  <a:pt x="67933" y="51396"/>
                </a:cubicBezTo>
                <a:cubicBezTo>
                  <a:pt x="67933" y="48769"/>
                  <a:pt x="68668" y="46272"/>
                  <a:pt x="70139" y="43907"/>
                </a:cubicBezTo>
                <a:cubicBezTo>
                  <a:pt x="71611" y="41541"/>
                  <a:pt x="73608" y="39518"/>
                  <a:pt x="76129" y="37838"/>
                </a:cubicBezTo>
                <a:cubicBezTo>
                  <a:pt x="78652" y="36155"/>
                  <a:pt x="81595" y="34815"/>
                  <a:pt x="84958" y="33818"/>
                </a:cubicBezTo>
                <a:cubicBezTo>
                  <a:pt x="88322" y="32819"/>
                  <a:pt x="91844" y="32319"/>
                  <a:pt x="95523" y="32319"/>
                </a:cubicBezTo>
                <a:cubicBezTo>
                  <a:pt x="103930" y="32319"/>
                  <a:pt x="110551" y="34264"/>
                  <a:pt x="115386" y="38153"/>
                </a:cubicBezTo>
                <a:cubicBezTo>
                  <a:pt x="120221" y="42042"/>
                  <a:pt x="122639" y="48506"/>
                  <a:pt x="122639" y="57544"/>
                </a:cubicBezTo>
                <a:lnTo>
                  <a:pt x="122639" y="89074"/>
                </a:lnTo>
                <a:close/>
                <a:moveTo>
                  <a:pt x="166450" y="87025"/>
                </a:moveTo>
                <a:cubicBezTo>
                  <a:pt x="166450" y="89653"/>
                  <a:pt x="166502" y="91861"/>
                  <a:pt x="166607" y="93647"/>
                </a:cubicBezTo>
                <a:cubicBezTo>
                  <a:pt x="166712" y="95434"/>
                  <a:pt x="167081" y="96905"/>
                  <a:pt x="167711" y="98062"/>
                </a:cubicBezTo>
                <a:cubicBezTo>
                  <a:pt x="168341" y="99218"/>
                  <a:pt x="169313" y="100111"/>
                  <a:pt x="170626" y="100742"/>
                </a:cubicBezTo>
                <a:cubicBezTo>
                  <a:pt x="171941" y="101372"/>
                  <a:pt x="173807" y="101845"/>
                  <a:pt x="176224" y="102161"/>
                </a:cubicBezTo>
                <a:cubicBezTo>
                  <a:pt x="176854" y="102265"/>
                  <a:pt x="177328" y="102554"/>
                  <a:pt x="177644" y="103027"/>
                </a:cubicBezTo>
                <a:cubicBezTo>
                  <a:pt x="177959" y="103500"/>
                  <a:pt x="178117" y="104052"/>
                  <a:pt x="178117" y="104682"/>
                </a:cubicBezTo>
                <a:cubicBezTo>
                  <a:pt x="178117" y="105208"/>
                  <a:pt x="177959" y="105707"/>
                  <a:pt x="177644" y="106181"/>
                </a:cubicBezTo>
                <a:cubicBezTo>
                  <a:pt x="177328" y="106654"/>
                  <a:pt x="176854" y="106890"/>
                  <a:pt x="176224" y="106890"/>
                </a:cubicBezTo>
                <a:cubicBezTo>
                  <a:pt x="174332" y="106890"/>
                  <a:pt x="171861" y="106706"/>
                  <a:pt x="168813" y="106337"/>
                </a:cubicBezTo>
                <a:cubicBezTo>
                  <a:pt x="165765" y="105970"/>
                  <a:pt x="162665" y="105786"/>
                  <a:pt x="159513" y="105786"/>
                </a:cubicBezTo>
                <a:cubicBezTo>
                  <a:pt x="156150" y="105786"/>
                  <a:pt x="152865" y="105970"/>
                  <a:pt x="149659" y="106337"/>
                </a:cubicBezTo>
                <a:cubicBezTo>
                  <a:pt x="146453" y="106706"/>
                  <a:pt x="143379" y="106890"/>
                  <a:pt x="140436" y="106890"/>
                </a:cubicBezTo>
                <a:cubicBezTo>
                  <a:pt x="139912" y="106890"/>
                  <a:pt x="139492" y="106654"/>
                  <a:pt x="139176" y="106181"/>
                </a:cubicBezTo>
                <a:cubicBezTo>
                  <a:pt x="138861" y="105707"/>
                  <a:pt x="138704" y="105208"/>
                  <a:pt x="138704" y="104682"/>
                </a:cubicBezTo>
                <a:cubicBezTo>
                  <a:pt x="138704" y="104052"/>
                  <a:pt x="138861" y="103500"/>
                  <a:pt x="139176" y="103027"/>
                </a:cubicBezTo>
                <a:cubicBezTo>
                  <a:pt x="139492" y="102554"/>
                  <a:pt x="139965" y="102265"/>
                  <a:pt x="140595" y="102161"/>
                </a:cubicBezTo>
                <a:cubicBezTo>
                  <a:pt x="143328" y="101845"/>
                  <a:pt x="145456" y="101372"/>
                  <a:pt x="146979" y="100742"/>
                </a:cubicBezTo>
                <a:cubicBezTo>
                  <a:pt x="148503" y="100111"/>
                  <a:pt x="149606" y="99244"/>
                  <a:pt x="150289" y="98141"/>
                </a:cubicBezTo>
                <a:cubicBezTo>
                  <a:pt x="150973" y="97036"/>
                  <a:pt x="151366" y="95670"/>
                  <a:pt x="151471" y="94042"/>
                </a:cubicBezTo>
                <a:cubicBezTo>
                  <a:pt x="151576" y="92413"/>
                  <a:pt x="151629" y="90389"/>
                  <a:pt x="151629" y="87970"/>
                </a:cubicBezTo>
                <a:lnTo>
                  <a:pt x="151629" y="62589"/>
                </a:lnTo>
                <a:cubicBezTo>
                  <a:pt x="151629" y="58069"/>
                  <a:pt x="151524" y="54443"/>
                  <a:pt x="151314" y="51711"/>
                </a:cubicBezTo>
                <a:cubicBezTo>
                  <a:pt x="151104" y="48978"/>
                  <a:pt x="150631" y="46903"/>
                  <a:pt x="149895" y="45485"/>
                </a:cubicBezTo>
                <a:cubicBezTo>
                  <a:pt x="149160" y="44066"/>
                  <a:pt x="148057" y="43093"/>
                  <a:pt x="146585" y="42567"/>
                </a:cubicBezTo>
                <a:cubicBezTo>
                  <a:pt x="145114" y="42041"/>
                  <a:pt x="143118" y="41621"/>
                  <a:pt x="140595" y="41306"/>
                </a:cubicBezTo>
                <a:cubicBezTo>
                  <a:pt x="139965" y="41306"/>
                  <a:pt x="139492" y="41043"/>
                  <a:pt x="139176" y="40517"/>
                </a:cubicBezTo>
                <a:cubicBezTo>
                  <a:pt x="138861" y="39991"/>
                  <a:pt x="138704" y="39466"/>
                  <a:pt x="138704" y="38942"/>
                </a:cubicBezTo>
                <a:cubicBezTo>
                  <a:pt x="138704" y="38416"/>
                  <a:pt x="138861" y="37891"/>
                  <a:pt x="139176" y="37366"/>
                </a:cubicBezTo>
                <a:cubicBezTo>
                  <a:pt x="139492" y="36840"/>
                  <a:pt x="139965" y="36577"/>
                  <a:pt x="140595" y="36577"/>
                </a:cubicBezTo>
                <a:cubicBezTo>
                  <a:pt x="141645" y="36471"/>
                  <a:pt x="142932" y="36366"/>
                  <a:pt x="144456" y="36262"/>
                </a:cubicBezTo>
                <a:cubicBezTo>
                  <a:pt x="145981" y="36156"/>
                  <a:pt x="147584" y="36025"/>
                  <a:pt x="149265" y="35867"/>
                </a:cubicBezTo>
                <a:cubicBezTo>
                  <a:pt x="150947" y="35709"/>
                  <a:pt x="152655" y="35499"/>
                  <a:pt x="154389" y="35237"/>
                </a:cubicBezTo>
                <a:cubicBezTo>
                  <a:pt x="156124" y="34974"/>
                  <a:pt x="157675" y="34685"/>
                  <a:pt x="159041" y="34369"/>
                </a:cubicBezTo>
                <a:cubicBezTo>
                  <a:pt x="160197" y="34159"/>
                  <a:pt x="161117" y="33922"/>
                  <a:pt x="161800" y="33659"/>
                </a:cubicBezTo>
                <a:cubicBezTo>
                  <a:pt x="162483" y="33396"/>
                  <a:pt x="163035" y="33265"/>
                  <a:pt x="163455" y="33265"/>
                </a:cubicBezTo>
                <a:cubicBezTo>
                  <a:pt x="164716" y="33265"/>
                  <a:pt x="165530" y="33633"/>
                  <a:pt x="165897" y="34369"/>
                </a:cubicBezTo>
                <a:cubicBezTo>
                  <a:pt x="166266" y="35105"/>
                  <a:pt x="166450" y="35788"/>
                  <a:pt x="166450" y="36418"/>
                </a:cubicBezTo>
                <a:lnTo>
                  <a:pt x="166450" y="87025"/>
                </a:lnTo>
                <a:moveTo>
                  <a:pt x="158093" y="17186"/>
                </a:moveTo>
                <a:cubicBezTo>
                  <a:pt x="155466" y="17186"/>
                  <a:pt x="153207" y="16371"/>
                  <a:pt x="151314" y="14741"/>
                </a:cubicBezTo>
                <a:cubicBezTo>
                  <a:pt x="149423" y="13112"/>
                  <a:pt x="148478" y="11089"/>
                  <a:pt x="148478" y="8672"/>
                </a:cubicBezTo>
                <a:cubicBezTo>
                  <a:pt x="148478" y="6254"/>
                  <a:pt x="149371" y="4204"/>
                  <a:pt x="151158" y="2523"/>
                </a:cubicBezTo>
                <a:cubicBezTo>
                  <a:pt x="152944" y="841"/>
                  <a:pt x="155151" y="0"/>
                  <a:pt x="157778" y="0"/>
                </a:cubicBezTo>
                <a:cubicBezTo>
                  <a:pt x="160301" y="0"/>
                  <a:pt x="162377" y="868"/>
                  <a:pt x="164006" y="2603"/>
                </a:cubicBezTo>
                <a:cubicBezTo>
                  <a:pt x="165636" y="4336"/>
                  <a:pt x="166450" y="6412"/>
                  <a:pt x="166450" y="8829"/>
                </a:cubicBezTo>
                <a:cubicBezTo>
                  <a:pt x="166450" y="11141"/>
                  <a:pt x="165662" y="13112"/>
                  <a:pt x="164086" y="14741"/>
                </a:cubicBezTo>
                <a:cubicBezTo>
                  <a:pt x="162509" y="16371"/>
                  <a:pt x="160512" y="17186"/>
                  <a:pt x="158093" y="17186"/>
                </a:cubicBezTo>
                <a:close/>
                <a:moveTo>
                  <a:pt x="236273" y="34684"/>
                </a:moveTo>
                <a:cubicBezTo>
                  <a:pt x="235959" y="35840"/>
                  <a:pt x="235670" y="37259"/>
                  <a:pt x="235407" y="38942"/>
                </a:cubicBezTo>
                <a:cubicBezTo>
                  <a:pt x="235144" y="40622"/>
                  <a:pt x="235013" y="42409"/>
                  <a:pt x="235013" y="44301"/>
                </a:cubicBezTo>
                <a:cubicBezTo>
                  <a:pt x="235013" y="46298"/>
                  <a:pt x="235065" y="48374"/>
                  <a:pt x="235169" y="50530"/>
                </a:cubicBezTo>
                <a:cubicBezTo>
                  <a:pt x="235275" y="52683"/>
                  <a:pt x="235328" y="54338"/>
                  <a:pt x="235328" y="55495"/>
                </a:cubicBezTo>
                <a:cubicBezTo>
                  <a:pt x="235328" y="55811"/>
                  <a:pt x="235118" y="56074"/>
                  <a:pt x="234698" y="56284"/>
                </a:cubicBezTo>
                <a:cubicBezTo>
                  <a:pt x="234278" y="56494"/>
                  <a:pt x="233804" y="56625"/>
                  <a:pt x="233278" y="56678"/>
                </a:cubicBezTo>
                <a:cubicBezTo>
                  <a:pt x="232754" y="56730"/>
                  <a:pt x="232281" y="56677"/>
                  <a:pt x="231859" y="56519"/>
                </a:cubicBezTo>
                <a:cubicBezTo>
                  <a:pt x="231439" y="56362"/>
                  <a:pt x="231177" y="56126"/>
                  <a:pt x="231072" y="55810"/>
                </a:cubicBezTo>
                <a:cubicBezTo>
                  <a:pt x="229916" y="50240"/>
                  <a:pt x="228024" y="45957"/>
                  <a:pt x="225395" y="42962"/>
                </a:cubicBezTo>
                <a:cubicBezTo>
                  <a:pt x="222768" y="39966"/>
                  <a:pt x="218565" y="38468"/>
                  <a:pt x="212785" y="38468"/>
                </a:cubicBezTo>
                <a:cubicBezTo>
                  <a:pt x="208896" y="38468"/>
                  <a:pt x="205690" y="39441"/>
                  <a:pt x="203168" y="41386"/>
                </a:cubicBezTo>
                <a:cubicBezTo>
                  <a:pt x="200645" y="43330"/>
                  <a:pt x="199384" y="45931"/>
                  <a:pt x="199384" y="49190"/>
                </a:cubicBezTo>
                <a:cubicBezTo>
                  <a:pt x="199384" y="51921"/>
                  <a:pt x="200434" y="54022"/>
                  <a:pt x="202535" y="55495"/>
                </a:cubicBezTo>
                <a:cubicBezTo>
                  <a:pt x="204637" y="56965"/>
                  <a:pt x="207423" y="58332"/>
                  <a:pt x="210892" y="59594"/>
                </a:cubicBezTo>
                <a:cubicBezTo>
                  <a:pt x="212364" y="60120"/>
                  <a:pt x="214125" y="60777"/>
                  <a:pt x="216175" y="61566"/>
                </a:cubicBezTo>
                <a:cubicBezTo>
                  <a:pt x="218224" y="62354"/>
                  <a:pt x="219879" y="63010"/>
                  <a:pt x="221140" y="63534"/>
                </a:cubicBezTo>
                <a:cubicBezTo>
                  <a:pt x="223873" y="64796"/>
                  <a:pt x="226421" y="66111"/>
                  <a:pt x="228785" y="67477"/>
                </a:cubicBezTo>
                <a:cubicBezTo>
                  <a:pt x="231150" y="68843"/>
                  <a:pt x="233200" y="70446"/>
                  <a:pt x="234933" y="72286"/>
                </a:cubicBezTo>
                <a:cubicBezTo>
                  <a:pt x="236669" y="74124"/>
                  <a:pt x="238035" y="76199"/>
                  <a:pt x="239033" y="78511"/>
                </a:cubicBezTo>
                <a:cubicBezTo>
                  <a:pt x="240032" y="80824"/>
                  <a:pt x="240531" y="83505"/>
                  <a:pt x="240531" y="86553"/>
                </a:cubicBezTo>
                <a:cubicBezTo>
                  <a:pt x="240531" y="90547"/>
                  <a:pt x="239690" y="93883"/>
                  <a:pt x="238008" y="96563"/>
                </a:cubicBezTo>
                <a:cubicBezTo>
                  <a:pt x="236327" y="99243"/>
                  <a:pt x="234172" y="101397"/>
                  <a:pt x="231544" y="103027"/>
                </a:cubicBezTo>
                <a:cubicBezTo>
                  <a:pt x="228917" y="104656"/>
                  <a:pt x="225922" y="105838"/>
                  <a:pt x="222559" y="106573"/>
                </a:cubicBezTo>
                <a:cubicBezTo>
                  <a:pt x="219196" y="107309"/>
                  <a:pt x="215885" y="107677"/>
                  <a:pt x="212626" y="107677"/>
                </a:cubicBezTo>
                <a:cubicBezTo>
                  <a:pt x="209894" y="107677"/>
                  <a:pt x="206846" y="107362"/>
                  <a:pt x="203483" y="106731"/>
                </a:cubicBezTo>
                <a:cubicBezTo>
                  <a:pt x="200120" y="106101"/>
                  <a:pt x="197177" y="105208"/>
                  <a:pt x="194654" y="104052"/>
                </a:cubicBezTo>
                <a:cubicBezTo>
                  <a:pt x="194024" y="103842"/>
                  <a:pt x="193367" y="103947"/>
                  <a:pt x="192684" y="104367"/>
                </a:cubicBezTo>
                <a:cubicBezTo>
                  <a:pt x="192001" y="104787"/>
                  <a:pt x="191554" y="105575"/>
                  <a:pt x="191344" y="106731"/>
                </a:cubicBezTo>
                <a:cubicBezTo>
                  <a:pt x="191344" y="107047"/>
                  <a:pt x="191108" y="107257"/>
                  <a:pt x="190634" y="107362"/>
                </a:cubicBezTo>
                <a:cubicBezTo>
                  <a:pt x="190161" y="107468"/>
                  <a:pt x="189662" y="107520"/>
                  <a:pt x="189136" y="107520"/>
                </a:cubicBezTo>
                <a:cubicBezTo>
                  <a:pt x="188716" y="107520"/>
                  <a:pt x="188295" y="107441"/>
                  <a:pt x="187875" y="107282"/>
                </a:cubicBezTo>
                <a:cubicBezTo>
                  <a:pt x="187455" y="107125"/>
                  <a:pt x="187245" y="106889"/>
                  <a:pt x="187245" y="106575"/>
                </a:cubicBezTo>
                <a:cubicBezTo>
                  <a:pt x="187245" y="105733"/>
                  <a:pt x="187350" y="104577"/>
                  <a:pt x="187560" y="103106"/>
                </a:cubicBezTo>
                <a:cubicBezTo>
                  <a:pt x="187770" y="101634"/>
                  <a:pt x="187875" y="100268"/>
                  <a:pt x="187875" y="99007"/>
                </a:cubicBezTo>
                <a:cubicBezTo>
                  <a:pt x="187875" y="97745"/>
                  <a:pt x="187796" y="96352"/>
                  <a:pt x="187637" y="94829"/>
                </a:cubicBezTo>
                <a:cubicBezTo>
                  <a:pt x="187480" y="93305"/>
                  <a:pt x="187323" y="91808"/>
                  <a:pt x="187166" y="90337"/>
                </a:cubicBezTo>
                <a:cubicBezTo>
                  <a:pt x="187008" y="88865"/>
                  <a:pt x="186877" y="87551"/>
                  <a:pt x="186771" y="86395"/>
                </a:cubicBezTo>
                <a:cubicBezTo>
                  <a:pt x="186667" y="85238"/>
                  <a:pt x="186615" y="84397"/>
                  <a:pt x="186615" y="83871"/>
                </a:cubicBezTo>
                <a:cubicBezTo>
                  <a:pt x="186615" y="83451"/>
                  <a:pt x="186825" y="83136"/>
                  <a:pt x="187245" y="82926"/>
                </a:cubicBezTo>
                <a:cubicBezTo>
                  <a:pt x="187665" y="82716"/>
                  <a:pt x="188137" y="82585"/>
                  <a:pt x="188662" y="82534"/>
                </a:cubicBezTo>
                <a:cubicBezTo>
                  <a:pt x="189188" y="82481"/>
                  <a:pt x="189687" y="82533"/>
                  <a:pt x="190161" y="82690"/>
                </a:cubicBezTo>
                <a:cubicBezTo>
                  <a:pt x="190634" y="82847"/>
                  <a:pt x="190923" y="83136"/>
                  <a:pt x="191029" y="83556"/>
                </a:cubicBezTo>
                <a:cubicBezTo>
                  <a:pt x="191763" y="86605"/>
                  <a:pt x="192709" y="89285"/>
                  <a:pt x="193865" y="91598"/>
                </a:cubicBezTo>
                <a:cubicBezTo>
                  <a:pt x="195021" y="93909"/>
                  <a:pt x="196466" y="95853"/>
                  <a:pt x="198200" y="97431"/>
                </a:cubicBezTo>
                <a:cubicBezTo>
                  <a:pt x="199935" y="99008"/>
                  <a:pt x="202038" y="100191"/>
                  <a:pt x="204507" y="100980"/>
                </a:cubicBezTo>
                <a:cubicBezTo>
                  <a:pt x="206977" y="101767"/>
                  <a:pt x="209947" y="102161"/>
                  <a:pt x="213415" y="102161"/>
                </a:cubicBezTo>
                <a:cubicBezTo>
                  <a:pt x="217199" y="102161"/>
                  <a:pt x="220272" y="101110"/>
                  <a:pt x="222636" y="99007"/>
                </a:cubicBezTo>
                <a:cubicBezTo>
                  <a:pt x="225002" y="96905"/>
                  <a:pt x="226184" y="93962"/>
                  <a:pt x="226184" y="90179"/>
                </a:cubicBezTo>
                <a:cubicBezTo>
                  <a:pt x="226184" y="86816"/>
                  <a:pt x="225002" y="84162"/>
                  <a:pt x="222636" y="82218"/>
                </a:cubicBezTo>
                <a:cubicBezTo>
                  <a:pt x="220272" y="80273"/>
                  <a:pt x="217514" y="78564"/>
                  <a:pt x="214361" y="77092"/>
                </a:cubicBezTo>
                <a:cubicBezTo>
                  <a:pt x="212889" y="76462"/>
                  <a:pt x="211391" y="75832"/>
                  <a:pt x="209867" y="75201"/>
                </a:cubicBezTo>
                <a:cubicBezTo>
                  <a:pt x="208344" y="74571"/>
                  <a:pt x="206794" y="73941"/>
                  <a:pt x="205217" y="73311"/>
                </a:cubicBezTo>
                <a:cubicBezTo>
                  <a:pt x="202905" y="72364"/>
                  <a:pt x="200618" y="71392"/>
                  <a:pt x="198359" y="70395"/>
                </a:cubicBezTo>
                <a:cubicBezTo>
                  <a:pt x="196099" y="69396"/>
                  <a:pt x="194102" y="68160"/>
                  <a:pt x="192366" y="66688"/>
                </a:cubicBezTo>
                <a:cubicBezTo>
                  <a:pt x="190633" y="65216"/>
                  <a:pt x="189241" y="63376"/>
                  <a:pt x="188190" y="61169"/>
                </a:cubicBezTo>
                <a:cubicBezTo>
                  <a:pt x="187140" y="58963"/>
                  <a:pt x="186615" y="56230"/>
                  <a:pt x="186615" y="52971"/>
                </a:cubicBezTo>
                <a:cubicBezTo>
                  <a:pt x="186615" y="49188"/>
                  <a:pt x="187429" y="45983"/>
                  <a:pt x="189056" y="43356"/>
                </a:cubicBezTo>
                <a:cubicBezTo>
                  <a:pt x="190686" y="40728"/>
                  <a:pt x="192787" y="38599"/>
                  <a:pt x="195361" y="36972"/>
                </a:cubicBezTo>
                <a:cubicBezTo>
                  <a:pt x="197937" y="35342"/>
                  <a:pt x="200801" y="34159"/>
                  <a:pt x="203954" y="33423"/>
                </a:cubicBezTo>
                <a:cubicBezTo>
                  <a:pt x="207109" y="32687"/>
                  <a:pt x="210210" y="32319"/>
                  <a:pt x="213257" y="32319"/>
                </a:cubicBezTo>
                <a:cubicBezTo>
                  <a:pt x="216199" y="32319"/>
                  <a:pt x="218801" y="32661"/>
                  <a:pt x="221060" y="33344"/>
                </a:cubicBezTo>
                <a:cubicBezTo>
                  <a:pt x="223320" y="34027"/>
                  <a:pt x="225816" y="35262"/>
                  <a:pt x="228549" y="37049"/>
                </a:cubicBezTo>
                <a:cubicBezTo>
                  <a:pt x="228969" y="37259"/>
                  <a:pt x="229521" y="37233"/>
                  <a:pt x="230204" y="36972"/>
                </a:cubicBezTo>
                <a:cubicBezTo>
                  <a:pt x="230887" y="36709"/>
                  <a:pt x="231439" y="35841"/>
                  <a:pt x="231859" y="34369"/>
                </a:cubicBezTo>
                <a:cubicBezTo>
                  <a:pt x="231965" y="33949"/>
                  <a:pt x="232280" y="33686"/>
                  <a:pt x="232805" y="33582"/>
                </a:cubicBezTo>
                <a:cubicBezTo>
                  <a:pt x="233331" y="33476"/>
                  <a:pt x="233857" y="33450"/>
                  <a:pt x="234383" y="33503"/>
                </a:cubicBezTo>
                <a:cubicBezTo>
                  <a:pt x="234909" y="33554"/>
                  <a:pt x="235382" y="33686"/>
                  <a:pt x="235802" y="33897"/>
                </a:cubicBezTo>
                <a:cubicBezTo>
                  <a:pt x="236222" y="34107"/>
                  <a:pt x="236379" y="34370"/>
                  <a:pt x="236273" y="34684"/>
                </a:cubicBezTo>
                <a:close/>
                <a:moveTo>
                  <a:pt x="273780" y="87025"/>
                </a:moveTo>
                <a:cubicBezTo>
                  <a:pt x="273780" y="89653"/>
                  <a:pt x="273833" y="91861"/>
                  <a:pt x="273937" y="93647"/>
                </a:cubicBezTo>
                <a:cubicBezTo>
                  <a:pt x="274043" y="95434"/>
                  <a:pt x="274411" y="96905"/>
                  <a:pt x="275041" y="98062"/>
                </a:cubicBezTo>
                <a:cubicBezTo>
                  <a:pt x="275671" y="99218"/>
                  <a:pt x="276643" y="100111"/>
                  <a:pt x="277957" y="100742"/>
                </a:cubicBezTo>
                <a:cubicBezTo>
                  <a:pt x="279272" y="101372"/>
                  <a:pt x="281138" y="101845"/>
                  <a:pt x="283554" y="102161"/>
                </a:cubicBezTo>
                <a:cubicBezTo>
                  <a:pt x="284185" y="102265"/>
                  <a:pt x="284658" y="102554"/>
                  <a:pt x="284974" y="103027"/>
                </a:cubicBezTo>
                <a:cubicBezTo>
                  <a:pt x="285290" y="103500"/>
                  <a:pt x="285448" y="104052"/>
                  <a:pt x="285448" y="104682"/>
                </a:cubicBezTo>
                <a:cubicBezTo>
                  <a:pt x="285448" y="105208"/>
                  <a:pt x="285290" y="105707"/>
                  <a:pt x="284974" y="106181"/>
                </a:cubicBezTo>
                <a:cubicBezTo>
                  <a:pt x="284658" y="106654"/>
                  <a:pt x="284185" y="106890"/>
                  <a:pt x="283554" y="106890"/>
                </a:cubicBezTo>
                <a:cubicBezTo>
                  <a:pt x="281662" y="106890"/>
                  <a:pt x="279191" y="106706"/>
                  <a:pt x="276143" y="106337"/>
                </a:cubicBezTo>
                <a:cubicBezTo>
                  <a:pt x="273096" y="105970"/>
                  <a:pt x="269996" y="105786"/>
                  <a:pt x="266843" y="105786"/>
                </a:cubicBezTo>
                <a:cubicBezTo>
                  <a:pt x="263480" y="105786"/>
                  <a:pt x="260195" y="105970"/>
                  <a:pt x="256989" y="106337"/>
                </a:cubicBezTo>
                <a:cubicBezTo>
                  <a:pt x="253784" y="106706"/>
                  <a:pt x="250709" y="106890"/>
                  <a:pt x="247766" y="106890"/>
                </a:cubicBezTo>
                <a:cubicBezTo>
                  <a:pt x="247242" y="106890"/>
                  <a:pt x="246822" y="106654"/>
                  <a:pt x="246506" y="106181"/>
                </a:cubicBezTo>
                <a:cubicBezTo>
                  <a:pt x="246192" y="105707"/>
                  <a:pt x="246034" y="105208"/>
                  <a:pt x="246034" y="104682"/>
                </a:cubicBezTo>
                <a:cubicBezTo>
                  <a:pt x="246034" y="104052"/>
                  <a:pt x="246192" y="103500"/>
                  <a:pt x="246506" y="103027"/>
                </a:cubicBezTo>
                <a:cubicBezTo>
                  <a:pt x="246822" y="102554"/>
                  <a:pt x="247295" y="102265"/>
                  <a:pt x="247925" y="102161"/>
                </a:cubicBezTo>
                <a:cubicBezTo>
                  <a:pt x="250658" y="101845"/>
                  <a:pt x="252786" y="101372"/>
                  <a:pt x="254310" y="100742"/>
                </a:cubicBezTo>
                <a:cubicBezTo>
                  <a:pt x="255833" y="100111"/>
                  <a:pt x="256937" y="99244"/>
                  <a:pt x="257620" y="98141"/>
                </a:cubicBezTo>
                <a:cubicBezTo>
                  <a:pt x="258303" y="97036"/>
                  <a:pt x="258697" y="95670"/>
                  <a:pt x="258801" y="94042"/>
                </a:cubicBezTo>
                <a:cubicBezTo>
                  <a:pt x="258907" y="92413"/>
                  <a:pt x="258960" y="90389"/>
                  <a:pt x="258960" y="87970"/>
                </a:cubicBezTo>
                <a:lnTo>
                  <a:pt x="258960" y="62589"/>
                </a:lnTo>
                <a:cubicBezTo>
                  <a:pt x="258960" y="58069"/>
                  <a:pt x="258855" y="54443"/>
                  <a:pt x="258644" y="51711"/>
                </a:cubicBezTo>
                <a:cubicBezTo>
                  <a:pt x="258434" y="48978"/>
                  <a:pt x="257961" y="46903"/>
                  <a:pt x="257225" y="45485"/>
                </a:cubicBezTo>
                <a:cubicBezTo>
                  <a:pt x="256491" y="44066"/>
                  <a:pt x="255387" y="43093"/>
                  <a:pt x="253915" y="42567"/>
                </a:cubicBezTo>
                <a:cubicBezTo>
                  <a:pt x="252444" y="42041"/>
                  <a:pt x="250448" y="41621"/>
                  <a:pt x="247925" y="41306"/>
                </a:cubicBezTo>
                <a:cubicBezTo>
                  <a:pt x="247295" y="41306"/>
                  <a:pt x="246822" y="41043"/>
                  <a:pt x="246506" y="40517"/>
                </a:cubicBezTo>
                <a:cubicBezTo>
                  <a:pt x="246192" y="39991"/>
                  <a:pt x="246034" y="39466"/>
                  <a:pt x="246034" y="38942"/>
                </a:cubicBezTo>
                <a:cubicBezTo>
                  <a:pt x="246034" y="38416"/>
                  <a:pt x="246192" y="37891"/>
                  <a:pt x="246506" y="37366"/>
                </a:cubicBezTo>
                <a:cubicBezTo>
                  <a:pt x="246822" y="36840"/>
                  <a:pt x="247295" y="36577"/>
                  <a:pt x="247925" y="36577"/>
                </a:cubicBezTo>
                <a:cubicBezTo>
                  <a:pt x="248976" y="36471"/>
                  <a:pt x="250263" y="36366"/>
                  <a:pt x="251786" y="36262"/>
                </a:cubicBezTo>
                <a:cubicBezTo>
                  <a:pt x="253311" y="36156"/>
                  <a:pt x="254914" y="36025"/>
                  <a:pt x="256595" y="35867"/>
                </a:cubicBezTo>
                <a:cubicBezTo>
                  <a:pt x="258277" y="35709"/>
                  <a:pt x="259985" y="35499"/>
                  <a:pt x="261719" y="35237"/>
                </a:cubicBezTo>
                <a:cubicBezTo>
                  <a:pt x="263454" y="34974"/>
                  <a:pt x="265005" y="34685"/>
                  <a:pt x="266371" y="34369"/>
                </a:cubicBezTo>
                <a:cubicBezTo>
                  <a:pt x="267528" y="34159"/>
                  <a:pt x="268447" y="33922"/>
                  <a:pt x="269130" y="33659"/>
                </a:cubicBezTo>
                <a:cubicBezTo>
                  <a:pt x="269814" y="33396"/>
                  <a:pt x="270365" y="33265"/>
                  <a:pt x="270786" y="33265"/>
                </a:cubicBezTo>
                <a:cubicBezTo>
                  <a:pt x="272046" y="33265"/>
                  <a:pt x="272860" y="33633"/>
                  <a:pt x="273227" y="34369"/>
                </a:cubicBezTo>
                <a:cubicBezTo>
                  <a:pt x="273596" y="35105"/>
                  <a:pt x="273780" y="35788"/>
                  <a:pt x="273780" y="36418"/>
                </a:cubicBezTo>
                <a:lnTo>
                  <a:pt x="273780" y="87025"/>
                </a:lnTo>
                <a:moveTo>
                  <a:pt x="265423" y="17186"/>
                </a:moveTo>
                <a:cubicBezTo>
                  <a:pt x="262797" y="17186"/>
                  <a:pt x="260537" y="16371"/>
                  <a:pt x="258644" y="14741"/>
                </a:cubicBezTo>
                <a:cubicBezTo>
                  <a:pt x="256754" y="13112"/>
                  <a:pt x="255808" y="11089"/>
                  <a:pt x="255808" y="8672"/>
                </a:cubicBezTo>
                <a:cubicBezTo>
                  <a:pt x="255808" y="6254"/>
                  <a:pt x="256702" y="4204"/>
                  <a:pt x="258488" y="2523"/>
                </a:cubicBezTo>
                <a:cubicBezTo>
                  <a:pt x="260275" y="841"/>
                  <a:pt x="262481" y="0"/>
                  <a:pt x="265108" y="0"/>
                </a:cubicBezTo>
                <a:cubicBezTo>
                  <a:pt x="267631" y="0"/>
                  <a:pt x="269707" y="868"/>
                  <a:pt x="271336" y="2603"/>
                </a:cubicBezTo>
                <a:cubicBezTo>
                  <a:pt x="272966" y="4336"/>
                  <a:pt x="273780" y="6412"/>
                  <a:pt x="273780" y="8829"/>
                </a:cubicBezTo>
                <a:cubicBezTo>
                  <a:pt x="273780" y="11141"/>
                  <a:pt x="272992" y="13112"/>
                  <a:pt x="271416" y="14741"/>
                </a:cubicBezTo>
                <a:cubicBezTo>
                  <a:pt x="269839" y="16371"/>
                  <a:pt x="267842" y="17186"/>
                  <a:pt x="265423" y="17186"/>
                </a:cubicBezTo>
                <a:close/>
                <a:moveTo>
                  <a:pt x="319011" y="87025"/>
                </a:moveTo>
                <a:cubicBezTo>
                  <a:pt x="319011" y="89653"/>
                  <a:pt x="319063" y="91861"/>
                  <a:pt x="319168" y="93647"/>
                </a:cubicBezTo>
                <a:cubicBezTo>
                  <a:pt x="319273" y="95434"/>
                  <a:pt x="319563" y="96905"/>
                  <a:pt x="320036" y="98062"/>
                </a:cubicBezTo>
                <a:cubicBezTo>
                  <a:pt x="320509" y="99218"/>
                  <a:pt x="321297" y="100111"/>
                  <a:pt x="322401" y="100742"/>
                </a:cubicBezTo>
                <a:cubicBezTo>
                  <a:pt x="323504" y="101372"/>
                  <a:pt x="325054" y="101845"/>
                  <a:pt x="327051" y="102161"/>
                </a:cubicBezTo>
                <a:cubicBezTo>
                  <a:pt x="327681" y="102265"/>
                  <a:pt x="328154" y="102554"/>
                  <a:pt x="328470" y="103027"/>
                </a:cubicBezTo>
                <a:cubicBezTo>
                  <a:pt x="328786" y="103500"/>
                  <a:pt x="328944" y="104052"/>
                  <a:pt x="328944" y="104682"/>
                </a:cubicBezTo>
                <a:cubicBezTo>
                  <a:pt x="328944" y="105208"/>
                  <a:pt x="328786" y="105707"/>
                  <a:pt x="328470" y="106181"/>
                </a:cubicBezTo>
                <a:cubicBezTo>
                  <a:pt x="328154" y="106654"/>
                  <a:pt x="327681" y="106890"/>
                  <a:pt x="327051" y="106890"/>
                </a:cubicBezTo>
                <a:cubicBezTo>
                  <a:pt x="326000" y="106890"/>
                  <a:pt x="324029" y="106706"/>
                  <a:pt x="321138" y="106337"/>
                </a:cubicBezTo>
                <a:cubicBezTo>
                  <a:pt x="318248" y="105970"/>
                  <a:pt x="315226" y="105786"/>
                  <a:pt x="312073" y="105786"/>
                </a:cubicBezTo>
                <a:cubicBezTo>
                  <a:pt x="308710" y="105786"/>
                  <a:pt x="305452" y="105970"/>
                  <a:pt x="302300" y="106337"/>
                </a:cubicBezTo>
                <a:cubicBezTo>
                  <a:pt x="299147" y="106706"/>
                  <a:pt x="296204" y="106890"/>
                  <a:pt x="293471" y="106890"/>
                </a:cubicBezTo>
                <a:cubicBezTo>
                  <a:pt x="292945" y="106890"/>
                  <a:pt x="292524" y="106654"/>
                  <a:pt x="292208" y="106181"/>
                </a:cubicBezTo>
                <a:cubicBezTo>
                  <a:pt x="291894" y="105707"/>
                  <a:pt x="291737" y="105208"/>
                  <a:pt x="291737" y="104682"/>
                </a:cubicBezTo>
                <a:cubicBezTo>
                  <a:pt x="291737" y="104052"/>
                  <a:pt x="291894" y="103500"/>
                  <a:pt x="292208" y="103027"/>
                </a:cubicBezTo>
                <a:cubicBezTo>
                  <a:pt x="292524" y="102554"/>
                  <a:pt x="292998" y="102265"/>
                  <a:pt x="293630" y="102161"/>
                </a:cubicBezTo>
                <a:cubicBezTo>
                  <a:pt x="296257" y="101845"/>
                  <a:pt x="298279" y="101425"/>
                  <a:pt x="299697" y="100900"/>
                </a:cubicBezTo>
                <a:cubicBezTo>
                  <a:pt x="301116" y="100374"/>
                  <a:pt x="302167" y="99586"/>
                  <a:pt x="302850" y="98536"/>
                </a:cubicBezTo>
                <a:cubicBezTo>
                  <a:pt x="303534" y="97484"/>
                  <a:pt x="303927" y="96117"/>
                  <a:pt x="304032" y="94436"/>
                </a:cubicBezTo>
                <a:cubicBezTo>
                  <a:pt x="304137" y="92754"/>
                  <a:pt x="304190" y="90599"/>
                  <a:pt x="304190" y="87970"/>
                </a:cubicBezTo>
                <a:lnTo>
                  <a:pt x="304190" y="68107"/>
                </a:lnTo>
                <a:cubicBezTo>
                  <a:pt x="304190" y="62958"/>
                  <a:pt x="304137" y="58675"/>
                  <a:pt x="304032" y="55259"/>
                </a:cubicBezTo>
                <a:cubicBezTo>
                  <a:pt x="303927" y="51843"/>
                  <a:pt x="303560" y="49137"/>
                  <a:pt x="302930" y="47140"/>
                </a:cubicBezTo>
                <a:cubicBezTo>
                  <a:pt x="302300" y="45142"/>
                  <a:pt x="301301" y="43749"/>
                  <a:pt x="299935" y="42962"/>
                </a:cubicBezTo>
                <a:cubicBezTo>
                  <a:pt x="298568" y="42172"/>
                  <a:pt x="296624" y="41778"/>
                  <a:pt x="294101" y="41778"/>
                </a:cubicBezTo>
                <a:cubicBezTo>
                  <a:pt x="293471" y="41778"/>
                  <a:pt x="292971" y="41568"/>
                  <a:pt x="292603" y="41148"/>
                </a:cubicBezTo>
                <a:cubicBezTo>
                  <a:pt x="292235" y="40728"/>
                  <a:pt x="292052" y="40254"/>
                  <a:pt x="292052" y="39728"/>
                </a:cubicBezTo>
                <a:cubicBezTo>
                  <a:pt x="292052" y="39098"/>
                  <a:pt x="292235" y="38573"/>
                  <a:pt x="292603" y="38153"/>
                </a:cubicBezTo>
                <a:cubicBezTo>
                  <a:pt x="292971" y="37733"/>
                  <a:pt x="293471" y="37522"/>
                  <a:pt x="294101" y="37522"/>
                </a:cubicBezTo>
                <a:cubicBezTo>
                  <a:pt x="296098" y="37522"/>
                  <a:pt x="299014" y="37207"/>
                  <a:pt x="302850" y="36577"/>
                </a:cubicBezTo>
                <a:cubicBezTo>
                  <a:pt x="306687" y="35945"/>
                  <a:pt x="310602" y="35052"/>
                  <a:pt x="314597" y="33897"/>
                </a:cubicBezTo>
                <a:cubicBezTo>
                  <a:pt x="316068" y="33475"/>
                  <a:pt x="317171" y="33764"/>
                  <a:pt x="317907" y="34763"/>
                </a:cubicBezTo>
                <a:cubicBezTo>
                  <a:pt x="318643" y="35762"/>
                  <a:pt x="319011" y="36892"/>
                  <a:pt x="319011" y="38153"/>
                </a:cubicBezTo>
                <a:lnTo>
                  <a:pt x="319011" y="44458"/>
                </a:lnTo>
                <a:cubicBezTo>
                  <a:pt x="319011" y="44668"/>
                  <a:pt x="319090" y="44799"/>
                  <a:pt x="319247" y="44852"/>
                </a:cubicBezTo>
                <a:cubicBezTo>
                  <a:pt x="319404" y="44905"/>
                  <a:pt x="319536" y="44827"/>
                  <a:pt x="319641" y="44617"/>
                </a:cubicBezTo>
                <a:cubicBezTo>
                  <a:pt x="320378" y="43460"/>
                  <a:pt x="321402" y="42173"/>
                  <a:pt x="322716" y="40756"/>
                </a:cubicBezTo>
                <a:cubicBezTo>
                  <a:pt x="324029" y="39336"/>
                  <a:pt x="325606" y="37996"/>
                  <a:pt x="327445" y="36736"/>
                </a:cubicBezTo>
                <a:cubicBezTo>
                  <a:pt x="329285" y="35474"/>
                  <a:pt x="331360" y="34422"/>
                  <a:pt x="333671" y="33582"/>
                </a:cubicBezTo>
                <a:cubicBezTo>
                  <a:pt x="335983" y="32740"/>
                  <a:pt x="338559" y="32319"/>
                  <a:pt x="341398" y="32319"/>
                </a:cubicBezTo>
                <a:cubicBezTo>
                  <a:pt x="349280" y="32319"/>
                  <a:pt x="355454" y="34500"/>
                  <a:pt x="359921" y="38862"/>
                </a:cubicBezTo>
                <a:cubicBezTo>
                  <a:pt x="364389" y="43225"/>
                  <a:pt x="366623" y="50292"/>
                  <a:pt x="366623" y="60065"/>
                </a:cubicBezTo>
                <a:lnTo>
                  <a:pt x="366623" y="87025"/>
                </a:lnTo>
                <a:cubicBezTo>
                  <a:pt x="366623" y="89863"/>
                  <a:pt x="366701" y="92176"/>
                  <a:pt x="366858" y="93963"/>
                </a:cubicBezTo>
                <a:cubicBezTo>
                  <a:pt x="367016" y="95749"/>
                  <a:pt x="367383" y="97194"/>
                  <a:pt x="367960" y="98297"/>
                </a:cubicBezTo>
                <a:cubicBezTo>
                  <a:pt x="368539" y="99401"/>
                  <a:pt x="369433" y="100242"/>
                  <a:pt x="370642" y="100821"/>
                </a:cubicBezTo>
                <a:cubicBezTo>
                  <a:pt x="371852" y="101398"/>
                  <a:pt x="373560" y="101845"/>
                  <a:pt x="375766" y="102161"/>
                </a:cubicBezTo>
                <a:cubicBezTo>
                  <a:pt x="376397" y="102265"/>
                  <a:pt x="376869" y="102554"/>
                  <a:pt x="377183" y="103027"/>
                </a:cubicBezTo>
                <a:cubicBezTo>
                  <a:pt x="377499" y="103500"/>
                  <a:pt x="377657" y="104052"/>
                  <a:pt x="377657" y="104682"/>
                </a:cubicBezTo>
                <a:cubicBezTo>
                  <a:pt x="377657" y="105208"/>
                  <a:pt x="377499" y="105707"/>
                  <a:pt x="377183" y="106181"/>
                </a:cubicBezTo>
                <a:cubicBezTo>
                  <a:pt x="376869" y="106654"/>
                  <a:pt x="376397" y="106890"/>
                  <a:pt x="375766" y="106890"/>
                </a:cubicBezTo>
                <a:cubicBezTo>
                  <a:pt x="374400" y="106890"/>
                  <a:pt x="372166" y="106706"/>
                  <a:pt x="369064" y="106337"/>
                </a:cubicBezTo>
                <a:cubicBezTo>
                  <a:pt x="365964" y="105970"/>
                  <a:pt x="362838" y="105786"/>
                  <a:pt x="359685" y="105786"/>
                </a:cubicBezTo>
                <a:cubicBezTo>
                  <a:pt x="356322" y="105786"/>
                  <a:pt x="353116" y="105970"/>
                  <a:pt x="350067" y="106337"/>
                </a:cubicBezTo>
                <a:cubicBezTo>
                  <a:pt x="347020" y="106706"/>
                  <a:pt x="344498" y="106890"/>
                  <a:pt x="342502" y="106890"/>
                </a:cubicBezTo>
                <a:cubicBezTo>
                  <a:pt x="341976" y="106890"/>
                  <a:pt x="341555" y="106654"/>
                  <a:pt x="341239" y="106181"/>
                </a:cubicBezTo>
                <a:cubicBezTo>
                  <a:pt x="340925" y="105707"/>
                  <a:pt x="340767" y="105208"/>
                  <a:pt x="340767" y="104682"/>
                </a:cubicBezTo>
                <a:cubicBezTo>
                  <a:pt x="340767" y="104052"/>
                  <a:pt x="340925" y="103500"/>
                  <a:pt x="341239" y="103027"/>
                </a:cubicBezTo>
                <a:cubicBezTo>
                  <a:pt x="341555" y="102554"/>
                  <a:pt x="342028" y="102265"/>
                  <a:pt x="342658" y="102161"/>
                </a:cubicBezTo>
                <a:cubicBezTo>
                  <a:pt x="344971" y="101845"/>
                  <a:pt x="346731" y="101372"/>
                  <a:pt x="347938" y="100742"/>
                </a:cubicBezTo>
                <a:cubicBezTo>
                  <a:pt x="349148" y="100111"/>
                  <a:pt x="350041" y="99244"/>
                  <a:pt x="350618" y="98141"/>
                </a:cubicBezTo>
                <a:cubicBezTo>
                  <a:pt x="351197" y="97036"/>
                  <a:pt x="351539" y="95670"/>
                  <a:pt x="351643" y="94042"/>
                </a:cubicBezTo>
                <a:cubicBezTo>
                  <a:pt x="351749" y="92413"/>
                  <a:pt x="351802" y="90389"/>
                  <a:pt x="351802" y="87970"/>
                </a:cubicBezTo>
                <a:lnTo>
                  <a:pt x="351802" y="64008"/>
                </a:lnTo>
                <a:cubicBezTo>
                  <a:pt x="351802" y="61380"/>
                  <a:pt x="351697" y="58752"/>
                  <a:pt x="351487" y="56125"/>
                </a:cubicBezTo>
                <a:cubicBezTo>
                  <a:pt x="351277" y="53498"/>
                  <a:pt x="350698" y="51133"/>
                  <a:pt x="349752" y="49031"/>
                </a:cubicBezTo>
                <a:cubicBezTo>
                  <a:pt x="348808" y="46928"/>
                  <a:pt x="347441" y="45194"/>
                  <a:pt x="345653" y="43828"/>
                </a:cubicBezTo>
                <a:cubicBezTo>
                  <a:pt x="343867" y="42461"/>
                  <a:pt x="341397" y="41778"/>
                  <a:pt x="338244" y="41778"/>
                </a:cubicBezTo>
                <a:cubicBezTo>
                  <a:pt x="335091" y="41778"/>
                  <a:pt x="332332" y="42278"/>
                  <a:pt x="329966" y="43277"/>
                </a:cubicBezTo>
                <a:cubicBezTo>
                  <a:pt x="327602" y="44274"/>
                  <a:pt x="325606" y="45614"/>
                  <a:pt x="323976" y="47296"/>
                </a:cubicBezTo>
                <a:cubicBezTo>
                  <a:pt x="322347" y="48979"/>
                  <a:pt x="321112" y="50950"/>
                  <a:pt x="320272" y="53209"/>
                </a:cubicBezTo>
                <a:cubicBezTo>
                  <a:pt x="319431" y="55469"/>
                  <a:pt x="319011" y="57860"/>
                  <a:pt x="319011" y="60383"/>
                </a:cubicBezTo>
                <a:lnTo>
                  <a:pt x="319011" y="87025"/>
                </a:lnTo>
                <a:close/>
                <a:moveTo>
                  <a:pt x="420682" y="82139"/>
                </a:moveTo>
                <a:cubicBezTo>
                  <a:pt x="426147" y="82139"/>
                  <a:pt x="430062" y="80353"/>
                  <a:pt x="432426" y="76779"/>
                </a:cubicBezTo>
                <a:cubicBezTo>
                  <a:pt x="434791" y="73205"/>
                  <a:pt x="435974" y="68001"/>
                  <a:pt x="435974" y="61169"/>
                </a:cubicBezTo>
                <a:cubicBezTo>
                  <a:pt x="435974" y="57702"/>
                  <a:pt x="435790" y="54550"/>
                  <a:pt x="435421" y="51713"/>
                </a:cubicBezTo>
                <a:cubicBezTo>
                  <a:pt x="435054" y="48874"/>
                  <a:pt x="434344" y="46430"/>
                  <a:pt x="433292" y="44381"/>
                </a:cubicBezTo>
                <a:cubicBezTo>
                  <a:pt x="432241" y="42331"/>
                  <a:pt x="430849" y="40755"/>
                  <a:pt x="429116" y="39651"/>
                </a:cubicBezTo>
                <a:cubicBezTo>
                  <a:pt x="427382" y="38546"/>
                  <a:pt x="425149" y="37994"/>
                  <a:pt x="422416" y="37994"/>
                </a:cubicBezTo>
                <a:cubicBezTo>
                  <a:pt x="419053" y="37994"/>
                  <a:pt x="416347" y="38704"/>
                  <a:pt x="414297" y="40123"/>
                </a:cubicBezTo>
                <a:cubicBezTo>
                  <a:pt x="412248" y="41542"/>
                  <a:pt x="410645" y="43355"/>
                  <a:pt x="409489" y="45562"/>
                </a:cubicBezTo>
                <a:cubicBezTo>
                  <a:pt x="408332" y="47769"/>
                  <a:pt x="407544" y="50238"/>
                  <a:pt x="407124" y="52971"/>
                </a:cubicBezTo>
                <a:cubicBezTo>
                  <a:pt x="406704" y="55704"/>
                  <a:pt x="406494" y="58385"/>
                  <a:pt x="406494" y="61013"/>
                </a:cubicBezTo>
                <a:cubicBezTo>
                  <a:pt x="406494" y="67949"/>
                  <a:pt x="407702" y="73205"/>
                  <a:pt x="410119" y="76779"/>
                </a:cubicBezTo>
                <a:cubicBezTo>
                  <a:pt x="412536" y="80353"/>
                  <a:pt x="416057" y="82139"/>
                  <a:pt x="420682" y="82139"/>
                </a:cubicBezTo>
                <a:moveTo>
                  <a:pt x="448272" y="44932"/>
                </a:moveTo>
                <a:cubicBezTo>
                  <a:pt x="449742" y="47138"/>
                  <a:pt x="450819" y="49477"/>
                  <a:pt x="451502" y="51946"/>
                </a:cubicBezTo>
                <a:cubicBezTo>
                  <a:pt x="452185" y="54416"/>
                  <a:pt x="452580" y="56912"/>
                  <a:pt x="452686" y="59435"/>
                </a:cubicBezTo>
                <a:cubicBezTo>
                  <a:pt x="452686" y="64060"/>
                  <a:pt x="451818" y="68134"/>
                  <a:pt x="450083" y="71655"/>
                </a:cubicBezTo>
                <a:cubicBezTo>
                  <a:pt x="448349" y="75176"/>
                  <a:pt x="445985" y="78144"/>
                  <a:pt x="442989" y="80561"/>
                </a:cubicBezTo>
                <a:cubicBezTo>
                  <a:pt x="439993" y="82978"/>
                  <a:pt x="436551" y="84817"/>
                  <a:pt x="432662" y="86079"/>
                </a:cubicBezTo>
                <a:cubicBezTo>
                  <a:pt x="428774" y="87340"/>
                  <a:pt x="424623" y="87970"/>
                  <a:pt x="420208" y="87970"/>
                </a:cubicBezTo>
                <a:cubicBezTo>
                  <a:pt x="418947" y="87970"/>
                  <a:pt x="417318" y="88023"/>
                  <a:pt x="415320" y="88129"/>
                </a:cubicBezTo>
                <a:cubicBezTo>
                  <a:pt x="413323" y="88233"/>
                  <a:pt x="411379" y="88443"/>
                  <a:pt x="409486" y="88759"/>
                </a:cubicBezTo>
                <a:cubicBezTo>
                  <a:pt x="407595" y="89075"/>
                  <a:pt x="405993" y="89575"/>
                  <a:pt x="404680" y="90258"/>
                </a:cubicBezTo>
                <a:cubicBezTo>
                  <a:pt x="403366" y="90941"/>
                  <a:pt x="402710" y="91913"/>
                  <a:pt x="402710" y="93174"/>
                </a:cubicBezTo>
                <a:cubicBezTo>
                  <a:pt x="402710" y="94120"/>
                  <a:pt x="403235" y="94908"/>
                  <a:pt x="404285" y="95538"/>
                </a:cubicBezTo>
                <a:cubicBezTo>
                  <a:pt x="405336" y="96168"/>
                  <a:pt x="406623" y="96668"/>
                  <a:pt x="408146" y="97037"/>
                </a:cubicBezTo>
                <a:cubicBezTo>
                  <a:pt x="409671" y="97404"/>
                  <a:pt x="411196" y="97667"/>
                  <a:pt x="412719" y="97826"/>
                </a:cubicBezTo>
                <a:cubicBezTo>
                  <a:pt x="414243" y="97983"/>
                  <a:pt x="415478" y="98062"/>
                  <a:pt x="416424" y="98062"/>
                </a:cubicBezTo>
                <a:cubicBezTo>
                  <a:pt x="423992" y="98586"/>
                  <a:pt x="430771" y="99243"/>
                  <a:pt x="436761" y="100032"/>
                </a:cubicBezTo>
                <a:cubicBezTo>
                  <a:pt x="442752" y="100819"/>
                  <a:pt x="447823" y="102107"/>
                  <a:pt x="451974" y="103895"/>
                </a:cubicBezTo>
                <a:cubicBezTo>
                  <a:pt x="456126" y="105682"/>
                  <a:pt x="459305" y="108177"/>
                  <a:pt x="461512" y="111381"/>
                </a:cubicBezTo>
                <a:cubicBezTo>
                  <a:pt x="463720" y="114587"/>
                  <a:pt x="464824" y="118766"/>
                  <a:pt x="464824" y="123917"/>
                </a:cubicBezTo>
                <a:cubicBezTo>
                  <a:pt x="464824" y="128436"/>
                  <a:pt x="463931" y="132640"/>
                  <a:pt x="462145" y="136527"/>
                </a:cubicBezTo>
                <a:cubicBezTo>
                  <a:pt x="460358" y="140416"/>
                  <a:pt x="457677" y="143779"/>
                  <a:pt x="454103" y="146616"/>
                </a:cubicBezTo>
                <a:cubicBezTo>
                  <a:pt x="450530" y="149455"/>
                  <a:pt x="446142" y="151689"/>
                  <a:pt x="440939" y="153318"/>
                </a:cubicBezTo>
                <a:cubicBezTo>
                  <a:pt x="435737" y="154948"/>
                  <a:pt x="429720" y="155762"/>
                  <a:pt x="422888" y="155762"/>
                </a:cubicBezTo>
                <a:cubicBezTo>
                  <a:pt x="417212" y="155762"/>
                  <a:pt x="412010" y="155263"/>
                  <a:pt x="407280" y="154264"/>
                </a:cubicBezTo>
                <a:cubicBezTo>
                  <a:pt x="402551" y="153266"/>
                  <a:pt x="398478" y="151716"/>
                  <a:pt x="395062" y="149614"/>
                </a:cubicBezTo>
                <a:cubicBezTo>
                  <a:pt x="391646" y="147511"/>
                  <a:pt x="389019" y="144830"/>
                  <a:pt x="387179" y="141572"/>
                </a:cubicBezTo>
                <a:cubicBezTo>
                  <a:pt x="385341" y="138315"/>
                  <a:pt x="384422" y="134426"/>
                  <a:pt x="384422" y="129907"/>
                </a:cubicBezTo>
                <a:cubicBezTo>
                  <a:pt x="384422" y="127280"/>
                  <a:pt x="384789" y="124889"/>
                  <a:pt x="385524" y="122733"/>
                </a:cubicBezTo>
                <a:cubicBezTo>
                  <a:pt x="386260" y="120580"/>
                  <a:pt x="387258" y="118662"/>
                  <a:pt x="388519" y="116979"/>
                </a:cubicBezTo>
                <a:cubicBezTo>
                  <a:pt x="389781" y="115297"/>
                  <a:pt x="391200" y="113799"/>
                  <a:pt x="392777" y="112486"/>
                </a:cubicBezTo>
                <a:cubicBezTo>
                  <a:pt x="394353" y="111172"/>
                  <a:pt x="395983" y="110095"/>
                  <a:pt x="397665" y="109255"/>
                </a:cubicBezTo>
                <a:cubicBezTo>
                  <a:pt x="395247" y="108413"/>
                  <a:pt x="393039" y="107230"/>
                  <a:pt x="391042" y="105707"/>
                </a:cubicBezTo>
                <a:cubicBezTo>
                  <a:pt x="389046" y="104183"/>
                  <a:pt x="388047" y="101740"/>
                  <a:pt x="388047" y="98377"/>
                </a:cubicBezTo>
                <a:cubicBezTo>
                  <a:pt x="388047" y="95958"/>
                  <a:pt x="388599" y="93909"/>
                  <a:pt x="389703" y="92228"/>
                </a:cubicBezTo>
                <a:cubicBezTo>
                  <a:pt x="390806" y="90546"/>
                  <a:pt x="392277" y="89179"/>
                  <a:pt x="394117" y="88129"/>
                </a:cubicBezTo>
                <a:cubicBezTo>
                  <a:pt x="395956" y="87079"/>
                  <a:pt x="398006" y="86317"/>
                  <a:pt x="400265" y="85844"/>
                </a:cubicBezTo>
                <a:cubicBezTo>
                  <a:pt x="402525" y="85371"/>
                  <a:pt x="404758" y="85081"/>
                  <a:pt x="406965" y="84975"/>
                </a:cubicBezTo>
                <a:cubicBezTo>
                  <a:pt x="407071" y="84975"/>
                  <a:pt x="407124" y="84923"/>
                  <a:pt x="407124" y="84819"/>
                </a:cubicBezTo>
                <a:cubicBezTo>
                  <a:pt x="407124" y="84713"/>
                  <a:pt x="407071" y="84660"/>
                  <a:pt x="406965" y="84660"/>
                </a:cubicBezTo>
                <a:cubicBezTo>
                  <a:pt x="401605" y="82558"/>
                  <a:pt x="397401" y="79641"/>
                  <a:pt x="394353" y="75911"/>
                </a:cubicBezTo>
                <a:cubicBezTo>
                  <a:pt x="391305" y="72179"/>
                  <a:pt x="389782" y="67160"/>
                  <a:pt x="389782" y="60854"/>
                </a:cubicBezTo>
                <a:cubicBezTo>
                  <a:pt x="389782" y="56545"/>
                  <a:pt x="390570" y="52630"/>
                  <a:pt x="392147" y="49110"/>
                </a:cubicBezTo>
                <a:cubicBezTo>
                  <a:pt x="393723" y="45588"/>
                  <a:pt x="395956" y="42593"/>
                  <a:pt x="398846" y="40123"/>
                </a:cubicBezTo>
                <a:cubicBezTo>
                  <a:pt x="401736" y="37653"/>
                  <a:pt x="405231" y="35735"/>
                  <a:pt x="409330" y="34369"/>
                </a:cubicBezTo>
                <a:cubicBezTo>
                  <a:pt x="413429" y="33002"/>
                  <a:pt x="417948" y="32319"/>
                  <a:pt x="422888" y="32319"/>
                </a:cubicBezTo>
                <a:cubicBezTo>
                  <a:pt x="428459" y="32319"/>
                  <a:pt x="432900" y="33107"/>
                  <a:pt x="436210" y="34684"/>
                </a:cubicBezTo>
                <a:cubicBezTo>
                  <a:pt x="439520" y="36260"/>
                  <a:pt x="442541" y="38310"/>
                  <a:pt x="445274" y="40833"/>
                </a:cubicBezTo>
                <a:cubicBezTo>
                  <a:pt x="447272" y="38836"/>
                  <a:pt x="449637" y="37154"/>
                  <a:pt x="452368" y="35788"/>
                </a:cubicBezTo>
                <a:cubicBezTo>
                  <a:pt x="455101" y="34422"/>
                  <a:pt x="458150" y="33738"/>
                  <a:pt x="461514" y="33738"/>
                </a:cubicBezTo>
                <a:cubicBezTo>
                  <a:pt x="462671" y="33738"/>
                  <a:pt x="463958" y="33844"/>
                  <a:pt x="465375" y="34054"/>
                </a:cubicBezTo>
                <a:cubicBezTo>
                  <a:pt x="466795" y="34264"/>
                  <a:pt x="468108" y="34658"/>
                  <a:pt x="469316" y="35237"/>
                </a:cubicBezTo>
                <a:cubicBezTo>
                  <a:pt x="470525" y="35815"/>
                  <a:pt x="471523" y="36576"/>
                  <a:pt x="472311" y="37522"/>
                </a:cubicBezTo>
                <a:cubicBezTo>
                  <a:pt x="473100" y="38469"/>
                  <a:pt x="473494" y="39730"/>
                  <a:pt x="473494" y="41306"/>
                </a:cubicBezTo>
                <a:cubicBezTo>
                  <a:pt x="473494" y="43093"/>
                  <a:pt x="473021" y="44696"/>
                  <a:pt x="472075" y="46115"/>
                </a:cubicBezTo>
                <a:cubicBezTo>
                  <a:pt x="471130" y="47533"/>
                  <a:pt x="469292" y="48242"/>
                  <a:pt x="466559" y="48242"/>
                </a:cubicBezTo>
                <a:cubicBezTo>
                  <a:pt x="464562" y="48242"/>
                  <a:pt x="463248" y="47822"/>
                  <a:pt x="462616" y="46981"/>
                </a:cubicBezTo>
                <a:cubicBezTo>
                  <a:pt x="461986" y="46141"/>
                  <a:pt x="461513" y="45248"/>
                  <a:pt x="461197" y="44301"/>
                </a:cubicBezTo>
                <a:cubicBezTo>
                  <a:pt x="460882" y="43355"/>
                  <a:pt x="460515" y="42462"/>
                  <a:pt x="460095" y="41622"/>
                </a:cubicBezTo>
                <a:cubicBezTo>
                  <a:pt x="459675" y="40780"/>
                  <a:pt x="458677" y="40359"/>
                  <a:pt x="457100" y="40359"/>
                </a:cubicBezTo>
                <a:cubicBezTo>
                  <a:pt x="455418" y="40359"/>
                  <a:pt x="453735" y="40780"/>
                  <a:pt x="452053" y="41622"/>
                </a:cubicBezTo>
                <a:cubicBezTo>
                  <a:pt x="450372" y="42462"/>
                  <a:pt x="449112" y="43565"/>
                  <a:pt x="448272" y="44932"/>
                </a:cubicBezTo>
                <a:moveTo>
                  <a:pt x="405546" y="110989"/>
                </a:moveTo>
                <a:cubicBezTo>
                  <a:pt x="403759" y="112460"/>
                  <a:pt x="402340" y="114562"/>
                  <a:pt x="401288" y="117294"/>
                </a:cubicBezTo>
                <a:cubicBezTo>
                  <a:pt x="400237" y="120027"/>
                  <a:pt x="399712" y="122760"/>
                  <a:pt x="399712" y="125493"/>
                </a:cubicBezTo>
                <a:cubicBezTo>
                  <a:pt x="399712" y="129382"/>
                  <a:pt x="400527" y="132771"/>
                  <a:pt x="402156" y="135661"/>
                </a:cubicBezTo>
                <a:cubicBezTo>
                  <a:pt x="403786" y="138551"/>
                  <a:pt x="405914" y="140968"/>
                  <a:pt x="408541" y="142912"/>
                </a:cubicBezTo>
                <a:cubicBezTo>
                  <a:pt x="411169" y="144857"/>
                  <a:pt x="414191" y="146303"/>
                  <a:pt x="417607" y="147249"/>
                </a:cubicBezTo>
                <a:cubicBezTo>
                  <a:pt x="421023" y="148195"/>
                  <a:pt x="424518" y="148668"/>
                  <a:pt x="428091" y="148668"/>
                </a:cubicBezTo>
                <a:cubicBezTo>
                  <a:pt x="431244" y="148668"/>
                  <a:pt x="434212" y="148142"/>
                  <a:pt x="436997" y="147090"/>
                </a:cubicBezTo>
                <a:cubicBezTo>
                  <a:pt x="439782" y="146040"/>
                  <a:pt x="442226" y="144621"/>
                  <a:pt x="444329" y="142835"/>
                </a:cubicBezTo>
                <a:cubicBezTo>
                  <a:pt x="446431" y="141048"/>
                  <a:pt x="448113" y="138946"/>
                  <a:pt x="449373" y="136527"/>
                </a:cubicBezTo>
                <a:cubicBezTo>
                  <a:pt x="450635" y="134110"/>
                  <a:pt x="451266" y="131483"/>
                  <a:pt x="451266" y="128646"/>
                </a:cubicBezTo>
                <a:cubicBezTo>
                  <a:pt x="451266" y="125072"/>
                  <a:pt x="450084" y="122181"/>
                  <a:pt x="447718" y="119974"/>
                </a:cubicBezTo>
                <a:cubicBezTo>
                  <a:pt x="445354" y="117768"/>
                  <a:pt x="442123" y="116033"/>
                  <a:pt x="438024" y="114771"/>
                </a:cubicBezTo>
                <a:cubicBezTo>
                  <a:pt x="433925" y="113510"/>
                  <a:pt x="429089" y="112617"/>
                  <a:pt x="423518" y="112091"/>
                </a:cubicBezTo>
                <a:cubicBezTo>
                  <a:pt x="417948" y="111567"/>
                  <a:pt x="411957" y="111199"/>
                  <a:pt x="405546" y="110989"/>
                </a:cubicBezTo>
                <a:close/>
                <a:moveTo>
                  <a:pt x="569473" y="34684"/>
                </a:moveTo>
                <a:cubicBezTo>
                  <a:pt x="569159" y="35840"/>
                  <a:pt x="568870" y="37259"/>
                  <a:pt x="568607" y="38942"/>
                </a:cubicBezTo>
                <a:cubicBezTo>
                  <a:pt x="568344" y="40622"/>
                  <a:pt x="568213" y="42409"/>
                  <a:pt x="568213" y="44301"/>
                </a:cubicBezTo>
                <a:cubicBezTo>
                  <a:pt x="568213" y="46298"/>
                  <a:pt x="568265" y="48374"/>
                  <a:pt x="568369" y="50530"/>
                </a:cubicBezTo>
                <a:cubicBezTo>
                  <a:pt x="568475" y="52683"/>
                  <a:pt x="568528" y="54338"/>
                  <a:pt x="568528" y="55495"/>
                </a:cubicBezTo>
                <a:cubicBezTo>
                  <a:pt x="568528" y="55811"/>
                  <a:pt x="568318" y="56074"/>
                  <a:pt x="567897" y="56284"/>
                </a:cubicBezTo>
                <a:cubicBezTo>
                  <a:pt x="567477" y="56494"/>
                  <a:pt x="567004" y="56625"/>
                  <a:pt x="566478" y="56678"/>
                </a:cubicBezTo>
                <a:cubicBezTo>
                  <a:pt x="565954" y="56730"/>
                  <a:pt x="565481" y="56677"/>
                  <a:pt x="565059" y="56519"/>
                </a:cubicBezTo>
                <a:cubicBezTo>
                  <a:pt x="564639" y="56362"/>
                  <a:pt x="564376" y="56126"/>
                  <a:pt x="564272" y="55810"/>
                </a:cubicBezTo>
                <a:cubicBezTo>
                  <a:pt x="563116" y="50240"/>
                  <a:pt x="561224" y="45957"/>
                  <a:pt x="558595" y="42962"/>
                </a:cubicBezTo>
                <a:cubicBezTo>
                  <a:pt x="555968" y="39966"/>
                  <a:pt x="551765" y="38468"/>
                  <a:pt x="545985" y="38468"/>
                </a:cubicBezTo>
                <a:cubicBezTo>
                  <a:pt x="542096" y="38468"/>
                  <a:pt x="538890" y="39441"/>
                  <a:pt x="536367" y="41386"/>
                </a:cubicBezTo>
                <a:cubicBezTo>
                  <a:pt x="533845" y="43330"/>
                  <a:pt x="532583" y="45931"/>
                  <a:pt x="532583" y="49190"/>
                </a:cubicBezTo>
                <a:cubicBezTo>
                  <a:pt x="532583" y="51921"/>
                  <a:pt x="533634" y="54022"/>
                  <a:pt x="535735" y="55495"/>
                </a:cubicBezTo>
                <a:cubicBezTo>
                  <a:pt x="537837" y="56965"/>
                  <a:pt x="540623" y="58332"/>
                  <a:pt x="544092" y="59594"/>
                </a:cubicBezTo>
                <a:cubicBezTo>
                  <a:pt x="545564" y="60120"/>
                  <a:pt x="547325" y="60777"/>
                  <a:pt x="549374" y="61566"/>
                </a:cubicBezTo>
                <a:cubicBezTo>
                  <a:pt x="551424" y="62354"/>
                  <a:pt x="553079" y="63010"/>
                  <a:pt x="554340" y="63534"/>
                </a:cubicBezTo>
                <a:cubicBezTo>
                  <a:pt x="557072" y="64796"/>
                  <a:pt x="559621" y="66111"/>
                  <a:pt x="561985" y="67477"/>
                </a:cubicBezTo>
                <a:cubicBezTo>
                  <a:pt x="564350" y="68843"/>
                  <a:pt x="566400" y="70446"/>
                  <a:pt x="568133" y="72286"/>
                </a:cubicBezTo>
                <a:cubicBezTo>
                  <a:pt x="569868" y="74124"/>
                  <a:pt x="571235" y="76199"/>
                  <a:pt x="572232" y="78511"/>
                </a:cubicBezTo>
                <a:cubicBezTo>
                  <a:pt x="573231" y="80824"/>
                  <a:pt x="573731" y="83505"/>
                  <a:pt x="573731" y="86553"/>
                </a:cubicBezTo>
                <a:cubicBezTo>
                  <a:pt x="573731" y="90547"/>
                  <a:pt x="572890" y="93883"/>
                  <a:pt x="571208" y="96563"/>
                </a:cubicBezTo>
                <a:cubicBezTo>
                  <a:pt x="569527" y="99243"/>
                  <a:pt x="567372" y="101397"/>
                  <a:pt x="564744" y="103027"/>
                </a:cubicBezTo>
                <a:cubicBezTo>
                  <a:pt x="562117" y="104656"/>
                  <a:pt x="559122" y="105838"/>
                  <a:pt x="555759" y="106573"/>
                </a:cubicBezTo>
                <a:cubicBezTo>
                  <a:pt x="552396" y="107309"/>
                  <a:pt x="549085" y="107677"/>
                  <a:pt x="545826" y="107677"/>
                </a:cubicBezTo>
                <a:cubicBezTo>
                  <a:pt x="543093" y="107677"/>
                  <a:pt x="540045" y="107362"/>
                  <a:pt x="536682" y="106731"/>
                </a:cubicBezTo>
                <a:cubicBezTo>
                  <a:pt x="533319" y="106101"/>
                  <a:pt x="530377" y="105208"/>
                  <a:pt x="527854" y="104052"/>
                </a:cubicBezTo>
                <a:cubicBezTo>
                  <a:pt x="527224" y="103842"/>
                  <a:pt x="526567" y="103947"/>
                  <a:pt x="525884" y="104367"/>
                </a:cubicBezTo>
                <a:cubicBezTo>
                  <a:pt x="525201" y="104787"/>
                  <a:pt x="524754" y="105575"/>
                  <a:pt x="524544" y="106731"/>
                </a:cubicBezTo>
                <a:cubicBezTo>
                  <a:pt x="524544" y="107047"/>
                  <a:pt x="524307" y="107257"/>
                  <a:pt x="523834" y="107362"/>
                </a:cubicBezTo>
                <a:cubicBezTo>
                  <a:pt x="523361" y="107468"/>
                  <a:pt x="522862" y="107520"/>
                  <a:pt x="522335" y="107520"/>
                </a:cubicBezTo>
                <a:cubicBezTo>
                  <a:pt x="521915" y="107520"/>
                  <a:pt x="521495" y="107441"/>
                  <a:pt x="521075" y="107282"/>
                </a:cubicBezTo>
                <a:cubicBezTo>
                  <a:pt x="520655" y="107125"/>
                  <a:pt x="520445" y="106889"/>
                  <a:pt x="520445" y="106575"/>
                </a:cubicBezTo>
                <a:cubicBezTo>
                  <a:pt x="520445" y="105733"/>
                  <a:pt x="520550" y="104577"/>
                  <a:pt x="520760" y="103106"/>
                </a:cubicBezTo>
                <a:cubicBezTo>
                  <a:pt x="520970" y="101634"/>
                  <a:pt x="521075" y="100268"/>
                  <a:pt x="521075" y="99007"/>
                </a:cubicBezTo>
                <a:cubicBezTo>
                  <a:pt x="521075" y="97745"/>
                  <a:pt x="520996" y="96352"/>
                  <a:pt x="520837" y="94829"/>
                </a:cubicBezTo>
                <a:cubicBezTo>
                  <a:pt x="520680" y="93305"/>
                  <a:pt x="520522" y="91808"/>
                  <a:pt x="520365" y="90337"/>
                </a:cubicBezTo>
                <a:cubicBezTo>
                  <a:pt x="520208" y="88865"/>
                  <a:pt x="520077" y="87551"/>
                  <a:pt x="519971" y="86395"/>
                </a:cubicBezTo>
                <a:cubicBezTo>
                  <a:pt x="519867" y="85238"/>
                  <a:pt x="519814" y="84397"/>
                  <a:pt x="519814" y="83871"/>
                </a:cubicBezTo>
                <a:cubicBezTo>
                  <a:pt x="519814" y="83451"/>
                  <a:pt x="520025" y="83136"/>
                  <a:pt x="520445" y="82926"/>
                </a:cubicBezTo>
                <a:cubicBezTo>
                  <a:pt x="520865" y="82716"/>
                  <a:pt x="521337" y="82585"/>
                  <a:pt x="521862" y="82534"/>
                </a:cubicBezTo>
                <a:cubicBezTo>
                  <a:pt x="522388" y="82481"/>
                  <a:pt x="522887" y="82533"/>
                  <a:pt x="523360" y="82690"/>
                </a:cubicBezTo>
                <a:cubicBezTo>
                  <a:pt x="523833" y="82847"/>
                  <a:pt x="524123" y="83136"/>
                  <a:pt x="524229" y="83556"/>
                </a:cubicBezTo>
                <a:cubicBezTo>
                  <a:pt x="524963" y="86605"/>
                  <a:pt x="525909" y="89285"/>
                  <a:pt x="527065" y="91598"/>
                </a:cubicBezTo>
                <a:cubicBezTo>
                  <a:pt x="528221" y="93909"/>
                  <a:pt x="529666" y="95853"/>
                  <a:pt x="531400" y="97431"/>
                </a:cubicBezTo>
                <a:cubicBezTo>
                  <a:pt x="533135" y="99008"/>
                  <a:pt x="535237" y="100191"/>
                  <a:pt x="537707" y="100980"/>
                </a:cubicBezTo>
                <a:cubicBezTo>
                  <a:pt x="540177" y="101767"/>
                  <a:pt x="543146" y="102161"/>
                  <a:pt x="546615" y="102161"/>
                </a:cubicBezTo>
                <a:cubicBezTo>
                  <a:pt x="550398" y="102161"/>
                  <a:pt x="553472" y="101110"/>
                  <a:pt x="555836" y="99007"/>
                </a:cubicBezTo>
                <a:cubicBezTo>
                  <a:pt x="558201" y="96905"/>
                  <a:pt x="559384" y="93962"/>
                  <a:pt x="559384" y="90179"/>
                </a:cubicBezTo>
                <a:cubicBezTo>
                  <a:pt x="559384" y="86816"/>
                  <a:pt x="558201" y="84162"/>
                  <a:pt x="555836" y="82218"/>
                </a:cubicBezTo>
                <a:cubicBezTo>
                  <a:pt x="553472" y="80273"/>
                  <a:pt x="550713" y="78564"/>
                  <a:pt x="547561" y="77092"/>
                </a:cubicBezTo>
                <a:cubicBezTo>
                  <a:pt x="546088" y="76462"/>
                  <a:pt x="544590" y="75832"/>
                  <a:pt x="543067" y="75201"/>
                </a:cubicBezTo>
                <a:cubicBezTo>
                  <a:pt x="541543" y="74571"/>
                  <a:pt x="539993" y="73941"/>
                  <a:pt x="538417" y="73311"/>
                </a:cubicBezTo>
                <a:cubicBezTo>
                  <a:pt x="536104" y="72364"/>
                  <a:pt x="533818" y="71392"/>
                  <a:pt x="531559" y="70395"/>
                </a:cubicBezTo>
                <a:cubicBezTo>
                  <a:pt x="529299" y="69396"/>
                  <a:pt x="527301" y="68160"/>
                  <a:pt x="525566" y="66688"/>
                </a:cubicBezTo>
                <a:cubicBezTo>
                  <a:pt x="523833" y="65216"/>
                  <a:pt x="522441" y="63376"/>
                  <a:pt x="521390" y="61169"/>
                </a:cubicBezTo>
                <a:cubicBezTo>
                  <a:pt x="520340" y="58963"/>
                  <a:pt x="519814" y="56230"/>
                  <a:pt x="519814" y="52971"/>
                </a:cubicBezTo>
                <a:cubicBezTo>
                  <a:pt x="519814" y="49188"/>
                  <a:pt x="520628" y="45983"/>
                  <a:pt x="522256" y="43356"/>
                </a:cubicBezTo>
                <a:cubicBezTo>
                  <a:pt x="523885" y="40728"/>
                  <a:pt x="525987" y="38599"/>
                  <a:pt x="528561" y="36972"/>
                </a:cubicBezTo>
                <a:cubicBezTo>
                  <a:pt x="531137" y="35342"/>
                  <a:pt x="534001" y="34159"/>
                  <a:pt x="537154" y="33423"/>
                </a:cubicBezTo>
                <a:cubicBezTo>
                  <a:pt x="540308" y="32687"/>
                  <a:pt x="543409" y="32319"/>
                  <a:pt x="546456" y="32319"/>
                </a:cubicBezTo>
                <a:cubicBezTo>
                  <a:pt x="549399" y="32319"/>
                  <a:pt x="552000" y="32661"/>
                  <a:pt x="554260" y="33344"/>
                </a:cubicBezTo>
                <a:cubicBezTo>
                  <a:pt x="556520" y="34027"/>
                  <a:pt x="559016" y="35262"/>
                  <a:pt x="561749" y="37049"/>
                </a:cubicBezTo>
                <a:cubicBezTo>
                  <a:pt x="562169" y="37259"/>
                  <a:pt x="562721" y="37233"/>
                  <a:pt x="563404" y="36972"/>
                </a:cubicBezTo>
                <a:cubicBezTo>
                  <a:pt x="564087" y="36709"/>
                  <a:pt x="564639" y="35841"/>
                  <a:pt x="565059" y="34369"/>
                </a:cubicBezTo>
                <a:cubicBezTo>
                  <a:pt x="565165" y="33949"/>
                  <a:pt x="565480" y="33686"/>
                  <a:pt x="566004" y="33582"/>
                </a:cubicBezTo>
                <a:cubicBezTo>
                  <a:pt x="566530" y="33476"/>
                  <a:pt x="567056" y="33450"/>
                  <a:pt x="567582" y="33503"/>
                </a:cubicBezTo>
                <a:cubicBezTo>
                  <a:pt x="568108" y="33554"/>
                  <a:pt x="568581" y="33686"/>
                  <a:pt x="569002" y="33897"/>
                </a:cubicBezTo>
                <a:cubicBezTo>
                  <a:pt x="569422" y="34107"/>
                  <a:pt x="569579" y="34370"/>
                  <a:pt x="569473" y="34684"/>
                </a:cubicBezTo>
                <a:close/>
                <a:moveTo>
                  <a:pt x="600516" y="65899"/>
                </a:moveTo>
                <a:cubicBezTo>
                  <a:pt x="599990" y="65899"/>
                  <a:pt x="599701" y="66083"/>
                  <a:pt x="599648" y="66452"/>
                </a:cubicBezTo>
                <a:cubicBezTo>
                  <a:pt x="599597" y="66819"/>
                  <a:pt x="599571" y="67266"/>
                  <a:pt x="599571" y="67792"/>
                </a:cubicBezTo>
                <a:cubicBezTo>
                  <a:pt x="599571" y="73258"/>
                  <a:pt x="600175" y="77882"/>
                  <a:pt x="601382" y="81665"/>
                </a:cubicBezTo>
                <a:cubicBezTo>
                  <a:pt x="602592" y="85448"/>
                  <a:pt x="604273" y="88523"/>
                  <a:pt x="606427" y="90888"/>
                </a:cubicBezTo>
                <a:cubicBezTo>
                  <a:pt x="608582" y="93252"/>
                  <a:pt x="611158" y="94960"/>
                  <a:pt x="614154" y="96012"/>
                </a:cubicBezTo>
                <a:cubicBezTo>
                  <a:pt x="617150" y="97063"/>
                  <a:pt x="620381" y="97588"/>
                  <a:pt x="623848" y="97588"/>
                </a:cubicBezTo>
                <a:cubicBezTo>
                  <a:pt x="627421" y="97588"/>
                  <a:pt x="630890" y="97299"/>
                  <a:pt x="634253" y="96722"/>
                </a:cubicBezTo>
                <a:cubicBezTo>
                  <a:pt x="637617" y="96143"/>
                  <a:pt x="640508" y="94855"/>
                  <a:pt x="642925" y="92858"/>
                </a:cubicBezTo>
                <a:cubicBezTo>
                  <a:pt x="643451" y="92438"/>
                  <a:pt x="644002" y="92281"/>
                  <a:pt x="644580" y="92387"/>
                </a:cubicBezTo>
                <a:cubicBezTo>
                  <a:pt x="645159" y="92491"/>
                  <a:pt x="645632" y="92753"/>
                  <a:pt x="645999" y="93174"/>
                </a:cubicBezTo>
                <a:cubicBezTo>
                  <a:pt x="646366" y="93594"/>
                  <a:pt x="646602" y="94067"/>
                  <a:pt x="646706" y="94593"/>
                </a:cubicBezTo>
                <a:cubicBezTo>
                  <a:pt x="646812" y="95119"/>
                  <a:pt x="646708" y="95592"/>
                  <a:pt x="646394" y="96012"/>
                </a:cubicBezTo>
                <a:cubicBezTo>
                  <a:pt x="643031" y="100426"/>
                  <a:pt x="639247" y="103473"/>
                  <a:pt x="635042" y="105156"/>
                </a:cubicBezTo>
                <a:cubicBezTo>
                  <a:pt x="630838" y="106837"/>
                  <a:pt x="625636" y="107677"/>
                  <a:pt x="619434" y="107677"/>
                </a:cubicBezTo>
                <a:cubicBezTo>
                  <a:pt x="613128" y="107677"/>
                  <a:pt x="607689" y="106731"/>
                  <a:pt x="603117" y="104841"/>
                </a:cubicBezTo>
                <a:cubicBezTo>
                  <a:pt x="598545" y="102948"/>
                  <a:pt x="594761" y="100294"/>
                  <a:pt x="591765" y="96878"/>
                </a:cubicBezTo>
                <a:cubicBezTo>
                  <a:pt x="588771" y="93462"/>
                  <a:pt x="586564" y="89469"/>
                  <a:pt x="585145" y="84898"/>
                </a:cubicBezTo>
                <a:cubicBezTo>
                  <a:pt x="583725" y="80326"/>
                  <a:pt x="583016" y="75359"/>
                  <a:pt x="583016" y="69998"/>
                </a:cubicBezTo>
                <a:cubicBezTo>
                  <a:pt x="583016" y="64848"/>
                  <a:pt x="583883" y="59962"/>
                  <a:pt x="585616" y="55338"/>
                </a:cubicBezTo>
                <a:cubicBezTo>
                  <a:pt x="587351" y="50713"/>
                  <a:pt x="589796" y="46719"/>
                  <a:pt x="592948" y="43356"/>
                </a:cubicBezTo>
                <a:cubicBezTo>
                  <a:pt x="596101" y="39993"/>
                  <a:pt x="599832" y="37313"/>
                  <a:pt x="604142" y="35317"/>
                </a:cubicBezTo>
                <a:cubicBezTo>
                  <a:pt x="608451" y="33318"/>
                  <a:pt x="613233" y="32319"/>
                  <a:pt x="618489" y="32319"/>
                </a:cubicBezTo>
                <a:cubicBezTo>
                  <a:pt x="622902" y="32319"/>
                  <a:pt x="626922" y="33082"/>
                  <a:pt x="630548" y="34607"/>
                </a:cubicBezTo>
                <a:cubicBezTo>
                  <a:pt x="634174" y="36130"/>
                  <a:pt x="637248" y="38232"/>
                  <a:pt x="639771" y="40912"/>
                </a:cubicBezTo>
                <a:cubicBezTo>
                  <a:pt x="642294" y="43592"/>
                  <a:pt x="644265" y="46798"/>
                  <a:pt x="645684" y="50530"/>
                </a:cubicBezTo>
                <a:cubicBezTo>
                  <a:pt x="647103" y="54260"/>
                  <a:pt x="647813" y="58280"/>
                  <a:pt x="647813" y="62589"/>
                </a:cubicBezTo>
                <a:cubicBezTo>
                  <a:pt x="647813" y="64796"/>
                  <a:pt x="647025" y="65899"/>
                  <a:pt x="645448" y="65899"/>
                </a:cubicBezTo>
                <a:lnTo>
                  <a:pt x="600516" y="65899"/>
                </a:lnTo>
                <a:moveTo>
                  <a:pt x="629367" y="60383"/>
                </a:moveTo>
                <a:cubicBezTo>
                  <a:pt x="630837" y="60383"/>
                  <a:pt x="631678" y="59858"/>
                  <a:pt x="631888" y="58807"/>
                </a:cubicBezTo>
                <a:cubicBezTo>
                  <a:pt x="632100" y="57755"/>
                  <a:pt x="632205" y="56493"/>
                  <a:pt x="632205" y="55021"/>
                </a:cubicBezTo>
                <a:cubicBezTo>
                  <a:pt x="632205" y="52814"/>
                  <a:pt x="631864" y="50686"/>
                  <a:pt x="631181" y="48636"/>
                </a:cubicBezTo>
                <a:cubicBezTo>
                  <a:pt x="630497" y="46587"/>
                  <a:pt x="629525" y="44774"/>
                  <a:pt x="628263" y="43197"/>
                </a:cubicBezTo>
                <a:cubicBezTo>
                  <a:pt x="627002" y="41621"/>
                  <a:pt x="625479" y="40359"/>
                  <a:pt x="623692" y="39413"/>
                </a:cubicBezTo>
                <a:cubicBezTo>
                  <a:pt x="621905" y="38467"/>
                  <a:pt x="619856" y="37994"/>
                  <a:pt x="617543" y="37994"/>
                </a:cubicBezTo>
                <a:cubicBezTo>
                  <a:pt x="614705" y="37994"/>
                  <a:pt x="612261" y="38494"/>
                  <a:pt x="610211" y="39493"/>
                </a:cubicBezTo>
                <a:cubicBezTo>
                  <a:pt x="608161" y="40492"/>
                  <a:pt x="606427" y="41806"/>
                  <a:pt x="605008" y="43435"/>
                </a:cubicBezTo>
                <a:cubicBezTo>
                  <a:pt x="603590" y="45063"/>
                  <a:pt x="602513" y="46981"/>
                  <a:pt x="601777" y="49190"/>
                </a:cubicBezTo>
                <a:cubicBezTo>
                  <a:pt x="601041" y="51396"/>
                  <a:pt x="600516" y="53708"/>
                  <a:pt x="600201" y="56125"/>
                </a:cubicBezTo>
                <a:cubicBezTo>
                  <a:pt x="599991" y="57387"/>
                  <a:pt x="599912" y="58413"/>
                  <a:pt x="599963" y="59202"/>
                </a:cubicBezTo>
                <a:cubicBezTo>
                  <a:pt x="600016" y="59989"/>
                  <a:pt x="600253" y="60383"/>
                  <a:pt x="600673" y="60383"/>
                </a:cubicBezTo>
                <a:lnTo>
                  <a:pt x="629367" y="60383"/>
                </a:lnTo>
                <a:close/>
                <a:moveTo>
                  <a:pt x="683741" y="87025"/>
                </a:moveTo>
                <a:cubicBezTo>
                  <a:pt x="683741" y="89653"/>
                  <a:pt x="683820" y="91861"/>
                  <a:pt x="683977" y="93647"/>
                </a:cubicBezTo>
                <a:cubicBezTo>
                  <a:pt x="684136" y="95434"/>
                  <a:pt x="684688" y="96905"/>
                  <a:pt x="685632" y="98062"/>
                </a:cubicBezTo>
                <a:cubicBezTo>
                  <a:pt x="686578" y="99218"/>
                  <a:pt x="688050" y="100111"/>
                  <a:pt x="690046" y="100742"/>
                </a:cubicBezTo>
                <a:cubicBezTo>
                  <a:pt x="692045" y="101372"/>
                  <a:pt x="694935" y="101845"/>
                  <a:pt x="698719" y="102161"/>
                </a:cubicBezTo>
                <a:cubicBezTo>
                  <a:pt x="699349" y="102265"/>
                  <a:pt x="699821" y="102554"/>
                  <a:pt x="700136" y="103027"/>
                </a:cubicBezTo>
                <a:cubicBezTo>
                  <a:pt x="700451" y="103500"/>
                  <a:pt x="700609" y="104052"/>
                  <a:pt x="700609" y="104682"/>
                </a:cubicBezTo>
                <a:cubicBezTo>
                  <a:pt x="700609" y="105208"/>
                  <a:pt x="700451" y="105707"/>
                  <a:pt x="700136" y="106181"/>
                </a:cubicBezTo>
                <a:cubicBezTo>
                  <a:pt x="699821" y="106654"/>
                  <a:pt x="699349" y="106890"/>
                  <a:pt x="698719" y="106890"/>
                </a:cubicBezTo>
                <a:cubicBezTo>
                  <a:pt x="694199" y="106890"/>
                  <a:pt x="690205" y="106706"/>
                  <a:pt x="686736" y="106337"/>
                </a:cubicBezTo>
                <a:cubicBezTo>
                  <a:pt x="683267" y="105970"/>
                  <a:pt x="679957" y="105786"/>
                  <a:pt x="676804" y="105786"/>
                </a:cubicBezTo>
                <a:cubicBezTo>
                  <a:pt x="673441" y="105786"/>
                  <a:pt x="670103" y="105970"/>
                  <a:pt x="666792" y="106337"/>
                </a:cubicBezTo>
                <a:cubicBezTo>
                  <a:pt x="663481" y="106706"/>
                  <a:pt x="660145" y="106890"/>
                  <a:pt x="656782" y="106890"/>
                </a:cubicBezTo>
                <a:cubicBezTo>
                  <a:pt x="656257" y="106890"/>
                  <a:pt x="655837" y="106654"/>
                  <a:pt x="655521" y="106181"/>
                </a:cubicBezTo>
                <a:cubicBezTo>
                  <a:pt x="655205" y="105707"/>
                  <a:pt x="655047" y="105208"/>
                  <a:pt x="655047" y="104682"/>
                </a:cubicBezTo>
                <a:cubicBezTo>
                  <a:pt x="655047" y="104052"/>
                  <a:pt x="655205" y="103500"/>
                  <a:pt x="655521" y="103027"/>
                </a:cubicBezTo>
                <a:cubicBezTo>
                  <a:pt x="655837" y="102554"/>
                  <a:pt x="656310" y="102265"/>
                  <a:pt x="656941" y="102161"/>
                </a:cubicBezTo>
                <a:cubicBezTo>
                  <a:pt x="659883" y="101845"/>
                  <a:pt x="662169" y="101372"/>
                  <a:pt x="663797" y="100742"/>
                </a:cubicBezTo>
                <a:cubicBezTo>
                  <a:pt x="665426" y="100111"/>
                  <a:pt x="666609" y="99244"/>
                  <a:pt x="667345" y="98141"/>
                </a:cubicBezTo>
                <a:cubicBezTo>
                  <a:pt x="668081" y="97036"/>
                  <a:pt x="668528" y="95670"/>
                  <a:pt x="668685" y="94042"/>
                </a:cubicBezTo>
                <a:cubicBezTo>
                  <a:pt x="668844" y="92413"/>
                  <a:pt x="668923" y="90389"/>
                  <a:pt x="668923" y="87970"/>
                </a:cubicBezTo>
                <a:lnTo>
                  <a:pt x="668923" y="64953"/>
                </a:lnTo>
                <a:cubicBezTo>
                  <a:pt x="668923" y="59804"/>
                  <a:pt x="668817" y="55731"/>
                  <a:pt x="668605" y="52735"/>
                </a:cubicBezTo>
                <a:cubicBezTo>
                  <a:pt x="668395" y="49740"/>
                  <a:pt x="667896" y="47428"/>
                  <a:pt x="667107" y="45800"/>
                </a:cubicBezTo>
                <a:cubicBezTo>
                  <a:pt x="666319" y="44171"/>
                  <a:pt x="665084" y="43093"/>
                  <a:pt x="663402" y="42567"/>
                </a:cubicBezTo>
                <a:cubicBezTo>
                  <a:pt x="661721" y="42041"/>
                  <a:pt x="659410" y="41673"/>
                  <a:pt x="656467" y="41463"/>
                </a:cubicBezTo>
                <a:cubicBezTo>
                  <a:pt x="655942" y="41463"/>
                  <a:pt x="655549" y="41201"/>
                  <a:pt x="655286" y="40676"/>
                </a:cubicBezTo>
                <a:cubicBezTo>
                  <a:pt x="655023" y="40150"/>
                  <a:pt x="654891" y="39624"/>
                  <a:pt x="654891" y="39098"/>
                </a:cubicBezTo>
                <a:cubicBezTo>
                  <a:pt x="654891" y="38574"/>
                  <a:pt x="655023" y="38049"/>
                  <a:pt x="655286" y="37522"/>
                </a:cubicBezTo>
                <a:cubicBezTo>
                  <a:pt x="655549" y="36996"/>
                  <a:pt x="655995" y="36733"/>
                  <a:pt x="656626" y="36733"/>
                </a:cubicBezTo>
                <a:cubicBezTo>
                  <a:pt x="658728" y="36523"/>
                  <a:pt x="661644" y="36287"/>
                  <a:pt x="665375" y="36024"/>
                </a:cubicBezTo>
                <a:cubicBezTo>
                  <a:pt x="669107" y="35761"/>
                  <a:pt x="672916" y="35104"/>
                  <a:pt x="676804" y="34054"/>
                </a:cubicBezTo>
                <a:cubicBezTo>
                  <a:pt x="678276" y="33633"/>
                  <a:pt x="679485" y="33581"/>
                  <a:pt x="680431" y="33897"/>
                </a:cubicBezTo>
                <a:cubicBezTo>
                  <a:pt x="681377" y="34212"/>
                  <a:pt x="681798" y="35105"/>
                  <a:pt x="681692" y="36577"/>
                </a:cubicBezTo>
                <a:lnTo>
                  <a:pt x="681377" y="46666"/>
                </a:lnTo>
                <a:cubicBezTo>
                  <a:pt x="681377" y="46876"/>
                  <a:pt x="681429" y="47008"/>
                  <a:pt x="681533" y="47061"/>
                </a:cubicBezTo>
                <a:cubicBezTo>
                  <a:pt x="681639" y="47114"/>
                  <a:pt x="681797" y="47034"/>
                  <a:pt x="682007" y="46823"/>
                </a:cubicBezTo>
                <a:cubicBezTo>
                  <a:pt x="684214" y="42409"/>
                  <a:pt x="686920" y="38889"/>
                  <a:pt x="690126" y="36262"/>
                </a:cubicBezTo>
                <a:cubicBezTo>
                  <a:pt x="693332" y="33633"/>
                  <a:pt x="697614" y="32319"/>
                  <a:pt x="702974" y="32319"/>
                </a:cubicBezTo>
                <a:cubicBezTo>
                  <a:pt x="707389" y="32319"/>
                  <a:pt x="710647" y="33449"/>
                  <a:pt x="712748" y="35709"/>
                </a:cubicBezTo>
                <a:cubicBezTo>
                  <a:pt x="714851" y="37968"/>
                  <a:pt x="715902" y="40728"/>
                  <a:pt x="715902" y="43986"/>
                </a:cubicBezTo>
                <a:cubicBezTo>
                  <a:pt x="715902" y="45773"/>
                  <a:pt x="715219" y="47402"/>
                  <a:pt x="713852" y="48874"/>
                </a:cubicBezTo>
                <a:cubicBezTo>
                  <a:pt x="712486" y="50345"/>
                  <a:pt x="710542" y="51080"/>
                  <a:pt x="708021" y="51080"/>
                </a:cubicBezTo>
                <a:cubicBezTo>
                  <a:pt x="705603" y="51080"/>
                  <a:pt x="703920" y="50502"/>
                  <a:pt x="702974" y="49346"/>
                </a:cubicBezTo>
                <a:cubicBezTo>
                  <a:pt x="702030" y="48190"/>
                  <a:pt x="701557" y="46928"/>
                  <a:pt x="701557" y="45562"/>
                </a:cubicBezTo>
                <a:cubicBezTo>
                  <a:pt x="701557" y="44091"/>
                  <a:pt x="701268" y="42936"/>
                  <a:pt x="700689" y="42096"/>
                </a:cubicBezTo>
                <a:cubicBezTo>
                  <a:pt x="700111" y="41254"/>
                  <a:pt x="698877" y="40833"/>
                  <a:pt x="696984" y="40833"/>
                </a:cubicBezTo>
                <a:cubicBezTo>
                  <a:pt x="694988" y="40833"/>
                  <a:pt x="693175" y="41489"/>
                  <a:pt x="691545" y="42803"/>
                </a:cubicBezTo>
                <a:cubicBezTo>
                  <a:pt x="689916" y="44116"/>
                  <a:pt x="688523" y="45667"/>
                  <a:pt x="687367" y="47455"/>
                </a:cubicBezTo>
                <a:cubicBezTo>
                  <a:pt x="686210" y="49242"/>
                  <a:pt x="685317" y="51081"/>
                  <a:pt x="684687" y="52974"/>
                </a:cubicBezTo>
                <a:cubicBezTo>
                  <a:pt x="684057" y="54864"/>
                  <a:pt x="683741" y="56335"/>
                  <a:pt x="683741" y="57385"/>
                </a:cubicBezTo>
                <a:lnTo>
                  <a:pt x="683741" y="87025"/>
                </a:lnTo>
                <a:close/>
                <a:moveTo>
                  <a:pt x="745211" y="87025"/>
                </a:moveTo>
                <a:cubicBezTo>
                  <a:pt x="745211" y="89653"/>
                  <a:pt x="745263" y="91861"/>
                  <a:pt x="745367" y="93647"/>
                </a:cubicBezTo>
                <a:cubicBezTo>
                  <a:pt x="745473" y="95434"/>
                  <a:pt x="745841" y="96905"/>
                  <a:pt x="746471" y="98062"/>
                </a:cubicBezTo>
                <a:cubicBezTo>
                  <a:pt x="747101" y="99218"/>
                  <a:pt x="748073" y="100111"/>
                  <a:pt x="749387" y="100742"/>
                </a:cubicBezTo>
                <a:cubicBezTo>
                  <a:pt x="750702" y="101372"/>
                  <a:pt x="752568" y="101845"/>
                  <a:pt x="754984" y="102161"/>
                </a:cubicBezTo>
                <a:cubicBezTo>
                  <a:pt x="755615" y="102265"/>
                  <a:pt x="756088" y="102554"/>
                  <a:pt x="756404" y="103027"/>
                </a:cubicBezTo>
                <a:cubicBezTo>
                  <a:pt x="756720" y="103500"/>
                  <a:pt x="756878" y="104052"/>
                  <a:pt x="756878" y="104682"/>
                </a:cubicBezTo>
                <a:cubicBezTo>
                  <a:pt x="756878" y="105208"/>
                  <a:pt x="756720" y="105707"/>
                  <a:pt x="756404" y="106181"/>
                </a:cubicBezTo>
                <a:cubicBezTo>
                  <a:pt x="756088" y="106654"/>
                  <a:pt x="755615" y="106890"/>
                  <a:pt x="754984" y="106890"/>
                </a:cubicBezTo>
                <a:cubicBezTo>
                  <a:pt x="753092" y="106890"/>
                  <a:pt x="750622" y="106706"/>
                  <a:pt x="747573" y="106337"/>
                </a:cubicBezTo>
                <a:cubicBezTo>
                  <a:pt x="744526" y="105970"/>
                  <a:pt x="741426" y="105786"/>
                  <a:pt x="738273" y="105786"/>
                </a:cubicBezTo>
                <a:cubicBezTo>
                  <a:pt x="734910" y="105786"/>
                  <a:pt x="731625" y="105970"/>
                  <a:pt x="728419" y="106337"/>
                </a:cubicBezTo>
                <a:cubicBezTo>
                  <a:pt x="725214" y="106706"/>
                  <a:pt x="722139" y="106890"/>
                  <a:pt x="719196" y="106890"/>
                </a:cubicBezTo>
                <a:cubicBezTo>
                  <a:pt x="718672" y="106890"/>
                  <a:pt x="718252" y="106654"/>
                  <a:pt x="717936" y="106181"/>
                </a:cubicBezTo>
                <a:cubicBezTo>
                  <a:pt x="717622" y="105707"/>
                  <a:pt x="717464" y="105208"/>
                  <a:pt x="717464" y="104682"/>
                </a:cubicBezTo>
                <a:cubicBezTo>
                  <a:pt x="717464" y="104052"/>
                  <a:pt x="717622" y="103500"/>
                  <a:pt x="717936" y="103027"/>
                </a:cubicBezTo>
                <a:cubicBezTo>
                  <a:pt x="718252" y="102554"/>
                  <a:pt x="718725" y="102265"/>
                  <a:pt x="719355" y="102161"/>
                </a:cubicBezTo>
                <a:cubicBezTo>
                  <a:pt x="722088" y="101845"/>
                  <a:pt x="724216" y="101372"/>
                  <a:pt x="725740" y="100742"/>
                </a:cubicBezTo>
                <a:cubicBezTo>
                  <a:pt x="727263" y="100111"/>
                  <a:pt x="728367" y="99244"/>
                  <a:pt x="729050" y="98141"/>
                </a:cubicBezTo>
                <a:cubicBezTo>
                  <a:pt x="729733" y="97036"/>
                  <a:pt x="730127" y="95670"/>
                  <a:pt x="730231" y="94042"/>
                </a:cubicBezTo>
                <a:cubicBezTo>
                  <a:pt x="730337" y="92413"/>
                  <a:pt x="730390" y="90389"/>
                  <a:pt x="730390" y="87970"/>
                </a:cubicBezTo>
                <a:lnTo>
                  <a:pt x="730390" y="62589"/>
                </a:lnTo>
                <a:cubicBezTo>
                  <a:pt x="730390" y="58069"/>
                  <a:pt x="730285" y="54443"/>
                  <a:pt x="730075" y="51711"/>
                </a:cubicBezTo>
                <a:cubicBezTo>
                  <a:pt x="729864" y="48978"/>
                  <a:pt x="729391" y="46903"/>
                  <a:pt x="728655" y="45485"/>
                </a:cubicBezTo>
                <a:cubicBezTo>
                  <a:pt x="727921" y="44066"/>
                  <a:pt x="726817" y="43093"/>
                  <a:pt x="725345" y="42567"/>
                </a:cubicBezTo>
                <a:cubicBezTo>
                  <a:pt x="723875" y="42041"/>
                  <a:pt x="721878" y="41621"/>
                  <a:pt x="719355" y="41306"/>
                </a:cubicBezTo>
                <a:cubicBezTo>
                  <a:pt x="718725" y="41306"/>
                  <a:pt x="718252" y="41043"/>
                  <a:pt x="717936" y="40517"/>
                </a:cubicBezTo>
                <a:cubicBezTo>
                  <a:pt x="717622" y="39991"/>
                  <a:pt x="717464" y="39466"/>
                  <a:pt x="717464" y="38942"/>
                </a:cubicBezTo>
                <a:cubicBezTo>
                  <a:pt x="717464" y="38416"/>
                  <a:pt x="717622" y="37891"/>
                  <a:pt x="717936" y="37366"/>
                </a:cubicBezTo>
                <a:cubicBezTo>
                  <a:pt x="718252" y="36840"/>
                  <a:pt x="718725" y="36577"/>
                  <a:pt x="719355" y="36577"/>
                </a:cubicBezTo>
                <a:cubicBezTo>
                  <a:pt x="720406" y="36471"/>
                  <a:pt x="721693" y="36366"/>
                  <a:pt x="723216" y="36262"/>
                </a:cubicBezTo>
                <a:cubicBezTo>
                  <a:pt x="724741" y="36156"/>
                  <a:pt x="726344" y="36025"/>
                  <a:pt x="728025" y="35867"/>
                </a:cubicBezTo>
                <a:cubicBezTo>
                  <a:pt x="729707" y="35709"/>
                  <a:pt x="731415" y="35499"/>
                  <a:pt x="733149" y="35237"/>
                </a:cubicBezTo>
                <a:cubicBezTo>
                  <a:pt x="734884" y="34974"/>
                  <a:pt x="736435" y="34685"/>
                  <a:pt x="737801" y="34369"/>
                </a:cubicBezTo>
                <a:cubicBezTo>
                  <a:pt x="738958" y="34159"/>
                  <a:pt x="739877" y="33922"/>
                  <a:pt x="740561" y="33659"/>
                </a:cubicBezTo>
                <a:cubicBezTo>
                  <a:pt x="741244" y="33396"/>
                  <a:pt x="741795" y="33265"/>
                  <a:pt x="742216" y="33265"/>
                </a:cubicBezTo>
                <a:cubicBezTo>
                  <a:pt x="743476" y="33265"/>
                  <a:pt x="744290" y="33633"/>
                  <a:pt x="744657" y="34369"/>
                </a:cubicBezTo>
                <a:cubicBezTo>
                  <a:pt x="745026" y="35105"/>
                  <a:pt x="745211" y="35788"/>
                  <a:pt x="745211" y="36418"/>
                </a:cubicBezTo>
                <a:lnTo>
                  <a:pt x="745211" y="87025"/>
                </a:lnTo>
                <a:moveTo>
                  <a:pt x="736854" y="17186"/>
                </a:moveTo>
                <a:cubicBezTo>
                  <a:pt x="734227" y="17186"/>
                  <a:pt x="731967" y="16371"/>
                  <a:pt x="730075" y="14741"/>
                </a:cubicBezTo>
                <a:cubicBezTo>
                  <a:pt x="728184" y="13112"/>
                  <a:pt x="727238" y="11089"/>
                  <a:pt x="727238" y="8672"/>
                </a:cubicBezTo>
                <a:cubicBezTo>
                  <a:pt x="727238" y="6254"/>
                  <a:pt x="728132" y="4204"/>
                  <a:pt x="729918" y="2523"/>
                </a:cubicBezTo>
                <a:cubicBezTo>
                  <a:pt x="731705" y="841"/>
                  <a:pt x="733911" y="0"/>
                  <a:pt x="736538" y="0"/>
                </a:cubicBezTo>
                <a:cubicBezTo>
                  <a:pt x="739061" y="0"/>
                  <a:pt x="741137" y="868"/>
                  <a:pt x="742766" y="2603"/>
                </a:cubicBezTo>
                <a:cubicBezTo>
                  <a:pt x="744396" y="4336"/>
                  <a:pt x="745211" y="6412"/>
                  <a:pt x="745211" y="8829"/>
                </a:cubicBezTo>
                <a:cubicBezTo>
                  <a:pt x="745211" y="11141"/>
                  <a:pt x="744422" y="13112"/>
                  <a:pt x="742846" y="14741"/>
                </a:cubicBezTo>
                <a:cubicBezTo>
                  <a:pt x="741269" y="16371"/>
                  <a:pt x="739272" y="17186"/>
                  <a:pt x="736854" y="17186"/>
                </a:cubicBezTo>
                <a:close/>
                <a:moveTo>
                  <a:pt x="838683" y="67948"/>
                </a:moveTo>
                <a:cubicBezTo>
                  <a:pt x="838683" y="74360"/>
                  <a:pt x="837790" y="80036"/>
                  <a:pt x="836003" y="84975"/>
                </a:cubicBezTo>
                <a:cubicBezTo>
                  <a:pt x="834217" y="89915"/>
                  <a:pt x="831668" y="94067"/>
                  <a:pt x="828356" y="97431"/>
                </a:cubicBezTo>
                <a:cubicBezTo>
                  <a:pt x="825046" y="100794"/>
                  <a:pt x="821078" y="103343"/>
                  <a:pt x="816453" y="105076"/>
                </a:cubicBezTo>
                <a:cubicBezTo>
                  <a:pt x="811829" y="106810"/>
                  <a:pt x="806680" y="107677"/>
                  <a:pt x="801004" y="107677"/>
                </a:cubicBezTo>
                <a:cubicBezTo>
                  <a:pt x="796065" y="107677"/>
                  <a:pt x="791493" y="106863"/>
                  <a:pt x="787288" y="105235"/>
                </a:cubicBezTo>
                <a:cubicBezTo>
                  <a:pt x="783084" y="103606"/>
                  <a:pt x="779458" y="101188"/>
                  <a:pt x="776409" y="97982"/>
                </a:cubicBezTo>
                <a:cubicBezTo>
                  <a:pt x="773362" y="94776"/>
                  <a:pt x="770945" y="90730"/>
                  <a:pt x="769157" y="85844"/>
                </a:cubicBezTo>
                <a:cubicBezTo>
                  <a:pt x="767370" y="80956"/>
                  <a:pt x="766477" y="75201"/>
                  <a:pt x="766477" y="68579"/>
                </a:cubicBezTo>
                <a:cubicBezTo>
                  <a:pt x="766477" y="63219"/>
                  <a:pt x="767370" y="58306"/>
                  <a:pt x="769157" y="53840"/>
                </a:cubicBezTo>
                <a:cubicBezTo>
                  <a:pt x="770945" y="49373"/>
                  <a:pt x="773441" y="45564"/>
                  <a:pt x="776645" y="42411"/>
                </a:cubicBezTo>
                <a:cubicBezTo>
                  <a:pt x="779851" y="39256"/>
                  <a:pt x="783714" y="36786"/>
                  <a:pt x="788233" y="34999"/>
                </a:cubicBezTo>
                <a:cubicBezTo>
                  <a:pt x="792752" y="33212"/>
                  <a:pt x="797693" y="32319"/>
                  <a:pt x="803054" y="32319"/>
                </a:cubicBezTo>
                <a:cubicBezTo>
                  <a:pt x="808203" y="32319"/>
                  <a:pt x="812958" y="33107"/>
                  <a:pt x="817319" y="34684"/>
                </a:cubicBezTo>
                <a:cubicBezTo>
                  <a:pt x="821681" y="36260"/>
                  <a:pt x="825439" y="38546"/>
                  <a:pt x="828592" y="41542"/>
                </a:cubicBezTo>
                <a:cubicBezTo>
                  <a:pt x="831746" y="44538"/>
                  <a:pt x="834217" y="48243"/>
                  <a:pt x="836003" y="52658"/>
                </a:cubicBezTo>
                <a:cubicBezTo>
                  <a:pt x="837790" y="57072"/>
                  <a:pt x="838683" y="62169"/>
                  <a:pt x="838683" y="67948"/>
                </a:cubicBezTo>
                <a:moveTo>
                  <a:pt x="822130" y="69683"/>
                </a:moveTo>
                <a:cubicBezTo>
                  <a:pt x="822130" y="65690"/>
                  <a:pt x="821867" y="61801"/>
                  <a:pt x="821341" y="58018"/>
                </a:cubicBezTo>
                <a:cubicBezTo>
                  <a:pt x="820815" y="54233"/>
                  <a:pt x="819869" y="50870"/>
                  <a:pt x="818503" y="47927"/>
                </a:cubicBezTo>
                <a:cubicBezTo>
                  <a:pt x="817136" y="44984"/>
                  <a:pt x="815245" y="42619"/>
                  <a:pt x="812828" y="40833"/>
                </a:cubicBezTo>
                <a:cubicBezTo>
                  <a:pt x="810411" y="39046"/>
                  <a:pt x="807310" y="38153"/>
                  <a:pt x="803525" y="38153"/>
                </a:cubicBezTo>
                <a:cubicBezTo>
                  <a:pt x="799322" y="38153"/>
                  <a:pt x="795906" y="39046"/>
                  <a:pt x="793278" y="40833"/>
                </a:cubicBezTo>
                <a:cubicBezTo>
                  <a:pt x="790651" y="42619"/>
                  <a:pt x="788575" y="45010"/>
                  <a:pt x="787052" y="48006"/>
                </a:cubicBezTo>
                <a:cubicBezTo>
                  <a:pt x="785528" y="51002"/>
                  <a:pt x="784477" y="54391"/>
                  <a:pt x="783898" y="58175"/>
                </a:cubicBezTo>
                <a:cubicBezTo>
                  <a:pt x="783321" y="61958"/>
                  <a:pt x="783032" y="65899"/>
                  <a:pt x="783032" y="69998"/>
                </a:cubicBezTo>
                <a:cubicBezTo>
                  <a:pt x="783032" y="73571"/>
                  <a:pt x="783294" y="77250"/>
                  <a:pt x="783819" y="81035"/>
                </a:cubicBezTo>
                <a:cubicBezTo>
                  <a:pt x="784345" y="84818"/>
                  <a:pt x="785343" y="88234"/>
                  <a:pt x="786814" y="91283"/>
                </a:cubicBezTo>
                <a:cubicBezTo>
                  <a:pt x="788286" y="94330"/>
                  <a:pt x="790309" y="96852"/>
                  <a:pt x="792883" y="98851"/>
                </a:cubicBezTo>
                <a:cubicBezTo>
                  <a:pt x="795459" y="100847"/>
                  <a:pt x="798744" y="101846"/>
                  <a:pt x="802739" y="101846"/>
                </a:cubicBezTo>
                <a:cubicBezTo>
                  <a:pt x="806838" y="101846"/>
                  <a:pt x="810148" y="100899"/>
                  <a:pt x="812669" y="99007"/>
                </a:cubicBezTo>
                <a:cubicBezTo>
                  <a:pt x="815192" y="97115"/>
                  <a:pt x="817163" y="94645"/>
                  <a:pt x="818582" y="91598"/>
                </a:cubicBezTo>
                <a:cubicBezTo>
                  <a:pt x="820001" y="88549"/>
                  <a:pt x="820947" y="85107"/>
                  <a:pt x="821421" y="81271"/>
                </a:cubicBezTo>
                <a:cubicBezTo>
                  <a:pt x="821894" y="77435"/>
                  <a:pt x="822130" y="73572"/>
                  <a:pt x="822130" y="69683"/>
                </a:cubicBezTo>
                <a:close/>
                <a:moveTo>
                  <a:pt x="923327" y="78670"/>
                </a:moveTo>
                <a:cubicBezTo>
                  <a:pt x="923327" y="82979"/>
                  <a:pt x="923406" y="86474"/>
                  <a:pt x="923563" y="89154"/>
                </a:cubicBezTo>
                <a:cubicBezTo>
                  <a:pt x="923720" y="91834"/>
                  <a:pt x="924193" y="93936"/>
                  <a:pt x="924982" y="95461"/>
                </a:cubicBezTo>
                <a:cubicBezTo>
                  <a:pt x="925771" y="96985"/>
                  <a:pt x="926954" y="98035"/>
                  <a:pt x="928530" y="98613"/>
                </a:cubicBezTo>
                <a:cubicBezTo>
                  <a:pt x="930107" y="99190"/>
                  <a:pt x="932314" y="99479"/>
                  <a:pt x="935151" y="99479"/>
                </a:cubicBezTo>
                <a:cubicBezTo>
                  <a:pt x="935571" y="99479"/>
                  <a:pt x="935912" y="99715"/>
                  <a:pt x="936175" y="100188"/>
                </a:cubicBezTo>
                <a:cubicBezTo>
                  <a:pt x="936438" y="100661"/>
                  <a:pt x="936570" y="101214"/>
                  <a:pt x="936570" y="101846"/>
                </a:cubicBezTo>
                <a:cubicBezTo>
                  <a:pt x="936570" y="102370"/>
                  <a:pt x="936465" y="102895"/>
                  <a:pt x="936255" y="103421"/>
                </a:cubicBezTo>
                <a:cubicBezTo>
                  <a:pt x="936045" y="103947"/>
                  <a:pt x="935677" y="104210"/>
                  <a:pt x="935151" y="104210"/>
                </a:cubicBezTo>
                <a:cubicBezTo>
                  <a:pt x="934310" y="104210"/>
                  <a:pt x="933601" y="104237"/>
                  <a:pt x="933022" y="104290"/>
                </a:cubicBezTo>
                <a:cubicBezTo>
                  <a:pt x="932444" y="104341"/>
                  <a:pt x="931866" y="104393"/>
                  <a:pt x="931287" y="104446"/>
                </a:cubicBezTo>
                <a:cubicBezTo>
                  <a:pt x="930710" y="104499"/>
                  <a:pt x="930080" y="104578"/>
                  <a:pt x="929396" y="104684"/>
                </a:cubicBezTo>
                <a:cubicBezTo>
                  <a:pt x="928713" y="104789"/>
                  <a:pt x="927846" y="104893"/>
                  <a:pt x="926796" y="104997"/>
                </a:cubicBezTo>
                <a:cubicBezTo>
                  <a:pt x="925954" y="105103"/>
                  <a:pt x="924771" y="105314"/>
                  <a:pt x="923248" y="105630"/>
                </a:cubicBezTo>
                <a:cubicBezTo>
                  <a:pt x="921724" y="105944"/>
                  <a:pt x="920174" y="106258"/>
                  <a:pt x="918598" y="106573"/>
                </a:cubicBezTo>
                <a:cubicBezTo>
                  <a:pt x="917021" y="106889"/>
                  <a:pt x="915550" y="107152"/>
                  <a:pt x="914183" y="107362"/>
                </a:cubicBezTo>
                <a:cubicBezTo>
                  <a:pt x="912817" y="107572"/>
                  <a:pt x="911924" y="107677"/>
                  <a:pt x="911504" y="107677"/>
                </a:cubicBezTo>
                <a:cubicBezTo>
                  <a:pt x="909611" y="107677"/>
                  <a:pt x="908665" y="104734"/>
                  <a:pt x="908665" y="98848"/>
                </a:cubicBezTo>
                <a:cubicBezTo>
                  <a:pt x="908665" y="98638"/>
                  <a:pt x="908560" y="98508"/>
                  <a:pt x="908350" y="98456"/>
                </a:cubicBezTo>
                <a:cubicBezTo>
                  <a:pt x="908140" y="98403"/>
                  <a:pt x="907930" y="98482"/>
                  <a:pt x="907720" y="98692"/>
                </a:cubicBezTo>
                <a:cubicBezTo>
                  <a:pt x="903830" y="102055"/>
                  <a:pt x="899915" y="104393"/>
                  <a:pt x="895973" y="105707"/>
                </a:cubicBezTo>
                <a:cubicBezTo>
                  <a:pt x="892033" y="107020"/>
                  <a:pt x="888223" y="107677"/>
                  <a:pt x="884544" y="107677"/>
                </a:cubicBezTo>
                <a:cubicBezTo>
                  <a:pt x="879709" y="107677"/>
                  <a:pt x="875715" y="107073"/>
                  <a:pt x="872562" y="105865"/>
                </a:cubicBezTo>
                <a:cubicBezTo>
                  <a:pt x="869409" y="104656"/>
                  <a:pt x="866939" y="102895"/>
                  <a:pt x="865153" y="100583"/>
                </a:cubicBezTo>
                <a:cubicBezTo>
                  <a:pt x="863366" y="98270"/>
                  <a:pt x="862105" y="95407"/>
                  <a:pt x="861369" y="91992"/>
                </a:cubicBezTo>
                <a:cubicBezTo>
                  <a:pt x="860632" y="88576"/>
                  <a:pt x="860264" y="84714"/>
                  <a:pt x="860264" y="80405"/>
                </a:cubicBezTo>
                <a:lnTo>
                  <a:pt x="860264" y="62589"/>
                </a:lnTo>
                <a:cubicBezTo>
                  <a:pt x="860264" y="58069"/>
                  <a:pt x="860159" y="54548"/>
                  <a:pt x="859949" y="52026"/>
                </a:cubicBezTo>
                <a:cubicBezTo>
                  <a:pt x="859739" y="49503"/>
                  <a:pt x="859266" y="47612"/>
                  <a:pt x="858530" y="46351"/>
                </a:cubicBezTo>
                <a:cubicBezTo>
                  <a:pt x="857795" y="45089"/>
                  <a:pt x="856692" y="44248"/>
                  <a:pt x="855220" y="43828"/>
                </a:cubicBezTo>
                <a:cubicBezTo>
                  <a:pt x="853749" y="43407"/>
                  <a:pt x="851753" y="43040"/>
                  <a:pt x="849230" y="42726"/>
                </a:cubicBezTo>
                <a:cubicBezTo>
                  <a:pt x="848704" y="42726"/>
                  <a:pt x="848309" y="42463"/>
                  <a:pt x="848046" y="41937"/>
                </a:cubicBezTo>
                <a:cubicBezTo>
                  <a:pt x="847785" y="41411"/>
                  <a:pt x="847628" y="40886"/>
                  <a:pt x="847575" y="40361"/>
                </a:cubicBezTo>
                <a:cubicBezTo>
                  <a:pt x="847522" y="39835"/>
                  <a:pt x="847627" y="39309"/>
                  <a:pt x="847890" y="38783"/>
                </a:cubicBezTo>
                <a:cubicBezTo>
                  <a:pt x="848153" y="38257"/>
                  <a:pt x="848600" y="37994"/>
                  <a:pt x="849230" y="37994"/>
                </a:cubicBezTo>
                <a:cubicBezTo>
                  <a:pt x="850280" y="37890"/>
                  <a:pt x="851672" y="37733"/>
                  <a:pt x="853406" y="37522"/>
                </a:cubicBezTo>
                <a:cubicBezTo>
                  <a:pt x="855141" y="37312"/>
                  <a:pt x="857007" y="36997"/>
                  <a:pt x="859004" y="36577"/>
                </a:cubicBezTo>
                <a:cubicBezTo>
                  <a:pt x="861000" y="36155"/>
                  <a:pt x="863076" y="35709"/>
                  <a:pt x="865229" y="35237"/>
                </a:cubicBezTo>
                <a:cubicBezTo>
                  <a:pt x="867385" y="34764"/>
                  <a:pt x="869409" y="34264"/>
                  <a:pt x="871301" y="33738"/>
                </a:cubicBezTo>
                <a:cubicBezTo>
                  <a:pt x="872772" y="33318"/>
                  <a:pt x="873770" y="33555"/>
                  <a:pt x="874296" y="34448"/>
                </a:cubicBezTo>
                <a:cubicBezTo>
                  <a:pt x="874822" y="35341"/>
                  <a:pt x="875085" y="36103"/>
                  <a:pt x="875085" y="36733"/>
                </a:cubicBezTo>
                <a:lnTo>
                  <a:pt x="875085" y="74256"/>
                </a:lnTo>
                <a:cubicBezTo>
                  <a:pt x="875085" y="78459"/>
                  <a:pt x="875269" y="82032"/>
                  <a:pt x="875636" y="84975"/>
                </a:cubicBezTo>
                <a:cubicBezTo>
                  <a:pt x="876005" y="87918"/>
                  <a:pt x="876662" y="90336"/>
                  <a:pt x="877606" y="92228"/>
                </a:cubicBezTo>
                <a:cubicBezTo>
                  <a:pt x="878552" y="94119"/>
                  <a:pt x="879866" y="95485"/>
                  <a:pt x="881547" y="96327"/>
                </a:cubicBezTo>
                <a:cubicBezTo>
                  <a:pt x="883229" y="97168"/>
                  <a:pt x="885331" y="97588"/>
                  <a:pt x="887854" y="97588"/>
                </a:cubicBezTo>
                <a:cubicBezTo>
                  <a:pt x="891427" y="97588"/>
                  <a:pt x="895158" y="96958"/>
                  <a:pt x="899047" y="95697"/>
                </a:cubicBezTo>
                <a:cubicBezTo>
                  <a:pt x="902936" y="94435"/>
                  <a:pt x="905879" y="92911"/>
                  <a:pt x="907876" y="91124"/>
                </a:cubicBezTo>
                <a:cubicBezTo>
                  <a:pt x="908192" y="90808"/>
                  <a:pt x="908375" y="90230"/>
                  <a:pt x="908427" y="89390"/>
                </a:cubicBezTo>
                <a:cubicBezTo>
                  <a:pt x="908480" y="88549"/>
                  <a:pt x="908506" y="87919"/>
                  <a:pt x="908506" y="87499"/>
                </a:cubicBezTo>
                <a:lnTo>
                  <a:pt x="908506" y="62589"/>
                </a:lnTo>
                <a:cubicBezTo>
                  <a:pt x="908506" y="58069"/>
                  <a:pt x="908453" y="54548"/>
                  <a:pt x="908347" y="52026"/>
                </a:cubicBezTo>
                <a:cubicBezTo>
                  <a:pt x="908243" y="49503"/>
                  <a:pt x="907876" y="47612"/>
                  <a:pt x="907246" y="46351"/>
                </a:cubicBezTo>
                <a:cubicBezTo>
                  <a:pt x="906615" y="45089"/>
                  <a:pt x="905643" y="44248"/>
                  <a:pt x="904330" y="43828"/>
                </a:cubicBezTo>
                <a:cubicBezTo>
                  <a:pt x="903017" y="43407"/>
                  <a:pt x="901099" y="43040"/>
                  <a:pt x="898576" y="42726"/>
                </a:cubicBezTo>
                <a:cubicBezTo>
                  <a:pt x="898050" y="42620"/>
                  <a:pt x="897655" y="42330"/>
                  <a:pt x="897392" y="41857"/>
                </a:cubicBezTo>
                <a:cubicBezTo>
                  <a:pt x="897129" y="41384"/>
                  <a:pt x="896971" y="40859"/>
                  <a:pt x="896918" y="40282"/>
                </a:cubicBezTo>
                <a:cubicBezTo>
                  <a:pt x="896867" y="39703"/>
                  <a:pt x="896972" y="39177"/>
                  <a:pt x="897234" y="38704"/>
                </a:cubicBezTo>
                <a:cubicBezTo>
                  <a:pt x="897497" y="38231"/>
                  <a:pt x="897944" y="37994"/>
                  <a:pt x="898576" y="37994"/>
                </a:cubicBezTo>
                <a:cubicBezTo>
                  <a:pt x="902359" y="37784"/>
                  <a:pt x="905827" y="37312"/>
                  <a:pt x="908980" y="36577"/>
                </a:cubicBezTo>
                <a:cubicBezTo>
                  <a:pt x="912133" y="35841"/>
                  <a:pt x="915654" y="34895"/>
                  <a:pt x="919543" y="33738"/>
                </a:cubicBezTo>
                <a:cubicBezTo>
                  <a:pt x="921014" y="33318"/>
                  <a:pt x="922012" y="33555"/>
                  <a:pt x="922538" y="34448"/>
                </a:cubicBezTo>
                <a:cubicBezTo>
                  <a:pt x="923064" y="35341"/>
                  <a:pt x="923327" y="36103"/>
                  <a:pt x="923327" y="36733"/>
                </a:cubicBezTo>
                <a:lnTo>
                  <a:pt x="923327" y="78670"/>
                </a:lnTo>
                <a:close/>
                <a:moveTo>
                  <a:pt x="992835" y="34684"/>
                </a:moveTo>
                <a:cubicBezTo>
                  <a:pt x="992520" y="35840"/>
                  <a:pt x="992232" y="37259"/>
                  <a:pt x="991969" y="38942"/>
                </a:cubicBezTo>
                <a:cubicBezTo>
                  <a:pt x="991706" y="40622"/>
                  <a:pt x="991574" y="42409"/>
                  <a:pt x="991574" y="44301"/>
                </a:cubicBezTo>
                <a:cubicBezTo>
                  <a:pt x="991574" y="46298"/>
                  <a:pt x="991626" y="48374"/>
                  <a:pt x="991731" y="50530"/>
                </a:cubicBezTo>
                <a:cubicBezTo>
                  <a:pt x="991836" y="52683"/>
                  <a:pt x="991889" y="54338"/>
                  <a:pt x="991889" y="55495"/>
                </a:cubicBezTo>
                <a:cubicBezTo>
                  <a:pt x="991889" y="55811"/>
                  <a:pt x="991679" y="56074"/>
                  <a:pt x="991259" y="56284"/>
                </a:cubicBezTo>
                <a:cubicBezTo>
                  <a:pt x="990839" y="56494"/>
                  <a:pt x="990366" y="56625"/>
                  <a:pt x="989840" y="56678"/>
                </a:cubicBezTo>
                <a:cubicBezTo>
                  <a:pt x="989315" y="56730"/>
                  <a:pt x="988842" y="56677"/>
                  <a:pt x="988420" y="56519"/>
                </a:cubicBezTo>
                <a:cubicBezTo>
                  <a:pt x="988000" y="56362"/>
                  <a:pt x="987738" y="56126"/>
                  <a:pt x="987634" y="55810"/>
                </a:cubicBezTo>
                <a:cubicBezTo>
                  <a:pt x="986478" y="50240"/>
                  <a:pt x="984585" y="45957"/>
                  <a:pt x="981957" y="42962"/>
                </a:cubicBezTo>
                <a:cubicBezTo>
                  <a:pt x="979330" y="39966"/>
                  <a:pt x="975126" y="38468"/>
                  <a:pt x="969347" y="38468"/>
                </a:cubicBezTo>
                <a:cubicBezTo>
                  <a:pt x="965457" y="38468"/>
                  <a:pt x="962252" y="39441"/>
                  <a:pt x="959729" y="41386"/>
                </a:cubicBezTo>
                <a:cubicBezTo>
                  <a:pt x="957206" y="43330"/>
                  <a:pt x="955945" y="45931"/>
                  <a:pt x="955945" y="49190"/>
                </a:cubicBezTo>
                <a:cubicBezTo>
                  <a:pt x="955945" y="51921"/>
                  <a:pt x="956995" y="54022"/>
                  <a:pt x="959096" y="55495"/>
                </a:cubicBezTo>
                <a:cubicBezTo>
                  <a:pt x="961199" y="56965"/>
                  <a:pt x="963984" y="58332"/>
                  <a:pt x="967453" y="59594"/>
                </a:cubicBezTo>
                <a:cubicBezTo>
                  <a:pt x="968926" y="60120"/>
                  <a:pt x="970686" y="60777"/>
                  <a:pt x="972736" y="61566"/>
                </a:cubicBezTo>
                <a:cubicBezTo>
                  <a:pt x="974786" y="62354"/>
                  <a:pt x="976441" y="63010"/>
                  <a:pt x="977701" y="63534"/>
                </a:cubicBezTo>
                <a:cubicBezTo>
                  <a:pt x="980434" y="64796"/>
                  <a:pt x="982982" y="66111"/>
                  <a:pt x="985346" y="67477"/>
                </a:cubicBezTo>
                <a:cubicBezTo>
                  <a:pt x="987712" y="68843"/>
                  <a:pt x="989761" y="70446"/>
                  <a:pt x="991495" y="72286"/>
                </a:cubicBezTo>
                <a:cubicBezTo>
                  <a:pt x="993230" y="74124"/>
                  <a:pt x="994596" y="76199"/>
                  <a:pt x="995594" y="78511"/>
                </a:cubicBezTo>
                <a:cubicBezTo>
                  <a:pt x="996593" y="80824"/>
                  <a:pt x="997093" y="83505"/>
                  <a:pt x="997093" y="86553"/>
                </a:cubicBezTo>
                <a:cubicBezTo>
                  <a:pt x="997093" y="90547"/>
                  <a:pt x="996252" y="93883"/>
                  <a:pt x="994569" y="96563"/>
                </a:cubicBezTo>
                <a:cubicBezTo>
                  <a:pt x="992888" y="99243"/>
                  <a:pt x="990734" y="101397"/>
                  <a:pt x="988105" y="103027"/>
                </a:cubicBezTo>
                <a:cubicBezTo>
                  <a:pt x="985478" y="104656"/>
                  <a:pt x="982483" y="105838"/>
                  <a:pt x="979120" y="106573"/>
                </a:cubicBezTo>
                <a:cubicBezTo>
                  <a:pt x="975757" y="107309"/>
                  <a:pt x="972447" y="107677"/>
                  <a:pt x="969188" y="107677"/>
                </a:cubicBezTo>
                <a:cubicBezTo>
                  <a:pt x="966455" y="107677"/>
                  <a:pt x="963407" y="107362"/>
                  <a:pt x="960044" y="106731"/>
                </a:cubicBezTo>
                <a:cubicBezTo>
                  <a:pt x="956681" y="106101"/>
                  <a:pt x="953738" y="105208"/>
                  <a:pt x="951216" y="104052"/>
                </a:cubicBezTo>
                <a:cubicBezTo>
                  <a:pt x="950585" y="103842"/>
                  <a:pt x="949929" y="103947"/>
                  <a:pt x="949245" y="104367"/>
                </a:cubicBezTo>
                <a:cubicBezTo>
                  <a:pt x="948562" y="104787"/>
                  <a:pt x="948116" y="105575"/>
                  <a:pt x="947905" y="106731"/>
                </a:cubicBezTo>
                <a:cubicBezTo>
                  <a:pt x="947905" y="107047"/>
                  <a:pt x="947669" y="107257"/>
                  <a:pt x="947196" y="107362"/>
                </a:cubicBezTo>
                <a:cubicBezTo>
                  <a:pt x="946723" y="107468"/>
                  <a:pt x="946223" y="107520"/>
                  <a:pt x="945697" y="107520"/>
                </a:cubicBezTo>
                <a:cubicBezTo>
                  <a:pt x="945277" y="107520"/>
                  <a:pt x="944857" y="107441"/>
                  <a:pt x="944437" y="107282"/>
                </a:cubicBezTo>
                <a:cubicBezTo>
                  <a:pt x="944016" y="107125"/>
                  <a:pt x="943806" y="106889"/>
                  <a:pt x="943806" y="106575"/>
                </a:cubicBezTo>
                <a:cubicBezTo>
                  <a:pt x="943806" y="105733"/>
                  <a:pt x="943911" y="104577"/>
                  <a:pt x="944121" y="103106"/>
                </a:cubicBezTo>
                <a:cubicBezTo>
                  <a:pt x="944332" y="101634"/>
                  <a:pt x="944437" y="100268"/>
                  <a:pt x="944437" y="99007"/>
                </a:cubicBezTo>
                <a:cubicBezTo>
                  <a:pt x="944437" y="97745"/>
                  <a:pt x="944357" y="96352"/>
                  <a:pt x="944198" y="94829"/>
                </a:cubicBezTo>
                <a:cubicBezTo>
                  <a:pt x="944041" y="93305"/>
                  <a:pt x="943884" y="91808"/>
                  <a:pt x="943727" y="90337"/>
                </a:cubicBezTo>
                <a:cubicBezTo>
                  <a:pt x="943570" y="88865"/>
                  <a:pt x="943438" y="87551"/>
                  <a:pt x="943332" y="86395"/>
                </a:cubicBezTo>
                <a:cubicBezTo>
                  <a:pt x="943228" y="85238"/>
                  <a:pt x="943176" y="84397"/>
                  <a:pt x="943176" y="83871"/>
                </a:cubicBezTo>
                <a:cubicBezTo>
                  <a:pt x="943176" y="83451"/>
                  <a:pt x="943386" y="83136"/>
                  <a:pt x="943806" y="82926"/>
                </a:cubicBezTo>
                <a:cubicBezTo>
                  <a:pt x="944226" y="82716"/>
                  <a:pt x="944699" y="82585"/>
                  <a:pt x="945223" y="82534"/>
                </a:cubicBezTo>
                <a:cubicBezTo>
                  <a:pt x="945749" y="82481"/>
                  <a:pt x="946249" y="82533"/>
                  <a:pt x="946722" y="82690"/>
                </a:cubicBezTo>
                <a:cubicBezTo>
                  <a:pt x="947195" y="82847"/>
                  <a:pt x="947484" y="83136"/>
                  <a:pt x="947590" y="83556"/>
                </a:cubicBezTo>
                <a:cubicBezTo>
                  <a:pt x="948325" y="86605"/>
                  <a:pt x="949270" y="89285"/>
                  <a:pt x="950427" y="91598"/>
                </a:cubicBezTo>
                <a:cubicBezTo>
                  <a:pt x="951583" y="93909"/>
                  <a:pt x="953028" y="95853"/>
                  <a:pt x="954761" y="97431"/>
                </a:cubicBezTo>
                <a:cubicBezTo>
                  <a:pt x="956497" y="99008"/>
                  <a:pt x="958599" y="100191"/>
                  <a:pt x="961069" y="100980"/>
                </a:cubicBezTo>
                <a:cubicBezTo>
                  <a:pt x="963539" y="101767"/>
                  <a:pt x="966508" y="102161"/>
                  <a:pt x="969977" y="102161"/>
                </a:cubicBezTo>
                <a:cubicBezTo>
                  <a:pt x="973760" y="102161"/>
                  <a:pt x="976834" y="101110"/>
                  <a:pt x="979197" y="99007"/>
                </a:cubicBezTo>
                <a:cubicBezTo>
                  <a:pt x="981563" y="96905"/>
                  <a:pt x="982746" y="93962"/>
                  <a:pt x="982746" y="90179"/>
                </a:cubicBezTo>
                <a:cubicBezTo>
                  <a:pt x="982746" y="86816"/>
                  <a:pt x="981563" y="84162"/>
                  <a:pt x="979197" y="82218"/>
                </a:cubicBezTo>
                <a:cubicBezTo>
                  <a:pt x="976834" y="80273"/>
                  <a:pt x="974075" y="78564"/>
                  <a:pt x="970922" y="77092"/>
                </a:cubicBezTo>
                <a:cubicBezTo>
                  <a:pt x="969450" y="76462"/>
                  <a:pt x="967952" y="75832"/>
                  <a:pt x="966429" y="75201"/>
                </a:cubicBezTo>
                <a:cubicBezTo>
                  <a:pt x="964905" y="74571"/>
                  <a:pt x="963355" y="73941"/>
                  <a:pt x="961779" y="73311"/>
                </a:cubicBezTo>
                <a:cubicBezTo>
                  <a:pt x="959466" y="72364"/>
                  <a:pt x="957180" y="71392"/>
                  <a:pt x="954920" y="70395"/>
                </a:cubicBezTo>
                <a:cubicBezTo>
                  <a:pt x="952661" y="69396"/>
                  <a:pt x="950663" y="68160"/>
                  <a:pt x="948928" y="66688"/>
                </a:cubicBezTo>
                <a:cubicBezTo>
                  <a:pt x="947194" y="65216"/>
                  <a:pt x="945802" y="63376"/>
                  <a:pt x="944752" y="61169"/>
                </a:cubicBezTo>
                <a:cubicBezTo>
                  <a:pt x="943701" y="58963"/>
                  <a:pt x="943176" y="56230"/>
                  <a:pt x="943176" y="52971"/>
                </a:cubicBezTo>
                <a:cubicBezTo>
                  <a:pt x="943176" y="49188"/>
                  <a:pt x="943990" y="45983"/>
                  <a:pt x="945618" y="43356"/>
                </a:cubicBezTo>
                <a:cubicBezTo>
                  <a:pt x="947247" y="40728"/>
                  <a:pt x="949349" y="38599"/>
                  <a:pt x="951923" y="36972"/>
                </a:cubicBezTo>
                <a:cubicBezTo>
                  <a:pt x="954498" y="35342"/>
                  <a:pt x="957363" y="34159"/>
                  <a:pt x="960516" y="33423"/>
                </a:cubicBezTo>
                <a:cubicBezTo>
                  <a:pt x="963670" y="32687"/>
                  <a:pt x="966771" y="32319"/>
                  <a:pt x="969818" y="32319"/>
                </a:cubicBezTo>
                <a:cubicBezTo>
                  <a:pt x="972761" y="32319"/>
                  <a:pt x="975362" y="32661"/>
                  <a:pt x="977622" y="33344"/>
                </a:cubicBezTo>
                <a:cubicBezTo>
                  <a:pt x="979881" y="34027"/>
                  <a:pt x="982378" y="35262"/>
                  <a:pt x="985110" y="37049"/>
                </a:cubicBezTo>
                <a:cubicBezTo>
                  <a:pt x="985531" y="37259"/>
                  <a:pt x="986082" y="37233"/>
                  <a:pt x="986765" y="36972"/>
                </a:cubicBezTo>
                <a:cubicBezTo>
                  <a:pt x="987449" y="36709"/>
                  <a:pt x="988000" y="35841"/>
                  <a:pt x="988420" y="34369"/>
                </a:cubicBezTo>
                <a:cubicBezTo>
                  <a:pt x="988526" y="33949"/>
                  <a:pt x="988841" y="33686"/>
                  <a:pt x="989366" y="33582"/>
                </a:cubicBezTo>
                <a:cubicBezTo>
                  <a:pt x="989892" y="33476"/>
                  <a:pt x="990418" y="33450"/>
                  <a:pt x="990944" y="33503"/>
                </a:cubicBezTo>
                <a:cubicBezTo>
                  <a:pt x="991470" y="33554"/>
                  <a:pt x="991943" y="33686"/>
                  <a:pt x="992363" y="33897"/>
                </a:cubicBezTo>
                <a:cubicBezTo>
                  <a:pt x="992783" y="34107"/>
                  <a:pt x="992941" y="34370"/>
                  <a:pt x="992835" y="34684"/>
                </a:cubicBezTo>
                <a:close/>
                <a:moveTo>
                  <a:pt x="1064852" y="67477"/>
                </a:moveTo>
                <a:cubicBezTo>
                  <a:pt x="1064852" y="71470"/>
                  <a:pt x="1065325" y="75280"/>
                  <a:pt x="1066271" y="78906"/>
                </a:cubicBezTo>
                <a:cubicBezTo>
                  <a:pt x="1067217" y="82532"/>
                  <a:pt x="1068662" y="85738"/>
                  <a:pt x="1070606" y="88524"/>
                </a:cubicBezTo>
                <a:cubicBezTo>
                  <a:pt x="1072551" y="91308"/>
                  <a:pt x="1075048" y="93514"/>
                  <a:pt x="1078095" y="95144"/>
                </a:cubicBezTo>
                <a:cubicBezTo>
                  <a:pt x="1081143" y="96773"/>
                  <a:pt x="1084822" y="97588"/>
                  <a:pt x="1089132" y="97588"/>
                </a:cubicBezTo>
                <a:cubicBezTo>
                  <a:pt x="1092809" y="97588"/>
                  <a:pt x="1096408" y="97299"/>
                  <a:pt x="1099928" y="96722"/>
                </a:cubicBezTo>
                <a:cubicBezTo>
                  <a:pt x="1103450" y="96143"/>
                  <a:pt x="1106420" y="94802"/>
                  <a:pt x="1108838" y="92700"/>
                </a:cubicBezTo>
                <a:cubicBezTo>
                  <a:pt x="1109258" y="92279"/>
                  <a:pt x="1109731" y="92149"/>
                  <a:pt x="1110255" y="92308"/>
                </a:cubicBezTo>
                <a:cubicBezTo>
                  <a:pt x="1110781" y="92465"/>
                  <a:pt x="1111254" y="92728"/>
                  <a:pt x="1111674" y="93097"/>
                </a:cubicBezTo>
                <a:cubicBezTo>
                  <a:pt x="1112095" y="93464"/>
                  <a:pt x="1112383" y="93910"/>
                  <a:pt x="1112540" y="94436"/>
                </a:cubicBezTo>
                <a:cubicBezTo>
                  <a:pt x="1112699" y="94961"/>
                  <a:pt x="1112621" y="95433"/>
                  <a:pt x="1112305" y="95853"/>
                </a:cubicBezTo>
                <a:cubicBezTo>
                  <a:pt x="1108837" y="100479"/>
                  <a:pt x="1104791" y="103606"/>
                  <a:pt x="1100166" y="105235"/>
                </a:cubicBezTo>
                <a:cubicBezTo>
                  <a:pt x="1095542" y="106863"/>
                  <a:pt x="1090077" y="107677"/>
                  <a:pt x="1083769" y="107677"/>
                </a:cubicBezTo>
                <a:cubicBezTo>
                  <a:pt x="1079566" y="107677"/>
                  <a:pt x="1075362" y="107047"/>
                  <a:pt x="1071157" y="105786"/>
                </a:cubicBezTo>
                <a:cubicBezTo>
                  <a:pt x="1066954" y="104524"/>
                  <a:pt x="1063144" y="102421"/>
                  <a:pt x="1059728" y="99479"/>
                </a:cubicBezTo>
                <a:cubicBezTo>
                  <a:pt x="1056312" y="96536"/>
                  <a:pt x="1053553" y="92621"/>
                  <a:pt x="1051450" y="87734"/>
                </a:cubicBezTo>
                <a:cubicBezTo>
                  <a:pt x="1049349" y="82848"/>
                  <a:pt x="1048299" y="76779"/>
                  <a:pt x="1048299" y="69527"/>
                </a:cubicBezTo>
                <a:cubicBezTo>
                  <a:pt x="1048299" y="64375"/>
                  <a:pt x="1049166" y="59514"/>
                  <a:pt x="1050899" y="54944"/>
                </a:cubicBezTo>
                <a:cubicBezTo>
                  <a:pt x="1052633" y="50372"/>
                  <a:pt x="1055155" y="46430"/>
                  <a:pt x="1058465" y="43120"/>
                </a:cubicBezTo>
                <a:cubicBezTo>
                  <a:pt x="1061777" y="39809"/>
                  <a:pt x="1065850" y="37181"/>
                  <a:pt x="1070685" y="35237"/>
                </a:cubicBezTo>
                <a:cubicBezTo>
                  <a:pt x="1075521" y="33292"/>
                  <a:pt x="1081091" y="32319"/>
                  <a:pt x="1087397" y="32319"/>
                </a:cubicBezTo>
                <a:cubicBezTo>
                  <a:pt x="1090444" y="32319"/>
                  <a:pt x="1093413" y="32687"/>
                  <a:pt x="1096303" y="33423"/>
                </a:cubicBezTo>
                <a:cubicBezTo>
                  <a:pt x="1099194" y="34159"/>
                  <a:pt x="1101770" y="35237"/>
                  <a:pt x="1104029" y="36656"/>
                </a:cubicBezTo>
                <a:cubicBezTo>
                  <a:pt x="1106289" y="38074"/>
                  <a:pt x="1108102" y="39834"/>
                  <a:pt x="1109468" y="41937"/>
                </a:cubicBezTo>
                <a:cubicBezTo>
                  <a:pt x="1110835" y="44039"/>
                  <a:pt x="1111518" y="46404"/>
                  <a:pt x="1111518" y="49031"/>
                </a:cubicBezTo>
                <a:cubicBezTo>
                  <a:pt x="1111518" y="50923"/>
                  <a:pt x="1110887" y="52711"/>
                  <a:pt x="1109625" y="54393"/>
                </a:cubicBezTo>
                <a:cubicBezTo>
                  <a:pt x="1108364" y="56074"/>
                  <a:pt x="1106368" y="56914"/>
                  <a:pt x="1103635" y="56914"/>
                </a:cubicBezTo>
                <a:cubicBezTo>
                  <a:pt x="1101428" y="56914"/>
                  <a:pt x="1099615" y="56336"/>
                  <a:pt x="1098196" y="55180"/>
                </a:cubicBezTo>
                <a:cubicBezTo>
                  <a:pt x="1096777" y="54023"/>
                  <a:pt x="1096067" y="52342"/>
                  <a:pt x="1096067" y="50135"/>
                </a:cubicBezTo>
                <a:cubicBezTo>
                  <a:pt x="1096067" y="48663"/>
                  <a:pt x="1096461" y="47454"/>
                  <a:pt x="1097248" y="46510"/>
                </a:cubicBezTo>
                <a:cubicBezTo>
                  <a:pt x="1098037" y="45564"/>
                  <a:pt x="1098432" y="44670"/>
                  <a:pt x="1098432" y="43828"/>
                </a:cubicBezTo>
                <a:cubicBezTo>
                  <a:pt x="1098432" y="41937"/>
                  <a:pt x="1097170" y="40492"/>
                  <a:pt x="1094648" y="39493"/>
                </a:cubicBezTo>
                <a:cubicBezTo>
                  <a:pt x="1092125" y="38494"/>
                  <a:pt x="1089340" y="37994"/>
                  <a:pt x="1086293" y="37994"/>
                </a:cubicBezTo>
                <a:cubicBezTo>
                  <a:pt x="1082300" y="37994"/>
                  <a:pt x="1078962" y="38835"/>
                  <a:pt x="1076281" y="40517"/>
                </a:cubicBezTo>
                <a:cubicBezTo>
                  <a:pt x="1073601" y="42200"/>
                  <a:pt x="1071394" y="44434"/>
                  <a:pt x="1069661" y="47219"/>
                </a:cubicBezTo>
                <a:cubicBezTo>
                  <a:pt x="1067927" y="50004"/>
                  <a:pt x="1066692" y="53156"/>
                  <a:pt x="1065956" y="56678"/>
                </a:cubicBezTo>
                <a:cubicBezTo>
                  <a:pt x="1065220" y="60198"/>
                  <a:pt x="1064852" y="63798"/>
                  <a:pt x="1064852" y="67477"/>
                </a:cubicBezTo>
                <a:close/>
                <a:moveTo>
                  <a:pt x="1194427" y="67948"/>
                </a:moveTo>
                <a:cubicBezTo>
                  <a:pt x="1194427" y="74360"/>
                  <a:pt x="1193534" y="80036"/>
                  <a:pt x="1191748" y="84975"/>
                </a:cubicBezTo>
                <a:cubicBezTo>
                  <a:pt x="1189961" y="89915"/>
                  <a:pt x="1187412" y="94067"/>
                  <a:pt x="1184100" y="97431"/>
                </a:cubicBezTo>
                <a:cubicBezTo>
                  <a:pt x="1180790" y="100794"/>
                  <a:pt x="1176822" y="103343"/>
                  <a:pt x="1172197" y="105076"/>
                </a:cubicBezTo>
                <a:cubicBezTo>
                  <a:pt x="1167574" y="106810"/>
                  <a:pt x="1162424" y="107677"/>
                  <a:pt x="1156749" y="107677"/>
                </a:cubicBezTo>
                <a:cubicBezTo>
                  <a:pt x="1151809" y="107677"/>
                  <a:pt x="1147237" y="106863"/>
                  <a:pt x="1143032" y="105235"/>
                </a:cubicBezTo>
                <a:cubicBezTo>
                  <a:pt x="1138828" y="103606"/>
                  <a:pt x="1135202" y="101188"/>
                  <a:pt x="1132154" y="97982"/>
                </a:cubicBezTo>
                <a:cubicBezTo>
                  <a:pt x="1129107" y="94776"/>
                  <a:pt x="1126689" y="90730"/>
                  <a:pt x="1124901" y="85844"/>
                </a:cubicBezTo>
                <a:cubicBezTo>
                  <a:pt x="1123114" y="80956"/>
                  <a:pt x="1122221" y="75201"/>
                  <a:pt x="1122221" y="68579"/>
                </a:cubicBezTo>
                <a:cubicBezTo>
                  <a:pt x="1122221" y="63219"/>
                  <a:pt x="1123114" y="58306"/>
                  <a:pt x="1124901" y="53840"/>
                </a:cubicBezTo>
                <a:cubicBezTo>
                  <a:pt x="1126689" y="49373"/>
                  <a:pt x="1129185" y="45564"/>
                  <a:pt x="1132390" y="42411"/>
                </a:cubicBezTo>
                <a:cubicBezTo>
                  <a:pt x="1135595" y="39256"/>
                  <a:pt x="1139458" y="36786"/>
                  <a:pt x="1143977" y="34999"/>
                </a:cubicBezTo>
                <a:cubicBezTo>
                  <a:pt x="1148497" y="33212"/>
                  <a:pt x="1153437" y="32319"/>
                  <a:pt x="1158798" y="32319"/>
                </a:cubicBezTo>
                <a:cubicBezTo>
                  <a:pt x="1163948" y="32319"/>
                  <a:pt x="1168703" y="33107"/>
                  <a:pt x="1173063" y="34684"/>
                </a:cubicBezTo>
                <a:cubicBezTo>
                  <a:pt x="1177425" y="36260"/>
                  <a:pt x="1181183" y="38546"/>
                  <a:pt x="1184336" y="41542"/>
                </a:cubicBezTo>
                <a:cubicBezTo>
                  <a:pt x="1187490" y="44538"/>
                  <a:pt x="1189961" y="48243"/>
                  <a:pt x="1191748" y="52658"/>
                </a:cubicBezTo>
                <a:cubicBezTo>
                  <a:pt x="1193534" y="57072"/>
                  <a:pt x="1194427" y="62169"/>
                  <a:pt x="1194427" y="67948"/>
                </a:cubicBezTo>
                <a:moveTo>
                  <a:pt x="1177875" y="69683"/>
                </a:moveTo>
                <a:cubicBezTo>
                  <a:pt x="1177875" y="65690"/>
                  <a:pt x="1177611" y="61801"/>
                  <a:pt x="1177085" y="58018"/>
                </a:cubicBezTo>
                <a:cubicBezTo>
                  <a:pt x="1176559" y="54233"/>
                  <a:pt x="1175613" y="50870"/>
                  <a:pt x="1174247" y="47927"/>
                </a:cubicBezTo>
                <a:cubicBezTo>
                  <a:pt x="1172880" y="44984"/>
                  <a:pt x="1170989" y="42619"/>
                  <a:pt x="1168572" y="40833"/>
                </a:cubicBezTo>
                <a:cubicBezTo>
                  <a:pt x="1166155" y="39046"/>
                  <a:pt x="1163054" y="38153"/>
                  <a:pt x="1159270" y="38153"/>
                </a:cubicBezTo>
                <a:cubicBezTo>
                  <a:pt x="1155066" y="38153"/>
                  <a:pt x="1151650" y="39046"/>
                  <a:pt x="1149022" y="40833"/>
                </a:cubicBezTo>
                <a:cubicBezTo>
                  <a:pt x="1146395" y="42619"/>
                  <a:pt x="1144320" y="45010"/>
                  <a:pt x="1142796" y="48006"/>
                </a:cubicBezTo>
                <a:cubicBezTo>
                  <a:pt x="1141273" y="51002"/>
                  <a:pt x="1140221" y="54391"/>
                  <a:pt x="1139642" y="58175"/>
                </a:cubicBezTo>
                <a:cubicBezTo>
                  <a:pt x="1139065" y="61958"/>
                  <a:pt x="1138776" y="65899"/>
                  <a:pt x="1138776" y="69998"/>
                </a:cubicBezTo>
                <a:cubicBezTo>
                  <a:pt x="1138776" y="73571"/>
                  <a:pt x="1139039" y="77250"/>
                  <a:pt x="1139563" y="81035"/>
                </a:cubicBezTo>
                <a:cubicBezTo>
                  <a:pt x="1140089" y="84818"/>
                  <a:pt x="1141087" y="88234"/>
                  <a:pt x="1142558" y="91283"/>
                </a:cubicBezTo>
                <a:cubicBezTo>
                  <a:pt x="1144030" y="94330"/>
                  <a:pt x="1146053" y="96852"/>
                  <a:pt x="1148627" y="98851"/>
                </a:cubicBezTo>
                <a:cubicBezTo>
                  <a:pt x="1151203" y="100847"/>
                  <a:pt x="1154488" y="101846"/>
                  <a:pt x="1158483" y="101846"/>
                </a:cubicBezTo>
                <a:cubicBezTo>
                  <a:pt x="1162582" y="101846"/>
                  <a:pt x="1165892" y="100899"/>
                  <a:pt x="1168413" y="99007"/>
                </a:cubicBezTo>
                <a:cubicBezTo>
                  <a:pt x="1170936" y="97115"/>
                  <a:pt x="1172907" y="94645"/>
                  <a:pt x="1174326" y="91598"/>
                </a:cubicBezTo>
                <a:cubicBezTo>
                  <a:pt x="1175746" y="88549"/>
                  <a:pt x="1176692" y="85107"/>
                  <a:pt x="1177165" y="81271"/>
                </a:cubicBezTo>
                <a:cubicBezTo>
                  <a:pt x="1177638" y="77435"/>
                  <a:pt x="1177875" y="73572"/>
                  <a:pt x="1177875" y="69683"/>
                </a:cubicBezTo>
                <a:close/>
                <a:moveTo>
                  <a:pt x="1230829" y="87025"/>
                </a:moveTo>
                <a:cubicBezTo>
                  <a:pt x="1230829" y="89653"/>
                  <a:pt x="1230882" y="91861"/>
                  <a:pt x="1230986" y="93647"/>
                </a:cubicBezTo>
                <a:cubicBezTo>
                  <a:pt x="1231092" y="95434"/>
                  <a:pt x="1231381" y="96905"/>
                  <a:pt x="1231854" y="98062"/>
                </a:cubicBezTo>
                <a:cubicBezTo>
                  <a:pt x="1232327" y="99218"/>
                  <a:pt x="1233116" y="100111"/>
                  <a:pt x="1234219" y="100742"/>
                </a:cubicBezTo>
                <a:cubicBezTo>
                  <a:pt x="1235322" y="101372"/>
                  <a:pt x="1236872" y="101845"/>
                  <a:pt x="1238869" y="102161"/>
                </a:cubicBezTo>
                <a:cubicBezTo>
                  <a:pt x="1239499" y="102265"/>
                  <a:pt x="1239972" y="102554"/>
                  <a:pt x="1240288" y="103027"/>
                </a:cubicBezTo>
                <a:cubicBezTo>
                  <a:pt x="1240604" y="103500"/>
                  <a:pt x="1240762" y="104052"/>
                  <a:pt x="1240762" y="104682"/>
                </a:cubicBezTo>
                <a:cubicBezTo>
                  <a:pt x="1240762" y="105208"/>
                  <a:pt x="1240604" y="105707"/>
                  <a:pt x="1240288" y="106181"/>
                </a:cubicBezTo>
                <a:cubicBezTo>
                  <a:pt x="1239972" y="106654"/>
                  <a:pt x="1239499" y="106890"/>
                  <a:pt x="1238869" y="106890"/>
                </a:cubicBezTo>
                <a:cubicBezTo>
                  <a:pt x="1237819" y="106890"/>
                  <a:pt x="1235848" y="106706"/>
                  <a:pt x="1232956" y="106337"/>
                </a:cubicBezTo>
                <a:cubicBezTo>
                  <a:pt x="1230066" y="105970"/>
                  <a:pt x="1227045" y="105786"/>
                  <a:pt x="1223892" y="105786"/>
                </a:cubicBezTo>
                <a:cubicBezTo>
                  <a:pt x="1220529" y="105786"/>
                  <a:pt x="1217271" y="105970"/>
                  <a:pt x="1214118" y="106337"/>
                </a:cubicBezTo>
                <a:cubicBezTo>
                  <a:pt x="1210965" y="106706"/>
                  <a:pt x="1208022" y="106890"/>
                  <a:pt x="1205289" y="106890"/>
                </a:cubicBezTo>
                <a:cubicBezTo>
                  <a:pt x="1204763" y="106890"/>
                  <a:pt x="1204342" y="106654"/>
                  <a:pt x="1204026" y="106181"/>
                </a:cubicBezTo>
                <a:cubicBezTo>
                  <a:pt x="1203712" y="105707"/>
                  <a:pt x="1203555" y="105208"/>
                  <a:pt x="1203555" y="104682"/>
                </a:cubicBezTo>
                <a:cubicBezTo>
                  <a:pt x="1203555" y="104052"/>
                  <a:pt x="1203712" y="103500"/>
                  <a:pt x="1204026" y="103027"/>
                </a:cubicBezTo>
                <a:cubicBezTo>
                  <a:pt x="1204342" y="102554"/>
                  <a:pt x="1204816" y="102265"/>
                  <a:pt x="1205448" y="102161"/>
                </a:cubicBezTo>
                <a:cubicBezTo>
                  <a:pt x="1208075" y="101845"/>
                  <a:pt x="1210097" y="101425"/>
                  <a:pt x="1211515" y="100900"/>
                </a:cubicBezTo>
                <a:cubicBezTo>
                  <a:pt x="1212934" y="100374"/>
                  <a:pt x="1213985" y="99586"/>
                  <a:pt x="1214669" y="98536"/>
                </a:cubicBezTo>
                <a:cubicBezTo>
                  <a:pt x="1215352" y="97484"/>
                  <a:pt x="1215746" y="96117"/>
                  <a:pt x="1215850" y="94436"/>
                </a:cubicBezTo>
                <a:cubicBezTo>
                  <a:pt x="1215956" y="92754"/>
                  <a:pt x="1216009" y="90599"/>
                  <a:pt x="1216009" y="87970"/>
                </a:cubicBezTo>
                <a:lnTo>
                  <a:pt x="1216009" y="68107"/>
                </a:lnTo>
                <a:cubicBezTo>
                  <a:pt x="1216009" y="62958"/>
                  <a:pt x="1215956" y="58675"/>
                  <a:pt x="1215850" y="55259"/>
                </a:cubicBezTo>
                <a:cubicBezTo>
                  <a:pt x="1215746" y="51843"/>
                  <a:pt x="1215378" y="49137"/>
                  <a:pt x="1214748" y="47140"/>
                </a:cubicBezTo>
                <a:cubicBezTo>
                  <a:pt x="1214118" y="45142"/>
                  <a:pt x="1213119" y="43749"/>
                  <a:pt x="1211753" y="42962"/>
                </a:cubicBezTo>
                <a:cubicBezTo>
                  <a:pt x="1210387" y="42172"/>
                  <a:pt x="1208442" y="41778"/>
                  <a:pt x="1205920" y="41778"/>
                </a:cubicBezTo>
                <a:cubicBezTo>
                  <a:pt x="1205289" y="41778"/>
                  <a:pt x="1204790" y="41568"/>
                  <a:pt x="1204421" y="41148"/>
                </a:cubicBezTo>
                <a:cubicBezTo>
                  <a:pt x="1204054" y="40728"/>
                  <a:pt x="1203870" y="40254"/>
                  <a:pt x="1203870" y="39728"/>
                </a:cubicBezTo>
                <a:cubicBezTo>
                  <a:pt x="1203870" y="39098"/>
                  <a:pt x="1204054" y="38573"/>
                  <a:pt x="1204421" y="38153"/>
                </a:cubicBezTo>
                <a:cubicBezTo>
                  <a:pt x="1204790" y="37733"/>
                  <a:pt x="1205289" y="37522"/>
                  <a:pt x="1205920" y="37522"/>
                </a:cubicBezTo>
                <a:cubicBezTo>
                  <a:pt x="1207916" y="37522"/>
                  <a:pt x="1210833" y="37207"/>
                  <a:pt x="1214669" y="36577"/>
                </a:cubicBezTo>
                <a:cubicBezTo>
                  <a:pt x="1218505" y="35945"/>
                  <a:pt x="1222420" y="35052"/>
                  <a:pt x="1226415" y="33897"/>
                </a:cubicBezTo>
                <a:cubicBezTo>
                  <a:pt x="1227886" y="33475"/>
                  <a:pt x="1228989" y="33764"/>
                  <a:pt x="1229725" y="34763"/>
                </a:cubicBezTo>
                <a:cubicBezTo>
                  <a:pt x="1230461" y="35762"/>
                  <a:pt x="1230829" y="36892"/>
                  <a:pt x="1230829" y="38153"/>
                </a:cubicBezTo>
                <a:lnTo>
                  <a:pt x="1230829" y="44458"/>
                </a:lnTo>
                <a:cubicBezTo>
                  <a:pt x="1230829" y="44668"/>
                  <a:pt x="1230908" y="44799"/>
                  <a:pt x="1231065" y="44852"/>
                </a:cubicBezTo>
                <a:cubicBezTo>
                  <a:pt x="1231222" y="44905"/>
                  <a:pt x="1231354" y="44827"/>
                  <a:pt x="1231460" y="44617"/>
                </a:cubicBezTo>
                <a:cubicBezTo>
                  <a:pt x="1232196" y="43460"/>
                  <a:pt x="1233221" y="42173"/>
                  <a:pt x="1234534" y="40756"/>
                </a:cubicBezTo>
                <a:cubicBezTo>
                  <a:pt x="1235848" y="39336"/>
                  <a:pt x="1237424" y="37996"/>
                  <a:pt x="1239263" y="36736"/>
                </a:cubicBezTo>
                <a:cubicBezTo>
                  <a:pt x="1241103" y="35474"/>
                  <a:pt x="1243178" y="34422"/>
                  <a:pt x="1245489" y="33582"/>
                </a:cubicBezTo>
                <a:cubicBezTo>
                  <a:pt x="1247802" y="32740"/>
                  <a:pt x="1250377" y="32319"/>
                  <a:pt x="1253216" y="32319"/>
                </a:cubicBezTo>
                <a:cubicBezTo>
                  <a:pt x="1261098" y="32319"/>
                  <a:pt x="1267273" y="34500"/>
                  <a:pt x="1271739" y="38862"/>
                </a:cubicBezTo>
                <a:cubicBezTo>
                  <a:pt x="1276207" y="43225"/>
                  <a:pt x="1278441" y="50292"/>
                  <a:pt x="1278441" y="60065"/>
                </a:cubicBezTo>
                <a:lnTo>
                  <a:pt x="1278441" y="87025"/>
                </a:lnTo>
                <a:cubicBezTo>
                  <a:pt x="1278441" y="89863"/>
                  <a:pt x="1278520" y="92176"/>
                  <a:pt x="1278677" y="93963"/>
                </a:cubicBezTo>
                <a:cubicBezTo>
                  <a:pt x="1278834" y="95749"/>
                  <a:pt x="1279201" y="97194"/>
                  <a:pt x="1279779" y="98297"/>
                </a:cubicBezTo>
                <a:cubicBezTo>
                  <a:pt x="1280357" y="99401"/>
                  <a:pt x="1281252" y="100242"/>
                  <a:pt x="1282461" y="100821"/>
                </a:cubicBezTo>
                <a:cubicBezTo>
                  <a:pt x="1283670" y="101398"/>
                  <a:pt x="1285378" y="101845"/>
                  <a:pt x="1287585" y="102161"/>
                </a:cubicBezTo>
                <a:cubicBezTo>
                  <a:pt x="1288215" y="102265"/>
                  <a:pt x="1288687" y="102554"/>
                  <a:pt x="1289002" y="103027"/>
                </a:cubicBezTo>
                <a:cubicBezTo>
                  <a:pt x="1289318" y="103500"/>
                  <a:pt x="1289475" y="104052"/>
                  <a:pt x="1289475" y="104682"/>
                </a:cubicBezTo>
                <a:cubicBezTo>
                  <a:pt x="1289475" y="105208"/>
                  <a:pt x="1289318" y="105707"/>
                  <a:pt x="1289002" y="106181"/>
                </a:cubicBezTo>
                <a:cubicBezTo>
                  <a:pt x="1288687" y="106654"/>
                  <a:pt x="1288215" y="106890"/>
                  <a:pt x="1287585" y="106890"/>
                </a:cubicBezTo>
                <a:cubicBezTo>
                  <a:pt x="1286218" y="106890"/>
                  <a:pt x="1283984" y="106706"/>
                  <a:pt x="1280883" y="106337"/>
                </a:cubicBezTo>
                <a:cubicBezTo>
                  <a:pt x="1277783" y="105970"/>
                  <a:pt x="1274656" y="105786"/>
                  <a:pt x="1271503" y="105786"/>
                </a:cubicBezTo>
                <a:cubicBezTo>
                  <a:pt x="1268140" y="105786"/>
                  <a:pt x="1264934" y="105970"/>
                  <a:pt x="1261886" y="106337"/>
                </a:cubicBezTo>
                <a:cubicBezTo>
                  <a:pt x="1258839" y="106706"/>
                  <a:pt x="1256317" y="106890"/>
                  <a:pt x="1254320" y="106890"/>
                </a:cubicBezTo>
                <a:cubicBezTo>
                  <a:pt x="1253794" y="106890"/>
                  <a:pt x="1253373" y="106654"/>
                  <a:pt x="1253057" y="106181"/>
                </a:cubicBezTo>
                <a:cubicBezTo>
                  <a:pt x="1252743" y="105707"/>
                  <a:pt x="1252586" y="105208"/>
                  <a:pt x="1252586" y="104682"/>
                </a:cubicBezTo>
                <a:cubicBezTo>
                  <a:pt x="1252586" y="104052"/>
                  <a:pt x="1252743" y="103500"/>
                  <a:pt x="1253057" y="103027"/>
                </a:cubicBezTo>
                <a:cubicBezTo>
                  <a:pt x="1253373" y="102554"/>
                  <a:pt x="1253846" y="102265"/>
                  <a:pt x="1254476" y="102161"/>
                </a:cubicBezTo>
                <a:cubicBezTo>
                  <a:pt x="1256789" y="101845"/>
                  <a:pt x="1258549" y="101372"/>
                  <a:pt x="1259757" y="100742"/>
                </a:cubicBezTo>
                <a:cubicBezTo>
                  <a:pt x="1260966" y="100111"/>
                  <a:pt x="1261859" y="99244"/>
                  <a:pt x="1262437" y="98141"/>
                </a:cubicBezTo>
                <a:cubicBezTo>
                  <a:pt x="1263016" y="97036"/>
                  <a:pt x="1263357" y="95670"/>
                  <a:pt x="1263461" y="94042"/>
                </a:cubicBezTo>
                <a:cubicBezTo>
                  <a:pt x="1263567" y="92413"/>
                  <a:pt x="1263620" y="90389"/>
                  <a:pt x="1263620" y="87970"/>
                </a:cubicBezTo>
                <a:lnTo>
                  <a:pt x="1263620" y="64008"/>
                </a:lnTo>
                <a:cubicBezTo>
                  <a:pt x="1263620" y="61380"/>
                  <a:pt x="1263515" y="58752"/>
                  <a:pt x="1263305" y="56125"/>
                </a:cubicBezTo>
                <a:cubicBezTo>
                  <a:pt x="1263095" y="53498"/>
                  <a:pt x="1262517" y="51133"/>
                  <a:pt x="1261571" y="49031"/>
                </a:cubicBezTo>
                <a:cubicBezTo>
                  <a:pt x="1260626" y="46928"/>
                  <a:pt x="1259260" y="45194"/>
                  <a:pt x="1257471" y="43828"/>
                </a:cubicBezTo>
                <a:cubicBezTo>
                  <a:pt x="1255685" y="42461"/>
                  <a:pt x="1253215" y="41778"/>
                  <a:pt x="1250062" y="41778"/>
                </a:cubicBezTo>
                <a:cubicBezTo>
                  <a:pt x="1246909" y="41778"/>
                  <a:pt x="1244150" y="42278"/>
                  <a:pt x="1241785" y="43277"/>
                </a:cubicBezTo>
                <a:cubicBezTo>
                  <a:pt x="1239421" y="44274"/>
                  <a:pt x="1237424" y="45614"/>
                  <a:pt x="1235795" y="47296"/>
                </a:cubicBezTo>
                <a:cubicBezTo>
                  <a:pt x="1234165" y="48979"/>
                  <a:pt x="1232930" y="50950"/>
                  <a:pt x="1232090" y="53209"/>
                </a:cubicBezTo>
                <a:cubicBezTo>
                  <a:pt x="1231250" y="55469"/>
                  <a:pt x="1230829" y="57860"/>
                  <a:pt x="1230829" y="60383"/>
                </a:cubicBezTo>
                <a:lnTo>
                  <a:pt x="1230829" y="87025"/>
                </a:lnTo>
                <a:close/>
                <a:moveTo>
                  <a:pt x="1316104" y="67477"/>
                </a:moveTo>
                <a:cubicBezTo>
                  <a:pt x="1316104" y="71470"/>
                  <a:pt x="1316577" y="75280"/>
                  <a:pt x="1317523" y="78906"/>
                </a:cubicBezTo>
                <a:cubicBezTo>
                  <a:pt x="1318469" y="82532"/>
                  <a:pt x="1319914" y="85738"/>
                  <a:pt x="1321858" y="88524"/>
                </a:cubicBezTo>
                <a:cubicBezTo>
                  <a:pt x="1323803" y="91308"/>
                  <a:pt x="1326299" y="93514"/>
                  <a:pt x="1329346" y="95144"/>
                </a:cubicBezTo>
                <a:cubicBezTo>
                  <a:pt x="1332395" y="96773"/>
                  <a:pt x="1336074" y="97588"/>
                  <a:pt x="1340383" y="97588"/>
                </a:cubicBezTo>
                <a:cubicBezTo>
                  <a:pt x="1344061" y="97588"/>
                  <a:pt x="1347659" y="97299"/>
                  <a:pt x="1351180" y="96722"/>
                </a:cubicBezTo>
                <a:cubicBezTo>
                  <a:pt x="1354701" y="96143"/>
                  <a:pt x="1357671" y="94802"/>
                  <a:pt x="1360090" y="92700"/>
                </a:cubicBezTo>
                <a:cubicBezTo>
                  <a:pt x="1360510" y="92279"/>
                  <a:pt x="1360982" y="92149"/>
                  <a:pt x="1361507" y="92308"/>
                </a:cubicBezTo>
                <a:cubicBezTo>
                  <a:pt x="1362033" y="92465"/>
                  <a:pt x="1362506" y="92728"/>
                  <a:pt x="1362926" y="93097"/>
                </a:cubicBezTo>
                <a:cubicBezTo>
                  <a:pt x="1363346" y="93464"/>
                  <a:pt x="1363635" y="93910"/>
                  <a:pt x="1363792" y="94436"/>
                </a:cubicBezTo>
                <a:cubicBezTo>
                  <a:pt x="1363951" y="94961"/>
                  <a:pt x="1363872" y="95433"/>
                  <a:pt x="1363556" y="95853"/>
                </a:cubicBezTo>
                <a:cubicBezTo>
                  <a:pt x="1360089" y="100479"/>
                  <a:pt x="1356043" y="103606"/>
                  <a:pt x="1351418" y="105235"/>
                </a:cubicBezTo>
                <a:cubicBezTo>
                  <a:pt x="1346794" y="106863"/>
                  <a:pt x="1341329" y="107677"/>
                  <a:pt x="1335021" y="107677"/>
                </a:cubicBezTo>
                <a:cubicBezTo>
                  <a:pt x="1330818" y="107677"/>
                  <a:pt x="1326614" y="107047"/>
                  <a:pt x="1322409" y="105786"/>
                </a:cubicBezTo>
                <a:cubicBezTo>
                  <a:pt x="1318205" y="104524"/>
                  <a:pt x="1314396" y="102421"/>
                  <a:pt x="1310980" y="99479"/>
                </a:cubicBezTo>
                <a:cubicBezTo>
                  <a:pt x="1307564" y="96536"/>
                  <a:pt x="1304804" y="92621"/>
                  <a:pt x="1302702" y="87734"/>
                </a:cubicBezTo>
                <a:cubicBezTo>
                  <a:pt x="1300601" y="82848"/>
                  <a:pt x="1299551" y="76779"/>
                  <a:pt x="1299551" y="69527"/>
                </a:cubicBezTo>
                <a:cubicBezTo>
                  <a:pt x="1299551" y="64375"/>
                  <a:pt x="1300417" y="59514"/>
                  <a:pt x="1302151" y="54944"/>
                </a:cubicBezTo>
                <a:cubicBezTo>
                  <a:pt x="1303885" y="50372"/>
                  <a:pt x="1306407" y="46430"/>
                  <a:pt x="1309717" y="43120"/>
                </a:cubicBezTo>
                <a:cubicBezTo>
                  <a:pt x="1313028" y="39809"/>
                  <a:pt x="1317102" y="37181"/>
                  <a:pt x="1321937" y="35237"/>
                </a:cubicBezTo>
                <a:cubicBezTo>
                  <a:pt x="1326772" y="33292"/>
                  <a:pt x="1332343" y="32319"/>
                  <a:pt x="1338649" y="32319"/>
                </a:cubicBezTo>
                <a:cubicBezTo>
                  <a:pt x="1341696" y="32319"/>
                  <a:pt x="1344664" y="32687"/>
                  <a:pt x="1347554" y="33423"/>
                </a:cubicBezTo>
                <a:cubicBezTo>
                  <a:pt x="1350446" y="34159"/>
                  <a:pt x="1353021" y="35237"/>
                  <a:pt x="1355281" y="36656"/>
                </a:cubicBezTo>
                <a:cubicBezTo>
                  <a:pt x="1357541" y="38074"/>
                  <a:pt x="1359354" y="39834"/>
                  <a:pt x="1360720" y="41937"/>
                </a:cubicBezTo>
                <a:cubicBezTo>
                  <a:pt x="1362086" y="44039"/>
                  <a:pt x="1362770" y="46404"/>
                  <a:pt x="1362770" y="49031"/>
                </a:cubicBezTo>
                <a:cubicBezTo>
                  <a:pt x="1362770" y="50923"/>
                  <a:pt x="1362139" y="52711"/>
                  <a:pt x="1360876" y="54393"/>
                </a:cubicBezTo>
                <a:cubicBezTo>
                  <a:pt x="1359616" y="56074"/>
                  <a:pt x="1357619" y="56914"/>
                  <a:pt x="1354887" y="56914"/>
                </a:cubicBezTo>
                <a:cubicBezTo>
                  <a:pt x="1352680" y="56914"/>
                  <a:pt x="1350867" y="56336"/>
                  <a:pt x="1349447" y="55180"/>
                </a:cubicBezTo>
                <a:cubicBezTo>
                  <a:pt x="1348028" y="54023"/>
                  <a:pt x="1347319" y="52342"/>
                  <a:pt x="1347319" y="50135"/>
                </a:cubicBezTo>
                <a:cubicBezTo>
                  <a:pt x="1347319" y="48663"/>
                  <a:pt x="1347712" y="47454"/>
                  <a:pt x="1348500" y="46510"/>
                </a:cubicBezTo>
                <a:cubicBezTo>
                  <a:pt x="1349289" y="45564"/>
                  <a:pt x="1349683" y="44670"/>
                  <a:pt x="1349683" y="43828"/>
                </a:cubicBezTo>
                <a:cubicBezTo>
                  <a:pt x="1349683" y="41937"/>
                  <a:pt x="1348422" y="40492"/>
                  <a:pt x="1345899" y="39493"/>
                </a:cubicBezTo>
                <a:cubicBezTo>
                  <a:pt x="1343377" y="38494"/>
                  <a:pt x="1340592" y="37994"/>
                  <a:pt x="1337545" y="37994"/>
                </a:cubicBezTo>
                <a:cubicBezTo>
                  <a:pt x="1333551" y="37994"/>
                  <a:pt x="1330214" y="38835"/>
                  <a:pt x="1327533" y="40517"/>
                </a:cubicBezTo>
                <a:cubicBezTo>
                  <a:pt x="1324853" y="42200"/>
                  <a:pt x="1322646" y="44434"/>
                  <a:pt x="1320912" y="47219"/>
                </a:cubicBezTo>
                <a:cubicBezTo>
                  <a:pt x="1319179" y="50004"/>
                  <a:pt x="1317944" y="53156"/>
                  <a:pt x="1317208" y="56678"/>
                </a:cubicBezTo>
                <a:cubicBezTo>
                  <a:pt x="1316472" y="60198"/>
                  <a:pt x="1316104" y="63798"/>
                  <a:pt x="1316104" y="67477"/>
                </a:cubicBezTo>
                <a:close/>
                <a:moveTo>
                  <a:pt x="1390973" y="65899"/>
                </a:moveTo>
                <a:cubicBezTo>
                  <a:pt x="1390447" y="65899"/>
                  <a:pt x="1390158" y="66083"/>
                  <a:pt x="1390105" y="66452"/>
                </a:cubicBezTo>
                <a:cubicBezTo>
                  <a:pt x="1390054" y="66819"/>
                  <a:pt x="1390028" y="67266"/>
                  <a:pt x="1390028" y="67792"/>
                </a:cubicBezTo>
                <a:cubicBezTo>
                  <a:pt x="1390028" y="73258"/>
                  <a:pt x="1390632" y="77882"/>
                  <a:pt x="1391839" y="81665"/>
                </a:cubicBezTo>
                <a:cubicBezTo>
                  <a:pt x="1393049" y="85448"/>
                  <a:pt x="1394730" y="88523"/>
                  <a:pt x="1396884" y="90888"/>
                </a:cubicBezTo>
                <a:cubicBezTo>
                  <a:pt x="1399039" y="93252"/>
                  <a:pt x="1401615" y="94960"/>
                  <a:pt x="1404611" y="96012"/>
                </a:cubicBezTo>
                <a:cubicBezTo>
                  <a:pt x="1407607" y="97063"/>
                  <a:pt x="1410838" y="97588"/>
                  <a:pt x="1414305" y="97588"/>
                </a:cubicBezTo>
                <a:cubicBezTo>
                  <a:pt x="1417878" y="97588"/>
                  <a:pt x="1421346" y="97299"/>
                  <a:pt x="1424710" y="96722"/>
                </a:cubicBezTo>
                <a:cubicBezTo>
                  <a:pt x="1428074" y="96143"/>
                  <a:pt x="1430965" y="94855"/>
                  <a:pt x="1433382" y="92858"/>
                </a:cubicBezTo>
                <a:cubicBezTo>
                  <a:pt x="1433908" y="92438"/>
                  <a:pt x="1434459" y="92281"/>
                  <a:pt x="1435037" y="92387"/>
                </a:cubicBezTo>
                <a:cubicBezTo>
                  <a:pt x="1435616" y="92491"/>
                  <a:pt x="1436089" y="92753"/>
                  <a:pt x="1436456" y="93174"/>
                </a:cubicBezTo>
                <a:cubicBezTo>
                  <a:pt x="1436823" y="93594"/>
                  <a:pt x="1437059" y="94067"/>
                  <a:pt x="1437163" y="94593"/>
                </a:cubicBezTo>
                <a:cubicBezTo>
                  <a:pt x="1437269" y="95119"/>
                  <a:pt x="1437165" y="95592"/>
                  <a:pt x="1436851" y="96012"/>
                </a:cubicBezTo>
                <a:cubicBezTo>
                  <a:pt x="1433488" y="100426"/>
                  <a:pt x="1429704" y="103473"/>
                  <a:pt x="1425499" y="105156"/>
                </a:cubicBezTo>
                <a:cubicBezTo>
                  <a:pt x="1421295" y="106837"/>
                  <a:pt x="1416093" y="107677"/>
                  <a:pt x="1409891" y="107677"/>
                </a:cubicBezTo>
                <a:cubicBezTo>
                  <a:pt x="1403585" y="107677"/>
                  <a:pt x="1398146" y="106731"/>
                  <a:pt x="1393574" y="104841"/>
                </a:cubicBezTo>
                <a:cubicBezTo>
                  <a:pt x="1389002" y="102948"/>
                  <a:pt x="1385218" y="100294"/>
                  <a:pt x="1382222" y="96878"/>
                </a:cubicBezTo>
                <a:cubicBezTo>
                  <a:pt x="1379228" y="93462"/>
                  <a:pt x="1377021" y="89469"/>
                  <a:pt x="1375602" y="84898"/>
                </a:cubicBezTo>
                <a:cubicBezTo>
                  <a:pt x="1374182" y="80326"/>
                  <a:pt x="1373473" y="75359"/>
                  <a:pt x="1373473" y="69998"/>
                </a:cubicBezTo>
                <a:cubicBezTo>
                  <a:pt x="1373473" y="64848"/>
                  <a:pt x="1374340" y="59962"/>
                  <a:pt x="1376073" y="55338"/>
                </a:cubicBezTo>
                <a:cubicBezTo>
                  <a:pt x="1377808" y="50713"/>
                  <a:pt x="1380253" y="46719"/>
                  <a:pt x="1383405" y="43356"/>
                </a:cubicBezTo>
                <a:cubicBezTo>
                  <a:pt x="1386558" y="39993"/>
                  <a:pt x="1390289" y="37313"/>
                  <a:pt x="1394599" y="35317"/>
                </a:cubicBezTo>
                <a:cubicBezTo>
                  <a:pt x="1398908" y="33318"/>
                  <a:pt x="1403690" y="32319"/>
                  <a:pt x="1408946" y="32319"/>
                </a:cubicBezTo>
                <a:cubicBezTo>
                  <a:pt x="1413359" y="32319"/>
                  <a:pt x="1417379" y="33082"/>
                  <a:pt x="1421005" y="34607"/>
                </a:cubicBezTo>
                <a:cubicBezTo>
                  <a:pt x="1424631" y="36130"/>
                  <a:pt x="1427705" y="38232"/>
                  <a:pt x="1430228" y="40912"/>
                </a:cubicBezTo>
                <a:cubicBezTo>
                  <a:pt x="1432751" y="43592"/>
                  <a:pt x="1434722" y="46798"/>
                  <a:pt x="1436141" y="50530"/>
                </a:cubicBezTo>
                <a:cubicBezTo>
                  <a:pt x="1437560" y="54260"/>
                  <a:pt x="1438270" y="58280"/>
                  <a:pt x="1438270" y="62589"/>
                </a:cubicBezTo>
                <a:cubicBezTo>
                  <a:pt x="1438270" y="64796"/>
                  <a:pt x="1437482" y="65899"/>
                  <a:pt x="1435905" y="65899"/>
                </a:cubicBezTo>
                <a:lnTo>
                  <a:pt x="1390973" y="65899"/>
                </a:lnTo>
                <a:moveTo>
                  <a:pt x="1419824" y="60383"/>
                </a:moveTo>
                <a:cubicBezTo>
                  <a:pt x="1421294" y="60383"/>
                  <a:pt x="1422135" y="59858"/>
                  <a:pt x="1422345" y="58807"/>
                </a:cubicBezTo>
                <a:cubicBezTo>
                  <a:pt x="1422557" y="57755"/>
                  <a:pt x="1422662" y="56493"/>
                  <a:pt x="1422662" y="55021"/>
                </a:cubicBezTo>
                <a:cubicBezTo>
                  <a:pt x="1422662" y="52814"/>
                  <a:pt x="1422321" y="50686"/>
                  <a:pt x="1421638" y="48636"/>
                </a:cubicBezTo>
                <a:cubicBezTo>
                  <a:pt x="1420954" y="46587"/>
                  <a:pt x="1419982" y="44774"/>
                  <a:pt x="1418720" y="43197"/>
                </a:cubicBezTo>
                <a:cubicBezTo>
                  <a:pt x="1417459" y="41621"/>
                  <a:pt x="1415936" y="40359"/>
                  <a:pt x="1414149" y="39413"/>
                </a:cubicBezTo>
                <a:cubicBezTo>
                  <a:pt x="1412362" y="38467"/>
                  <a:pt x="1410313" y="37994"/>
                  <a:pt x="1408000" y="37994"/>
                </a:cubicBezTo>
                <a:cubicBezTo>
                  <a:pt x="1405162" y="37994"/>
                  <a:pt x="1402718" y="38494"/>
                  <a:pt x="1400668" y="39493"/>
                </a:cubicBezTo>
                <a:cubicBezTo>
                  <a:pt x="1398618" y="40492"/>
                  <a:pt x="1396884" y="41806"/>
                  <a:pt x="1395465" y="43435"/>
                </a:cubicBezTo>
                <a:cubicBezTo>
                  <a:pt x="1394047" y="45063"/>
                  <a:pt x="1392970" y="46981"/>
                  <a:pt x="1392234" y="49190"/>
                </a:cubicBezTo>
                <a:cubicBezTo>
                  <a:pt x="1391498" y="51396"/>
                  <a:pt x="1390973" y="53708"/>
                  <a:pt x="1390658" y="56125"/>
                </a:cubicBezTo>
                <a:cubicBezTo>
                  <a:pt x="1390448" y="57387"/>
                  <a:pt x="1390369" y="58413"/>
                  <a:pt x="1390420" y="59202"/>
                </a:cubicBezTo>
                <a:cubicBezTo>
                  <a:pt x="1390473" y="59989"/>
                  <a:pt x="1390710" y="60383"/>
                  <a:pt x="1391130" y="60383"/>
                </a:cubicBezTo>
                <a:lnTo>
                  <a:pt x="1419824" y="60383"/>
                </a:lnTo>
                <a:close/>
                <a:moveTo>
                  <a:pt x="1474198" y="87025"/>
                </a:moveTo>
                <a:cubicBezTo>
                  <a:pt x="1474198" y="89653"/>
                  <a:pt x="1474277" y="91861"/>
                  <a:pt x="1474434" y="93647"/>
                </a:cubicBezTo>
                <a:cubicBezTo>
                  <a:pt x="1474593" y="95434"/>
                  <a:pt x="1475144" y="96905"/>
                  <a:pt x="1476089" y="98062"/>
                </a:cubicBezTo>
                <a:cubicBezTo>
                  <a:pt x="1477035" y="99218"/>
                  <a:pt x="1478507" y="100111"/>
                  <a:pt x="1480503" y="100742"/>
                </a:cubicBezTo>
                <a:cubicBezTo>
                  <a:pt x="1482502" y="101372"/>
                  <a:pt x="1485392" y="101845"/>
                  <a:pt x="1489176" y="102161"/>
                </a:cubicBezTo>
                <a:cubicBezTo>
                  <a:pt x="1489806" y="102265"/>
                  <a:pt x="1490278" y="102554"/>
                  <a:pt x="1490592" y="103027"/>
                </a:cubicBezTo>
                <a:cubicBezTo>
                  <a:pt x="1490908" y="103500"/>
                  <a:pt x="1491066" y="104052"/>
                  <a:pt x="1491066" y="104682"/>
                </a:cubicBezTo>
                <a:cubicBezTo>
                  <a:pt x="1491066" y="105208"/>
                  <a:pt x="1490908" y="105707"/>
                  <a:pt x="1490592" y="106181"/>
                </a:cubicBezTo>
                <a:cubicBezTo>
                  <a:pt x="1490278" y="106654"/>
                  <a:pt x="1489806" y="106890"/>
                  <a:pt x="1489176" y="106890"/>
                </a:cubicBezTo>
                <a:cubicBezTo>
                  <a:pt x="1484656" y="106890"/>
                  <a:pt x="1480662" y="106706"/>
                  <a:pt x="1477193" y="106337"/>
                </a:cubicBezTo>
                <a:cubicBezTo>
                  <a:pt x="1473724" y="105970"/>
                  <a:pt x="1470413" y="105786"/>
                  <a:pt x="1467261" y="105786"/>
                </a:cubicBezTo>
                <a:cubicBezTo>
                  <a:pt x="1463898" y="105786"/>
                  <a:pt x="1460560" y="105970"/>
                  <a:pt x="1457248" y="106337"/>
                </a:cubicBezTo>
                <a:cubicBezTo>
                  <a:pt x="1453938" y="106706"/>
                  <a:pt x="1450602" y="106890"/>
                  <a:pt x="1447239" y="106890"/>
                </a:cubicBezTo>
                <a:cubicBezTo>
                  <a:pt x="1446714" y="106890"/>
                  <a:pt x="1446294" y="106654"/>
                  <a:pt x="1445978" y="106181"/>
                </a:cubicBezTo>
                <a:cubicBezTo>
                  <a:pt x="1445662" y="105707"/>
                  <a:pt x="1445504" y="105208"/>
                  <a:pt x="1445504" y="104682"/>
                </a:cubicBezTo>
                <a:cubicBezTo>
                  <a:pt x="1445504" y="104052"/>
                  <a:pt x="1445662" y="103500"/>
                  <a:pt x="1445978" y="103027"/>
                </a:cubicBezTo>
                <a:cubicBezTo>
                  <a:pt x="1446294" y="102554"/>
                  <a:pt x="1446767" y="102265"/>
                  <a:pt x="1447398" y="102161"/>
                </a:cubicBezTo>
                <a:cubicBezTo>
                  <a:pt x="1450340" y="101845"/>
                  <a:pt x="1452626" y="101372"/>
                  <a:pt x="1454253" y="100742"/>
                </a:cubicBezTo>
                <a:cubicBezTo>
                  <a:pt x="1455883" y="100111"/>
                  <a:pt x="1457066" y="99244"/>
                  <a:pt x="1457802" y="98141"/>
                </a:cubicBezTo>
                <a:cubicBezTo>
                  <a:pt x="1458538" y="97036"/>
                  <a:pt x="1458984" y="95670"/>
                  <a:pt x="1459142" y="94042"/>
                </a:cubicBezTo>
                <a:cubicBezTo>
                  <a:pt x="1459300" y="92413"/>
                  <a:pt x="1459380" y="90389"/>
                  <a:pt x="1459380" y="87970"/>
                </a:cubicBezTo>
                <a:lnTo>
                  <a:pt x="1459380" y="64953"/>
                </a:lnTo>
                <a:cubicBezTo>
                  <a:pt x="1459380" y="59804"/>
                  <a:pt x="1459274" y="55731"/>
                  <a:pt x="1459062" y="52735"/>
                </a:cubicBezTo>
                <a:cubicBezTo>
                  <a:pt x="1458852" y="49740"/>
                  <a:pt x="1458353" y="47428"/>
                  <a:pt x="1457564" y="45800"/>
                </a:cubicBezTo>
                <a:cubicBezTo>
                  <a:pt x="1456776" y="44171"/>
                  <a:pt x="1455541" y="43093"/>
                  <a:pt x="1453859" y="42567"/>
                </a:cubicBezTo>
                <a:cubicBezTo>
                  <a:pt x="1452178" y="42041"/>
                  <a:pt x="1449866" y="41673"/>
                  <a:pt x="1446924" y="41463"/>
                </a:cubicBezTo>
                <a:cubicBezTo>
                  <a:pt x="1446399" y="41463"/>
                  <a:pt x="1446006" y="41201"/>
                  <a:pt x="1445742" y="40676"/>
                </a:cubicBezTo>
                <a:cubicBezTo>
                  <a:pt x="1445479" y="40150"/>
                  <a:pt x="1445348" y="39624"/>
                  <a:pt x="1445348" y="39098"/>
                </a:cubicBezTo>
                <a:cubicBezTo>
                  <a:pt x="1445348" y="38574"/>
                  <a:pt x="1445479" y="38049"/>
                  <a:pt x="1445742" y="37522"/>
                </a:cubicBezTo>
                <a:cubicBezTo>
                  <a:pt x="1446006" y="36996"/>
                  <a:pt x="1446452" y="36733"/>
                  <a:pt x="1447082" y="36733"/>
                </a:cubicBezTo>
                <a:cubicBezTo>
                  <a:pt x="1449185" y="36523"/>
                  <a:pt x="1452101" y="36287"/>
                  <a:pt x="1455832" y="36024"/>
                </a:cubicBezTo>
                <a:cubicBezTo>
                  <a:pt x="1459563" y="35761"/>
                  <a:pt x="1463373" y="35104"/>
                  <a:pt x="1467261" y="34054"/>
                </a:cubicBezTo>
                <a:cubicBezTo>
                  <a:pt x="1468733" y="33633"/>
                  <a:pt x="1469942" y="33581"/>
                  <a:pt x="1470888" y="33897"/>
                </a:cubicBezTo>
                <a:cubicBezTo>
                  <a:pt x="1471834" y="34212"/>
                  <a:pt x="1472255" y="35105"/>
                  <a:pt x="1472149" y="36577"/>
                </a:cubicBezTo>
                <a:lnTo>
                  <a:pt x="1471834" y="46666"/>
                </a:lnTo>
                <a:cubicBezTo>
                  <a:pt x="1471834" y="46876"/>
                  <a:pt x="1471886" y="47008"/>
                  <a:pt x="1471990" y="47061"/>
                </a:cubicBezTo>
                <a:cubicBezTo>
                  <a:pt x="1472096" y="47114"/>
                  <a:pt x="1472254" y="47034"/>
                  <a:pt x="1472464" y="46823"/>
                </a:cubicBezTo>
                <a:cubicBezTo>
                  <a:pt x="1474671" y="42409"/>
                  <a:pt x="1477377" y="38889"/>
                  <a:pt x="1480583" y="36262"/>
                </a:cubicBezTo>
                <a:cubicBezTo>
                  <a:pt x="1483789" y="33633"/>
                  <a:pt x="1488071" y="32319"/>
                  <a:pt x="1493431" y="32319"/>
                </a:cubicBezTo>
                <a:cubicBezTo>
                  <a:pt x="1497846" y="32319"/>
                  <a:pt x="1501104" y="33449"/>
                  <a:pt x="1503205" y="35709"/>
                </a:cubicBezTo>
                <a:cubicBezTo>
                  <a:pt x="1505307" y="37968"/>
                  <a:pt x="1506359" y="40728"/>
                  <a:pt x="1506359" y="43986"/>
                </a:cubicBezTo>
                <a:cubicBezTo>
                  <a:pt x="1506359" y="45773"/>
                  <a:pt x="1505675" y="47402"/>
                  <a:pt x="1504309" y="48874"/>
                </a:cubicBezTo>
                <a:cubicBezTo>
                  <a:pt x="1502943" y="50345"/>
                  <a:pt x="1500999" y="51080"/>
                  <a:pt x="1498478" y="51080"/>
                </a:cubicBezTo>
                <a:cubicBezTo>
                  <a:pt x="1496060" y="51080"/>
                  <a:pt x="1494377" y="50502"/>
                  <a:pt x="1493431" y="49346"/>
                </a:cubicBezTo>
                <a:cubicBezTo>
                  <a:pt x="1492486" y="48190"/>
                  <a:pt x="1492014" y="46928"/>
                  <a:pt x="1492014" y="45562"/>
                </a:cubicBezTo>
                <a:cubicBezTo>
                  <a:pt x="1492014" y="44091"/>
                  <a:pt x="1491725" y="42936"/>
                  <a:pt x="1491146" y="42096"/>
                </a:cubicBezTo>
                <a:cubicBezTo>
                  <a:pt x="1490568" y="41254"/>
                  <a:pt x="1489333" y="40833"/>
                  <a:pt x="1487441" y="40833"/>
                </a:cubicBezTo>
                <a:cubicBezTo>
                  <a:pt x="1485444" y="40833"/>
                  <a:pt x="1483631" y="41489"/>
                  <a:pt x="1482002" y="42803"/>
                </a:cubicBezTo>
                <a:cubicBezTo>
                  <a:pt x="1480373" y="44116"/>
                  <a:pt x="1478980" y="45667"/>
                  <a:pt x="1477824" y="47455"/>
                </a:cubicBezTo>
                <a:cubicBezTo>
                  <a:pt x="1476667" y="49242"/>
                  <a:pt x="1475774" y="51081"/>
                  <a:pt x="1475144" y="52974"/>
                </a:cubicBezTo>
                <a:cubicBezTo>
                  <a:pt x="1474513" y="54864"/>
                  <a:pt x="1474198" y="56335"/>
                  <a:pt x="1474198" y="57385"/>
                </a:cubicBezTo>
                <a:lnTo>
                  <a:pt x="1474198" y="87025"/>
                </a:lnTo>
                <a:close/>
                <a:moveTo>
                  <a:pt x="1535668" y="87025"/>
                </a:moveTo>
                <a:cubicBezTo>
                  <a:pt x="1535668" y="89653"/>
                  <a:pt x="1535720" y="91861"/>
                  <a:pt x="1535824" y="93647"/>
                </a:cubicBezTo>
                <a:cubicBezTo>
                  <a:pt x="1535930" y="95434"/>
                  <a:pt x="1536219" y="96905"/>
                  <a:pt x="1536692" y="98062"/>
                </a:cubicBezTo>
                <a:cubicBezTo>
                  <a:pt x="1537165" y="99218"/>
                  <a:pt x="1537954" y="100111"/>
                  <a:pt x="1539057" y="100742"/>
                </a:cubicBezTo>
                <a:cubicBezTo>
                  <a:pt x="1540160" y="101372"/>
                  <a:pt x="1541710" y="101845"/>
                  <a:pt x="1543707" y="102161"/>
                </a:cubicBezTo>
                <a:cubicBezTo>
                  <a:pt x="1544337" y="102265"/>
                  <a:pt x="1544810" y="102554"/>
                  <a:pt x="1545126" y="103027"/>
                </a:cubicBezTo>
                <a:cubicBezTo>
                  <a:pt x="1545442" y="103500"/>
                  <a:pt x="1545600" y="104052"/>
                  <a:pt x="1545600" y="104682"/>
                </a:cubicBezTo>
                <a:cubicBezTo>
                  <a:pt x="1545600" y="105208"/>
                  <a:pt x="1545442" y="105707"/>
                  <a:pt x="1545126" y="106181"/>
                </a:cubicBezTo>
                <a:cubicBezTo>
                  <a:pt x="1544810" y="106654"/>
                  <a:pt x="1544337" y="106890"/>
                  <a:pt x="1543707" y="106890"/>
                </a:cubicBezTo>
                <a:cubicBezTo>
                  <a:pt x="1542657" y="106890"/>
                  <a:pt x="1540686" y="106706"/>
                  <a:pt x="1537794" y="106337"/>
                </a:cubicBezTo>
                <a:cubicBezTo>
                  <a:pt x="1534904" y="105970"/>
                  <a:pt x="1531883" y="105786"/>
                  <a:pt x="1528730" y="105786"/>
                </a:cubicBezTo>
                <a:cubicBezTo>
                  <a:pt x="1525367" y="105786"/>
                  <a:pt x="1522109" y="105970"/>
                  <a:pt x="1518956" y="106337"/>
                </a:cubicBezTo>
                <a:cubicBezTo>
                  <a:pt x="1515803" y="106706"/>
                  <a:pt x="1512860" y="106890"/>
                  <a:pt x="1510127" y="106890"/>
                </a:cubicBezTo>
                <a:cubicBezTo>
                  <a:pt x="1509601" y="106890"/>
                  <a:pt x="1509180" y="106654"/>
                  <a:pt x="1508864" y="106181"/>
                </a:cubicBezTo>
                <a:cubicBezTo>
                  <a:pt x="1508550" y="105707"/>
                  <a:pt x="1508393" y="105208"/>
                  <a:pt x="1508393" y="104682"/>
                </a:cubicBezTo>
                <a:cubicBezTo>
                  <a:pt x="1508393" y="104052"/>
                  <a:pt x="1508550" y="103500"/>
                  <a:pt x="1508864" y="103027"/>
                </a:cubicBezTo>
                <a:cubicBezTo>
                  <a:pt x="1509180" y="102554"/>
                  <a:pt x="1509654" y="102265"/>
                  <a:pt x="1510286" y="102161"/>
                </a:cubicBezTo>
                <a:cubicBezTo>
                  <a:pt x="1512913" y="101845"/>
                  <a:pt x="1514935" y="101425"/>
                  <a:pt x="1516353" y="100900"/>
                </a:cubicBezTo>
                <a:cubicBezTo>
                  <a:pt x="1517772" y="100374"/>
                  <a:pt x="1518824" y="99586"/>
                  <a:pt x="1519507" y="98536"/>
                </a:cubicBezTo>
                <a:cubicBezTo>
                  <a:pt x="1520190" y="97484"/>
                  <a:pt x="1520584" y="96117"/>
                  <a:pt x="1520688" y="94436"/>
                </a:cubicBezTo>
                <a:cubicBezTo>
                  <a:pt x="1520794" y="92754"/>
                  <a:pt x="1520847" y="90599"/>
                  <a:pt x="1520847" y="87970"/>
                </a:cubicBezTo>
                <a:lnTo>
                  <a:pt x="1520847" y="68107"/>
                </a:lnTo>
                <a:cubicBezTo>
                  <a:pt x="1520847" y="62958"/>
                  <a:pt x="1520794" y="58675"/>
                  <a:pt x="1520688" y="55259"/>
                </a:cubicBezTo>
                <a:cubicBezTo>
                  <a:pt x="1520584" y="51843"/>
                  <a:pt x="1520216" y="49137"/>
                  <a:pt x="1519586" y="47140"/>
                </a:cubicBezTo>
                <a:cubicBezTo>
                  <a:pt x="1518956" y="45142"/>
                  <a:pt x="1517958" y="43749"/>
                  <a:pt x="1516591" y="42962"/>
                </a:cubicBezTo>
                <a:cubicBezTo>
                  <a:pt x="1515225" y="42172"/>
                  <a:pt x="1513280" y="41778"/>
                  <a:pt x="1510758" y="41778"/>
                </a:cubicBezTo>
                <a:cubicBezTo>
                  <a:pt x="1510127" y="41778"/>
                  <a:pt x="1509628" y="41568"/>
                  <a:pt x="1509259" y="41148"/>
                </a:cubicBezTo>
                <a:cubicBezTo>
                  <a:pt x="1508892" y="40728"/>
                  <a:pt x="1508708" y="40254"/>
                  <a:pt x="1508708" y="39728"/>
                </a:cubicBezTo>
                <a:cubicBezTo>
                  <a:pt x="1508708" y="39098"/>
                  <a:pt x="1508892" y="38573"/>
                  <a:pt x="1509259" y="38153"/>
                </a:cubicBezTo>
                <a:cubicBezTo>
                  <a:pt x="1509628" y="37733"/>
                  <a:pt x="1510127" y="37522"/>
                  <a:pt x="1510758" y="37522"/>
                </a:cubicBezTo>
                <a:cubicBezTo>
                  <a:pt x="1512754" y="37522"/>
                  <a:pt x="1515671" y="37207"/>
                  <a:pt x="1519507" y="36577"/>
                </a:cubicBezTo>
                <a:cubicBezTo>
                  <a:pt x="1523343" y="35945"/>
                  <a:pt x="1527258" y="35052"/>
                  <a:pt x="1531253" y="33897"/>
                </a:cubicBezTo>
                <a:cubicBezTo>
                  <a:pt x="1532724" y="33475"/>
                  <a:pt x="1533827" y="33764"/>
                  <a:pt x="1534563" y="34763"/>
                </a:cubicBezTo>
                <a:cubicBezTo>
                  <a:pt x="1535300" y="35762"/>
                  <a:pt x="1535668" y="36892"/>
                  <a:pt x="1535668" y="38153"/>
                </a:cubicBezTo>
                <a:lnTo>
                  <a:pt x="1535668" y="44458"/>
                </a:lnTo>
                <a:cubicBezTo>
                  <a:pt x="1535668" y="44668"/>
                  <a:pt x="1535746" y="44799"/>
                  <a:pt x="1535903" y="44852"/>
                </a:cubicBezTo>
                <a:cubicBezTo>
                  <a:pt x="1536060" y="44905"/>
                  <a:pt x="1536192" y="44827"/>
                  <a:pt x="1536298" y="44617"/>
                </a:cubicBezTo>
                <a:cubicBezTo>
                  <a:pt x="1537034" y="43460"/>
                  <a:pt x="1538059" y="42173"/>
                  <a:pt x="1539372" y="40756"/>
                </a:cubicBezTo>
                <a:cubicBezTo>
                  <a:pt x="1540686" y="39336"/>
                  <a:pt x="1542262" y="37996"/>
                  <a:pt x="1544102" y="36736"/>
                </a:cubicBezTo>
                <a:cubicBezTo>
                  <a:pt x="1545941" y="35474"/>
                  <a:pt x="1548016" y="34422"/>
                  <a:pt x="1550327" y="33582"/>
                </a:cubicBezTo>
                <a:cubicBezTo>
                  <a:pt x="1552640" y="32740"/>
                  <a:pt x="1555215" y="32319"/>
                  <a:pt x="1558054" y="32319"/>
                </a:cubicBezTo>
                <a:cubicBezTo>
                  <a:pt x="1565936" y="32319"/>
                  <a:pt x="1572111" y="34500"/>
                  <a:pt x="1576577" y="38862"/>
                </a:cubicBezTo>
                <a:cubicBezTo>
                  <a:pt x="1581045" y="43225"/>
                  <a:pt x="1583279" y="50292"/>
                  <a:pt x="1583279" y="60065"/>
                </a:cubicBezTo>
                <a:lnTo>
                  <a:pt x="1583279" y="87025"/>
                </a:lnTo>
                <a:cubicBezTo>
                  <a:pt x="1583279" y="89863"/>
                  <a:pt x="1583358" y="92176"/>
                  <a:pt x="1583515" y="93963"/>
                </a:cubicBezTo>
                <a:cubicBezTo>
                  <a:pt x="1583672" y="95749"/>
                  <a:pt x="1584039" y="97194"/>
                  <a:pt x="1584617" y="98297"/>
                </a:cubicBezTo>
                <a:cubicBezTo>
                  <a:pt x="1585196" y="99401"/>
                  <a:pt x="1586090" y="100242"/>
                  <a:pt x="1587299" y="100821"/>
                </a:cubicBezTo>
                <a:cubicBezTo>
                  <a:pt x="1588508" y="101398"/>
                  <a:pt x="1590216" y="101845"/>
                  <a:pt x="1592423" y="102161"/>
                </a:cubicBezTo>
                <a:cubicBezTo>
                  <a:pt x="1593053" y="102265"/>
                  <a:pt x="1593525" y="102554"/>
                  <a:pt x="1593840" y="103027"/>
                </a:cubicBezTo>
                <a:cubicBezTo>
                  <a:pt x="1594156" y="103500"/>
                  <a:pt x="1594314" y="104052"/>
                  <a:pt x="1594314" y="104682"/>
                </a:cubicBezTo>
                <a:cubicBezTo>
                  <a:pt x="1594314" y="105208"/>
                  <a:pt x="1594156" y="105707"/>
                  <a:pt x="1593840" y="106181"/>
                </a:cubicBezTo>
                <a:cubicBezTo>
                  <a:pt x="1593525" y="106654"/>
                  <a:pt x="1593053" y="106890"/>
                  <a:pt x="1592423" y="106890"/>
                </a:cubicBezTo>
                <a:cubicBezTo>
                  <a:pt x="1591056" y="106890"/>
                  <a:pt x="1588822" y="106706"/>
                  <a:pt x="1585721" y="106337"/>
                </a:cubicBezTo>
                <a:cubicBezTo>
                  <a:pt x="1582621" y="105970"/>
                  <a:pt x="1579494" y="105786"/>
                  <a:pt x="1576341" y="105786"/>
                </a:cubicBezTo>
                <a:cubicBezTo>
                  <a:pt x="1572978" y="105786"/>
                  <a:pt x="1569772" y="105970"/>
                  <a:pt x="1566724" y="106337"/>
                </a:cubicBezTo>
                <a:cubicBezTo>
                  <a:pt x="1563677" y="106706"/>
                  <a:pt x="1561155" y="106890"/>
                  <a:pt x="1559158" y="106890"/>
                </a:cubicBezTo>
                <a:cubicBezTo>
                  <a:pt x="1558632" y="106890"/>
                  <a:pt x="1558211" y="106654"/>
                  <a:pt x="1557895" y="106181"/>
                </a:cubicBezTo>
                <a:cubicBezTo>
                  <a:pt x="1557581" y="105707"/>
                  <a:pt x="1557424" y="105208"/>
                  <a:pt x="1557424" y="104682"/>
                </a:cubicBezTo>
                <a:cubicBezTo>
                  <a:pt x="1557424" y="104052"/>
                  <a:pt x="1557581" y="103500"/>
                  <a:pt x="1557895" y="103027"/>
                </a:cubicBezTo>
                <a:cubicBezTo>
                  <a:pt x="1558211" y="102554"/>
                  <a:pt x="1558684" y="102265"/>
                  <a:pt x="1559315" y="102161"/>
                </a:cubicBezTo>
                <a:cubicBezTo>
                  <a:pt x="1561627" y="101845"/>
                  <a:pt x="1563387" y="101372"/>
                  <a:pt x="1564595" y="100742"/>
                </a:cubicBezTo>
                <a:cubicBezTo>
                  <a:pt x="1565804" y="100111"/>
                  <a:pt x="1566697" y="99244"/>
                  <a:pt x="1567275" y="98141"/>
                </a:cubicBezTo>
                <a:cubicBezTo>
                  <a:pt x="1567854" y="97036"/>
                  <a:pt x="1568195" y="95670"/>
                  <a:pt x="1568299" y="94042"/>
                </a:cubicBezTo>
                <a:cubicBezTo>
                  <a:pt x="1568405" y="92413"/>
                  <a:pt x="1568458" y="90389"/>
                  <a:pt x="1568458" y="87970"/>
                </a:cubicBezTo>
                <a:lnTo>
                  <a:pt x="1568458" y="64008"/>
                </a:lnTo>
                <a:cubicBezTo>
                  <a:pt x="1568458" y="61380"/>
                  <a:pt x="1568353" y="58752"/>
                  <a:pt x="1568143" y="56125"/>
                </a:cubicBezTo>
                <a:cubicBezTo>
                  <a:pt x="1567933" y="53498"/>
                  <a:pt x="1567355" y="51133"/>
                  <a:pt x="1566409" y="49031"/>
                </a:cubicBezTo>
                <a:cubicBezTo>
                  <a:pt x="1565464" y="46928"/>
                  <a:pt x="1564098" y="45194"/>
                  <a:pt x="1562310" y="43828"/>
                </a:cubicBezTo>
                <a:cubicBezTo>
                  <a:pt x="1560523" y="42461"/>
                  <a:pt x="1558053" y="41778"/>
                  <a:pt x="1554900" y="41778"/>
                </a:cubicBezTo>
                <a:cubicBezTo>
                  <a:pt x="1551747" y="41778"/>
                  <a:pt x="1548988" y="42278"/>
                  <a:pt x="1546623" y="43277"/>
                </a:cubicBezTo>
                <a:cubicBezTo>
                  <a:pt x="1544259" y="44274"/>
                  <a:pt x="1542262" y="45614"/>
                  <a:pt x="1540633" y="47296"/>
                </a:cubicBezTo>
                <a:cubicBezTo>
                  <a:pt x="1539003" y="48979"/>
                  <a:pt x="1537768" y="50950"/>
                  <a:pt x="1536928" y="53209"/>
                </a:cubicBezTo>
                <a:cubicBezTo>
                  <a:pt x="1536088" y="55469"/>
                  <a:pt x="1535668" y="57860"/>
                  <a:pt x="1535668" y="60383"/>
                </a:cubicBezTo>
                <a:lnTo>
                  <a:pt x="1535668" y="87025"/>
                </a:lnTo>
                <a:close/>
                <a:moveTo>
                  <a:pt x="1653417" y="34684"/>
                </a:moveTo>
                <a:cubicBezTo>
                  <a:pt x="1653103" y="35840"/>
                  <a:pt x="1652814" y="37259"/>
                  <a:pt x="1652551" y="38942"/>
                </a:cubicBezTo>
                <a:cubicBezTo>
                  <a:pt x="1652288" y="40622"/>
                  <a:pt x="1652157" y="42409"/>
                  <a:pt x="1652157" y="44301"/>
                </a:cubicBezTo>
                <a:cubicBezTo>
                  <a:pt x="1652157" y="46298"/>
                  <a:pt x="1652209" y="48374"/>
                  <a:pt x="1652313" y="50530"/>
                </a:cubicBezTo>
                <a:cubicBezTo>
                  <a:pt x="1652419" y="52683"/>
                  <a:pt x="1652472" y="54338"/>
                  <a:pt x="1652472" y="55495"/>
                </a:cubicBezTo>
                <a:cubicBezTo>
                  <a:pt x="1652472" y="55811"/>
                  <a:pt x="1652262" y="56074"/>
                  <a:pt x="1651842" y="56284"/>
                </a:cubicBezTo>
                <a:cubicBezTo>
                  <a:pt x="1651421" y="56494"/>
                  <a:pt x="1650948" y="56625"/>
                  <a:pt x="1650422" y="56678"/>
                </a:cubicBezTo>
                <a:cubicBezTo>
                  <a:pt x="1649898" y="56730"/>
                  <a:pt x="1649425" y="56677"/>
                  <a:pt x="1649003" y="56519"/>
                </a:cubicBezTo>
                <a:cubicBezTo>
                  <a:pt x="1648583" y="56362"/>
                  <a:pt x="1648321" y="56126"/>
                  <a:pt x="1648216" y="55810"/>
                </a:cubicBezTo>
                <a:cubicBezTo>
                  <a:pt x="1647060" y="50240"/>
                  <a:pt x="1645168" y="45957"/>
                  <a:pt x="1642539" y="42962"/>
                </a:cubicBezTo>
                <a:cubicBezTo>
                  <a:pt x="1639912" y="39966"/>
                  <a:pt x="1635709" y="38468"/>
                  <a:pt x="1629929" y="38468"/>
                </a:cubicBezTo>
                <a:cubicBezTo>
                  <a:pt x="1626040" y="38468"/>
                  <a:pt x="1622834" y="39441"/>
                  <a:pt x="1620311" y="41386"/>
                </a:cubicBezTo>
                <a:cubicBezTo>
                  <a:pt x="1617789" y="43330"/>
                  <a:pt x="1616527" y="45931"/>
                  <a:pt x="1616527" y="49190"/>
                </a:cubicBezTo>
                <a:cubicBezTo>
                  <a:pt x="1616527" y="51921"/>
                  <a:pt x="1617578" y="54022"/>
                  <a:pt x="1619679" y="55495"/>
                </a:cubicBezTo>
                <a:cubicBezTo>
                  <a:pt x="1621781" y="56965"/>
                  <a:pt x="1624567" y="58332"/>
                  <a:pt x="1628036" y="59594"/>
                </a:cubicBezTo>
                <a:cubicBezTo>
                  <a:pt x="1629508" y="60120"/>
                  <a:pt x="1631269" y="60777"/>
                  <a:pt x="1633318" y="61566"/>
                </a:cubicBezTo>
                <a:cubicBezTo>
                  <a:pt x="1635368" y="62354"/>
                  <a:pt x="1637023" y="63010"/>
                  <a:pt x="1638284" y="63534"/>
                </a:cubicBezTo>
                <a:cubicBezTo>
                  <a:pt x="1641016" y="64796"/>
                  <a:pt x="1643565" y="66111"/>
                  <a:pt x="1645929" y="67477"/>
                </a:cubicBezTo>
                <a:cubicBezTo>
                  <a:pt x="1648294" y="68843"/>
                  <a:pt x="1650344" y="70446"/>
                  <a:pt x="1652077" y="72286"/>
                </a:cubicBezTo>
                <a:cubicBezTo>
                  <a:pt x="1653813" y="74124"/>
                  <a:pt x="1655179" y="76199"/>
                  <a:pt x="1656176" y="78511"/>
                </a:cubicBezTo>
                <a:cubicBezTo>
                  <a:pt x="1657176" y="80824"/>
                  <a:pt x="1657675" y="83505"/>
                  <a:pt x="1657675" y="86553"/>
                </a:cubicBezTo>
                <a:cubicBezTo>
                  <a:pt x="1657675" y="90547"/>
                  <a:pt x="1656834" y="93883"/>
                  <a:pt x="1655152" y="96563"/>
                </a:cubicBezTo>
                <a:cubicBezTo>
                  <a:pt x="1653471" y="99243"/>
                  <a:pt x="1651316" y="101397"/>
                  <a:pt x="1648688" y="103027"/>
                </a:cubicBezTo>
                <a:cubicBezTo>
                  <a:pt x="1646061" y="104656"/>
                  <a:pt x="1643066" y="105838"/>
                  <a:pt x="1639703" y="106573"/>
                </a:cubicBezTo>
                <a:cubicBezTo>
                  <a:pt x="1636340" y="107309"/>
                  <a:pt x="1633029" y="107677"/>
                  <a:pt x="1629770" y="107677"/>
                </a:cubicBezTo>
                <a:cubicBezTo>
                  <a:pt x="1627037" y="107677"/>
                  <a:pt x="1623990" y="107362"/>
                  <a:pt x="1620627" y="106731"/>
                </a:cubicBezTo>
                <a:cubicBezTo>
                  <a:pt x="1617264" y="106101"/>
                  <a:pt x="1614321" y="105208"/>
                  <a:pt x="1611798" y="104052"/>
                </a:cubicBezTo>
                <a:cubicBezTo>
                  <a:pt x="1611168" y="103842"/>
                  <a:pt x="1610511" y="103947"/>
                  <a:pt x="1609828" y="104367"/>
                </a:cubicBezTo>
                <a:cubicBezTo>
                  <a:pt x="1609145" y="104787"/>
                  <a:pt x="1608698" y="105575"/>
                  <a:pt x="1608488" y="106731"/>
                </a:cubicBezTo>
                <a:cubicBezTo>
                  <a:pt x="1608488" y="107047"/>
                  <a:pt x="1608251" y="107257"/>
                  <a:pt x="1607778" y="107362"/>
                </a:cubicBezTo>
                <a:cubicBezTo>
                  <a:pt x="1607305" y="107468"/>
                  <a:pt x="1606806" y="107520"/>
                  <a:pt x="1606280" y="107520"/>
                </a:cubicBezTo>
                <a:cubicBezTo>
                  <a:pt x="1605859" y="107520"/>
                  <a:pt x="1605439" y="107441"/>
                  <a:pt x="1605019" y="107282"/>
                </a:cubicBezTo>
                <a:cubicBezTo>
                  <a:pt x="1604599" y="107125"/>
                  <a:pt x="1604389" y="106889"/>
                  <a:pt x="1604389" y="106575"/>
                </a:cubicBezTo>
                <a:cubicBezTo>
                  <a:pt x="1604389" y="105733"/>
                  <a:pt x="1604494" y="104577"/>
                  <a:pt x="1604704" y="103106"/>
                </a:cubicBezTo>
                <a:cubicBezTo>
                  <a:pt x="1604914" y="101634"/>
                  <a:pt x="1605019" y="100268"/>
                  <a:pt x="1605019" y="99007"/>
                </a:cubicBezTo>
                <a:cubicBezTo>
                  <a:pt x="1605019" y="97745"/>
                  <a:pt x="1604940" y="96352"/>
                  <a:pt x="1604781" y="94829"/>
                </a:cubicBezTo>
                <a:cubicBezTo>
                  <a:pt x="1604624" y="93305"/>
                  <a:pt x="1604467" y="91808"/>
                  <a:pt x="1604309" y="90337"/>
                </a:cubicBezTo>
                <a:cubicBezTo>
                  <a:pt x="1604152" y="88865"/>
                  <a:pt x="1604021" y="87551"/>
                  <a:pt x="1603915" y="86395"/>
                </a:cubicBezTo>
                <a:cubicBezTo>
                  <a:pt x="1603811" y="85238"/>
                  <a:pt x="1603759" y="84397"/>
                  <a:pt x="1603759" y="83871"/>
                </a:cubicBezTo>
                <a:cubicBezTo>
                  <a:pt x="1603759" y="83451"/>
                  <a:pt x="1603969" y="83136"/>
                  <a:pt x="1604389" y="82926"/>
                </a:cubicBezTo>
                <a:cubicBezTo>
                  <a:pt x="1604809" y="82716"/>
                  <a:pt x="1605281" y="82585"/>
                  <a:pt x="1605806" y="82534"/>
                </a:cubicBezTo>
                <a:cubicBezTo>
                  <a:pt x="1606332" y="82481"/>
                  <a:pt x="1606831" y="82533"/>
                  <a:pt x="1607304" y="82690"/>
                </a:cubicBezTo>
                <a:cubicBezTo>
                  <a:pt x="1607777" y="82847"/>
                  <a:pt x="1608067" y="83136"/>
                  <a:pt x="1608173" y="83556"/>
                </a:cubicBezTo>
                <a:cubicBezTo>
                  <a:pt x="1608907" y="86605"/>
                  <a:pt x="1609853" y="89285"/>
                  <a:pt x="1611009" y="91598"/>
                </a:cubicBezTo>
                <a:cubicBezTo>
                  <a:pt x="1612165" y="93909"/>
                  <a:pt x="1613610" y="95853"/>
                  <a:pt x="1615344" y="97431"/>
                </a:cubicBezTo>
                <a:cubicBezTo>
                  <a:pt x="1617079" y="99008"/>
                  <a:pt x="1619182" y="100191"/>
                  <a:pt x="1621651" y="100980"/>
                </a:cubicBezTo>
                <a:cubicBezTo>
                  <a:pt x="1624121" y="101767"/>
                  <a:pt x="1627090" y="102161"/>
                  <a:pt x="1630559" y="102161"/>
                </a:cubicBezTo>
                <a:cubicBezTo>
                  <a:pt x="1634342" y="102161"/>
                  <a:pt x="1637416" y="101110"/>
                  <a:pt x="1639780" y="99007"/>
                </a:cubicBezTo>
                <a:cubicBezTo>
                  <a:pt x="1642145" y="96905"/>
                  <a:pt x="1643328" y="93962"/>
                  <a:pt x="1643328" y="90179"/>
                </a:cubicBezTo>
                <a:cubicBezTo>
                  <a:pt x="1643328" y="86816"/>
                  <a:pt x="1642145" y="84162"/>
                  <a:pt x="1639780" y="82218"/>
                </a:cubicBezTo>
                <a:cubicBezTo>
                  <a:pt x="1637416" y="80273"/>
                  <a:pt x="1634658" y="78564"/>
                  <a:pt x="1631505" y="77092"/>
                </a:cubicBezTo>
                <a:cubicBezTo>
                  <a:pt x="1630032" y="76462"/>
                  <a:pt x="1628535" y="75832"/>
                  <a:pt x="1627011" y="75201"/>
                </a:cubicBezTo>
                <a:cubicBezTo>
                  <a:pt x="1625487" y="74571"/>
                  <a:pt x="1623937" y="73941"/>
                  <a:pt x="1622361" y="73311"/>
                </a:cubicBezTo>
                <a:cubicBezTo>
                  <a:pt x="1620048" y="72364"/>
                  <a:pt x="1617762" y="71392"/>
                  <a:pt x="1615503" y="70395"/>
                </a:cubicBezTo>
                <a:cubicBezTo>
                  <a:pt x="1613243" y="69396"/>
                  <a:pt x="1611246" y="68160"/>
                  <a:pt x="1609510" y="66688"/>
                </a:cubicBezTo>
                <a:cubicBezTo>
                  <a:pt x="1607777" y="65216"/>
                  <a:pt x="1606385" y="63376"/>
                  <a:pt x="1605334" y="61169"/>
                </a:cubicBezTo>
                <a:cubicBezTo>
                  <a:pt x="1604284" y="58963"/>
                  <a:pt x="1603759" y="56230"/>
                  <a:pt x="1603759" y="52971"/>
                </a:cubicBezTo>
                <a:cubicBezTo>
                  <a:pt x="1603759" y="49188"/>
                  <a:pt x="1604572" y="45983"/>
                  <a:pt x="1606200" y="43356"/>
                </a:cubicBezTo>
                <a:cubicBezTo>
                  <a:pt x="1607830" y="40728"/>
                  <a:pt x="1609931" y="38599"/>
                  <a:pt x="1612505" y="36972"/>
                </a:cubicBezTo>
                <a:cubicBezTo>
                  <a:pt x="1615081" y="35342"/>
                  <a:pt x="1617945" y="34159"/>
                  <a:pt x="1621098" y="33423"/>
                </a:cubicBezTo>
                <a:cubicBezTo>
                  <a:pt x="1624253" y="32687"/>
                  <a:pt x="1627353" y="32319"/>
                  <a:pt x="1630400" y="32319"/>
                </a:cubicBezTo>
                <a:cubicBezTo>
                  <a:pt x="1633343" y="32319"/>
                  <a:pt x="1635945" y="32661"/>
                  <a:pt x="1638204" y="33344"/>
                </a:cubicBezTo>
                <a:cubicBezTo>
                  <a:pt x="1640464" y="34027"/>
                  <a:pt x="1642960" y="35262"/>
                  <a:pt x="1645693" y="37049"/>
                </a:cubicBezTo>
                <a:cubicBezTo>
                  <a:pt x="1646113" y="37259"/>
                  <a:pt x="1646665" y="37233"/>
                  <a:pt x="1647348" y="36972"/>
                </a:cubicBezTo>
                <a:cubicBezTo>
                  <a:pt x="1648031" y="36709"/>
                  <a:pt x="1648583" y="35841"/>
                  <a:pt x="1649003" y="34369"/>
                </a:cubicBezTo>
                <a:cubicBezTo>
                  <a:pt x="1649109" y="33949"/>
                  <a:pt x="1649424" y="33686"/>
                  <a:pt x="1649948" y="33582"/>
                </a:cubicBezTo>
                <a:cubicBezTo>
                  <a:pt x="1650474" y="33476"/>
                  <a:pt x="1651000" y="33450"/>
                  <a:pt x="1651526" y="33503"/>
                </a:cubicBezTo>
                <a:cubicBezTo>
                  <a:pt x="1652052" y="33554"/>
                  <a:pt x="1652526" y="33686"/>
                  <a:pt x="1652946" y="33897"/>
                </a:cubicBezTo>
                <a:cubicBezTo>
                  <a:pt x="1653366" y="34107"/>
                  <a:pt x="1653523" y="34370"/>
                  <a:pt x="1653417" y="34684"/>
                </a:cubicBezTo>
                <a:close/>
                <a:moveTo>
                  <a:pt x="1675473" y="108151"/>
                </a:moveTo>
                <a:cubicBezTo>
                  <a:pt x="1673056" y="108151"/>
                  <a:pt x="1670954" y="107257"/>
                  <a:pt x="1669168" y="105471"/>
                </a:cubicBezTo>
                <a:cubicBezTo>
                  <a:pt x="1667381" y="103684"/>
                  <a:pt x="1666488" y="101582"/>
                  <a:pt x="1666488" y="99163"/>
                </a:cubicBezTo>
                <a:cubicBezTo>
                  <a:pt x="1666488" y="96747"/>
                  <a:pt x="1667381" y="94645"/>
                  <a:pt x="1669168" y="92858"/>
                </a:cubicBezTo>
                <a:cubicBezTo>
                  <a:pt x="1670954" y="91072"/>
                  <a:pt x="1673056" y="90179"/>
                  <a:pt x="1675473" y="90179"/>
                </a:cubicBezTo>
                <a:cubicBezTo>
                  <a:pt x="1678101" y="90179"/>
                  <a:pt x="1680256" y="91072"/>
                  <a:pt x="1681937" y="92858"/>
                </a:cubicBezTo>
                <a:cubicBezTo>
                  <a:pt x="1683619" y="94645"/>
                  <a:pt x="1684460" y="96747"/>
                  <a:pt x="1684460" y="99163"/>
                </a:cubicBezTo>
                <a:cubicBezTo>
                  <a:pt x="1684460" y="101582"/>
                  <a:pt x="1683619" y="103684"/>
                  <a:pt x="1681937" y="105471"/>
                </a:cubicBezTo>
                <a:cubicBezTo>
                  <a:pt x="1680256" y="107257"/>
                  <a:pt x="1678101" y="108151"/>
                  <a:pt x="1675473" y="108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LLM-GeneratedText">
            <a:extLst xmlns:a="http://schemas.openxmlformats.org/drawingml/2006/main">
              <a:ext uri="{FF2B5EF4-FFF2-40B4-BE49-F238E27FC236}">
                <a16:creationId xmlns:a16="http://schemas.microsoft.com/office/drawing/2014/main" id="{D37B7B5A-5CC0-4A18-AE2A-E4C0038D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45" y="183535"/>
            <a:ext cx="1639266" cy="123008"/>
          </a:xfrm>
          <a:custGeom xmlns:a="http://schemas.openxmlformats.org/drawingml/2006/main">
            <a:pathLst>
              <a:path w="1639266" h="123008">
                <a:moveTo>
                  <a:pt x="25011" y="1602"/>
                </a:moveTo>
                <a:lnTo>
                  <a:pt x="0" y="1602"/>
                </a:lnTo>
                <a:lnTo>
                  <a:pt x="0" y="121406"/>
                </a:lnTo>
                <a:lnTo>
                  <a:pt x="75567" y="121406"/>
                </a:lnTo>
                <a:lnTo>
                  <a:pt x="75567" y="99421"/>
                </a:lnTo>
                <a:lnTo>
                  <a:pt x="25011" y="99421"/>
                </a:lnTo>
                <a:lnTo>
                  <a:pt x="25011" y="1602"/>
                </a:lnTo>
                <a:close/>
                <a:moveTo>
                  <a:pt x="93148" y="1602"/>
                </a:moveTo>
                <a:lnTo>
                  <a:pt x="93148" y="121406"/>
                </a:lnTo>
                <a:lnTo>
                  <a:pt x="168715" y="121406"/>
                </a:lnTo>
                <a:lnTo>
                  <a:pt x="168715" y="99421"/>
                </a:lnTo>
                <a:lnTo>
                  <a:pt x="118159" y="99421"/>
                </a:lnTo>
                <a:lnTo>
                  <a:pt x="118159" y="1602"/>
                </a:lnTo>
                <a:lnTo>
                  <a:pt x="93148" y="1602"/>
                </a:lnTo>
                <a:close/>
                <a:moveTo>
                  <a:pt x="210240" y="34152"/>
                </a:moveTo>
                <a:lnTo>
                  <a:pt x="239078" y="83133"/>
                </a:lnTo>
                <a:lnTo>
                  <a:pt x="254476" y="83133"/>
                </a:lnTo>
                <a:lnTo>
                  <a:pt x="282691" y="34012"/>
                </a:lnTo>
                <a:lnTo>
                  <a:pt x="282691" y="121406"/>
                </a:lnTo>
                <a:lnTo>
                  <a:pt x="307346" y="121406"/>
                </a:lnTo>
                <a:lnTo>
                  <a:pt x="307346" y="1602"/>
                </a:lnTo>
                <a:lnTo>
                  <a:pt x="279665" y="1602"/>
                </a:lnTo>
                <a:lnTo>
                  <a:pt x="247587" y="56968"/>
                </a:lnTo>
                <a:lnTo>
                  <a:pt x="215046" y="1602"/>
                </a:lnTo>
                <a:lnTo>
                  <a:pt x="186297" y="1602"/>
                </a:lnTo>
                <a:lnTo>
                  <a:pt x="186297" y="121406"/>
                </a:lnTo>
                <a:lnTo>
                  <a:pt x="210240" y="121406"/>
                </a:lnTo>
                <a:lnTo>
                  <a:pt x="210240" y="34152"/>
                </a:lnTo>
                <a:close/>
                <a:moveTo>
                  <a:pt x="457051" y="122822"/>
                </a:moveTo>
                <a:lnTo>
                  <a:pt x="458421" y="122718"/>
                </a:lnTo>
                <a:lnTo>
                  <a:pt x="459772" y="122590"/>
                </a:lnTo>
                <a:lnTo>
                  <a:pt x="461104" y="122440"/>
                </a:lnTo>
                <a:lnTo>
                  <a:pt x="462418" y="122266"/>
                </a:lnTo>
                <a:lnTo>
                  <a:pt x="463713" y="122069"/>
                </a:lnTo>
                <a:lnTo>
                  <a:pt x="464989" y="121849"/>
                </a:lnTo>
                <a:lnTo>
                  <a:pt x="466246" y="121605"/>
                </a:lnTo>
                <a:lnTo>
                  <a:pt x="467485" y="121339"/>
                </a:lnTo>
                <a:lnTo>
                  <a:pt x="468705" y="121049"/>
                </a:lnTo>
                <a:lnTo>
                  <a:pt x="469906" y="120736"/>
                </a:lnTo>
                <a:lnTo>
                  <a:pt x="471089" y="120400"/>
                </a:lnTo>
                <a:lnTo>
                  <a:pt x="472253" y="120041"/>
                </a:lnTo>
                <a:lnTo>
                  <a:pt x="473398" y="119658"/>
                </a:lnTo>
                <a:lnTo>
                  <a:pt x="474525" y="119253"/>
                </a:lnTo>
                <a:lnTo>
                  <a:pt x="475633" y="118824"/>
                </a:lnTo>
                <a:lnTo>
                  <a:pt x="476722" y="118372"/>
                </a:lnTo>
                <a:lnTo>
                  <a:pt x="477792" y="117897"/>
                </a:lnTo>
                <a:lnTo>
                  <a:pt x="478844" y="117398"/>
                </a:lnTo>
                <a:lnTo>
                  <a:pt x="479877" y="116877"/>
                </a:lnTo>
                <a:lnTo>
                  <a:pt x="480892" y="116332"/>
                </a:lnTo>
                <a:lnTo>
                  <a:pt x="481887" y="115767"/>
                </a:lnTo>
                <a:lnTo>
                  <a:pt x="482862" y="115184"/>
                </a:lnTo>
                <a:lnTo>
                  <a:pt x="483816" y="114583"/>
                </a:lnTo>
                <a:lnTo>
                  <a:pt x="484751" y="113964"/>
                </a:lnTo>
                <a:lnTo>
                  <a:pt x="485666" y="113327"/>
                </a:lnTo>
                <a:lnTo>
                  <a:pt x="486560" y="112672"/>
                </a:lnTo>
                <a:lnTo>
                  <a:pt x="487435" y="111999"/>
                </a:lnTo>
                <a:lnTo>
                  <a:pt x="488289" y="111308"/>
                </a:lnTo>
                <a:lnTo>
                  <a:pt x="489124" y="110600"/>
                </a:lnTo>
                <a:lnTo>
                  <a:pt x="489938" y="109873"/>
                </a:lnTo>
                <a:lnTo>
                  <a:pt x="490732" y="109128"/>
                </a:lnTo>
                <a:lnTo>
                  <a:pt x="491506" y="108366"/>
                </a:lnTo>
                <a:lnTo>
                  <a:pt x="492260" y="107586"/>
                </a:lnTo>
                <a:lnTo>
                  <a:pt x="492994" y="106787"/>
                </a:lnTo>
                <a:lnTo>
                  <a:pt x="493707" y="105971"/>
                </a:lnTo>
                <a:lnTo>
                  <a:pt x="494401" y="105137"/>
                </a:lnTo>
                <a:lnTo>
                  <a:pt x="495075" y="104285"/>
                </a:lnTo>
                <a:lnTo>
                  <a:pt x="495728" y="103415"/>
                </a:lnTo>
                <a:lnTo>
                  <a:pt x="496361" y="102527"/>
                </a:lnTo>
                <a:lnTo>
                  <a:pt x="496975" y="101621"/>
                </a:lnTo>
                <a:lnTo>
                  <a:pt x="497568" y="100698"/>
                </a:lnTo>
                <a:lnTo>
                  <a:pt x="498141" y="99756"/>
                </a:lnTo>
                <a:lnTo>
                  <a:pt x="498694" y="98796"/>
                </a:lnTo>
                <a:lnTo>
                  <a:pt x="499227" y="97819"/>
                </a:lnTo>
                <a:lnTo>
                  <a:pt x="499739" y="96826"/>
                </a:lnTo>
                <a:lnTo>
                  <a:pt x="500229" y="95820"/>
                </a:lnTo>
                <a:lnTo>
                  <a:pt x="500698" y="94801"/>
                </a:lnTo>
                <a:lnTo>
                  <a:pt x="501145" y="93769"/>
                </a:lnTo>
                <a:lnTo>
                  <a:pt x="501569" y="92724"/>
                </a:lnTo>
                <a:lnTo>
                  <a:pt x="501972" y="91666"/>
                </a:lnTo>
                <a:lnTo>
                  <a:pt x="502354" y="90595"/>
                </a:lnTo>
                <a:lnTo>
                  <a:pt x="502713" y="89511"/>
                </a:lnTo>
                <a:lnTo>
                  <a:pt x="503051" y="88415"/>
                </a:lnTo>
                <a:lnTo>
                  <a:pt x="503367" y="87305"/>
                </a:lnTo>
                <a:lnTo>
                  <a:pt x="503661" y="86182"/>
                </a:lnTo>
                <a:lnTo>
                  <a:pt x="503933" y="85046"/>
                </a:lnTo>
                <a:lnTo>
                  <a:pt x="504184" y="83897"/>
                </a:lnTo>
                <a:lnTo>
                  <a:pt x="504413" y="82736"/>
                </a:lnTo>
                <a:lnTo>
                  <a:pt x="504620" y="81561"/>
                </a:lnTo>
                <a:lnTo>
                  <a:pt x="504805" y="80373"/>
                </a:lnTo>
                <a:lnTo>
                  <a:pt x="504968" y="79173"/>
                </a:lnTo>
                <a:lnTo>
                  <a:pt x="505110" y="77959"/>
                </a:lnTo>
                <a:lnTo>
                  <a:pt x="505230" y="76732"/>
                </a:lnTo>
                <a:lnTo>
                  <a:pt x="505328" y="75493"/>
                </a:lnTo>
                <a:lnTo>
                  <a:pt x="505404" y="74240"/>
                </a:lnTo>
                <a:lnTo>
                  <a:pt x="505459" y="72975"/>
                </a:lnTo>
                <a:lnTo>
                  <a:pt x="505491" y="71696"/>
                </a:lnTo>
                <a:lnTo>
                  <a:pt x="505502" y="70405"/>
                </a:lnTo>
                <a:lnTo>
                  <a:pt x="505502" y="58211"/>
                </a:lnTo>
                <a:lnTo>
                  <a:pt x="452009" y="58211"/>
                </a:lnTo>
                <a:lnTo>
                  <a:pt x="452009" y="78148"/>
                </a:lnTo>
                <a:lnTo>
                  <a:pt x="480402" y="78148"/>
                </a:lnTo>
                <a:lnTo>
                  <a:pt x="480353" y="78739"/>
                </a:lnTo>
                <a:lnTo>
                  <a:pt x="480292" y="79323"/>
                </a:lnTo>
                <a:lnTo>
                  <a:pt x="480222" y="79902"/>
                </a:lnTo>
                <a:lnTo>
                  <a:pt x="480141" y="80475"/>
                </a:lnTo>
                <a:lnTo>
                  <a:pt x="480050" y="81042"/>
                </a:lnTo>
                <a:lnTo>
                  <a:pt x="479949" y="81603"/>
                </a:lnTo>
                <a:lnTo>
                  <a:pt x="479837" y="82158"/>
                </a:lnTo>
                <a:lnTo>
                  <a:pt x="479715" y="82707"/>
                </a:lnTo>
                <a:lnTo>
                  <a:pt x="479582" y="83251"/>
                </a:lnTo>
                <a:lnTo>
                  <a:pt x="479440" y="83788"/>
                </a:lnTo>
                <a:lnTo>
                  <a:pt x="479286" y="84320"/>
                </a:lnTo>
                <a:lnTo>
                  <a:pt x="479123" y="84846"/>
                </a:lnTo>
                <a:lnTo>
                  <a:pt x="478949" y="85366"/>
                </a:lnTo>
                <a:lnTo>
                  <a:pt x="478765" y="85880"/>
                </a:lnTo>
                <a:lnTo>
                  <a:pt x="478570" y="86388"/>
                </a:lnTo>
                <a:lnTo>
                  <a:pt x="478365" y="86891"/>
                </a:lnTo>
                <a:lnTo>
                  <a:pt x="478150" y="87387"/>
                </a:lnTo>
                <a:lnTo>
                  <a:pt x="477924" y="87878"/>
                </a:lnTo>
                <a:lnTo>
                  <a:pt x="477688" y="88362"/>
                </a:lnTo>
                <a:lnTo>
                  <a:pt x="477441" y="88841"/>
                </a:lnTo>
                <a:lnTo>
                  <a:pt x="477185" y="89314"/>
                </a:lnTo>
                <a:lnTo>
                  <a:pt x="476918" y="89782"/>
                </a:lnTo>
                <a:lnTo>
                  <a:pt x="476640" y="90243"/>
                </a:lnTo>
                <a:lnTo>
                  <a:pt x="476352" y="90698"/>
                </a:lnTo>
                <a:lnTo>
                  <a:pt x="476055" y="91147"/>
                </a:lnTo>
                <a:lnTo>
                  <a:pt x="475747" y="91587"/>
                </a:lnTo>
                <a:lnTo>
                  <a:pt x="475430" y="92019"/>
                </a:lnTo>
                <a:lnTo>
                  <a:pt x="475104" y="92442"/>
                </a:lnTo>
                <a:lnTo>
                  <a:pt x="474768" y="92858"/>
                </a:lnTo>
                <a:lnTo>
                  <a:pt x="474422" y="93265"/>
                </a:lnTo>
                <a:lnTo>
                  <a:pt x="474067" y="93665"/>
                </a:lnTo>
                <a:lnTo>
                  <a:pt x="473702" y="94056"/>
                </a:lnTo>
                <a:lnTo>
                  <a:pt x="473328" y="94439"/>
                </a:lnTo>
                <a:lnTo>
                  <a:pt x="472944" y="94813"/>
                </a:lnTo>
                <a:lnTo>
                  <a:pt x="472550" y="95180"/>
                </a:lnTo>
                <a:lnTo>
                  <a:pt x="472147" y="95538"/>
                </a:lnTo>
                <a:lnTo>
                  <a:pt x="471734" y="95888"/>
                </a:lnTo>
                <a:lnTo>
                  <a:pt x="471312" y="96230"/>
                </a:lnTo>
                <a:lnTo>
                  <a:pt x="470880" y="96564"/>
                </a:lnTo>
                <a:lnTo>
                  <a:pt x="470438" y="96889"/>
                </a:lnTo>
                <a:lnTo>
                  <a:pt x="469987" y="97206"/>
                </a:lnTo>
                <a:lnTo>
                  <a:pt x="469527" y="97516"/>
                </a:lnTo>
                <a:lnTo>
                  <a:pt x="469056" y="97816"/>
                </a:lnTo>
                <a:lnTo>
                  <a:pt x="468577" y="98109"/>
                </a:lnTo>
                <a:lnTo>
                  <a:pt x="468087" y="98394"/>
                </a:lnTo>
                <a:lnTo>
                  <a:pt x="467588" y="98670"/>
                </a:lnTo>
                <a:lnTo>
                  <a:pt x="467080" y="98938"/>
                </a:lnTo>
                <a:lnTo>
                  <a:pt x="466562" y="99198"/>
                </a:lnTo>
                <a:lnTo>
                  <a:pt x="466034" y="99449"/>
                </a:lnTo>
                <a:lnTo>
                  <a:pt x="465498" y="99689"/>
                </a:lnTo>
                <a:lnTo>
                  <a:pt x="464952" y="99918"/>
                </a:lnTo>
                <a:lnTo>
                  <a:pt x="464397" y="100137"/>
                </a:lnTo>
                <a:lnTo>
                  <a:pt x="463833" y="100345"/>
                </a:lnTo>
                <a:lnTo>
                  <a:pt x="463260" y="100542"/>
                </a:lnTo>
                <a:lnTo>
                  <a:pt x="462678" y="100728"/>
                </a:lnTo>
                <a:lnTo>
                  <a:pt x="462087" y="100904"/>
                </a:lnTo>
                <a:lnTo>
                  <a:pt x="461486" y="101070"/>
                </a:lnTo>
                <a:lnTo>
                  <a:pt x="460877" y="101224"/>
                </a:lnTo>
                <a:lnTo>
                  <a:pt x="460258" y="101368"/>
                </a:lnTo>
                <a:lnTo>
                  <a:pt x="459630" y="101501"/>
                </a:lnTo>
                <a:lnTo>
                  <a:pt x="458993" y="101624"/>
                </a:lnTo>
                <a:lnTo>
                  <a:pt x="458347" y="101736"/>
                </a:lnTo>
                <a:lnTo>
                  <a:pt x="457692" y="101837"/>
                </a:lnTo>
                <a:lnTo>
                  <a:pt x="457028" y="101928"/>
                </a:lnTo>
                <a:lnTo>
                  <a:pt x="456355" y="102008"/>
                </a:lnTo>
                <a:lnTo>
                  <a:pt x="455672" y="102077"/>
                </a:lnTo>
                <a:lnTo>
                  <a:pt x="454981" y="102136"/>
                </a:lnTo>
                <a:lnTo>
                  <a:pt x="454280" y="102184"/>
                </a:lnTo>
                <a:lnTo>
                  <a:pt x="453570" y="102221"/>
                </a:lnTo>
                <a:lnTo>
                  <a:pt x="452851" y="102248"/>
                </a:lnTo>
                <a:lnTo>
                  <a:pt x="452123" y="102264"/>
                </a:lnTo>
                <a:lnTo>
                  <a:pt x="451386" y="102269"/>
                </a:lnTo>
                <a:lnTo>
                  <a:pt x="450393" y="102259"/>
                </a:lnTo>
                <a:lnTo>
                  <a:pt x="449416" y="102230"/>
                </a:lnTo>
                <a:lnTo>
                  <a:pt x="448456" y="102181"/>
                </a:lnTo>
                <a:lnTo>
                  <a:pt x="447512" y="102113"/>
                </a:lnTo>
                <a:lnTo>
                  <a:pt x="446584" y="102026"/>
                </a:lnTo>
                <a:lnTo>
                  <a:pt x="445673" y="101919"/>
                </a:lnTo>
                <a:lnTo>
                  <a:pt x="444778" y="101792"/>
                </a:lnTo>
                <a:lnTo>
                  <a:pt x="443899" y="101646"/>
                </a:lnTo>
                <a:lnTo>
                  <a:pt x="443037" y="101481"/>
                </a:lnTo>
                <a:lnTo>
                  <a:pt x="442192" y="101296"/>
                </a:lnTo>
                <a:lnTo>
                  <a:pt x="441362" y="101091"/>
                </a:lnTo>
                <a:lnTo>
                  <a:pt x="440549" y="100867"/>
                </a:lnTo>
                <a:lnTo>
                  <a:pt x="439753" y="100624"/>
                </a:lnTo>
                <a:lnTo>
                  <a:pt x="438973" y="100361"/>
                </a:lnTo>
                <a:lnTo>
                  <a:pt x="438209" y="100079"/>
                </a:lnTo>
                <a:lnTo>
                  <a:pt x="437461" y="99777"/>
                </a:lnTo>
                <a:lnTo>
                  <a:pt x="436730" y="99456"/>
                </a:lnTo>
                <a:lnTo>
                  <a:pt x="436016" y="99115"/>
                </a:lnTo>
                <a:lnTo>
                  <a:pt x="435317" y="98755"/>
                </a:lnTo>
                <a:lnTo>
                  <a:pt x="434635" y="98375"/>
                </a:lnTo>
                <a:lnTo>
                  <a:pt x="433970" y="97976"/>
                </a:lnTo>
                <a:lnTo>
                  <a:pt x="433321" y="97557"/>
                </a:lnTo>
                <a:lnTo>
                  <a:pt x="432688" y="97119"/>
                </a:lnTo>
                <a:lnTo>
                  <a:pt x="432071" y="96662"/>
                </a:lnTo>
                <a:lnTo>
                  <a:pt x="431470" y="96188"/>
                </a:lnTo>
                <a:lnTo>
                  <a:pt x="430882" y="95702"/>
                </a:lnTo>
                <a:lnTo>
                  <a:pt x="430309" y="95203"/>
                </a:lnTo>
                <a:lnTo>
                  <a:pt x="429749" y="94691"/>
                </a:lnTo>
                <a:lnTo>
                  <a:pt x="429202" y="94167"/>
                </a:lnTo>
                <a:lnTo>
                  <a:pt x="428670" y="93630"/>
                </a:lnTo>
                <a:lnTo>
                  <a:pt x="428151" y="93080"/>
                </a:lnTo>
                <a:lnTo>
                  <a:pt x="427646" y="92518"/>
                </a:lnTo>
                <a:lnTo>
                  <a:pt x="427154" y="91943"/>
                </a:lnTo>
                <a:lnTo>
                  <a:pt x="426677" y="91355"/>
                </a:lnTo>
                <a:lnTo>
                  <a:pt x="426213" y="90755"/>
                </a:lnTo>
                <a:lnTo>
                  <a:pt x="425763" y="90142"/>
                </a:lnTo>
                <a:lnTo>
                  <a:pt x="425327" y="89516"/>
                </a:lnTo>
                <a:lnTo>
                  <a:pt x="424904" y="88878"/>
                </a:lnTo>
                <a:lnTo>
                  <a:pt x="424495" y="88227"/>
                </a:lnTo>
                <a:lnTo>
                  <a:pt x="424100" y="87563"/>
                </a:lnTo>
                <a:lnTo>
                  <a:pt x="423719" y="86887"/>
                </a:lnTo>
                <a:lnTo>
                  <a:pt x="423351" y="86198"/>
                </a:lnTo>
                <a:lnTo>
                  <a:pt x="422998" y="85496"/>
                </a:lnTo>
                <a:lnTo>
                  <a:pt x="422658" y="84782"/>
                </a:lnTo>
                <a:lnTo>
                  <a:pt x="422331" y="84055"/>
                </a:lnTo>
                <a:lnTo>
                  <a:pt x="422019" y="83315"/>
                </a:lnTo>
                <a:lnTo>
                  <a:pt x="421720" y="82563"/>
                </a:lnTo>
                <a:lnTo>
                  <a:pt x="421435" y="81797"/>
                </a:lnTo>
                <a:lnTo>
                  <a:pt x="421163" y="81023"/>
                </a:lnTo>
                <a:lnTo>
                  <a:pt x="420902" y="80243"/>
                </a:lnTo>
                <a:lnTo>
                  <a:pt x="420653" y="79457"/>
                </a:lnTo>
                <a:lnTo>
                  <a:pt x="420415" y="78665"/>
                </a:lnTo>
                <a:lnTo>
                  <a:pt x="420189" y="77867"/>
                </a:lnTo>
                <a:lnTo>
                  <a:pt x="419975" y="77063"/>
                </a:lnTo>
                <a:lnTo>
                  <a:pt x="419772" y="76254"/>
                </a:lnTo>
                <a:lnTo>
                  <a:pt x="419581" y="75438"/>
                </a:lnTo>
                <a:lnTo>
                  <a:pt x="419401" y="74617"/>
                </a:lnTo>
                <a:lnTo>
                  <a:pt x="419233" y="73790"/>
                </a:lnTo>
                <a:lnTo>
                  <a:pt x="419077" y="72957"/>
                </a:lnTo>
                <a:lnTo>
                  <a:pt x="418932" y="72118"/>
                </a:lnTo>
                <a:lnTo>
                  <a:pt x="418798" y="71273"/>
                </a:lnTo>
                <a:lnTo>
                  <a:pt x="418677" y="70422"/>
                </a:lnTo>
                <a:lnTo>
                  <a:pt x="418567" y="69566"/>
                </a:lnTo>
                <a:lnTo>
                  <a:pt x="418468" y="68704"/>
                </a:lnTo>
                <a:lnTo>
                  <a:pt x="418381" y="67835"/>
                </a:lnTo>
                <a:lnTo>
                  <a:pt x="418306" y="66961"/>
                </a:lnTo>
                <a:lnTo>
                  <a:pt x="418242" y="66081"/>
                </a:lnTo>
                <a:lnTo>
                  <a:pt x="418190" y="65195"/>
                </a:lnTo>
                <a:lnTo>
                  <a:pt x="418149" y="64303"/>
                </a:lnTo>
                <a:lnTo>
                  <a:pt x="418120" y="63406"/>
                </a:lnTo>
                <a:lnTo>
                  <a:pt x="418103" y="62502"/>
                </a:lnTo>
                <a:lnTo>
                  <a:pt x="418097" y="61593"/>
                </a:lnTo>
                <a:lnTo>
                  <a:pt x="418103" y="60676"/>
                </a:lnTo>
                <a:lnTo>
                  <a:pt x="418120" y="59766"/>
                </a:lnTo>
                <a:lnTo>
                  <a:pt x="418149" y="58862"/>
                </a:lnTo>
                <a:lnTo>
                  <a:pt x="418189" y="57965"/>
                </a:lnTo>
                <a:lnTo>
                  <a:pt x="418240" y="57073"/>
                </a:lnTo>
                <a:lnTo>
                  <a:pt x="418303" y="56188"/>
                </a:lnTo>
                <a:lnTo>
                  <a:pt x="418377" y="55310"/>
                </a:lnTo>
                <a:lnTo>
                  <a:pt x="418463" y="54438"/>
                </a:lnTo>
                <a:lnTo>
                  <a:pt x="418560" y="53572"/>
                </a:lnTo>
                <a:lnTo>
                  <a:pt x="418669" y="52712"/>
                </a:lnTo>
                <a:lnTo>
                  <a:pt x="418789" y="51859"/>
                </a:lnTo>
                <a:lnTo>
                  <a:pt x="418921" y="51012"/>
                </a:lnTo>
                <a:lnTo>
                  <a:pt x="419064" y="50172"/>
                </a:lnTo>
                <a:lnTo>
                  <a:pt x="419218" y="49337"/>
                </a:lnTo>
                <a:lnTo>
                  <a:pt x="419384" y="48510"/>
                </a:lnTo>
                <a:lnTo>
                  <a:pt x="419561" y="47688"/>
                </a:lnTo>
                <a:lnTo>
                  <a:pt x="419750" y="46873"/>
                </a:lnTo>
                <a:lnTo>
                  <a:pt x="419950" y="46064"/>
                </a:lnTo>
                <a:lnTo>
                  <a:pt x="420161" y="45261"/>
                </a:lnTo>
                <a:lnTo>
                  <a:pt x="420384" y="44465"/>
                </a:lnTo>
                <a:lnTo>
                  <a:pt x="420619" y="43675"/>
                </a:lnTo>
                <a:lnTo>
                  <a:pt x="420865" y="42892"/>
                </a:lnTo>
                <a:lnTo>
                  <a:pt x="421122" y="42115"/>
                </a:lnTo>
                <a:lnTo>
                  <a:pt x="421391" y="41344"/>
                </a:lnTo>
                <a:lnTo>
                  <a:pt x="421672" y="40582"/>
                </a:lnTo>
                <a:lnTo>
                  <a:pt x="421967" y="39833"/>
                </a:lnTo>
                <a:lnTo>
                  <a:pt x="422275" y="39096"/>
                </a:lnTo>
                <a:lnTo>
                  <a:pt x="422597" y="38372"/>
                </a:lnTo>
                <a:lnTo>
                  <a:pt x="422933" y="37660"/>
                </a:lnTo>
                <a:lnTo>
                  <a:pt x="423282" y="36960"/>
                </a:lnTo>
                <a:lnTo>
                  <a:pt x="423645" y="36273"/>
                </a:lnTo>
                <a:lnTo>
                  <a:pt x="424021" y="35598"/>
                </a:lnTo>
                <a:lnTo>
                  <a:pt x="424411" y="34935"/>
                </a:lnTo>
                <a:lnTo>
                  <a:pt x="424815" y="34285"/>
                </a:lnTo>
                <a:lnTo>
                  <a:pt x="425232" y="33647"/>
                </a:lnTo>
                <a:lnTo>
                  <a:pt x="425663" y="33022"/>
                </a:lnTo>
                <a:lnTo>
                  <a:pt x="426107" y="32408"/>
                </a:lnTo>
                <a:lnTo>
                  <a:pt x="426565" y="31808"/>
                </a:lnTo>
                <a:lnTo>
                  <a:pt x="427037" y="31219"/>
                </a:lnTo>
                <a:lnTo>
                  <a:pt x="427522" y="30643"/>
                </a:lnTo>
                <a:lnTo>
                  <a:pt x="428021" y="30079"/>
                </a:lnTo>
                <a:lnTo>
                  <a:pt x="428533" y="29528"/>
                </a:lnTo>
                <a:lnTo>
                  <a:pt x="429059" y="28989"/>
                </a:lnTo>
                <a:lnTo>
                  <a:pt x="429599" y="28462"/>
                </a:lnTo>
                <a:lnTo>
                  <a:pt x="430152" y="27948"/>
                </a:lnTo>
                <a:lnTo>
                  <a:pt x="430719" y="27446"/>
                </a:lnTo>
                <a:lnTo>
                  <a:pt x="431299" y="26957"/>
                </a:lnTo>
                <a:lnTo>
                  <a:pt x="431893" y="26480"/>
                </a:lnTo>
                <a:lnTo>
                  <a:pt x="432502" y="26018"/>
                </a:lnTo>
                <a:lnTo>
                  <a:pt x="433126" y="25577"/>
                </a:lnTo>
                <a:lnTo>
                  <a:pt x="433767" y="25155"/>
                </a:lnTo>
                <a:lnTo>
                  <a:pt x="434423" y="24753"/>
                </a:lnTo>
                <a:lnTo>
                  <a:pt x="435094" y="24370"/>
                </a:lnTo>
                <a:lnTo>
                  <a:pt x="435782" y="24007"/>
                </a:lnTo>
                <a:lnTo>
                  <a:pt x="436485" y="23663"/>
                </a:lnTo>
                <a:lnTo>
                  <a:pt x="437204" y="23340"/>
                </a:lnTo>
                <a:lnTo>
                  <a:pt x="437939" y="23035"/>
                </a:lnTo>
                <a:lnTo>
                  <a:pt x="438689" y="22751"/>
                </a:lnTo>
                <a:lnTo>
                  <a:pt x="439456" y="22486"/>
                </a:lnTo>
                <a:lnTo>
                  <a:pt x="440238" y="22241"/>
                </a:lnTo>
                <a:lnTo>
                  <a:pt x="441036" y="22015"/>
                </a:lnTo>
                <a:lnTo>
                  <a:pt x="441849" y="21809"/>
                </a:lnTo>
                <a:lnTo>
                  <a:pt x="442679" y="21622"/>
                </a:lnTo>
                <a:lnTo>
                  <a:pt x="443524" y="21456"/>
                </a:lnTo>
                <a:lnTo>
                  <a:pt x="444384" y="21308"/>
                </a:lnTo>
                <a:lnTo>
                  <a:pt x="445261" y="21181"/>
                </a:lnTo>
                <a:lnTo>
                  <a:pt x="446154" y="21073"/>
                </a:lnTo>
                <a:lnTo>
                  <a:pt x="447062" y="20985"/>
                </a:lnTo>
                <a:lnTo>
                  <a:pt x="447986" y="20916"/>
                </a:lnTo>
                <a:lnTo>
                  <a:pt x="448925" y="20867"/>
                </a:lnTo>
                <a:lnTo>
                  <a:pt x="449881" y="20837"/>
                </a:lnTo>
                <a:lnTo>
                  <a:pt x="450852" y="20828"/>
                </a:lnTo>
                <a:lnTo>
                  <a:pt x="451530" y="20832"/>
                </a:lnTo>
                <a:lnTo>
                  <a:pt x="452201" y="20846"/>
                </a:lnTo>
                <a:lnTo>
                  <a:pt x="452863" y="20868"/>
                </a:lnTo>
                <a:lnTo>
                  <a:pt x="453517" y="20899"/>
                </a:lnTo>
                <a:lnTo>
                  <a:pt x="454163" y="20940"/>
                </a:lnTo>
                <a:lnTo>
                  <a:pt x="454802" y="20989"/>
                </a:lnTo>
                <a:lnTo>
                  <a:pt x="455432" y="21047"/>
                </a:lnTo>
                <a:lnTo>
                  <a:pt x="456054" y="21114"/>
                </a:lnTo>
                <a:lnTo>
                  <a:pt x="456668" y="21191"/>
                </a:lnTo>
                <a:lnTo>
                  <a:pt x="457274" y="21276"/>
                </a:lnTo>
                <a:lnTo>
                  <a:pt x="457872" y="21370"/>
                </a:lnTo>
                <a:lnTo>
                  <a:pt x="458462" y="21473"/>
                </a:lnTo>
                <a:lnTo>
                  <a:pt x="459044" y="21585"/>
                </a:lnTo>
                <a:lnTo>
                  <a:pt x="459618" y="21706"/>
                </a:lnTo>
                <a:lnTo>
                  <a:pt x="460184" y="21836"/>
                </a:lnTo>
                <a:lnTo>
                  <a:pt x="460742" y="21975"/>
                </a:lnTo>
                <a:lnTo>
                  <a:pt x="461291" y="22123"/>
                </a:lnTo>
                <a:lnTo>
                  <a:pt x="461833" y="22280"/>
                </a:lnTo>
                <a:lnTo>
                  <a:pt x="462367" y="22445"/>
                </a:lnTo>
                <a:lnTo>
                  <a:pt x="462893" y="22620"/>
                </a:lnTo>
                <a:lnTo>
                  <a:pt x="463410" y="22804"/>
                </a:lnTo>
                <a:lnTo>
                  <a:pt x="463920" y="22997"/>
                </a:lnTo>
                <a:lnTo>
                  <a:pt x="464421" y="23198"/>
                </a:lnTo>
                <a:lnTo>
                  <a:pt x="464915" y="23409"/>
                </a:lnTo>
                <a:lnTo>
                  <a:pt x="465400" y="23627"/>
                </a:lnTo>
                <a:lnTo>
                  <a:pt x="465877" y="23853"/>
                </a:lnTo>
                <a:lnTo>
                  <a:pt x="466345" y="24085"/>
                </a:lnTo>
                <a:lnTo>
                  <a:pt x="466804" y="24324"/>
                </a:lnTo>
                <a:lnTo>
                  <a:pt x="467255" y="24569"/>
                </a:lnTo>
                <a:lnTo>
                  <a:pt x="467696" y="24822"/>
                </a:lnTo>
                <a:lnTo>
                  <a:pt x="468130" y="25081"/>
                </a:lnTo>
                <a:lnTo>
                  <a:pt x="468554" y="25347"/>
                </a:lnTo>
                <a:lnTo>
                  <a:pt x="468970" y="25620"/>
                </a:lnTo>
                <a:lnTo>
                  <a:pt x="469378" y="25900"/>
                </a:lnTo>
                <a:lnTo>
                  <a:pt x="469776" y="26186"/>
                </a:lnTo>
                <a:lnTo>
                  <a:pt x="470166" y="26480"/>
                </a:lnTo>
                <a:lnTo>
                  <a:pt x="470548" y="26780"/>
                </a:lnTo>
                <a:lnTo>
                  <a:pt x="470920" y="27087"/>
                </a:lnTo>
                <a:lnTo>
                  <a:pt x="471285" y="27400"/>
                </a:lnTo>
                <a:lnTo>
                  <a:pt x="471640" y="27721"/>
                </a:lnTo>
                <a:lnTo>
                  <a:pt x="471987" y="28048"/>
                </a:lnTo>
                <a:lnTo>
                  <a:pt x="472325" y="28382"/>
                </a:lnTo>
                <a:lnTo>
                  <a:pt x="472654" y="28723"/>
                </a:lnTo>
                <a:lnTo>
                  <a:pt x="472975" y="29071"/>
                </a:lnTo>
                <a:lnTo>
                  <a:pt x="473287" y="29425"/>
                </a:lnTo>
                <a:lnTo>
                  <a:pt x="473591" y="29786"/>
                </a:lnTo>
                <a:lnTo>
                  <a:pt x="473886" y="30155"/>
                </a:lnTo>
                <a:lnTo>
                  <a:pt x="474172" y="30529"/>
                </a:lnTo>
                <a:lnTo>
                  <a:pt x="474449" y="30910"/>
                </a:lnTo>
                <a:lnTo>
                  <a:pt x="474717" y="31295"/>
                </a:lnTo>
                <a:lnTo>
                  <a:pt x="474976" y="31685"/>
                </a:lnTo>
                <a:lnTo>
                  <a:pt x="475225" y="32080"/>
                </a:lnTo>
                <a:lnTo>
                  <a:pt x="475465" y="32479"/>
                </a:lnTo>
                <a:lnTo>
                  <a:pt x="475696" y="32883"/>
                </a:lnTo>
                <a:lnTo>
                  <a:pt x="475918" y="33291"/>
                </a:lnTo>
                <a:lnTo>
                  <a:pt x="476130" y="33704"/>
                </a:lnTo>
                <a:lnTo>
                  <a:pt x="476333" y="34122"/>
                </a:lnTo>
                <a:lnTo>
                  <a:pt x="476527" y="34544"/>
                </a:lnTo>
                <a:lnTo>
                  <a:pt x="476711" y="34971"/>
                </a:lnTo>
                <a:lnTo>
                  <a:pt x="476886" y="35403"/>
                </a:lnTo>
                <a:lnTo>
                  <a:pt x="477052" y="35839"/>
                </a:lnTo>
                <a:lnTo>
                  <a:pt x="477209" y="36280"/>
                </a:lnTo>
                <a:lnTo>
                  <a:pt x="477356" y="36725"/>
                </a:lnTo>
                <a:lnTo>
                  <a:pt x="477495" y="37175"/>
                </a:lnTo>
                <a:lnTo>
                  <a:pt x="477624" y="37630"/>
                </a:lnTo>
                <a:lnTo>
                  <a:pt x="477743" y="38089"/>
                </a:lnTo>
                <a:lnTo>
                  <a:pt x="477853" y="38553"/>
                </a:lnTo>
                <a:lnTo>
                  <a:pt x="477955" y="39022"/>
                </a:lnTo>
                <a:lnTo>
                  <a:pt x="478046" y="39495"/>
                </a:lnTo>
                <a:lnTo>
                  <a:pt x="478129" y="39973"/>
                </a:lnTo>
                <a:lnTo>
                  <a:pt x="478202" y="40456"/>
                </a:lnTo>
                <a:lnTo>
                  <a:pt x="478266" y="40943"/>
                </a:lnTo>
                <a:lnTo>
                  <a:pt x="503811" y="40943"/>
                </a:lnTo>
                <a:lnTo>
                  <a:pt x="503723" y="40066"/>
                </a:lnTo>
                <a:lnTo>
                  <a:pt x="503621" y="39198"/>
                </a:lnTo>
                <a:lnTo>
                  <a:pt x="503506" y="38340"/>
                </a:lnTo>
                <a:lnTo>
                  <a:pt x="503378" y="37492"/>
                </a:lnTo>
                <a:lnTo>
                  <a:pt x="503237" y="36654"/>
                </a:lnTo>
                <a:lnTo>
                  <a:pt x="503082" y="35825"/>
                </a:lnTo>
                <a:lnTo>
                  <a:pt x="502914" y="35007"/>
                </a:lnTo>
                <a:lnTo>
                  <a:pt x="502733" y="34198"/>
                </a:lnTo>
                <a:lnTo>
                  <a:pt x="502539" y="33400"/>
                </a:lnTo>
                <a:lnTo>
                  <a:pt x="502331" y="32611"/>
                </a:lnTo>
                <a:lnTo>
                  <a:pt x="502110" y="31832"/>
                </a:lnTo>
                <a:lnTo>
                  <a:pt x="501875" y="31063"/>
                </a:lnTo>
                <a:lnTo>
                  <a:pt x="501627" y="30304"/>
                </a:lnTo>
                <a:lnTo>
                  <a:pt x="501366" y="29555"/>
                </a:lnTo>
                <a:lnTo>
                  <a:pt x="501092" y="28816"/>
                </a:lnTo>
                <a:lnTo>
                  <a:pt x="500805" y="28087"/>
                </a:lnTo>
                <a:lnTo>
                  <a:pt x="500504" y="27367"/>
                </a:lnTo>
                <a:lnTo>
                  <a:pt x="500190" y="26658"/>
                </a:lnTo>
                <a:lnTo>
                  <a:pt x="499862" y="25958"/>
                </a:lnTo>
                <a:lnTo>
                  <a:pt x="499521" y="25268"/>
                </a:lnTo>
                <a:lnTo>
                  <a:pt x="499167" y="24588"/>
                </a:lnTo>
                <a:lnTo>
                  <a:pt x="498800" y="23918"/>
                </a:lnTo>
                <a:lnTo>
                  <a:pt x="498419" y="23258"/>
                </a:lnTo>
                <a:lnTo>
                  <a:pt x="498026" y="22608"/>
                </a:lnTo>
                <a:lnTo>
                  <a:pt x="497621" y="21967"/>
                </a:lnTo>
                <a:lnTo>
                  <a:pt x="497207" y="21336"/>
                </a:lnTo>
                <a:lnTo>
                  <a:pt x="496784" y="20714"/>
                </a:lnTo>
                <a:lnTo>
                  <a:pt x="496352" y="20102"/>
                </a:lnTo>
                <a:lnTo>
                  <a:pt x="495911" y="19499"/>
                </a:lnTo>
                <a:lnTo>
                  <a:pt x="495461" y="18906"/>
                </a:lnTo>
                <a:lnTo>
                  <a:pt x="495002" y="18322"/>
                </a:lnTo>
                <a:lnTo>
                  <a:pt x="494535" y="17747"/>
                </a:lnTo>
                <a:lnTo>
                  <a:pt x="494058" y="17182"/>
                </a:lnTo>
                <a:lnTo>
                  <a:pt x="493572" y="16626"/>
                </a:lnTo>
                <a:lnTo>
                  <a:pt x="493078" y="16080"/>
                </a:lnTo>
                <a:lnTo>
                  <a:pt x="492574" y="15543"/>
                </a:lnTo>
                <a:lnTo>
                  <a:pt x="492061" y="15015"/>
                </a:lnTo>
                <a:lnTo>
                  <a:pt x="491540" y="14497"/>
                </a:lnTo>
                <a:lnTo>
                  <a:pt x="491009" y="13989"/>
                </a:lnTo>
                <a:lnTo>
                  <a:pt x="490470" y="13490"/>
                </a:lnTo>
                <a:lnTo>
                  <a:pt x="489921" y="13000"/>
                </a:lnTo>
                <a:lnTo>
                  <a:pt x="489364" y="12519"/>
                </a:lnTo>
                <a:lnTo>
                  <a:pt x="488798" y="12048"/>
                </a:lnTo>
                <a:lnTo>
                  <a:pt x="488222" y="11587"/>
                </a:lnTo>
                <a:lnTo>
                  <a:pt x="487638" y="11135"/>
                </a:lnTo>
                <a:lnTo>
                  <a:pt x="487045" y="10692"/>
                </a:lnTo>
                <a:lnTo>
                  <a:pt x="486443" y="10259"/>
                </a:lnTo>
                <a:lnTo>
                  <a:pt x="485832" y="9835"/>
                </a:lnTo>
                <a:lnTo>
                  <a:pt x="485213" y="9421"/>
                </a:lnTo>
                <a:lnTo>
                  <a:pt x="484590" y="9015"/>
                </a:lnTo>
                <a:lnTo>
                  <a:pt x="483961" y="8619"/>
                </a:lnTo>
                <a:lnTo>
                  <a:pt x="483327" y="8232"/>
                </a:lnTo>
                <a:lnTo>
                  <a:pt x="482688" y="7854"/>
                </a:lnTo>
                <a:lnTo>
                  <a:pt x="482043" y="7485"/>
                </a:lnTo>
                <a:lnTo>
                  <a:pt x="481393" y="7125"/>
                </a:lnTo>
                <a:lnTo>
                  <a:pt x="480738" y="6774"/>
                </a:lnTo>
                <a:lnTo>
                  <a:pt x="480078" y="6433"/>
                </a:lnTo>
                <a:lnTo>
                  <a:pt x="479413" y="6100"/>
                </a:lnTo>
                <a:lnTo>
                  <a:pt x="478742" y="5777"/>
                </a:lnTo>
                <a:lnTo>
                  <a:pt x="478066" y="5463"/>
                </a:lnTo>
                <a:lnTo>
                  <a:pt x="477384" y="5158"/>
                </a:lnTo>
                <a:lnTo>
                  <a:pt x="476698" y="4862"/>
                </a:lnTo>
                <a:lnTo>
                  <a:pt x="476006" y="4575"/>
                </a:lnTo>
                <a:lnTo>
                  <a:pt x="475309" y="4297"/>
                </a:lnTo>
                <a:lnTo>
                  <a:pt x="474607" y="4028"/>
                </a:lnTo>
                <a:lnTo>
                  <a:pt x="473899" y="3769"/>
                </a:lnTo>
                <a:lnTo>
                  <a:pt x="473186" y="3518"/>
                </a:lnTo>
                <a:lnTo>
                  <a:pt x="472468" y="3277"/>
                </a:lnTo>
                <a:lnTo>
                  <a:pt x="471745" y="3045"/>
                </a:lnTo>
                <a:lnTo>
                  <a:pt x="471016" y="2822"/>
                </a:lnTo>
                <a:lnTo>
                  <a:pt x="470282" y="2608"/>
                </a:lnTo>
                <a:lnTo>
                  <a:pt x="469543" y="2403"/>
                </a:lnTo>
                <a:lnTo>
                  <a:pt x="468801" y="2207"/>
                </a:lnTo>
                <a:lnTo>
                  <a:pt x="468057" y="2019"/>
                </a:lnTo>
                <a:lnTo>
                  <a:pt x="467313" y="1840"/>
                </a:lnTo>
                <a:lnTo>
                  <a:pt x="466567" y="1669"/>
                </a:lnTo>
                <a:lnTo>
                  <a:pt x="465819" y="1506"/>
                </a:lnTo>
                <a:lnTo>
                  <a:pt x="465071" y="1352"/>
                </a:lnTo>
                <a:lnTo>
                  <a:pt x="464321" y="1206"/>
                </a:lnTo>
                <a:lnTo>
                  <a:pt x="463570" y="1068"/>
                </a:lnTo>
                <a:lnTo>
                  <a:pt x="462818" y="939"/>
                </a:lnTo>
                <a:lnTo>
                  <a:pt x="462064" y="818"/>
                </a:lnTo>
                <a:lnTo>
                  <a:pt x="461310" y="705"/>
                </a:lnTo>
                <a:lnTo>
                  <a:pt x="460554" y="601"/>
                </a:lnTo>
                <a:lnTo>
                  <a:pt x="459796" y="505"/>
                </a:lnTo>
                <a:lnTo>
                  <a:pt x="459038" y="417"/>
                </a:lnTo>
                <a:lnTo>
                  <a:pt x="458278" y="338"/>
                </a:lnTo>
                <a:lnTo>
                  <a:pt x="457518" y="267"/>
                </a:lnTo>
                <a:lnTo>
                  <a:pt x="456755" y="204"/>
                </a:lnTo>
                <a:lnTo>
                  <a:pt x="455992" y="150"/>
                </a:lnTo>
                <a:lnTo>
                  <a:pt x="455227" y="104"/>
                </a:lnTo>
                <a:lnTo>
                  <a:pt x="454462" y="67"/>
                </a:lnTo>
                <a:lnTo>
                  <a:pt x="453695" y="38"/>
                </a:lnTo>
                <a:lnTo>
                  <a:pt x="452926" y="17"/>
                </a:lnTo>
                <a:lnTo>
                  <a:pt x="452157" y="4"/>
                </a:lnTo>
                <a:lnTo>
                  <a:pt x="451386" y="0"/>
                </a:lnTo>
                <a:lnTo>
                  <a:pt x="449860" y="13"/>
                </a:lnTo>
                <a:lnTo>
                  <a:pt x="448352" y="53"/>
                </a:lnTo>
                <a:lnTo>
                  <a:pt x="446862" y="119"/>
                </a:lnTo>
                <a:lnTo>
                  <a:pt x="445390" y="211"/>
                </a:lnTo>
                <a:lnTo>
                  <a:pt x="443937" y="330"/>
                </a:lnTo>
                <a:lnTo>
                  <a:pt x="442502" y="476"/>
                </a:lnTo>
                <a:lnTo>
                  <a:pt x="441085" y="647"/>
                </a:lnTo>
                <a:lnTo>
                  <a:pt x="439686" y="846"/>
                </a:lnTo>
                <a:lnTo>
                  <a:pt x="438306" y="1070"/>
                </a:lnTo>
                <a:lnTo>
                  <a:pt x="436944" y="1321"/>
                </a:lnTo>
                <a:lnTo>
                  <a:pt x="435600" y="1599"/>
                </a:lnTo>
                <a:lnTo>
                  <a:pt x="434274" y="1903"/>
                </a:lnTo>
                <a:lnTo>
                  <a:pt x="432967" y="2233"/>
                </a:lnTo>
                <a:lnTo>
                  <a:pt x="431678" y="2590"/>
                </a:lnTo>
                <a:lnTo>
                  <a:pt x="430407" y="2973"/>
                </a:lnTo>
                <a:lnTo>
                  <a:pt x="429154" y="3382"/>
                </a:lnTo>
                <a:lnTo>
                  <a:pt x="427919" y="3818"/>
                </a:lnTo>
                <a:lnTo>
                  <a:pt x="426703" y="4281"/>
                </a:lnTo>
                <a:lnTo>
                  <a:pt x="425505" y="4770"/>
                </a:lnTo>
                <a:lnTo>
                  <a:pt x="424325" y="5285"/>
                </a:lnTo>
                <a:lnTo>
                  <a:pt x="423164" y="5826"/>
                </a:lnTo>
                <a:lnTo>
                  <a:pt x="422020" y="6395"/>
                </a:lnTo>
                <a:lnTo>
                  <a:pt x="420895" y="6989"/>
                </a:lnTo>
                <a:lnTo>
                  <a:pt x="419788" y="7610"/>
                </a:lnTo>
                <a:lnTo>
                  <a:pt x="418701" y="8255"/>
                </a:lnTo>
                <a:lnTo>
                  <a:pt x="417635" y="8922"/>
                </a:lnTo>
                <a:lnTo>
                  <a:pt x="416590" y="9610"/>
                </a:lnTo>
                <a:lnTo>
                  <a:pt x="415567" y="10320"/>
                </a:lnTo>
                <a:lnTo>
                  <a:pt x="414564" y="11051"/>
                </a:lnTo>
                <a:lnTo>
                  <a:pt x="413583" y="11805"/>
                </a:lnTo>
                <a:lnTo>
                  <a:pt x="412623" y="12579"/>
                </a:lnTo>
                <a:lnTo>
                  <a:pt x="411684" y="13376"/>
                </a:lnTo>
                <a:lnTo>
                  <a:pt x="410766" y="14194"/>
                </a:lnTo>
                <a:lnTo>
                  <a:pt x="409869" y="15034"/>
                </a:lnTo>
                <a:lnTo>
                  <a:pt x="408994" y="15895"/>
                </a:lnTo>
                <a:lnTo>
                  <a:pt x="408140" y="16778"/>
                </a:lnTo>
                <a:lnTo>
                  <a:pt x="407306" y="17682"/>
                </a:lnTo>
                <a:lnTo>
                  <a:pt x="406495" y="18609"/>
                </a:lnTo>
                <a:lnTo>
                  <a:pt x="405704" y="19557"/>
                </a:lnTo>
                <a:lnTo>
                  <a:pt x="404934" y="20526"/>
                </a:lnTo>
                <a:lnTo>
                  <a:pt x="404186" y="21517"/>
                </a:lnTo>
                <a:lnTo>
                  <a:pt x="403458" y="22530"/>
                </a:lnTo>
                <a:lnTo>
                  <a:pt x="402752" y="23564"/>
                </a:lnTo>
                <a:lnTo>
                  <a:pt x="402067" y="24620"/>
                </a:lnTo>
                <a:lnTo>
                  <a:pt x="401404" y="25698"/>
                </a:lnTo>
                <a:lnTo>
                  <a:pt x="400761" y="26797"/>
                </a:lnTo>
                <a:lnTo>
                  <a:pt x="400140" y="27918"/>
                </a:lnTo>
                <a:lnTo>
                  <a:pt x="399539" y="29061"/>
                </a:lnTo>
                <a:lnTo>
                  <a:pt x="398962" y="30223"/>
                </a:lnTo>
                <a:lnTo>
                  <a:pt x="398409" y="31401"/>
                </a:lnTo>
                <a:lnTo>
                  <a:pt x="397881" y="32597"/>
                </a:lnTo>
                <a:lnTo>
                  <a:pt x="397377" y="33809"/>
                </a:lnTo>
                <a:lnTo>
                  <a:pt x="396898" y="35038"/>
                </a:lnTo>
                <a:lnTo>
                  <a:pt x="396444" y="36284"/>
                </a:lnTo>
                <a:lnTo>
                  <a:pt x="396014" y="37547"/>
                </a:lnTo>
                <a:lnTo>
                  <a:pt x="395608" y="38827"/>
                </a:lnTo>
                <a:lnTo>
                  <a:pt x="395227" y="40123"/>
                </a:lnTo>
                <a:lnTo>
                  <a:pt x="394871" y="41437"/>
                </a:lnTo>
                <a:lnTo>
                  <a:pt x="394539" y="42767"/>
                </a:lnTo>
                <a:lnTo>
                  <a:pt x="394232" y="44114"/>
                </a:lnTo>
                <a:lnTo>
                  <a:pt x="393950" y="45478"/>
                </a:lnTo>
                <a:lnTo>
                  <a:pt x="393692" y="46859"/>
                </a:lnTo>
                <a:lnTo>
                  <a:pt x="393458" y="48256"/>
                </a:lnTo>
                <a:lnTo>
                  <a:pt x="393249" y="49671"/>
                </a:lnTo>
                <a:lnTo>
                  <a:pt x="393065" y="51102"/>
                </a:lnTo>
                <a:lnTo>
                  <a:pt x="392906" y="52550"/>
                </a:lnTo>
                <a:lnTo>
                  <a:pt x="392770" y="54015"/>
                </a:lnTo>
                <a:lnTo>
                  <a:pt x="392660" y="55497"/>
                </a:lnTo>
                <a:lnTo>
                  <a:pt x="392574" y="56996"/>
                </a:lnTo>
                <a:lnTo>
                  <a:pt x="392512" y="58511"/>
                </a:lnTo>
                <a:lnTo>
                  <a:pt x="392476" y="60044"/>
                </a:lnTo>
                <a:lnTo>
                  <a:pt x="392463" y="61593"/>
                </a:lnTo>
                <a:lnTo>
                  <a:pt x="392476" y="63135"/>
                </a:lnTo>
                <a:lnTo>
                  <a:pt x="392512" y="64660"/>
                </a:lnTo>
                <a:lnTo>
                  <a:pt x="392574" y="66168"/>
                </a:lnTo>
                <a:lnTo>
                  <a:pt x="392660" y="67660"/>
                </a:lnTo>
                <a:lnTo>
                  <a:pt x="392770" y="69135"/>
                </a:lnTo>
                <a:lnTo>
                  <a:pt x="392906" y="70594"/>
                </a:lnTo>
                <a:lnTo>
                  <a:pt x="393065" y="72035"/>
                </a:lnTo>
                <a:lnTo>
                  <a:pt x="393249" y="73460"/>
                </a:lnTo>
                <a:lnTo>
                  <a:pt x="393458" y="74869"/>
                </a:lnTo>
                <a:lnTo>
                  <a:pt x="393692" y="76260"/>
                </a:lnTo>
                <a:lnTo>
                  <a:pt x="393950" y="77635"/>
                </a:lnTo>
                <a:lnTo>
                  <a:pt x="394232" y="78994"/>
                </a:lnTo>
                <a:lnTo>
                  <a:pt x="394539" y="80335"/>
                </a:lnTo>
                <a:lnTo>
                  <a:pt x="394871" y="81660"/>
                </a:lnTo>
                <a:lnTo>
                  <a:pt x="395227" y="82968"/>
                </a:lnTo>
                <a:lnTo>
                  <a:pt x="395608" y="84260"/>
                </a:lnTo>
                <a:lnTo>
                  <a:pt x="396014" y="85535"/>
                </a:lnTo>
                <a:lnTo>
                  <a:pt x="396444" y="86793"/>
                </a:lnTo>
                <a:lnTo>
                  <a:pt x="396898" y="88034"/>
                </a:lnTo>
                <a:lnTo>
                  <a:pt x="397377" y="89259"/>
                </a:lnTo>
                <a:lnTo>
                  <a:pt x="397881" y="90467"/>
                </a:lnTo>
                <a:lnTo>
                  <a:pt x="398409" y="91659"/>
                </a:lnTo>
                <a:lnTo>
                  <a:pt x="398962" y="92833"/>
                </a:lnTo>
                <a:lnTo>
                  <a:pt x="399539" y="93991"/>
                </a:lnTo>
                <a:lnTo>
                  <a:pt x="400140" y="95130"/>
                </a:lnTo>
                <a:lnTo>
                  <a:pt x="400761" y="96248"/>
                </a:lnTo>
                <a:lnTo>
                  <a:pt x="401404" y="97344"/>
                </a:lnTo>
                <a:lnTo>
                  <a:pt x="402067" y="98418"/>
                </a:lnTo>
                <a:lnTo>
                  <a:pt x="402752" y="99471"/>
                </a:lnTo>
                <a:lnTo>
                  <a:pt x="403458" y="100503"/>
                </a:lnTo>
                <a:lnTo>
                  <a:pt x="404186" y="101513"/>
                </a:lnTo>
                <a:lnTo>
                  <a:pt x="404934" y="102501"/>
                </a:lnTo>
                <a:lnTo>
                  <a:pt x="405704" y="103469"/>
                </a:lnTo>
                <a:lnTo>
                  <a:pt x="406495" y="104414"/>
                </a:lnTo>
                <a:lnTo>
                  <a:pt x="407306" y="105338"/>
                </a:lnTo>
                <a:lnTo>
                  <a:pt x="408140" y="106241"/>
                </a:lnTo>
                <a:lnTo>
                  <a:pt x="408994" y="107122"/>
                </a:lnTo>
                <a:lnTo>
                  <a:pt x="409869" y="107982"/>
                </a:lnTo>
                <a:lnTo>
                  <a:pt x="410766" y="108820"/>
                </a:lnTo>
                <a:lnTo>
                  <a:pt x="411684" y="109637"/>
                </a:lnTo>
                <a:lnTo>
                  <a:pt x="412623" y="110432"/>
                </a:lnTo>
                <a:lnTo>
                  <a:pt x="413583" y="111206"/>
                </a:lnTo>
                <a:lnTo>
                  <a:pt x="414564" y="111958"/>
                </a:lnTo>
                <a:lnTo>
                  <a:pt x="415567" y="112689"/>
                </a:lnTo>
                <a:lnTo>
                  <a:pt x="416590" y="113398"/>
                </a:lnTo>
                <a:lnTo>
                  <a:pt x="417635" y="114086"/>
                </a:lnTo>
                <a:lnTo>
                  <a:pt x="418701" y="114753"/>
                </a:lnTo>
                <a:lnTo>
                  <a:pt x="419788" y="115398"/>
                </a:lnTo>
                <a:lnTo>
                  <a:pt x="420895" y="116019"/>
                </a:lnTo>
                <a:lnTo>
                  <a:pt x="422020" y="116613"/>
                </a:lnTo>
                <a:lnTo>
                  <a:pt x="423164" y="117181"/>
                </a:lnTo>
                <a:lnTo>
                  <a:pt x="424325" y="117723"/>
                </a:lnTo>
                <a:lnTo>
                  <a:pt x="425505" y="118238"/>
                </a:lnTo>
                <a:lnTo>
                  <a:pt x="426703" y="118727"/>
                </a:lnTo>
                <a:lnTo>
                  <a:pt x="427919" y="119189"/>
                </a:lnTo>
                <a:lnTo>
                  <a:pt x="429154" y="119625"/>
                </a:lnTo>
                <a:lnTo>
                  <a:pt x="430407" y="120035"/>
                </a:lnTo>
                <a:lnTo>
                  <a:pt x="431678" y="120418"/>
                </a:lnTo>
                <a:lnTo>
                  <a:pt x="432967" y="120775"/>
                </a:lnTo>
                <a:lnTo>
                  <a:pt x="434274" y="121105"/>
                </a:lnTo>
                <a:lnTo>
                  <a:pt x="435600" y="121409"/>
                </a:lnTo>
                <a:lnTo>
                  <a:pt x="436944" y="121687"/>
                </a:lnTo>
                <a:lnTo>
                  <a:pt x="438306" y="121938"/>
                </a:lnTo>
                <a:lnTo>
                  <a:pt x="439686" y="122162"/>
                </a:lnTo>
                <a:lnTo>
                  <a:pt x="441085" y="122360"/>
                </a:lnTo>
                <a:lnTo>
                  <a:pt x="442502" y="122532"/>
                </a:lnTo>
                <a:lnTo>
                  <a:pt x="443937" y="122677"/>
                </a:lnTo>
                <a:lnTo>
                  <a:pt x="445390" y="122796"/>
                </a:lnTo>
                <a:lnTo>
                  <a:pt x="446862" y="122889"/>
                </a:lnTo>
                <a:lnTo>
                  <a:pt x="448352" y="122955"/>
                </a:lnTo>
                <a:lnTo>
                  <a:pt x="449860" y="122994"/>
                </a:lnTo>
                <a:lnTo>
                  <a:pt x="451386" y="123008"/>
                </a:lnTo>
                <a:lnTo>
                  <a:pt x="452830" y="122996"/>
                </a:lnTo>
                <a:lnTo>
                  <a:pt x="454256" y="122961"/>
                </a:lnTo>
                <a:lnTo>
                  <a:pt x="455663" y="122903"/>
                </a:lnTo>
                <a:lnTo>
                  <a:pt x="457051" y="122822"/>
                </a:lnTo>
                <a:close/>
                <a:moveTo>
                  <a:pt x="652263" y="61318"/>
                </a:moveTo>
                <a:lnTo>
                  <a:pt x="652590" y="60936"/>
                </a:lnTo>
                <a:lnTo>
                  <a:pt x="652922" y="60559"/>
                </a:lnTo>
                <a:lnTo>
                  <a:pt x="653258" y="60187"/>
                </a:lnTo>
                <a:lnTo>
                  <a:pt x="653599" y="59820"/>
                </a:lnTo>
                <a:lnTo>
                  <a:pt x="653944" y="59458"/>
                </a:lnTo>
                <a:lnTo>
                  <a:pt x="654293" y="59101"/>
                </a:lnTo>
                <a:lnTo>
                  <a:pt x="654648" y="58749"/>
                </a:lnTo>
                <a:lnTo>
                  <a:pt x="655006" y="58402"/>
                </a:lnTo>
                <a:lnTo>
                  <a:pt x="655369" y="58060"/>
                </a:lnTo>
                <a:lnTo>
                  <a:pt x="655737" y="57724"/>
                </a:lnTo>
                <a:lnTo>
                  <a:pt x="656109" y="57392"/>
                </a:lnTo>
                <a:lnTo>
                  <a:pt x="656485" y="57065"/>
                </a:lnTo>
                <a:lnTo>
                  <a:pt x="656866" y="56743"/>
                </a:lnTo>
                <a:lnTo>
                  <a:pt x="657252" y="56426"/>
                </a:lnTo>
                <a:lnTo>
                  <a:pt x="657642" y="56115"/>
                </a:lnTo>
                <a:lnTo>
                  <a:pt x="658036" y="55808"/>
                </a:lnTo>
                <a:lnTo>
                  <a:pt x="658435" y="55506"/>
                </a:lnTo>
                <a:lnTo>
                  <a:pt x="658838" y="55210"/>
                </a:lnTo>
                <a:lnTo>
                  <a:pt x="659246" y="54918"/>
                </a:lnTo>
                <a:lnTo>
                  <a:pt x="659659" y="54631"/>
                </a:lnTo>
                <a:lnTo>
                  <a:pt x="660075" y="54350"/>
                </a:lnTo>
                <a:lnTo>
                  <a:pt x="660498" y="54077"/>
                </a:lnTo>
                <a:lnTo>
                  <a:pt x="660927" y="53815"/>
                </a:lnTo>
                <a:lnTo>
                  <a:pt x="661364" y="53565"/>
                </a:lnTo>
                <a:lnTo>
                  <a:pt x="661807" y="53327"/>
                </a:lnTo>
                <a:lnTo>
                  <a:pt x="662258" y="53100"/>
                </a:lnTo>
                <a:lnTo>
                  <a:pt x="662715" y="52885"/>
                </a:lnTo>
                <a:lnTo>
                  <a:pt x="663179" y="52681"/>
                </a:lnTo>
                <a:lnTo>
                  <a:pt x="663651" y="52489"/>
                </a:lnTo>
                <a:lnTo>
                  <a:pt x="664129" y="52309"/>
                </a:lnTo>
                <a:lnTo>
                  <a:pt x="664614" y="52141"/>
                </a:lnTo>
                <a:lnTo>
                  <a:pt x="665106" y="51984"/>
                </a:lnTo>
                <a:lnTo>
                  <a:pt x="665605" y="51838"/>
                </a:lnTo>
                <a:lnTo>
                  <a:pt x="666111" y="51705"/>
                </a:lnTo>
                <a:lnTo>
                  <a:pt x="666624" y="51582"/>
                </a:lnTo>
                <a:lnTo>
                  <a:pt x="667144" y="51472"/>
                </a:lnTo>
                <a:lnTo>
                  <a:pt x="667671" y="51373"/>
                </a:lnTo>
                <a:lnTo>
                  <a:pt x="668205" y="51286"/>
                </a:lnTo>
                <a:lnTo>
                  <a:pt x="668745" y="51210"/>
                </a:lnTo>
                <a:lnTo>
                  <a:pt x="669293" y="51146"/>
                </a:lnTo>
                <a:lnTo>
                  <a:pt x="669848" y="51094"/>
                </a:lnTo>
                <a:lnTo>
                  <a:pt x="670409" y="51053"/>
                </a:lnTo>
                <a:lnTo>
                  <a:pt x="670978" y="51024"/>
                </a:lnTo>
                <a:lnTo>
                  <a:pt x="671553" y="51007"/>
                </a:lnTo>
                <a:lnTo>
                  <a:pt x="672136" y="51001"/>
                </a:lnTo>
                <a:lnTo>
                  <a:pt x="672526" y="51004"/>
                </a:lnTo>
                <a:lnTo>
                  <a:pt x="672909" y="51015"/>
                </a:lnTo>
                <a:lnTo>
                  <a:pt x="673287" y="51032"/>
                </a:lnTo>
                <a:lnTo>
                  <a:pt x="673658" y="51056"/>
                </a:lnTo>
                <a:lnTo>
                  <a:pt x="674022" y="51087"/>
                </a:lnTo>
                <a:lnTo>
                  <a:pt x="674381" y="51125"/>
                </a:lnTo>
                <a:lnTo>
                  <a:pt x="674732" y="51170"/>
                </a:lnTo>
                <a:lnTo>
                  <a:pt x="675078" y="51222"/>
                </a:lnTo>
                <a:lnTo>
                  <a:pt x="675417" y="51281"/>
                </a:lnTo>
                <a:lnTo>
                  <a:pt x="675750" y="51347"/>
                </a:lnTo>
                <a:lnTo>
                  <a:pt x="676077" y="51419"/>
                </a:lnTo>
                <a:lnTo>
                  <a:pt x="676397" y="51499"/>
                </a:lnTo>
                <a:lnTo>
                  <a:pt x="676711" y="51585"/>
                </a:lnTo>
                <a:lnTo>
                  <a:pt x="677019" y="51679"/>
                </a:lnTo>
                <a:lnTo>
                  <a:pt x="677320" y="51779"/>
                </a:lnTo>
                <a:lnTo>
                  <a:pt x="677615" y="51886"/>
                </a:lnTo>
                <a:lnTo>
                  <a:pt x="677903" y="52000"/>
                </a:lnTo>
                <a:lnTo>
                  <a:pt x="678186" y="52121"/>
                </a:lnTo>
                <a:lnTo>
                  <a:pt x="678461" y="52249"/>
                </a:lnTo>
                <a:lnTo>
                  <a:pt x="678731" y="52384"/>
                </a:lnTo>
                <a:lnTo>
                  <a:pt x="678994" y="52526"/>
                </a:lnTo>
                <a:lnTo>
                  <a:pt x="679251" y="52674"/>
                </a:lnTo>
                <a:lnTo>
                  <a:pt x="679502" y="52830"/>
                </a:lnTo>
                <a:lnTo>
                  <a:pt x="679746" y="52993"/>
                </a:lnTo>
                <a:lnTo>
                  <a:pt x="679984" y="53161"/>
                </a:lnTo>
                <a:lnTo>
                  <a:pt x="680217" y="53336"/>
                </a:lnTo>
                <a:lnTo>
                  <a:pt x="680445" y="53516"/>
                </a:lnTo>
                <a:lnTo>
                  <a:pt x="680667" y="53702"/>
                </a:lnTo>
                <a:lnTo>
                  <a:pt x="680884" y="53893"/>
                </a:lnTo>
                <a:lnTo>
                  <a:pt x="681095" y="54090"/>
                </a:lnTo>
                <a:lnTo>
                  <a:pt x="681301" y="54293"/>
                </a:lnTo>
                <a:lnTo>
                  <a:pt x="681501" y="54501"/>
                </a:lnTo>
                <a:lnTo>
                  <a:pt x="681696" y="54715"/>
                </a:lnTo>
                <a:lnTo>
                  <a:pt x="681886" y="54935"/>
                </a:lnTo>
                <a:lnTo>
                  <a:pt x="682070" y="55160"/>
                </a:lnTo>
                <a:lnTo>
                  <a:pt x="682249" y="55391"/>
                </a:lnTo>
                <a:lnTo>
                  <a:pt x="682423" y="55627"/>
                </a:lnTo>
                <a:lnTo>
                  <a:pt x="682591" y="55870"/>
                </a:lnTo>
                <a:lnTo>
                  <a:pt x="682753" y="56118"/>
                </a:lnTo>
                <a:lnTo>
                  <a:pt x="682911" y="56371"/>
                </a:lnTo>
                <a:lnTo>
                  <a:pt x="683063" y="56630"/>
                </a:lnTo>
                <a:lnTo>
                  <a:pt x="683209" y="56895"/>
                </a:lnTo>
                <a:lnTo>
                  <a:pt x="683350" y="57166"/>
                </a:lnTo>
                <a:lnTo>
                  <a:pt x="683486" y="57442"/>
                </a:lnTo>
                <a:lnTo>
                  <a:pt x="683616" y="57724"/>
                </a:lnTo>
                <a:lnTo>
                  <a:pt x="683740" y="58011"/>
                </a:lnTo>
                <a:lnTo>
                  <a:pt x="683860" y="58304"/>
                </a:lnTo>
                <a:lnTo>
                  <a:pt x="683974" y="58603"/>
                </a:lnTo>
                <a:lnTo>
                  <a:pt x="684083" y="58906"/>
                </a:lnTo>
                <a:lnTo>
                  <a:pt x="684187" y="59214"/>
                </a:lnTo>
                <a:lnTo>
                  <a:pt x="684287" y="59526"/>
                </a:lnTo>
                <a:lnTo>
                  <a:pt x="684382" y="59842"/>
                </a:lnTo>
                <a:lnTo>
                  <a:pt x="684472" y="60162"/>
                </a:lnTo>
                <a:lnTo>
                  <a:pt x="684558" y="60486"/>
                </a:lnTo>
                <a:lnTo>
                  <a:pt x="684639" y="60814"/>
                </a:lnTo>
                <a:lnTo>
                  <a:pt x="684716" y="61146"/>
                </a:lnTo>
                <a:lnTo>
                  <a:pt x="684787" y="61483"/>
                </a:lnTo>
                <a:lnTo>
                  <a:pt x="684855" y="61823"/>
                </a:lnTo>
                <a:lnTo>
                  <a:pt x="684917" y="62168"/>
                </a:lnTo>
                <a:lnTo>
                  <a:pt x="684975" y="62516"/>
                </a:lnTo>
                <a:lnTo>
                  <a:pt x="685028" y="62869"/>
                </a:lnTo>
                <a:lnTo>
                  <a:pt x="685077" y="63226"/>
                </a:lnTo>
                <a:lnTo>
                  <a:pt x="685121" y="63587"/>
                </a:lnTo>
                <a:lnTo>
                  <a:pt x="685161" y="63952"/>
                </a:lnTo>
                <a:lnTo>
                  <a:pt x="685195" y="64321"/>
                </a:lnTo>
                <a:lnTo>
                  <a:pt x="685225" y="64694"/>
                </a:lnTo>
                <a:lnTo>
                  <a:pt x="685251" y="65072"/>
                </a:lnTo>
                <a:lnTo>
                  <a:pt x="685272" y="65453"/>
                </a:lnTo>
                <a:lnTo>
                  <a:pt x="685288" y="65838"/>
                </a:lnTo>
                <a:lnTo>
                  <a:pt x="685300" y="66228"/>
                </a:lnTo>
                <a:lnTo>
                  <a:pt x="685307" y="66622"/>
                </a:lnTo>
                <a:lnTo>
                  <a:pt x="685309" y="67020"/>
                </a:lnTo>
                <a:lnTo>
                  <a:pt x="685309" y="121406"/>
                </a:lnTo>
                <a:lnTo>
                  <a:pt x="708718" y="121406"/>
                </a:lnTo>
                <a:lnTo>
                  <a:pt x="708718" y="64143"/>
                </a:lnTo>
                <a:lnTo>
                  <a:pt x="708705" y="62849"/>
                </a:lnTo>
                <a:lnTo>
                  <a:pt x="708667" y="61581"/>
                </a:lnTo>
                <a:lnTo>
                  <a:pt x="708604" y="60339"/>
                </a:lnTo>
                <a:lnTo>
                  <a:pt x="708515" y="59123"/>
                </a:lnTo>
                <a:lnTo>
                  <a:pt x="708401" y="57933"/>
                </a:lnTo>
                <a:lnTo>
                  <a:pt x="708262" y="56769"/>
                </a:lnTo>
                <a:lnTo>
                  <a:pt x="708097" y="55631"/>
                </a:lnTo>
                <a:lnTo>
                  <a:pt x="707907" y="54520"/>
                </a:lnTo>
                <a:lnTo>
                  <a:pt x="707691" y="53435"/>
                </a:lnTo>
                <a:lnTo>
                  <a:pt x="707451" y="52375"/>
                </a:lnTo>
                <a:lnTo>
                  <a:pt x="707185" y="51342"/>
                </a:lnTo>
                <a:lnTo>
                  <a:pt x="706893" y="50336"/>
                </a:lnTo>
                <a:lnTo>
                  <a:pt x="706576" y="49355"/>
                </a:lnTo>
                <a:lnTo>
                  <a:pt x="706234" y="48400"/>
                </a:lnTo>
                <a:lnTo>
                  <a:pt x="705867" y="47472"/>
                </a:lnTo>
                <a:lnTo>
                  <a:pt x="705474" y="46570"/>
                </a:lnTo>
                <a:lnTo>
                  <a:pt x="705056" y="45693"/>
                </a:lnTo>
                <a:lnTo>
                  <a:pt x="704612" y="44843"/>
                </a:lnTo>
                <a:lnTo>
                  <a:pt x="704143" y="44020"/>
                </a:lnTo>
                <a:lnTo>
                  <a:pt x="703649" y="43222"/>
                </a:lnTo>
                <a:lnTo>
                  <a:pt x="703130" y="42450"/>
                </a:lnTo>
                <a:lnTo>
                  <a:pt x="702585" y="41705"/>
                </a:lnTo>
                <a:lnTo>
                  <a:pt x="702015" y="40986"/>
                </a:lnTo>
                <a:lnTo>
                  <a:pt x="701419" y="40292"/>
                </a:lnTo>
                <a:lnTo>
                  <a:pt x="700801" y="39626"/>
                </a:lnTo>
                <a:lnTo>
                  <a:pt x="700161" y="38989"/>
                </a:lnTo>
                <a:lnTo>
                  <a:pt x="699501" y="38380"/>
                </a:lnTo>
                <a:lnTo>
                  <a:pt x="698821" y="37799"/>
                </a:lnTo>
                <a:lnTo>
                  <a:pt x="698119" y="37246"/>
                </a:lnTo>
                <a:lnTo>
                  <a:pt x="697397" y="36722"/>
                </a:lnTo>
                <a:lnTo>
                  <a:pt x="696654" y="36226"/>
                </a:lnTo>
                <a:lnTo>
                  <a:pt x="695891" y="35759"/>
                </a:lnTo>
                <a:lnTo>
                  <a:pt x="695107" y="35319"/>
                </a:lnTo>
                <a:lnTo>
                  <a:pt x="694302" y="34908"/>
                </a:lnTo>
                <a:lnTo>
                  <a:pt x="693476" y="34526"/>
                </a:lnTo>
                <a:lnTo>
                  <a:pt x="692630" y="34172"/>
                </a:lnTo>
                <a:lnTo>
                  <a:pt x="691763" y="33846"/>
                </a:lnTo>
                <a:lnTo>
                  <a:pt x="690875" y="33548"/>
                </a:lnTo>
                <a:lnTo>
                  <a:pt x="689966" y="33279"/>
                </a:lnTo>
                <a:lnTo>
                  <a:pt x="689037" y="33038"/>
                </a:lnTo>
                <a:lnTo>
                  <a:pt x="688087" y="32826"/>
                </a:lnTo>
                <a:lnTo>
                  <a:pt x="687117" y="32642"/>
                </a:lnTo>
                <a:lnTo>
                  <a:pt x="686126" y="32486"/>
                </a:lnTo>
                <a:lnTo>
                  <a:pt x="685114" y="32358"/>
                </a:lnTo>
                <a:lnTo>
                  <a:pt x="684081" y="32259"/>
                </a:lnTo>
                <a:lnTo>
                  <a:pt x="683028" y="32188"/>
                </a:lnTo>
                <a:lnTo>
                  <a:pt x="681953" y="32146"/>
                </a:lnTo>
                <a:lnTo>
                  <a:pt x="680859" y="32132"/>
                </a:lnTo>
                <a:lnTo>
                  <a:pt x="679917" y="32139"/>
                </a:lnTo>
                <a:lnTo>
                  <a:pt x="678989" y="32162"/>
                </a:lnTo>
                <a:lnTo>
                  <a:pt x="678077" y="32199"/>
                </a:lnTo>
                <a:lnTo>
                  <a:pt x="677180" y="32251"/>
                </a:lnTo>
                <a:lnTo>
                  <a:pt x="676297" y="32319"/>
                </a:lnTo>
                <a:lnTo>
                  <a:pt x="675429" y="32401"/>
                </a:lnTo>
                <a:lnTo>
                  <a:pt x="674576" y="32499"/>
                </a:lnTo>
                <a:lnTo>
                  <a:pt x="673738" y="32611"/>
                </a:lnTo>
                <a:lnTo>
                  <a:pt x="672915" y="32739"/>
                </a:lnTo>
                <a:lnTo>
                  <a:pt x="672106" y="32881"/>
                </a:lnTo>
                <a:lnTo>
                  <a:pt x="671313" y="33038"/>
                </a:lnTo>
                <a:lnTo>
                  <a:pt x="670534" y="33211"/>
                </a:lnTo>
                <a:lnTo>
                  <a:pt x="669770" y="33398"/>
                </a:lnTo>
                <a:lnTo>
                  <a:pt x="669021" y="33600"/>
                </a:lnTo>
                <a:lnTo>
                  <a:pt x="668286" y="33818"/>
                </a:lnTo>
                <a:lnTo>
                  <a:pt x="667567" y="34050"/>
                </a:lnTo>
                <a:lnTo>
                  <a:pt x="666862" y="34297"/>
                </a:lnTo>
                <a:lnTo>
                  <a:pt x="666172" y="34560"/>
                </a:lnTo>
                <a:lnTo>
                  <a:pt x="665497" y="34837"/>
                </a:lnTo>
                <a:lnTo>
                  <a:pt x="664837" y="35129"/>
                </a:lnTo>
                <a:lnTo>
                  <a:pt x="664192" y="35437"/>
                </a:lnTo>
                <a:lnTo>
                  <a:pt x="663562" y="35759"/>
                </a:lnTo>
                <a:lnTo>
                  <a:pt x="662946" y="36096"/>
                </a:lnTo>
                <a:lnTo>
                  <a:pt x="662345" y="36448"/>
                </a:lnTo>
                <a:lnTo>
                  <a:pt x="661757" y="36810"/>
                </a:lnTo>
                <a:lnTo>
                  <a:pt x="661178" y="37177"/>
                </a:lnTo>
                <a:lnTo>
                  <a:pt x="660608" y="37548"/>
                </a:lnTo>
                <a:lnTo>
                  <a:pt x="660048" y="37923"/>
                </a:lnTo>
                <a:lnTo>
                  <a:pt x="659498" y="38303"/>
                </a:lnTo>
                <a:lnTo>
                  <a:pt x="658957" y="38687"/>
                </a:lnTo>
                <a:lnTo>
                  <a:pt x="658426" y="39076"/>
                </a:lnTo>
                <a:lnTo>
                  <a:pt x="657905" y="39470"/>
                </a:lnTo>
                <a:lnTo>
                  <a:pt x="657393" y="39867"/>
                </a:lnTo>
                <a:lnTo>
                  <a:pt x="656890" y="40270"/>
                </a:lnTo>
                <a:lnTo>
                  <a:pt x="656398" y="40677"/>
                </a:lnTo>
                <a:lnTo>
                  <a:pt x="655914" y="41088"/>
                </a:lnTo>
                <a:lnTo>
                  <a:pt x="655441" y="41504"/>
                </a:lnTo>
                <a:lnTo>
                  <a:pt x="654977" y="41924"/>
                </a:lnTo>
                <a:lnTo>
                  <a:pt x="654522" y="42349"/>
                </a:lnTo>
                <a:lnTo>
                  <a:pt x="654077" y="42778"/>
                </a:lnTo>
                <a:lnTo>
                  <a:pt x="653642" y="43211"/>
                </a:lnTo>
                <a:lnTo>
                  <a:pt x="653216" y="43650"/>
                </a:lnTo>
                <a:lnTo>
                  <a:pt x="652800" y="44092"/>
                </a:lnTo>
                <a:lnTo>
                  <a:pt x="652394" y="44539"/>
                </a:lnTo>
                <a:lnTo>
                  <a:pt x="651997" y="44991"/>
                </a:lnTo>
                <a:lnTo>
                  <a:pt x="651609" y="45447"/>
                </a:lnTo>
                <a:lnTo>
                  <a:pt x="651231" y="45908"/>
                </a:lnTo>
                <a:lnTo>
                  <a:pt x="650863" y="46373"/>
                </a:lnTo>
                <a:lnTo>
                  <a:pt x="650418" y="33467"/>
                </a:lnTo>
                <a:lnTo>
                  <a:pt x="627721" y="33467"/>
                </a:lnTo>
                <a:lnTo>
                  <a:pt x="627721" y="121406"/>
                </a:lnTo>
                <a:lnTo>
                  <a:pt x="651308" y="121406"/>
                </a:lnTo>
                <a:lnTo>
                  <a:pt x="651308" y="62494"/>
                </a:lnTo>
                <a:lnTo>
                  <a:pt x="651622" y="62097"/>
                </a:lnTo>
                <a:lnTo>
                  <a:pt x="651940" y="61705"/>
                </a:lnTo>
                <a:lnTo>
                  <a:pt x="652263" y="61318"/>
                </a:lnTo>
                <a:close/>
                <a:moveTo>
                  <a:pt x="858130" y="61591"/>
                </a:moveTo>
                <a:lnTo>
                  <a:pt x="858380" y="61273"/>
                </a:lnTo>
                <a:lnTo>
                  <a:pt x="858634" y="60961"/>
                </a:lnTo>
                <a:lnTo>
                  <a:pt x="858892" y="60655"/>
                </a:lnTo>
                <a:lnTo>
                  <a:pt x="859154" y="60355"/>
                </a:lnTo>
                <a:lnTo>
                  <a:pt x="859419" y="60061"/>
                </a:lnTo>
                <a:lnTo>
                  <a:pt x="859688" y="59773"/>
                </a:lnTo>
                <a:lnTo>
                  <a:pt x="859960" y="59492"/>
                </a:lnTo>
                <a:lnTo>
                  <a:pt x="860237" y="59216"/>
                </a:lnTo>
                <a:lnTo>
                  <a:pt x="860517" y="58947"/>
                </a:lnTo>
                <a:lnTo>
                  <a:pt x="860800" y="58684"/>
                </a:lnTo>
                <a:lnTo>
                  <a:pt x="861088" y="58427"/>
                </a:lnTo>
                <a:lnTo>
                  <a:pt x="861379" y="58176"/>
                </a:lnTo>
                <a:lnTo>
                  <a:pt x="861674" y="57931"/>
                </a:lnTo>
                <a:lnTo>
                  <a:pt x="861972" y="57693"/>
                </a:lnTo>
                <a:lnTo>
                  <a:pt x="862274" y="57460"/>
                </a:lnTo>
                <a:lnTo>
                  <a:pt x="862580" y="57234"/>
                </a:lnTo>
                <a:lnTo>
                  <a:pt x="862890" y="57014"/>
                </a:lnTo>
                <a:lnTo>
                  <a:pt x="863203" y="56799"/>
                </a:lnTo>
                <a:lnTo>
                  <a:pt x="863521" y="56592"/>
                </a:lnTo>
                <a:lnTo>
                  <a:pt x="863841" y="56390"/>
                </a:lnTo>
                <a:lnTo>
                  <a:pt x="864166" y="56194"/>
                </a:lnTo>
                <a:lnTo>
                  <a:pt x="864494" y="56004"/>
                </a:lnTo>
                <a:lnTo>
                  <a:pt x="864825" y="55818"/>
                </a:lnTo>
                <a:lnTo>
                  <a:pt x="865159" y="55637"/>
                </a:lnTo>
                <a:lnTo>
                  <a:pt x="865496" y="55461"/>
                </a:lnTo>
                <a:lnTo>
                  <a:pt x="865836" y="55290"/>
                </a:lnTo>
                <a:lnTo>
                  <a:pt x="866180" y="55123"/>
                </a:lnTo>
                <a:lnTo>
                  <a:pt x="866526" y="54961"/>
                </a:lnTo>
                <a:lnTo>
                  <a:pt x="866876" y="54804"/>
                </a:lnTo>
                <a:lnTo>
                  <a:pt x="867228" y="54652"/>
                </a:lnTo>
                <a:lnTo>
                  <a:pt x="867584" y="54504"/>
                </a:lnTo>
                <a:lnTo>
                  <a:pt x="867943" y="54361"/>
                </a:lnTo>
                <a:lnTo>
                  <a:pt x="868305" y="54223"/>
                </a:lnTo>
                <a:lnTo>
                  <a:pt x="868670" y="54089"/>
                </a:lnTo>
                <a:lnTo>
                  <a:pt x="869038" y="53960"/>
                </a:lnTo>
                <a:lnTo>
                  <a:pt x="869409" y="53836"/>
                </a:lnTo>
                <a:lnTo>
                  <a:pt x="869783" y="53717"/>
                </a:lnTo>
                <a:lnTo>
                  <a:pt x="870161" y="53602"/>
                </a:lnTo>
                <a:lnTo>
                  <a:pt x="870541" y="53492"/>
                </a:lnTo>
                <a:lnTo>
                  <a:pt x="870924" y="53387"/>
                </a:lnTo>
                <a:lnTo>
                  <a:pt x="871311" y="53286"/>
                </a:lnTo>
                <a:lnTo>
                  <a:pt x="871701" y="53190"/>
                </a:lnTo>
                <a:lnTo>
                  <a:pt x="872094" y="53099"/>
                </a:lnTo>
                <a:lnTo>
                  <a:pt x="872490" y="53013"/>
                </a:lnTo>
                <a:lnTo>
                  <a:pt x="872889" y="52931"/>
                </a:lnTo>
                <a:lnTo>
                  <a:pt x="873290" y="52854"/>
                </a:lnTo>
                <a:lnTo>
                  <a:pt x="873693" y="52779"/>
                </a:lnTo>
                <a:lnTo>
                  <a:pt x="874097" y="52708"/>
                </a:lnTo>
                <a:lnTo>
                  <a:pt x="874503" y="52641"/>
                </a:lnTo>
                <a:lnTo>
                  <a:pt x="874910" y="52576"/>
                </a:lnTo>
                <a:lnTo>
                  <a:pt x="875320" y="52515"/>
                </a:lnTo>
                <a:lnTo>
                  <a:pt x="875730" y="52457"/>
                </a:lnTo>
                <a:lnTo>
                  <a:pt x="876142" y="52403"/>
                </a:lnTo>
                <a:lnTo>
                  <a:pt x="876556" y="52352"/>
                </a:lnTo>
                <a:lnTo>
                  <a:pt x="876971" y="52304"/>
                </a:lnTo>
                <a:lnTo>
                  <a:pt x="877388" y="52259"/>
                </a:lnTo>
                <a:lnTo>
                  <a:pt x="877806" y="52218"/>
                </a:lnTo>
                <a:lnTo>
                  <a:pt x="878226" y="52180"/>
                </a:lnTo>
                <a:lnTo>
                  <a:pt x="878647" y="52145"/>
                </a:lnTo>
                <a:lnTo>
                  <a:pt x="879070" y="52114"/>
                </a:lnTo>
                <a:lnTo>
                  <a:pt x="879495" y="52086"/>
                </a:lnTo>
                <a:lnTo>
                  <a:pt x="879921" y="52061"/>
                </a:lnTo>
                <a:lnTo>
                  <a:pt x="880348" y="52040"/>
                </a:lnTo>
                <a:lnTo>
                  <a:pt x="880778" y="52021"/>
                </a:lnTo>
                <a:lnTo>
                  <a:pt x="881208" y="52007"/>
                </a:lnTo>
                <a:lnTo>
                  <a:pt x="881640" y="51995"/>
                </a:lnTo>
                <a:lnTo>
                  <a:pt x="882074" y="51987"/>
                </a:lnTo>
                <a:lnTo>
                  <a:pt x="882509" y="51982"/>
                </a:lnTo>
                <a:lnTo>
                  <a:pt x="882946" y="51980"/>
                </a:lnTo>
                <a:lnTo>
                  <a:pt x="885171" y="51980"/>
                </a:lnTo>
                <a:lnTo>
                  <a:pt x="885171" y="32132"/>
                </a:lnTo>
                <a:lnTo>
                  <a:pt x="883391" y="32132"/>
                </a:lnTo>
                <a:lnTo>
                  <a:pt x="882595" y="32139"/>
                </a:lnTo>
                <a:lnTo>
                  <a:pt x="881809" y="32161"/>
                </a:lnTo>
                <a:lnTo>
                  <a:pt x="881033" y="32197"/>
                </a:lnTo>
                <a:lnTo>
                  <a:pt x="880266" y="32248"/>
                </a:lnTo>
                <a:lnTo>
                  <a:pt x="879510" y="32313"/>
                </a:lnTo>
                <a:lnTo>
                  <a:pt x="878763" y="32393"/>
                </a:lnTo>
                <a:lnTo>
                  <a:pt x="878026" y="32487"/>
                </a:lnTo>
                <a:lnTo>
                  <a:pt x="877299" y="32596"/>
                </a:lnTo>
                <a:lnTo>
                  <a:pt x="876582" y="32720"/>
                </a:lnTo>
                <a:lnTo>
                  <a:pt x="875875" y="32858"/>
                </a:lnTo>
                <a:lnTo>
                  <a:pt x="875178" y="33010"/>
                </a:lnTo>
                <a:lnTo>
                  <a:pt x="874491" y="33177"/>
                </a:lnTo>
                <a:lnTo>
                  <a:pt x="873813" y="33359"/>
                </a:lnTo>
                <a:lnTo>
                  <a:pt x="873146" y="33555"/>
                </a:lnTo>
                <a:lnTo>
                  <a:pt x="872488" y="33766"/>
                </a:lnTo>
                <a:lnTo>
                  <a:pt x="871840" y="33991"/>
                </a:lnTo>
                <a:lnTo>
                  <a:pt x="871202" y="34230"/>
                </a:lnTo>
                <a:lnTo>
                  <a:pt x="870574" y="34485"/>
                </a:lnTo>
                <a:lnTo>
                  <a:pt x="869956" y="34753"/>
                </a:lnTo>
                <a:lnTo>
                  <a:pt x="869348" y="35037"/>
                </a:lnTo>
                <a:lnTo>
                  <a:pt x="868750" y="35334"/>
                </a:lnTo>
                <a:lnTo>
                  <a:pt x="868161" y="35647"/>
                </a:lnTo>
                <a:lnTo>
                  <a:pt x="867583" y="35974"/>
                </a:lnTo>
                <a:lnTo>
                  <a:pt x="867014" y="36315"/>
                </a:lnTo>
                <a:lnTo>
                  <a:pt x="866456" y="36670"/>
                </a:lnTo>
                <a:lnTo>
                  <a:pt x="865910" y="37037"/>
                </a:lnTo>
                <a:lnTo>
                  <a:pt x="865376" y="37418"/>
                </a:lnTo>
                <a:lnTo>
                  <a:pt x="864853" y="37811"/>
                </a:lnTo>
                <a:lnTo>
                  <a:pt x="864342" y="38216"/>
                </a:lnTo>
                <a:lnTo>
                  <a:pt x="863843" y="38635"/>
                </a:lnTo>
                <a:lnTo>
                  <a:pt x="863356" y="39066"/>
                </a:lnTo>
                <a:lnTo>
                  <a:pt x="862880" y="39509"/>
                </a:lnTo>
                <a:lnTo>
                  <a:pt x="862416" y="39966"/>
                </a:lnTo>
                <a:lnTo>
                  <a:pt x="861964" y="40435"/>
                </a:lnTo>
                <a:lnTo>
                  <a:pt x="861524" y="40916"/>
                </a:lnTo>
                <a:lnTo>
                  <a:pt x="861095" y="41411"/>
                </a:lnTo>
                <a:lnTo>
                  <a:pt x="860678" y="41918"/>
                </a:lnTo>
                <a:lnTo>
                  <a:pt x="860273" y="42437"/>
                </a:lnTo>
                <a:lnTo>
                  <a:pt x="859880" y="42970"/>
                </a:lnTo>
                <a:lnTo>
                  <a:pt x="859498" y="43515"/>
                </a:lnTo>
                <a:lnTo>
                  <a:pt x="859128" y="44072"/>
                </a:lnTo>
                <a:lnTo>
                  <a:pt x="858770" y="44643"/>
                </a:lnTo>
                <a:lnTo>
                  <a:pt x="858423" y="45226"/>
                </a:lnTo>
                <a:lnTo>
                  <a:pt x="858089" y="45821"/>
                </a:lnTo>
                <a:lnTo>
                  <a:pt x="857766" y="46430"/>
                </a:lnTo>
                <a:lnTo>
                  <a:pt x="857454" y="47051"/>
                </a:lnTo>
                <a:lnTo>
                  <a:pt x="857155" y="47684"/>
                </a:lnTo>
                <a:lnTo>
                  <a:pt x="856867" y="48331"/>
                </a:lnTo>
                <a:lnTo>
                  <a:pt x="856422" y="33467"/>
                </a:lnTo>
                <a:lnTo>
                  <a:pt x="833814" y="33467"/>
                </a:lnTo>
                <a:lnTo>
                  <a:pt x="833814" y="121406"/>
                </a:lnTo>
                <a:lnTo>
                  <a:pt x="857401" y="121406"/>
                </a:lnTo>
                <a:lnTo>
                  <a:pt x="857401" y="62583"/>
                </a:lnTo>
                <a:lnTo>
                  <a:pt x="857640" y="62246"/>
                </a:lnTo>
                <a:lnTo>
                  <a:pt x="857883" y="61916"/>
                </a:lnTo>
                <a:lnTo>
                  <a:pt x="858130" y="61591"/>
                </a:lnTo>
                <a:close/>
                <a:moveTo>
                  <a:pt x="327964" y="87494"/>
                </a:moveTo>
                <a:lnTo>
                  <a:pt x="377185" y="87494"/>
                </a:lnTo>
                <a:lnTo>
                  <a:pt x="377185" y="67467"/>
                </a:lnTo>
                <a:lnTo>
                  <a:pt x="327964" y="67467"/>
                </a:lnTo>
                <a:lnTo>
                  <a:pt x="327964" y="87494"/>
                </a:lnTo>
                <a:close/>
                <a:moveTo>
                  <a:pt x="570900" y="122861"/>
                </a:moveTo>
                <a:lnTo>
                  <a:pt x="571830" y="122796"/>
                </a:lnTo>
                <a:lnTo>
                  <a:pt x="572749" y="122720"/>
                </a:lnTo>
                <a:lnTo>
                  <a:pt x="573658" y="122632"/>
                </a:lnTo>
                <a:lnTo>
                  <a:pt x="574556" y="122532"/>
                </a:lnTo>
                <a:lnTo>
                  <a:pt x="575445" y="122421"/>
                </a:lnTo>
                <a:lnTo>
                  <a:pt x="576322" y="122297"/>
                </a:lnTo>
                <a:lnTo>
                  <a:pt x="577190" y="122162"/>
                </a:lnTo>
                <a:lnTo>
                  <a:pt x="578047" y="122015"/>
                </a:lnTo>
                <a:lnTo>
                  <a:pt x="578894" y="121857"/>
                </a:lnTo>
                <a:lnTo>
                  <a:pt x="579730" y="121687"/>
                </a:lnTo>
                <a:lnTo>
                  <a:pt x="580556" y="121504"/>
                </a:lnTo>
                <a:lnTo>
                  <a:pt x="581372" y="121311"/>
                </a:lnTo>
                <a:lnTo>
                  <a:pt x="582177" y="121105"/>
                </a:lnTo>
                <a:lnTo>
                  <a:pt x="582972" y="120888"/>
                </a:lnTo>
                <a:lnTo>
                  <a:pt x="583757" y="120659"/>
                </a:lnTo>
                <a:lnTo>
                  <a:pt x="584531" y="120418"/>
                </a:lnTo>
                <a:lnTo>
                  <a:pt x="585295" y="120166"/>
                </a:lnTo>
                <a:lnTo>
                  <a:pt x="586048" y="119901"/>
                </a:lnTo>
                <a:lnTo>
                  <a:pt x="586791" y="119625"/>
                </a:lnTo>
                <a:lnTo>
                  <a:pt x="587523" y="119338"/>
                </a:lnTo>
                <a:lnTo>
                  <a:pt x="588242" y="119038"/>
                </a:lnTo>
                <a:lnTo>
                  <a:pt x="588947" y="118726"/>
                </a:lnTo>
                <a:lnTo>
                  <a:pt x="589640" y="118402"/>
                </a:lnTo>
                <a:lnTo>
                  <a:pt x="590319" y="118065"/>
                </a:lnTo>
                <a:lnTo>
                  <a:pt x="590986" y="117717"/>
                </a:lnTo>
                <a:lnTo>
                  <a:pt x="591640" y="117357"/>
                </a:lnTo>
                <a:lnTo>
                  <a:pt x="592280" y="116985"/>
                </a:lnTo>
                <a:lnTo>
                  <a:pt x="592908" y="116601"/>
                </a:lnTo>
                <a:lnTo>
                  <a:pt x="593523" y="116204"/>
                </a:lnTo>
                <a:lnTo>
                  <a:pt x="594124" y="115796"/>
                </a:lnTo>
                <a:lnTo>
                  <a:pt x="594713" y="115375"/>
                </a:lnTo>
                <a:lnTo>
                  <a:pt x="595289" y="114943"/>
                </a:lnTo>
                <a:lnTo>
                  <a:pt x="595852" y="114498"/>
                </a:lnTo>
                <a:lnTo>
                  <a:pt x="596401" y="114042"/>
                </a:lnTo>
                <a:lnTo>
                  <a:pt x="596938" y="113573"/>
                </a:lnTo>
                <a:lnTo>
                  <a:pt x="597462" y="113092"/>
                </a:lnTo>
                <a:lnTo>
                  <a:pt x="597973" y="112599"/>
                </a:lnTo>
                <a:lnTo>
                  <a:pt x="598471" y="112095"/>
                </a:lnTo>
                <a:lnTo>
                  <a:pt x="598956" y="111578"/>
                </a:lnTo>
                <a:lnTo>
                  <a:pt x="599428" y="111049"/>
                </a:lnTo>
                <a:lnTo>
                  <a:pt x="599887" y="110508"/>
                </a:lnTo>
                <a:lnTo>
                  <a:pt x="600333" y="109955"/>
                </a:lnTo>
                <a:lnTo>
                  <a:pt x="600766" y="109390"/>
                </a:lnTo>
                <a:lnTo>
                  <a:pt x="601184" y="108813"/>
                </a:lnTo>
                <a:lnTo>
                  <a:pt x="601586" y="108224"/>
                </a:lnTo>
                <a:lnTo>
                  <a:pt x="601972" y="107623"/>
                </a:lnTo>
                <a:lnTo>
                  <a:pt x="602342" y="107010"/>
                </a:lnTo>
                <a:lnTo>
                  <a:pt x="602695" y="106385"/>
                </a:lnTo>
                <a:lnTo>
                  <a:pt x="603032" y="105749"/>
                </a:lnTo>
                <a:lnTo>
                  <a:pt x="603353" y="105100"/>
                </a:lnTo>
                <a:lnTo>
                  <a:pt x="603658" y="104440"/>
                </a:lnTo>
                <a:lnTo>
                  <a:pt x="603947" y="103768"/>
                </a:lnTo>
                <a:lnTo>
                  <a:pt x="604219" y="103083"/>
                </a:lnTo>
                <a:lnTo>
                  <a:pt x="604475" y="102387"/>
                </a:lnTo>
                <a:lnTo>
                  <a:pt x="604715" y="101679"/>
                </a:lnTo>
                <a:lnTo>
                  <a:pt x="604939" y="100960"/>
                </a:lnTo>
                <a:lnTo>
                  <a:pt x="605146" y="100228"/>
                </a:lnTo>
                <a:lnTo>
                  <a:pt x="605338" y="99484"/>
                </a:lnTo>
                <a:lnTo>
                  <a:pt x="605513" y="98729"/>
                </a:lnTo>
                <a:lnTo>
                  <a:pt x="605671" y="97961"/>
                </a:lnTo>
                <a:lnTo>
                  <a:pt x="605814" y="97182"/>
                </a:lnTo>
                <a:lnTo>
                  <a:pt x="605940" y="96391"/>
                </a:lnTo>
                <a:lnTo>
                  <a:pt x="606050" y="95587"/>
                </a:lnTo>
                <a:lnTo>
                  <a:pt x="606144" y="94772"/>
                </a:lnTo>
                <a:lnTo>
                  <a:pt x="606222" y="93945"/>
                </a:lnTo>
                <a:lnTo>
                  <a:pt x="606283" y="93107"/>
                </a:lnTo>
                <a:lnTo>
                  <a:pt x="606328" y="92256"/>
                </a:lnTo>
                <a:lnTo>
                  <a:pt x="583098" y="92256"/>
                </a:lnTo>
                <a:lnTo>
                  <a:pt x="583082" y="92816"/>
                </a:lnTo>
                <a:lnTo>
                  <a:pt x="583051" y="93364"/>
                </a:lnTo>
                <a:lnTo>
                  <a:pt x="583004" y="93900"/>
                </a:lnTo>
                <a:lnTo>
                  <a:pt x="582942" y="94425"/>
                </a:lnTo>
                <a:lnTo>
                  <a:pt x="582864" y="94938"/>
                </a:lnTo>
                <a:lnTo>
                  <a:pt x="582769" y="95440"/>
                </a:lnTo>
                <a:lnTo>
                  <a:pt x="582660" y="95930"/>
                </a:lnTo>
                <a:lnTo>
                  <a:pt x="582534" y="96408"/>
                </a:lnTo>
                <a:lnTo>
                  <a:pt x="582393" y="96875"/>
                </a:lnTo>
                <a:lnTo>
                  <a:pt x="582235" y="97330"/>
                </a:lnTo>
                <a:lnTo>
                  <a:pt x="582062" y="97773"/>
                </a:lnTo>
                <a:lnTo>
                  <a:pt x="581874" y="98205"/>
                </a:lnTo>
                <a:lnTo>
                  <a:pt x="581669" y="98626"/>
                </a:lnTo>
                <a:lnTo>
                  <a:pt x="581449" y="99034"/>
                </a:lnTo>
                <a:lnTo>
                  <a:pt x="581213" y="99431"/>
                </a:lnTo>
                <a:lnTo>
                  <a:pt x="580961" y="99816"/>
                </a:lnTo>
                <a:lnTo>
                  <a:pt x="580694" y="100190"/>
                </a:lnTo>
                <a:lnTo>
                  <a:pt x="580411" y="100552"/>
                </a:lnTo>
                <a:lnTo>
                  <a:pt x="580112" y="100903"/>
                </a:lnTo>
                <a:lnTo>
                  <a:pt x="579797" y="101241"/>
                </a:lnTo>
                <a:lnTo>
                  <a:pt x="579466" y="101569"/>
                </a:lnTo>
                <a:lnTo>
                  <a:pt x="579120" y="101884"/>
                </a:lnTo>
                <a:lnTo>
                  <a:pt x="578758" y="102188"/>
                </a:lnTo>
                <a:lnTo>
                  <a:pt x="578380" y="102480"/>
                </a:lnTo>
                <a:lnTo>
                  <a:pt x="577989" y="102761"/>
                </a:lnTo>
                <a:lnTo>
                  <a:pt x="577588" y="103030"/>
                </a:lnTo>
                <a:lnTo>
                  <a:pt x="577176" y="103286"/>
                </a:lnTo>
                <a:lnTo>
                  <a:pt x="576753" y="103531"/>
                </a:lnTo>
                <a:lnTo>
                  <a:pt x="576320" y="103764"/>
                </a:lnTo>
                <a:lnTo>
                  <a:pt x="575877" y="103985"/>
                </a:lnTo>
                <a:lnTo>
                  <a:pt x="575423" y="104193"/>
                </a:lnTo>
                <a:lnTo>
                  <a:pt x="574958" y="104390"/>
                </a:lnTo>
                <a:lnTo>
                  <a:pt x="574483" y="104575"/>
                </a:lnTo>
                <a:lnTo>
                  <a:pt x="573998" y="104749"/>
                </a:lnTo>
                <a:lnTo>
                  <a:pt x="573502" y="104910"/>
                </a:lnTo>
                <a:lnTo>
                  <a:pt x="572995" y="105059"/>
                </a:lnTo>
                <a:lnTo>
                  <a:pt x="572478" y="105196"/>
                </a:lnTo>
                <a:lnTo>
                  <a:pt x="571951" y="105321"/>
                </a:lnTo>
                <a:lnTo>
                  <a:pt x="571413" y="105435"/>
                </a:lnTo>
                <a:lnTo>
                  <a:pt x="570864" y="105536"/>
                </a:lnTo>
                <a:lnTo>
                  <a:pt x="570305" y="105626"/>
                </a:lnTo>
                <a:lnTo>
                  <a:pt x="569735" y="105703"/>
                </a:lnTo>
                <a:lnTo>
                  <a:pt x="569155" y="105769"/>
                </a:lnTo>
                <a:lnTo>
                  <a:pt x="568565" y="105823"/>
                </a:lnTo>
                <a:lnTo>
                  <a:pt x="567964" y="105865"/>
                </a:lnTo>
                <a:lnTo>
                  <a:pt x="567352" y="105894"/>
                </a:lnTo>
                <a:lnTo>
                  <a:pt x="566730" y="105912"/>
                </a:lnTo>
                <a:lnTo>
                  <a:pt x="566097" y="105918"/>
                </a:lnTo>
                <a:lnTo>
                  <a:pt x="565487" y="105913"/>
                </a:lnTo>
                <a:lnTo>
                  <a:pt x="564886" y="105895"/>
                </a:lnTo>
                <a:lnTo>
                  <a:pt x="564295" y="105866"/>
                </a:lnTo>
                <a:lnTo>
                  <a:pt x="563714" y="105826"/>
                </a:lnTo>
                <a:lnTo>
                  <a:pt x="563143" y="105774"/>
                </a:lnTo>
                <a:lnTo>
                  <a:pt x="562582" y="105711"/>
                </a:lnTo>
                <a:lnTo>
                  <a:pt x="562030" y="105636"/>
                </a:lnTo>
                <a:lnTo>
                  <a:pt x="561489" y="105549"/>
                </a:lnTo>
                <a:lnTo>
                  <a:pt x="560957" y="105451"/>
                </a:lnTo>
                <a:lnTo>
                  <a:pt x="560435" y="105342"/>
                </a:lnTo>
                <a:lnTo>
                  <a:pt x="559924" y="105221"/>
                </a:lnTo>
                <a:lnTo>
                  <a:pt x="559422" y="105088"/>
                </a:lnTo>
                <a:lnTo>
                  <a:pt x="558930" y="104944"/>
                </a:lnTo>
                <a:lnTo>
                  <a:pt x="558448" y="104788"/>
                </a:lnTo>
                <a:lnTo>
                  <a:pt x="557975" y="104621"/>
                </a:lnTo>
                <a:lnTo>
                  <a:pt x="557513" y="104442"/>
                </a:lnTo>
                <a:lnTo>
                  <a:pt x="557061" y="104252"/>
                </a:lnTo>
                <a:lnTo>
                  <a:pt x="556618" y="104050"/>
                </a:lnTo>
                <a:lnTo>
                  <a:pt x="556185" y="103837"/>
                </a:lnTo>
                <a:lnTo>
                  <a:pt x="555763" y="103612"/>
                </a:lnTo>
                <a:lnTo>
                  <a:pt x="555350" y="103376"/>
                </a:lnTo>
                <a:lnTo>
                  <a:pt x="554947" y="103128"/>
                </a:lnTo>
                <a:lnTo>
                  <a:pt x="554554" y="102868"/>
                </a:lnTo>
                <a:lnTo>
                  <a:pt x="554170" y="102597"/>
                </a:lnTo>
                <a:lnTo>
                  <a:pt x="553796" y="102317"/>
                </a:lnTo>
                <a:lnTo>
                  <a:pt x="553431" y="102028"/>
                </a:lnTo>
                <a:lnTo>
                  <a:pt x="553074" y="101733"/>
                </a:lnTo>
                <a:lnTo>
                  <a:pt x="552725" y="101430"/>
                </a:lnTo>
                <a:lnTo>
                  <a:pt x="552385" y="101120"/>
                </a:lnTo>
                <a:lnTo>
                  <a:pt x="552054" y="100802"/>
                </a:lnTo>
                <a:lnTo>
                  <a:pt x="551731" y="100476"/>
                </a:lnTo>
                <a:lnTo>
                  <a:pt x="551416" y="100144"/>
                </a:lnTo>
                <a:lnTo>
                  <a:pt x="551110" y="99804"/>
                </a:lnTo>
                <a:lnTo>
                  <a:pt x="550813" y="99456"/>
                </a:lnTo>
                <a:lnTo>
                  <a:pt x="550523" y="99101"/>
                </a:lnTo>
                <a:lnTo>
                  <a:pt x="550243" y="98739"/>
                </a:lnTo>
                <a:lnTo>
                  <a:pt x="549971" y="98369"/>
                </a:lnTo>
                <a:lnTo>
                  <a:pt x="549707" y="97992"/>
                </a:lnTo>
                <a:lnTo>
                  <a:pt x="549452" y="97607"/>
                </a:lnTo>
                <a:lnTo>
                  <a:pt x="549206" y="97215"/>
                </a:lnTo>
                <a:lnTo>
                  <a:pt x="548968" y="96815"/>
                </a:lnTo>
                <a:lnTo>
                  <a:pt x="548738" y="96408"/>
                </a:lnTo>
                <a:lnTo>
                  <a:pt x="548517" y="95994"/>
                </a:lnTo>
                <a:lnTo>
                  <a:pt x="548305" y="95572"/>
                </a:lnTo>
                <a:lnTo>
                  <a:pt x="548100" y="95143"/>
                </a:lnTo>
                <a:lnTo>
                  <a:pt x="547905" y="94706"/>
                </a:lnTo>
                <a:lnTo>
                  <a:pt x="547718" y="94262"/>
                </a:lnTo>
                <a:lnTo>
                  <a:pt x="547539" y="93811"/>
                </a:lnTo>
                <a:lnTo>
                  <a:pt x="547368" y="93354"/>
                </a:lnTo>
                <a:lnTo>
                  <a:pt x="547204" y="92894"/>
                </a:lnTo>
                <a:lnTo>
                  <a:pt x="547046" y="92432"/>
                </a:lnTo>
                <a:lnTo>
                  <a:pt x="546895" y="91967"/>
                </a:lnTo>
                <a:lnTo>
                  <a:pt x="546751" y="91499"/>
                </a:lnTo>
                <a:lnTo>
                  <a:pt x="546613" y="91028"/>
                </a:lnTo>
                <a:lnTo>
                  <a:pt x="546482" y="90554"/>
                </a:lnTo>
                <a:lnTo>
                  <a:pt x="546358" y="90078"/>
                </a:lnTo>
                <a:lnTo>
                  <a:pt x="546240" y="89598"/>
                </a:lnTo>
                <a:lnTo>
                  <a:pt x="546129" y="89116"/>
                </a:lnTo>
                <a:lnTo>
                  <a:pt x="546024" y="88631"/>
                </a:lnTo>
                <a:lnTo>
                  <a:pt x="545926" y="88143"/>
                </a:lnTo>
                <a:lnTo>
                  <a:pt x="545835" y="87652"/>
                </a:lnTo>
                <a:lnTo>
                  <a:pt x="545750" y="87158"/>
                </a:lnTo>
                <a:lnTo>
                  <a:pt x="545672" y="86662"/>
                </a:lnTo>
                <a:lnTo>
                  <a:pt x="545601" y="86162"/>
                </a:lnTo>
                <a:lnTo>
                  <a:pt x="545536" y="85660"/>
                </a:lnTo>
                <a:lnTo>
                  <a:pt x="545478" y="85155"/>
                </a:lnTo>
                <a:lnTo>
                  <a:pt x="545427" y="84647"/>
                </a:lnTo>
                <a:lnTo>
                  <a:pt x="545382" y="84136"/>
                </a:lnTo>
                <a:lnTo>
                  <a:pt x="545344" y="83622"/>
                </a:lnTo>
                <a:lnTo>
                  <a:pt x="545313" y="83106"/>
                </a:lnTo>
                <a:lnTo>
                  <a:pt x="545288" y="82587"/>
                </a:lnTo>
                <a:lnTo>
                  <a:pt x="545270" y="82064"/>
                </a:lnTo>
                <a:lnTo>
                  <a:pt x="606239" y="82064"/>
                </a:lnTo>
                <a:lnTo>
                  <a:pt x="606254" y="81980"/>
                </a:lnTo>
                <a:lnTo>
                  <a:pt x="606269" y="81894"/>
                </a:lnTo>
                <a:lnTo>
                  <a:pt x="606283" y="81804"/>
                </a:lnTo>
                <a:lnTo>
                  <a:pt x="606296" y="81711"/>
                </a:lnTo>
                <a:lnTo>
                  <a:pt x="606310" y="81615"/>
                </a:lnTo>
                <a:lnTo>
                  <a:pt x="606323" y="81516"/>
                </a:lnTo>
                <a:lnTo>
                  <a:pt x="606336" y="81414"/>
                </a:lnTo>
                <a:lnTo>
                  <a:pt x="606348" y="81309"/>
                </a:lnTo>
                <a:lnTo>
                  <a:pt x="606360" y="81202"/>
                </a:lnTo>
                <a:lnTo>
                  <a:pt x="606372" y="81091"/>
                </a:lnTo>
                <a:lnTo>
                  <a:pt x="606384" y="80977"/>
                </a:lnTo>
                <a:lnTo>
                  <a:pt x="606395" y="80861"/>
                </a:lnTo>
                <a:lnTo>
                  <a:pt x="606406" y="80741"/>
                </a:lnTo>
                <a:lnTo>
                  <a:pt x="606417" y="80619"/>
                </a:lnTo>
                <a:lnTo>
                  <a:pt x="606427" y="80493"/>
                </a:lnTo>
                <a:lnTo>
                  <a:pt x="606437" y="80365"/>
                </a:lnTo>
                <a:lnTo>
                  <a:pt x="606447" y="80233"/>
                </a:lnTo>
                <a:lnTo>
                  <a:pt x="606456" y="80099"/>
                </a:lnTo>
                <a:lnTo>
                  <a:pt x="606466" y="79961"/>
                </a:lnTo>
                <a:lnTo>
                  <a:pt x="606474" y="79821"/>
                </a:lnTo>
                <a:lnTo>
                  <a:pt x="606483" y="79678"/>
                </a:lnTo>
                <a:lnTo>
                  <a:pt x="606491" y="79532"/>
                </a:lnTo>
                <a:lnTo>
                  <a:pt x="606499" y="79382"/>
                </a:lnTo>
                <a:lnTo>
                  <a:pt x="606506" y="79230"/>
                </a:lnTo>
                <a:lnTo>
                  <a:pt x="606514" y="79078"/>
                </a:lnTo>
                <a:lnTo>
                  <a:pt x="606521" y="78928"/>
                </a:lnTo>
                <a:lnTo>
                  <a:pt x="606527" y="78781"/>
                </a:lnTo>
                <a:lnTo>
                  <a:pt x="606534" y="78637"/>
                </a:lnTo>
                <a:lnTo>
                  <a:pt x="606540" y="78495"/>
                </a:lnTo>
                <a:lnTo>
                  <a:pt x="606545" y="78356"/>
                </a:lnTo>
                <a:lnTo>
                  <a:pt x="606551" y="78219"/>
                </a:lnTo>
                <a:lnTo>
                  <a:pt x="606556" y="78086"/>
                </a:lnTo>
                <a:lnTo>
                  <a:pt x="606561" y="77955"/>
                </a:lnTo>
                <a:lnTo>
                  <a:pt x="606565" y="77826"/>
                </a:lnTo>
                <a:lnTo>
                  <a:pt x="606569" y="77700"/>
                </a:lnTo>
                <a:lnTo>
                  <a:pt x="606573" y="77577"/>
                </a:lnTo>
                <a:lnTo>
                  <a:pt x="606577" y="77457"/>
                </a:lnTo>
                <a:lnTo>
                  <a:pt x="606580" y="77339"/>
                </a:lnTo>
                <a:lnTo>
                  <a:pt x="606583" y="77224"/>
                </a:lnTo>
                <a:lnTo>
                  <a:pt x="606586" y="77111"/>
                </a:lnTo>
                <a:lnTo>
                  <a:pt x="606588" y="77001"/>
                </a:lnTo>
                <a:lnTo>
                  <a:pt x="606590" y="76894"/>
                </a:lnTo>
                <a:lnTo>
                  <a:pt x="606592" y="76790"/>
                </a:lnTo>
                <a:lnTo>
                  <a:pt x="606593" y="76688"/>
                </a:lnTo>
                <a:lnTo>
                  <a:pt x="606594" y="76589"/>
                </a:lnTo>
                <a:lnTo>
                  <a:pt x="606595" y="76492"/>
                </a:lnTo>
                <a:lnTo>
                  <a:pt x="606595" y="76398"/>
                </a:lnTo>
                <a:lnTo>
                  <a:pt x="606595" y="76307"/>
                </a:lnTo>
                <a:lnTo>
                  <a:pt x="606576" y="74554"/>
                </a:lnTo>
                <a:lnTo>
                  <a:pt x="606517" y="72836"/>
                </a:lnTo>
                <a:lnTo>
                  <a:pt x="606420" y="71151"/>
                </a:lnTo>
                <a:lnTo>
                  <a:pt x="606283" y="69500"/>
                </a:lnTo>
                <a:lnTo>
                  <a:pt x="606107" y="67883"/>
                </a:lnTo>
                <a:lnTo>
                  <a:pt x="605892" y="66300"/>
                </a:lnTo>
                <a:lnTo>
                  <a:pt x="605638" y="64751"/>
                </a:lnTo>
                <a:lnTo>
                  <a:pt x="605344" y="63236"/>
                </a:lnTo>
                <a:lnTo>
                  <a:pt x="605012" y="61754"/>
                </a:lnTo>
                <a:lnTo>
                  <a:pt x="604641" y="60307"/>
                </a:lnTo>
                <a:lnTo>
                  <a:pt x="604230" y="58893"/>
                </a:lnTo>
                <a:lnTo>
                  <a:pt x="603781" y="57514"/>
                </a:lnTo>
                <a:lnTo>
                  <a:pt x="603292" y="56168"/>
                </a:lnTo>
                <a:lnTo>
                  <a:pt x="602764" y="54856"/>
                </a:lnTo>
                <a:lnTo>
                  <a:pt x="602197" y="53578"/>
                </a:lnTo>
                <a:lnTo>
                  <a:pt x="601591" y="52334"/>
                </a:lnTo>
                <a:lnTo>
                  <a:pt x="600946" y="51124"/>
                </a:lnTo>
                <a:lnTo>
                  <a:pt x="600262" y="49948"/>
                </a:lnTo>
                <a:lnTo>
                  <a:pt x="599539" y="48806"/>
                </a:lnTo>
                <a:lnTo>
                  <a:pt x="598776" y="47697"/>
                </a:lnTo>
                <a:lnTo>
                  <a:pt x="597975" y="46623"/>
                </a:lnTo>
                <a:lnTo>
                  <a:pt x="597134" y="45582"/>
                </a:lnTo>
                <a:lnTo>
                  <a:pt x="596255" y="44575"/>
                </a:lnTo>
                <a:lnTo>
                  <a:pt x="595336" y="43602"/>
                </a:lnTo>
                <a:lnTo>
                  <a:pt x="594384" y="42666"/>
                </a:lnTo>
                <a:lnTo>
                  <a:pt x="593403" y="41770"/>
                </a:lnTo>
                <a:lnTo>
                  <a:pt x="592394" y="40914"/>
                </a:lnTo>
                <a:lnTo>
                  <a:pt x="591357" y="40097"/>
                </a:lnTo>
                <a:lnTo>
                  <a:pt x="590291" y="39321"/>
                </a:lnTo>
                <a:lnTo>
                  <a:pt x="589197" y="38584"/>
                </a:lnTo>
                <a:lnTo>
                  <a:pt x="588075" y="37887"/>
                </a:lnTo>
                <a:lnTo>
                  <a:pt x="586925" y="37230"/>
                </a:lnTo>
                <a:lnTo>
                  <a:pt x="585746" y="36612"/>
                </a:lnTo>
                <a:lnTo>
                  <a:pt x="584539" y="36035"/>
                </a:lnTo>
                <a:lnTo>
                  <a:pt x="583304" y="35497"/>
                </a:lnTo>
                <a:lnTo>
                  <a:pt x="582041" y="34999"/>
                </a:lnTo>
                <a:lnTo>
                  <a:pt x="580749" y="34541"/>
                </a:lnTo>
                <a:lnTo>
                  <a:pt x="579429" y="34123"/>
                </a:lnTo>
                <a:lnTo>
                  <a:pt x="578081" y="33745"/>
                </a:lnTo>
                <a:lnTo>
                  <a:pt x="576704" y="33406"/>
                </a:lnTo>
                <a:lnTo>
                  <a:pt x="575299" y="33107"/>
                </a:lnTo>
                <a:lnTo>
                  <a:pt x="573866" y="32848"/>
                </a:lnTo>
                <a:lnTo>
                  <a:pt x="572405" y="32629"/>
                </a:lnTo>
                <a:lnTo>
                  <a:pt x="570915" y="32450"/>
                </a:lnTo>
                <a:lnTo>
                  <a:pt x="569397" y="32311"/>
                </a:lnTo>
                <a:lnTo>
                  <a:pt x="567851" y="32211"/>
                </a:lnTo>
                <a:lnTo>
                  <a:pt x="566276" y="32151"/>
                </a:lnTo>
                <a:lnTo>
                  <a:pt x="564673" y="32132"/>
                </a:lnTo>
                <a:lnTo>
                  <a:pt x="563516" y="32141"/>
                </a:lnTo>
                <a:lnTo>
                  <a:pt x="562375" y="32169"/>
                </a:lnTo>
                <a:lnTo>
                  <a:pt x="561249" y="32217"/>
                </a:lnTo>
                <a:lnTo>
                  <a:pt x="560138" y="32283"/>
                </a:lnTo>
                <a:lnTo>
                  <a:pt x="559042" y="32368"/>
                </a:lnTo>
                <a:lnTo>
                  <a:pt x="557962" y="32472"/>
                </a:lnTo>
                <a:lnTo>
                  <a:pt x="556896" y="32595"/>
                </a:lnTo>
                <a:lnTo>
                  <a:pt x="555847" y="32737"/>
                </a:lnTo>
                <a:lnTo>
                  <a:pt x="554812" y="32898"/>
                </a:lnTo>
                <a:lnTo>
                  <a:pt x="553793" y="33078"/>
                </a:lnTo>
                <a:lnTo>
                  <a:pt x="552789" y="33276"/>
                </a:lnTo>
                <a:lnTo>
                  <a:pt x="551801" y="33494"/>
                </a:lnTo>
                <a:lnTo>
                  <a:pt x="550827" y="33730"/>
                </a:lnTo>
                <a:lnTo>
                  <a:pt x="549869" y="33986"/>
                </a:lnTo>
                <a:lnTo>
                  <a:pt x="548927" y="34260"/>
                </a:lnTo>
                <a:lnTo>
                  <a:pt x="547999" y="34553"/>
                </a:lnTo>
                <a:lnTo>
                  <a:pt x="547087" y="34865"/>
                </a:lnTo>
                <a:lnTo>
                  <a:pt x="546190" y="35197"/>
                </a:lnTo>
                <a:lnTo>
                  <a:pt x="545309" y="35547"/>
                </a:lnTo>
                <a:lnTo>
                  <a:pt x="544443" y="35915"/>
                </a:lnTo>
                <a:lnTo>
                  <a:pt x="543592" y="36303"/>
                </a:lnTo>
                <a:lnTo>
                  <a:pt x="542756" y="36710"/>
                </a:lnTo>
                <a:lnTo>
                  <a:pt x="541936" y="37136"/>
                </a:lnTo>
                <a:lnTo>
                  <a:pt x="541131" y="37580"/>
                </a:lnTo>
                <a:lnTo>
                  <a:pt x="540342" y="38043"/>
                </a:lnTo>
                <a:lnTo>
                  <a:pt x="539568" y="38521"/>
                </a:lnTo>
                <a:lnTo>
                  <a:pt x="538811" y="39015"/>
                </a:lnTo>
                <a:lnTo>
                  <a:pt x="538070" y="39526"/>
                </a:lnTo>
                <a:lnTo>
                  <a:pt x="537345" y="40052"/>
                </a:lnTo>
                <a:lnTo>
                  <a:pt x="536636" y="40595"/>
                </a:lnTo>
                <a:lnTo>
                  <a:pt x="535943" y="41154"/>
                </a:lnTo>
                <a:lnTo>
                  <a:pt x="535266" y="41729"/>
                </a:lnTo>
                <a:lnTo>
                  <a:pt x="534606" y="42320"/>
                </a:lnTo>
                <a:lnTo>
                  <a:pt x="533961" y="42927"/>
                </a:lnTo>
                <a:lnTo>
                  <a:pt x="533332" y="43550"/>
                </a:lnTo>
                <a:lnTo>
                  <a:pt x="532720" y="44189"/>
                </a:lnTo>
                <a:lnTo>
                  <a:pt x="532123" y="44845"/>
                </a:lnTo>
                <a:lnTo>
                  <a:pt x="531543" y="45516"/>
                </a:lnTo>
                <a:lnTo>
                  <a:pt x="530978" y="46204"/>
                </a:lnTo>
                <a:lnTo>
                  <a:pt x="530430" y="46908"/>
                </a:lnTo>
                <a:lnTo>
                  <a:pt x="529898" y="47628"/>
                </a:lnTo>
                <a:lnTo>
                  <a:pt x="529382" y="48363"/>
                </a:lnTo>
                <a:lnTo>
                  <a:pt x="528882" y="49116"/>
                </a:lnTo>
                <a:lnTo>
                  <a:pt x="528398" y="49884"/>
                </a:lnTo>
                <a:lnTo>
                  <a:pt x="527930" y="50668"/>
                </a:lnTo>
                <a:lnTo>
                  <a:pt x="527478" y="51469"/>
                </a:lnTo>
                <a:lnTo>
                  <a:pt x="527042" y="52285"/>
                </a:lnTo>
                <a:lnTo>
                  <a:pt x="526623" y="53118"/>
                </a:lnTo>
                <a:lnTo>
                  <a:pt x="526220" y="53965"/>
                </a:lnTo>
                <a:lnTo>
                  <a:pt x="525834" y="54826"/>
                </a:lnTo>
                <a:lnTo>
                  <a:pt x="525465" y="55700"/>
                </a:lnTo>
                <a:lnTo>
                  <a:pt x="525113" y="56587"/>
                </a:lnTo>
                <a:lnTo>
                  <a:pt x="524779" y="57488"/>
                </a:lnTo>
                <a:lnTo>
                  <a:pt x="524461" y="58403"/>
                </a:lnTo>
                <a:lnTo>
                  <a:pt x="524161" y="59331"/>
                </a:lnTo>
                <a:lnTo>
                  <a:pt x="523878" y="60272"/>
                </a:lnTo>
                <a:lnTo>
                  <a:pt x="523612" y="61227"/>
                </a:lnTo>
                <a:lnTo>
                  <a:pt x="523364" y="62195"/>
                </a:lnTo>
                <a:lnTo>
                  <a:pt x="523132" y="63177"/>
                </a:lnTo>
                <a:lnTo>
                  <a:pt x="522918" y="64172"/>
                </a:lnTo>
                <a:lnTo>
                  <a:pt x="522721" y="65181"/>
                </a:lnTo>
                <a:lnTo>
                  <a:pt x="522540" y="66203"/>
                </a:lnTo>
                <a:lnTo>
                  <a:pt x="522377" y="67238"/>
                </a:lnTo>
                <a:lnTo>
                  <a:pt x="522232" y="68287"/>
                </a:lnTo>
                <a:lnTo>
                  <a:pt x="522103" y="69350"/>
                </a:lnTo>
                <a:lnTo>
                  <a:pt x="521992" y="70426"/>
                </a:lnTo>
                <a:lnTo>
                  <a:pt x="521897" y="71515"/>
                </a:lnTo>
                <a:lnTo>
                  <a:pt x="521820" y="72618"/>
                </a:lnTo>
                <a:lnTo>
                  <a:pt x="521760" y="73734"/>
                </a:lnTo>
                <a:lnTo>
                  <a:pt x="521717" y="74864"/>
                </a:lnTo>
                <a:lnTo>
                  <a:pt x="521691" y="76007"/>
                </a:lnTo>
                <a:lnTo>
                  <a:pt x="521683" y="77164"/>
                </a:lnTo>
                <a:lnTo>
                  <a:pt x="521692" y="78357"/>
                </a:lnTo>
                <a:lnTo>
                  <a:pt x="521718" y="79537"/>
                </a:lnTo>
                <a:lnTo>
                  <a:pt x="521762" y="80702"/>
                </a:lnTo>
                <a:lnTo>
                  <a:pt x="521824" y="81852"/>
                </a:lnTo>
                <a:lnTo>
                  <a:pt x="521903" y="82988"/>
                </a:lnTo>
                <a:lnTo>
                  <a:pt x="522000" y="84110"/>
                </a:lnTo>
                <a:lnTo>
                  <a:pt x="522114" y="85217"/>
                </a:lnTo>
                <a:lnTo>
                  <a:pt x="522247" y="86311"/>
                </a:lnTo>
                <a:lnTo>
                  <a:pt x="522396" y="87389"/>
                </a:lnTo>
                <a:lnTo>
                  <a:pt x="522564" y="88453"/>
                </a:lnTo>
                <a:lnTo>
                  <a:pt x="522749" y="89503"/>
                </a:lnTo>
                <a:lnTo>
                  <a:pt x="522951" y="90539"/>
                </a:lnTo>
                <a:lnTo>
                  <a:pt x="523171" y="91560"/>
                </a:lnTo>
                <a:lnTo>
                  <a:pt x="523409" y="92567"/>
                </a:lnTo>
                <a:lnTo>
                  <a:pt x="523665" y="93559"/>
                </a:lnTo>
                <a:lnTo>
                  <a:pt x="523938" y="94537"/>
                </a:lnTo>
                <a:lnTo>
                  <a:pt x="524228" y="95501"/>
                </a:lnTo>
                <a:lnTo>
                  <a:pt x="524537" y="96450"/>
                </a:lnTo>
                <a:lnTo>
                  <a:pt x="524862" y="97385"/>
                </a:lnTo>
                <a:lnTo>
                  <a:pt x="525206" y="98305"/>
                </a:lnTo>
                <a:lnTo>
                  <a:pt x="525567" y="99211"/>
                </a:lnTo>
                <a:lnTo>
                  <a:pt x="525946" y="100103"/>
                </a:lnTo>
                <a:lnTo>
                  <a:pt x="526342" y="100981"/>
                </a:lnTo>
                <a:lnTo>
                  <a:pt x="526756" y="101844"/>
                </a:lnTo>
                <a:lnTo>
                  <a:pt x="527187" y="102691"/>
                </a:lnTo>
                <a:lnTo>
                  <a:pt x="527635" y="103521"/>
                </a:lnTo>
                <a:lnTo>
                  <a:pt x="528100" y="104335"/>
                </a:lnTo>
                <a:lnTo>
                  <a:pt x="528581" y="105132"/>
                </a:lnTo>
                <a:lnTo>
                  <a:pt x="529079" y="105912"/>
                </a:lnTo>
                <a:lnTo>
                  <a:pt x="529593" y="106676"/>
                </a:lnTo>
                <a:lnTo>
                  <a:pt x="530125" y="107422"/>
                </a:lnTo>
                <a:lnTo>
                  <a:pt x="530673" y="108152"/>
                </a:lnTo>
                <a:lnTo>
                  <a:pt x="531237" y="108866"/>
                </a:lnTo>
                <a:lnTo>
                  <a:pt x="531818" y="109562"/>
                </a:lnTo>
                <a:lnTo>
                  <a:pt x="532416" y="110242"/>
                </a:lnTo>
                <a:lnTo>
                  <a:pt x="533031" y="110906"/>
                </a:lnTo>
                <a:lnTo>
                  <a:pt x="533663" y="111552"/>
                </a:lnTo>
                <a:lnTo>
                  <a:pt x="534311" y="112182"/>
                </a:lnTo>
                <a:lnTo>
                  <a:pt x="534975" y="112795"/>
                </a:lnTo>
                <a:lnTo>
                  <a:pt x="535657" y="113391"/>
                </a:lnTo>
                <a:lnTo>
                  <a:pt x="536355" y="113970"/>
                </a:lnTo>
                <a:lnTo>
                  <a:pt x="537070" y="114533"/>
                </a:lnTo>
                <a:lnTo>
                  <a:pt x="537801" y="115079"/>
                </a:lnTo>
                <a:lnTo>
                  <a:pt x="538550" y="115609"/>
                </a:lnTo>
                <a:lnTo>
                  <a:pt x="539315" y="116121"/>
                </a:lnTo>
                <a:lnTo>
                  <a:pt x="540096" y="116617"/>
                </a:lnTo>
                <a:lnTo>
                  <a:pt x="540894" y="117096"/>
                </a:lnTo>
                <a:lnTo>
                  <a:pt x="541709" y="117559"/>
                </a:lnTo>
                <a:lnTo>
                  <a:pt x="542541" y="118003"/>
                </a:lnTo>
                <a:lnTo>
                  <a:pt x="543388" y="118429"/>
                </a:lnTo>
                <a:lnTo>
                  <a:pt x="544252" y="118836"/>
                </a:lnTo>
                <a:lnTo>
                  <a:pt x="545131" y="119224"/>
                </a:lnTo>
                <a:lnTo>
                  <a:pt x="546027" y="119593"/>
                </a:lnTo>
                <a:lnTo>
                  <a:pt x="546939" y="119943"/>
                </a:lnTo>
                <a:lnTo>
                  <a:pt x="547866" y="120274"/>
                </a:lnTo>
                <a:lnTo>
                  <a:pt x="548810" y="120586"/>
                </a:lnTo>
                <a:lnTo>
                  <a:pt x="549770" y="120879"/>
                </a:lnTo>
                <a:lnTo>
                  <a:pt x="550746" y="121154"/>
                </a:lnTo>
                <a:lnTo>
                  <a:pt x="551738" y="121409"/>
                </a:lnTo>
                <a:lnTo>
                  <a:pt x="552746" y="121645"/>
                </a:lnTo>
                <a:lnTo>
                  <a:pt x="553770" y="121863"/>
                </a:lnTo>
                <a:lnTo>
                  <a:pt x="554811" y="122062"/>
                </a:lnTo>
                <a:lnTo>
                  <a:pt x="555867" y="122241"/>
                </a:lnTo>
                <a:lnTo>
                  <a:pt x="556939" y="122402"/>
                </a:lnTo>
                <a:lnTo>
                  <a:pt x="558028" y="122544"/>
                </a:lnTo>
                <a:lnTo>
                  <a:pt x="559133" y="122667"/>
                </a:lnTo>
                <a:lnTo>
                  <a:pt x="560253" y="122771"/>
                </a:lnTo>
                <a:lnTo>
                  <a:pt x="561390" y="122856"/>
                </a:lnTo>
                <a:lnTo>
                  <a:pt x="562543" y="122923"/>
                </a:lnTo>
                <a:lnTo>
                  <a:pt x="563711" y="122970"/>
                </a:lnTo>
                <a:lnTo>
                  <a:pt x="564896" y="122998"/>
                </a:lnTo>
                <a:lnTo>
                  <a:pt x="566097" y="123008"/>
                </a:lnTo>
                <a:lnTo>
                  <a:pt x="567079" y="123002"/>
                </a:lnTo>
                <a:lnTo>
                  <a:pt x="568050" y="122984"/>
                </a:lnTo>
                <a:lnTo>
                  <a:pt x="569010" y="122955"/>
                </a:lnTo>
                <a:lnTo>
                  <a:pt x="569960" y="122914"/>
                </a:lnTo>
                <a:lnTo>
                  <a:pt x="570900" y="122861"/>
                </a:lnTo>
                <a:close/>
                <a:moveTo>
                  <a:pt x="545962" y="63518"/>
                </a:moveTo>
                <a:lnTo>
                  <a:pt x="546096" y="62844"/>
                </a:lnTo>
                <a:lnTo>
                  <a:pt x="546246" y="62185"/>
                </a:lnTo>
                <a:lnTo>
                  <a:pt x="546412" y="61541"/>
                </a:lnTo>
                <a:lnTo>
                  <a:pt x="546594" y="60912"/>
                </a:lnTo>
                <a:lnTo>
                  <a:pt x="546793" y="60298"/>
                </a:lnTo>
                <a:lnTo>
                  <a:pt x="547008" y="59699"/>
                </a:lnTo>
                <a:lnTo>
                  <a:pt x="547239" y="59115"/>
                </a:lnTo>
                <a:lnTo>
                  <a:pt x="547486" y="58546"/>
                </a:lnTo>
                <a:lnTo>
                  <a:pt x="547750" y="57992"/>
                </a:lnTo>
                <a:lnTo>
                  <a:pt x="548030" y="57453"/>
                </a:lnTo>
                <a:lnTo>
                  <a:pt x="548326" y="56929"/>
                </a:lnTo>
                <a:lnTo>
                  <a:pt x="548638" y="56419"/>
                </a:lnTo>
                <a:lnTo>
                  <a:pt x="548966" y="55925"/>
                </a:lnTo>
                <a:lnTo>
                  <a:pt x="549311" y="55446"/>
                </a:lnTo>
                <a:lnTo>
                  <a:pt x="549672" y="54981"/>
                </a:lnTo>
                <a:lnTo>
                  <a:pt x="550049" y="54532"/>
                </a:lnTo>
                <a:lnTo>
                  <a:pt x="550442" y="54098"/>
                </a:lnTo>
                <a:lnTo>
                  <a:pt x="550852" y="53678"/>
                </a:lnTo>
                <a:lnTo>
                  <a:pt x="551278" y="53273"/>
                </a:lnTo>
                <a:lnTo>
                  <a:pt x="551717" y="52885"/>
                </a:lnTo>
                <a:lnTo>
                  <a:pt x="552166" y="52512"/>
                </a:lnTo>
                <a:lnTo>
                  <a:pt x="552626" y="52157"/>
                </a:lnTo>
                <a:lnTo>
                  <a:pt x="553096" y="51818"/>
                </a:lnTo>
                <a:lnTo>
                  <a:pt x="553577" y="51495"/>
                </a:lnTo>
                <a:lnTo>
                  <a:pt x="554067" y="51189"/>
                </a:lnTo>
                <a:lnTo>
                  <a:pt x="554569" y="50899"/>
                </a:lnTo>
                <a:lnTo>
                  <a:pt x="555080" y="50626"/>
                </a:lnTo>
                <a:lnTo>
                  <a:pt x="555602" y="50370"/>
                </a:lnTo>
                <a:lnTo>
                  <a:pt x="556134" y="50130"/>
                </a:lnTo>
                <a:lnTo>
                  <a:pt x="556677" y="49907"/>
                </a:lnTo>
                <a:lnTo>
                  <a:pt x="557230" y="49700"/>
                </a:lnTo>
                <a:lnTo>
                  <a:pt x="557793" y="49510"/>
                </a:lnTo>
                <a:lnTo>
                  <a:pt x="558367" y="49336"/>
                </a:lnTo>
                <a:lnTo>
                  <a:pt x="558951" y="49179"/>
                </a:lnTo>
                <a:lnTo>
                  <a:pt x="559545" y="49038"/>
                </a:lnTo>
                <a:lnTo>
                  <a:pt x="560150" y="48914"/>
                </a:lnTo>
                <a:lnTo>
                  <a:pt x="560765" y="48807"/>
                </a:lnTo>
                <a:lnTo>
                  <a:pt x="561391" y="48716"/>
                </a:lnTo>
                <a:lnTo>
                  <a:pt x="562026" y="48641"/>
                </a:lnTo>
                <a:lnTo>
                  <a:pt x="562673" y="48583"/>
                </a:lnTo>
                <a:lnTo>
                  <a:pt x="563329" y="48542"/>
                </a:lnTo>
                <a:lnTo>
                  <a:pt x="563996" y="48517"/>
                </a:lnTo>
                <a:lnTo>
                  <a:pt x="564673" y="48509"/>
                </a:lnTo>
                <a:lnTo>
                  <a:pt x="565336" y="48517"/>
                </a:lnTo>
                <a:lnTo>
                  <a:pt x="565988" y="48541"/>
                </a:lnTo>
                <a:lnTo>
                  <a:pt x="566631" y="48581"/>
                </a:lnTo>
                <a:lnTo>
                  <a:pt x="567263" y="48637"/>
                </a:lnTo>
                <a:lnTo>
                  <a:pt x="567885" y="48710"/>
                </a:lnTo>
                <a:lnTo>
                  <a:pt x="568498" y="48798"/>
                </a:lnTo>
                <a:lnTo>
                  <a:pt x="569100" y="48903"/>
                </a:lnTo>
                <a:lnTo>
                  <a:pt x="569692" y="49023"/>
                </a:lnTo>
                <a:lnTo>
                  <a:pt x="570274" y="49160"/>
                </a:lnTo>
                <a:lnTo>
                  <a:pt x="570847" y="49312"/>
                </a:lnTo>
                <a:lnTo>
                  <a:pt x="571409" y="49481"/>
                </a:lnTo>
                <a:lnTo>
                  <a:pt x="571961" y="49666"/>
                </a:lnTo>
                <a:lnTo>
                  <a:pt x="572503" y="49867"/>
                </a:lnTo>
                <a:lnTo>
                  <a:pt x="573035" y="50084"/>
                </a:lnTo>
                <a:lnTo>
                  <a:pt x="573557" y="50317"/>
                </a:lnTo>
                <a:lnTo>
                  <a:pt x="574068" y="50566"/>
                </a:lnTo>
                <a:lnTo>
                  <a:pt x="574570" y="50831"/>
                </a:lnTo>
                <a:lnTo>
                  <a:pt x="575062" y="51112"/>
                </a:lnTo>
                <a:lnTo>
                  <a:pt x="575544" y="51410"/>
                </a:lnTo>
                <a:lnTo>
                  <a:pt x="576015" y="51723"/>
                </a:lnTo>
                <a:lnTo>
                  <a:pt x="576477" y="52052"/>
                </a:lnTo>
                <a:lnTo>
                  <a:pt x="576929" y="52398"/>
                </a:lnTo>
                <a:lnTo>
                  <a:pt x="577370" y="52760"/>
                </a:lnTo>
                <a:lnTo>
                  <a:pt x="577802" y="53137"/>
                </a:lnTo>
                <a:lnTo>
                  <a:pt x="578220" y="53531"/>
                </a:lnTo>
                <a:lnTo>
                  <a:pt x="578621" y="53941"/>
                </a:lnTo>
                <a:lnTo>
                  <a:pt x="579005" y="54368"/>
                </a:lnTo>
                <a:lnTo>
                  <a:pt x="579373" y="54811"/>
                </a:lnTo>
                <a:lnTo>
                  <a:pt x="579724" y="55270"/>
                </a:lnTo>
                <a:lnTo>
                  <a:pt x="580057" y="55746"/>
                </a:lnTo>
                <a:lnTo>
                  <a:pt x="580375" y="56238"/>
                </a:lnTo>
                <a:lnTo>
                  <a:pt x="580675" y="56747"/>
                </a:lnTo>
                <a:lnTo>
                  <a:pt x="580958" y="57272"/>
                </a:lnTo>
                <a:lnTo>
                  <a:pt x="581224" y="57813"/>
                </a:lnTo>
                <a:lnTo>
                  <a:pt x="581474" y="58371"/>
                </a:lnTo>
                <a:lnTo>
                  <a:pt x="581707" y="58945"/>
                </a:lnTo>
                <a:lnTo>
                  <a:pt x="581923" y="59535"/>
                </a:lnTo>
                <a:lnTo>
                  <a:pt x="582122" y="60142"/>
                </a:lnTo>
                <a:lnTo>
                  <a:pt x="582304" y="60765"/>
                </a:lnTo>
                <a:lnTo>
                  <a:pt x="582470" y="61405"/>
                </a:lnTo>
                <a:lnTo>
                  <a:pt x="582618" y="62061"/>
                </a:lnTo>
                <a:lnTo>
                  <a:pt x="582750" y="62733"/>
                </a:lnTo>
                <a:lnTo>
                  <a:pt x="582865" y="63422"/>
                </a:lnTo>
                <a:lnTo>
                  <a:pt x="582963" y="64127"/>
                </a:lnTo>
                <a:lnTo>
                  <a:pt x="583044" y="64849"/>
                </a:lnTo>
                <a:lnTo>
                  <a:pt x="583108" y="65586"/>
                </a:lnTo>
                <a:lnTo>
                  <a:pt x="583156" y="66341"/>
                </a:lnTo>
                <a:lnTo>
                  <a:pt x="583187" y="67111"/>
                </a:lnTo>
                <a:lnTo>
                  <a:pt x="545537" y="67111"/>
                </a:lnTo>
                <a:lnTo>
                  <a:pt x="545589" y="66363"/>
                </a:lnTo>
                <a:lnTo>
                  <a:pt x="545658" y="65629"/>
                </a:lnTo>
                <a:lnTo>
                  <a:pt x="545743" y="64910"/>
                </a:lnTo>
                <a:lnTo>
                  <a:pt x="545844" y="64207"/>
                </a:lnTo>
                <a:lnTo>
                  <a:pt x="545962" y="63518"/>
                </a:lnTo>
                <a:close/>
                <a:moveTo>
                  <a:pt x="776993" y="122861"/>
                </a:moveTo>
                <a:lnTo>
                  <a:pt x="777923" y="122796"/>
                </a:lnTo>
                <a:lnTo>
                  <a:pt x="778842" y="122720"/>
                </a:lnTo>
                <a:lnTo>
                  <a:pt x="779751" y="122632"/>
                </a:lnTo>
                <a:lnTo>
                  <a:pt x="780650" y="122532"/>
                </a:lnTo>
                <a:lnTo>
                  <a:pt x="781538" y="122421"/>
                </a:lnTo>
                <a:lnTo>
                  <a:pt x="782415" y="122297"/>
                </a:lnTo>
                <a:lnTo>
                  <a:pt x="783283" y="122162"/>
                </a:lnTo>
                <a:lnTo>
                  <a:pt x="784140" y="122015"/>
                </a:lnTo>
                <a:lnTo>
                  <a:pt x="784987" y="121857"/>
                </a:lnTo>
                <a:lnTo>
                  <a:pt x="785823" y="121687"/>
                </a:lnTo>
                <a:lnTo>
                  <a:pt x="786649" y="121504"/>
                </a:lnTo>
                <a:lnTo>
                  <a:pt x="787465" y="121311"/>
                </a:lnTo>
                <a:lnTo>
                  <a:pt x="788270" y="121105"/>
                </a:lnTo>
                <a:lnTo>
                  <a:pt x="789065" y="120888"/>
                </a:lnTo>
                <a:lnTo>
                  <a:pt x="789850" y="120659"/>
                </a:lnTo>
                <a:lnTo>
                  <a:pt x="790624" y="120418"/>
                </a:lnTo>
                <a:lnTo>
                  <a:pt x="791388" y="120166"/>
                </a:lnTo>
                <a:lnTo>
                  <a:pt x="792141" y="119901"/>
                </a:lnTo>
                <a:lnTo>
                  <a:pt x="792885" y="119625"/>
                </a:lnTo>
                <a:lnTo>
                  <a:pt x="793616" y="119338"/>
                </a:lnTo>
                <a:lnTo>
                  <a:pt x="794335" y="119038"/>
                </a:lnTo>
                <a:lnTo>
                  <a:pt x="795040" y="118726"/>
                </a:lnTo>
                <a:lnTo>
                  <a:pt x="795733" y="118402"/>
                </a:lnTo>
                <a:lnTo>
                  <a:pt x="796412" y="118065"/>
                </a:lnTo>
                <a:lnTo>
                  <a:pt x="797079" y="117717"/>
                </a:lnTo>
                <a:lnTo>
                  <a:pt x="797733" y="117357"/>
                </a:lnTo>
                <a:lnTo>
                  <a:pt x="798373" y="116985"/>
                </a:lnTo>
                <a:lnTo>
                  <a:pt x="799001" y="116601"/>
                </a:lnTo>
                <a:lnTo>
                  <a:pt x="799616" y="116204"/>
                </a:lnTo>
                <a:lnTo>
                  <a:pt x="800217" y="115796"/>
                </a:lnTo>
                <a:lnTo>
                  <a:pt x="800806" y="115375"/>
                </a:lnTo>
                <a:lnTo>
                  <a:pt x="801382" y="114943"/>
                </a:lnTo>
                <a:lnTo>
                  <a:pt x="801945" y="114498"/>
                </a:lnTo>
                <a:lnTo>
                  <a:pt x="802495" y="114042"/>
                </a:lnTo>
                <a:lnTo>
                  <a:pt x="803031" y="113573"/>
                </a:lnTo>
                <a:lnTo>
                  <a:pt x="803555" y="113092"/>
                </a:lnTo>
                <a:lnTo>
                  <a:pt x="804066" y="112599"/>
                </a:lnTo>
                <a:lnTo>
                  <a:pt x="804564" y="112095"/>
                </a:lnTo>
                <a:lnTo>
                  <a:pt x="805049" y="111578"/>
                </a:lnTo>
                <a:lnTo>
                  <a:pt x="805521" y="111049"/>
                </a:lnTo>
                <a:lnTo>
                  <a:pt x="805980" y="110508"/>
                </a:lnTo>
                <a:lnTo>
                  <a:pt x="806426" y="109955"/>
                </a:lnTo>
                <a:lnTo>
                  <a:pt x="806859" y="109390"/>
                </a:lnTo>
                <a:lnTo>
                  <a:pt x="807277" y="108813"/>
                </a:lnTo>
                <a:lnTo>
                  <a:pt x="807679" y="108224"/>
                </a:lnTo>
                <a:lnTo>
                  <a:pt x="808065" y="107623"/>
                </a:lnTo>
                <a:lnTo>
                  <a:pt x="808435" y="107010"/>
                </a:lnTo>
                <a:lnTo>
                  <a:pt x="808788" y="106385"/>
                </a:lnTo>
                <a:lnTo>
                  <a:pt x="809126" y="105749"/>
                </a:lnTo>
                <a:lnTo>
                  <a:pt x="809447" y="105100"/>
                </a:lnTo>
                <a:lnTo>
                  <a:pt x="809751" y="104440"/>
                </a:lnTo>
                <a:lnTo>
                  <a:pt x="810040" y="103768"/>
                </a:lnTo>
                <a:lnTo>
                  <a:pt x="810312" y="103083"/>
                </a:lnTo>
                <a:lnTo>
                  <a:pt x="810568" y="102387"/>
                </a:lnTo>
                <a:lnTo>
                  <a:pt x="810808" y="101679"/>
                </a:lnTo>
                <a:lnTo>
                  <a:pt x="811032" y="100960"/>
                </a:lnTo>
                <a:lnTo>
                  <a:pt x="811239" y="100228"/>
                </a:lnTo>
                <a:lnTo>
                  <a:pt x="811431" y="99484"/>
                </a:lnTo>
                <a:lnTo>
                  <a:pt x="811606" y="98729"/>
                </a:lnTo>
                <a:lnTo>
                  <a:pt x="811764" y="97961"/>
                </a:lnTo>
                <a:lnTo>
                  <a:pt x="811907" y="97182"/>
                </a:lnTo>
                <a:lnTo>
                  <a:pt x="812033" y="96391"/>
                </a:lnTo>
                <a:lnTo>
                  <a:pt x="812143" y="95587"/>
                </a:lnTo>
                <a:lnTo>
                  <a:pt x="812237" y="94772"/>
                </a:lnTo>
                <a:lnTo>
                  <a:pt x="812315" y="93945"/>
                </a:lnTo>
                <a:lnTo>
                  <a:pt x="812376" y="93107"/>
                </a:lnTo>
                <a:lnTo>
                  <a:pt x="812422" y="92256"/>
                </a:lnTo>
                <a:lnTo>
                  <a:pt x="789191" y="92256"/>
                </a:lnTo>
                <a:lnTo>
                  <a:pt x="789175" y="92816"/>
                </a:lnTo>
                <a:lnTo>
                  <a:pt x="789144" y="93364"/>
                </a:lnTo>
                <a:lnTo>
                  <a:pt x="789098" y="93900"/>
                </a:lnTo>
                <a:lnTo>
                  <a:pt x="789035" y="94425"/>
                </a:lnTo>
                <a:lnTo>
                  <a:pt x="788957" y="94938"/>
                </a:lnTo>
                <a:lnTo>
                  <a:pt x="788863" y="95440"/>
                </a:lnTo>
                <a:lnTo>
                  <a:pt x="788753" y="95930"/>
                </a:lnTo>
                <a:lnTo>
                  <a:pt x="788627" y="96408"/>
                </a:lnTo>
                <a:lnTo>
                  <a:pt x="788486" y="96875"/>
                </a:lnTo>
                <a:lnTo>
                  <a:pt x="788329" y="97330"/>
                </a:lnTo>
                <a:lnTo>
                  <a:pt x="788156" y="97773"/>
                </a:lnTo>
                <a:lnTo>
                  <a:pt x="787967" y="98205"/>
                </a:lnTo>
                <a:lnTo>
                  <a:pt x="787762" y="98626"/>
                </a:lnTo>
                <a:lnTo>
                  <a:pt x="787542" y="99034"/>
                </a:lnTo>
                <a:lnTo>
                  <a:pt x="787306" y="99431"/>
                </a:lnTo>
                <a:lnTo>
                  <a:pt x="787055" y="99816"/>
                </a:lnTo>
                <a:lnTo>
                  <a:pt x="786787" y="100190"/>
                </a:lnTo>
                <a:lnTo>
                  <a:pt x="786504" y="100552"/>
                </a:lnTo>
                <a:lnTo>
                  <a:pt x="786205" y="100903"/>
                </a:lnTo>
                <a:lnTo>
                  <a:pt x="785890" y="101241"/>
                </a:lnTo>
                <a:lnTo>
                  <a:pt x="785560" y="101569"/>
                </a:lnTo>
                <a:lnTo>
                  <a:pt x="785213" y="101884"/>
                </a:lnTo>
                <a:lnTo>
                  <a:pt x="784851" y="102188"/>
                </a:lnTo>
                <a:lnTo>
                  <a:pt x="784473" y="102480"/>
                </a:lnTo>
                <a:lnTo>
                  <a:pt x="784082" y="102761"/>
                </a:lnTo>
                <a:lnTo>
                  <a:pt x="783681" y="103030"/>
                </a:lnTo>
                <a:lnTo>
                  <a:pt x="783269" y="103286"/>
                </a:lnTo>
                <a:lnTo>
                  <a:pt x="782847" y="103531"/>
                </a:lnTo>
                <a:lnTo>
                  <a:pt x="782414" y="103764"/>
                </a:lnTo>
                <a:lnTo>
                  <a:pt x="781970" y="103985"/>
                </a:lnTo>
                <a:lnTo>
                  <a:pt x="781516" y="104193"/>
                </a:lnTo>
                <a:lnTo>
                  <a:pt x="781052" y="104390"/>
                </a:lnTo>
                <a:lnTo>
                  <a:pt x="780577" y="104575"/>
                </a:lnTo>
                <a:lnTo>
                  <a:pt x="780091" y="104749"/>
                </a:lnTo>
                <a:lnTo>
                  <a:pt x="779595" y="104910"/>
                </a:lnTo>
                <a:lnTo>
                  <a:pt x="779088" y="105059"/>
                </a:lnTo>
                <a:lnTo>
                  <a:pt x="778571" y="105196"/>
                </a:lnTo>
                <a:lnTo>
                  <a:pt x="778044" y="105321"/>
                </a:lnTo>
                <a:lnTo>
                  <a:pt x="777506" y="105435"/>
                </a:lnTo>
                <a:lnTo>
                  <a:pt x="776957" y="105536"/>
                </a:lnTo>
                <a:lnTo>
                  <a:pt x="776398" y="105626"/>
                </a:lnTo>
                <a:lnTo>
                  <a:pt x="775829" y="105703"/>
                </a:lnTo>
                <a:lnTo>
                  <a:pt x="775248" y="105769"/>
                </a:lnTo>
                <a:lnTo>
                  <a:pt x="774658" y="105823"/>
                </a:lnTo>
                <a:lnTo>
                  <a:pt x="774057" y="105865"/>
                </a:lnTo>
                <a:lnTo>
                  <a:pt x="773445" y="105894"/>
                </a:lnTo>
                <a:lnTo>
                  <a:pt x="772823" y="105912"/>
                </a:lnTo>
                <a:lnTo>
                  <a:pt x="772190" y="105918"/>
                </a:lnTo>
                <a:lnTo>
                  <a:pt x="771580" y="105913"/>
                </a:lnTo>
                <a:lnTo>
                  <a:pt x="770979" y="105895"/>
                </a:lnTo>
                <a:lnTo>
                  <a:pt x="770388" y="105866"/>
                </a:lnTo>
                <a:lnTo>
                  <a:pt x="769807" y="105826"/>
                </a:lnTo>
                <a:lnTo>
                  <a:pt x="769236" y="105774"/>
                </a:lnTo>
                <a:lnTo>
                  <a:pt x="768675" y="105711"/>
                </a:lnTo>
                <a:lnTo>
                  <a:pt x="768123" y="105636"/>
                </a:lnTo>
                <a:lnTo>
                  <a:pt x="767582" y="105549"/>
                </a:lnTo>
                <a:lnTo>
                  <a:pt x="767050" y="105451"/>
                </a:lnTo>
                <a:lnTo>
                  <a:pt x="766529" y="105342"/>
                </a:lnTo>
                <a:lnTo>
                  <a:pt x="766017" y="105221"/>
                </a:lnTo>
                <a:lnTo>
                  <a:pt x="765515" y="105088"/>
                </a:lnTo>
                <a:lnTo>
                  <a:pt x="765023" y="104944"/>
                </a:lnTo>
                <a:lnTo>
                  <a:pt x="764541" y="104788"/>
                </a:lnTo>
                <a:lnTo>
                  <a:pt x="764069" y="104621"/>
                </a:lnTo>
                <a:lnTo>
                  <a:pt x="763606" y="104442"/>
                </a:lnTo>
                <a:lnTo>
                  <a:pt x="763154" y="104252"/>
                </a:lnTo>
                <a:lnTo>
                  <a:pt x="762711" y="104050"/>
                </a:lnTo>
                <a:lnTo>
                  <a:pt x="762278" y="103837"/>
                </a:lnTo>
                <a:lnTo>
                  <a:pt x="761856" y="103612"/>
                </a:lnTo>
                <a:lnTo>
                  <a:pt x="761443" y="103376"/>
                </a:lnTo>
                <a:lnTo>
                  <a:pt x="761040" y="103128"/>
                </a:lnTo>
                <a:lnTo>
                  <a:pt x="760647" y="102868"/>
                </a:lnTo>
                <a:lnTo>
                  <a:pt x="760263" y="102597"/>
                </a:lnTo>
                <a:lnTo>
                  <a:pt x="759889" y="102317"/>
                </a:lnTo>
                <a:lnTo>
                  <a:pt x="759524" y="102028"/>
                </a:lnTo>
                <a:lnTo>
                  <a:pt x="759167" y="101733"/>
                </a:lnTo>
                <a:lnTo>
                  <a:pt x="758818" y="101430"/>
                </a:lnTo>
                <a:lnTo>
                  <a:pt x="758478" y="101120"/>
                </a:lnTo>
                <a:lnTo>
                  <a:pt x="758147" y="100802"/>
                </a:lnTo>
                <a:lnTo>
                  <a:pt x="757824" y="100476"/>
                </a:lnTo>
                <a:lnTo>
                  <a:pt x="757509" y="100144"/>
                </a:lnTo>
                <a:lnTo>
                  <a:pt x="757203" y="99804"/>
                </a:lnTo>
                <a:lnTo>
                  <a:pt x="756906" y="99456"/>
                </a:lnTo>
                <a:lnTo>
                  <a:pt x="756617" y="99101"/>
                </a:lnTo>
                <a:lnTo>
                  <a:pt x="756336" y="98739"/>
                </a:lnTo>
                <a:lnTo>
                  <a:pt x="756064" y="98369"/>
                </a:lnTo>
                <a:lnTo>
                  <a:pt x="755800" y="97992"/>
                </a:lnTo>
                <a:lnTo>
                  <a:pt x="755545" y="97607"/>
                </a:lnTo>
                <a:lnTo>
                  <a:pt x="755299" y="97215"/>
                </a:lnTo>
                <a:lnTo>
                  <a:pt x="755061" y="96815"/>
                </a:lnTo>
                <a:lnTo>
                  <a:pt x="754831" y="96408"/>
                </a:lnTo>
                <a:lnTo>
                  <a:pt x="754610" y="95994"/>
                </a:lnTo>
                <a:lnTo>
                  <a:pt x="754398" y="95572"/>
                </a:lnTo>
                <a:lnTo>
                  <a:pt x="754194" y="95143"/>
                </a:lnTo>
                <a:lnTo>
                  <a:pt x="753998" y="94706"/>
                </a:lnTo>
                <a:lnTo>
                  <a:pt x="753811" y="94262"/>
                </a:lnTo>
                <a:lnTo>
                  <a:pt x="753632" y="93811"/>
                </a:lnTo>
                <a:lnTo>
                  <a:pt x="753461" y="93354"/>
                </a:lnTo>
                <a:lnTo>
                  <a:pt x="753297" y="92894"/>
                </a:lnTo>
                <a:lnTo>
                  <a:pt x="753139" y="92432"/>
                </a:lnTo>
                <a:lnTo>
                  <a:pt x="752988" y="91967"/>
                </a:lnTo>
                <a:lnTo>
                  <a:pt x="752844" y="91499"/>
                </a:lnTo>
                <a:lnTo>
                  <a:pt x="752706" y="91028"/>
                </a:lnTo>
                <a:lnTo>
                  <a:pt x="752575" y="90554"/>
                </a:lnTo>
                <a:lnTo>
                  <a:pt x="752451" y="90078"/>
                </a:lnTo>
                <a:lnTo>
                  <a:pt x="752333" y="89598"/>
                </a:lnTo>
                <a:lnTo>
                  <a:pt x="752222" y="89116"/>
                </a:lnTo>
                <a:lnTo>
                  <a:pt x="752117" y="88631"/>
                </a:lnTo>
                <a:lnTo>
                  <a:pt x="752019" y="88143"/>
                </a:lnTo>
                <a:lnTo>
                  <a:pt x="751928" y="87652"/>
                </a:lnTo>
                <a:lnTo>
                  <a:pt x="751843" y="87158"/>
                </a:lnTo>
                <a:lnTo>
                  <a:pt x="751765" y="86662"/>
                </a:lnTo>
                <a:lnTo>
                  <a:pt x="751694" y="86162"/>
                </a:lnTo>
                <a:lnTo>
                  <a:pt x="751629" y="85660"/>
                </a:lnTo>
                <a:lnTo>
                  <a:pt x="751571" y="85155"/>
                </a:lnTo>
                <a:lnTo>
                  <a:pt x="751520" y="84647"/>
                </a:lnTo>
                <a:lnTo>
                  <a:pt x="751475" y="84136"/>
                </a:lnTo>
                <a:lnTo>
                  <a:pt x="751437" y="83622"/>
                </a:lnTo>
                <a:lnTo>
                  <a:pt x="751406" y="83106"/>
                </a:lnTo>
                <a:lnTo>
                  <a:pt x="751381" y="82587"/>
                </a:lnTo>
                <a:lnTo>
                  <a:pt x="751363" y="82064"/>
                </a:lnTo>
                <a:lnTo>
                  <a:pt x="812333" y="82064"/>
                </a:lnTo>
                <a:lnTo>
                  <a:pt x="812347" y="81980"/>
                </a:lnTo>
                <a:lnTo>
                  <a:pt x="812362" y="81894"/>
                </a:lnTo>
                <a:lnTo>
                  <a:pt x="812376" y="81804"/>
                </a:lnTo>
                <a:lnTo>
                  <a:pt x="812389" y="81711"/>
                </a:lnTo>
                <a:lnTo>
                  <a:pt x="812403" y="81615"/>
                </a:lnTo>
                <a:lnTo>
                  <a:pt x="812416" y="81516"/>
                </a:lnTo>
                <a:lnTo>
                  <a:pt x="812429" y="81414"/>
                </a:lnTo>
                <a:lnTo>
                  <a:pt x="812441" y="81309"/>
                </a:lnTo>
                <a:lnTo>
                  <a:pt x="812454" y="81202"/>
                </a:lnTo>
                <a:lnTo>
                  <a:pt x="812465" y="81091"/>
                </a:lnTo>
                <a:lnTo>
                  <a:pt x="812477" y="80977"/>
                </a:lnTo>
                <a:lnTo>
                  <a:pt x="812488" y="80861"/>
                </a:lnTo>
                <a:lnTo>
                  <a:pt x="812499" y="80741"/>
                </a:lnTo>
                <a:lnTo>
                  <a:pt x="812510" y="80619"/>
                </a:lnTo>
                <a:lnTo>
                  <a:pt x="812520" y="80493"/>
                </a:lnTo>
                <a:lnTo>
                  <a:pt x="812530" y="80365"/>
                </a:lnTo>
                <a:lnTo>
                  <a:pt x="812540" y="80233"/>
                </a:lnTo>
                <a:lnTo>
                  <a:pt x="812550" y="80099"/>
                </a:lnTo>
                <a:lnTo>
                  <a:pt x="812559" y="79961"/>
                </a:lnTo>
                <a:lnTo>
                  <a:pt x="812567" y="79821"/>
                </a:lnTo>
                <a:lnTo>
                  <a:pt x="812576" y="79678"/>
                </a:lnTo>
                <a:lnTo>
                  <a:pt x="812584" y="79532"/>
                </a:lnTo>
                <a:lnTo>
                  <a:pt x="812592" y="79382"/>
                </a:lnTo>
                <a:lnTo>
                  <a:pt x="812600" y="79230"/>
                </a:lnTo>
                <a:lnTo>
                  <a:pt x="812607" y="79078"/>
                </a:lnTo>
                <a:lnTo>
                  <a:pt x="812614" y="78928"/>
                </a:lnTo>
                <a:lnTo>
                  <a:pt x="812620" y="78781"/>
                </a:lnTo>
                <a:lnTo>
                  <a:pt x="812627" y="78637"/>
                </a:lnTo>
                <a:lnTo>
                  <a:pt x="812633" y="78495"/>
                </a:lnTo>
                <a:lnTo>
                  <a:pt x="812639" y="78356"/>
                </a:lnTo>
                <a:lnTo>
                  <a:pt x="812644" y="78219"/>
                </a:lnTo>
                <a:lnTo>
                  <a:pt x="812649" y="78086"/>
                </a:lnTo>
                <a:lnTo>
                  <a:pt x="812654" y="77955"/>
                </a:lnTo>
                <a:lnTo>
                  <a:pt x="812658" y="77826"/>
                </a:lnTo>
                <a:lnTo>
                  <a:pt x="812662" y="77700"/>
                </a:lnTo>
                <a:lnTo>
                  <a:pt x="812666" y="77577"/>
                </a:lnTo>
                <a:lnTo>
                  <a:pt x="812670" y="77457"/>
                </a:lnTo>
                <a:lnTo>
                  <a:pt x="812673" y="77339"/>
                </a:lnTo>
                <a:lnTo>
                  <a:pt x="812676" y="77224"/>
                </a:lnTo>
                <a:lnTo>
                  <a:pt x="812679" y="77111"/>
                </a:lnTo>
                <a:lnTo>
                  <a:pt x="812681" y="77001"/>
                </a:lnTo>
                <a:lnTo>
                  <a:pt x="812683" y="76894"/>
                </a:lnTo>
                <a:lnTo>
                  <a:pt x="812685" y="76790"/>
                </a:lnTo>
                <a:lnTo>
                  <a:pt x="812686" y="76688"/>
                </a:lnTo>
                <a:lnTo>
                  <a:pt x="812687" y="76589"/>
                </a:lnTo>
                <a:lnTo>
                  <a:pt x="812688" y="76492"/>
                </a:lnTo>
                <a:lnTo>
                  <a:pt x="812688" y="76398"/>
                </a:lnTo>
                <a:lnTo>
                  <a:pt x="812689" y="76307"/>
                </a:lnTo>
                <a:lnTo>
                  <a:pt x="812669" y="74554"/>
                </a:lnTo>
                <a:lnTo>
                  <a:pt x="812610" y="72836"/>
                </a:lnTo>
                <a:lnTo>
                  <a:pt x="812513" y="71151"/>
                </a:lnTo>
                <a:lnTo>
                  <a:pt x="812376" y="69500"/>
                </a:lnTo>
                <a:lnTo>
                  <a:pt x="812200" y="67883"/>
                </a:lnTo>
                <a:lnTo>
                  <a:pt x="811985" y="66300"/>
                </a:lnTo>
                <a:lnTo>
                  <a:pt x="811731" y="64751"/>
                </a:lnTo>
                <a:lnTo>
                  <a:pt x="811438" y="63236"/>
                </a:lnTo>
                <a:lnTo>
                  <a:pt x="811105" y="61754"/>
                </a:lnTo>
                <a:lnTo>
                  <a:pt x="810734" y="60307"/>
                </a:lnTo>
                <a:lnTo>
                  <a:pt x="810323" y="58893"/>
                </a:lnTo>
                <a:lnTo>
                  <a:pt x="809874" y="57514"/>
                </a:lnTo>
                <a:lnTo>
                  <a:pt x="809385" y="56168"/>
                </a:lnTo>
                <a:lnTo>
                  <a:pt x="808857" y="54856"/>
                </a:lnTo>
                <a:lnTo>
                  <a:pt x="808290" y="53578"/>
                </a:lnTo>
                <a:lnTo>
                  <a:pt x="807684" y="52334"/>
                </a:lnTo>
                <a:lnTo>
                  <a:pt x="807039" y="51124"/>
                </a:lnTo>
                <a:lnTo>
                  <a:pt x="806355" y="49948"/>
                </a:lnTo>
                <a:lnTo>
                  <a:pt x="805632" y="48806"/>
                </a:lnTo>
                <a:lnTo>
                  <a:pt x="804870" y="47697"/>
                </a:lnTo>
                <a:lnTo>
                  <a:pt x="804068" y="46623"/>
                </a:lnTo>
                <a:lnTo>
                  <a:pt x="803228" y="45582"/>
                </a:lnTo>
                <a:lnTo>
                  <a:pt x="802348" y="44575"/>
                </a:lnTo>
                <a:lnTo>
                  <a:pt x="801429" y="43602"/>
                </a:lnTo>
                <a:lnTo>
                  <a:pt x="800477" y="42666"/>
                </a:lnTo>
                <a:lnTo>
                  <a:pt x="799496" y="41770"/>
                </a:lnTo>
                <a:lnTo>
                  <a:pt x="798487" y="40914"/>
                </a:lnTo>
                <a:lnTo>
                  <a:pt x="797450" y="40097"/>
                </a:lnTo>
                <a:lnTo>
                  <a:pt x="796384" y="39321"/>
                </a:lnTo>
                <a:lnTo>
                  <a:pt x="795291" y="38584"/>
                </a:lnTo>
                <a:lnTo>
                  <a:pt x="794168" y="37887"/>
                </a:lnTo>
                <a:lnTo>
                  <a:pt x="793018" y="37230"/>
                </a:lnTo>
                <a:lnTo>
                  <a:pt x="791839" y="36612"/>
                </a:lnTo>
                <a:lnTo>
                  <a:pt x="790632" y="36035"/>
                </a:lnTo>
                <a:lnTo>
                  <a:pt x="789397" y="35497"/>
                </a:lnTo>
                <a:lnTo>
                  <a:pt x="788134" y="34999"/>
                </a:lnTo>
                <a:lnTo>
                  <a:pt x="786842" y="34541"/>
                </a:lnTo>
                <a:lnTo>
                  <a:pt x="785522" y="34123"/>
                </a:lnTo>
                <a:lnTo>
                  <a:pt x="784174" y="33745"/>
                </a:lnTo>
                <a:lnTo>
                  <a:pt x="782797" y="33406"/>
                </a:lnTo>
                <a:lnTo>
                  <a:pt x="781392" y="33107"/>
                </a:lnTo>
                <a:lnTo>
                  <a:pt x="779959" y="32848"/>
                </a:lnTo>
                <a:lnTo>
                  <a:pt x="778498" y="32629"/>
                </a:lnTo>
                <a:lnTo>
                  <a:pt x="777008" y="32450"/>
                </a:lnTo>
                <a:lnTo>
                  <a:pt x="775490" y="32311"/>
                </a:lnTo>
                <a:lnTo>
                  <a:pt x="773944" y="32211"/>
                </a:lnTo>
                <a:lnTo>
                  <a:pt x="772369" y="32151"/>
                </a:lnTo>
                <a:lnTo>
                  <a:pt x="770766" y="32132"/>
                </a:lnTo>
                <a:lnTo>
                  <a:pt x="769609" y="32141"/>
                </a:lnTo>
                <a:lnTo>
                  <a:pt x="768468" y="32169"/>
                </a:lnTo>
                <a:lnTo>
                  <a:pt x="767342" y="32217"/>
                </a:lnTo>
                <a:lnTo>
                  <a:pt x="766231" y="32283"/>
                </a:lnTo>
                <a:lnTo>
                  <a:pt x="765135" y="32368"/>
                </a:lnTo>
                <a:lnTo>
                  <a:pt x="764055" y="32472"/>
                </a:lnTo>
                <a:lnTo>
                  <a:pt x="762990" y="32595"/>
                </a:lnTo>
                <a:lnTo>
                  <a:pt x="761940" y="32737"/>
                </a:lnTo>
                <a:lnTo>
                  <a:pt x="760905" y="32898"/>
                </a:lnTo>
                <a:lnTo>
                  <a:pt x="759886" y="33078"/>
                </a:lnTo>
                <a:lnTo>
                  <a:pt x="758882" y="33276"/>
                </a:lnTo>
                <a:lnTo>
                  <a:pt x="757894" y="33494"/>
                </a:lnTo>
                <a:lnTo>
                  <a:pt x="756920" y="33730"/>
                </a:lnTo>
                <a:lnTo>
                  <a:pt x="755962" y="33986"/>
                </a:lnTo>
                <a:lnTo>
                  <a:pt x="755020" y="34260"/>
                </a:lnTo>
                <a:lnTo>
                  <a:pt x="754092" y="34553"/>
                </a:lnTo>
                <a:lnTo>
                  <a:pt x="753180" y="34865"/>
                </a:lnTo>
                <a:lnTo>
                  <a:pt x="752283" y="35197"/>
                </a:lnTo>
                <a:lnTo>
                  <a:pt x="751402" y="35547"/>
                </a:lnTo>
                <a:lnTo>
                  <a:pt x="750536" y="35915"/>
                </a:lnTo>
                <a:lnTo>
                  <a:pt x="749685" y="36303"/>
                </a:lnTo>
                <a:lnTo>
                  <a:pt x="748849" y="36710"/>
                </a:lnTo>
                <a:lnTo>
                  <a:pt x="748029" y="37136"/>
                </a:lnTo>
                <a:lnTo>
                  <a:pt x="747224" y="37580"/>
                </a:lnTo>
                <a:lnTo>
                  <a:pt x="746435" y="38043"/>
                </a:lnTo>
                <a:lnTo>
                  <a:pt x="745661" y="38521"/>
                </a:lnTo>
                <a:lnTo>
                  <a:pt x="744904" y="39015"/>
                </a:lnTo>
                <a:lnTo>
                  <a:pt x="744163" y="39526"/>
                </a:lnTo>
                <a:lnTo>
                  <a:pt x="743438" y="40052"/>
                </a:lnTo>
                <a:lnTo>
                  <a:pt x="742729" y="40595"/>
                </a:lnTo>
                <a:lnTo>
                  <a:pt x="742036" y="41154"/>
                </a:lnTo>
                <a:lnTo>
                  <a:pt x="741359" y="41729"/>
                </a:lnTo>
                <a:lnTo>
                  <a:pt x="740699" y="42320"/>
                </a:lnTo>
                <a:lnTo>
                  <a:pt x="740054" y="42927"/>
                </a:lnTo>
                <a:lnTo>
                  <a:pt x="739425" y="43550"/>
                </a:lnTo>
                <a:lnTo>
                  <a:pt x="738813" y="44189"/>
                </a:lnTo>
                <a:lnTo>
                  <a:pt x="738216" y="44845"/>
                </a:lnTo>
                <a:lnTo>
                  <a:pt x="737636" y="45516"/>
                </a:lnTo>
                <a:lnTo>
                  <a:pt x="737072" y="46204"/>
                </a:lnTo>
                <a:lnTo>
                  <a:pt x="736523" y="46908"/>
                </a:lnTo>
                <a:lnTo>
                  <a:pt x="735991" y="47628"/>
                </a:lnTo>
                <a:lnTo>
                  <a:pt x="735475" y="48363"/>
                </a:lnTo>
                <a:lnTo>
                  <a:pt x="734975" y="49116"/>
                </a:lnTo>
                <a:lnTo>
                  <a:pt x="734491" y="49884"/>
                </a:lnTo>
                <a:lnTo>
                  <a:pt x="734023" y="50668"/>
                </a:lnTo>
                <a:lnTo>
                  <a:pt x="733571" y="51469"/>
                </a:lnTo>
                <a:lnTo>
                  <a:pt x="733135" y="52285"/>
                </a:lnTo>
                <a:lnTo>
                  <a:pt x="732716" y="53118"/>
                </a:lnTo>
                <a:lnTo>
                  <a:pt x="732313" y="53965"/>
                </a:lnTo>
                <a:lnTo>
                  <a:pt x="731927" y="54826"/>
                </a:lnTo>
                <a:lnTo>
                  <a:pt x="731558" y="55700"/>
                </a:lnTo>
                <a:lnTo>
                  <a:pt x="731206" y="56587"/>
                </a:lnTo>
                <a:lnTo>
                  <a:pt x="730872" y="57488"/>
                </a:lnTo>
                <a:lnTo>
                  <a:pt x="730555" y="58403"/>
                </a:lnTo>
                <a:lnTo>
                  <a:pt x="730254" y="59331"/>
                </a:lnTo>
                <a:lnTo>
                  <a:pt x="729971" y="60272"/>
                </a:lnTo>
                <a:lnTo>
                  <a:pt x="729706" y="61227"/>
                </a:lnTo>
                <a:lnTo>
                  <a:pt x="729457" y="62195"/>
                </a:lnTo>
                <a:lnTo>
                  <a:pt x="729225" y="63177"/>
                </a:lnTo>
                <a:lnTo>
                  <a:pt x="729011" y="64172"/>
                </a:lnTo>
                <a:lnTo>
                  <a:pt x="728814" y="65181"/>
                </a:lnTo>
                <a:lnTo>
                  <a:pt x="728634" y="66203"/>
                </a:lnTo>
                <a:lnTo>
                  <a:pt x="728471" y="67238"/>
                </a:lnTo>
                <a:lnTo>
                  <a:pt x="728325" y="68287"/>
                </a:lnTo>
                <a:lnTo>
                  <a:pt x="728196" y="69350"/>
                </a:lnTo>
                <a:lnTo>
                  <a:pt x="728085" y="70426"/>
                </a:lnTo>
                <a:lnTo>
                  <a:pt x="727990" y="71515"/>
                </a:lnTo>
                <a:lnTo>
                  <a:pt x="727913" y="72618"/>
                </a:lnTo>
                <a:lnTo>
                  <a:pt x="727853" y="73734"/>
                </a:lnTo>
                <a:lnTo>
                  <a:pt x="727810" y="74864"/>
                </a:lnTo>
                <a:lnTo>
                  <a:pt x="727784" y="76007"/>
                </a:lnTo>
                <a:lnTo>
                  <a:pt x="727776" y="77164"/>
                </a:lnTo>
                <a:lnTo>
                  <a:pt x="727785" y="78357"/>
                </a:lnTo>
                <a:lnTo>
                  <a:pt x="727811" y="79537"/>
                </a:lnTo>
                <a:lnTo>
                  <a:pt x="727855" y="80702"/>
                </a:lnTo>
                <a:lnTo>
                  <a:pt x="727917" y="81852"/>
                </a:lnTo>
                <a:lnTo>
                  <a:pt x="727996" y="82988"/>
                </a:lnTo>
                <a:lnTo>
                  <a:pt x="728093" y="84110"/>
                </a:lnTo>
                <a:lnTo>
                  <a:pt x="728207" y="85217"/>
                </a:lnTo>
                <a:lnTo>
                  <a:pt x="728340" y="86311"/>
                </a:lnTo>
                <a:lnTo>
                  <a:pt x="728489" y="87389"/>
                </a:lnTo>
                <a:lnTo>
                  <a:pt x="728657" y="88453"/>
                </a:lnTo>
                <a:lnTo>
                  <a:pt x="728842" y="89503"/>
                </a:lnTo>
                <a:lnTo>
                  <a:pt x="729044" y="90539"/>
                </a:lnTo>
                <a:lnTo>
                  <a:pt x="729264" y="91560"/>
                </a:lnTo>
                <a:lnTo>
                  <a:pt x="729502" y="92567"/>
                </a:lnTo>
                <a:lnTo>
                  <a:pt x="729758" y="93559"/>
                </a:lnTo>
                <a:lnTo>
                  <a:pt x="730031" y="94537"/>
                </a:lnTo>
                <a:lnTo>
                  <a:pt x="730321" y="95501"/>
                </a:lnTo>
                <a:lnTo>
                  <a:pt x="730630" y="96450"/>
                </a:lnTo>
                <a:lnTo>
                  <a:pt x="730956" y="97385"/>
                </a:lnTo>
                <a:lnTo>
                  <a:pt x="731299" y="98305"/>
                </a:lnTo>
                <a:lnTo>
                  <a:pt x="731660" y="99211"/>
                </a:lnTo>
                <a:lnTo>
                  <a:pt x="732039" y="100103"/>
                </a:lnTo>
                <a:lnTo>
                  <a:pt x="732435" y="100981"/>
                </a:lnTo>
                <a:lnTo>
                  <a:pt x="732849" y="101844"/>
                </a:lnTo>
                <a:lnTo>
                  <a:pt x="733280" y="102691"/>
                </a:lnTo>
                <a:lnTo>
                  <a:pt x="733728" y="103521"/>
                </a:lnTo>
                <a:lnTo>
                  <a:pt x="734193" y="104335"/>
                </a:lnTo>
                <a:lnTo>
                  <a:pt x="734674" y="105132"/>
                </a:lnTo>
                <a:lnTo>
                  <a:pt x="735172" y="105912"/>
                </a:lnTo>
                <a:lnTo>
                  <a:pt x="735686" y="106676"/>
                </a:lnTo>
                <a:lnTo>
                  <a:pt x="736218" y="107422"/>
                </a:lnTo>
                <a:lnTo>
                  <a:pt x="736766" y="108152"/>
                </a:lnTo>
                <a:lnTo>
                  <a:pt x="737330" y="108866"/>
                </a:lnTo>
                <a:lnTo>
                  <a:pt x="737912" y="109562"/>
                </a:lnTo>
                <a:lnTo>
                  <a:pt x="738510" y="110242"/>
                </a:lnTo>
                <a:lnTo>
                  <a:pt x="739124" y="110906"/>
                </a:lnTo>
                <a:lnTo>
                  <a:pt x="739756" y="111552"/>
                </a:lnTo>
                <a:lnTo>
                  <a:pt x="740404" y="112182"/>
                </a:lnTo>
                <a:lnTo>
                  <a:pt x="741069" y="112795"/>
                </a:lnTo>
                <a:lnTo>
                  <a:pt x="741750" y="113391"/>
                </a:lnTo>
                <a:lnTo>
                  <a:pt x="742448" y="113970"/>
                </a:lnTo>
                <a:lnTo>
                  <a:pt x="743163" y="114533"/>
                </a:lnTo>
                <a:lnTo>
                  <a:pt x="743895" y="115079"/>
                </a:lnTo>
                <a:lnTo>
                  <a:pt x="744643" y="115609"/>
                </a:lnTo>
                <a:lnTo>
                  <a:pt x="745408" y="116121"/>
                </a:lnTo>
                <a:lnTo>
                  <a:pt x="746189" y="116617"/>
                </a:lnTo>
                <a:lnTo>
                  <a:pt x="746988" y="117096"/>
                </a:lnTo>
                <a:lnTo>
                  <a:pt x="747802" y="117559"/>
                </a:lnTo>
                <a:lnTo>
                  <a:pt x="748634" y="118003"/>
                </a:lnTo>
                <a:lnTo>
                  <a:pt x="749481" y="118429"/>
                </a:lnTo>
                <a:lnTo>
                  <a:pt x="750345" y="118836"/>
                </a:lnTo>
                <a:lnTo>
                  <a:pt x="751224" y="119224"/>
                </a:lnTo>
                <a:lnTo>
                  <a:pt x="752120" y="119593"/>
                </a:lnTo>
                <a:lnTo>
                  <a:pt x="753032" y="119943"/>
                </a:lnTo>
                <a:lnTo>
                  <a:pt x="753959" y="120274"/>
                </a:lnTo>
                <a:lnTo>
                  <a:pt x="754903" y="120586"/>
                </a:lnTo>
                <a:lnTo>
                  <a:pt x="755863" y="120879"/>
                </a:lnTo>
                <a:lnTo>
                  <a:pt x="756839" y="121154"/>
                </a:lnTo>
                <a:lnTo>
                  <a:pt x="757831" y="121409"/>
                </a:lnTo>
                <a:lnTo>
                  <a:pt x="758839" y="121645"/>
                </a:lnTo>
                <a:lnTo>
                  <a:pt x="759864" y="121863"/>
                </a:lnTo>
                <a:lnTo>
                  <a:pt x="760904" y="122062"/>
                </a:lnTo>
                <a:lnTo>
                  <a:pt x="761960" y="122241"/>
                </a:lnTo>
                <a:lnTo>
                  <a:pt x="763033" y="122402"/>
                </a:lnTo>
                <a:lnTo>
                  <a:pt x="764121" y="122544"/>
                </a:lnTo>
                <a:lnTo>
                  <a:pt x="765226" y="122667"/>
                </a:lnTo>
                <a:lnTo>
                  <a:pt x="766346" y="122771"/>
                </a:lnTo>
                <a:lnTo>
                  <a:pt x="767483" y="122856"/>
                </a:lnTo>
                <a:lnTo>
                  <a:pt x="768636" y="122923"/>
                </a:lnTo>
                <a:lnTo>
                  <a:pt x="769805" y="122970"/>
                </a:lnTo>
                <a:lnTo>
                  <a:pt x="770989" y="122998"/>
                </a:lnTo>
                <a:lnTo>
                  <a:pt x="772190" y="123008"/>
                </a:lnTo>
                <a:lnTo>
                  <a:pt x="773172" y="123002"/>
                </a:lnTo>
                <a:lnTo>
                  <a:pt x="774143" y="122984"/>
                </a:lnTo>
                <a:lnTo>
                  <a:pt x="775103" y="122955"/>
                </a:lnTo>
                <a:lnTo>
                  <a:pt x="776054" y="122914"/>
                </a:lnTo>
                <a:lnTo>
                  <a:pt x="776993" y="122861"/>
                </a:lnTo>
                <a:close/>
                <a:moveTo>
                  <a:pt x="752055" y="63518"/>
                </a:moveTo>
                <a:lnTo>
                  <a:pt x="752189" y="62844"/>
                </a:lnTo>
                <a:lnTo>
                  <a:pt x="752339" y="62185"/>
                </a:lnTo>
                <a:lnTo>
                  <a:pt x="752505" y="61541"/>
                </a:lnTo>
                <a:lnTo>
                  <a:pt x="752687" y="60912"/>
                </a:lnTo>
                <a:lnTo>
                  <a:pt x="752886" y="60298"/>
                </a:lnTo>
                <a:lnTo>
                  <a:pt x="753101" y="59699"/>
                </a:lnTo>
                <a:lnTo>
                  <a:pt x="753332" y="59115"/>
                </a:lnTo>
                <a:lnTo>
                  <a:pt x="753579" y="58546"/>
                </a:lnTo>
                <a:lnTo>
                  <a:pt x="753843" y="57992"/>
                </a:lnTo>
                <a:lnTo>
                  <a:pt x="754123" y="57453"/>
                </a:lnTo>
                <a:lnTo>
                  <a:pt x="754419" y="56929"/>
                </a:lnTo>
                <a:lnTo>
                  <a:pt x="754731" y="56419"/>
                </a:lnTo>
                <a:lnTo>
                  <a:pt x="755059" y="55925"/>
                </a:lnTo>
                <a:lnTo>
                  <a:pt x="755404" y="55446"/>
                </a:lnTo>
                <a:lnTo>
                  <a:pt x="755765" y="54981"/>
                </a:lnTo>
                <a:lnTo>
                  <a:pt x="756142" y="54532"/>
                </a:lnTo>
                <a:lnTo>
                  <a:pt x="756535" y="54098"/>
                </a:lnTo>
                <a:lnTo>
                  <a:pt x="756945" y="53678"/>
                </a:lnTo>
                <a:lnTo>
                  <a:pt x="757371" y="53273"/>
                </a:lnTo>
                <a:lnTo>
                  <a:pt x="757810" y="52885"/>
                </a:lnTo>
                <a:lnTo>
                  <a:pt x="758259" y="52512"/>
                </a:lnTo>
                <a:lnTo>
                  <a:pt x="758719" y="52157"/>
                </a:lnTo>
                <a:lnTo>
                  <a:pt x="759189" y="51818"/>
                </a:lnTo>
                <a:lnTo>
                  <a:pt x="759670" y="51495"/>
                </a:lnTo>
                <a:lnTo>
                  <a:pt x="760161" y="51189"/>
                </a:lnTo>
                <a:lnTo>
                  <a:pt x="760662" y="50899"/>
                </a:lnTo>
                <a:lnTo>
                  <a:pt x="761173" y="50626"/>
                </a:lnTo>
                <a:lnTo>
                  <a:pt x="761695" y="50370"/>
                </a:lnTo>
                <a:lnTo>
                  <a:pt x="762227" y="50130"/>
                </a:lnTo>
                <a:lnTo>
                  <a:pt x="762770" y="49907"/>
                </a:lnTo>
                <a:lnTo>
                  <a:pt x="763323" y="49700"/>
                </a:lnTo>
                <a:lnTo>
                  <a:pt x="763886" y="49510"/>
                </a:lnTo>
                <a:lnTo>
                  <a:pt x="764460" y="49336"/>
                </a:lnTo>
                <a:lnTo>
                  <a:pt x="765044" y="49179"/>
                </a:lnTo>
                <a:lnTo>
                  <a:pt x="765639" y="49038"/>
                </a:lnTo>
                <a:lnTo>
                  <a:pt x="766243" y="48914"/>
                </a:lnTo>
                <a:lnTo>
                  <a:pt x="766858" y="48807"/>
                </a:lnTo>
                <a:lnTo>
                  <a:pt x="767484" y="48716"/>
                </a:lnTo>
                <a:lnTo>
                  <a:pt x="768120" y="48641"/>
                </a:lnTo>
                <a:lnTo>
                  <a:pt x="768766" y="48583"/>
                </a:lnTo>
                <a:lnTo>
                  <a:pt x="769422" y="48542"/>
                </a:lnTo>
                <a:lnTo>
                  <a:pt x="770089" y="48517"/>
                </a:lnTo>
                <a:lnTo>
                  <a:pt x="770766" y="48509"/>
                </a:lnTo>
                <a:lnTo>
                  <a:pt x="771429" y="48517"/>
                </a:lnTo>
                <a:lnTo>
                  <a:pt x="772081" y="48541"/>
                </a:lnTo>
                <a:lnTo>
                  <a:pt x="772724" y="48581"/>
                </a:lnTo>
                <a:lnTo>
                  <a:pt x="773356" y="48637"/>
                </a:lnTo>
                <a:lnTo>
                  <a:pt x="773979" y="48710"/>
                </a:lnTo>
                <a:lnTo>
                  <a:pt x="774591" y="48798"/>
                </a:lnTo>
                <a:lnTo>
                  <a:pt x="775193" y="48903"/>
                </a:lnTo>
                <a:lnTo>
                  <a:pt x="775785" y="49023"/>
                </a:lnTo>
                <a:lnTo>
                  <a:pt x="776367" y="49160"/>
                </a:lnTo>
                <a:lnTo>
                  <a:pt x="776940" y="49312"/>
                </a:lnTo>
                <a:lnTo>
                  <a:pt x="777502" y="49481"/>
                </a:lnTo>
                <a:lnTo>
                  <a:pt x="778054" y="49666"/>
                </a:lnTo>
                <a:lnTo>
                  <a:pt x="778596" y="49867"/>
                </a:lnTo>
                <a:lnTo>
                  <a:pt x="779128" y="50084"/>
                </a:lnTo>
                <a:lnTo>
                  <a:pt x="779650" y="50317"/>
                </a:lnTo>
                <a:lnTo>
                  <a:pt x="780161" y="50566"/>
                </a:lnTo>
                <a:lnTo>
                  <a:pt x="780663" y="50831"/>
                </a:lnTo>
                <a:lnTo>
                  <a:pt x="781155" y="51112"/>
                </a:lnTo>
                <a:lnTo>
                  <a:pt x="781637" y="51410"/>
                </a:lnTo>
                <a:lnTo>
                  <a:pt x="782109" y="51723"/>
                </a:lnTo>
                <a:lnTo>
                  <a:pt x="782570" y="52052"/>
                </a:lnTo>
                <a:lnTo>
                  <a:pt x="783022" y="52398"/>
                </a:lnTo>
                <a:lnTo>
                  <a:pt x="783463" y="52760"/>
                </a:lnTo>
                <a:lnTo>
                  <a:pt x="783895" y="53137"/>
                </a:lnTo>
                <a:lnTo>
                  <a:pt x="784313" y="53531"/>
                </a:lnTo>
                <a:lnTo>
                  <a:pt x="784714" y="53941"/>
                </a:lnTo>
                <a:lnTo>
                  <a:pt x="785099" y="54368"/>
                </a:lnTo>
                <a:lnTo>
                  <a:pt x="785466" y="54811"/>
                </a:lnTo>
                <a:lnTo>
                  <a:pt x="785817" y="55270"/>
                </a:lnTo>
                <a:lnTo>
                  <a:pt x="786151" y="55746"/>
                </a:lnTo>
                <a:lnTo>
                  <a:pt x="786468" y="56238"/>
                </a:lnTo>
                <a:lnTo>
                  <a:pt x="786768" y="56747"/>
                </a:lnTo>
                <a:lnTo>
                  <a:pt x="787051" y="57272"/>
                </a:lnTo>
                <a:lnTo>
                  <a:pt x="787318" y="57813"/>
                </a:lnTo>
                <a:lnTo>
                  <a:pt x="787567" y="58371"/>
                </a:lnTo>
                <a:lnTo>
                  <a:pt x="787800" y="58945"/>
                </a:lnTo>
                <a:lnTo>
                  <a:pt x="788016" y="59535"/>
                </a:lnTo>
                <a:lnTo>
                  <a:pt x="788215" y="60142"/>
                </a:lnTo>
                <a:lnTo>
                  <a:pt x="788397" y="60765"/>
                </a:lnTo>
                <a:lnTo>
                  <a:pt x="788563" y="61405"/>
                </a:lnTo>
                <a:lnTo>
                  <a:pt x="788711" y="62061"/>
                </a:lnTo>
                <a:lnTo>
                  <a:pt x="788843" y="62733"/>
                </a:lnTo>
                <a:lnTo>
                  <a:pt x="788958" y="63422"/>
                </a:lnTo>
                <a:lnTo>
                  <a:pt x="789056" y="64127"/>
                </a:lnTo>
                <a:lnTo>
                  <a:pt x="789137" y="64849"/>
                </a:lnTo>
                <a:lnTo>
                  <a:pt x="789202" y="65586"/>
                </a:lnTo>
                <a:lnTo>
                  <a:pt x="789249" y="66341"/>
                </a:lnTo>
                <a:lnTo>
                  <a:pt x="789280" y="67111"/>
                </a:lnTo>
                <a:lnTo>
                  <a:pt x="751630" y="67111"/>
                </a:lnTo>
                <a:lnTo>
                  <a:pt x="751682" y="66363"/>
                </a:lnTo>
                <a:lnTo>
                  <a:pt x="751751" y="65629"/>
                </a:lnTo>
                <a:lnTo>
                  <a:pt x="751836" y="64910"/>
                </a:lnTo>
                <a:lnTo>
                  <a:pt x="751938" y="64207"/>
                </a:lnTo>
                <a:lnTo>
                  <a:pt x="752055" y="63518"/>
                </a:lnTo>
                <a:close/>
                <a:moveTo>
                  <a:pt x="1493261" y="33467"/>
                </a:moveTo>
                <a:lnTo>
                  <a:pt x="1520924" y="75352"/>
                </a:lnTo>
                <a:lnTo>
                  <a:pt x="1490324" y="121406"/>
                </a:lnTo>
                <a:lnTo>
                  <a:pt x="1515424" y="121406"/>
                </a:lnTo>
                <a:lnTo>
                  <a:pt x="1535099" y="89898"/>
                </a:lnTo>
                <a:lnTo>
                  <a:pt x="1554854" y="121406"/>
                </a:lnTo>
                <a:lnTo>
                  <a:pt x="1580043" y="121406"/>
                </a:lnTo>
                <a:lnTo>
                  <a:pt x="1549538" y="75733"/>
                </a:lnTo>
                <a:lnTo>
                  <a:pt x="1577373" y="33467"/>
                </a:lnTo>
                <a:lnTo>
                  <a:pt x="1552184" y="33467"/>
                </a:lnTo>
                <a:lnTo>
                  <a:pt x="1535423" y="61774"/>
                </a:lnTo>
                <a:lnTo>
                  <a:pt x="1518450" y="33467"/>
                </a:lnTo>
                <a:lnTo>
                  <a:pt x="1493261" y="33467"/>
                </a:lnTo>
                <a:close/>
                <a:moveTo>
                  <a:pt x="1299785" y="1602"/>
                </a:moveTo>
                <a:lnTo>
                  <a:pt x="1299785" y="22430"/>
                </a:lnTo>
                <a:lnTo>
                  <a:pt x="1331827" y="22430"/>
                </a:lnTo>
                <a:lnTo>
                  <a:pt x="1331827" y="121406"/>
                </a:lnTo>
                <a:lnTo>
                  <a:pt x="1356838" y="121406"/>
                </a:lnTo>
                <a:lnTo>
                  <a:pt x="1356838" y="22430"/>
                </a:lnTo>
                <a:lnTo>
                  <a:pt x="1388703" y="22430"/>
                </a:lnTo>
                <a:lnTo>
                  <a:pt x="1388703" y="1602"/>
                </a:lnTo>
                <a:lnTo>
                  <a:pt x="1299785" y="1602"/>
                </a:lnTo>
                <a:close/>
                <a:moveTo>
                  <a:pt x="1199976" y="122904"/>
                </a:moveTo>
                <a:lnTo>
                  <a:pt x="1200746" y="122845"/>
                </a:lnTo>
                <a:lnTo>
                  <a:pt x="1201506" y="122774"/>
                </a:lnTo>
                <a:lnTo>
                  <a:pt x="1202256" y="122690"/>
                </a:lnTo>
                <a:lnTo>
                  <a:pt x="1202995" y="122592"/>
                </a:lnTo>
                <a:lnTo>
                  <a:pt x="1203724" y="122482"/>
                </a:lnTo>
                <a:lnTo>
                  <a:pt x="1204443" y="122359"/>
                </a:lnTo>
                <a:lnTo>
                  <a:pt x="1205152" y="122222"/>
                </a:lnTo>
                <a:lnTo>
                  <a:pt x="1205851" y="122073"/>
                </a:lnTo>
                <a:lnTo>
                  <a:pt x="1206539" y="121911"/>
                </a:lnTo>
                <a:lnTo>
                  <a:pt x="1207218" y="121736"/>
                </a:lnTo>
                <a:lnTo>
                  <a:pt x="1207886" y="121547"/>
                </a:lnTo>
                <a:lnTo>
                  <a:pt x="1208543" y="121346"/>
                </a:lnTo>
                <a:lnTo>
                  <a:pt x="1209191" y="121132"/>
                </a:lnTo>
                <a:lnTo>
                  <a:pt x="1209828" y="120905"/>
                </a:lnTo>
                <a:lnTo>
                  <a:pt x="1210456" y="120665"/>
                </a:lnTo>
                <a:lnTo>
                  <a:pt x="1211073" y="120412"/>
                </a:lnTo>
                <a:lnTo>
                  <a:pt x="1211679" y="120146"/>
                </a:lnTo>
                <a:lnTo>
                  <a:pt x="1212276" y="119866"/>
                </a:lnTo>
                <a:lnTo>
                  <a:pt x="1212863" y="119574"/>
                </a:lnTo>
                <a:lnTo>
                  <a:pt x="1213439" y="119269"/>
                </a:lnTo>
                <a:lnTo>
                  <a:pt x="1214006" y="118953"/>
                </a:lnTo>
                <a:lnTo>
                  <a:pt x="1214566" y="118628"/>
                </a:lnTo>
                <a:lnTo>
                  <a:pt x="1215117" y="118293"/>
                </a:lnTo>
                <a:lnTo>
                  <a:pt x="1215661" y="117949"/>
                </a:lnTo>
                <a:lnTo>
                  <a:pt x="1216198" y="117596"/>
                </a:lnTo>
                <a:lnTo>
                  <a:pt x="1216726" y="117233"/>
                </a:lnTo>
                <a:lnTo>
                  <a:pt x="1217247" y="116862"/>
                </a:lnTo>
                <a:lnTo>
                  <a:pt x="1217761" y="116481"/>
                </a:lnTo>
                <a:lnTo>
                  <a:pt x="1218266" y="116090"/>
                </a:lnTo>
                <a:lnTo>
                  <a:pt x="1218764" y="115691"/>
                </a:lnTo>
                <a:lnTo>
                  <a:pt x="1219254" y="115282"/>
                </a:lnTo>
                <a:lnTo>
                  <a:pt x="1219736" y="114864"/>
                </a:lnTo>
                <a:lnTo>
                  <a:pt x="1220211" y="114436"/>
                </a:lnTo>
                <a:lnTo>
                  <a:pt x="1220677" y="113999"/>
                </a:lnTo>
                <a:lnTo>
                  <a:pt x="1221136" y="113553"/>
                </a:lnTo>
                <a:lnTo>
                  <a:pt x="1221588" y="113098"/>
                </a:lnTo>
                <a:lnTo>
                  <a:pt x="1222031" y="112634"/>
                </a:lnTo>
                <a:lnTo>
                  <a:pt x="1222467" y="112160"/>
                </a:lnTo>
                <a:lnTo>
                  <a:pt x="1222896" y="111677"/>
                </a:lnTo>
                <a:lnTo>
                  <a:pt x="1223316" y="111185"/>
                </a:lnTo>
                <a:lnTo>
                  <a:pt x="1223729" y="110683"/>
                </a:lnTo>
                <a:lnTo>
                  <a:pt x="1224134" y="110172"/>
                </a:lnTo>
                <a:lnTo>
                  <a:pt x="1224531" y="109652"/>
                </a:lnTo>
                <a:lnTo>
                  <a:pt x="1224921" y="109123"/>
                </a:lnTo>
                <a:lnTo>
                  <a:pt x="1225900" y="121406"/>
                </a:lnTo>
                <a:lnTo>
                  <a:pt x="1248508" y="121406"/>
                </a:lnTo>
                <a:lnTo>
                  <a:pt x="1248508" y="1602"/>
                </a:lnTo>
                <a:lnTo>
                  <a:pt x="1224921" y="1602"/>
                </a:lnTo>
                <a:lnTo>
                  <a:pt x="1224921" y="45661"/>
                </a:lnTo>
                <a:lnTo>
                  <a:pt x="1224597" y="45160"/>
                </a:lnTo>
                <a:lnTo>
                  <a:pt x="1224264" y="44668"/>
                </a:lnTo>
                <a:lnTo>
                  <a:pt x="1223922" y="44184"/>
                </a:lnTo>
                <a:lnTo>
                  <a:pt x="1223571" y="43707"/>
                </a:lnTo>
                <a:lnTo>
                  <a:pt x="1223210" y="43239"/>
                </a:lnTo>
                <a:lnTo>
                  <a:pt x="1222840" y="42779"/>
                </a:lnTo>
                <a:lnTo>
                  <a:pt x="1222461" y="42327"/>
                </a:lnTo>
                <a:lnTo>
                  <a:pt x="1222072" y="41883"/>
                </a:lnTo>
                <a:lnTo>
                  <a:pt x="1221675" y="41447"/>
                </a:lnTo>
                <a:lnTo>
                  <a:pt x="1221268" y="41019"/>
                </a:lnTo>
                <a:lnTo>
                  <a:pt x="1220851" y="40599"/>
                </a:lnTo>
                <a:lnTo>
                  <a:pt x="1220426" y="40187"/>
                </a:lnTo>
                <a:lnTo>
                  <a:pt x="1219991" y="39783"/>
                </a:lnTo>
                <a:lnTo>
                  <a:pt x="1219547" y="39387"/>
                </a:lnTo>
                <a:lnTo>
                  <a:pt x="1219093" y="38999"/>
                </a:lnTo>
                <a:lnTo>
                  <a:pt x="1218631" y="38619"/>
                </a:lnTo>
                <a:lnTo>
                  <a:pt x="1218159" y="38247"/>
                </a:lnTo>
                <a:lnTo>
                  <a:pt x="1217678" y="37884"/>
                </a:lnTo>
                <a:lnTo>
                  <a:pt x="1217187" y="37528"/>
                </a:lnTo>
                <a:lnTo>
                  <a:pt x="1216688" y="37180"/>
                </a:lnTo>
                <a:lnTo>
                  <a:pt x="1216179" y="36841"/>
                </a:lnTo>
                <a:lnTo>
                  <a:pt x="1215660" y="36509"/>
                </a:lnTo>
                <a:lnTo>
                  <a:pt x="1215133" y="36185"/>
                </a:lnTo>
                <a:lnTo>
                  <a:pt x="1214596" y="35870"/>
                </a:lnTo>
                <a:lnTo>
                  <a:pt x="1214050" y="35565"/>
                </a:lnTo>
                <a:lnTo>
                  <a:pt x="1213495" y="35273"/>
                </a:lnTo>
                <a:lnTo>
                  <a:pt x="1212931" y="34994"/>
                </a:lnTo>
                <a:lnTo>
                  <a:pt x="1212358" y="34728"/>
                </a:lnTo>
                <a:lnTo>
                  <a:pt x="1211777" y="34474"/>
                </a:lnTo>
                <a:lnTo>
                  <a:pt x="1211186" y="34234"/>
                </a:lnTo>
                <a:lnTo>
                  <a:pt x="1210586" y="34007"/>
                </a:lnTo>
                <a:lnTo>
                  <a:pt x="1209977" y="33793"/>
                </a:lnTo>
                <a:lnTo>
                  <a:pt x="1209360" y="33592"/>
                </a:lnTo>
                <a:lnTo>
                  <a:pt x="1208733" y="33404"/>
                </a:lnTo>
                <a:lnTo>
                  <a:pt x="1208098" y="33228"/>
                </a:lnTo>
                <a:lnTo>
                  <a:pt x="1207453" y="33066"/>
                </a:lnTo>
                <a:lnTo>
                  <a:pt x="1206800" y="32917"/>
                </a:lnTo>
                <a:lnTo>
                  <a:pt x="1206137" y="32781"/>
                </a:lnTo>
                <a:lnTo>
                  <a:pt x="1205466" y="32657"/>
                </a:lnTo>
                <a:lnTo>
                  <a:pt x="1204785" y="32547"/>
                </a:lnTo>
                <a:lnTo>
                  <a:pt x="1204096" y="32450"/>
                </a:lnTo>
                <a:lnTo>
                  <a:pt x="1203398" y="32365"/>
                </a:lnTo>
                <a:lnTo>
                  <a:pt x="1202690" y="32294"/>
                </a:lnTo>
                <a:lnTo>
                  <a:pt x="1201974" y="32235"/>
                </a:lnTo>
                <a:lnTo>
                  <a:pt x="1201249" y="32190"/>
                </a:lnTo>
                <a:lnTo>
                  <a:pt x="1200515" y="32157"/>
                </a:lnTo>
                <a:lnTo>
                  <a:pt x="1199772" y="32138"/>
                </a:lnTo>
                <a:lnTo>
                  <a:pt x="1199020" y="32132"/>
                </a:lnTo>
                <a:lnTo>
                  <a:pt x="1198163" y="32140"/>
                </a:lnTo>
                <a:lnTo>
                  <a:pt x="1197313" y="32165"/>
                </a:lnTo>
                <a:lnTo>
                  <a:pt x="1196470" y="32208"/>
                </a:lnTo>
                <a:lnTo>
                  <a:pt x="1195635" y="32267"/>
                </a:lnTo>
                <a:lnTo>
                  <a:pt x="1194806" y="32343"/>
                </a:lnTo>
                <a:lnTo>
                  <a:pt x="1193985" y="32436"/>
                </a:lnTo>
                <a:lnTo>
                  <a:pt x="1193171" y="32545"/>
                </a:lnTo>
                <a:lnTo>
                  <a:pt x="1192364" y="32672"/>
                </a:lnTo>
                <a:lnTo>
                  <a:pt x="1191564" y="32816"/>
                </a:lnTo>
                <a:lnTo>
                  <a:pt x="1190771" y="32976"/>
                </a:lnTo>
                <a:lnTo>
                  <a:pt x="1189985" y="33153"/>
                </a:lnTo>
                <a:lnTo>
                  <a:pt x="1189207" y="33348"/>
                </a:lnTo>
                <a:lnTo>
                  <a:pt x="1188435" y="33559"/>
                </a:lnTo>
                <a:lnTo>
                  <a:pt x="1187671" y="33787"/>
                </a:lnTo>
                <a:lnTo>
                  <a:pt x="1186913" y="34032"/>
                </a:lnTo>
                <a:lnTo>
                  <a:pt x="1186163" y="34294"/>
                </a:lnTo>
                <a:lnTo>
                  <a:pt x="1185420" y="34572"/>
                </a:lnTo>
                <a:lnTo>
                  <a:pt x="1184684" y="34868"/>
                </a:lnTo>
                <a:lnTo>
                  <a:pt x="1183955" y="35180"/>
                </a:lnTo>
                <a:lnTo>
                  <a:pt x="1183233" y="35510"/>
                </a:lnTo>
                <a:lnTo>
                  <a:pt x="1182519" y="35856"/>
                </a:lnTo>
                <a:lnTo>
                  <a:pt x="1181811" y="36219"/>
                </a:lnTo>
                <a:lnTo>
                  <a:pt x="1181111" y="36599"/>
                </a:lnTo>
                <a:lnTo>
                  <a:pt x="1180417" y="36996"/>
                </a:lnTo>
                <a:lnTo>
                  <a:pt x="1179733" y="37410"/>
                </a:lnTo>
                <a:lnTo>
                  <a:pt x="1179061" y="37842"/>
                </a:lnTo>
                <a:lnTo>
                  <a:pt x="1178401" y="38291"/>
                </a:lnTo>
                <a:lnTo>
                  <a:pt x="1177753" y="38757"/>
                </a:lnTo>
                <a:lnTo>
                  <a:pt x="1177117" y="39241"/>
                </a:lnTo>
                <a:lnTo>
                  <a:pt x="1176492" y="39743"/>
                </a:lnTo>
                <a:lnTo>
                  <a:pt x="1175880" y="40262"/>
                </a:lnTo>
                <a:lnTo>
                  <a:pt x="1175279" y="40798"/>
                </a:lnTo>
                <a:lnTo>
                  <a:pt x="1174691" y="41352"/>
                </a:lnTo>
                <a:lnTo>
                  <a:pt x="1174114" y="41924"/>
                </a:lnTo>
                <a:lnTo>
                  <a:pt x="1173549" y="42513"/>
                </a:lnTo>
                <a:lnTo>
                  <a:pt x="1172996" y="43120"/>
                </a:lnTo>
                <a:lnTo>
                  <a:pt x="1172455" y="43744"/>
                </a:lnTo>
                <a:lnTo>
                  <a:pt x="1171926" y="44386"/>
                </a:lnTo>
                <a:lnTo>
                  <a:pt x="1171409" y="45045"/>
                </a:lnTo>
                <a:lnTo>
                  <a:pt x="1170903" y="45721"/>
                </a:lnTo>
                <a:lnTo>
                  <a:pt x="1170410" y="46416"/>
                </a:lnTo>
                <a:lnTo>
                  <a:pt x="1169928" y="47127"/>
                </a:lnTo>
                <a:lnTo>
                  <a:pt x="1169459" y="47857"/>
                </a:lnTo>
                <a:lnTo>
                  <a:pt x="1169001" y="48604"/>
                </a:lnTo>
                <a:lnTo>
                  <a:pt x="1168555" y="49368"/>
                </a:lnTo>
                <a:lnTo>
                  <a:pt x="1168121" y="50150"/>
                </a:lnTo>
                <a:lnTo>
                  <a:pt x="1167699" y="50949"/>
                </a:lnTo>
                <a:lnTo>
                  <a:pt x="1167289" y="51766"/>
                </a:lnTo>
                <a:lnTo>
                  <a:pt x="1166893" y="52601"/>
                </a:lnTo>
                <a:lnTo>
                  <a:pt x="1166514" y="53454"/>
                </a:lnTo>
                <a:lnTo>
                  <a:pt x="1166152" y="54326"/>
                </a:lnTo>
                <a:lnTo>
                  <a:pt x="1165806" y="55216"/>
                </a:lnTo>
                <a:lnTo>
                  <a:pt x="1165478" y="56125"/>
                </a:lnTo>
                <a:lnTo>
                  <a:pt x="1165166" y="57052"/>
                </a:lnTo>
                <a:lnTo>
                  <a:pt x="1164872" y="57997"/>
                </a:lnTo>
                <a:lnTo>
                  <a:pt x="1164594" y="58961"/>
                </a:lnTo>
                <a:lnTo>
                  <a:pt x="1164333" y="59944"/>
                </a:lnTo>
                <a:lnTo>
                  <a:pt x="1164088" y="60945"/>
                </a:lnTo>
                <a:lnTo>
                  <a:pt x="1163861" y="61964"/>
                </a:lnTo>
                <a:lnTo>
                  <a:pt x="1163650" y="63002"/>
                </a:lnTo>
                <a:lnTo>
                  <a:pt x="1163457" y="64058"/>
                </a:lnTo>
                <a:lnTo>
                  <a:pt x="1163280" y="65133"/>
                </a:lnTo>
                <a:lnTo>
                  <a:pt x="1163120" y="66226"/>
                </a:lnTo>
                <a:lnTo>
                  <a:pt x="1162977" y="67337"/>
                </a:lnTo>
                <a:lnTo>
                  <a:pt x="1162850" y="68467"/>
                </a:lnTo>
                <a:lnTo>
                  <a:pt x="1162741" y="69616"/>
                </a:lnTo>
                <a:lnTo>
                  <a:pt x="1162648" y="70783"/>
                </a:lnTo>
                <a:lnTo>
                  <a:pt x="1162572" y="71968"/>
                </a:lnTo>
                <a:lnTo>
                  <a:pt x="1162514" y="73172"/>
                </a:lnTo>
                <a:lnTo>
                  <a:pt x="1162471" y="74394"/>
                </a:lnTo>
                <a:lnTo>
                  <a:pt x="1162446" y="75635"/>
                </a:lnTo>
                <a:lnTo>
                  <a:pt x="1162438" y="76894"/>
                </a:lnTo>
                <a:lnTo>
                  <a:pt x="1162446" y="78198"/>
                </a:lnTo>
                <a:lnTo>
                  <a:pt x="1162469" y="79482"/>
                </a:lnTo>
                <a:lnTo>
                  <a:pt x="1162508" y="80748"/>
                </a:lnTo>
                <a:lnTo>
                  <a:pt x="1162563" y="81994"/>
                </a:lnTo>
                <a:lnTo>
                  <a:pt x="1162633" y="83221"/>
                </a:lnTo>
                <a:lnTo>
                  <a:pt x="1162719" y="84429"/>
                </a:lnTo>
                <a:lnTo>
                  <a:pt x="1162820" y="85617"/>
                </a:lnTo>
                <a:lnTo>
                  <a:pt x="1162937" y="86786"/>
                </a:lnTo>
                <a:lnTo>
                  <a:pt x="1163070" y="87937"/>
                </a:lnTo>
                <a:lnTo>
                  <a:pt x="1163218" y="89067"/>
                </a:lnTo>
                <a:lnTo>
                  <a:pt x="1163382" y="90179"/>
                </a:lnTo>
                <a:lnTo>
                  <a:pt x="1163561" y="91271"/>
                </a:lnTo>
                <a:lnTo>
                  <a:pt x="1163757" y="92344"/>
                </a:lnTo>
                <a:lnTo>
                  <a:pt x="1163967" y="93398"/>
                </a:lnTo>
                <a:lnTo>
                  <a:pt x="1164194" y="94433"/>
                </a:lnTo>
                <a:lnTo>
                  <a:pt x="1164435" y="95448"/>
                </a:lnTo>
                <a:lnTo>
                  <a:pt x="1164693" y="96444"/>
                </a:lnTo>
                <a:lnTo>
                  <a:pt x="1164966" y="97421"/>
                </a:lnTo>
                <a:lnTo>
                  <a:pt x="1165255" y="98379"/>
                </a:lnTo>
                <a:lnTo>
                  <a:pt x="1165559" y="99317"/>
                </a:lnTo>
                <a:lnTo>
                  <a:pt x="1165879" y="100236"/>
                </a:lnTo>
                <a:lnTo>
                  <a:pt x="1166215" y="101136"/>
                </a:lnTo>
                <a:lnTo>
                  <a:pt x="1166566" y="102017"/>
                </a:lnTo>
                <a:lnTo>
                  <a:pt x="1166933" y="102878"/>
                </a:lnTo>
                <a:lnTo>
                  <a:pt x="1167313" y="103721"/>
                </a:lnTo>
                <a:lnTo>
                  <a:pt x="1167705" y="104545"/>
                </a:lnTo>
                <a:lnTo>
                  <a:pt x="1168108" y="105351"/>
                </a:lnTo>
                <a:lnTo>
                  <a:pt x="1168522" y="106139"/>
                </a:lnTo>
                <a:lnTo>
                  <a:pt x="1168948" y="106909"/>
                </a:lnTo>
                <a:lnTo>
                  <a:pt x="1169386" y="107660"/>
                </a:lnTo>
                <a:lnTo>
                  <a:pt x="1169835" y="108393"/>
                </a:lnTo>
                <a:lnTo>
                  <a:pt x="1170295" y="109107"/>
                </a:lnTo>
                <a:lnTo>
                  <a:pt x="1170767" y="109804"/>
                </a:lnTo>
                <a:lnTo>
                  <a:pt x="1171250" y="110482"/>
                </a:lnTo>
                <a:lnTo>
                  <a:pt x="1171745" y="111142"/>
                </a:lnTo>
                <a:lnTo>
                  <a:pt x="1172251" y="111783"/>
                </a:lnTo>
                <a:lnTo>
                  <a:pt x="1172768" y="112406"/>
                </a:lnTo>
                <a:lnTo>
                  <a:pt x="1173297" y="113011"/>
                </a:lnTo>
                <a:lnTo>
                  <a:pt x="1173838" y="113598"/>
                </a:lnTo>
                <a:lnTo>
                  <a:pt x="1174389" y="114166"/>
                </a:lnTo>
                <a:lnTo>
                  <a:pt x="1174953" y="114716"/>
                </a:lnTo>
                <a:lnTo>
                  <a:pt x="1175527" y="115248"/>
                </a:lnTo>
                <a:lnTo>
                  <a:pt x="1176113" y="115761"/>
                </a:lnTo>
                <a:lnTo>
                  <a:pt x="1176711" y="116256"/>
                </a:lnTo>
                <a:lnTo>
                  <a:pt x="1177320" y="116733"/>
                </a:lnTo>
                <a:lnTo>
                  <a:pt x="1177940" y="117192"/>
                </a:lnTo>
                <a:lnTo>
                  <a:pt x="1178572" y="117632"/>
                </a:lnTo>
                <a:lnTo>
                  <a:pt x="1179216" y="118054"/>
                </a:lnTo>
                <a:lnTo>
                  <a:pt x="1179868" y="118458"/>
                </a:lnTo>
                <a:lnTo>
                  <a:pt x="1180527" y="118845"/>
                </a:lnTo>
                <a:lnTo>
                  <a:pt x="1181194" y="119215"/>
                </a:lnTo>
                <a:lnTo>
                  <a:pt x="1181867" y="119568"/>
                </a:lnTo>
                <a:lnTo>
                  <a:pt x="1182548" y="119903"/>
                </a:lnTo>
                <a:lnTo>
                  <a:pt x="1183235" y="120221"/>
                </a:lnTo>
                <a:lnTo>
                  <a:pt x="1183929" y="120522"/>
                </a:lnTo>
                <a:lnTo>
                  <a:pt x="1184630" y="120806"/>
                </a:lnTo>
                <a:lnTo>
                  <a:pt x="1185338" y="121073"/>
                </a:lnTo>
                <a:lnTo>
                  <a:pt x="1186053" y="121322"/>
                </a:lnTo>
                <a:lnTo>
                  <a:pt x="1186775" y="121554"/>
                </a:lnTo>
                <a:lnTo>
                  <a:pt x="1187504" y="121769"/>
                </a:lnTo>
                <a:lnTo>
                  <a:pt x="1188240" y="121967"/>
                </a:lnTo>
                <a:lnTo>
                  <a:pt x="1188983" y="122148"/>
                </a:lnTo>
                <a:lnTo>
                  <a:pt x="1189733" y="122311"/>
                </a:lnTo>
                <a:lnTo>
                  <a:pt x="1190490" y="122457"/>
                </a:lnTo>
                <a:lnTo>
                  <a:pt x="1191254" y="122586"/>
                </a:lnTo>
                <a:lnTo>
                  <a:pt x="1192024" y="122698"/>
                </a:lnTo>
                <a:lnTo>
                  <a:pt x="1192802" y="122793"/>
                </a:lnTo>
                <a:lnTo>
                  <a:pt x="1193586" y="122870"/>
                </a:lnTo>
                <a:lnTo>
                  <a:pt x="1194378" y="122930"/>
                </a:lnTo>
                <a:lnTo>
                  <a:pt x="1195177" y="122973"/>
                </a:lnTo>
                <a:lnTo>
                  <a:pt x="1195982" y="122999"/>
                </a:lnTo>
                <a:lnTo>
                  <a:pt x="1196794" y="123008"/>
                </a:lnTo>
                <a:lnTo>
                  <a:pt x="1197605" y="123001"/>
                </a:lnTo>
                <a:lnTo>
                  <a:pt x="1198406" y="122982"/>
                </a:lnTo>
                <a:lnTo>
                  <a:pt x="1199196" y="122949"/>
                </a:lnTo>
                <a:lnTo>
                  <a:pt x="1199976" y="122904"/>
                </a:lnTo>
                <a:close/>
                <a:moveTo>
                  <a:pt x="1201162" y="104837"/>
                </a:moveTo>
                <a:lnTo>
                  <a:pt x="1200548" y="104729"/>
                </a:lnTo>
                <a:lnTo>
                  <a:pt x="1199946" y="104597"/>
                </a:lnTo>
                <a:lnTo>
                  <a:pt x="1199356" y="104441"/>
                </a:lnTo>
                <a:lnTo>
                  <a:pt x="1198777" y="104262"/>
                </a:lnTo>
                <a:lnTo>
                  <a:pt x="1198211" y="104058"/>
                </a:lnTo>
                <a:lnTo>
                  <a:pt x="1197656" y="103831"/>
                </a:lnTo>
                <a:lnTo>
                  <a:pt x="1197114" y="103579"/>
                </a:lnTo>
                <a:lnTo>
                  <a:pt x="1196583" y="103304"/>
                </a:lnTo>
                <a:lnTo>
                  <a:pt x="1196064" y="103004"/>
                </a:lnTo>
                <a:lnTo>
                  <a:pt x="1195557" y="102681"/>
                </a:lnTo>
                <a:lnTo>
                  <a:pt x="1195062" y="102334"/>
                </a:lnTo>
                <a:lnTo>
                  <a:pt x="1194579" y="101962"/>
                </a:lnTo>
                <a:lnTo>
                  <a:pt x="1194108" y="101567"/>
                </a:lnTo>
                <a:lnTo>
                  <a:pt x="1193649" y="101148"/>
                </a:lnTo>
                <a:lnTo>
                  <a:pt x="1193201" y="100705"/>
                </a:lnTo>
                <a:lnTo>
                  <a:pt x="1192766" y="100238"/>
                </a:lnTo>
                <a:lnTo>
                  <a:pt x="1192342" y="99747"/>
                </a:lnTo>
                <a:lnTo>
                  <a:pt x="1191930" y="99232"/>
                </a:lnTo>
                <a:lnTo>
                  <a:pt x="1191530" y="98693"/>
                </a:lnTo>
                <a:lnTo>
                  <a:pt x="1191143" y="98130"/>
                </a:lnTo>
                <a:lnTo>
                  <a:pt x="1190768" y="97542"/>
                </a:lnTo>
                <a:lnTo>
                  <a:pt x="1190410" y="96929"/>
                </a:lnTo>
                <a:lnTo>
                  <a:pt x="1190068" y="96289"/>
                </a:lnTo>
                <a:lnTo>
                  <a:pt x="1189742" y="95624"/>
                </a:lnTo>
                <a:lnTo>
                  <a:pt x="1189432" y="94933"/>
                </a:lnTo>
                <a:lnTo>
                  <a:pt x="1189137" y="94216"/>
                </a:lnTo>
                <a:lnTo>
                  <a:pt x="1188859" y="93473"/>
                </a:lnTo>
                <a:lnTo>
                  <a:pt x="1188596" y="92705"/>
                </a:lnTo>
                <a:lnTo>
                  <a:pt x="1188349" y="91910"/>
                </a:lnTo>
                <a:lnTo>
                  <a:pt x="1188118" y="91090"/>
                </a:lnTo>
                <a:lnTo>
                  <a:pt x="1187904" y="90243"/>
                </a:lnTo>
                <a:lnTo>
                  <a:pt x="1187705" y="89371"/>
                </a:lnTo>
                <a:lnTo>
                  <a:pt x="1187522" y="88474"/>
                </a:lnTo>
                <a:lnTo>
                  <a:pt x="1187354" y="87550"/>
                </a:lnTo>
                <a:lnTo>
                  <a:pt x="1187203" y="86600"/>
                </a:lnTo>
                <a:lnTo>
                  <a:pt x="1187068" y="85625"/>
                </a:lnTo>
                <a:lnTo>
                  <a:pt x="1186949" y="84623"/>
                </a:lnTo>
                <a:lnTo>
                  <a:pt x="1186845" y="83596"/>
                </a:lnTo>
                <a:lnTo>
                  <a:pt x="1186758" y="82543"/>
                </a:lnTo>
                <a:lnTo>
                  <a:pt x="1186686" y="81465"/>
                </a:lnTo>
                <a:lnTo>
                  <a:pt x="1186630" y="80360"/>
                </a:lnTo>
                <a:lnTo>
                  <a:pt x="1186590" y="79229"/>
                </a:lnTo>
                <a:lnTo>
                  <a:pt x="1186567" y="78073"/>
                </a:lnTo>
                <a:lnTo>
                  <a:pt x="1186559" y="76891"/>
                </a:lnTo>
                <a:lnTo>
                  <a:pt x="1186567" y="75812"/>
                </a:lnTo>
                <a:lnTo>
                  <a:pt x="1186592" y="74755"/>
                </a:lnTo>
                <a:lnTo>
                  <a:pt x="1186634" y="73719"/>
                </a:lnTo>
                <a:lnTo>
                  <a:pt x="1186692" y="72705"/>
                </a:lnTo>
                <a:lnTo>
                  <a:pt x="1186767" y="71712"/>
                </a:lnTo>
                <a:lnTo>
                  <a:pt x="1186859" y="70740"/>
                </a:lnTo>
                <a:lnTo>
                  <a:pt x="1186968" y="69790"/>
                </a:lnTo>
                <a:lnTo>
                  <a:pt x="1187093" y="68862"/>
                </a:lnTo>
                <a:lnTo>
                  <a:pt x="1187235" y="67955"/>
                </a:lnTo>
                <a:lnTo>
                  <a:pt x="1187393" y="67069"/>
                </a:lnTo>
                <a:lnTo>
                  <a:pt x="1187568" y="66205"/>
                </a:lnTo>
                <a:lnTo>
                  <a:pt x="1187760" y="65362"/>
                </a:lnTo>
                <a:lnTo>
                  <a:pt x="1187969" y="64540"/>
                </a:lnTo>
                <a:lnTo>
                  <a:pt x="1188194" y="63740"/>
                </a:lnTo>
                <a:lnTo>
                  <a:pt x="1188436" y="62962"/>
                </a:lnTo>
                <a:lnTo>
                  <a:pt x="1188695" y="62205"/>
                </a:lnTo>
                <a:lnTo>
                  <a:pt x="1188970" y="61469"/>
                </a:lnTo>
                <a:lnTo>
                  <a:pt x="1189262" y="60755"/>
                </a:lnTo>
                <a:lnTo>
                  <a:pt x="1189571" y="60062"/>
                </a:lnTo>
                <a:lnTo>
                  <a:pt x="1189896" y="59391"/>
                </a:lnTo>
                <a:lnTo>
                  <a:pt x="1190239" y="58741"/>
                </a:lnTo>
                <a:lnTo>
                  <a:pt x="1190597" y="58113"/>
                </a:lnTo>
                <a:lnTo>
                  <a:pt x="1190973" y="57506"/>
                </a:lnTo>
                <a:lnTo>
                  <a:pt x="1191365" y="56920"/>
                </a:lnTo>
                <a:lnTo>
                  <a:pt x="1191772" y="56357"/>
                </a:lnTo>
                <a:lnTo>
                  <a:pt x="1192193" y="55818"/>
                </a:lnTo>
                <a:lnTo>
                  <a:pt x="1192628" y="55303"/>
                </a:lnTo>
                <a:lnTo>
                  <a:pt x="1193076" y="54812"/>
                </a:lnTo>
                <a:lnTo>
                  <a:pt x="1193538" y="54345"/>
                </a:lnTo>
                <a:lnTo>
                  <a:pt x="1194013" y="53902"/>
                </a:lnTo>
                <a:lnTo>
                  <a:pt x="1194502" y="53483"/>
                </a:lnTo>
                <a:lnTo>
                  <a:pt x="1195004" y="53088"/>
                </a:lnTo>
                <a:lnTo>
                  <a:pt x="1195521" y="52716"/>
                </a:lnTo>
                <a:lnTo>
                  <a:pt x="1196050" y="52369"/>
                </a:lnTo>
                <a:lnTo>
                  <a:pt x="1196594" y="52046"/>
                </a:lnTo>
                <a:lnTo>
                  <a:pt x="1197150" y="51746"/>
                </a:lnTo>
                <a:lnTo>
                  <a:pt x="1197721" y="51471"/>
                </a:lnTo>
                <a:lnTo>
                  <a:pt x="1198305" y="51220"/>
                </a:lnTo>
                <a:lnTo>
                  <a:pt x="1198903" y="50992"/>
                </a:lnTo>
                <a:lnTo>
                  <a:pt x="1199514" y="50788"/>
                </a:lnTo>
                <a:lnTo>
                  <a:pt x="1200139" y="50609"/>
                </a:lnTo>
                <a:lnTo>
                  <a:pt x="1200778" y="50453"/>
                </a:lnTo>
                <a:lnTo>
                  <a:pt x="1201430" y="50321"/>
                </a:lnTo>
                <a:lnTo>
                  <a:pt x="1202095" y="50214"/>
                </a:lnTo>
                <a:lnTo>
                  <a:pt x="1202775" y="50130"/>
                </a:lnTo>
                <a:lnTo>
                  <a:pt x="1203468" y="50070"/>
                </a:lnTo>
                <a:lnTo>
                  <a:pt x="1204174" y="50034"/>
                </a:lnTo>
                <a:lnTo>
                  <a:pt x="1204894" y="50022"/>
                </a:lnTo>
                <a:lnTo>
                  <a:pt x="1205498" y="50030"/>
                </a:lnTo>
                <a:lnTo>
                  <a:pt x="1206094" y="50053"/>
                </a:lnTo>
                <a:lnTo>
                  <a:pt x="1206683" y="50091"/>
                </a:lnTo>
                <a:lnTo>
                  <a:pt x="1207263" y="50145"/>
                </a:lnTo>
                <a:lnTo>
                  <a:pt x="1207835" y="50215"/>
                </a:lnTo>
                <a:lnTo>
                  <a:pt x="1208399" y="50300"/>
                </a:lnTo>
                <a:lnTo>
                  <a:pt x="1208955" y="50400"/>
                </a:lnTo>
                <a:lnTo>
                  <a:pt x="1209503" y="50516"/>
                </a:lnTo>
                <a:lnTo>
                  <a:pt x="1210043" y="50647"/>
                </a:lnTo>
                <a:lnTo>
                  <a:pt x="1210574" y="50794"/>
                </a:lnTo>
                <a:lnTo>
                  <a:pt x="1211098" y="50956"/>
                </a:lnTo>
                <a:lnTo>
                  <a:pt x="1211614" y="51134"/>
                </a:lnTo>
                <a:lnTo>
                  <a:pt x="1212122" y="51327"/>
                </a:lnTo>
                <a:lnTo>
                  <a:pt x="1212622" y="51535"/>
                </a:lnTo>
                <a:lnTo>
                  <a:pt x="1213113" y="51759"/>
                </a:lnTo>
                <a:lnTo>
                  <a:pt x="1213597" y="51999"/>
                </a:lnTo>
                <a:lnTo>
                  <a:pt x="1214073" y="52253"/>
                </a:lnTo>
                <a:lnTo>
                  <a:pt x="1214540" y="52524"/>
                </a:lnTo>
                <a:lnTo>
                  <a:pt x="1215000" y="52809"/>
                </a:lnTo>
                <a:lnTo>
                  <a:pt x="1215451" y="53111"/>
                </a:lnTo>
                <a:lnTo>
                  <a:pt x="1215895" y="53427"/>
                </a:lnTo>
                <a:lnTo>
                  <a:pt x="1216330" y="53759"/>
                </a:lnTo>
                <a:lnTo>
                  <a:pt x="1216758" y="54107"/>
                </a:lnTo>
                <a:lnTo>
                  <a:pt x="1217177" y="54470"/>
                </a:lnTo>
                <a:lnTo>
                  <a:pt x="1217589" y="54843"/>
                </a:lnTo>
                <a:lnTo>
                  <a:pt x="1217992" y="55221"/>
                </a:lnTo>
                <a:lnTo>
                  <a:pt x="1218388" y="55606"/>
                </a:lnTo>
                <a:lnTo>
                  <a:pt x="1218777" y="55995"/>
                </a:lnTo>
                <a:lnTo>
                  <a:pt x="1219157" y="56390"/>
                </a:lnTo>
                <a:lnTo>
                  <a:pt x="1219530" y="56790"/>
                </a:lnTo>
                <a:lnTo>
                  <a:pt x="1219895" y="57195"/>
                </a:lnTo>
                <a:lnTo>
                  <a:pt x="1220253" y="57606"/>
                </a:lnTo>
                <a:lnTo>
                  <a:pt x="1220602" y="58022"/>
                </a:lnTo>
                <a:lnTo>
                  <a:pt x="1220944" y="58444"/>
                </a:lnTo>
                <a:lnTo>
                  <a:pt x="1221279" y="58871"/>
                </a:lnTo>
                <a:lnTo>
                  <a:pt x="1221605" y="59303"/>
                </a:lnTo>
                <a:lnTo>
                  <a:pt x="1221924" y="59741"/>
                </a:lnTo>
                <a:lnTo>
                  <a:pt x="1222235" y="60184"/>
                </a:lnTo>
                <a:lnTo>
                  <a:pt x="1222538" y="60632"/>
                </a:lnTo>
                <a:lnTo>
                  <a:pt x="1222834" y="61086"/>
                </a:lnTo>
                <a:lnTo>
                  <a:pt x="1223122" y="61545"/>
                </a:lnTo>
                <a:lnTo>
                  <a:pt x="1223402" y="62009"/>
                </a:lnTo>
                <a:lnTo>
                  <a:pt x="1223674" y="62479"/>
                </a:lnTo>
                <a:lnTo>
                  <a:pt x="1223939" y="62954"/>
                </a:lnTo>
                <a:lnTo>
                  <a:pt x="1224196" y="63435"/>
                </a:lnTo>
                <a:lnTo>
                  <a:pt x="1224445" y="63921"/>
                </a:lnTo>
                <a:lnTo>
                  <a:pt x="1224687" y="64412"/>
                </a:lnTo>
                <a:lnTo>
                  <a:pt x="1224921" y="64908"/>
                </a:lnTo>
                <a:lnTo>
                  <a:pt x="1224921" y="90779"/>
                </a:lnTo>
                <a:lnTo>
                  <a:pt x="1224679" y="91253"/>
                </a:lnTo>
                <a:lnTo>
                  <a:pt x="1224428" y="91721"/>
                </a:lnTo>
                <a:lnTo>
                  <a:pt x="1224168" y="92185"/>
                </a:lnTo>
                <a:lnTo>
                  <a:pt x="1223900" y="92644"/>
                </a:lnTo>
                <a:lnTo>
                  <a:pt x="1223622" y="93098"/>
                </a:lnTo>
                <a:lnTo>
                  <a:pt x="1223335" y="93546"/>
                </a:lnTo>
                <a:lnTo>
                  <a:pt x="1223040" y="93990"/>
                </a:lnTo>
                <a:lnTo>
                  <a:pt x="1222735" y="94428"/>
                </a:lnTo>
                <a:lnTo>
                  <a:pt x="1222422" y="94862"/>
                </a:lnTo>
                <a:lnTo>
                  <a:pt x="1222099" y="95290"/>
                </a:lnTo>
                <a:lnTo>
                  <a:pt x="1221768" y="95714"/>
                </a:lnTo>
                <a:lnTo>
                  <a:pt x="1221427" y="96132"/>
                </a:lnTo>
                <a:lnTo>
                  <a:pt x="1221078" y="96546"/>
                </a:lnTo>
                <a:lnTo>
                  <a:pt x="1220719" y="96954"/>
                </a:lnTo>
                <a:lnTo>
                  <a:pt x="1220352" y="97358"/>
                </a:lnTo>
                <a:lnTo>
                  <a:pt x="1219976" y="97756"/>
                </a:lnTo>
                <a:lnTo>
                  <a:pt x="1219591" y="98149"/>
                </a:lnTo>
                <a:lnTo>
                  <a:pt x="1219196" y="98538"/>
                </a:lnTo>
                <a:lnTo>
                  <a:pt x="1218793" y="98921"/>
                </a:lnTo>
                <a:lnTo>
                  <a:pt x="1218381" y="99299"/>
                </a:lnTo>
                <a:lnTo>
                  <a:pt x="1217960" y="99672"/>
                </a:lnTo>
                <a:lnTo>
                  <a:pt x="1217530" y="100040"/>
                </a:lnTo>
                <a:lnTo>
                  <a:pt x="1217091" y="100403"/>
                </a:lnTo>
                <a:lnTo>
                  <a:pt x="1216643" y="100762"/>
                </a:lnTo>
                <a:lnTo>
                  <a:pt x="1216187" y="101110"/>
                </a:lnTo>
                <a:lnTo>
                  <a:pt x="1215724" y="101443"/>
                </a:lnTo>
                <a:lnTo>
                  <a:pt x="1215254" y="101762"/>
                </a:lnTo>
                <a:lnTo>
                  <a:pt x="1214776" y="102065"/>
                </a:lnTo>
                <a:lnTo>
                  <a:pt x="1214292" y="102354"/>
                </a:lnTo>
                <a:lnTo>
                  <a:pt x="1213800" y="102628"/>
                </a:lnTo>
                <a:lnTo>
                  <a:pt x="1213302" y="102887"/>
                </a:lnTo>
                <a:lnTo>
                  <a:pt x="1212796" y="103132"/>
                </a:lnTo>
                <a:lnTo>
                  <a:pt x="1212283" y="103362"/>
                </a:lnTo>
                <a:lnTo>
                  <a:pt x="1211763" y="103576"/>
                </a:lnTo>
                <a:lnTo>
                  <a:pt x="1211236" y="103776"/>
                </a:lnTo>
                <a:lnTo>
                  <a:pt x="1210702" y="103962"/>
                </a:lnTo>
                <a:lnTo>
                  <a:pt x="1210160" y="104132"/>
                </a:lnTo>
                <a:lnTo>
                  <a:pt x="1209612" y="104288"/>
                </a:lnTo>
                <a:lnTo>
                  <a:pt x="1209057" y="104428"/>
                </a:lnTo>
                <a:lnTo>
                  <a:pt x="1208494" y="104554"/>
                </a:lnTo>
                <a:lnTo>
                  <a:pt x="1207924" y="104665"/>
                </a:lnTo>
                <a:lnTo>
                  <a:pt x="1207347" y="104762"/>
                </a:lnTo>
                <a:lnTo>
                  <a:pt x="1206763" y="104843"/>
                </a:lnTo>
                <a:lnTo>
                  <a:pt x="1206172" y="104910"/>
                </a:lnTo>
                <a:lnTo>
                  <a:pt x="1205574" y="104962"/>
                </a:lnTo>
                <a:lnTo>
                  <a:pt x="1204969" y="104999"/>
                </a:lnTo>
                <a:lnTo>
                  <a:pt x="1204356" y="105021"/>
                </a:lnTo>
                <a:lnTo>
                  <a:pt x="1203737" y="105028"/>
                </a:lnTo>
                <a:lnTo>
                  <a:pt x="1203075" y="105016"/>
                </a:lnTo>
                <a:lnTo>
                  <a:pt x="1202426" y="104980"/>
                </a:lnTo>
                <a:lnTo>
                  <a:pt x="1201788" y="104921"/>
                </a:lnTo>
                <a:lnTo>
                  <a:pt x="1201162" y="104837"/>
                </a:lnTo>
                <a:close/>
                <a:moveTo>
                  <a:pt x="1037174" y="103136"/>
                </a:moveTo>
                <a:lnTo>
                  <a:pt x="1036653" y="103107"/>
                </a:lnTo>
                <a:lnTo>
                  <a:pt x="1036148" y="103066"/>
                </a:lnTo>
                <a:lnTo>
                  <a:pt x="1035660" y="103013"/>
                </a:lnTo>
                <a:lnTo>
                  <a:pt x="1035189" y="102949"/>
                </a:lnTo>
                <a:lnTo>
                  <a:pt x="1034735" y="102873"/>
                </a:lnTo>
                <a:lnTo>
                  <a:pt x="1034297" y="102785"/>
                </a:lnTo>
                <a:lnTo>
                  <a:pt x="1033877" y="102686"/>
                </a:lnTo>
                <a:lnTo>
                  <a:pt x="1033473" y="102575"/>
                </a:lnTo>
                <a:lnTo>
                  <a:pt x="1033086" y="102453"/>
                </a:lnTo>
                <a:lnTo>
                  <a:pt x="1032716" y="102318"/>
                </a:lnTo>
                <a:lnTo>
                  <a:pt x="1032363" y="102172"/>
                </a:lnTo>
                <a:lnTo>
                  <a:pt x="1032027" y="102015"/>
                </a:lnTo>
                <a:lnTo>
                  <a:pt x="1031707" y="101846"/>
                </a:lnTo>
                <a:lnTo>
                  <a:pt x="1031405" y="101665"/>
                </a:lnTo>
                <a:lnTo>
                  <a:pt x="1031119" y="101472"/>
                </a:lnTo>
                <a:lnTo>
                  <a:pt x="1030850" y="101268"/>
                </a:lnTo>
                <a:lnTo>
                  <a:pt x="1030598" y="101052"/>
                </a:lnTo>
                <a:lnTo>
                  <a:pt x="1030363" y="100824"/>
                </a:lnTo>
                <a:lnTo>
                  <a:pt x="1030144" y="100584"/>
                </a:lnTo>
                <a:lnTo>
                  <a:pt x="1029943" y="100333"/>
                </a:lnTo>
                <a:lnTo>
                  <a:pt x="1029758" y="100071"/>
                </a:lnTo>
                <a:lnTo>
                  <a:pt x="1029590" y="99796"/>
                </a:lnTo>
                <a:lnTo>
                  <a:pt x="1029434" y="99510"/>
                </a:lnTo>
                <a:lnTo>
                  <a:pt x="1029284" y="99211"/>
                </a:lnTo>
                <a:lnTo>
                  <a:pt x="1029141" y="98899"/>
                </a:lnTo>
                <a:lnTo>
                  <a:pt x="1029005" y="98574"/>
                </a:lnTo>
                <a:lnTo>
                  <a:pt x="1028876" y="98237"/>
                </a:lnTo>
                <a:lnTo>
                  <a:pt x="1028753" y="97888"/>
                </a:lnTo>
                <a:lnTo>
                  <a:pt x="1028637" y="97525"/>
                </a:lnTo>
                <a:lnTo>
                  <a:pt x="1028527" y="97151"/>
                </a:lnTo>
                <a:lnTo>
                  <a:pt x="1028424" y="96763"/>
                </a:lnTo>
                <a:lnTo>
                  <a:pt x="1028328" y="96363"/>
                </a:lnTo>
                <a:lnTo>
                  <a:pt x="1028238" y="95950"/>
                </a:lnTo>
                <a:lnTo>
                  <a:pt x="1028155" y="95525"/>
                </a:lnTo>
                <a:lnTo>
                  <a:pt x="1028078" y="95087"/>
                </a:lnTo>
                <a:lnTo>
                  <a:pt x="1028009" y="94636"/>
                </a:lnTo>
                <a:lnTo>
                  <a:pt x="1027945" y="94173"/>
                </a:lnTo>
                <a:lnTo>
                  <a:pt x="1027889" y="93697"/>
                </a:lnTo>
                <a:lnTo>
                  <a:pt x="1027839" y="93208"/>
                </a:lnTo>
                <a:lnTo>
                  <a:pt x="1027796" y="92707"/>
                </a:lnTo>
                <a:lnTo>
                  <a:pt x="1027759" y="92193"/>
                </a:lnTo>
                <a:lnTo>
                  <a:pt x="1027730" y="91667"/>
                </a:lnTo>
                <a:lnTo>
                  <a:pt x="1027706" y="91128"/>
                </a:lnTo>
                <a:lnTo>
                  <a:pt x="1027690" y="90576"/>
                </a:lnTo>
                <a:lnTo>
                  <a:pt x="1027680" y="90012"/>
                </a:lnTo>
                <a:lnTo>
                  <a:pt x="1027676" y="89435"/>
                </a:lnTo>
                <a:lnTo>
                  <a:pt x="1027676" y="51624"/>
                </a:lnTo>
                <a:lnTo>
                  <a:pt x="1046635" y="51624"/>
                </a:lnTo>
                <a:lnTo>
                  <a:pt x="1046635" y="33467"/>
                </a:lnTo>
                <a:lnTo>
                  <a:pt x="1027676" y="33467"/>
                </a:lnTo>
                <a:lnTo>
                  <a:pt x="1027676" y="12995"/>
                </a:lnTo>
                <a:lnTo>
                  <a:pt x="1004089" y="12995"/>
                </a:lnTo>
                <a:lnTo>
                  <a:pt x="1004089" y="33467"/>
                </a:lnTo>
                <a:lnTo>
                  <a:pt x="989670" y="33467"/>
                </a:lnTo>
                <a:lnTo>
                  <a:pt x="989670" y="51624"/>
                </a:lnTo>
                <a:lnTo>
                  <a:pt x="1004089" y="51624"/>
                </a:lnTo>
                <a:lnTo>
                  <a:pt x="1004089" y="90673"/>
                </a:lnTo>
                <a:lnTo>
                  <a:pt x="1004094" y="91570"/>
                </a:lnTo>
                <a:lnTo>
                  <a:pt x="1004109" y="92453"/>
                </a:lnTo>
                <a:lnTo>
                  <a:pt x="1004134" y="93321"/>
                </a:lnTo>
                <a:lnTo>
                  <a:pt x="1004169" y="94175"/>
                </a:lnTo>
                <a:lnTo>
                  <a:pt x="1004213" y="95014"/>
                </a:lnTo>
                <a:lnTo>
                  <a:pt x="1004268" y="95840"/>
                </a:lnTo>
                <a:lnTo>
                  <a:pt x="1004332" y="96651"/>
                </a:lnTo>
                <a:lnTo>
                  <a:pt x="1004406" y="97448"/>
                </a:lnTo>
                <a:lnTo>
                  <a:pt x="1004490" y="98230"/>
                </a:lnTo>
                <a:lnTo>
                  <a:pt x="1004584" y="98999"/>
                </a:lnTo>
                <a:lnTo>
                  <a:pt x="1004688" y="99753"/>
                </a:lnTo>
                <a:lnTo>
                  <a:pt x="1004802" y="100492"/>
                </a:lnTo>
                <a:lnTo>
                  <a:pt x="1004925" y="101218"/>
                </a:lnTo>
                <a:lnTo>
                  <a:pt x="1005059" y="101929"/>
                </a:lnTo>
                <a:lnTo>
                  <a:pt x="1005202" y="102626"/>
                </a:lnTo>
                <a:lnTo>
                  <a:pt x="1005355" y="103308"/>
                </a:lnTo>
                <a:lnTo>
                  <a:pt x="1005519" y="103977"/>
                </a:lnTo>
                <a:lnTo>
                  <a:pt x="1005692" y="104631"/>
                </a:lnTo>
                <a:lnTo>
                  <a:pt x="1005875" y="105270"/>
                </a:lnTo>
                <a:lnTo>
                  <a:pt x="1006067" y="105896"/>
                </a:lnTo>
                <a:lnTo>
                  <a:pt x="1006270" y="106507"/>
                </a:lnTo>
                <a:lnTo>
                  <a:pt x="1006483" y="107104"/>
                </a:lnTo>
                <a:lnTo>
                  <a:pt x="1006705" y="107686"/>
                </a:lnTo>
                <a:lnTo>
                  <a:pt x="1006938" y="108255"/>
                </a:lnTo>
                <a:lnTo>
                  <a:pt x="1007183" y="108810"/>
                </a:lnTo>
                <a:lnTo>
                  <a:pt x="1007443" y="109353"/>
                </a:lnTo>
                <a:lnTo>
                  <a:pt x="1007719" y="109883"/>
                </a:lnTo>
                <a:lnTo>
                  <a:pt x="1008010" y="110402"/>
                </a:lnTo>
                <a:lnTo>
                  <a:pt x="1008316" y="110908"/>
                </a:lnTo>
                <a:lnTo>
                  <a:pt x="1008637" y="111402"/>
                </a:lnTo>
                <a:lnTo>
                  <a:pt x="1008974" y="111883"/>
                </a:lnTo>
                <a:lnTo>
                  <a:pt x="1009326" y="112353"/>
                </a:lnTo>
                <a:lnTo>
                  <a:pt x="1009693" y="112810"/>
                </a:lnTo>
                <a:lnTo>
                  <a:pt x="1010076" y="113255"/>
                </a:lnTo>
                <a:lnTo>
                  <a:pt x="1010474" y="113687"/>
                </a:lnTo>
                <a:lnTo>
                  <a:pt x="1010887" y="114108"/>
                </a:lnTo>
                <a:lnTo>
                  <a:pt x="1011316" y="114516"/>
                </a:lnTo>
                <a:lnTo>
                  <a:pt x="1011760" y="114912"/>
                </a:lnTo>
                <a:lnTo>
                  <a:pt x="1012219" y="115296"/>
                </a:lnTo>
                <a:lnTo>
                  <a:pt x="1012694" y="115667"/>
                </a:lnTo>
                <a:lnTo>
                  <a:pt x="1013183" y="116026"/>
                </a:lnTo>
                <a:lnTo>
                  <a:pt x="1013688" y="116373"/>
                </a:lnTo>
                <a:lnTo>
                  <a:pt x="1014209" y="116708"/>
                </a:lnTo>
                <a:lnTo>
                  <a:pt x="1014744" y="117031"/>
                </a:lnTo>
                <a:lnTo>
                  <a:pt x="1015295" y="117341"/>
                </a:lnTo>
                <a:lnTo>
                  <a:pt x="1015862" y="117639"/>
                </a:lnTo>
                <a:lnTo>
                  <a:pt x="1016443" y="117925"/>
                </a:lnTo>
                <a:lnTo>
                  <a:pt x="1017040" y="118199"/>
                </a:lnTo>
                <a:lnTo>
                  <a:pt x="1017655" y="118460"/>
                </a:lnTo>
                <a:lnTo>
                  <a:pt x="1018290" y="118711"/>
                </a:lnTo>
                <a:lnTo>
                  <a:pt x="1018946" y="118950"/>
                </a:lnTo>
                <a:lnTo>
                  <a:pt x="1019622" y="119178"/>
                </a:lnTo>
                <a:lnTo>
                  <a:pt x="1020319" y="119396"/>
                </a:lnTo>
                <a:lnTo>
                  <a:pt x="1021037" y="119602"/>
                </a:lnTo>
                <a:lnTo>
                  <a:pt x="1021775" y="119796"/>
                </a:lnTo>
                <a:lnTo>
                  <a:pt x="1022534" y="119980"/>
                </a:lnTo>
                <a:lnTo>
                  <a:pt x="1023313" y="120153"/>
                </a:lnTo>
                <a:lnTo>
                  <a:pt x="1024113" y="120314"/>
                </a:lnTo>
                <a:lnTo>
                  <a:pt x="1024933" y="120465"/>
                </a:lnTo>
                <a:lnTo>
                  <a:pt x="1025774" y="120604"/>
                </a:lnTo>
                <a:lnTo>
                  <a:pt x="1026635" y="120732"/>
                </a:lnTo>
                <a:lnTo>
                  <a:pt x="1027517" y="120849"/>
                </a:lnTo>
                <a:lnTo>
                  <a:pt x="1028420" y="120955"/>
                </a:lnTo>
                <a:lnTo>
                  <a:pt x="1029343" y="121049"/>
                </a:lnTo>
                <a:lnTo>
                  <a:pt x="1030286" y="121133"/>
                </a:lnTo>
                <a:lnTo>
                  <a:pt x="1031251" y="121205"/>
                </a:lnTo>
                <a:lnTo>
                  <a:pt x="1032235" y="121266"/>
                </a:lnTo>
                <a:lnTo>
                  <a:pt x="1033241" y="121316"/>
                </a:lnTo>
                <a:lnTo>
                  <a:pt x="1034266" y="121355"/>
                </a:lnTo>
                <a:lnTo>
                  <a:pt x="1035313" y="121383"/>
                </a:lnTo>
                <a:lnTo>
                  <a:pt x="1036380" y="121400"/>
                </a:lnTo>
                <a:lnTo>
                  <a:pt x="1037467" y="121406"/>
                </a:lnTo>
                <a:lnTo>
                  <a:pt x="1046635" y="121406"/>
                </a:lnTo>
                <a:lnTo>
                  <a:pt x="1046635" y="103159"/>
                </a:lnTo>
                <a:lnTo>
                  <a:pt x="1038268" y="103159"/>
                </a:lnTo>
                <a:lnTo>
                  <a:pt x="1037713" y="103153"/>
                </a:lnTo>
                <a:lnTo>
                  <a:pt x="1037174" y="103136"/>
                </a:lnTo>
                <a:close/>
                <a:moveTo>
                  <a:pt x="1629806" y="103136"/>
                </a:moveTo>
                <a:lnTo>
                  <a:pt x="1629284" y="103107"/>
                </a:lnTo>
                <a:lnTo>
                  <a:pt x="1628780" y="103066"/>
                </a:lnTo>
                <a:lnTo>
                  <a:pt x="1628292" y="103013"/>
                </a:lnTo>
                <a:lnTo>
                  <a:pt x="1627821" y="102949"/>
                </a:lnTo>
                <a:lnTo>
                  <a:pt x="1627366" y="102873"/>
                </a:lnTo>
                <a:lnTo>
                  <a:pt x="1626929" y="102785"/>
                </a:lnTo>
                <a:lnTo>
                  <a:pt x="1626508" y="102686"/>
                </a:lnTo>
                <a:lnTo>
                  <a:pt x="1626105" y="102575"/>
                </a:lnTo>
                <a:lnTo>
                  <a:pt x="1625718" y="102453"/>
                </a:lnTo>
                <a:lnTo>
                  <a:pt x="1625348" y="102318"/>
                </a:lnTo>
                <a:lnTo>
                  <a:pt x="1624995" y="102172"/>
                </a:lnTo>
                <a:lnTo>
                  <a:pt x="1624658" y="102015"/>
                </a:lnTo>
                <a:lnTo>
                  <a:pt x="1624339" y="101846"/>
                </a:lnTo>
                <a:lnTo>
                  <a:pt x="1624036" y="101665"/>
                </a:lnTo>
                <a:lnTo>
                  <a:pt x="1623750" y="101472"/>
                </a:lnTo>
                <a:lnTo>
                  <a:pt x="1623481" y="101268"/>
                </a:lnTo>
                <a:lnTo>
                  <a:pt x="1623229" y="101052"/>
                </a:lnTo>
                <a:lnTo>
                  <a:pt x="1622994" y="100824"/>
                </a:lnTo>
                <a:lnTo>
                  <a:pt x="1622776" y="100584"/>
                </a:lnTo>
                <a:lnTo>
                  <a:pt x="1622574" y="100333"/>
                </a:lnTo>
                <a:lnTo>
                  <a:pt x="1622389" y="100071"/>
                </a:lnTo>
                <a:lnTo>
                  <a:pt x="1622221" y="99796"/>
                </a:lnTo>
                <a:lnTo>
                  <a:pt x="1622065" y="99510"/>
                </a:lnTo>
                <a:lnTo>
                  <a:pt x="1621916" y="99211"/>
                </a:lnTo>
                <a:lnTo>
                  <a:pt x="1621773" y="98899"/>
                </a:lnTo>
                <a:lnTo>
                  <a:pt x="1621637" y="98574"/>
                </a:lnTo>
                <a:lnTo>
                  <a:pt x="1621507" y="98237"/>
                </a:lnTo>
                <a:lnTo>
                  <a:pt x="1621384" y="97888"/>
                </a:lnTo>
                <a:lnTo>
                  <a:pt x="1621268" y="97525"/>
                </a:lnTo>
                <a:lnTo>
                  <a:pt x="1621158" y="97151"/>
                </a:lnTo>
                <a:lnTo>
                  <a:pt x="1621055" y="96763"/>
                </a:lnTo>
                <a:lnTo>
                  <a:pt x="1620959" y="96363"/>
                </a:lnTo>
                <a:lnTo>
                  <a:pt x="1620869" y="95950"/>
                </a:lnTo>
                <a:lnTo>
                  <a:pt x="1620786" y="95525"/>
                </a:lnTo>
                <a:lnTo>
                  <a:pt x="1620710" y="95087"/>
                </a:lnTo>
                <a:lnTo>
                  <a:pt x="1620640" y="94636"/>
                </a:lnTo>
                <a:lnTo>
                  <a:pt x="1620577" y="94173"/>
                </a:lnTo>
                <a:lnTo>
                  <a:pt x="1620520" y="93697"/>
                </a:lnTo>
                <a:lnTo>
                  <a:pt x="1620471" y="93208"/>
                </a:lnTo>
                <a:lnTo>
                  <a:pt x="1620427" y="92707"/>
                </a:lnTo>
                <a:lnTo>
                  <a:pt x="1620391" y="92193"/>
                </a:lnTo>
                <a:lnTo>
                  <a:pt x="1620361" y="91667"/>
                </a:lnTo>
                <a:lnTo>
                  <a:pt x="1620338" y="91128"/>
                </a:lnTo>
                <a:lnTo>
                  <a:pt x="1620321" y="90576"/>
                </a:lnTo>
                <a:lnTo>
                  <a:pt x="1620311" y="90012"/>
                </a:lnTo>
                <a:lnTo>
                  <a:pt x="1620308" y="89435"/>
                </a:lnTo>
                <a:lnTo>
                  <a:pt x="1620308" y="51624"/>
                </a:lnTo>
                <a:lnTo>
                  <a:pt x="1639266" y="51624"/>
                </a:lnTo>
                <a:lnTo>
                  <a:pt x="1639266" y="33467"/>
                </a:lnTo>
                <a:lnTo>
                  <a:pt x="1620308" y="33467"/>
                </a:lnTo>
                <a:lnTo>
                  <a:pt x="1620308" y="12995"/>
                </a:lnTo>
                <a:lnTo>
                  <a:pt x="1596721" y="12995"/>
                </a:lnTo>
                <a:lnTo>
                  <a:pt x="1596721" y="33467"/>
                </a:lnTo>
                <a:lnTo>
                  <a:pt x="1582302" y="33467"/>
                </a:lnTo>
                <a:lnTo>
                  <a:pt x="1582302" y="51624"/>
                </a:lnTo>
                <a:lnTo>
                  <a:pt x="1596721" y="51624"/>
                </a:lnTo>
                <a:lnTo>
                  <a:pt x="1596721" y="90673"/>
                </a:lnTo>
                <a:lnTo>
                  <a:pt x="1596726" y="91570"/>
                </a:lnTo>
                <a:lnTo>
                  <a:pt x="1596741" y="92453"/>
                </a:lnTo>
                <a:lnTo>
                  <a:pt x="1596765" y="93321"/>
                </a:lnTo>
                <a:lnTo>
                  <a:pt x="1596800" y="94175"/>
                </a:lnTo>
                <a:lnTo>
                  <a:pt x="1596845" y="95014"/>
                </a:lnTo>
                <a:lnTo>
                  <a:pt x="1596899" y="95840"/>
                </a:lnTo>
                <a:lnTo>
                  <a:pt x="1596963" y="96651"/>
                </a:lnTo>
                <a:lnTo>
                  <a:pt x="1597037" y="97448"/>
                </a:lnTo>
                <a:lnTo>
                  <a:pt x="1597121" y="98230"/>
                </a:lnTo>
                <a:lnTo>
                  <a:pt x="1597215" y="98999"/>
                </a:lnTo>
                <a:lnTo>
                  <a:pt x="1597319" y="99753"/>
                </a:lnTo>
                <a:lnTo>
                  <a:pt x="1597433" y="100492"/>
                </a:lnTo>
                <a:lnTo>
                  <a:pt x="1597557" y="101218"/>
                </a:lnTo>
                <a:lnTo>
                  <a:pt x="1597690" y="101929"/>
                </a:lnTo>
                <a:lnTo>
                  <a:pt x="1597834" y="102626"/>
                </a:lnTo>
                <a:lnTo>
                  <a:pt x="1597987" y="103308"/>
                </a:lnTo>
                <a:lnTo>
                  <a:pt x="1598150" y="103977"/>
                </a:lnTo>
                <a:lnTo>
                  <a:pt x="1598323" y="104631"/>
                </a:lnTo>
                <a:lnTo>
                  <a:pt x="1598506" y="105270"/>
                </a:lnTo>
                <a:lnTo>
                  <a:pt x="1598699" y="105896"/>
                </a:lnTo>
                <a:lnTo>
                  <a:pt x="1598902" y="106507"/>
                </a:lnTo>
                <a:lnTo>
                  <a:pt x="1599114" y="107104"/>
                </a:lnTo>
                <a:lnTo>
                  <a:pt x="1599337" y="107686"/>
                </a:lnTo>
                <a:lnTo>
                  <a:pt x="1599569" y="108255"/>
                </a:lnTo>
                <a:lnTo>
                  <a:pt x="1599814" y="108810"/>
                </a:lnTo>
                <a:lnTo>
                  <a:pt x="1600074" y="109353"/>
                </a:lnTo>
                <a:lnTo>
                  <a:pt x="1600350" y="109883"/>
                </a:lnTo>
                <a:lnTo>
                  <a:pt x="1600641" y="110402"/>
                </a:lnTo>
                <a:lnTo>
                  <a:pt x="1600947" y="110908"/>
                </a:lnTo>
                <a:lnTo>
                  <a:pt x="1601269" y="111402"/>
                </a:lnTo>
                <a:lnTo>
                  <a:pt x="1601605" y="111883"/>
                </a:lnTo>
                <a:lnTo>
                  <a:pt x="1601958" y="112353"/>
                </a:lnTo>
                <a:lnTo>
                  <a:pt x="1602325" y="112810"/>
                </a:lnTo>
                <a:lnTo>
                  <a:pt x="1602708" y="113255"/>
                </a:lnTo>
                <a:lnTo>
                  <a:pt x="1603106" y="113687"/>
                </a:lnTo>
                <a:lnTo>
                  <a:pt x="1603519" y="114108"/>
                </a:lnTo>
                <a:lnTo>
                  <a:pt x="1603947" y="114516"/>
                </a:lnTo>
                <a:lnTo>
                  <a:pt x="1604391" y="114912"/>
                </a:lnTo>
                <a:lnTo>
                  <a:pt x="1604850" y="115296"/>
                </a:lnTo>
                <a:lnTo>
                  <a:pt x="1605325" y="115667"/>
                </a:lnTo>
                <a:lnTo>
                  <a:pt x="1605815" y="116026"/>
                </a:lnTo>
                <a:lnTo>
                  <a:pt x="1606320" y="116373"/>
                </a:lnTo>
                <a:lnTo>
                  <a:pt x="1606840" y="116708"/>
                </a:lnTo>
                <a:lnTo>
                  <a:pt x="1607376" y="117031"/>
                </a:lnTo>
                <a:lnTo>
                  <a:pt x="1607927" y="117341"/>
                </a:lnTo>
                <a:lnTo>
                  <a:pt x="1608493" y="117639"/>
                </a:lnTo>
                <a:lnTo>
                  <a:pt x="1609075" y="117925"/>
                </a:lnTo>
                <a:lnTo>
                  <a:pt x="1609671" y="118199"/>
                </a:lnTo>
                <a:lnTo>
                  <a:pt x="1610286" y="118460"/>
                </a:lnTo>
                <a:lnTo>
                  <a:pt x="1610922" y="118711"/>
                </a:lnTo>
                <a:lnTo>
                  <a:pt x="1611577" y="118950"/>
                </a:lnTo>
                <a:lnTo>
                  <a:pt x="1612254" y="119178"/>
                </a:lnTo>
                <a:lnTo>
                  <a:pt x="1612951" y="119396"/>
                </a:lnTo>
                <a:lnTo>
                  <a:pt x="1613668" y="119602"/>
                </a:lnTo>
                <a:lnTo>
                  <a:pt x="1614407" y="119796"/>
                </a:lnTo>
                <a:lnTo>
                  <a:pt x="1615165" y="119980"/>
                </a:lnTo>
                <a:lnTo>
                  <a:pt x="1615944" y="120153"/>
                </a:lnTo>
                <a:lnTo>
                  <a:pt x="1616744" y="120314"/>
                </a:lnTo>
                <a:lnTo>
                  <a:pt x="1617564" y="120465"/>
                </a:lnTo>
                <a:lnTo>
                  <a:pt x="1618405" y="120604"/>
                </a:lnTo>
                <a:lnTo>
                  <a:pt x="1619267" y="120732"/>
                </a:lnTo>
                <a:lnTo>
                  <a:pt x="1620149" y="120849"/>
                </a:lnTo>
                <a:lnTo>
                  <a:pt x="1621051" y="120955"/>
                </a:lnTo>
                <a:lnTo>
                  <a:pt x="1621974" y="121049"/>
                </a:lnTo>
                <a:lnTo>
                  <a:pt x="1622918" y="121133"/>
                </a:lnTo>
                <a:lnTo>
                  <a:pt x="1623882" y="121205"/>
                </a:lnTo>
                <a:lnTo>
                  <a:pt x="1624867" y="121266"/>
                </a:lnTo>
                <a:lnTo>
                  <a:pt x="1625872" y="121316"/>
                </a:lnTo>
                <a:lnTo>
                  <a:pt x="1626898" y="121355"/>
                </a:lnTo>
                <a:lnTo>
                  <a:pt x="1627944" y="121383"/>
                </a:lnTo>
                <a:lnTo>
                  <a:pt x="1629011" y="121400"/>
                </a:lnTo>
                <a:lnTo>
                  <a:pt x="1630099" y="121406"/>
                </a:lnTo>
                <a:lnTo>
                  <a:pt x="1639266" y="121406"/>
                </a:lnTo>
                <a:lnTo>
                  <a:pt x="1639266" y="103159"/>
                </a:lnTo>
                <a:lnTo>
                  <a:pt x="1630900" y="103159"/>
                </a:lnTo>
                <a:lnTo>
                  <a:pt x="1630344" y="103153"/>
                </a:lnTo>
                <a:lnTo>
                  <a:pt x="1629806" y="103136"/>
                </a:lnTo>
                <a:close/>
                <a:moveTo>
                  <a:pt x="929045" y="122867"/>
                </a:moveTo>
                <a:lnTo>
                  <a:pt x="929796" y="122805"/>
                </a:lnTo>
                <a:lnTo>
                  <a:pt x="930540" y="122731"/>
                </a:lnTo>
                <a:lnTo>
                  <a:pt x="931275" y="122647"/>
                </a:lnTo>
                <a:lnTo>
                  <a:pt x="932003" y="122551"/>
                </a:lnTo>
                <a:lnTo>
                  <a:pt x="932723" y="122444"/>
                </a:lnTo>
                <a:lnTo>
                  <a:pt x="933436" y="122325"/>
                </a:lnTo>
                <a:lnTo>
                  <a:pt x="934141" y="122196"/>
                </a:lnTo>
                <a:lnTo>
                  <a:pt x="934838" y="122055"/>
                </a:lnTo>
                <a:lnTo>
                  <a:pt x="935527" y="121902"/>
                </a:lnTo>
                <a:lnTo>
                  <a:pt x="936209" y="121739"/>
                </a:lnTo>
                <a:lnTo>
                  <a:pt x="936883" y="121564"/>
                </a:lnTo>
                <a:lnTo>
                  <a:pt x="937549" y="121378"/>
                </a:lnTo>
                <a:lnTo>
                  <a:pt x="938207" y="121180"/>
                </a:lnTo>
                <a:lnTo>
                  <a:pt x="938858" y="120972"/>
                </a:lnTo>
                <a:lnTo>
                  <a:pt x="939501" y="120752"/>
                </a:lnTo>
                <a:lnTo>
                  <a:pt x="940136" y="120520"/>
                </a:lnTo>
                <a:lnTo>
                  <a:pt x="940764" y="120278"/>
                </a:lnTo>
                <a:lnTo>
                  <a:pt x="941384" y="120024"/>
                </a:lnTo>
                <a:lnTo>
                  <a:pt x="941996" y="119759"/>
                </a:lnTo>
                <a:lnTo>
                  <a:pt x="942601" y="119483"/>
                </a:lnTo>
                <a:lnTo>
                  <a:pt x="943200" y="119196"/>
                </a:lnTo>
                <a:lnTo>
                  <a:pt x="943792" y="118899"/>
                </a:lnTo>
                <a:lnTo>
                  <a:pt x="944379" y="118591"/>
                </a:lnTo>
                <a:lnTo>
                  <a:pt x="944959" y="118272"/>
                </a:lnTo>
                <a:lnTo>
                  <a:pt x="945534" y="117943"/>
                </a:lnTo>
                <a:lnTo>
                  <a:pt x="946102" y="117603"/>
                </a:lnTo>
                <a:lnTo>
                  <a:pt x="946664" y="117252"/>
                </a:lnTo>
                <a:lnTo>
                  <a:pt x="947219" y="116891"/>
                </a:lnTo>
                <a:lnTo>
                  <a:pt x="947769" y="116519"/>
                </a:lnTo>
                <a:lnTo>
                  <a:pt x="948312" y="116136"/>
                </a:lnTo>
                <a:lnTo>
                  <a:pt x="948849" y="115743"/>
                </a:lnTo>
                <a:lnTo>
                  <a:pt x="949380" y="115338"/>
                </a:lnTo>
                <a:lnTo>
                  <a:pt x="949905" y="114924"/>
                </a:lnTo>
                <a:lnTo>
                  <a:pt x="950423" y="114498"/>
                </a:lnTo>
                <a:lnTo>
                  <a:pt x="950936" y="114062"/>
                </a:lnTo>
                <a:lnTo>
                  <a:pt x="951442" y="113616"/>
                </a:lnTo>
                <a:lnTo>
                  <a:pt x="951942" y="113159"/>
                </a:lnTo>
                <a:lnTo>
                  <a:pt x="952436" y="112691"/>
                </a:lnTo>
                <a:lnTo>
                  <a:pt x="952924" y="112212"/>
                </a:lnTo>
                <a:lnTo>
                  <a:pt x="953405" y="111723"/>
                </a:lnTo>
                <a:lnTo>
                  <a:pt x="953881" y="111223"/>
                </a:lnTo>
                <a:lnTo>
                  <a:pt x="954350" y="110712"/>
                </a:lnTo>
                <a:lnTo>
                  <a:pt x="954813" y="110191"/>
                </a:lnTo>
                <a:lnTo>
                  <a:pt x="955525" y="121406"/>
                </a:lnTo>
                <a:lnTo>
                  <a:pt x="977598" y="121406"/>
                </a:lnTo>
                <a:lnTo>
                  <a:pt x="977598" y="62399"/>
                </a:lnTo>
                <a:lnTo>
                  <a:pt x="977594" y="61669"/>
                </a:lnTo>
                <a:lnTo>
                  <a:pt x="977579" y="60948"/>
                </a:lnTo>
                <a:lnTo>
                  <a:pt x="977555" y="60238"/>
                </a:lnTo>
                <a:lnTo>
                  <a:pt x="977522" y="59538"/>
                </a:lnTo>
                <a:lnTo>
                  <a:pt x="977479" y="58848"/>
                </a:lnTo>
                <a:lnTo>
                  <a:pt x="977426" y="58168"/>
                </a:lnTo>
                <a:lnTo>
                  <a:pt x="977364" y="57499"/>
                </a:lnTo>
                <a:lnTo>
                  <a:pt x="977292" y="56839"/>
                </a:lnTo>
                <a:lnTo>
                  <a:pt x="977210" y="56190"/>
                </a:lnTo>
                <a:lnTo>
                  <a:pt x="977119" y="55551"/>
                </a:lnTo>
                <a:lnTo>
                  <a:pt x="977019" y="54922"/>
                </a:lnTo>
                <a:lnTo>
                  <a:pt x="976909" y="54303"/>
                </a:lnTo>
                <a:lnTo>
                  <a:pt x="976789" y="53695"/>
                </a:lnTo>
                <a:lnTo>
                  <a:pt x="976660" y="53096"/>
                </a:lnTo>
                <a:lnTo>
                  <a:pt x="976521" y="52508"/>
                </a:lnTo>
                <a:lnTo>
                  <a:pt x="976372" y="51930"/>
                </a:lnTo>
                <a:lnTo>
                  <a:pt x="976214" y="51362"/>
                </a:lnTo>
                <a:lnTo>
                  <a:pt x="976046" y="50804"/>
                </a:lnTo>
                <a:lnTo>
                  <a:pt x="975869" y="50257"/>
                </a:lnTo>
                <a:lnTo>
                  <a:pt x="975682" y="49719"/>
                </a:lnTo>
                <a:lnTo>
                  <a:pt x="975486" y="49192"/>
                </a:lnTo>
                <a:lnTo>
                  <a:pt x="975280" y="48675"/>
                </a:lnTo>
                <a:lnTo>
                  <a:pt x="975064" y="48168"/>
                </a:lnTo>
                <a:lnTo>
                  <a:pt x="974839" y="47672"/>
                </a:lnTo>
                <a:lnTo>
                  <a:pt x="974605" y="47184"/>
                </a:lnTo>
                <a:lnTo>
                  <a:pt x="974364" y="46705"/>
                </a:lnTo>
                <a:lnTo>
                  <a:pt x="974114" y="46235"/>
                </a:lnTo>
                <a:lnTo>
                  <a:pt x="973856" y="45773"/>
                </a:lnTo>
                <a:lnTo>
                  <a:pt x="973591" y="45320"/>
                </a:lnTo>
                <a:lnTo>
                  <a:pt x="973318" y="44876"/>
                </a:lnTo>
                <a:lnTo>
                  <a:pt x="973037" y="44440"/>
                </a:lnTo>
                <a:lnTo>
                  <a:pt x="972748" y="44012"/>
                </a:lnTo>
                <a:lnTo>
                  <a:pt x="972451" y="43594"/>
                </a:lnTo>
                <a:lnTo>
                  <a:pt x="972146" y="43184"/>
                </a:lnTo>
                <a:lnTo>
                  <a:pt x="971833" y="42782"/>
                </a:lnTo>
                <a:lnTo>
                  <a:pt x="971513" y="42390"/>
                </a:lnTo>
                <a:lnTo>
                  <a:pt x="971184" y="42005"/>
                </a:lnTo>
                <a:lnTo>
                  <a:pt x="970848" y="41630"/>
                </a:lnTo>
                <a:lnTo>
                  <a:pt x="970504" y="41263"/>
                </a:lnTo>
                <a:lnTo>
                  <a:pt x="970152" y="40905"/>
                </a:lnTo>
                <a:lnTo>
                  <a:pt x="969792" y="40555"/>
                </a:lnTo>
                <a:lnTo>
                  <a:pt x="969424" y="40214"/>
                </a:lnTo>
                <a:lnTo>
                  <a:pt x="969048" y="39881"/>
                </a:lnTo>
                <a:lnTo>
                  <a:pt x="968664" y="39557"/>
                </a:lnTo>
                <a:lnTo>
                  <a:pt x="968273" y="39242"/>
                </a:lnTo>
                <a:lnTo>
                  <a:pt x="967873" y="38936"/>
                </a:lnTo>
                <a:lnTo>
                  <a:pt x="967466" y="38638"/>
                </a:lnTo>
                <a:lnTo>
                  <a:pt x="967051" y="38348"/>
                </a:lnTo>
                <a:lnTo>
                  <a:pt x="966629" y="38066"/>
                </a:lnTo>
                <a:lnTo>
                  <a:pt x="966200" y="37792"/>
                </a:lnTo>
                <a:lnTo>
                  <a:pt x="965765" y="37524"/>
                </a:lnTo>
                <a:lnTo>
                  <a:pt x="965324" y="37263"/>
                </a:lnTo>
                <a:lnTo>
                  <a:pt x="964877" y="37009"/>
                </a:lnTo>
                <a:lnTo>
                  <a:pt x="964423" y="36763"/>
                </a:lnTo>
                <a:lnTo>
                  <a:pt x="963962" y="36523"/>
                </a:lnTo>
                <a:lnTo>
                  <a:pt x="963496" y="36291"/>
                </a:lnTo>
                <a:lnTo>
                  <a:pt x="963023" y="36065"/>
                </a:lnTo>
                <a:lnTo>
                  <a:pt x="962544" y="35847"/>
                </a:lnTo>
                <a:lnTo>
                  <a:pt x="962058" y="35635"/>
                </a:lnTo>
                <a:lnTo>
                  <a:pt x="961566" y="35431"/>
                </a:lnTo>
                <a:lnTo>
                  <a:pt x="961068" y="35234"/>
                </a:lnTo>
                <a:lnTo>
                  <a:pt x="960563" y="35043"/>
                </a:lnTo>
                <a:lnTo>
                  <a:pt x="960052" y="34860"/>
                </a:lnTo>
                <a:lnTo>
                  <a:pt x="959535" y="34684"/>
                </a:lnTo>
                <a:lnTo>
                  <a:pt x="959011" y="34515"/>
                </a:lnTo>
                <a:lnTo>
                  <a:pt x="958481" y="34353"/>
                </a:lnTo>
                <a:lnTo>
                  <a:pt x="957945" y="34198"/>
                </a:lnTo>
                <a:lnTo>
                  <a:pt x="957402" y="34050"/>
                </a:lnTo>
                <a:lnTo>
                  <a:pt x="956854" y="33909"/>
                </a:lnTo>
                <a:lnTo>
                  <a:pt x="956298" y="33775"/>
                </a:lnTo>
                <a:lnTo>
                  <a:pt x="955737" y="33648"/>
                </a:lnTo>
                <a:lnTo>
                  <a:pt x="955169" y="33528"/>
                </a:lnTo>
                <a:lnTo>
                  <a:pt x="954595" y="33414"/>
                </a:lnTo>
                <a:lnTo>
                  <a:pt x="954017" y="33305"/>
                </a:lnTo>
                <a:lnTo>
                  <a:pt x="953433" y="33201"/>
                </a:lnTo>
                <a:lnTo>
                  <a:pt x="952845" y="33101"/>
                </a:lnTo>
                <a:lnTo>
                  <a:pt x="952251" y="33007"/>
                </a:lnTo>
                <a:lnTo>
                  <a:pt x="951653" y="32917"/>
                </a:lnTo>
                <a:lnTo>
                  <a:pt x="951050" y="32832"/>
                </a:lnTo>
                <a:lnTo>
                  <a:pt x="950441" y="32752"/>
                </a:lnTo>
                <a:lnTo>
                  <a:pt x="949828" y="32677"/>
                </a:lnTo>
                <a:lnTo>
                  <a:pt x="949210" y="32607"/>
                </a:lnTo>
                <a:lnTo>
                  <a:pt x="948587" y="32541"/>
                </a:lnTo>
                <a:lnTo>
                  <a:pt x="947959" y="32481"/>
                </a:lnTo>
                <a:lnTo>
                  <a:pt x="947326" y="32425"/>
                </a:lnTo>
                <a:lnTo>
                  <a:pt x="946688" y="32374"/>
                </a:lnTo>
                <a:lnTo>
                  <a:pt x="946045" y="32328"/>
                </a:lnTo>
                <a:lnTo>
                  <a:pt x="945398" y="32287"/>
                </a:lnTo>
                <a:lnTo>
                  <a:pt x="944745" y="32250"/>
                </a:lnTo>
                <a:lnTo>
                  <a:pt x="944087" y="32219"/>
                </a:lnTo>
                <a:lnTo>
                  <a:pt x="943425" y="32192"/>
                </a:lnTo>
                <a:lnTo>
                  <a:pt x="942757" y="32170"/>
                </a:lnTo>
                <a:lnTo>
                  <a:pt x="942085" y="32153"/>
                </a:lnTo>
                <a:lnTo>
                  <a:pt x="941407" y="32141"/>
                </a:lnTo>
                <a:lnTo>
                  <a:pt x="940725" y="32134"/>
                </a:lnTo>
                <a:lnTo>
                  <a:pt x="940037" y="32132"/>
                </a:lnTo>
                <a:lnTo>
                  <a:pt x="939100" y="32137"/>
                </a:lnTo>
                <a:lnTo>
                  <a:pt x="938172" y="32152"/>
                </a:lnTo>
                <a:lnTo>
                  <a:pt x="937254" y="32177"/>
                </a:lnTo>
                <a:lnTo>
                  <a:pt x="936345" y="32212"/>
                </a:lnTo>
                <a:lnTo>
                  <a:pt x="935445" y="32257"/>
                </a:lnTo>
                <a:lnTo>
                  <a:pt x="934555" y="32312"/>
                </a:lnTo>
                <a:lnTo>
                  <a:pt x="933674" y="32377"/>
                </a:lnTo>
                <a:lnTo>
                  <a:pt x="932803" y="32452"/>
                </a:lnTo>
                <a:lnTo>
                  <a:pt x="931941" y="32537"/>
                </a:lnTo>
                <a:lnTo>
                  <a:pt x="931089" y="32632"/>
                </a:lnTo>
                <a:lnTo>
                  <a:pt x="930246" y="32737"/>
                </a:lnTo>
                <a:lnTo>
                  <a:pt x="929412" y="32853"/>
                </a:lnTo>
                <a:lnTo>
                  <a:pt x="928588" y="32978"/>
                </a:lnTo>
                <a:lnTo>
                  <a:pt x="927773" y="33113"/>
                </a:lnTo>
                <a:lnTo>
                  <a:pt x="926968" y="33258"/>
                </a:lnTo>
                <a:lnTo>
                  <a:pt x="926172" y="33413"/>
                </a:lnTo>
                <a:lnTo>
                  <a:pt x="925386" y="33579"/>
                </a:lnTo>
                <a:lnTo>
                  <a:pt x="924609" y="33754"/>
                </a:lnTo>
                <a:lnTo>
                  <a:pt x="923841" y="33939"/>
                </a:lnTo>
                <a:lnTo>
                  <a:pt x="923083" y="34135"/>
                </a:lnTo>
                <a:lnTo>
                  <a:pt x="922334" y="34340"/>
                </a:lnTo>
                <a:lnTo>
                  <a:pt x="921595" y="34555"/>
                </a:lnTo>
                <a:lnTo>
                  <a:pt x="920865" y="34781"/>
                </a:lnTo>
                <a:lnTo>
                  <a:pt x="920144" y="35016"/>
                </a:lnTo>
                <a:lnTo>
                  <a:pt x="919435" y="35263"/>
                </a:lnTo>
                <a:lnTo>
                  <a:pt x="918739" y="35522"/>
                </a:lnTo>
                <a:lnTo>
                  <a:pt x="918056" y="35795"/>
                </a:lnTo>
                <a:lnTo>
                  <a:pt x="917385" y="36080"/>
                </a:lnTo>
                <a:lnTo>
                  <a:pt x="916728" y="36378"/>
                </a:lnTo>
                <a:lnTo>
                  <a:pt x="916083" y="36689"/>
                </a:lnTo>
                <a:lnTo>
                  <a:pt x="915452" y="37013"/>
                </a:lnTo>
                <a:lnTo>
                  <a:pt x="914834" y="37350"/>
                </a:lnTo>
                <a:lnTo>
                  <a:pt x="914228" y="37699"/>
                </a:lnTo>
                <a:lnTo>
                  <a:pt x="913636" y="38062"/>
                </a:lnTo>
                <a:lnTo>
                  <a:pt x="913056" y="38437"/>
                </a:lnTo>
                <a:lnTo>
                  <a:pt x="912490" y="38825"/>
                </a:lnTo>
                <a:lnTo>
                  <a:pt x="911936" y="39226"/>
                </a:lnTo>
                <a:lnTo>
                  <a:pt x="911396" y="39640"/>
                </a:lnTo>
                <a:lnTo>
                  <a:pt x="910868" y="40066"/>
                </a:lnTo>
                <a:lnTo>
                  <a:pt x="910354" y="40506"/>
                </a:lnTo>
                <a:lnTo>
                  <a:pt x="909852" y="40958"/>
                </a:lnTo>
                <a:lnTo>
                  <a:pt x="909363" y="41423"/>
                </a:lnTo>
                <a:lnTo>
                  <a:pt x="908888" y="41901"/>
                </a:lnTo>
                <a:lnTo>
                  <a:pt x="908425" y="42392"/>
                </a:lnTo>
                <a:lnTo>
                  <a:pt x="907975" y="42896"/>
                </a:lnTo>
                <a:lnTo>
                  <a:pt x="907539" y="43412"/>
                </a:lnTo>
                <a:lnTo>
                  <a:pt x="907115" y="43942"/>
                </a:lnTo>
                <a:lnTo>
                  <a:pt x="906704" y="44484"/>
                </a:lnTo>
                <a:lnTo>
                  <a:pt x="906309" y="45041"/>
                </a:lnTo>
                <a:lnTo>
                  <a:pt x="905930" y="45613"/>
                </a:lnTo>
                <a:lnTo>
                  <a:pt x="905567" y="46203"/>
                </a:lnTo>
                <a:lnTo>
                  <a:pt x="905222" y="46808"/>
                </a:lnTo>
                <a:lnTo>
                  <a:pt x="904894" y="47430"/>
                </a:lnTo>
                <a:lnTo>
                  <a:pt x="904582" y="48067"/>
                </a:lnTo>
                <a:lnTo>
                  <a:pt x="904287" y="48722"/>
                </a:lnTo>
                <a:lnTo>
                  <a:pt x="904009" y="49392"/>
                </a:lnTo>
                <a:lnTo>
                  <a:pt x="903748" y="50079"/>
                </a:lnTo>
                <a:lnTo>
                  <a:pt x="903504" y="50782"/>
                </a:lnTo>
                <a:lnTo>
                  <a:pt x="903277" y="51501"/>
                </a:lnTo>
                <a:lnTo>
                  <a:pt x="903066" y="52237"/>
                </a:lnTo>
                <a:lnTo>
                  <a:pt x="902872" y="52989"/>
                </a:lnTo>
                <a:lnTo>
                  <a:pt x="902696" y="53757"/>
                </a:lnTo>
                <a:lnTo>
                  <a:pt x="902536" y="54541"/>
                </a:lnTo>
                <a:lnTo>
                  <a:pt x="902392" y="55342"/>
                </a:lnTo>
                <a:lnTo>
                  <a:pt x="902266" y="56159"/>
                </a:lnTo>
                <a:lnTo>
                  <a:pt x="902157" y="56992"/>
                </a:lnTo>
                <a:lnTo>
                  <a:pt x="902064" y="57841"/>
                </a:lnTo>
                <a:lnTo>
                  <a:pt x="901988" y="58707"/>
                </a:lnTo>
                <a:lnTo>
                  <a:pt x="901929" y="59589"/>
                </a:lnTo>
                <a:lnTo>
                  <a:pt x="901887" y="60487"/>
                </a:lnTo>
                <a:lnTo>
                  <a:pt x="901862" y="61402"/>
                </a:lnTo>
                <a:lnTo>
                  <a:pt x="901853" y="62333"/>
                </a:lnTo>
                <a:lnTo>
                  <a:pt x="923927" y="62333"/>
                </a:lnTo>
                <a:lnTo>
                  <a:pt x="923935" y="61700"/>
                </a:lnTo>
                <a:lnTo>
                  <a:pt x="923959" y="61082"/>
                </a:lnTo>
                <a:lnTo>
                  <a:pt x="923998" y="60479"/>
                </a:lnTo>
                <a:lnTo>
                  <a:pt x="924053" y="59891"/>
                </a:lnTo>
                <a:lnTo>
                  <a:pt x="924124" y="59317"/>
                </a:lnTo>
                <a:lnTo>
                  <a:pt x="924211" y="58759"/>
                </a:lnTo>
                <a:lnTo>
                  <a:pt x="924313" y="58215"/>
                </a:lnTo>
                <a:lnTo>
                  <a:pt x="924432" y="57686"/>
                </a:lnTo>
                <a:lnTo>
                  <a:pt x="924566" y="57171"/>
                </a:lnTo>
                <a:lnTo>
                  <a:pt x="924715" y="56671"/>
                </a:lnTo>
                <a:lnTo>
                  <a:pt x="924881" y="56186"/>
                </a:lnTo>
                <a:lnTo>
                  <a:pt x="925062" y="55716"/>
                </a:lnTo>
                <a:lnTo>
                  <a:pt x="925259" y="55261"/>
                </a:lnTo>
                <a:lnTo>
                  <a:pt x="925472" y="54820"/>
                </a:lnTo>
                <a:lnTo>
                  <a:pt x="925700" y="54394"/>
                </a:lnTo>
                <a:lnTo>
                  <a:pt x="925945" y="53983"/>
                </a:lnTo>
                <a:lnTo>
                  <a:pt x="926205" y="53587"/>
                </a:lnTo>
                <a:lnTo>
                  <a:pt x="926481" y="53206"/>
                </a:lnTo>
                <a:lnTo>
                  <a:pt x="926772" y="52839"/>
                </a:lnTo>
                <a:lnTo>
                  <a:pt x="927080" y="52487"/>
                </a:lnTo>
                <a:lnTo>
                  <a:pt x="927403" y="52149"/>
                </a:lnTo>
                <a:lnTo>
                  <a:pt x="927742" y="51827"/>
                </a:lnTo>
                <a:lnTo>
                  <a:pt x="928096" y="51519"/>
                </a:lnTo>
                <a:lnTo>
                  <a:pt x="928467" y="51226"/>
                </a:lnTo>
                <a:lnTo>
                  <a:pt x="928849" y="50946"/>
                </a:lnTo>
                <a:lnTo>
                  <a:pt x="929240" y="50679"/>
                </a:lnTo>
                <a:lnTo>
                  <a:pt x="929640" y="50423"/>
                </a:lnTo>
                <a:lnTo>
                  <a:pt x="930049" y="50178"/>
                </a:lnTo>
                <a:lnTo>
                  <a:pt x="930466" y="49946"/>
                </a:lnTo>
                <a:lnTo>
                  <a:pt x="930892" y="49726"/>
                </a:lnTo>
                <a:lnTo>
                  <a:pt x="931327" y="49517"/>
                </a:lnTo>
                <a:lnTo>
                  <a:pt x="931770" y="49321"/>
                </a:lnTo>
                <a:lnTo>
                  <a:pt x="932222" y="49136"/>
                </a:lnTo>
                <a:lnTo>
                  <a:pt x="932682" y="48964"/>
                </a:lnTo>
                <a:lnTo>
                  <a:pt x="933151" y="48803"/>
                </a:lnTo>
                <a:lnTo>
                  <a:pt x="933629" y="48654"/>
                </a:lnTo>
                <a:lnTo>
                  <a:pt x="934115" y="48517"/>
                </a:lnTo>
                <a:lnTo>
                  <a:pt x="934611" y="48392"/>
                </a:lnTo>
                <a:lnTo>
                  <a:pt x="935114" y="48279"/>
                </a:lnTo>
                <a:lnTo>
                  <a:pt x="935627" y="48178"/>
                </a:lnTo>
                <a:lnTo>
                  <a:pt x="936148" y="48089"/>
                </a:lnTo>
                <a:lnTo>
                  <a:pt x="936677" y="48011"/>
                </a:lnTo>
                <a:lnTo>
                  <a:pt x="937216" y="47946"/>
                </a:lnTo>
                <a:lnTo>
                  <a:pt x="937763" y="47892"/>
                </a:lnTo>
                <a:lnTo>
                  <a:pt x="938319" y="47850"/>
                </a:lnTo>
                <a:lnTo>
                  <a:pt x="938883" y="47821"/>
                </a:lnTo>
                <a:lnTo>
                  <a:pt x="939456" y="47803"/>
                </a:lnTo>
                <a:lnTo>
                  <a:pt x="940037" y="47797"/>
                </a:lnTo>
                <a:lnTo>
                  <a:pt x="940567" y="47802"/>
                </a:lnTo>
                <a:lnTo>
                  <a:pt x="941089" y="47819"/>
                </a:lnTo>
                <a:lnTo>
                  <a:pt x="941603" y="47847"/>
                </a:lnTo>
                <a:lnTo>
                  <a:pt x="942108" y="47886"/>
                </a:lnTo>
                <a:lnTo>
                  <a:pt x="942605" y="47936"/>
                </a:lnTo>
                <a:lnTo>
                  <a:pt x="943094" y="47998"/>
                </a:lnTo>
                <a:lnTo>
                  <a:pt x="943575" y="48070"/>
                </a:lnTo>
                <a:lnTo>
                  <a:pt x="944048" y="48154"/>
                </a:lnTo>
                <a:lnTo>
                  <a:pt x="944512" y="48249"/>
                </a:lnTo>
                <a:lnTo>
                  <a:pt x="944968" y="48355"/>
                </a:lnTo>
                <a:lnTo>
                  <a:pt x="945416" y="48472"/>
                </a:lnTo>
                <a:lnTo>
                  <a:pt x="945856" y="48601"/>
                </a:lnTo>
                <a:lnTo>
                  <a:pt x="946288" y="48740"/>
                </a:lnTo>
                <a:lnTo>
                  <a:pt x="946711" y="48891"/>
                </a:lnTo>
                <a:lnTo>
                  <a:pt x="947127" y="49053"/>
                </a:lnTo>
                <a:lnTo>
                  <a:pt x="947534" y="49226"/>
                </a:lnTo>
                <a:lnTo>
                  <a:pt x="947933" y="49410"/>
                </a:lnTo>
                <a:lnTo>
                  <a:pt x="948323" y="49605"/>
                </a:lnTo>
                <a:lnTo>
                  <a:pt x="948706" y="49812"/>
                </a:lnTo>
                <a:lnTo>
                  <a:pt x="949080" y="50030"/>
                </a:lnTo>
                <a:lnTo>
                  <a:pt x="949446" y="50259"/>
                </a:lnTo>
                <a:lnTo>
                  <a:pt x="949804" y="50499"/>
                </a:lnTo>
                <a:lnTo>
                  <a:pt x="950154" y="50750"/>
                </a:lnTo>
                <a:lnTo>
                  <a:pt x="950496" y="51012"/>
                </a:lnTo>
                <a:lnTo>
                  <a:pt x="950826" y="51290"/>
                </a:lnTo>
                <a:lnTo>
                  <a:pt x="951143" y="51586"/>
                </a:lnTo>
                <a:lnTo>
                  <a:pt x="951445" y="51902"/>
                </a:lnTo>
                <a:lnTo>
                  <a:pt x="951733" y="52237"/>
                </a:lnTo>
                <a:lnTo>
                  <a:pt x="952007" y="52591"/>
                </a:lnTo>
                <a:lnTo>
                  <a:pt x="952268" y="52964"/>
                </a:lnTo>
                <a:lnTo>
                  <a:pt x="952514" y="53357"/>
                </a:lnTo>
                <a:lnTo>
                  <a:pt x="952746" y="53768"/>
                </a:lnTo>
                <a:lnTo>
                  <a:pt x="952964" y="54199"/>
                </a:lnTo>
                <a:lnTo>
                  <a:pt x="953168" y="54649"/>
                </a:lnTo>
                <a:lnTo>
                  <a:pt x="953357" y="55118"/>
                </a:lnTo>
                <a:lnTo>
                  <a:pt x="953533" y="55606"/>
                </a:lnTo>
                <a:lnTo>
                  <a:pt x="953695" y="56113"/>
                </a:lnTo>
                <a:lnTo>
                  <a:pt x="953843" y="56639"/>
                </a:lnTo>
                <a:lnTo>
                  <a:pt x="953976" y="57185"/>
                </a:lnTo>
                <a:lnTo>
                  <a:pt x="954096" y="57749"/>
                </a:lnTo>
                <a:lnTo>
                  <a:pt x="954201" y="58333"/>
                </a:lnTo>
                <a:lnTo>
                  <a:pt x="954292" y="58936"/>
                </a:lnTo>
                <a:lnTo>
                  <a:pt x="954370" y="59558"/>
                </a:lnTo>
                <a:lnTo>
                  <a:pt x="954433" y="60199"/>
                </a:lnTo>
                <a:lnTo>
                  <a:pt x="954482" y="60860"/>
                </a:lnTo>
                <a:lnTo>
                  <a:pt x="954517" y="61539"/>
                </a:lnTo>
                <a:lnTo>
                  <a:pt x="954539" y="62238"/>
                </a:lnTo>
                <a:lnTo>
                  <a:pt x="954546" y="62956"/>
                </a:lnTo>
                <a:lnTo>
                  <a:pt x="954546" y="67732"/>
                </a:lnTo>
                <a:lnTo>
                  <a:pt x="953121" y="67765"/>
                </a:lnTo>
                <a:lnTo>
                  <a:pt x="951712" y="67804"/>
                </a:lnTo>
                <a:lnTo>
                  <a:pt x="950317" y="67850"/>
                </a:lnTo>
                <a:lnTo>
                  <a:pt x="948937" y="67902"/>
                </a:lnTo>
                <a:lnTo>
                  <a:pt x="947571" y="67961"/>
                </a:lnTo>
                <a:lnTo>
                  <a:pt x="946221" y="68026"/>
                </a:lnTo>
                <a:lnTo>
                  <a:pt x="944885" y="68098"/>
                </a:lnTo>
                <a:lnTo>
                  <a:pt x="943563" y="68176"/>
                </a:lnTo>
                <a:lnTo>
                  <a:pt x="942256" y="68260"/>
                </a:lnTo>
                <a:lnTo>
                  <a:pt x="940964" y="68351"/>
                </a:lnTo>
                <a:lnTo>
                  <a:pt x="939687" y="68448"/>
                </a:lnTo>
                <a:lnTo>
                  <a:pt x="938424" y="68551"/>
                </a:lnTo>
                <a:lnTo>
                  <a:pt x="937176" y="68661"/>
                </a:lnTo>
                <a:lnTo>
                  <a:pt x="935943" y="68778"/>
                </a:lnTo>
                <a:lnTo>
                  <a:pt x="934724" y="68900"/>
                </a:lnTo>
                <a:lnTo>
                  <a:pt x="933520" y="69030"/>
                </a:lnTo>
                <a:lnTo>
                  <a:pt x="932331" y="69165"/>
                </a:lnTo>
                <a:lnTo>
                  <a:pt x="931156" y="69307"/>
                </a:lnTo>
                <a:lnTo>
                  <a:pt x="929996" y="69455"/>
                </a:lnTo>
                <a:lnTo>
                  <a:pt x="928851" y="69610"/>
                </a:lnTo>
                <a:lnTo>
                  <a:pt x="927720" y="69771"/>
                </a:lnTo>
                <a:lnTo>
                  <a:pt x="926605" y="69939"/>
                </a:lnTo>
                <a:lnTo>
                  <a:pt x="925503" y="70113"/>
                </a:lnTo>
                <a:lnTo>
                  <a:pt x="924417" y="70293"/>
                </a:lnTo>
                <a:lnTo>
                  <a:pt x="923347" y="70484"/>
                </a:lnTo>
                <a:lnTo>
                  <a:pt x="922298" y="70688"/>
                </a:lnTo>
                <a:lnTo>
                  <a:pt x="921269" y="70906"/>
                </a:lnTo>
                <a:lnTo>
                  <a:pt x="920259" y="71137"/>
                </a:lnTo>
                <a:lnTo>
                  <a:pt x="919270" y="71383"/>
                </a:lnTo>
                <a:lnTo>
                  <a:pt x="918300" y="71642"/>
                </a:lnTo>
                <a:lnTo>
                  <a:pt x="917351" y="71915"/>
                </a:lnTo>
                <a:lnTo>
                  <a:pt x="916421" y="72201"/>
                </a:lnTo>
                <a:lnTo>
                  <a:pt x="915511" y="72502"/>
                </a:lnTo>
                <a:lnTo>
                  <a:pt x="914621" y="72816"/>
                </a:lnTo>
                <a:lnTo>
                  <a:pt x="913751" y="73144"/>
                </a:lnTo>
                <a:lnTo>
                  <a:pt x="912901" y="73485"/>
                </a:lnTo>
                <a:lnTo>
                  <a:pt x="912071" y="73840"/>
                </a:lnTo>
                <a:lnTo>
                  <a:pt x="911261" y="74209"/>
                </a:lnTo>
                <a:lnTo>
                  <a:pt x="910471" y="74592"/>
                </a:lnTo>
                <a:lnTo>
                  <a:pt x="909701" y="74988"/>
                </a:lnTo>
                <a:lnTo>
                  <a:pt x="908951" y="75399"/>
                </a:lnTo>
                <a:lnTo>
                  <a:pt x="908220" y="75823"/>
                </a:lnTo>
                <a:lnTo>
                  <a:pt x="907510" y="76260"/>
                </a:lnTo>
                <a:lnTo>
                  <a:pt x="906819" y="76712"/>
                </a:lnTo>
                <a:lnTo>
                  <a:pt x="906149" y="77177"/>
                </a:lnTo>
                <a:lnTo>
                  <a:pt x="905498" y="77655"/>
                </a:lnTo>
                <a:lnTo>
                  <a:pt x="904867" y="78148"/>
                </a:lnTo>
                <a:lnTo>
                  <a:pt x="904257" y="78654"/>
                </a:lnTo>
                <a:lnTo>
                  <a:pt x="903668" y="79178"/>
                </a:lnTo>
                <a:lnTo>
                  <a:pt x="903105" y="79722"/>
                </a:lnTo>
                <a:lnTo>
                  <a:pt x="902567" y="80287"/>
                </a:lnTo>
                <a:lnTo>
                  <a:pt x="902054" y="80872"/>
                </a:lnTo>
                <a:lnTo>
                  <a:pt x="901566" y="81479"/>
                </a:lnTo>
                <a:lnTo>
                  <a:pt x="901102" y="82106"/>
                </a:lnTo>
                <a:lnTo>
                  <a:pt x="900664" y="82754"/>
                </a:lnTo>
                <a:lnTo>
                  <a:pt x="900251" y="83422"/>
                </a:lnTo>
                <a:lnTo>
                  <a:pt x="899863" y="84112"/>
                </a:lnTo>
                <a:lnTo>
                  <a:pt x="899500" y="84822"/>
                </a:lnTo>
                <a:lnTo>
                  <a:pt x="899162" y="85552"/>
                </a:lnTo>
                <a:lnTo>
                  <a:pt x="898849" y="86304"/>
                </a:lnTo>
                <a:lnTo>
                  <a:pt x="898562" y="87077"/>
                </a:lnTo>
                <a:lnTo>
                  <a:pt x="898299" y="87870"/>
                </a:lnTo>
                <a:lnTo>
                  <a:pt x="898061" y="88684"/>
                </a:lnTo>
                <a:lnTo>
                  <a:pt x="897848" y="89518"/>
                </a:lnTo>
                <a:lnTo>
                  <a:pt x="897660" y="90374"/>
                </a:lnTo>
                <a:lnTo>
                  <a:pt x="897498" y="91250"/>
                </a:lnTo>
                <a:lnTo>
                  <a:pt x="897360" y="92147"/>
                </a:lnTo>
                <a:lnTo>
                  <a:pt x="897247" y="93064"/>
                </a:lnTo>
                <a:lnTo>
                  <a:pt x="897160" y="94003"/>
                </a:lnTo>
                <a:lnTo>
                  <a:pt x="897097" y="94962"/>
                </a:lnTo>
                <a:lnTo>
                  <a:pt x="897060" y="95942"/>
                </a:lnTo>
                <a:lnTo>
                  <a:pt x="897047" y="96943"/>
                </a:lnTo>
                <a:lnTo>
                  <a:pt x="897054" y="97664"/>
                </a:lnTo>
                <a:lnTo>
                  <a:pt x="897075" y="98375"/>
                </a:lnTo>
                <a:lnTo>
                  <a:pt x="897109" y="99076"/>
                </a:lnTo>
                <a:lnTo>
                  <a:pt x="897157" y="99767"/>
                </a:lnTo>
                <a:lnTo>
                  <a:pt x="897219" y="100448"/>
                </a:lnTo>
                <a:lnTo>
                  <a:pt x="897295" y="101119"/>
                </a:lnTo>
                <a:lnTo>
                  <a:pt x="897384" y="101779"/>
                </a:lnTo>
                <a:lnTo>
                  <a:pt x="897487" y="102430"/>
                </a:lnTo>
                <a:lnTo>
                  <a:pt x="897604" y="103070"/>
                </a:lnTo>
                <a:lnTo>
                  <a:pt x="897735" y="103700"/>
                </a:lnTo>
                <a:lnTo>
                  <a:pt x="897879" y="104320"/>
                </a:lnTo>
                <a:lnTo>
                  <a:pt x="898037" y="104930"/>
                </a:lnTo>
                <a:lnTo>
                  <a:pt x="898209" y="105530"/>
                </a:lnTo>
                <a:lnTo>
                  <a:pt x="898395" y="106120"/>
                </a:lnTo>
                <a:lnTo>
                  <a:pt x="898594" y="106699"/>
                </a:lnTo>
                <a:lnTo>
                  <a:pt x="898807" y="107269"/>
                </a:lnTo>
                <a:lnTo>
                  <a:pt x="899034" y="107828"/>
                </a:lnTo>
                <a:lnTo>
                  <a:pt x="899275" y="108377"/>
                </a:lnTo>
                <a:lnTo>
                  <a:pt x="899529" y="108916"/>
                </a:lnTo>
                <a:lnTo>
                  <a:pt x="899798" y="109445"/>
                </a:lnTo>
                <a:lnTo>
                  <a:pt x="900080" y="109964"/>
                </a:lnTo>
                <a:lnTo>
                  <a:pt x="900375" y="110472"/>
                </a:lnTo>
                <a:lnTo>
                  <a:pt x="900685" y="110971"/>
                </a:lnTo>
                <a:lnTo>
                  <a:pt x="901008" y="111459"/>
                </a:lnTo>
                <a:lnTo>
                  <a:pt x="901342" y="111937"/>
                </a:lnTo>
                <a:lnTo>
                  <a:pt x="901685" y="112405"/>
                </a:lnTo>
                <a:lnTo>
                  <a:pt x="902036" y="112863"/>
                </a:lnTo>
                <a:lnTo>
                  <a:pt x="902396" y="113310"/>
                </a:lnTo>
                <a:lnTo>
                  <a:pt x="902764" y="113748"/>
                </a:lnTo>
                <a:lnTo>
                  <a:pt x="903141" y="114175"/>
                </a:lnTo>
                <a:lnTo>
                  <a:pt x="903527" y="114592"/>
                </a:lnTo>
                <a:lnTo>
                  <a:pt x="903920" y="114999"/>
                </a:lnTo>
                <a:lnTo>
                  <a:pt x="904323" y="115396"/>
                </a:lnTo>
                <a:lnTo>
                  <a:pt x="904734" y="115782"/>
                </a:lnTo>
                <a:lnTo>
                  <a:pt x="905153" y="116159"/>
                </a:lnTo>
                <a:lnTo>
                  <a:pt x="905581" y="116525"/>
                </a:lnTo>
                <a:lnTo>
                  <a:pt x="906017" y="116882"/>
                </a:lnTo>
                <a:lnTo>
                  <a:pt x="906462" y="117228"/>
                </a:lnTo>
                <a:lnTo>
                  <a:pt x="906915" y="117564"/>
                </a:lnTo>
                <a:lnTo>
                  <a:pt x="907377" y="117890"/>
                </a:lnTo>
                <a:lnTo>
                  <a:pt x="907847" y="118206"/>
                </a:lnTo>
                <a:lnTo>
                  <a:pt x="908326" y="118511"/>
                </a:lnTo>
                <a:lnTo>
                  <a:pt x="908813" y="118807"/>
                </a:lnTo>
                <a:lnTo>
                  <a:pt x="909309" y="119092"/>
                </a:lnTo>
                <a:lnTo>
                  <a:pt x="909813" y="119367"/>
                </a:lnTo>
                <a:lnTo>
                  <a:pt x="910326" y="119632"/>
                </a:lnTo>
                <a:lnTo>
                  <a:pt x="910847" y="119887"/>
                </a:lnTo>
                <a:lnTo>
                  <a:pt x="911377" y="120132"/>
                </a:lnTo>
                <a:lnTo>
                  <a:pt x="911913" y="120366"/>
                </a:lnTo>
                <a:lnTo>
                  <a:pt x="912452" y="120591"/>
                </a:lnTo>
                <a:lnTo>
                  <a:pt x="912995" y="120806"/>
                </a:lnTo>
                <a:lnTo>
                  <a:pt x="913541" y="121010"/>
                </a:lnTo>
                <a:lnTo>
                  <a:pt x="914090" y="121205"/>
                </a:lnTo>
                <a:lnTo>
                  <a:pt x="914643" y="121390"/>
                </a:lnTo>
                <a:lnTo>
                  <a:pt x="915199" y="121565"/>
                </a:lnTo>
                <a:lnTo>
                  <a:pt x="915758" y="121729"/>
                </a:lnTo>
                <a:lnTo>
                  <a:pt x="916321" y="121884"/>
                </a:lnTo>
                <a:lnTo>
                  <a:pt x="916888" y="122029"/>
                </a:lnTo>
                <a:lnTo>
                  <a:pt x="917457" y="122164"/>
                </a:lnTo>
                <a:lnTo>
                  <a:pt x="918030" y="122289"/>
                </a:lnTo>
                <a:lnTo>
                  <a:pt x="918607" y="122404"/>
                </a:lnTo>
                <a:lnTo>
                  <a:pt x="919187" y="122508"/>
                </a:lnTo>
                <a:lnTo>
                  <a:pt x="919770" y="122603"/>
                </a:lnTo>
                <a:lnTo>
                  <a:pt x="920357" y="122688"/>
                </a:lnTo>
                <a:lnTo>
                  <a:pt x="920947" y="122763"/>
                </a:lnTo>
                <a:lnTo>
                  <a:pt x="921541" y="122828"/>
                </a:lnTo>
                <a:lnTo>
                  <a:pt x="922138" y="122883"/>
                </a:lnTo>
                <a:lnTo>
                  <a:pt x="922738" y="122928"/>
                </a:lnTo>
                <a:lnTo>
                  <a:pt x="923342" y="122963"/>
                </a:lnTo>
                <a:lnTo>
                  <a:pt x="923949" y="122988"/>
                </a:lnTo>
                <a:lnTo>
                  <a:pt x="924559" y="123003"/>
                </a:lnTo>
                <a:lnTo>
                  <a:pt x="925173" y="123008"/>
                </a:lnTo>
                <a:lnTo>
                  <a:pt x="925963" y="123002"/>
                </a:lnTo>
                <a:lnTo>
                  <a:pt x="926745" y="122985"/>
                </a:lnTo>
                <a:lnTo>
                  <a:pt x="927519" y="122957"/>
                </a:lnTo>
                <a:lnTo>
                  <a:pt x="928286" y="122917"/>
                </a:lnTo>
                <a:lnTo>
                  <a:pt x="929045" y="122867"/>
                </a:lnTo>
                <a:close/>
                <a:moveTo>
                  <a:pt x="930742" y="106690"/>
                </a:moveTo>
                <a:lnTo>
                  <a:pt x="930327" y="106638"/>
                </a:lnTo>
                <a:lnTo>
                  <a:pt x="929920" y="106577"/>
                </a:lnTo>
                <a:lnTo>
                  <a:pt x="929520" y="106506"/>
                </a:lnTo>
                <a:lnTo>
                  <a:pt x="929126" y="106425"/>
                </a:lnTo>
                <a:lnTo>
                  <a:pt x="928740" y="106335"/>
                </a:lnTo>
                <a:lnTo>
                  <a:pt x="928361" y="106236"/>
                </a:lnTo>
                <a:lnTo>
                  <a:pt x="927988" y="106127"/>
                </a:lnTo>
                <a:lnTo>
                  <a:pt x="927623" y="106009"/>
                </a:lnTo>
                <a:lnTo>
                  <a:pt x="927264" y="105881"/>
                </a:lnTo>
                <a:lnTo>
                  <a:pt x="926912" y="105744"/>
                </a:lnTo>
                <a:lnTo>
                  <a:pt x="926568" y="105597"/>
                </a:lnTo>
                <a:lnTo>
                  <a:pt x="926230" y="105441"/>
                </a:lnTo>
                <a:lnTo>
                  <a:pt x="925899" y="105275"/>
                </a:lnTo>
                <a:lnTo>
                  <a:pt x="925575" y="105100"/>
                </a:lnTo>
                <a:lnTo>
                  <a:pt x="925259" y="104915"/>
                </a:lnTo>
                <a:lnTo>
                  <a:pt x="924949" y="104721"/>
                </a:lnTo>
                <a:lnTo>
                  <a:pt x="924646" y="104518"/>
                </a:lnTo>
                <a:lnTo>
                  <a:pt x="924350" y="104305"/>
                </a:lnTo>
                <a:lnTo>
                  <a:pt x="924061" y="104083"/>
                </a:lnTo>
                <a:lnTo>
                  <a:pt x="923781" y="103850"/>
                </a:lnTo>
                <a:lnTo>
                  <a:pt x="923513" y="103608"/>
                </a:lnTo>
                <a:lnTo>
                  <a:pt x="923258" y="103356"/>
                </a:lnTo>
                <a:lnTo>
                  <a:pt x="923014" y="103093"/>
                </a:lnTo>
                <a:lnTo>
                  <a:pt x="922782" y="102821"/>
                </a:lnTo>
                <a:lnTo>
                  <a:pt x="922561" y="102538"/>
                </a:lnTo>
                <a:lnTo>
                  <a:pt x="922353" y="102245"/>
                </a:lnTo>
                <a:lnTo>
                  <a:pt x="922157" y="101942"/>
                </a:lnTo>
                <a:lnTo>
                  <a:pt x="921973" y="101629"/>
                </a:lnTo>
                <a:lnTo>
                  <a:pt x="921800" y="101306"/>
                </a:lnTo>
                <a:lnTo>
                  <a:pt x="921639" y="100973"/>
                </a:lnTo>
                <a:lnTo>
                  <a:pt x="921491" y="100629"/>
                </a:lnTo>
                <a:lnTo>
                  <a:pt x="921354" y="100276"/>
                </a:lnTo>
                <a:lnTo>
                  <a:pt x="921229" y="99912"/>
                </a:lnTo>
                <a:lnTo>
                  <a:pt x="921116" y="99539"/>
                </a:lnTo>
                <a:lnTo>
                  <a:pt x="921015" y="99155"/>
                </a:lnTo>
                <a:lnTo>
                  <a:pt x="920925" y="98761"/>
                </a:lnTo>
                <a:lnTo>
                  <a:pt x="920848" y="98357"/>
                </a:lnTo>
                <a:lnTo>
                  <a:pt x="920783" y="97943"/>
                </a:lnTo>
                <a:lnTo>
                  <a:pt x="920729" y="97519"/>
                </a:lnTo>
                <a:lnTo>
                  <a:pt x="920687" y="97085"/>
                </a:lnTo>
                <a:lnTo>
                  <a:pt x="920658" y="96640"/>
                </a:lnTo>
                <a:lnTo>
                  <a:pt x="920640" y="96186"/>
                </a:lnTo>
                <a:lnTo>
                  <a:pt x="920634" y="95721"/>
                </a:lnTo>
                <a:lnTo>
                  <a:pt x="920647" y="95078"/>
                </a:lnTo>
                <a:lnTo>
                  <a:pt x="920686" y="94449"/>
                </a:lnTo>
                <a:lnTo>
                  <a:pt x="920751" y="93835"/>
                </a:lnTo>
                <a:lnTo>
                  <a:pt x="920842" y="93236"/>
                </a:lnTo>
                <a:lnTo>
                  <a:pt x="920958" y="92652"/>
                </a:lnTo>
                <a:lnTo>
                  <a:pt x="921101" y="92083"/>
                </a:lnTo>
                <a:lnTo>
                  <a:pt x="921270" y="91529"/>
                </a:lnTo>
                <a:lnTo>
                  <a:pt x="921465" y="90991"/>
                </a:lnTo>
                <a:lnTo>
                  <a:pt x="921685" y="90467"/>
                </a:lnTo>
                <a:lnTo>
                  <a:pt x="921932" y="89958"/>
                </a:lnTo>
                <a:lnTo>
                  <a:pt x="922205" y="89464"/>
                </a:lnTo>
                <a:lnTo>
                  <a:pt x="922503" y="88985"/>
                </a:lnTo>
                <a:lnTo>
                  <a:pt x="922828" y="88521"/>
                </a:lnTo>
                <a:lnTo>
                  <a:pt x="923178" y="88072"/>
                </a:lnTo>
                <a:lnTo>
                  <a:pt x="923554" y="87638"/>
                </a:lnTo>
                <a:lnTo>
                  <a:pt x="923957" y="87219"/>
                </a:lnTo>
                <a:lnTo>
                  <a:pt x="924385" y="86815"/>
                </a:lnTo>
                <a:lnTo>
                  <a:pt x="924840" y="86426"/>
                </a:lnTo>
                <a:lnTo>
                  <a:pt x="925320" y="86052"/>
                </a:lnTo>
                <a:lnTo>
                  <a:pt x="925826" y="85693"/>
                </a:lnTo>
                <a:lnTo>
                  <a:pt x="926358" y="85349"/>
                </a:lnTo>
                <a:lnTo>
                  <a:pt x="926916" y="85020"/>
                </a:lnTo>
                <a:lnTo>
                  <a:pt x="927500" y="84706"/>
                </a:lnTo>
                <a:lnTo>
                  <a:pt x="928111" y="84406"/>
                </a:lnTo>
                <a:lnTo>
                  <a:pt x="928753" y="84121"/>
                </a:lnTo>
                <a:lnTo>
                  <a:pt x="929434" y="83847"/>
                </a:lnTo>
                <a:lnTo>
                  <a:pt x="930155" y="83585"/>
                </a:lnTo>
                <a:lnTo>
                  <a:pt x="930914" y="83335"/>
                </a:lnTo>
                <a:lnTo>
                  <a:pt x="931713" y="83096"/>
                </a:lnTo>
                <a:lnTo>
                  <a:pt x="932550" y="82870"/>
                </a:lnTo>
                <a:lnTo>
                  <a:pt x="933426" y="82655"/>
                </a:lnTo>
                <a:lnTo>
                  <a:pt x="934341" y="82452"/>
                </a:lnTo>
                <a:lnTo>
                  <a:pt x="935295" y="82261"/>
                </a:lnTo>
                <a:lnTo>
                  <a:pt x="936288" y="82082"/>
                </a:lnTo>
                <a:lnTo>
                  <a:pt x="937320" y="81915"/>
                </a:lnTo>
                <a:lnTo>
                  <a:pt x="938391" y="81759"/>
                </a:lnTo>
                <a:lnTo>
                  <a:pt x="939501" y="81616"/>
                </a:lnTo>
                <a:lnTo>
                  <a:pt x="940649" y="81484"/>
                </a:lnTo>
                <a:lnTo>
                  <a:pt x="941837" y="81364"/>
                </a:lnTo>
                <a:lnTo>
                  <a:pt x="943064" y="81255"/>
                </a:lnTo>
                <a:lnTo>
                  <a:pt x="944329" y="81159"/>
                </a:lnTo>
                <a:lnTo>
                  <a:pt x="945634" y="81074"/>
                </a:lnTo>
                <a:lnTo>
                  <a:pt x="946977" y="81002"/>
                </a:lnTo>
                <a:lnTo>
                  <a:pt x="948360" y="80941"/>
                </a:lnTo>
                <a:lnTo>
                  <a:pt x="949781" y="80892"/>
                </a:lnTo>
                <a:lnTo>
                  <a:pt x="951241" y="80855"/>
                </a:lnTo>
                <a:lnTo>
                  <a:pt x="952740" y="80829"/>
                </a:lnTo>
                <a:lnTo>
                  <a:pt x="954279" y="80816"/>
                </a:lnTo>
                <a:lnTo>
                  <a:pt x="954279" y="95176"/>
                </a:lnTo>
                <a:lnTo>
                  <a:pt x="953993" y="95553"/>
                </a:lnTo>
                <a:lnTo>
                  <a:pt x="953699" y="95926"/>
                </a:lnTo>
                <a:lnTo>
                  <a:pt x="953398" y="96296"/>
                </a:lnTo>
                <a:lnTo>
                  <a:pt x="953088" y="96663"/>
                </a:lnTo>
                <a:lnTo>
                  <a:pt x="952771" y="97026"/>
                </a:lnTo>
                <a:lnTo>
                  <a:pt x="952446" y="97385"/>
                </a:lnTo>
                <a:lnTo>
                  <a:pt x="952113" y="97741"/>
                </a:lnTo>
                <a:lnTo>
                  <a:pt x="951772" y="98094"/>
                </a:lnTo>
                <a:lnTo>
                  <a:pt x="951423" y="98443"/>
                </a:lnTo>
                <a:lnTo>
                  <a:pt x="951066" y="98789"/>
                </a:lnTo>
                <a:lnTo>
                  <a:pt x="950701" y="99131"/>
                </a:lnTo>
                <a:lnTo>
                  <a:pt x="950329" y="99470"/>
                </a:lnTo>
                <a:lnTo>
                  <a:pt x="949949" y="99805"/>
                </a:lnTo>
                <a:lnTo>
                  <a:pt x="949560" y="100137"/>
                </a:lnTo>
                <a:lnTo>
                  <a:pt x="949164" y="100465"/>
                </a:lnTo>
                <a:lnTo>
                  <a:pt x="948760" y="100790"/>
                </a:lnTo>
                <a:lnTo>
                  <a:pt x="948348" y="101111"/>
                </a:lnTo>
                <a:lnTo>
                  <a:pt x="947928" y="101429"/>
                </a:lnTo>
                <a:lnTo>
                  <a:pt x="947501" y="101744"/>
                </a:lnTo>
                <a:lnTo>
                  <a:pt x="947065" y="102055"/>
                </a:lnTo>
                <a:lnTo>
                  <a:pt x="946622" y="102363"/>
                </a:lnTo>
                <a:lnTo>
                  <a:pt x="946171" y="102667"/>
                </a:lnTo>
                <a:lnTo>
                  <a:pt x="945711" y="102968"/>
                </a:lnTo>
                <a:lnTo>
                  <a:pt x="945244" y="103265"/>
                </a:lnTo>
                <a:lnTo>
                  <a:pt x="944772" y="103554"/>
                </a:lnTo>
                <a:lnTo>
                  <a:pt x="944295" y="103831"/>
                </a:lnTo>
                <a:lnTo>
                  <a:pt x="943815" y="104095"/>
                </a:lnTo>
                <a:lnTo>
                  <a:pt x="943332" y="104348"/>
                </a:lnTo>
                <a:lnTo>
                  <a:pt x="942845" y="104588"/>
                </a:lnTo>
                <a:lnTo>
                  <a:pt x="942354" y="104815"/>
                </a:lnTo>
                <a:lnTo>
                  <a:pt x="941860" y="105030"/>
                </a:lnTo>
                <a:lnTo>
                  <a:pt x="941363" y="105233"/>
                </a:lnTo>
                <a:lnTo>
                  <a:pt x="940861" y="105424"/>
                </a:lnTo>
                <a:lnTo>
                  <a:pt x="940357" y="105603"/>
                </a:lnTo>
                <a:lnTo>
                  <a:pt x="939848" y="105769"/>
                </a:lnTo>
                <a:lnTo>
                  <a:pt x="939337" y="105923"/>
                </a:lnTo>
                <a:lnTo>
                  <a:pt x="938821" y="106064"/>
                </a:lnTo>
                <a:lnTo>
                  <a:pt x="938302" y="106193"/>
                </a:lnTo>
                <a:lnTo>
                  <a:pt x="937780" y="106310"/>
                </a:lnTo>
                <a:lnTo>
                  <a:pt x="937254" y="106415"/>
                </a:lnTo>
                <a:lnTo>
                  <a:pt x="936724" y="106507"/>
                </a:lnTo>
                <a:lnTo>
                  <a:pt x="936191" y="106587"/>
                </a:lnTo>
                <a:lnTo>
                  <a:pt x="935654" y="106655"/>
                </a:lnTo>
                <a:lnTo>
                  <a:pt x="935114" y="106710"/>
                </a:lnTo>
                <a:lnTo>
                  <a:pt x="934570" y="106753"/>
                </a:lnTo>
                <a:lnTo>
                  <a:pt x="934022" y="106784"/>
                </a:lnTo>
                <a:lnTo>
                  <a:pt x="933471" y="106802"/>
                </a:lnTo>
                <a:lnTo>
                  <a:pt x="932917" y="106808"/>
                </a:lnTo>
                <a:lnTo>
                  <a:pt x="932468" y="106804"/>
                </a:lnTo>
                <a:lnTo>
                  <a:pt x="932026" y="106789"/>
                </a:lnTo>
                <a:lnTo>
                  <a:pt x="931591" y="106766"/>
                </a:lnTo>
                <a:lnTo>
                  <a:pt x="931163" y="106733"/>
                </a:lnTo>
                <a:lnTo>
                  <a:pt x="930742" y="106690"/>
                </a:lnTo>
                <a:close/>
                <a:moveTo>
                  <a:pt x="1110067" y="122861"/>
                </a:moveTo>
                <a:lnTo>
                  <a:pt x="1110997" y="122796"/>
                </a:lnTo>
                <a:lnTo>
                  <a:pt x="1111916" y="122720"/>
                </a:lnTo>
                <a:lnTo>
                  <a:pt x="1112825" y="122632"/>
                </a:lnTo>
                <a:lnTo>
                  <a:pt x="1113723" y="122532"/>
                </a:lnTo>
                <a:lnTo>
                  <a:pt x="1114611" y="122421"/>
                </a:lnTo>
                <a:lnTo>
                  <a:pt x="1115489" y="122297"/>
                </a:lnTo>
                <a:lnTo>
                  <a:pt x="1116357" y="122162"/>
                </a:lnTo>
                <a:lnTo>
                  <a:pt x="1117214" y="122015"/>
                </a:lnTo>
                <a:lnTo>
                  <a:pt x="1118060" y="121857"/>
                </a:lnTo>
                <a:lnTo>
                  <a:pt x="1118897" y="121687"/>
                </a:lnTo>
                <a:lnTo>
                  <a:pt x="1119723" y="121504"/>
                </a:lnTo>
                <a:lnTo>
                  <a:pt x="1120538" y="121311"/>
                </a:lnTo>
                <a:lnTo>
                  <a:pt x="1121344" y="121105"/>
                </a:lnTo>
                <a:lnTo>
                  <a:pt x="1122139" y="120888"/>
                </a:lnTo>
                <a:lnTo>
                  <a:pt x="1122923" y="120659"/>
                </a:lnTo>
                <a:lnTo>
                  <a:pt x="1123698" y="120418"/>
                </a:lnTo>
                <a:lnTo>
                  <a:pt x="1124461" y="120166"/>
                </a:lnTo>
                <a:lnTo>
                  <a:pt x="1125215" y="119901"/>
                </a:lnTo>
                <a:lnTo>
                  <a:pt x="1125958" y="119625"/>
                </a:lnTo>
                <a:lnTo>
                  <a:pt x="1126690" y="119338"/>
                </a:lnTo>
                <a:lnTo>
                  <a:pt x="1127408" y="119038"/>
                </a:lnTo>
                <a:lnTo>
                  <a:pt x="1128114" y="118726"/>
                </a:lnTo>
                <a:lnTo>
                  <a:pt x="1128806" y="118402"/>
                </a:lnTo>
                <a:lnTo>
                  <a:pt x="1129486" y="118065"/>
                </a:lnTo>
                <a:lnTo>
                  <a:pt x="1130153" y="117717"/>
                </a:lnTo>
                <a:lnTo>
                  <a:pt x="1130806" y="117357"/>
                </a:lnTo>
                <a:lnTo>
                  <a:pt x="1131447" y="116985"/>
                </a:lnTo>
                <a:lnTo>
                  <a:pt x="1132075" y="116601"/>
                </a:lnTo>
                <a:lnTo>
                  <a:pt x="1132689" y="116204"/>
                </a:lnTo>
                <a:lnTo>
                  <a:pt x="1133291" y="115796"/>
                </a:lnTo>
                <a:lnTo>
                  <a:pt x="1133880" y="115375"/>
                </a:lnTo>
                <a:lnTo>
                  <a:pt x="1134456" y="114943"/>
                </a:lnTo>
                <a:lnTo>
                  <a:pt x="1135018" y="114498"/>
                </a:lnTo>
                <a:lnTo>
                  <a:pt x="1135568" y="114042"/>
                </a:lnTo>
                <a:lnTo>
                  <a:pt x="1136105" y="113573"/>
                </a:lnTo>
                <a:lnTo>
                  <a:pt x="1136629" y="113092"/>
                </a:lnTo>
                <a:lnTo>
                  <a:pt x="1137140" y="112599"/>
                </a:lnTo>
                <a:lnTo>
                  <a:pt x="1137638" y="112095"/>
                </a:lnTo>
                <a:lnTo>
                  <a:pt x="1138122" y="111578"/>
                </a:lnTo>
                <a:lnTo>
                  <a:pt x="1138594" y="111049"/>
                </a:lnTo>
                <a:lnTo>
                  <a:pt x="1139053" y="110508"/>
                </a:lnTo>
                <a:lnTo>
                  <a:pt x="1139499" y="109955"/>
                </a:lnTo>
                <a:lnTo>
                  <a:pt x="1139932" y="109390"/>
                </a:lnTo>
                <a:lnTo>
                  <a:pt x="1140351" y="108813"/>
                </a:lnTo>
                <a:lnTo>
                  <a:pt x="1140753" y="108224"/>
                </a:lnTo>
                <a:lnTo>
                  <a:pt x="1141139" y="107623"/>
                </a:lnTo>
                <a:lnTo>
                  <a:pt x="1141508" y="107010"/>
                </a:lnTo>
                <a:lnTo>
                  <a:pt x="1141862" y="106385"/>
                </a:lnTo>
                <a:lnTo>
                  <a:pt x="1142199" y="105749"/>
                </a:lnTo>
                <a:lnTo>
                  <a:pt x="1142520" y="105100"/>
                </a:lnTo>
                <a:lnTo>
                  <a:pt x="1142825" y="104440"/>
                </a:lnTo>
                <a:lnTo>
                  <a:pt x="1143114" y="103768"/>
                </a:lnTo>
                <a:lnTo>
                  <a:pt x="1143386" y="103083"/>
                </a:lnTo>
                <a:lnTo>
                  <a:pt x="1143642" y="102387"/>
                </a:lnTo>
                <a:lnTo>
                  <a:pt x="1143882" y="101679"/>
                </a:lnTo>
                <a:lnTo>
                  <a:pt x="1144106" y="100960"/>
                </a:lnTo>
                <a:lnTo>
                  <a:pt x="1144313" y="100228"/>
                </a:lnTo>
                <a:lnTo>
                  <a:pt x="1144504" y="99484"/>
                </a:lnTo>
                <a:lnTo>
                  <a:pt x="1144679" y="98729"/>
                </a:lnTo>
                <a:lnTo>
                  <a:pt x="1144838" y="97961"/>
                </a:lnTo>
                <a:lnTo>
                  <a:pt x="1144981" y="97182"/>
                </a:lnTo>
                <a:lnTo>
                  <a:pt x="1145107" y="96391"/>
                </a:lnTo>
                <a:lnTo>
                  <a:pt x="1145217" y="95587"/>
                </a:lnTo>
                <a:lnTo>
                  <a:pt x="1145311" y="94772"/>
                </a:lnTo>
                <a:lnTo>
                  <a:pt x="1145389" y="93945"/>
                </a:lnTo>
                <a:lnTo>
                  <a:pt x="1145450" y="93107"/>
                </a:lnTo>
                <a:lnTo>
                  <a:pt x="1145495" y="92256"/>
                </a:lnTo>
                <a:lnTo>
                  <a:pt x="1122264" y="92256"/>
                </a:lnTo>
                <a:lnTo>
                  <a:pt x="1122249" y="92816"/>
                </a:lnTo>
                <a:lnTo>
                  <a:pt x="1122218" y="93364"/>
                </a:lnTo>
                <a:lnTo>
                  <a:pt x="1122171" y="93900"/>
                </a:lnTo>
                <a:lnTo>
                  <a:pt x="1122109" y="94425"/>
                </a:lnTo>
                <a:lnTo>
                  <a:pt x="1122030" y="94938"/>
                </a:lnTo>
                <a:lnTo>
                  <a:pt x="1121936" y="95440"/>
                </a:lnTo>
                <a:lnTo>
                  <a:pt x="1121826" y="95930"/>
                </a:lnTo>
                <a:lnTo>
                  <a:pt x="1121701" y="96408"/>
                </a:lnTo>
                <a:lnTo>
                  <a:pt x="1121559" y="96875"/>
                </a:lnTo>
                <a:lnTo>
                  <a:pt x="1121402" y="97330"/>
                </a:lnTo>
                <a:lnTo>
                  <a:pt x="1121229" y="97773"/>
                </a:lnTo>
                <a:lnTo>
                  <a:pt x="1121041" y="98205"/>
                </a:lnTo>
                <a:lnTo>
                  <a:pt x="1120836" y="98626"/>
                </a:lnTo>
                <a:lnTo>
                  <a:pt x="1120616" y="99034"/>
                </a:lnTo>
                <a:lnTo>
                  <a:pt x="1120380" y="99431"/>
                </a:lnTo>
                <a:lnTo>
                  <a:pt x="1120128" y="99816"/>
                </a:lnTo>
                <a:lnTo>
                  <a:pt x="1119861" y="100190"/>
                </a:lnTo>
                <a:lnTo>
                  <a:pt x="1119577" y="100552"/>
                </a:lnTo>
                <a:lnTo>
                  <a:pt x="1119278" y="100903"/>
                </a:lnTo>
                <a:lnTo>
                  <a:pt x="1118964" y="101241"/>
                </a:lnTo>
                <a:lnTo>
                  <a:pt x="1118633" y="101569"/>
                </a:lnTo>
                <a:lnTo>
                  <a:pt x="1118287" y="101884"/>
                </a:lnTo>
                <a:lnTo>
                  <a:pt x="1117925" y="102188"/>
                </a:lnTo>
                <a:lnTo>
                  <a:pt x="1117547" y="102480"/>
                </a:lnTo>
                <a:lnTo>
                  <a:pt x="1117156" y="102761"/>
                </a:lnTo>
                <a:lnTo>
                  <a:pt x="1116755" y="103030"/>
                </a:lnTo>
                <a:lnTo>
                  <a:pt x="1116343" y="103286"/>
                </a:lnTo>
                <a:lnTo>
                  <a:pt x="1115920" y="103531"/>
                </a:lnTo>
                <a:lnTo>
                  <a:pt x="1115487" y="103764"/>
                </a:lnTo>
                <a:lnTo>
                  <a:pt x="1115044" y="103985"/>
                </a:lnTo>
                <a:lnTo>
                  <a:pt x="1114590" y="104193"/>
                </a:lnTo>
                <a:lnTo>
                  <a:pt x="1114125" y="104390"/>
                </a:lnTo>
                <a:lnTo>
                  <a:pt x="1113650" y="104575"/>
                </a:lnTo>
                <a:lnTo>
                  <a:pt x="1113165" y="104749"/>
                </a:lnTo>
                <a:lnTo>
                  <a:pt x="1112669" y="104910"/>
                </a:lnTo>
                <a:lnTo>
                  <a:pt x="1112162" y="105059"/>
                </a:lnTo>
                <a:lnTo>
                  <a:pt x="1111645" y="105196"/>
                </a:lnTo>
                <a:lnTo>
                  <a:pt x="1111117" y="105321"/>
                </a:lnTo>
                <a:lnTo>
                  <a:pt x="1110579" y="105435"/>
                </a:lnTo>
                <a:lnTo>
                  <a:pt x="1110031" y="105536"/>
                </a:lnTo>
                <a:lnTo>
                  <a:pt x="1109472" y="105626"/>
                </a:lnTo>
                <a:lnTo>
                  <a:pt x="1108902" y="105703"/>
                </a:lnTo>
                <a:lnTo>
                  <a:pt x="1108322" y="105769"/>
                </a:lnTo>
                <a:lnTo>
                  <a:pt x="1107732" y="105823"/>
                </a:lnTo>
                <a:lnTo>
                  <a:pt x="1107130" y="105865"/>
                </a:lnTo>
                <a:lnTo>
                  <a:pt x="1106519" y="105894"/>
                </a:lnTo>
                <a:lnTo>
                  <a:pt x="1105897" y="105912"/>
                </a:lnTo>
                <a:lnTo>
                  <a:pt x="1105264" y="105918"/>
                </a:lnTo>
                <a:lnTo>
                  <a:pt x="1104653" y="105913"/>
                </a:lnTo>
                <a:lnTo>
                  <a:pt x="1104053" y="105895"/>
                </a:lnTo>
                <a:lnTo>
                  <a:pt x="1103462" y="105866"/>
                </a:lnTo>
                <a:lnTo>
                  <a:pt x="1102881" y="105826"/>
                </a:lnTo>
                <a:lnTo>
                  <a:pt x="1102310" y="105774"/>
                </a:lnTo>
                <a:lnTo>
                  <a:pt x="1101748" y="105711"/>
                </a:lnTo>
                <a:lnTo>
                  <a:pt x="1101197" y="105636"/>
                </a:lnTo>
                <a:lnTo>
                  <a:pt x="1100655" y="105549"/>
                </a:lnTo>
                <a:lnTo>
                  <a:pt x="1100124" y="105451"/>
                </a:lnTo>
                <a:lnTo>
                  <a:pt x="1099602" y="105342"/>
                </a:lnTo>
                <a:lnTo>
                  <a:pt x="1099090" y="105221"/>
                </a:lnTo>
                <a:lnTo>
                  <a:pt x="1098589" y="105088"/>
                </a:lnTo>
                <a:lnTo>
                  <a:pt x="1098097" y="104944"/>
                </a:lnTo>
                <a:lnTo>
                  <a:pt x="1097614" y="104788"/>
                </a:lnTo>
                <a:lnTo>
                  <a:pt x="1097142" y="104621"/>
                </a:lnTo>
                <a:lnTo>
                  <a:pt x="1096680" y="104442"/>
                </a:lnTo>
                <a:lnTo>
                  <a:pt x="1096227" y="104252"/>
                </a:lnTo>
                <a:lnTo>
                  <a:pt x="1095785" y="104050"/>
                </a:lnTo>
                <a:lnTo>
                  <a:pt x="1095352" y="103837"/>
                </a:lnTo>
                <a:lnTo>
                  <a:pt x="1094929" y="103612"/>
                </a:lnTo>
                <a:lnTo>
                  <a:pt x="1094516" y="103376"/>
                </a:lnTo>
                <a:lnTo>
                  <a:pt x="1094113" y="103128"/>
                </a:lnTo>
                <a:lnTo>
                  <a:pt x="1093720" y="102868"/>
                </a:lnTo>
                <a:lnTo>
                  <a:pt x="1093337" y="102597"/>
                </a:lnTo>
                <a:lnTo>
                  <a:pt x="1092963" y="102317"/>
                </a:lnTo>
                <a:lnTo>
                  <a:pt x="1092598" y="102028"/>
                </a:lnTo>
                <a:lnTo>
                  <a:pt x="1092241" y="101733"/>
                </a:lnTo>
                <a:lnTo>
                  <a:pt x="1091892" y="101430"/>
                </a:lnTo>
                <a:lnTo>
                  <a:pt x="1091552" y="101120"/>
                </a:lnTo>
                <a:lnTo>
                  <a:pt x="1091220" y="100802"/>
                </a:lnTo>
                <a:lnTo>
                  <a:pt x="1090897" y="100476"/>
                </a:lnTo>
                <a:lnTo>
                  <a:pt x="1090583" y="100144"/>
                </a:lnTo>
                <a:lnTo>
                  <a:pt x="1090277" y="99804"/>
                </a:lnTo>
                <a:lnTo>
                  <a:pt x="1089979" y="99456"/>
                </a:lnTo>
                <a:lnTo>
                  <a:pt x="1089690" y="99101"/>
                </a:lnTo>
                <a:lnTo>
                  <a:pt x="1089410" y="98739"/>
                </a:lnTo>
                <a:lnTo>
                  <a:pt x="1089138" y="98369"/>
                </a:lnTo>
                <a:lnTo>
                  <a:pt x="1088874" y="97992"/>
                </a:lnTo>
                <a:lnTo>
                  <a:pt x="1088619" y="97607"/>
                </a:lnTo>
                <a:lnTo>
                  <a:pt x="1088372" y="97215"/>
                </a:lnTo>
                <a:lnTo>
                  <a:pt x="1088134" y="96815"/>
                </a:lnTo>
                <a:lnTo>
                  <a:pt x="1087905" y="96408"/>
                </a:lnTo>
                <a:lnTo>
                  <a:pt x="1087684" y="95994"/>
                </a:lnTo>
                <a:lnTo>
                  <a:pt x="1087471" y="95572"/>
                </a:lnTo>
                <a:lnTo>
                  <a:pt x="1087267" y="95143"/>
                </a:lnTo>
                <a:lnTo>
                  <a:pt x="1087072" y="94706"/>
                </a:lnTo>
                <a:lnTo>
                  <a:pt x="1086885" y="94262"/>
                </a:lnTo>
                <a:lnTo>
                  <a:pt x="1086706" y="93811"/>
                </a:lnTo>
                <a:lnTo>
                  <a:pt x="1086535" y="93354"/>
                </a:lnTo>
                <a:lnTo>
                  <a:pt x="1086371" y="92894"/>
                </a:lnTo>
                <a:lnTo>
                  <a:pt x="1086213" y="92432"/>
                </a:lnTo>
                <a:lnTo>
                  <a:pt x="1086062" y="91967"/>
                </a:lnTo>
                <a:lnTo>
                  <a:pt x="1085918" y="91499"/>
                </a:lnTo>
                <a:lnTo>
                  <a:pt x="1085780" y="91028"/>
                </a:lnTo>
                <a:lnTo>
                  <a:pt x="1085649" y="90554"/>
                </a:lnTo>
                <a:lnTo>
                  <a:pt x="1085524" y="90078"/>
                </a:lnTo>
                <a:lnTo>
                  <a:pt x="1085406" y="89598"/>
                </a:lnTo>
                <a:lnTo>
                  <a:pt x="1085295" y="89116"/>
                </a:lnTo>
                <a:lnTo>
                  <a:pt x="1085191" y="88631"/>
                </a:lnTo>
                <a:lnTo>
                  <a:pt x="1085093" y="88143"/>
                </a:lnTo>
                <a:lnTo>
                  <a:pt x="1085002" y="87652"/>
                </a:lnTo>
                <a:lnTo>
                  <a:pt x="1084917" y="87158"/>
                </a:lnTo>
                <a:lnTo>
                  <a:pt x="1084839" y="86662"/>
                </a:lnTo>
                <a:lnTo>
                  <a:pt x="1084768" y="86162"/>
                </a:lnTo>
                <a:lnTo>
                  <a:pt x="1084703" y="85660"/>
                </a:lnTo>
                <a:lnTo>
                  <a:pt x="1084645" y="85155"/>
                </a:lnTo>
                <a:lnTo>
                  <a:pt x="1084594" y="84647"/>
                </a:lnTo>
                <a:lnTo>
                  <a:pt x="1084549" y="84136"/>
                </a:lnTo>
                <a:lnTo>
                  <a:pt x="1084511" y="83622"/>
                </a:lnTo>
                <a:lnTo>
                  <a:pt x="1084479" y="83106"/>
                </a:lnTo>
                <a:lnTo>
                  <a:pt x="1084455" y="82587"/>
                </a:lnTo>
                <a:lnTo>
                  <a:pt x="1084436" y="82064"/>
                </a:lnTo>
                <a:lnTo>
                  <a:pt x="1145406" y="82064"/>
                </a:lnTo>
                <a:lnTo>
                  <a:pt x="1145421" y="81980"/>
                </a:lnTo>
                <a:lnTo>
                  <a:pt x="1145435" y="81894"/>
                </a:lnTo>
                <a:lnTo>
                  <a:pt x="1145449" y="81804"/>
                </a:lnTo>
                <a:lnTo>
                  <a:pt x="1145463" y="81711"/>
                </a:lnTo>
                <a:lnTo>
                  <a:pt x="1145477" y="81615"/>
                </a:lnTo>
                <a:lnTo>
                  <a:pt x="1145490" y="81516"/>
                </a:lnTo>
                <a:lnTo>
                  <a:pt x="1145502" y="81414"/>
                </a:lnTo>
                <a:lnTo>
                  <a:pt x="1145515" y="81309"/>
                </a:lnTo>
                <a:lnTo>
                  <a:pt x="1145527" y="81202"/>
                </a:lnTo>
                <a:lnTo>
                  <a:pt x="1145539" y="81091"/>
                </a:lnTo>
                <a:lnTo>
                  <a:pt x="1145551" y="80977"/>
                </a:lnTo>
                <a:lnTo>
                  <a:pt x="1145562" y="80861"/>
                </a:lnTo>
                <a:lnTo>
                  <a:pt x="1145573" y="80741"/>
                </a:lnTo>
                <a:lnTo>
                  <a:pt x="1145584" y="80619"/>
                </a:lnTo>
                <a:lnTo>
                  <a:pt x="1145594" y="80493"/>
                </a:lnTo>
                <a:lnTo>
                  <a:pt x="1145604" y="80365"/>
                </a:lnTo>
                <a:lnTo>
                  <a:pt x="1145614" y="80233"/>
                </a:lnTo>
                <a:lnTo>
                  <a:pt x="1145623" y="80099"/>
                </a:lnTo>
                <a:lnTo>
                  <a:pt x="1145632" y="79961"/>
                </a:lnTo>
                <a:lnTo>
                  <a:pt x="1145641" y="79821"/>
                </a:lnTo>
                <a:lnTo>
                  <a:pt x="1145650" y="79678"/>
                </a:lnTo>
                <a:lnTo>
                  <a:pt x="1145658" y="79532"/>
                </a:lnTo>
                <a:lnTo>
                  <a:pt x="1145666" y="79382"/>
                </a:lnTo>
                <a:lnTo>
                  <a:pt x="1145673" y="79230"/>
                </a:lnTo>
                <a:lnTo>
                  <a:pt x="1145680" y="79078"/>
                </a:lnTo>
                <a:lnTo>
                  <a:pt x="1145687" y="78928"/>
                </a:lnTo>
                <a:lnTo>
                  <a:pt x="1145694" y="78781"/>
                </a:lnTo>
                <a:lnTo>
                  <a:pt x="1145700" y="78637"/>
                </a:lnTo>
                <a:lnTo>
                  <a:pt x="1145706" y="78495"/>
                </a:lnTo>
                <a:lnTo>
                  <a:pt x="1145712" y="78356"/>
                </a:lnTo>
                <a:lnTo>
                  <a:pt x="1145718" y="78219"/>
                </a:lnTo>
                <a:lnTo>
                  <a:pt x="1145723" y="78086"/>
                </a:lnTo>
                <a:lnTo>
                  <a:pt x="1145727" y="77955"/>
                </a:lnTo>
                <a:lnTo>
                  <a:pt x="1145732" y="77826"/>
                </a:lnTo>
                <a:lnTo>
                  <a:pt x="1145736" y="77700"/>
                </a:lnTo>
                <a:lnTo>
                  <a:pt x="1145740" y="77577"/>
                </a:lnTo>
                <a:lnTo>
                  <a:pt x="1145744" y="77457"/>
                </a:lnTo>
                <a:lnTo>
                  <a:pt x="1145747" y="77339"/>
                </a:lnTo>
                <a:lnTo>
                  <a:pt x="1145750" y="77224"/>
                </a:lnTo>
                <a:lnTo>
                  <a:pt x="1145752" y="77111"/>
                </a:lnTo>
                <a:lnTo>
                  <a:pt x="1145755" y="77001"/>
                </a:lnTo>
                <a:lnTo>
                  <a:pt x="1145757" y="76894"/>
                </a:lnTo>
                <a:lnTo>
                  <a:pt x="1145758" y="76790"/>
                </a:lnTo>
                <a:lnTo>
                  <a:pt x="1145760" y="76688"/>
                </a:lnTo>
                <a:lnTo>
                  <a:pt x="1145761" y="76589"/>
                </a:lnTo>
                <a:lnTo>
                  <a:pt x="1145762" y="76492"/>
                </a:lnTo>
                <a:lnTo>
                  <a:pt x="1145762" y="76398"/>
                </a:lnTo>
                <a:lnTo>
                  <a:pt x="1145762" y="76307"/>
                </a:lnTo>
                <a:lnTo>
                  <a:pt x="1145743" y="74554"/>
                </a:lnTo>
                <a:lnTo>
                  <a:pt x="1145684" y="72836"/>
                </a:lnTo>
                <a:lnTo>
                  <a:pt x="1145586" y="71151"/>
                </a:lnTo>
                <a:lnTo>
                  <a:pt x="1145449" y="69500"/>
                </a:lnTo>
                <a:lnTo>
                  <a:pt x="1145274" y="67883"/>
                </a:lnTo>
                <a:lnTo>
                  <a:pt x="1145059" y="66300"/>
                </a:lnTo>
                <a:lnTo>
                  <a:pt x="1144804" y="64751"/>
                </a:lnTo>
                <a:lnTo>
                  <a:pt x="1144511" y="63236"/>
                </a:lnTo>
                <a:lnTo>
                  <a:pt x="1144179" y="61754"/>
                </a:lnTo>
                <a:lnTo>
                  <a:pt x="1143807" y="60307"/>
                </a:lnTo>
                <a:lnTo>
                  <a:pt x="1143397" y="58893"/>
                </a:lnTo>
                <a:lnTo>
                  <a:pt x="1142947" y="57514"/>
                </a:lnTo>
                <a:lnTo>
                  <a:pt x="1142459" y="56168"/>
                </a:lnTo>
                <a:lnTo>
                  <a:pt x="1141931" y="54856"/>
                </a:lnTo>
                <a:lnTo>
                  <a:pt x="1141364" y="53578"/>
                </a:lnTo>
                <a:lnTo>
                  <a:pt x="1140758" y="52334"/>
                </a:lnTo>
                <a:lnTo>
                  <a:pt x="1140113" y="51124"/>
                </a:lnTo>
                <a:lnTo>
                  <a:pt x="1139429" y="49948"/>
                </a:lnTo>
                <a:lnTo>
                  <a:pt x="1138706" y="48806"/>
                </a:lnTo>
                <a:lnTo>
                  <a:pt x="1137943" y="47697"/>
                </a:lnTo>
                <a:lnTo>
                  <a:pt x="1137142" y="46623"/>
                </a:lnTo>
                <a:lnTo>
                  <a:pt x="1136301" y="45582"/>
                </a:lnTo>
                <a:lnTo>
                  <a:pt x="1135422" y="44575"/>
                </a:lnTo>
                <a:lnTo>
                  <a:pt x="1134503" y="43602"/>
                </a:lnTo>
                <a:lnTo>
                  <a:pt x="1133550" y="42666"/>
                </a:lnTo>
                <a:lnTo>
                  <a:pt x="1132570" y="41770"/>
                </a:lnTo>
                <a:lnTo>
                  <a:pt x="1131561" y="40914"/>
                </a:lnTo>
                <a:lnTo>
                  <a:pt x="1130523" y="40097"/>
                </a:lnTo>
                <a:lnTo>
                  <a:pt x="1129458" y="39321"/>
                </a:lnTo>
                <a:lnTo>
                  <a:pt x="1128364" y="38584"/>
                </a:lnTo>
                <a:lnTo>
                  <a:pt x="1127242" y="37887"/>
                </a:lnTo>
                <a:lnTo>
                  <a:pt x="1126092" y="37230"/>
                </a:lnTo>
                <a:lnTo>
                  <a:pt x="1124913" y="36612"/>
                </a:lnTo>
                <a:lnTo>
                  <a:pt x="1123706" y="36035"/>
                </a:lnTo>
                <a:lnTo>
                  <a:pt x="1122471" y="35497"/>
                </a:lnTo>
                <a:lnTo>
                  <a:pt x="1121207" y="34999"/>
                </a:lnTo>
                <a:lnTo>
                  <a:pt x="1119916" y="34541"/>
                </a:lnTo>
                <a:lnTo>
                  <a:pt x="1118596" y="34123"/>
                </a:lnTo>
                <a:lnTo>
                  <a:pt x="1117247" y="33745"/>
                </a:lnTo>
                <a:lnTo>
                  <a:pt x="1115871" y="33406"/>
                </a:lnTo>
                <a:lnTo>
                  <a:pt x="1114466" y="33107"/>
                </a:lnTo>
                <a:lnTo>
                  <a:pt x="1113033" y="32848"/>
                </a:lnTo>
                <a:lnTo>
                  <a:pt x="1111571" y="32629"/>
                </a:lnTo>
                <a:lnTo>
                  <a:pt x="1110082" y="32450"/>
                </a:lnTo>
                <a:lnTo>
                  <a:pt x="1108564" y="32311"/>
                </a:lnTo>
                <a:lnTo>
                  <a:pt x="1107017" y="32211"/>
                </a:lnTo>
                <a:lnTo>
                  <a:pt x="1105443" y="32151"/>
                </a:lnTo>
                <a:lnTo>
                  <a:pt x="1103840" y="32132"/>
                </a:lnTo>
                <a:lnTo>
                  <a:pt x="1102683" y="32141"/>
                </a:lnTo>
                <a:lnTo>
                  <a:pt x="1101542" y="32169"/>
                </a:lnTo>
                <a:lnTo>
                  <a:pt x="1100415" y="32217"/>
                </a:lnTo>
                <a:lnTo>
                  <a:pt x="1099304" y="32283"/>
                </a:lnTo>
                <a:lnTo>
                  <a:pt x="1098209" y="32368"/>
                </a:lnTo>
                <a:lnTo>
                  <a:pt x="1097128" y="32472"/>
                </a:lnTo>
                <a:lnTo>
                  <a:pt x="1096063" y="32595"/>
                </a:lnTo>
                <a:lnTo>
                  <a:pt x="1095013" y="32737"/>
                </a:lnTo>
                <a:lnTo>
                  <a:pt x="1093979" y="32898"/>
                </a:lnTo>
                <a:lnTo>
                  <a:pt x="1092960" y="33078"/>
                </a:lnTo>
                <a:lnTo>
                  <a:pt x="1091956" y="33276"/>
                </a:lnTo>
                <a:lnTo>
                  <a:pt x="1090967" y="33494"/>
                </a:lnTo>
                <a:lnTo>
                  <a:pt x="1089994" y="33730"/>
                </a:lnTo>
                <a:lnTo>
                  <a:pt x="1089036" y="33986"/>
                </a:lnTo>
                <a:lnTo>
                  <a:pt x="1088093" y="34260"/>
                </a:lnTo>
                <a:lnTo>
                  <a:pt x="1087166" y="34553"/>
                </a:lnTo>
                <a:lnTo>
                  <a:pt x="1086254" y="34865"/>
                </a:lnTo>
                <a:lnTo>
                  <a:pt x="1085357" y="35197"/>
                </a:lnTo>
                <a:lnTo>
                  <a:pt x="1084476" y="35547"/>
                </a:lnTo>
                <a:lnTo>
                  <a:pt x="1083609" y="35915"/>
                </a:lnTo>
                <a:lnTo>
                  <a:pt x="1082758" y="36303"/>
                </a:lnTo>
                <a:lnTo>
                  <a:pt x="1081923" y="36710"/>
                </a:lnTo>
                <a:lnTo>
                  <a:pt x="1081103" y="37136"/>
                </a:lnTo>
                <a:lnTo>
                  <a:pt x="1080298" y="37580"/>
                </a:lnTo>
                <a:lnTo>
                  <a:pt x="1079508" y="38043"/>
                </a:lnTo>
                <a:lnTo>
                  <a:pt x="1078735" y="38521"/>
                </a:lnTo>
                <a:lnTo>
                  <a:pt x="1077978" y="39015"/>
                </a:lnTo>
                <a:lnTo>
                  <a:pt x="1077237" y="39526"/>
                </a:lnTo>
                <a:lnTo>
                  <a:pt x="1076512" y="40052"/>
                </a:lnTo>
                <a:lnTo>
                  <a:pt x="1075803" y="40595"/>
                </a:lnTo>
                <a:lnTo>
                  <a:pt x="1075110" y="41154"/>
                </a:lnTo>
                <a:lnTo>
                  <a:pt x="1074433" y="41729"/>
                </a:lnTo>
                <a:lnTo>
                  <a:pt x="1073772" y="42320"/>
                </a:lnTo>
                <a:lnTo>
                  <a:pt x="1073128" y="42927"/>
                </a:lnTo>
                <a:lnTo>
                  <a:pt x="1072499" y="43550"/>
                </a:lnTo>
                <a:lnTo>
                  <a:pt x="1071886" y="44189"/>
                </a:lnTo>
                <a:lnTo>
                  <a:pt x="1071290" y="44845"/>
                </a:lnTo>
                <a:lnTo>
                  <a:pt x="1070710" y="45516"/>
                </a:lnTo>
                <a:lnTo>
                  <a:pt x="1070145" y="46204"/>
                </a:lnTo>
                <a:lnTo>
                  <a:pt x="1069597" y="46908"/>
                </a:lnTo>
                <a:lnTo>
                  <a:pt x="1069065" y="47628"/>
                </a:lnTo>
                <a:lnTo>
                  <a:pt x="1068549" y="48363"/>
                </a:lnTo>
                <a:lnTo>
                  <a:pt x="1068049" y="49116"/>
                </a:lnTo>
                <a:lnTo>
                  <a:pt x="1067565" y="49884"/>
                </a:lnTo>
                <a:lnTo>
                  <a:pt x="1067097" y="50668"/>
                </a:lnTo>
                <a:lnTo>
                  <a:pt x="1066645" y="51469"/>
                </a:lnTo>
                <a:lnTo>
                  <a:pt x="1066209" y="52285"/>
                </a:lnTo>
                <a:lnTo>
                  <a:pt x="1065789" y="53118"/>
                </a:lnTo>
                <a:lnTo>
                  <a:pt x="1065386" y="53965"/>
                </a:lnTo>
                <a:lnTo>
                  <a:pt x="1065000" y="54826"/>
                </a:lnTo>
                <a:lnTo>
                  <a:pt x="1064632" y="55700"/>
                </a:lnTo>
                <a:lnTo>
                  <a:pt x="1064280" y="56587"/>
                </a:lnTo>
                <a:lnTo>
                  <a:pt x="1063946" y="57488"/>
                </a:lnTo>
                <a:lnTo>
                  <a:pt x="1063628" y="58403"/>
                </a:lnTo>
                <a:lnTo>
                  <a:pt x="1063328" y="59331"/>
                </a:lnTo>
                <a:lnTo>
                  <a:pt x="1063045" y="60272"/>
                </a:lnTo>
                <a:lnTo>
                  <a:pt x="1062779" y="61227"/>
                </a:lnTo>
                <a:lnTo>
                  <a:pt x="1062530" y="62195"/>
                </a:lnTo>
                <a:lnTo>
                  <a:pt x="1062299" y="63177"/>
                </a:lnTo>
                <a:lnTo>
                  <a:pt x="1062085" y="64172"/>
                </a:lnTo>
                <a:lnTo>
                  <a:pt x="1061887" y="65181"/>
                </a:lnTo>
                <a:lnTo>
                  <a:pt x="1061707" y="66203"/>
                </a:lnTo>
                <a:lnTo>
                  <a:pt x="1061544" y="67238"/>
                </a:lnTo>
                <a:lnTo>
                  <a:pt x="1061398" y="68287"/>
                </a:lnTo>
                <a:lnTo>
                  <a:pt x="1061270" y="69350"/>
                </a:lnTo>
                <a:lnTo>
                  <a:pt x="1061158" y="70426"/>
                </a:lnTo>
                <a:lnTo>
                  <a:pt x="1061064" y="71515"/>
                </a:lnTo>
                <a:lnTo>
                  <a:pt x="1060987" y="72618"/>
                </a:lnTo>
                <a:lnTo>
                  <a:pt x="1060927" y="73734"/>
                </a:lnTo>
                <a:lnTo>
                  <a:pt x="1060884" y="74864"/>
                </a:lnTo>
                <a:lnTo>
                  <a:pt x="1060858" y="76007"/>
                </a:lnTo>
                <a:lnTo>
                  <a:pt x="1060850" y="77164"/>
                </a:lnTo>
                <a:lnTo>
                  <a:pt x="1060858" y="78357"/>
                </a:lnTo>
                <a:lnTo>
                  <a:pt x="1060885" y="79537"/>
                </a:lnTo>
                <a:lnTo>
                  <a:pt x="1060929" y="80702"/>
                </a:lnTo>
                <a:lnTo>
                  <a:pt x="1060990" y="81852"/>
                </a:lnTo>
                <a:lnTo>
                  <a:pt x="1061070" y="82988"/>
                </a:lnTo>
                <a:lnTo>
                  <a:pt x="1061167" y="84110"/>
                </a:lnTo>
                <a:lnTo>
                  <a:pt x="1061281" y="85217"/>
                </a:lnTo>
                <a:lnTo>
                  <a:pt x="1061413" y="86311"/>
                </a:lnTo>
                <a:lnTo>
                  <a:pt x="1061563" y="87389"/>
                </a:lnTo>
                <a:lnTo>
                  <a:pt x="1061730" y="88453"/>
                </a:lnTo>
                <a:lnTo>
                  <a:pt x="1061915" y="89503"/>
                </a:lnTo>
                <a:lnTo>
                  <a:pt x="1062118" y="90539"/>
                </a:lnTo>
                <a:lnTo>
                  <a:pt x="1062338" y="91560"/>
                </a:lnTo>
                <a:lnTo>
                  <a:pt x="1062576" y="92567"/>
                </a:lnTo>
                <a:lnTo>
                  <a:pt x="1062831" y="93559"/>
                </a:lnTo>
                <a:lnTo>
                  <a:pt x="1063104" y="94537"/>
                </a:lnTo>
                <a:lnTo>
                  <a:pt x="1063395" y="95501"/>
                </a:lnTo>
                <a:lnTo>
                  <a:pt x="1063703" y="96450"/>
                </a:lnTo>
                <a:lnTo>
                  <a:pt x="1064029" y="97385"/>
                </a:lnTo>
                <a:lnTo>
                  <a:pt x="1064373" y="98305"/>
                </a:lnTo>
                <a:lnTo>
                  <a:pt x="1064734" y="99211"/>
                </a:lnTo>
                <a:lnTo>
                  <a:pt x="1065113" y="100103"/>
                </a:lnTo>
                <a:lnTo>
                  <a:pt x="1065509" y="100981"/>
                </a:lnTo>
                <a:lnTo>
                  <a:pt x="1065923" y="101844"/>
                </a:lnTo>
                <a:lnTo>
                  <a:pt x="1066354" y="102691"/>
                </a:lnTo>
                <a:lnTo>
                  <a:pt x="1066802" y="103521"/>
                </a:lnTo>
                <a:lnTo>
                  <a:pt x="1067266" y="104335"/>
                </a:lnTo>
                <a:lnTo>
                  <a:pt x="1067748" y="105132"/>
                </a:lnTo>
                <a:lnTo>
                  <a:pt x="1068245" y="105912"/>
                </a:lnTo>
                <a:lnTo>
                  <a:pt x="1068760" y="106676"/>
                </a:lnTo>
                <a:lnTo>
                  <a:pt x="1069291" y="107422"/>
                </a:lnTo>
                <a:lnTo>
                  <a:pt x="1069839" y="108152"/>
                </a:lnTo>
                <a:lnTo>
                  <a:pt x="1070404" y="108866"/>
                </a:lnTo>
                <a:lnTo>
                  <a:pt x="1070985" y="109562"/>
                </a:lnTo>
                <a:lnTo>
                  <a:pt x="1071583" y="110242"/>
                </a:lnTo>
                <a:lnTo>
                  <a:pt x="1072198" y="110906"/>
                </a:lnTo>
                <a:lnTo>
                  <a:pt x="1072829" y="111552"/>
                </a:lnTo>
                <a:lnTo>
                  <a:pt x="1073477" y="112182"/>
                </a:lnTo>
                <a:lnTo>
                  <a:pt x="1074142" y="112795"/>
                </a:lnTo>
                <a:lnTo>
                  <a:pt x="1074824" y="113391"/>
                </a:lnTo>
                <a:lnTo>
                  <a:pt x="1075522" y="113970"/>
                </a:lnTo>
                <a:lnTo>
                  <a:pt x="1076237" y="114533"/>
                </a:lnTo>
                <a:lnTo>
                  <a:pt x="1076968" y="115079"/>
                </a:lnTo>
                <a:lnTo>
                  <a:pt x="1077716" y="115609"/>
                </a:lnTo>
                <a:lnTo>
                  <a:pt x="1078481" y="116121"/>
                </a:lnTo>
                <a:lnTo>
                  <a:pt x="1079263" y="116617"/>
                </a:lnTo>
                <a:lnTo>
                  <a:pt x="1080061" y="117096"/>
                </a:lnTo>
                <a:lnTo>
                  <a:pt x="1080876" y="117559"/>
                </a:lnTo>
                <a:lnTo>
                  <a:pt x="1081707" y="118003"/>
                </a:lnTo>
                <a:lnTo>
                  <a:pt x="1082555" y="118429"/>
                </a:lnTo>
                <a:lnTo>
                  <a:pt x="1083418" y="118836"/>
                </a:lnTo>
                <a:lnTo>
                  <a:pt x="1084298" y="119224"/>
                </a:lnTo>
                <a:lnTo>
                  <a:pt x="1085194" y="119593"/>
                </a:lnTo>
                <a:lnTo>
                  <a:pt x="1086105" y="119943"/>
                </a:lnTo>
                <a:lnTo>
                  <a:pt x="1087033" y="120274"/>
                </a:lnTo>
                <a:lnTo>
                  <a:pt x="1087977" y="120586"/>
                </a:lnTo>
                <a:lnTo>
                  <a:pt x="1088937" y="120879"/>
                </a:lnTo>
                <a:lnTo>
                  <a:pt x="1089913" y="121154"/>
                </a:lnTo>
                <a:lnTo>
                  <a:pt x="1090905" y="121409"/>
                </a:lnTo>
                <a:lnTo>
                  <a:pt x="1091913" y="121645"/>
                </a:lnTo>
                <a:lnTo>
                  <a:pt x="1092937" y="121863"/>
                </a:lnTo>
                <a:lnTo>
                  <a:pt x="1093977" y="122062"/>
                </a:lnTo>
                <a:lnTo>
                  <a:pt x="1095034" y="122241"/>
                </a:lnTo>
                <a:lnTo>
                  <a:pt x="1096106" y="122402"/>
                </a:lnTo>
                <a:lnTo>
                  <a:pt x="1097195" y="122544"/>
                </a:lnTo>
                <a:lnTo>
                  <a:pt x="1098299" y="122667"/>
                </a:lnTo>
                <a:lnTo>
                  <a:pt x="1099420" y="122771"/>
                </a:lnTo>
                <a:lnTo>
                  <a:pt x="1100557" y="122856"/>
                </a:lnTo>
                <a:lnTo>
                  <a:pt x="1101709" y="122923"/>
                </a:lnTo>
                <a:lnTo>
                  <a:pt x="1102878" y="122970"/>
                </a:lnTo>
                <a:lnTo>
                  <a:pt x="1104063" y="122998"/>
                </a:lnTo>
                <a:lnTo>
                  <a:pt x="1105264" y="123008"/>
                </a:lnTo>
                <a:lnTo>
                  <a:pt x="1106245" y="123002"/>
                </a:lnTo>
                <a:lnTo>
                  <a:pt x="1107216" y="122984"/>
                </a:lnTo>
                <a:lnTo>
                  <a:pt x="1108177" y="122955"/>
                </a:lnTo>
                <a:lnTo>
                  <a:pt x="1109127" y="122914"/>
                </a:lnTo>
                <a:lnTo>
                  <a:pt x="1110067" y="122861"/>
                </a:lnTo>
                <a:close/>
                <a:moveTo>
                  <a:pt x="1085129" y="63518"/>
                </a:moveTo>
                <a:lnTo>
                  <a:pt x="1085262" y="62844"/>
                </a:lnTo>
                <a:lnTo>
                  <a:pt x="1085412" y="62185"/>
                </a:lnTo>
                <a:lnTo>
                  <a:pt x="1085579" y="61541"/>
                </a:lnTo>
                <a:lnTo>
                  <a:pt x="1085761" y="60912"/>
                </a:lnTo>
                <a:lnTo>
                  <a:pt x="1085960" y="60298"/>
                </a:lnTo>
                <a:lnTo>
                  <a:pt x="1086175" y="59699"/>
                </a:lnTo>
                <a:lnTo>
                  <a:pt x="1086406" y="59115"/>
                </a:lnTo>
                <a:lnTo>
                  <a:pt x="1086653" y="58546"/>
                </a:lnTo>
                <a:lnTo>
                  <a:pt x="1086917" y="57992"/>
                </a:lnTo>
                <a:lnTo>
                  <a:pt x="1087196" y="57453"/>
                </a:lnTo>
                <a:lnTo>
                  <a:pt x="1087492" y="56929"/>
                </a:lnTo>
                <a:lnTo>
                  <a:pt x="1087805" y="56419"/>
                </a:lnTo>
                <a:lnTo>
                  <a:pt x="1088133" y="55925"/>
                </a:lnTo>
                <a:lnTo>
                  <a:pt x="1088478" y="55446"/>
                </a:lnTo>
                <a:lnTo>
                  <a:pt x="1088839" y="54981"/>
                </a:lnTo>
                <a:lnTo>
                  <a:pt x="1089216" y="54532"/>
                </a:lnTo>
                <a:lnTo>
                  <a:pt x="1089609" y="54098"/>
                </a:lnTo>
                <a:lnTo>
                  <a:pt x="1090019" y="53678"/>
                </a:lnTo>
                <a:lnTo>
                  <a:pt x="1090444" y="53273"/>
                </a:lnTo>
                <a:lnTo>
                  <a:pt x="1090883" y="52885"/>
                </a:lnTo>
                <a:lnTo>
                  <a:pt x="1091333" y="52512"/>
                </a:lnTo>
                <a:lnTo>
                  <a:pt x="1091793" y="52157"/>
                </a:lnTo>
                <a:lnTo>
                  <a:pt x="1092263" y="51818"/>
                </a:lnTo>
                <a:lnTo>
                  <a:pt x="1092743" y="51495"/>
                </a:lnTo>
                <a:lnTo>
                  <a:pt x="1093234" y="51189"/>
                </a:lnTo>
                <a:lnTo>
                  <a:pt x="1093735" y="50899"/>
                </a:lnTo>
                <a:lnTo>
                  <a:pt x="1094247" y="50626"/>
                </a:lnTo>
                <a:lnTo>
                  <a:pt x="1094769" y="50370"/>
                </a:lnTo>
                <a:lnTo>
                  <a:pt x="1095301" y="50130"/>
                </a:lnTo>
                <a:lnTo>
                  <a:pt x="1095844" y="49907"/>
                </a:lnTo>
                <a:lnTo>
                  <a:pt x="1096397" y="49700"/>
                </a:lnTo>
                <a:lnTo>
                  <a:pt x="1096960" y="49510"/>
                </a:lnTo>
                <a:lnTo>
                  <a:pt x="1097534" y="49336"/>
                </a:lnTo>
                <a:lnTo>
                  <a:pt x="1098118" y="49179"/>
                </a:lnTo>
                <a:lnTo>
                  <a:pt x="1098712" y="49038"/>
                </a:lnTo>
                <a:lnTo>
                  <a:pt x="1099317" y="48914"/>
                </a:lnTo>
                <a:lnTo>
                  <a:pt x="1099932" y="48807"/>
                </a:lnTo>
                <a:lnTo>
                  <a:pt x="1100557" y="48716"/>
                </a:lnTo>
                <a:lnTo>
                  <a:pt x="1101193" y="48641"/>
                </a:lnTo>
                <a:lnTo>
                  <a:pt x="1101839" y="48583"/>
                </a:lnTo>
                <a:lnTo>
                  <a:pt x="1102496" y="48542"/>
                </a:lnTo>
                <a:lnTo>
                  <a:pt x="1103163" y="48517"/>
                </a:lnTo>
                <a:lnTo>
                  <a:pt x="1103840" y="48509"/>
                </a:lnTo>
                <a:lnTo>
                  <a:pt x="1104502" y="48517"/>
                </a:lnTo>
                <a:lnTo>
                  <a:pt x="1105155" y="48541"/>
                </a:lnTo>
                <a:lnTo>
                  <a:pt x="1105797" y="48581"/>
                </a:lnTo>
                <a:lnTo>
                  <a:pt x="1106430" y="48637"/>
                </a:lnTo>
                <a:lnTo>
                  <a:pt x="1107052" y="48710"/>
                </a:lnTo>
                <a:lnTo>
                  <a:pt x="1107664" y="48798"/>
                </a:lnTo>
                <a:lnTo>
                  <a:pt x="1108267" y="48903"/>
                </a:lnTo>
                <a:lnTo>
                  <a:pt x="1108859" y="49023"/>
                </a:lnTo>
                <a:lnTo>
                  <a:pt x="1109441" y="49160"/>
                </a:lnTo>
                <a:lnTo>
                  <a:pt x="1110013" y="49312"/>
                </a:lnTo>
                <a:lnTo>
                  <a:pt x="1110575" y="49481"/>
                </a:lnTo>
                <a:lnTo>
                  <a:pt x="1111127" y="49666"/>
                </a:lnTo>
                <a:lnTo>
                  <a:pt x="1111669" y="49867"/>
                </a:lnTo>
                <a:lnTo>
                  <a:pt x="1112201" y="50084"/>
                </a:lnTo>
                <a:lnTo>
                  <a:pt x="1112723" y="50317"/>
                </a:lnTo>
                <a:lnTo>
                  <a:pt x="1113235" y="50566"/>
                </a:lnTo>
                <a:lnTo>
                  <a:pt x="1113737" y="50831"/>
                </a:lnTo>
                <a:lnTo>
                  <a:pt x="1114229" y="51112"/>
                </a:lnTo>
                <a:lnTo>
                  <a:pt x="1114710" y="51410"/>
                </a:lnTo>
                <a:lnTo>
                  <a:pt x="1115182" y="51723"/>
                </a:lnTo>
                <a:lnTo>
                  <a:pt x="1115644" y="52052"/>
                </a:lnTo>
                <a:lnTo>
                  <a:pt x="1116095" y="52398"/>
                </a:lnTo>
                <a:lnTo>
                  <a:pt x="1116537" y="52760"/>
                </a:lnTo>
                <a:lnTo>
                  <a:pt x="1116968" y="53137"/>
                </a:lnTo>
                <a:lnTo>
                  <a:pt x="1117387" y="53531"/>
                </a:lnTo>
                <a:lnTo>
                  <a:pt x="1117788" y="53941"/>
                </a:lnTo>
                <a:lnTo>
                  <a:pt x="1118172" y="54368"/>
                </a:lnTo>
                <a:lnTo>
                  <a:pt x="1118540" y="54811"/>
                </a:lnTo>
                <a:lnTo>
                  <a:pt x="1118890" y="55270"/>
                </a:lnTo>
                <a:lnTo>
                  <a:pt x="1119224" y="55746"/>
                </a:lnTo>
                <a:lnTo>
                  <a:pt x="1119541" y="56238"/>
                </a:lnTo>
                <a:lnTo>
                  <a:pt x="1119841" y="56747"/>
                </a:lnTo>
                <a:lnTo>
                  <a:pt x="1120125" y="57272"/>
                </a:lnTo>
                <a:lnTo>
                  <a:pt x="1120391" y="57813"/>
                </a:lnTo>
                <a:lnTo>
                  <a:pt x="1120641" y="58371"/>
                </a:lnTo>
                <a:lnTo>
                  <a:pt x="1120874" y="58945"/>
                </a:lnTo>
                <a:lnTo>
                  <a:pt x="1121090" y="59535"/>
                </a:lnTo>
                <a:lnTo>
                  <a:pt x="1121289" y="60142"/>
                </a:lnTo>
                <a:lnTo>
                  <a:pt x="1121471" y="60765"/>
                </a:lnTo>
                <a:lnTo>
                  <a:pt x="1121636" y="61405"/>
                </a:lnTo>
                <a:lnTo>
                  <a:pt x="1121785" y="62061"/>
                </a:lnTo>
                <a:lnTo>
                  <a:pt x="1121917" y="62733"/>
                </a:lnTo>
                <a:lnTo>
                  <a:pt x="1122032" y="63422"/>
                </a:lnTo>
                <a:lnTo>
                  <a:pt x="1122130" y="64127"/>
                </a:lnTo>
                <a:lnTo>
                  <a:pt x="1122211" y="64849"/>
                </a:lnTo>
                <a:lnTo>
                  <a:pt x="1122275" y="65586"/>
                </a:lnTo>
                <a:lnTo>
                  <a:pt x="1122323" y="66341"/>
                </a:lnTo>
                <a:lnTo>
                  <a:pt x="1122353" y="67111"/>
                </a:lnTo>
                <a:lnTo>
                  <a:pt x="1084703" y="67111"/>
                </a:lnTo>
                <a:lnTo>
                  <a:pt x="1084756" y="66363"/>
                </a:lnTo>
                <a:lnTo>
                  <a:pt x="1084825" y="65629"/>
                </a:lnTo>
                <a:lnTo>
                  <a:pt x="1084910" y="64910"/>
                </a:lnTo>
                <a:lnTo>
                  <a:pt x="1085011" y="64207"/>
                </a:lnTo>
                <a:lnTo>
                  <a:pt x="1085129" y="63518"/>
                </a:lnTo>
                <a:close/>
                <a:moveTo>
                  <a:pt x="1444935" y="122914"/>
                </a:moveTo>
                <a:lnTo>
                  <a:pt x="1445875" y="122861"/>
                </a:lnTo>
                <a:lnTo>
                  <a:pt x="1446805" y="122796"/>
                </a:lnTo>
                <a:lnTo>
                  <a:pt x="1447724" y="122720"/>
                </a:lnTo>
                <a:lnTo>
                  <a:pt x="1448633" y="122632"/>
                </a:lnTo>
                <a:lnTo>
                  <a:pt x="1449531" y="122532"/>
                </a:lnTo>
                <a:lnTo>
                  <a:pt x="1450419" y="122421"/>
                </a:lnTo>
                <a:lnTo>
                  <a:pt x="1451297" y="122297"/>
                </a:lnTo>
                <a:lnTo>
                  <a:pt x="1452165" y="122162"/>
                </a:lnTo>
                <a:lnTo>
                  <a:pt x="1453022" y="122015"/>
                </a:lnTo>
                <a:lnTo>
                  <a:pt x="1453868" y="121857"/>
                </a:lnTo>
                <a:lnTo>
                  <a:pt x="1454705" y="121687"/>
                </a:lnTo>
                <a:lnTo>
                  <a:pt x="1455531" y="121504"/>
                </a:lnTo>
                <a:lnTo>
                  <a:pt x="1456346" y="121311"/>
                </a:lnTo>
                <a:lnTo>
                  <a:pt x="1457152" y="121105"/>
                </a:lnTo>
                <a:lnTo>
                  <a:pt x="1457947" y="120888"/>
                </a:lnTo>
                <a:lnTo>
                  <a:pt x="1458731" y="120659"/>
                </a:lnTo>
                <a:lnTo>
                  <a:pt x="1459506" y="120418"/>
                </a:lnTo>
                <a:lnTo>
                  <a:pt x="1460269" y="120166"/>
                </a:lnTo>
                <a:lnTo>
                  <a:pt x="1461023" y="119901"/>
                </a:lnTo>
                <a:lnTo>
                  <a:pt x="1461766" y="119625"/>
                </a:lnTo>
                <a:lnTo>
                  <a:pt x="1462498" y="119338"/>
                </a:lnTo>
                <a:lnTo>
                  <a:pt x="1463216" y="119038"/>
                </a:lnTo>
                <a:lnTo>
                  <a:pt x="1463922" y="118726"/>
                </a:lnTo>
                <a:lnTo>
                  <a:pt x="1464614" y="118402"/>
                </a:lnTo>
                <a:lnTo>
                  <a:pt x="1465294" y="118065"/>
                </a:lnTo>
                <a:lnTo>
                  <a:pt x="1465961" y="117717"/>
                </a:lnTo>
                <a:lnTo>
                  <a:pt x="1466614" y="117357"/>
                </a:lnTo>
                <a:lnTo>
                  <a:pt x="1467255" y="116985"/>
                </a:lnTo>
                <a:lnTo>
                  <a:pt x="1467883" y="116601"/>
                </a:lnTo>
                <a:lnTo>
                  <a:pt x="1468497" y="116204"/>
                </a:lnTo>
                <a:lnTo>
                  <a:pt x="1469099" y="115796"/>
                </a:lnTo>
                <a:lnTo>
                  <a:pt x="1469688" y="115375"/>
                </a:lnTo>
                <a:lnTo>
                  <a:pt x="1470264" y="114943"/>
                </a:lnTo>
                <a:lnTo>
                  <a:pt x="1470826" y="114498"/>
                </a:lnTo>
                <a:lnTo>
                  <a:pt x="1471376" y="114042"/>
                </a:lnTo>
                <a:lnTo>
                  <a:pt x="1471913" y="113573"/>
                </a:lnTo>
                <a:lnTo>
                  <a:pt x="1472437" y="113092"/>
                </a:lnTo>
                <a:lnTo>
                  <a:pt x="1472948" y="112599"/>
                </a:lnTo>
                <a:lnTo>
                  <a:pt x="1473446" y="112095"/>
                </a:lnTo>
                <a:lnTo>
                  <a:pt x="1473931" y="111578"/>
                </a:lnTo>
                <a:lnTo>
                  <a:pt x="1474402" y="111049"/>
                </a:lnTo>
                <a:lnTo>
                  <a:pt x="1474861" y="110508"/>
                </a:lnTo>
                <a:lnTo>
                  <a:pt x="1475307" y="109955"/>
                </a:lnTo>
                <a:lnTo>
                  <a:pt x="1475740" y="109390"/>
                </a:lnTo>
                <a:lnTo>
                  <a:pt x="1476159" y="108813"/>
                </a:lnTo>
                <a:lnTo>
                  <a:pt x="1476561" y="108224"/>
                </a:lnTo>
                <a:lnTo>
                  <a:pt x="1476947" y="107623"/>
                </a:lnTo>
                <a:lnTo>
                  <a:pt x="1477316" y="107010"/>
                </a:lnTo>
                <a:lnTo>
                  <a:pt x="1477670" y="106385"/>
                </a:lnTo>
                <a:lnTo>
                  <a:pt x="1478007" y="105749"/>
                </a:lnTo>
                <a:lnTo>
                  <a:pt x="1478328" y="105100"/>
                </a:lnTo>
                <a:lnTo>
                  <a:pt x="1478633" y="104440"/>
                </a:lnTo>
                <a:lnTo>
                  <a:pt x="1478922" y="103768"/>
                </a:lnTo>
                <a:lnTo>
                  <a:pt x="1479194" y="103083"/>
                </a:lnTo>
                <a:lnTo>
                  <a:pt x="1479450" y="102387"/>
                </a:lnTo>
                <a:lnTo>
                  <a:pt x="1479690" y="101679"/>
                </a:lnTo>
                <a:lnTo>
                  <a:pt x="1479914" y="100960"/>
                </a:lnTo>
                <a:lnTo>
                  <a:pt x="1480121" y="100228"/>
                </a:lnTo>
                <a:lnTo>
                  <a:pt x="1480312" y="99484"/>
                </a:lnTo>
                <a:lnTo>
                  <a:pt x="1480487" y="98729"/>
                </a:lnTo>
                <a:lnTo>
                  <a:pt x="1480646" y="97961"/>
                </a:lnTo>
                <a:lnTo>
                  <a:pt x="1480789" y="97182"/>
                </a:lnTo>
                <a:lnTo>
                  <a:pt x="1480915" y="96391"/>
                </a:lnTo>
                <a:lnTo>
                  <a:pt x="1481025" y="95587"/>
                </a:lnTo>
                <a:lnTo>
                  <a:pt x="1481119" y="94772"/>
                </a:lnTo>
                <a:lnTo>
                  <a:pt x="1481197" y="93945"/>
                </a:lnTo>
                <a:lnTo>
                  <a:pt x="1481258" y="93107"/>
                </a:lnTo>
                <a:lnTo>
                  <a:pt x="1481303" y="92256"/>
                </a:lnTo>
                <a:lnTo>
                  <a:pt x="1458072" y="92256"/>
                </a:lnTo>
                <a:lnTo>
                  <a:pt x="1458057" y="92816"/>
                </a:lnTo>
                <a:lnTo>
                  <a:pt x="1458026" y="93364"/>
                </a:lnTo>
                <a:lnTo>
                  <a:pt x="1457979" y="93900"/>
                </a:lnTo>
                <a:lnTo>
                  <a:pt x="1457917" y="94425"/>
                </a:lnTo>
                <a:lnTo>
                  <a:pt x="1457838" y="94938"/>
                </a:lnTo>
                <a:lnTo>
                  <a:pt x="1457744" y="95440"/>
                </a:lnTo>
                <a:lnTo>
                  <a:pt x="1457634" y="95930"/>
                </a:lnTo>
                <a:lnTo>
                  <a:pt x="1457509" y="96408"/>
                </a:lnTo>
                <a:lnTo>
                  <a:pt x="1457367" y="96875"/>
                </a:lnTo>
                <a:lnTo>
                  <a:pt x="1457210" y="97330"/>
                </a:lnTo>
                <a:lnTo>
                  <a:pt x="1457037" y="97773"/>
                </a:lnTo>
                <a:lnTo>
                  <a:pt x="1456849" y="98205"/>
                </a:lnTo>
                <a:lnTo>
                  <a:pt x="1456644" y="98626"/>
                </a:lnTo>
                <a:lnTo>
                  <a:pt x="1456424" y="99034"/>
                </a:lnTo>
                <a:lnTo>
                  <a:pt x="1456188" y="99431"/>
                </a:lnTo>
                <a:lnTo>
                  <a:pt x="1455936" y="99816"/>
                </a:lnTo>
                <a:lnTo>
                  <a:pt x="1455669" y="100190"/>
                </a:lnTo>
                <a:lnTo>
                  <a:pt x="1455386" y="100552"/>
                </a:lnTo>
                <a:lnTo>
                  <a:pt x="1455087" y="100903"/>
                </a:lnTo>
                <a:lnTo>
                  <a:pt x="1454772" y="101241"/>
                </a:lnTo>
                <a:lnTo>
                  <a:pt x="1454441" y="101569"/>
                </a:lnTo>
                <a:lnTo>
                  <a:pt x="1454095" y="101884"/>
                </a:lnTo>
                <a:lnTo>
                  <a:pt x="1453733" y="102188"/>
                </a:lnTo>
                <a:lnTo>
                  <a:pt x="1453355" y="102480"/>
                </a:lnTo>
                <a:lnTo>
                  <a:pt x="1452964" y="102761"/>
                </a:lnTo>
                <a:lnTo>
                  <a:pt x="1452563" y="103030"/>
                </a:lnTo>
                <a:lnTo>
                  <a:pt x="1452151" y="103286"/>
                </a:lnTo>
                <a:lnTo>
                  <a:pt x="1451728" y="103531"/>
                </a:lnTo>
                <a:lnTo>
                  <a:pt x="1451295" y="103764"/>
                </a:lnTo>
                <a:lnTo>
                  <a:pt x="1450852" y="103985"/>
                </a:lnTo>
                <a:lnTo>
                  <a:pt x="1450398" y="104193"/>
                </a:lnTo>
                <a:lnTo>
                  <a:pt x="1449933" y="104390"/>
                </a:lnTo>
                <a:lnTo>
                  <a:pt x="1449458" y="104575"/>
                </a:lnTo>
                <a:lnTo>
                  <a:pt x="1448973" y="104749"/>
                </a:lnTo>
                <a:lnTo>
                  <a:pt x="1448477" y="104910"/>
                </a:lnTo>
                <a:lnTo>
                  <a:pt x="1447970" y="105059"/>
                </a:lnTo>
                <a:lnTo>
                  <a:pt x="1447453" y="105196"/>
                </a:lnTo>
                <a:lnTo>
                  <a:pt x="1446926" y="105321"/>
                </a:lnTo>
                <a:lnTo>
                  <a:pt x="1446387" y="105435"/>
                </a:lnTo>
                <a:lnTo>
                  <a:pt x="1445839" y="105536"/>
                </a:lnTo>
                <a:lnTo>
                  <a:pt x="1445280" y="105626"/>
                </a:lnTo>
                <a:lnTo>
                  <a:pt x="1444710" y="105703"/>
                </a:lnTo>
                <a:lnTo>
                  <a:pt x="1444130" y="105769"/>
                </a:lnTo>
                <a:lnTo>
                  <a:pt x="1443540" y="105823"/>
                </a:lnTo>
                <a:lnTo>
                  <a:pt x="1442938" y="105865"/>
                </a:lnTo>
                <a:lnTo>
                  <a:pt x="1442327" y="105894"/>
                </a:lnTo>
                <a:lnTo>
                  <a:pt x="1441705" y="105912"/>
                </a:lnTo>
                <a:lnTo>
                  <a:pt x="1441072" y="105918"/>
                </a:lnTo>
                <a:lnTo>
                  <a:pt x="1440461" y="105913"/>
                </a:lnTo>
                <a:lnTo>
                  <a:pt x="1439861" y="105895"/>
                </a:lnTo>
                <a:lnTo>
                  <a:pt x="1439270" y="105866"/>
                </a:lnTo>
                <a:lnTo>
                  <a:pt x="1438689" y="105826"/>
                </a:lnTo>
                <a:lnTo>
                  <a:pt x="1438118" y="105774"/>
                </a:lnTo>
                <a:lnTo>
                  <a:pt x="1437556" y="105711"/>
                </a:lnTo>
                <a:lnTo>
                  <a:pt x="1437005" y="105636"/>
                </a:lnTo>
                <a:lnTo>
                  <a:pt x="1436464" y="105549"/>
                </a:lnTo>
                <a:lnTo>
                  <a:pt x="1435932" y="105451"/>
                </a:lnTo>
                <a:lnTo>
                  <a:pt x="1435410" y="105342"/>
                </a:lnTo>
                <a:lnTo>
                  <a:pt x="1434898" y="105221"/>
                </a:lnTo>
                <a:lnTo>
                  <a:pt x="1434397" y="105088"/>
                </a:lnTo>
                <a:lnTo>
                  <a:pt x="1433905" y="104944"/>
                </a:lnTo>
                <a:lnTo>
                  <a:pt x="1433422" y="104788"/>
                </a:lnTo>
                <a:lnTo>
                  <a:pt x="1432950" y="104621"/>
                </a:lnTo>
                <a:lnTo>
                  <a:pt x="1432488" y="104442"/>
                </a:lnTo>
                <a:lnTo>
                  <a:pt x="1432035" y="104252"/>
                </a:lnTo>
                <a:lnTo>
                  <a:pt x="1431593" y="104050"/>
                </a:lnTo>
                <a:lnTo>
                  <a:pt x="1431160" y="103837"/>
                </a:lnTo>
                <a:lnTo>
                  <a:pt x="1430737" y="103612"/>
                </a:lnTo>
                <a:lnTo>
                  <a:pt x="1430324" y="103376"/>
                </a:lnTo>
                <a:lnTo>
                  <a:pt x="1429921" y="103128"/>
                </a:lnTo>
                <a:lnTo>
                  <a:pt x="1429528" y="102868"/>
                </a:lnTo>
                <a:lnTo>
                  <a:pt x="1429145" y="102597"/>
                </a:lnTo>
                <a:lnTo>
                  <a:pt x="1428771" y="102317"/>
                </a:lnTo>
                <a:lnTo>
                  <a:pt x="1428406" y="102028"/>
                </a:lnTo>
                <a:lnTo>
                  <a:pt x="1428049" y="101733"/>
                </a:lnTo>
                <a:lnTo>
                  <a:pt x="1427700" y="101430"/>
                </a:lnTo>
                <a:lnTo>
                  <a:pt x="1427360" y="101120"/>
                </a:lnTo>
                <a:lnTo>
                  <a:pt x="1427028" y="100802"/>
                </a:lnTo>
                <a:lnTo>
                  <a:pt x="1426705" y="100476"/>
                </a:lnTo>
                <a:lnTo>
                  <a:pt x="1426391" y="100144"/>
                </a:lnTo>
                <a:lnTo>
                  <a:pt x="1426085" y="99804"/>
                </a:lnTo>
                <a:lnTo>
                  <a:pt x="1425787" y="99456"/>
                </a:lnTo>
                <a:lnTo>
                  <a:pt x="1425498" y="99101"/>
                </a:lnTo>
                <a:lnTo>
                  <a:pt x="1425218" y="98739"/>
                </a:lnTo>
                <a:lnTo>
                  <a:pt x="1424946" y="98369"/>
                </a:lnTo>
                <a:lnTo>
                  <a:pt x="1424682" y="97992"/>
                </a:lnTo>
                <a:lnTo>
                  <a:pt x="1424427" y="97607"/>
                </a:lnTo>
                <a:lnTo>
                  <a:pt x="1424181" y="97215"/>
                </a:lnTo>
                <a:lnTo>
                  <a:pt x="1423942" y="96815"/>
                </a:lnTo>
                <a:lnTo>
                  <a:pt x="1423713" y="96408"/>
                </a:lnTo>
                <a:lnTo>
                  <a:pt x="1423492" y="95994"/>
                </a:lnTo>
                <a:lnTo>
                  <a:pt x="1423279" y="95572"/>
                </a:lnTo>
                <a:lnTo>
                  <a:pt x="1423075" y="95143"/>
                </a:lnTo>
                <a:lnTo>
                  <a:pt x="1422880" y="94706"/>
                </a:lnTo>
                <a:lnTo>
                  <a:pt x="1422693" y="94262"/>
                </a:lnTo>
                <a:lnTo>
                  <a:pt x="1422514" y="93811"/>
                </a:lnTo>
                <a:lnTo>
                  <a:pt x="1422343" y="93354"/>
                </a:lnTo>
                <a:lnTo>
                  <a:pt x="1422179" y="92894"/>
                </a:lnTo>
                <a:lnTo>
                  <a:pt x="1422021" y="92432"/>
                </a:lnTo>
                <a:lnTo>
                  <a:pt x="1421870" y="91967"/>
                </a:lnTo>
                <a:lnTo>
                  <a:pt x="1421726" y="91499"/>
                </a:lnTo>
                <a:lnTo>
                  <a:pt x="1421588" y="91028"/>
                </a:lnTo>
                <a:lnTo>
                  <a:pt x="1421457" y="90554"/>
                </a:lnTo>
                <a:lnTo>
                  <a:pt x="1421332" y="90078"/>
                </a:lnTo>
                <a:lnTo>
                  <a:pt x="1421214" y="89598"/>
                </a:lnTo>
                <a:lnTo>
                  <a:pt x="1421103" y="89116"/>
                </a:lnTo>
                <a:lnTo>
                  <a:pt x="1420999" y="88631"/>
                </a:lnTo>
                <a:lnTo>
                  <a:pt x="1420901" y="88143"/>
                </a:lnTo>
                <a:lnTo>
                  <a:pt x="1420810" y="87652"/>
                </a:lnTo>
                <a:lnTo>
                  <a:pt x="1420725" y="87158"/>
                </a:lnTo>
                <a:lnTo>
                  <a:pt x="1420647" y="86662"/>
                </a:lnTo>
                <a:lnTo>
                  <a:pt x="1420576" y="86162"/>
                </a:lnTo>
                <a:lnTo>
                  <a:pt x="1420511" y="85660"/>
                </a:lnTo>
                <a:lnTo>
                  <a:pt x="1420453" y="85155"/>
                </a:lnTo>
                <a:lnTo>
                  <a:pt x="1420402" y="84647"/>
                </a:lnTo>
                <a:lnTo>
                  <a:pt x="1420357" y="84136"/>
                </a:lnTo>
                <a:lnTo>
                  <a:pt x="1420319" y="83622"/>
                </a:lnTo>
                <a:lnTo>
                  <a:pt x="1420287" y="83106"/>
                </a:lnTo>
                <a:lnTo>
                  <a:pt x="1420263" y="82587"/>
                </a:lnTo>
                <a:lnTo>
                  <a:pt x="1420244" y="82064"/>
                </a:lnTo>
                <a:lnTo>
                  <a:pt x="1481214" y="82064"/>
                </a:lnTo>
                <a:lnTo>
                  <a:pt x="1481229" y="81980"/>
                </a:lnTo>
                <a:lnTo>
                  <a:pt x="1481243" y="81894"/>
                </a:lnTo>
                <a:lnTo>
                  <a:pt x="1481257" y="81804"/>
                </a:lnTo>
                <a:lnTo>
                  <a:pt x="1481271" y="81711"/>
                </a:lnTo>
                <a:lnTo>
                  <a:pt x="1481285" y="81615"/>
                </a:lnTo>
                <a:lnTo>
                  <a:pt x="1481298" y="81516"/>
                </a:lnTo>
                <a:lnTo>
                  <a:pt x="1481311" y="81414"/>
                </a:lnTo>
                <a:lnTo>
                  <a:pt x="1481323" y="81309"/>
                </a:lnTo>
                <a:lnTo>
                  <a:pt x="1481335" y="81202"/>
                </a:lnTo>
                <a:lnTo>
                  <a:pt x="1481347" y="81091"/>
                </a:lnTo>
                <a:lnTo>
                  <a:pt x="1481359" y="80977"/>
                </a:lnTo>
                <a:lnTo>
                  <a:pt x="1481370" y="80861"/>
                </a:lnTo>
                <a:lnTo>
                  <a:pt x="1481381" y="80741"/>
                </a:lnTo>
                <a:lnTo>
                  <a:pt x="1481392" y="80619"/>
                </a:lnTo>
                <a:lnTo>
                  <a:pt x="1481402" y="80493"/>
                </a:lnTo>
                <a:lnTo>
                  <a:pt x="1481412" y="80365"/>
                </a:lnTo>
                <a:lnTo>
                  <a:pt x="1481422" y="80233"/>
                </a:lnTo>
                <a:lnTo>
                  <a:pt x="1481431" y="80099"/>
                </a:lnTo>
                <a:lnTo>
                  <a:pt x="1481440" y="79961"/>
                </a:lnTo>
                <a:lnTo>
                  <a:pt x="1481449" y="79821"/>
                </a:lnTo>
                <a:lnTo>
                  <a:pt x="1481458" y="79678"/>
                </a:lnTo>
                <a:lnTo>
                  <a:pt x="1481466" y="79532"/>
                </a:lnTo>
                <a:lnTo>
                  <a:pt x="1481474" y="79382"/>
                </a:lnTo>
                <a:lnTo>
                  <a:pt x="1481481" y="79230"/>
                </a:lnTo>
                <a:lnTo>
                  <a:pt x="1481489" y="79078"/>
                </a:lnTo>
                <a:lnTo>
                  <a:pt x="1481495" y="78928"/>
                </a:lnTo>
                <a:lnTo>
                  <a:pt x="1481502" y="78781"/>
                </a:lnTo>
                <a:lnTo>
                  <a:pt x="1481508" y="78637"/>
                </a:lnTo>
                <a:lnTo>
                  <a:pt x="1481514" y="78495"/>
                </a:lnTo>
                <a:lnTo>
                  <a:pt x="1481520" y="78356"/>
                </a:lnTo>
                <a:lnTo>
                  <a:pt x="1481526" y="78219"/>
                </a:lnTo>
                <a:lnTo>
                  <a:pt x="1481531" y="78086"/>
                </a:lnTo>
                <a:lnTo>
                  <a:pt x="1481536" y="77955"/>
                </a:lnTo>
                <a:lnTo>
                  <a:pt x="1481540" y="77826"/>
                </a:lnTo>
                <a:lnTo>
                  <a:pt x="1481544" y="77700"/>
                </a:lnTo>
                <a:lnTo>
                  <a:pt x="1481548" y="77577"/>
                </a:lnTo>
                <a:lnTo>
                  <a:pt x="1481552" y="77457"/>
                </a:lnTo>
                <a:lnTo>
                  <a:pt x="1481555" y="77339"/>
                </a:lnTo>
                <a:lnTo>
                  <a:pt x="1481558" y="77224"/>
                </a:lnTo>
                <a:lnTo>
                  <a:pt x="1481560" y="77111"/>
                </a:lnTo>
                <a:lnTo>
                  <a:pt x="1481563" y="77001"/>
                </a:lnTo>
                <a:lnTo>
                  <a:pt x="1481565" y="76894"/>
                </a:lnTo>
                <a:lnTo>
                  <a:pt x="1481566" y="76790"/>
                </a:lnTo>
                <a:lnTo>
                  <a:pt x="1481568" y="76688"/>
                </a:lnTo>
                <a:lnTo>
                  <a:pt x="1481569" y="76589"/>
                </a:lnTo>
                <a:lnTo>
                  <a:pt x="1481570" y="76492"/>
                </a:lnTo>
                <a:lnTo>
                  <a:pt x="1481570" y="76398"/>
                </a:lnTo>
                <a:lnTo>
                  <a:pt x="1481570" y="76307"/>
                </a:lnTo>
                <a:lnTo>
                  <a:pt x="1481551" y="74554"/>
                </a:lnTo>
                <a:lnTo>
                  <a:pt x="1481492" y="72836"/>
                </a:lnTo>
                <a:lnTo>
                  <a:pt x="1481394" y="71151"/>
                </a:lnTo>
                <a:lnTo>
                  <a:pt x="1481258" y="69500"/>
                </a:lnTo>
                <a:lnTo>
                  <a:pt x="1481082" y="67883"/>
                </a:lnTo>
                <a:lnTo>
                  <a:pt x="1480867" y="66300"/>
                </a:lnTo>
                <a:lnTo>
                  <a:pt x="1480612" y="64751"/>
                </a:lnTo>
                <a:lnTo>
                  <a:pt x="1480319" y="63236"/>
                </a:lnTo>
                <a:lnTo>
                  <a:pt x="1479987" y="61754"/>
                </a:lnTo>
                <a:lnTo>
                  <a:pt x="1479616" y="60307"/>
                </a:lnTo>
                <a:lnTo>
                  <a:pt x="1479205" y="58893"/>
                </a:lnTo>
                <a:lnTo>
                  <a:pt x="1478755" y="57514"/>
                </a:lnTo>
                <a:lnTo>
                  <a:pt x="1478267" y="56168"/>
                </a:lnTo>
                <a:lnTo>
                  <a:pt x="1477739" y="54856"/>
                </a:lnTo>
                <a:lnTo>
                  <a:pt x="1477172" y="53578"/>
                </a:lnTo>
                <a:lnTo>
                  <a:pt x="1476566" y="52334"/>
                </a:lnTo>
                <a:lnTo>
                  <a:pt x="1475921" y="51124"/>
                </a:lnTo>
                <a:lnTo>
                  <a:pt x="1475237" y="49948"/>
                </a:lnTo>
                <a:lnTo>
                  <a:pt x="1474514" y="48806"/>
                </a:lnTo>
                <a:lnTo>
                  <a:pt x="1473751" y="47697"/>
                </a:lnTo>
                <a:lnTo>
                  <a:pt x="1472950" y="46623"/>
                </a:lnTo>
                <a:lnTo>
                  <a:pt x="1472109" y="45582"/>
                </a:lnTo>
                <a:lnTo>
                  <a:pt x="1471230" y="44575"/>
                </a:lnTo>
                <a:lnTo>
                  <a:pt x="1470311" y="43602"/>
                </a:lnTo>
                <a:lnTo>
                  <a:pt x="1469358" y="42666"/>
                </a:lnTo>
                <a:lnTo>
                  <a:pt x="1468378" y="41770"/>
                </a:lnTo>
                <a:lnTo>
                  <a:pt x="1467369" y="40914"/>
                </a:lnTo>
                <a:lnTo>
                  <a:pt x="1466332" y="40097"/>
                </a:lnTo>
                <a:lnTo>
                  <a:pt x="1465266" y="39321"/>
                </a:lnTo>
                <a:lnTo>
                  <a:pt x="1464172" y="38584"/>
                </a:lnTo>
                <a:lnTo>
                  <a:pt x="1463050" y="37887"/>
                </a:lnTo>
                <a:lnTo>
                  <a:pt x="1461900" y="37230"/>
                </a:lnTo>
                <a:lnTo>
                  <a:pt x="1460721" y="36612"/>
                </a:lnTo>
                <a:lnTo>
                  <a:pt x="1459514" y="36035"/>
                </a:lnTo>
                <a:lnTo>
                  <a:pt x="1458279" y="35497"/>
                </a:lnTo>
                <a:lnTo>
                  <a:pt x="1457015" y="34999"/>
                </a:lnTo>
                <a:lnTo>
                  <a:pt x="1455724" y="34541"/>
                </a:lnTo>
                <a:lnTo>
                  <a:pt x="1454404" y="34123"/>
                </a:lnTo>
                <a:lnTo>
                  <a:pt x="1453055" y="33745"/>
                </a:lnTo>
                <a:lnTo>
                  <a:pt x="1451679" y="33406"/>
                </a:lnTo>
                <a:lnTo>
                  <a:pt x="1450274" y="33107"/>
                </a:lnTo>
                <a:lnTo>
                  <a:pt x="1448841" y="32848"/>
                </a:lnTo>
                <a:lnTo>
                  <a:pt x="1447379" y="32629"/>
                </a:lnTo>
                <a:lnTo>
                  <a:pt x="1445890" y="32450"/>
                </a:lnTo>
                <a:lnTo>
                  <a:pt x="1444372" y="32311"/>
                </a:lnTo>
                <a:lnTo>
                  <a:pt x="1442825" y="32211"/>
                </a:lnTo>
                <a:lnTo>
                  <a:pt x="1441251" y="32151"/>
                </a:lnTo>
                <a:lnTo>
                  <a:pt x="1439648" y="32132"/>
                </a:lnTo>
                <a:lnTo>
                  <a:pt x="1438491" y="32141"/>
                </a:lnTo>
                <a:lnTo>
                  <a:pt x="1437350" y="32169"/>
                </a:lnTo>
                <a:lnTo>
                  <a:pt x="1436223" y="32217"/>
                </a:lnTo>
                <a:lnTo>
                  <a:pt x="1435112" y="32283"/>
                </a:lnTo>
                <a:lnTo>
                  <a:pt x="1434017" y="32368"/>
                </a:lnTo>
                <a:lnTo>
                  <a:pt x="1432936" y="32472"/>
                </a:lnTo>
                <a:lnTo>
                  <a:pt x="1431871" y="32595"/>
                </a:lnTo>
                <a:lnTo>
                  <a:pt x="1430821" y="32737"/>
                </a:lnTo>
                <a:lnTo>
                  <a:pt x="1429787" y="32898"/>
                </a:lnTo>
                <a:lnTo>
                  <a:pt x="1428768" y="33078"/>
                </a:lnTo>
                <a:lnTo>
                  <a:pt x="1427764" y="33276"/>
                </a:lnTo>
                <a:lnTo>
                  <a:pt x="1426775" y="33494"/>
                </a:lnTo>
                <a:lnTo>
                  <a:pt x="1425802" y="33730"/>
                </a:lnTo>
                <a:lnTo>
                  <a:pt x="1424844" y="33986"/>
                </a:lnTo>
                <a:lnTo>
                  <a:pt x="1423901" y="34260"/>
                </a:lnTo>
                <a:lnTo>
                  <a:pt x="1422974" y="34553"/>
                </a:lnTo>
                <a:lnTo>
                  <a:pt x="1422062" y="34865"/>
                </a:lnTo>
                <a:lnTo>
                  <a:pt x="1421165" y="35197"/>
                </a:lnTo>
                <a:lnTo>
                  <a:pt x="1420284" y="35547"/>
                </a:lnTo>
                <a:lnTo>
                  <a:pt x="1419417" y="35915"/>
                </a:lnTo>
                <a:lnTo>
                  <a:pt x="1418567" y="36303"/>
                </a:lnTo>
                <a:lnTo>
                  <a:pt x="1417731" y="36710"/>
                </a:lnTo>
                <a:lnTo>
                  <a:pt x="1416911" y="37136"/>
                </a:lnTo>
                <a:lnTo>
                  <a:pt x="1416106" y="37580"/>
                </a:lnTo>
                <a:lnTo>
                  <a:pt x="1415316" y="38043"/>
                </a:lnTo>
                <a:lnTo>
                  <a:pt x="1414543" y="38521"/>
                </a:lnTo>
                <a:lnTo>
                  <a:pt x="1413786" y="39015"/>
                </a:lnTo>
                <a:lnTo>
                  <a:pt x="1413045" y="39526"/>
                </a:lnTo>
                <a:lnTo>
                  <a:pt x="1412320" y="40052"/>
                </a:lnTo>
                <a:lnTo>
                  <a:pt x="1411611" y="40595"/>
                </a:lnTo>
                <a:lnTo>
                  <a:pt x="1410918" y="41154"/>
                </a:lnTo>
                <a:lnTo>
                  <a:pt x="1410241" y="41729"/>
                </a:lnTo>
                <a:lnTo>
                  <a:pt x="1409580" y="42320"/>
                </a:lnTo>
                <a:lnTo>
                  <a:pt x="1408936" y="42927"/>
                </a:lnTo>
                <a:lnTo>
                  <a:pt x="1408307" y="43550"/>
                </a:lnTo>
                <a:lnTo>
                  <a:pt x="1407694" y="44189"/>
                </a:lnTo>
                <a:lnTo>
                  <a:pt x="1407098" y="44845"/>
                </a:lnTo>
                <a:lnTo>
                  <a:pt x="1406518" y="45516"/>
                </a:lnTo>
                <a:lnTo>
                  <a:pt x="1405953" y="46204"/>
                </a:lnTo>
                <a:lnTo>
                  <a:pt x="1405405" y="46908"/>
                </a:lnTo>
                <a:lnTo>
                  <a:pt x="1404873" y="47628"/>
                </a:lnTo>
                <a:lnTo>
                  <a:pt x="1404357" y="48363"/>
                </a:lnTo>
                <a:lnTo>
                  <a:pt x="1403857" y="49116"/>
                </a:lnTo>
                <a:lnTo>
                  <a:pt x="1403373" y="49884"/>
                </a:lnTo>
                <a:lnTo>
                  <a:pt x="1402905" y="50668"/>
                </a:lnTo>
                <a:lnTo>
                  <a:pt x="1402453" y="51469"/>
                </a:lnTo>
                <a:lnTo>
                  <a:pt x="1402017" y="52285"/>
                </a:lnTo>
                <a:lnTo>
                  <a:pt x="1401597" y="53118"/>
                </a:lnTo>
                <a:lnTo>
                  <a:pt x="1401194" y="53965"/>
                </a:lnTo>
                <a:lnTo>
                  <a:pt x="1400808" y="54826"/>
                </a:lnTo>
                <a:lnTo>
                  <a:pt x="1400440" y="55700"/>
                </a:lnTo>
                <a:lnTo>
                  <a:pt x="1400088" y="56587"/>
                </a:lnTo>
                <a:lnTo>
                  <a:pt x="1399754" y="57488"/>
                </a:lnTo>
                <a:lnTo>
                  <a:pt x="1399436" y="58403"/>
                </a:lnTo>
                <a:lnTo>
                  <a:pt x="1399136" y="59331"/>
                </a:lnTo>
                <a:lnTo>
                  <a:pt x="1398853" y="60272"/>
                </a:lnTo>
                <a:lnTo>
                  <a:pt x="1398587" y="61227"/>
                </a:lnTo>
                <a:lnTo>
                  <a:pt x="1398339" y="62195"/>
                </a:lnTo>
                <a:lnTo>
                  <a:pt x="1398107" y="63177"/>
                </a:lnTo>
                <a:lnTo>
                  <a:pt x="1397893" y="64172"/>
                </a:lnTo>
                <a:lnTo>
                  <a:pt x="1397695" y="65181"/>
                </a:lnTo>
                <a:lnTo>
                  <a:pt x="1397515" y="66203"/>
                </a:lnTo>
                <a:lnTo>
                  <a:pt x="1397352" y="67238"/>
                </a:lnTo>
                <a:lnTo>
                  <a:pt x="1397206" y="68287"/>
                </a:lnTo>
                <a:lnTo>
                  <a:pt x="1397078" y="69350"/>
                </a:lnTo>
                <a:lnTo>
                  <a:pt x="1396966" y="70426"/>
                </a:lnTo>
                <a:lnTo>
                  <a:pt x="1396872" y="71515"/>
                </a:lnTo>
                <a:lnTo>
                  <a:pt x="1396795" y="72618"/>
                </a:lnTo>
                <a:lnTo>
                  <a:pt x="1396735" y="73734"/>
                </a:lnTo>
                <a:lnTo>
                  <a:pt x="1396692" y="74864"/>
                </a:lnTo>
                <a:lnTo>
                  <a:pt x="1396666" y="76007"/>
                </a:lnTo>
                <a:lnTo>
                  <a:pt x="1396658" y="77164"/>
                </a:lnTo>
                <a:lnTo>
                  <a:pt x="1396666" y="78357"/>
                </a:lnTo>
                <a:lnTo>
                  <a:pt x="1396693" y="79537"/>
                </a:lnTo>
                <a:lnTo>
                  <a:pt x="1396737" y="80702"/>
                </a:lnTo>
                <a:lnTo>
                  <a:pt x="1396799" y="81852"/>
                </a:lnTo>
                <a:lnTo>
                  <a:pt x="1396878" y="82988"/>
                </a:lnTo>
                <a:lnTo>
                  <a:pt x="1396975" y="84110"/>
                </a:lnTo>
                <a:lnTo>
                  <a:pt x="1397089" y="85217"/>
                </a:lnTo>
                <a:lnTo>
                  <a:pt x="1397221" y="86311"/>
                </a:lnTo>
                <a:lnTo>
                  <a:pt x="1397371" y="87389"/>
                </a:lnTo>
                <a:lnTo>
                  <a:pt x="1397538" y="88453"/>
                </a:lnTo>
                <a:lnTo>
                  <a:pt x="1397723" y="89503"/>
                </a:lnTo>
                <a:lnTo>
                  <a:pt x="1397926" y="90539"/>
                </a:lnTo>
                <a:lnTo>
                  <a:pt x="1398146" y="91560"/>
                </a:lnTo>
                <a:lnTo>
                  <a:pt x="1398384" y="92567"/>
                </a:lnTo>
                <a:lnTo>
                  <a:pt x="1398639" y="93559"/>
                </a:lnTo>
                <a:lnTo>
                  <a:pt x="1398912" y="94537"/>
                </a:lnTo>
                <a:lnTo>
                  <a:pt x="1399203" y="95501"/>
                </a:lnTo>
                <a:lnTo>
                  <a:pt x="1399511" y="96450"/>
                </a:lnTo>
                <a:lnTo>
                  <a:pt x="1399837" y="97385"/>
                </a:lnTo>
                <a:lnTo>
                  <a:pt x="1400181" y="98305"/>
                </a:lnTo>
                <a:lnTo>
                  <a:pt x="1400542" y="99211"/>
                </a:lnTo>
                <a:lnTo>
                  <a:pt x="1400921" y="100103"/>
                </a:lnTo>
                <a:lnTo>
                  <a:pt x="1401317" y="100981"/>
                </a:lnTo>
                <a:lnTo>
                  <a:pt x="1401731" y="101844"/>
                </a:lnTo>
                <a:lnTo>
                  <a:pt x="1402162" y="102691"/>
                </a:lnTo>
                <a:lnTo>
                  <a:pt x="1402610" y="103521"/>
                </a:lnTo>
                <a:lnTo>
                  <a:pt x="1403074" y="104335"/>
                </a:lnTo>
                <a:lnTo>
                  <a:pt x="1403556" y="105132"/>
                </a:lnTo>
                <a:lnTo>
                  <a:pt x="1404054" y="105912"/>
                </a:lnTo>
                <a:lnTo>
                  <a:pt x="1404568" y="106676"/>
                </a:lnTo>
                <a:lnTo>
                  <a:pt x="1405099" y="107422"/>
                </a:lnTo>
                <a:lnTo>
                  <a:pt x="1405647" y="108152"/>
                </a:lnTo>
                <a:lnTo>
                  <a:pt x="1406212" y="108866"/>
                </a:lnTo>
                <a:lnTo>
                  <a:pt x="1406793" y="109562"/>
                </a:lnTo>
                <a:lnTo>
                  <a:pt x="1407391" y="110242"/>
                </a:lnTo>
                <a:lnTo>
                  <a:pt x="1408006" y="110906"/>
                </a:lnTo>
                <a:lnTo>
                  <a:pt x="1408637" y="111552"/>
                </a:lnTo>
                <a:lnTo>
                  <a:pt x="1409285" y="112182"/>
                </a:lnTo>
                <a:lnTo>
                  <a:pt x="1409950" y="112795"/>
                </a:lnTo>
                <a:lnTo>
                  <a:pt x="1410632" y="113391"/>
                </a:lnTo>
                <a:lnTo>
                  <a:pt x="1411330" y="113970"/>
                </a:lnTo>
                <a:lnTo>
                  <a:pt x="1412045" y="114533"/>
                </a:lnTo>
                <a:lnTo>
                  <a:pt x="1412776" y="115079"/>
                </a:lnTo>
                <a:lnTo>
                  <a:pt x="1413524" y="115609"/>
                </a:lnTo>
                <a:lnTo>
                  <a:pt x="1414289" y="116121"/>
                </a:lnTo>
                <a:lnTo>
                  <a:pt x="1415071" y="116617"/>
                </a:lnTo>
                <a:lnTo>
                  <a:pt x="1415869" y="117096"/>
                </a:lnTo>
                <a:lnTo>
                  <a:pt x="1416684" y="117559"/>
                </a:lnTo>
                <a:lnTo>
                  <a:pt x="1417516" y="118003"/>
                </a:lnTo>
                <a:lnTo>
                  <a:pt x="1418363" y="118429"/>
                </a:lnTo>
                <a:lnTo>
                  <a:pt x="1419226" y="118836"/>
                </a:lnTo>
                <a:lnTo>
                  <a:pt x="1420106" y="119224"/>
                </a:lnTo>
                <a:lnTo>
                  <a:pt x="1421002" y="119593"/>
                </a:lnTo>
                <a:lnTo>
                  <a:pt x="1421913" y="119943"/>
                </a:lnTo>
                <a:lnTo>
                  <a:pt x="1422841" y="120274"/>
                </a:lnTo>
                <a:lnTo>
                  <a:pt x="1423785" y="120586"/>
                </a:lnTo>
                <a:lnTo>
                  <a:pt x="1424745" y="120879"/>
                </a:lnTo>
                <a:lnTo>
                  <a:pt x="1425721" y="121154"/>
                </a:lnTo>
                <a:lnTo>
                  <a:pt x="1426713" y="121409"/>
                </a:lnTo>
                <a:lnTo>
                  <a:pt x="1427721" y="121645"/>
                </a:lnTo>
                <a:lnTo>
                  <a:pt x="1428745" y="121863"/>
                </a:lnTo>
                <a:lnTo>
                  <a:pt x="1429786" y="122062"/>
                </a:lnTo>
                <a:lnTo>
                  <a:pt x="1430842" y="122241"/>
                </a:lnTo>
                <a:lnTo>
                  <a:pt x="1431914" y="122402"/>
                </a:lnTo>
                <a:lnTo>
                  <a:pt x="1433003" y="122544"/>
                </a:lnTo>
                <a:lnTo>
                  <a:pt x="1434107" y="122667"/>
                </a:lnTo>
                <a:lnTo>
                  <a:pt x="1435228" y="122771"/>
                </a:lnTo>
                <a:lnTo>
                  <a:pt x="1436365" y="122856"/>
                </a:lnTo>
                <a:lnTo>
                  <a:pt x="1437517" y="122923"/>
                </a:lnTo>
                <a:lnTo>
                  <a:pt x="1438686" y="122970"/>
                </a:lnTo>
                <a:lnTo>
                  <a:pt x="1439871" y="122998"/>
                </a:lnTo>
                <a:lnTo>
                  <a:pt x="1441072" y="123008"/>
                </a:lnTo>
                <a:lnTo>
                  <a:pt x="1442053" y="123002"/>
                </a:lnTo>
                <a:lnTo>
                  <a:pt x="1443024" y="122984"/>
                </a:lnTo>
                <a:lnTo>
                  <a:pt x="1443985" y="122955"/>
                </a:lnTo>
                <a:lnTo>
                  <a:pt x="1444935" y="122914"/>
                </a:lnTo>
                <a:close/>
                <a:moveTo>
                  <a:pt x="1420819" y="64207"/>
                </a:moveTo>
                <a:lnTo>
                  <a:pt x="1420937" y="63518"/>
                </a:lnTo>
                <a:lnTo>
                  <a:pt x="1421071" y="62844"/>
                </a:lnTo>
                <a:lnTo>
                  <a:pt x="1421221" y="62185"/>
                </a:lnTo>
                <a:lnTo>
                  <a:pt x="1421387" y="61541"/>
                </a:lnTo>
                <a:lnTo>
                  <a:pt x="1421569" y="60912"/>
                </a:lnTo>
                <a:lnTo>
                  <a:pt x="1421768" y="60298"/>
                </a:lnTo>
                <a:lnTo>
                  <a:pt x="1421983" y="59699"/>
                </a:lnTo>
                <a:lnTo>
                  <a:pt x="1422214" y="59115"/>
                </a:lnTo>
                <a:lnTo>
                  <a:pt x="1422461" y="58546"/>
                </a:lnTo>
                <a:lnTo>
                  <a:pt x="1422725" y="57992"/>
                </a:lnTo>
                <a:lnTo>
                  <a:pt x="1423004" y="57453"/>
                </a:lnTo>
                <a:lnTo>
                  <a:pt x="1423300" y="56929"/>
                </a:lnTo>
                <a:lnTo>
                  <a:pt x="1423613" y="56419"/>
                </a:lnTo>
                <a:lnTo>
                  <a:pt x="1423941" y="55925"/>
                </a:lnTo>
                <a:lnTo>
                  <a:pt x="1424286" y="55446"/>
                </a:lnTo>
                <a:lnTo>
                  <a:pt x="1424647" y="54981"/>
                </a:lnTo>
                <a:lnTo>
                  <a:pt x="1425024" y="54532"/>
                </a:lnTo>
                <a:lnTo>
                  <a:pt x="1425417" y="54098"/>
                </a:lnTo>
                <a:lnTo>
                  <a:pt x="1425827" y="53678"/>
                </a:lnTo>
                <a:lnTo>
                  <a:pt x="1426252" y="53273"/>
                </a:lnTo>
                <a:lnTo>
                  <a:pt x="1426692" y="52885"/>
                </a:lnTo>
                <a:lnTo>
                  <a:pt x="1427141" y="52512"/>
                </a:lnTo>
                <a:lnTo>
                  <a:pt x="1427601" y="52157"/>
                </a:lnTo>
                <a:lnTo>
                  <a:pt x="1428071" y="51818"/>
                </a:lnTo>
                <a:lnTo>
                  <a:pt x="1428551" y="51495"/>
                </a:lnTo>
                <a:lnTo>
                  <a:pt x="1429042" y="51189"/>
                </a:lnTo>
                <a:lnTo>
                  <a:pt x="1429543" y="50899"/>
                </a:lnTo>
                <a:lnTo>
                  <a:pt x="1430055" y="50626"/>
                </a:lnTo>
                <a:lnTo>
                  <a:pt x="1430577" y="50370"/>
                </a:lnTo>
                <a:lnTo>
                  <a:pt x="1431109" y="50130"/>
                </a:lnTo>
                <a:lnTo>
                  <a:pt x="1431652" y="49907"/>
                </a:lnTo>
                <a:lnTo>
                  <a:pt x="1432205" y="49700"/>
                </a:lnTo>
                <a:lnTo>
                  <a:pt x="1432768" y="49510"/>
                </a:lnTo>
                <a:lnTo>
                  <a:pt x="1433342" y="49336"/>
                </a:lnTo>
                <a:lnTo>
                  <a:pt x="1433926" y="49179"/>
                </a:lnTo>
                <a:lnTo>
                  <a:pt x="1434520" y="49038"/>
                </a:lnTo>
                <a:lnTo>
                  <a:pt x="1435125" y="48914"/>
                </a:lnTo>
                <a:lnTo>
                  <a:pt x="1435740" y="48807"/>
                </a:lnTo>
                <a:lnTo>
                  <a:pt x="1436365" y="48716"/>
                </a:lnTo>
                <a:lnTo>
                  <a:pt x="1437001" y="48641"/>
                </a:lnTo>
                <a:lnTo>
                  <a:pt x="1437647" y="48583"/>
                </a:lnTo>
                <a:lnTo>
                  <a:pt x="1438304" y="48542"/>
                </a:lnTo>
                <a:lnTo>
                  <a:pt x="1438971" y="48517"/>
                </a:lnTo>
                <a:lnTo>
                  <a:pt x="1439648" y="48509"/>
                </a:lnTo>
                <a:lnTo>
                  <a:pt x="1440311" y="48517"/>
                </a:lnTo>
                <a:lnTo>
                  <a:pt x="1440963" y="48541"/>
                </a:lnTo>
                <a:lnTo>
                  <a:pt x="1441605" y="48581"/>
                </a:lnTo>
                <a:lnTo>
                  <a:pt x="1442238" y="48637"/>
                </a:lnTo>
                <a:lnTo>
                  <a:pt x="1442860" y="48710"/>
                </a:lnTo>
                <a:lnTo>
                  <a:pt x="1443472" y="48798"/>
                </a:lnTo>
                <a:lnTo>
                  <a:pt x="1444075" y="48903"/>
                </a:lnTo>
                <a:lnTo>
                  <a:pt x="1444667" y="49023"/>
                </a:lnTo>
                <a:lnTo>
                  <a:pt x="1445249" y="49160"/>
                </a:lnTo>
                <a:lnTo>
                  <a:pt x="1445821" y="49312"/>
                </a:lnTo>
                <a:lnTo>
                  <a:pt x="1446383" y="49481"/>
                </a:lnTo>
                <a:lnTo>
                  <a:pt x="1446935" y="49666"/>
                </a:lnTo>
                <a:lnTo>
                  <a:pt x="1447477" y="49867"/>
                </a:lnTo>
                <a:lnTo>
                  <a:pt x="1448009" y="50084"/>
                </a:lnTo>
                <a:lnTo>
                  <a:pt x="1448531" y="50317"/>
                </a:lnTo>
                <a:lnTo>
                  <a:pt x="1449043" y="50566"/>
                </a:lnTo>
                <a:lnTo>
                  <a:pt x="1449545" y="50831"/>
                </a:lnTo>
                <a:lnTo>
                  <a:pt x="1450037" y="51112"/>
                </a:lnTo>
                <a:lnTo>
                  <a:pt x="1450518" y="51410"/>
                </a:lnTo>
                <a:lnTo>
                  <a:pt x="1450990" y="51723"/>
                </a:lnTo>
                <a:lnTo>
                  <a:pt x="1451452" y="52052"/>
                </a:lnTo>
                <a:lnTo>
                  <a:pt x="1451903" y="52398"/>
                </a:lnTo>
                <a:lnTo>
                  <a:pt x="1452345" y="52760"/>
                </a:lnTo>
                <a:lnTo>
                  <a:pt x="1452777" y="53137"/>
                </a:lnTo>
                <a:lnTo>
                  <a:pt x="1453195" y="53531"/>
                </a:lnTo>
                <a:lnTo>
                  <a:pt x="1453596" y="53941"/>
                </a:lnTo>
                <a:lnTo>
                  <a:pt x="1453980" y="54368"/>
                </a:lnTo>
                <a:lnTo>
                  <a:pt x="1454348" y="54811"/>
                </a:lnTo>
                <a:lnTo>
                  <a:pt x="1454698" y="55270"/>
                </a:lnTo>
                <a:lnTo>
                  <a:pt x="1455032" y="55746"/>
                </a:lnTo>
                <a:lnTo>
                  <a:pt x="1455349" y="56238"/>
                </a:lnTo>
                <a:lnTo>
                  <a:pt x="1455649" y="56747"/>
                </a:lnTo>
                <a:lnTo>
                  <a:pt x="1455933" y="57272"/>
                </a:lnTo>
                <a:lnTo>
                  <a:pt x="1456199" y="57813"/>
                </a:lnTo>
                <a:lnTo>
                  <a:pt x="1456449" y="58371"/>
                </a:lnTo>
                <a:lnTo>
                  <a:pt x="1456682" y="58945"/>
                </a:lnTo>
                <a:lnTo>
                  <a:pt x="1456898" y="59535"/>
                </a:lnTo>
                <a:lnTo>
                  <a:pt x="1457097" y="60142"/>
                </a:lnTo>
                <a:lnTo>
                  <a:pt x="1457279" y="60765"/>
                </a:lnTo>
                <a:lnTo>
                  <a:pt x="1457444" y="61405"/>
                </a:lnTo>
                <a:lnTo>
                  <a:pt x="1457593" y="62061"/>
                </a:lnTo>
                <a:lnTo>
                  <a:pt x="1457725" y="62733"/>
                </a:lnTo>
                <a:lnTo>
                  <a:pt x="1457840" y="63422"/>
                </a:lnTo>
                <a:lnTo>
                  <a:pt x="1457938" y="64127"/>
                </a:lnTo>
                <a:lnTo>
                  <a:pt x="1458019" y="64849"/>
                </a:lnTo>
                <a:lnTo>
                  <a:pt x="1458083" y="65586"/>
                </a:lnTo>
                <a:lnTo>
                  <a:pt x="1458131" y="66341"/>
                </a:lnTo>
                <a:lnTo>
                  <a:pt x="1458161" y="67111"/>
                </a:lnTo>
                <a:lnTo>
                  <a:pt x="1420511" y="67111"/>
                </a:lnTo>
                <a:lnTo>
                  <a:pt x="1420564" y="66363"/>
                </a:lnTo>
                <a:lnTo>
                  <a:pt x="1420633" y="65629"/>
                </a:lnTo>
                <a:lnTo>
                  <a:pt x="1420718" y="64910"/>
                </a:lnTo>
                <a:lnTo>
                  <a:pt x="1420819" y="64207"/>
                </a:lnTo>
                <a:close/>
              </a:path>
            </a:pathLst>
          </a:custGeom>
          <a:solidFill xmlns:a="http://schemas.openxmlformats.org/drawingml/2006/main">
            <a:srgbClr val="0B76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A426D6-03D4-4BCF-8ADB-C781A857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109" y="3327639"/>
            <a:ext cx="90293" cy="199201"/>
          </a:xfrm>
          <a:custGeom xmlns:a="http://schemas.openxmlformats.org/drawingml/2006/main">
            <a:pathLst>
              <a:path w="90293" h="199201">
                <a:moveTo>
                  <a:pt x="35740" y="145373"/>
                </a:moveTo>
                <a:lnTo>
                  <a:pt x="0" y="107750"/>
                </a:lnTo>
                <a:lnTo>
                  <a:pt x="42829" y="199201"/>
                </a:lnTo>
                <a:lnTo>
                  <a:pt x="90293" y="110068"/>
                </a:lnTo>
                <a:lnTo>
                  <a:pt x="52670" y="145807"/>
                </a:lnTo>
                <a:lnTo>
                  <a:pt x="56400" y="434"/>
                </a:lnTo>
                <a:lnTo>
                  <a:pt x="39471" y="0"/>
                </a:lnTo>
                <a:lnTo>
                  <a:pt x="35740" y="1453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47966-AA67-46B3-8FFF-6E44CB9D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91" y="3108621"/>
            <a:ext cx="2305675" cy="216773"/>
          </a:xfrm>
          <a:custGeom xmlns:a="http://schemas.openxmlformats.org/drawingml/2006/main">
            <a:pathLst>
              <a:path w="2305675" h="216773">
                <a:moveTo>
                  <a:pt x="2305675" y="216773"/>
                </a:moveTo>
                <a:lnTo>
                  <a:pt x="0" y="216773"/>
                </a:lnTo>
                <a:lnTo>
                  <a:pt x="34000" y="0"/>
                </a:lnTo>
                <a:lnTo>
                  <a:pt x="2271676" y="0"/>
                </a:lnTo>
                <a:lnTo>
                  <a:pt x="2305675" y="216773"/>
                </a:lnTo>
                <a:close/>
              </a:path>
            </a:pathLst>
          </a:custGeom>
          <a:solidFill xmlns:a="http://schemas.openxmlformats.org/drawingml/2006/main">
            <a:srgbClr val="E9EF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FD97D-01A3-4C3F-8FB9-81D61DB3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90" y="3108621"/>
            <a:ext cx="2305676" cy="216773"/>
          </a:xfrm>
          <a:custGeom xmlns:a="http://schemas.openxmlformats.org/drawingml/2006/main">
            <a:pathLst>
              <a:path w="2305676" h="216773" fill="none">
                <a:moveTo>
                  <a:pt x="2305676" y="216773"/>
                </a:moveTo>
                <a:lnTo>
                  <a:pt x="2271676" y="0"/>
                </a:lnTo>
                <a:lnTo>
                  <a:pt x="34001" y="0"/>
                </a:lnTo>
                <a:lnTo>
                  <a:pt x="0" y="216773"/>
                </a:lnTo>
                <a:lnTo>
                  <a:pt x="2305676" y="2167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37" name="Text RhetoricalStructureParser">
            <a:extLst xmlns:a="http://schemas.openxmlformats.org/drawingml/2006/main">
              <a:ext uri="{FF2B5EF4-FFF2-40B4-BE49-F238E27FC236}">
                <a16:creationId xmlns:a16="http://schemas.microsoft.com/office/drawing/2014/main" id="{6366A050-9E77-47AB-A733-A285BB13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36" y="3165020"/>
            <a:ext cx="1950336" cy="107155"/>
          </a:xfrm>
          <a:custGeom xmlns:a="http://schemas.openxmlformats.org/drawingml/2006/main">
            <a:pathLst>
              <a:path w="1950336" h="107155">
                <a:moveTo>
                  <a:pt x="0" y="105769"/>
                </a:moveTo>
                <a:lnTo>
                  <a:pt x="0" y="2155"/>
                </a:lnTo>
                <a:lnTo>
                  <a:pt x="42646" y="2155"/>
                </a:lnTo>
                <a:cubicBezTo>
                  <a:pt x="49318" y="2155"/>
                  <a:pt x="55271" y="3091"/>
                  <a:pt x="60506" y="4963"/>
                </a:cubicBezTo>
                <a:cubicBezTo>
                  <a:pt x="65740" y="6833"/>
                  <a:pt x="69884" y="9856"/>
                  <a:pt x="72938" y="14032"/>
                </a:cubicBezTo>
                <a:cubicBezTo>
                  <a:pt x="75991" y="18208"/>
                  <a:pt x="77518" y="23755"/>
                  <a:pt x="77518" y="30674"/>
                </a:cubicBezTo>
                <a:cubicBezTo>
                  <a:pt x="77518" y="37235"/>
                  <a:pt x="75760" y="42796"/>
                  <a:pt x="72245" y="47357"/>
                </a:cubicBezTo>
                <a:cubicBezTo>
                  <a:pt x="68729" y="51918"/>
                  <a:pt x="63405" y="55172"/>
                  <a:pt x="56272" y="57118"/>
                </a:cubicBezTo>
                <a:cubicBezTo>
                  <a:pt x="60634" y="57787"/>
                  <a:pt x="64124" y="59111"/>
                  <a:pt x="66741" y="61090"/>
                </a:cubicBezTo>
                <a:cubicBezTo>
                  <a:pt x="69358" y="63069"/>
                  <a:pt x="71475" y="65729"/>
                  <a:pt x="73092" y="69069"/>
                </a:cubicBezTo>
                <a:cubicBezTo>
                  <a:pt x="74708" y="72410"/>
                  <a:pt x="76184" y="76522"/>
                  <a:pt x="77518" y="81405"/>
                </a:cubicBezTo>
                <a:lnTo>
                  <a:pt x="84369" y="105769"/>
                </a:lnTo>
                <a:lnTo>
                  <a:pt x="61737" y="105769"/>
                </a:lnTo>
                <a:lnTo>
                  <a:pt x="56888" y="85716"/>
                </a:lnTo>
                <a:cubicBezTo>
                  <a:pt x="55861" y="81190"/>
                  <a:pt x="54681" y="77488"/>
                  <a:pt x="53346" y="74610"/>
                </a:cubicBezTo>
                <a:cubicBezTo>
                  <a:pt x="52012" y="71729"/>
                  <a:pt x="50203" y="69583"/>
                  <a:pt x="47919" y="68170"/>
                </a:cubicBezTo>
                <a:cubicBezTo>
                  <a:pt x="45636" y="66755"/>
                  <a:pt x="42492" y="66048"/>
                  <a:pt x="38490" y="66048"/>
                </a:cubicBezTo>
                <a:lnTo>
                  <a:pt x="21631" y="66048"/>
                </a:lnTo>
                <a:lnTo>
                  <a:pt x="21631" y="105769"/>
                </a:lnTo>
                <a:lnTo>
                  <a:pt x="0" y="105769"/>
                </a:lnTo>
                <a:moveTo>
                  <a:pt x="21631" y="48189"/>
                </a:moveTo>
                <a:lnTo>
                  <a:pt x="39028" y="48189"/>
                </a:lnTo>
                <a:cubicBezTo>
                  <a:pt x="42415" y="48189"/>
                  <a:pt x="45328" y="47652"/>
                  <a:pt x="47766" y="46577"/>
                </a:cubicBezTo>
                <a:cubicBezTo>
                  <a:pt x="50203" y="45503"/>
                  <a:pt x="52089" y="43891"/>
                  <a:pt x="53423" y="41742"/>
                </a:cubicBezTo>
                <a:cubicBezTo>
                  <a:pt x="54758" y="39591"/>
                  <a:pt x="55425" y="36955"/>
                  <a:pt x="55425" y="33832"/>
                </a:cubicBezTo>
                <a:cubicBezTo>
                  <a:pt x="55425" y="29278"/>
                  <a:pt x="54039" y="25849"/>
                  <a:pt x="51268" y="23546"/>
                </a:cubicBezTo>
                <a:cubicBezTo>
                  <a:pt x="48497" y="21243"/>
                  <a:pt x="44827" y="20092"/>
                  <a:pt x="40260" y="20092"/>
                </a:cubicBezTo>
                <a:lnTo>
                  <a:pt x="21631" y="20092"/>
                </a:lnTo>
                <a:lnTo>
                  <a:pt x="21631" y="48189"/>
                </a:lnTo>
                <a:close/>
                <a:moveTo>
                  <a:pt x="97323" y="105769"/>
                </a:moveTo>
                <a:lnTo>
                  <a:pt x="97323" y="2155"/>
                </a:lnTo>
                <a:lnTo>
                  <a:pt x="117337" y="2155"/>
                </a:lnTo>
                <a:lnTo>
                  <a:pt x="117337" y="40876"/>
                </a:lnTo>
                <a:cubicBezTo>
                  <a:pt x="119852" y="37643"/>
                  <a:pt x="123162" y="34782"/>
                  <a:pt x="127268" y="32293"/>
                </a:cubicBezTo>
                <a:cubicBezTo>
                  <a:pt x="131373" y="29804"/>
                  <a:pt x="136659" y="28559"/>
                  <a:pt x="143125" y="28559"/>
                </a:cubicBezTo>
                <a:cubicBezTo>
                  <a:pt x="150926" y="28559"/>
                  <a:pt x="156917" y="30886"/>
                  <a:pt x="161100" y="35540"/>
                </a:cubicBezTo>
                <a:cubicBezTo>
                  <a:pt x="165282" y="40193"/>
                  <a:pt x="167374" y="47094"/>
                  <a:pt x="167374" y="56245"/>
                </a:cubicBezTo>
                <a:lnTo>
                  <a:pt x="167374" y="105769"/>
                </a:lnTo>
                <a:lnTo>
                  <a:pt x="146974" y="105769"/>
                </a:lnTo>
                <a:lnTo>
                  <a:pt x="146974" y="58653"/>
                </a:lnTo>
                <a:cubicBezTo>
                  <a:pt x="146974" y="55940"/>
                  <a:pt x="146602" y="53540"/>
                  <a:pt x="145858" y="51453"/>
                </a:cubicBezTo>
                <a:cubicBezTo>
                  <a:pt x="145114" y="49367"/>
                  <a:pt x="143921" y="47749"/>
                  <a:pt x="142279" y="46601"/>
                </a:cubicBezTo>
                <a:cubicBezTo>
                  <a:pt x="140636" y="45453"/>
                  <a:pt x="138455" y="44879"/>
                  <a:pt x="135735" y="44879"/>
                </a:cubicBezTo>
                <a:cubicBezTo>
                  <a:pt x="131681" y="44879"/>
                  <a:pt x="128204" y="45844"/>
                  <a:pt x="125305" y="47775"/>
                </a:cubicBezTo>
                <a:cubicBezTo>
                  <a:pt x="122405" y="49706"/>
                  <a:pt x="119878" y="52054"/>
                  <a:pt x="117722" y="54819"/>
                </a:cubicBezTo>
                <a:lnTo>
                  <a:pt x="117722" y="105769"/>
                </a:lnTo>
                <a:lnTo>
                  <a:pt x="97323" y="105769"/>
                </a:lnTo>
                <a:close/>
                <a:moveTo>
                  <a:pt x="222159" y="107155"/>
                </a:moveTo>
                <a:cubicBezTo>
                  <a:pt x="213794" y="107155"/>
                  <a:pt x="206763" y="105584"/>
                  <a:pt x="201066" y="102442"/>
                </a:cubicBezTo>
                <a:cubicBezTo>
                  <a:pt x="195370" y="99301"/>
                  <a:pt x="191059" y="94770"/>
                  <a:pt x="188134" y="88851"/>
                </a:cubicBezTo>
                <a:cubicBezTo>
                  <a:pt x="185209" y="82930"/>
                  <a:pt x="183746" y="75815"/>
                  <a:pt x="183746" y="67506"/>
                </a:cubicBezTo>
                <a:cubicBezTo>
                  <a:pt x="183746" y="59457"/>
                  <a:pt x="185170" y="52525"/>
                  <a:pt x="188018" y="46709"/>
                </a:cubicBezTo>
                <a:cubicBezTo>
                  <a:pt x="190867" y="40893"/>
                  <a:pt x="195049" y="36413"/>
                  <a:pt x="200566" y="33272"/>
                </a:cubicBezTo>
                <a:cubicBezTo>
                  <a:pt x="206083" y="30130"/>
                  <a:pt x="212870" y="28559"/>
                  <a:pt x="220927" y="28559"/>
                </a:cubicBezTo>
                <a:cubicBezTo>
                  <a:pt x="232115" y="28559"/>
                  <a:pt x="240954" y="31866"/>
                  <a:pt x="247446" y="38480"/>
                </a:cubicBezTo>
                <a:cubicBezTo>
                  <a:pt x="253938" y="45094"/>
                  <a:pt x="257184" y="54522"/>
                  <a:pt x="257184" y="66765"/>
                </a:cubicBezTo>
                <a:cubicBezTo>
                  <a:pt x="257184" y="67387"/>
                  <a:pt x="257158" y="68230"/>
                  <a:pt x="257107" y="69293"/>
                </a:cubicBezTo>
                <a:cubicBezTo>
                  <a:pt x="257056" y="70356"/>
                  <a:pt x="256979" y="71174"/>
                  <a:pt x="256876" y="71744"/>
                </a:cubicBezTo>
                <a:lnTo>
                  <a:pt x="204146" y="71744"/>
                </a:lnTo>
                <a:cubicBezTo>
                  <a:pt x="204248" y="75367"/>
                  <a:pt x="204902" y="78754"/>
                  <a:pt x="206108" y="81903"/>
                </a:cubicBezTo>
                <a:cubicBezTo>
                  <a:pt x="207314" y="85053"/>
                  <a:pt x="209226" y="87586"/>
                  <a:pt x="211843" y="89503"/>
                </a:cubicBezTo>
                <a:cubicBezTo>
                  <a:pt x="214461" y="91417"/>
                  <a:pt x="217899" y="92375"/>
                  <a:pt x="222159" y="92375"/>
                </a:cubicBezTo>
                <a:cubicBezTo>
                  <a:pt x="226572" y="92375"/>
                  <a:pt x="230113" y="91384"/>
                  <a:pt x="232782" y="89402"/>
                </a:cubicBezTo>
                <a:cubicBezTo>
                  <a:pt x="235450" y="87419"/>
                  <a:pt x="236810" y="84472"/>
                  <a:pt x="236862" y="80559"/>
                </a:cubicBezTo>
                <a:lnTo>
                  <a:pt x="256953" y="80559"/>
                </a:lnTo>
                <a:cubicBezTo>
                  <a:pt x="256697" y="86486"/>
                  <a:pt x="255093" y="91425"/>
                  <a:pt x="252142" y="95377"/>
                </a:cubicBezTo>
                <a:cubicBezTo>
                  <a:pt x="249191" y="99329"/>
                  <a:pt x="245163" y="102280"/>
                  <a:pt x="240056" y="104230"/>
                </a:cubicBezTo>
                <a:cubicBezTo>
                  <a:pt x="234950" y="106180"/>
                  <a:pt x="228984" y="107155"/>
                  <a:pt x="222159" y="107155"/>
                </a:cubicBezTo>
                <a:moveTo>
                  <a:pt x="204376" y="58812"/>
                </a:moveTo>
                <a:lnTo>
                  <a:pt x="236939" y="58812"/>
                </a:lnTo>
                <a:cubicBezTo>
                  <a:pt x="236785" y="53423"/>
                  <a:pt x="235232" y="49395"/>
                  <a:pt x="232281" y="46726"/>
                </a:cubicBezTo>
                <a:cubicBezTo>
                  <a:pt x="229331" y="44058"/>
                  <a:pt x="225546" y="42723"/>
                  <a:pt x="220927" y="42723"/>
                </a:cubicBezTo>
                <a:cubicBezTo>
                  <a:pt x="216206" y="42723"/>
                  <a:pt x="212344" y="44097"/>
                  <a:pt x="209342" y="46844"/>
                </a:cubicBezTo>
                <a:cubicBezTo>
                  <a:pt x="206339" y="49591"/>
                  <a:pt x="204684" y="53581"/>
                  <a:pt x="204376" y="58812"/>
                </a:cubicBezTo>
                <a:close/>
                <a:moveTo>
                  <a:pt x="307130" y="105769"/>
                </a:moveTo>
                <a:cubicBezTo>
                  <a:pt x="299534" y="105769"/>
                  <a:pt x="293646" y="104845"/>
                  <a:pt x="289463" y="102996"/>
                </a:cubicBezTo>
                <a:cubicBezTo>
                  <a:pt x="285280" y="101145"/>
                  <a:pt x="282368" y="98278"/>
                  <a:pt x="280726" y="94396"/>
                </a:cubicBezTo>
                <a:cubicBezTo>
                  <a:pt x="279084" y="90513"/>
                  <a:pt x="278263" y="85444"/>
                  <a:pt x="278263" y="79190"/>
                </a:cubicBezTo>
                <a:lnTo>
                  <a:pt x="278263" y="45418"/>
                </a:lnTo>
                <a:lnTo>
                  <a:pt x="265792" y="45418"/>
                </a:lnTo>
                <a:lnTo>
                  <a:pt x="265792" y="29714"/>
                </a:lnTo>
                <a:lnTo>
                  <a:pt x="278263" y="29714"/>
                </a:lnTo>
                <a:lnTo>
                  <a:pt x="278263" y="12009"/>
                </a:lnTo>
                <a:lnTo>
                  <a:pt x="298662" y="12009"/>
                </a:lnTo>
                <a:lnTo>
                  <a:pt x="298662" y="29714"/>
                </a:lnTo>
                <a:lnTo>
                  <a:pt x="315059" y="29714"/>
                </a:lnTo>
                <a:lnTo>
                  <a:pt x="315059" y="45418"/>
                </a:lnTo>
                <a:lnTo>
                  <a:pt x="298662" y="45418"/>
                </a:lnTo>
                <a:lnTo>
                  <a:pt x="298662" y="78119"/>
                </a:lnTo>
                <a:cubicBezTo>
                  <a:pt x="298662" y="82154"/>
                  <a:pt x="299214" y="85141"/>
                  <a:pt x="300317" y="87080"/>
                </a:cubicBezTo>
                <a:cubicBezTo>
                  <a:pt x="301420" y="89019"/>
                  <a:pt x="303922" y="89989"/>
                  <a:pt x="307823" y="89989"/>
                </a:cubicBezTo>
                <a:lnTo>
                  <a:pt x="315059" y="89989"/>
                </a:lnTo>
                <a:lnTo>
                  <a:pt x="315059" y="105769"/>
                </a:lnTo>
                <a:lnTo>
                  <a:pt x="307130" y="105769"/>
                </a:lnTo>
                <a:close/>
                <a:moveTo>
                  <a:pt x="365666" y="107155"/>
                </a:moveTo>
                <a:cubicBezTo>
                  <a:pt x="358070" y="107155"/>
                  <a:pt x="351412" y="105623"/>
                  <a:pt x="345689" y="102560"/>
                </a:cubicBezTo>
                <a:cubicBezTo>
                  <a:pt x="339967" y="99495"/>
                  <a:pt x="335541" y="95056"/>
                  <a:pt x="332411" y="89240"/>
                </a:cubicBezTo>
                <a:cubicBezTo>
                  <a:pt x="329280" y="83424"/>
                  <a:pt x="327715" y="76386"/>
                  <a:pt x="327715" y="68129"/>
                </a:cubicBezTo>
                <a:cubicBezTo>
                  <a:pt x="327715" y="59717"/>
                  <a:pt x="329280" y="52565"/>
                  <a:pt x="332411" y="46671"/>
                </a:cubicBezTo>
                <a:cubicBezTo>
                  <a:pt x="335541" y="40776"/>
                  <a:pt x="339967" y="36284"/>
                  <a:pt x="345689" y="33195"/>
                </a:cubicBezTo>
                <a:cubicBezTo>
                  <a:pt x="351412" y="30104"/>
                  <a:pt x="358070" y="28559"/>
                  <a:pt x="365666" y="28559"/>
                </a:cubicBezTo>
                <a:cubicBezTo>
                  <a:pt x="373363" y="28559"/>
                  <a:pt x="380073" y="30104"/>
                  <a:pt x="385796" y="33195"/>
                </a:cubicBezTo>
                <a:cubicBezTo>
                  <a:pt x="391518" y="36284"/>
                  <a:pt x="395970" y="40776"/>
                  <a:pt x="399151" y="46671"/>
                </a:cubicBezTo>
                <a:cubicBezTo>
                  <a:pt x="402333" y="52565"/>
                  <a:pt x="403924" y="59717"/>
                  <a:pt x="403924" y="68129"/>
                </a:cubicBezTo>
                <a:cubicBezTo>
                  <a:pt x="403924" y="76386"/>
                  <a:pt x="402333" y="83424"/>
                  <a:pt x="399151" y="89240"/>
                </a:cubicBezTo>
                <a:cubicBezTo>
                  <a:pt x="395970" y="95056"/>
                  <a:pt x="391518" y="99495"/>
                  <a:pt x="385796" y="102560"/>
                </a:cubicBezTo>
                <a:cubicBezTo>
                  <a:pt x="380073" y="105623"/>
                  <a:pt x="373363" y="107155"/>
                  <a:pt x="365666" y="107155"/>
                </a:cubicBezTo>
                <a:moveTo>
                  <a:pt x="365666" y="91605"/>
                </a:moveTo>
                <a:cubicBezTo>
                  <a:pt x="370130" y="91605"/>
                  <a:pt x="373633" y="90545"/>
                  <a:pt x="376173" y="88425"/>
                </a:cubicBezTo>
                <a:cubicBezTo>
                  <a:pt x="378714" y="86305"/>
                  <a:pt x="380510" y="83465"/>
                  <a:pt x="381562" y="79907"/>
                </a:cubicBezTo>
                <a:cubicBezTo>
                  <a:pt x="382614" y="76348"/>
                  <a:pt x="383140" y="72423"/>
                  <a:pt x="383140" y="68131"/>
                </a:cubicBezTo>
                <a:cubicBezTo>
                  <a:pt x="383140" y="63734"/>
                  <a:pt x="382614" y="59729"/>
                  <a:pt x="381562" y="56118"/>
                </a:cubicBezTo>
                <a:cubicBezTo>
                  <a:pt x="380510" y="52506"/>
                  <a:pt x="378714" y="49627"/>
                  <a:pt x="376173" y="47482"/>
                </a:cubicBezTo>
                <a:cubicBezTo>
                  <a:pt x="373633" y="45336"/>
                  <a:pt x="370130" y="44263"/>
                  <a:pt x="365666" y="44263"/>
                </a:cubicBezTo>
                <a:cubicBezTo>
                  <a:pt x="361303" y="44263"/>
                  <a:pt x="357878" y="45336"/>
                  <a:pt x="355389" y="47482"/>
                </a:cubicBezTo>
                <a:cubicBezTo>
                  <a:pt x="352900" y="49627"/>
                  <a:pt x="351142" y="52506"/>
                  <a:pt x="350116" y="56118"/>
                </a:cubicBezTo>
                <a:cubicBezTo>
                  <a:pt x="349089" y="59729"/>
                  <a:pt x="348576" y="63734"/>
                  <a:pt x="348576" y="68131"/>
                </a:cubicBezTo>
                <a:cubicBezTo>
                  <a:pt x="348576" y="72423"/>
                  <a:pt x="349089" y="76348"/>
                  <a:pt x="350116" y="79907"/>
                </a:cubicBezTo>
                <a:cubicBezTo>
                  <a:pt x="351142" y="83465"/>
                  <a:pt x="352900" y="86305"/>
                  <a:pt x="355389" y="88425"/>
                </a:cubicBezTo>
                <a:cubicBezTo>
                  <a:pt x="357878" y="90545"/>
                  <a:pt x="361303" y="91605"/>
                  <a:pt x="365666" y="91605"/>
                </a:cubicBezTo>
                <a:close/>
                <a:moveTo>
                  <a:pt x="421836" y="105769"/>
                </a:moveTo>
                <a:lnTo>
                  <a:pt x="421836" y="29714"/>
                </a:lnTo>
                <a:lnTo>
                  <a:pt x="441389" y="29714"/>
                </a:lnTo>
                <a:lnTo>
                  <a:pt x="441774" y="42569"/>
                </a:lnTo>
                <a:cubicBezTo>
                  <a:pt x="443724" y="38053"/>
                  <a:pt x="446649" y="34589"/>
                  <a:pt x="450549" y="32177"/>
                </a:cubicBezTo>
                <a:cubicBezTo>
                  <a:pt x="454450" y="29765"/>
                  <a:pt x="459171" y="28559"/>
                  <a:pt x="464713" y="28559"/>
                </a:cubicBezTo>
                <a:lnTo>
                  <a:pt x="466253" y="28559"/>
                </a:lnTo>
                <a:lnTo>
                  <a:pt x="466253" y="45726"/>
                </a:lnTo>
                <a:lnTo>
                  <a:pt x="464328" y="45726"/>
                </a:lnTo>
                <a:cubicBezTo>
                  <a:pt x="461301" y="45726"/>
                  <a:pt x="458401" y="46000"/>
                  <a:pt x="455630" y="46548"/>
                </a:cubicBezTo>
                <a:cubicBezTo>
                  <a:pt x="452859" y="47097"/>
                  <a:pt x="450344" y="48037"/>
                  <a:pt x="448086" y="49370"/>
                </a:cubicBezTo>
                <a:cubicBezTo>
                  <a:pt x="445828" y="50703"/>
                  <a:pt x="443878" y="52545"/>
                  <a:pt x="442236" y="54896"/>
                </a:cubicBezTo>
                <a:lnTo>
                  <a:pt x="442236" y="105769"/>
                </a:lnTo>
                <a:lnTo>
                  <a:pt x="421836" y="105769"/>
                </a:lnTo>
                <a:close/>
                <a:moveTo>
                  <a:pt x="481050" y="105769"/>
                </a:moveTo>
                <a:lnTo>
                  <a:pt x="481050" y="29714"/>
                </a:lnTo>
                <a:lnTo>
                  <a:pt x="501450" y="29714"/>
                </a:lnTo>
                <a:lnTo>
                  <a:pt x="501450" y="105769"/>
                </a:lnTo>
                <a:lnTo>
                  <a:pt x="481050" y="105769"/>
                </a:lnTo>
                <a:moveTo>
                  <a:pt x="491289" y="19861"/>
                </a:moveTo>
                <a:cubicBezTo>
                  <a:pt x="487542" y="19861"/>
                  <a:pt x="484681" y="18911"/>
                  <a:pt x="482706" y="17012"/>
                </a:cubicBezTo>
                <a:cubicBezTo>
                  <a:pt x="480730" y="15114"/>
                  <a:pt x="479742" y="12753"/>
                  <a:pt x="479742" y="9930"/>
                </a:cubicBezTo>
                <a:cubicBezTo>
                  <a:pt x="479742" y="7056"/>
                  <a:pt x="480730" y="4683"/>
                  <a:pt x="482706" y="2810"/>
                </a:cubicBezTo>
                <a:cubicBezTo>
                  <a:pt x="484681" y="937"/>
                  <a:pt x="487542" y="0"/>
                  <a:pt x="491289" y="0"/>
                </a:cubicBezTo>
                <a:cubicBezTo>
                  <a:pt x="495035" y="0"/>
                  <a:pt x="497896" y="937"/>
                  <a:pt x="499872" y="2810"/>
                </a:cubicBezTo>
                <a:cubicBezTo>
                  <a:pt x="501848" y="4683"/>
                  <a:pt x="502836" y="7056"/>
                  <a:pt x="502836" y="9930"/>
                </a:cubicBezTo>
                <a:cubicBezTo>
                  <a:pt x="502836" y="12753"/>
                  <a:pt x="501848" y="15114"/>
                  <a:pt x="499872" y="17012"/>
                </a:cubicBezTo>
                <a:cubicBezTo>
                  <a:pt x="497896" y="18911"/>
                  <a:pt x="495035" y="19861"/>
                  <a:pt x="491289" y="19861"/>
                </a:cubicBezTo>
                <a:close/>
                <a:moveTo>
                  <a:pt x="557113" y="107155"/>
                </a:moveTo>
                <a:cubicBezTo>
                  <a:pt x="550133" y="107155"/>
                  <a:pt x="543796" y="105800"/>
                  <a:pt x="538099" y="103089"/>
                </a:cubicBezTo>
                <a:cubicBezTo>
                  <a:pt x="532403" y="100377"/>
                  <a:pt x="527887" y="96154"/>
                  <a:pt x="524551" y="90419"/>
                </a:cubicBezTo>
                <a:cubicBezTo>
                  <a:pt x="521215" y="84684"/>
                  <a:pt x="519547" y="77281"/>
                  <a:pt x="519547" y="68208"/>
                </a:cubicBezTo>
                <a:cubicBezTo>
                  <a:pt x="519547" y="59138"/>
                  <a:pt x="521138" y="51683"/>
                  <a:pt x="524320" y="45843"/>
                </a:cubicBezTo>
                <a:cubicBezTo>
                  <a:pt x="527502" y="40004"/>
                  <a:pt x="531928" y="35664"/>
                  <a:pt x="537599" y="32822"/>
                </a:cubicBezTo>
                <a:cubicBezTo>
                  <a:pt x="543270" y="29980"/>
                  <a:pt x="549774" y="28559"/>
                  <a:pt x="557113" y="28559"/>
                </a:cubicBezTo>
                <a:cubicBezTo>
                  <a:pt x="563477" y="28559"/>
                  <a:pt x="569224" y="29629"/>
                  <a:pt x="574356" y="31768"/>
                </a:cubicBezTo>
                <a:cubicBezTo>
                  <a:pt x="579488" y="33906"/>
                  <a:pt x="583568" y="37100"/>
                  <a:pt x="586596" y="41350"/>
                </a:cubicBezTo>
                <a:cubicBezTo>
                  <a:pt x="589624" y="45600"/>
                  <a:pt x="591163" y="50959"/>
                  <a:pt x="591215" y="57426"/>
                </a:cubicBezTo>
                <a:lnTo>
                  <a:pt x="571431" y="57426"/>
                </a:lnTo>
                <a:cubicBezTo>
                  <a:pt x="571328" y="53436"/>
                  <a:pt x="570045" y="50258"/>
                  <a:pt x="567582" y="47891"/>
                </a:cubicBezTo>
                <a:cubicBezTo>
                  <a:pt x="565119" y="45523"/>
                  <a:pt x="561655" y="44340"/>
                  <a:pt x="557190" y="44340"/>
                </a:cubicBezTo>
                <a:cubicBezTo>
                  <a:pt x="551288" y="44340"/>
                  <a:pt x="547016" y="46422"/>
                  <a:pt x="544373" y="50585"/>
                </a:cubicBezTo>
                <a:cubicBezTo>
                  <a:pt x="541730" y="54748"/>
                  <a:pt x="540408" y="60624"/>
                  <a:pt x="540408" y="68213"/>
                </a:cubicBezTo>
                <a:cubicBezTo>
                  <a:pt x="540408" y="73114"/>
                  <a:pt x="540986" y="77291"/>
                  <a:pt x="542141" y="80744"/>
                </a:cubicBezTo>
                <a:cubicBezTo>
                  <a:pt x="543295" y="84195"/>
                  <a:pt x="545117" y="86830"/>
                  <a:pt x="547606" y="88649"/>
                </a:cubicBezTo>
                <a:cubicBezTo>
                  <a:pt x="550095" y="90466"/>
                  <a:pt x="553290" y="91374"/>
                  <a:pt x="557190" y="91374"/>
                </a:cubicBezTo>
                <a:cubicBezTo>
                  <a:pt x="561757" y="91374"/>
                  <a:pt x="565363" y="90083"/>
                  <a:pt x="568005" y="87501"/>
                </a:cubicBezTo>
                <a:cubicBezTo>
                  <a:pt x="570648" y="84918"/>
                  <a:pt x="572021" y="81256"/>
                  <a:pt x="572124" y="76517"/>
                </a:cubicBezTo>
                <a:lnTo>
                  <a:pt x="591907" y="76517"/>
                </a:lnTo>
                <a:cubicBezTo>
                  <a:pt x="591754" y="83152"/>
                  <a:pt x="590175" y="88742"/>
                  <a:pt x="587173" y="93287"/>
                </a:cubicBezTo>
                <a:cubicBezTo>
                  <a:pt x="584171" y="97830"/>
                  <a:pt x="580078" y="101277"/>
                  <a:pt x="574895" y="103628"/>
                </a:cubicBezTo>
                <a:cubicBezTo>
                  <a:pt x="569712" y="105979"/>
                  <a:pt x="563784" y="107155"/>
                  <a:pt x="557113" y="107155"/>
                </a:cubicBezTo>
                <a:close/>
                <a:moveTo>
                  <a:pt x="631307" y="107155"/>
                </a:moveTo>
                <a:cubicBezTo>
                  <a:pt x="627047" y="107155"/>
                  <a:pt x="623070" y="106326"/>
                  <a:pt x="619375" y="104667"/>
                </a:cubicBezTo>
                <a:cubicBezTo>
                  <a:pt x="615680" y="103009"/>
                  <a:pt x="612691" y="100509"/>
                  <a:pt x="610407" y="97167"/>
                </a:cubicBezTo>
                <a:cubicBezTo>
                  <a:pt x="608123" y="93823"/>
                  <a:pt x="606982" y="89638"/>
                  <a:pt x="606982" y="84612"/>
                </a:cubicBezTo>
                <a:cubicBezTo>
                  <a:pt x="606982" y="77617"/>
                  <a:pt x="609060" y="72344"/>
                  <a:pt x="613217" y="68795"/>
                </a:cubicBezTo>
                <a:cubicBezTo>
                  <a:pt x="617374" y="65245"/>
                  <a:pt x="623186" y="62834"/>
                  <a:pt x="630653" y="61564"/>
                </a:cubicBezTo>
                <a:cubicBezTo>
                  <a:pt x="638120" y="60294"/>
                  <a:pt x="646805" y="59555"/>
                  <a:pt x="656710" y="59348"/>
                </a:cubicBezTo>
                <a:lnTo>
                  <a:pt x="656710" y="55218"/>
                </a:lnTo>
                <a:cubicBezTo>
                  <a:pt x="656710" y="50186"/>
                  <a:pt x="655543" y="46742"/>
                  <a:pt x="653208" y="44888"/>
                </a:cubicBezTo>
                <a:cubicBezTo>
                  <a:pt x="650872" y="43035"/>
                  <a:pt x="647857" y="42108"/>
                  <a:pt x="644162" y="42108"/>
                </a:cubicBezTo>
                <a:cubicBezTo>
                  <a:pt x="640108" y="42108"/>
                  <a:pt x="636772" y="43096"/>
                  <a:pt x="634155" y="45074"/>
                </a:cubicBezTo>
                <a:cubicBezTo>
                  <a:pt x="631538" y="47049"/>
                  <a:pt x="630229" y="50251"/>
                  <a:pt x="630229" y="54679"/>
                </a:cubicBezTo>
                <a:lnTo>
                  <a:pt x="611138" y="54679"/>
                </a:lnTo>
                <a:cubicBezTo>
                  <a:pt x="611138" y="48182"/>
                  <a:pt x="612537" y="43037"/>
                  <a:pt x="615334" y="39242"/>
                </a:cubicBezTo>
                <a:cubicBezTo>
                  <a:pt x="618131" y="35446"/>
                  <a:pt x="622005" y="32717"/>
                  <a:pt x="626958" y="31054"/>
                </a:cubicBezTo>
                <a:cubicBezTo>
                  <a:pt x="631910" y="29391"/>
                  <a:pt x="637645" y="28559"/>
                  <a:pt x="644162" y="28559"/>
                </a:cubicBezTo>
                <a:cubicBezTo>
                  <a:pt x="648935" y="28559"/>
                  <a:pt x="653297" y="28962"/>
                  <a:pt x="657249" y="29767"/>
                </a:cubicBezTo>
                <a:cubicBezTo>
                  <a:pt x="661200" y="30572"/>
                  <a:pt x="664626" y="31962"/>
                  <a:pt x="667526" y="33936"/>
                </a:cubicBezTo>
                <a:cubicBezTo>
                  <a:pt x="670425" y="35908"/>
                  <a:pt x="672670" y="38596"/>
                  <a:pt x="674261" y="41999"/>
                </a:cubicBezTo>
                <a:cubicBezTo>
                  <a:pt x="675852" y="45401"/>
                  <a:pt x="676648" y="49647"/>
                  <a:pt x="676648" y="54737"/>
                </a:cubicBezTo>
                <a:lnTo>
                  <a:pt x="676648" y="105769"/>
                </a:lnTo>
                <a:lnTo>
                  <a:pt x="657557" y="105769"/>
                </a:lnTo>
                <a:lnTo>
                  <a:pt x="656941" y="96070"/>
                </a:lnTo>
                <a:cubicBezTo>
                  <a:pt x="653759" y="99714"/>
                  <a:pt x="650064" y="102472"/>
                  <a:pt x="645856" y="104345"/>
                </a:cubicBezTo>
                <a:cubicBezTo>
                  <a:pt x="641648" y="106218"/>
                  <a:pt x="636798" y="107155"/>
                  <a:pt x="631307" y="107155"/>
                </a:cubicBezTo>
                <a:moveTo>
                  <a:pt x="638004" y="93145"/>
                </a:moveTo>
                <a:cubicBezTo>
                  <a:pt x="641853" y="93145"/>
                  <a:pt x="645407" y="92123"/>
                  <a:pt x="648666" y="90080"/>
                </a:cubicBezTo>
                <a:cubicBezTo>
                  <a:pt x="651925" y="88035"/>
                  <a:pt x="654529" y="85703"/>
                  <a:pt x="656479" y="83084"/>
                </a:cubicBezTo>
                <a:lnTo>
                  <a:pt x="656479" y="70664"/>
                </a:lnTo>
                <a:cubicBezTo>
                  <a:pt x="645702" y="70717"/>
                  <a:pt x="638158" y="71752"/>
                  <a:pt x="633847" y="73770"/>
                </a:cubicBezTo>
                <a:cubicBezTo>
                  <a:pt x="629536" y="75787"/>
                  <a:pt x="627381" y="79049"/>
                  <a:pt x="627381" y="83556"/>
                </a:cubicBezTo>
                <a:cubicBezTo>
                  <a:pt x="627381" y="86805"/>
                  <a:pt x="628369" y="89216"/>
                  <a:pt x="630345" y="90787"/>
                </a:cubicBezTo>
                <a:cubicBezTo>
                  <a:pt x="632321" y="92359"/>
                  <a:pt x="634874" y="93145"/>
                  <a:pt x="638004" y="93145"/>
                </a:cubicBezTo>
                <a:close/>
                <a:moveTo>
                  <a:pt x="726439" y="105769"/>
                </a:moveTo>
                <a:cubicBezTo>
                  <a:pt x="718793" y="105769"/>
                  <a:pt x="712891" y="104858"/>
                  <a:pt x="708734" y="103036"/>
                </a:cubicBezTo>
                <a:cubicBezTo>
                  <a:pt x="704577" y="101215"/>
                  <a:pt x="701678" y="98392"/>
                  <a:pt x="700036" y="94569"/>
                </a:cubicBezTo>
                <a:cubicBezTo>
                  <a:pt x="698393" y="90745"/>
                  <a:pt x="697572" y="85755"/>
                  <a:pt x="697572" y="79596"/>
                </a:cubicBezTo>
                <a:lnTo>
                  <a:pt x="697572" y="2155"/>
                </a:lnTo>
                <a:lnTo>
                  <a:pt x="717895" y="2155"/>
                </a:lnTo>
                <a:lnTo>
                  <a:pt x="717895" y="78365"/>
                </a:lnTo>
                <a:cubicBezTo>
                  <a:pt x="717895" y="82316"/>
                  <a:pt x="718434" y="85216"/>
                  <a:pt x="719511" y="87063"/>
                </a:cubicBezTo>
                <a:cubicBezTo>
                  <a:pt x="720589" y="88911"/>
                  <a:pt x="723104" y="89835"/>
                  <a:pt x="727055" y="89835"/>
                </a:cubicBezTo>
                <a:lnTo>
                  <a:pt x="731751" y="89835"/>
                </a:lnTo>
                <a:lnTo>
                  <a:pt x="731751" y="105769"/>
                </a:lnTo>
                <a:lnTo>
                  <a:pt x="726439" y="105769"/>
                </a:lnTo>
                <a:close/>
                <a:moveTo>
                  <a:pt x="813923" y="107155"/>
                </a:moveTo>
                <a:cubicBezTo>
                  <a:pt x="806071" y="107155"/>
                  <a:pt x="799002" y="106038"/>
                  <a:pt x="792715" y="103804"/>
                </a:cubicBezTo>
                <a:cubicBezTo>
                  <a:pt x="786428" y="101570"/>
                  <a:pt x="781438" y="98014"/>
                  <a:pt x="777743" y="93135"/>
                </a:cubicBezTo>
                <a:cubicBezTo>
                  <a:pt x="774048" y="88256"/>
                  <a:pt x="772200" y="81888"/>
                  <a:pt x="772200" y="74030"/>
                </a:cubicBezTo>
                <a:lnTo>
                  <a:pt x="794370" y="74030"/>
                </a:lnTo>
                <a:cubicBezTo>
                  <a:pt x="794473" y="78039"/>
                  <a:pt x="795396" y="81187"/>
                  <a:pt x="797141" y="83474"/>
                </a:cubicBezTo>
                <a:cubicBezTo>
                  <a:pt x="798886" y="85761"/>
                  <a:pt x="801234" y="87393"/>
                  <a:pt x="804185" y="88370"/>
                </a:cubicBezTo>
                <a:cubicBezTo>
                  <a:pt x="807136" y="89346"/>
                  <a:pt x="810510" y="89835"/>
                  <a:pt x="814308" y="89835"/>
                </a:cubicBezTo>
                <a:cubicBezTo>
                  <a:pt x="817951" y="89835"/>
                  <a:pt x="821159" y="89398"/>
                  <a:pt x="823930" y="88524"/>
                </a:cubicBezTo>
                <a:cubicBezTo>
                  <a:pt x="826701" y="87649"/>
                  <a:pt x="828869" y="86300"/>
                  <a:pt x="830435" y="84475"/>
                </a:cubicBezTo>
                <a:cubicBezTo>
                  <a:pt x="832000" y="82650"/>
                  <a:pt x="832783" y="80324"/>
                  <a:pt x="832783" y="77496"/>
                </a:cubicBezTo>
                <a:cubicBezTo>
                  <a:pt x="832783" y="74775"/>
                  <a:pt x="832115" y="72528"/>
                  <a:pt x="830781" y="70756"/>
                </a:cubicBezTo>
                <a:cubicBezTo>
                  <a:pt x="829447" y="68984"/>
                  <a:pt x="827086" y="67366"/>
                  <a:pt x="823699" y="65904"/>
                </a:cubicBezTo>
                <a:cubicBezTo>
                  <a:pt x="820312" y="64439"/>
                  <a:pt x="815565" y="62860"/>
                  <a:pt x="809458" y="61165"/>
                </a:cubicBezTo>
                <a:cubicBezTo>
                  <a:pt x="802325" y="59110"/>
                  <a:pt x="796153" y="56851"/>
                  <a:pt x="790944" y="54386"/>
                </a:cubicBezTo>
                <a:cubicBezTo>
                  <a:pt x="785736" y="51921"/>
                  <a:pt x="781707" y="48737"/>
                  <a:pt x="778859" y="44835"/>
                </a:cubicBezTo>
                <a:cubicBezTo>
                  <a:pt x="776011" y="40932"/>
                  <a:pt x="774586" y="35847"/>
                  <a:pt x="774586" y="29582"/>
                </a:cubicBezTo>
                <a:cubicBezTo>
                  <a:pt x="774586" y="22854"/>
                  <a:pt x="776216" y="17372"/>
                  <a:pt x="779475" y="13135"/>
                </a:cubicBezTo>
                <a:cubicBezTo>
                  <a:pt x="782733" y="8897"/>
                  <a:pt x="787237" y="5777"/>
                  <a:pt x="792984" y="3774"/>
                </a:cubicBezTo>
                <a:cubicBezTo>
                  <a:pt x="798732" y="1771"/>
                  <a:pt x="805327" y="770"/>
                  <a:pt x="812768" y="770"/>
                </a:cubicBezTo>
                <a:cubicBezTo>
                  <a:pt x="819850" y="770"/>
                  <a:pt x="826355" y="1848"/>
                  <a:pt x="832282" y="4005"/>
                </a:cubicBezTo>
                <a:cubicBezTo>
                  <a:pt x="838210" y="6162"/>
                  <a:pt x="842944" y="9449"/>
                  <a:pt x="846485" y="13866"/>
                </a:cubicBezTo>
                <a:cubicBezTo>
                  <a:pt x="850026" y="18283"/>
                  <a:pt x="851796" y="23906"/>
                  <a:pt x="851796" y="30736"/>
                </a:cubicBezTo>
                <a:lnTo>
                  <a:pt x="829626" y="30736"/>
                </a:lnTo>
                <a:cubicBezTo>
                  <a:pt x="829678" y="26315"/>
                  <a:pt x="828036" y="23012"/>
                  <a:pt x="824700" y="20828"/>
                </a:cubicBezTo>
                <a:cubicBezTo>
                  <a:pt x="821364" y="18643"/>
                  <a:pt x="817361" y="17551"/>
                  <a:pt x="812691" y="17551"/>
                </a:cubicBezTo>
                <a:cubicBezTo>
                  <a:pt x="808072" y="17551"/>
                  <a:pt x="804249" y="18412"/>
                  <a:pt x="801221" y="20135"/>
                </a:cubicBezTo>
                <a:cubicBezTo>
                  <a:pt x="798193" y="21857"/>
                  <a:pt x="796679" y="24518"/>
                  <a:pt x="796679" y="28117"/>
                </a:cubicBezTo>
                <a:cubicBezTo>
                  <a:pt x="796679" y="30171"/>
                  <a:pt x="797321" y="31982"/>
                  <a:pt x="798604" y="33548"/>
                </a:cubicBezTo>
                <a:cubicBezTo>
                  <a:pt x="799887" y="35115"/>
                  <a:pt x="802260" y="36644"/>
                  <a:pt x="805724" y="38134"/>
                </a:cubicBezTo>
                <a:cubicBezTo>
                  <a:pt x="809189" y="39622"/>
                  <a:pt x="814205" y="41316"/>
                  <a:pt x="820774" y="43217"/>
                </a:cubicBezTo>
                <a:cubicBezTo>
                  <a:pt x="828626" y="45527"/>
                  <a:pt x="835066" y="47954"/>
                  <a:pt x="840096" y="50496"/>
                </a:cubicBezTo>
                <a:cubicBezTo>
                  <a:pt x="845125" y="53038"/>
                  <a:pt x="848858" y="56325"/>
                  <a:pt x="851296" y="60356"/>
                </a:cubicBezTo>
                <a:cubicBezTo>
                  <a:pt x="853734" y="64388"/>
                  <a:pt x="854953" y="69691"/>
                  <a:pt x="854953" y="76265"/>
                </a:cubicBezTo>
                <a:cubicBezTo>
                  <a:pt x="854953" y="83608"/>
                  <a:pt x="853156" y="89539"/>
                  <a:pt x="849564" y="94059"/>
                </a:cubicBezTo>
                <a:cubicBezTo>
                  <a:pt x="845972" y="98578"/>
                  <a:pt x="841083" y="101891"/>
                  <a:pt x="834900" y="103996"/>
                </a:cubicBezTo>
                <a:cubicBezTo>
                  <a:pt x="828716" y="106102"/>
                  <a:pt x="821723" y="107155"/>
                  <a:pt x="813923" y="107155"/>
                </a:cubicBezTo>
                <a:close/>
                <a:moveTo>
                  <a:pt x="902491" y="105769"/>
                </a:moveTo>
                <a:cubicBezTo>
                  <a:pt x="894896" y="105769"/>
                  <a:pt x="889007" y="104845"/>
                  <a:pt x="884824" y="102996"/>
                </a:cubicBezTo>
                <a:cubicBezTo>
                  <a:pt x="880642" y="101145"/>
                  <a:pt x="877729" y="98278"/>
                  <a:pt x="876087" y="94396"/>
                </a:cubicBezTo>
                <a:cubicBezTo>
                  <a:pt x="874445" y="90513"/>
                  <a:pt x="873624" y="85444"/>
                  <a:pt x="873624" y="79190"/>
                </a:cubicBezTo>
                <a:lnTo>
                  <a:pt x="873624" y="45418"/>
                </a:lnTo>
                <a:lnTo>
                  <a:pt x="861153" y="45418"/>
                </a:lnTo>
                <a:lnTo>
                  <a:pt x="861153" y="29714"/>
                </a:lnTo>
                <a:lnTo>
                  <a:pt x="873624" y="29714"/>
                </a:lnTo>
                <a:lnTo>
                  <a:pt x="873624" y="12009"/>
                </a:lnTo>
                <a:lnTo>
                  <a:pt x="894023" y="12009"/>
                </a:lnTo>
                <a:lnTo>
                  <a:pt x="894023" y="29714"/>
                </a:lnTo>
                <a:lnTo>
                  <a:pt x="910420" y="29714"/>
                </a:lnTo>
                <a:lnTo>
                  <a:pt x="910420" y="45418"/>
                </a:lnTo>
                <a:lnTo>
                  <a:pt x="894023" y="45418"/>
                </a:lnTo>
                <a:lnTo>
                  <a:pt x="894023" y="78119"/>
                </a:lnTo>
                <a:cubicBezTo>
                  <a:pt x="894023" y="82154"/>
                  <a:pt x="894575" y="85141"/>
                  <a:pt x="895678" y="87080"/>
                </a:cubicBezTo>
                <a:cubicBezTo>
                  <a:pt x="896782" y="89019"/>
                  <a:pt x="899283" y="89989"/>
                  <a:pt x="903184" y="89989"/>
                </a:cubicBezTo>
                <a:lnTo>
                  <a:pt x="910420" y="89989"/>
                </a:lnTo>
                <a:lnTo>
                  <a:pt x="910420" y="105769"/>
                </a:lnTo>
                <a:lnTo>
                  <a:pt x="902491" y="105769"/>
                </a:lnTo>
                <a:close/>
                <a:moveTo>
                  <a:pt x="926925" y="105769"/>
                </a:moveTo>
                <a:lnTo>
                  <a:pt x="926925" y="29714"/>
                </a:lnTo>
                <a:lnTo>
                  <a:pt x="946478" y="29714"/>
                </a:lnTo>
                <a:lnTo>
                  <a:pt x="946863" y="42569"/>
                </a:lnTo>
                <a:cubicBezTo>
                  <a:pt x="948813" y="38053"/>
                  <a:pt x="951738" y="34589"/>
                  <a:pt x="955638" y="32177"/>
                </a:cubicBezTo>
                <a:cubicBezTo>
                  <a:pt x="959539" y="29765"/>
                  <a:pt x="964260" y="28559"/>
                  <a:pt x="969802" y="28559"/>
                </a:cubicBezTo>
                <a:lnTo>
                  <a:pt x="971342" y="28559"/>
                </a:lnTo>
                <a:lnTo>
                  <a:pt x="971342" y="45726"/>
                </a:lnTo>
                <a:lnTo>
                  <a:pt x="969418" y="45726"/>
                </a:lnTo>
                <a:cubicBezTo>
                  <a:pt x="966390" y="45726"/>
                  <a:pt x="963490" y="46000"/>
                  <a:pt x="960719" y="46548"/>
                </a:cubicBezTo>
                <a:cubicBezTo>
                  <a:pt x="957948" y="47097"/>
                  <a:pt x="955433" y="48037"/>
                  <a:pt x="953175" y="49370"/>
                </a:cubicBezTo>
                <a:cubicBezTo>
                  <a:pt x="950917" y="50703"/>
                  <a:pt x="948967" y="52545"/>
                  <a:pt x="947325" y="54896"/>
                </a:cubicBezTo>
                <a:lnTo>
                  <a:pt x="947325" y="105769"/>
                </a:lnTo>
                <a:lnTo>
                  <a:pt x="926925" y="105769"/>
                </a:lnTo>
                <a:close/>
                <a:moveTo>
                  <a:pt x="1009310" y="107155"/>
                </a:moveTo>
                <a:cubicBezTo>
                  <a:pt x="1001715" y="107155"/>
                  <a:pt x="995839" y="104767"/>
                  <a:pt x="991682" y="99991"/>
                </a:cubicBezTo>
                <a:cubicBezTo>
                  <a:pt x="987525" y="95213"/>
                  <a:pt x="985447" y="88414"/>
                  <a:pt x="985447" y="79592"/>
                </a:cubicBezTo>
                <a:lnTo>
                  <a:pt x="985447" y="29714"/>
                </a:lnTo>
                <a:lnTo>
                  <a:pt x="1005846" y="29714"/>
                </a:lnTo>
                <a:lnTo>
                  <a:pt x="1005846" y="77309"/>
                </a:lnTo>
                <a:cubicBezTo>
                  <a:pt x="1005846" y="79931"/>
                  <a:pt x="1006218" y="82251"/>
                  <a:pt x="1006962" y="84270"/>
                </a:cubicBezTo>
                <a:cubicBezTo>
                  <a:pt x="1007706" y="86290"/>
                  <a:pt x="1008938" y="87850"/>
                  <a:pt x="1010657" y="88952"/>
                </a:cubicBezTo>
                <a:cubicBezTo>
                  <a:pt x="1012376" y="90053"/>
                  <a:pt x="1014647" y="90604"/>
                  <a:pt x="1017470" y="90604"/>
                </a:cubicBezTo>
                <a:cubicBezTo>
                  <a:pt x="1021575" y="90604"/>
                  <a:pt x="1025078" y="89673"/>
                  <a:pt x="1027978" y="87811"/>
                </a:cubicBezTo>
                <a:cubicBezTo>
                  <a:pt x="1030877" y="85950"/>
                  <a:pt x="1033405" y="83681"/>
                  <a:pt x="1035560" y="81006"/>
                </a:cubicBezTo>
                <a:lnTo>
                  <a:pt x="1035560" y="29714"/>
                </a:lnTo>
                <a:lnTo>
                  <a:pt x="1055959" y="29714"/>
                </a:lnTo>
                <a:lnTo>
                  <a:pt x="1055959" y="105769"/>
                </a:lnTo>
                <a:lnTo>
                  <a:pt x="1036253" y="105769"/>
                </a:lnTo>
                <a:lnTo>
                  <a:pt x="1035945" y="94838"/>
                </a:lnTo>
                <a:cubicBezTo>
                  <a:pt x="1033430" y="98020"/>
                  <a:pt x="1029992" y="100868"/>
                  <a:pt x="1025630" y="103383"/>
                </a:cubicBezTo>
                <a:cubicBezTo>
                  <a:pt x="1021268" y="105898"/>
                  <a:pt x="1015828" y="107155"/>
                  <a:pt x="1009310" y="107155"/>
                </a:cubicBezTo>
                <a:close/>
                <a:moveTo>
                  <a:pt x="1112966" y="107155"/>
                </a:moveTo>
                <a:cubicBezTo>
                  <a:pt x="1105987" y="107155"/>
                  <a:pt x="1099649" y="105800"/>
                  <a:pt x="1093953" y="103089"/>
                </a:cubicBezTo>
                <a:cubicBezTo>
                  <a:pt x="1088256" y="100377"/>
                  <a:pt x="1083740" y="96154"/>
                  <a:pt x="1080404" y="90419"/>
                </a:cubicBezTo>
                <a:cubicBezTo>
                  <a:pt x="1077068" y="84684"/>
                  <a:pt x="1075401" y="77281"/>
                  <a:pt x="1075401" y="68208"/>
                </a:cubicBezTo>
                <a:cubicBezTo>
                  <a:pt x="1075401" y="59138"/>
                  <a:pt x="1076991" y="51683"/>
                  <a:pt x="1080173" y="45843"/>
                </a:cubicBezTo>
                <a:cubicBezTo>
                  <a:pt x="1083355" y="40004"/>
                  <a:pt x="1087781" y="35664"/>
                  <a:pt x="1093452" y="32822"/>
                </a:cubicBezTo>
                <a:cubicBezTo>
                  <a:pt x="1099123" y="29980"/>
                  <a:pt x="1105628" y="28559"/>
                  <a:pt x="1112966" y="28559"/>
                </a:cubicBezTo>
                <a:cubicBezTo>
                  <a:pt x="1119330" y="28559"/>
                  <a:pt x="1125078" y="29629"/>
                  <a:pt x="1130210" y="31768"/>
                </a:cubicBezTo>
                <a:cubicBezTo>
                  <a:pt x="1135342" y="33906"/>
                  <a:pt x="1139422" y="37100"/>
                  <a:pt x="1142449" y="41350"/>
                </a:cubicBezTo>
                <a:cubicBezTo>
                  <a:pt x="1145477" y="45600"/>
                  <a:pt x="1147017" y="50959"/>
                  <a:pt x="1147068" y="57426"/>
                </a:cubicBezTo>
                <a:lnTo>
                  <a:pt x="1127284" y="57426"/>
                </a:lnTo>
                <a:cubicBezTo>
                  <a:pt x="1127182" y="53436"/>
                  <a:pt x="1125899" y="50258"/>
                  <a:pt x="1123436" y="47891"/>
                </a:cubicBezTo>
                <a:cubicBezTo>
                  <a:pt x="1120972" y="45523"/>
                  <a:pt x="1117508" y="44340"/>
                  <a:pt x="1113043" y="44340"/>
                </a:cubicBezTo>
                <a:cubicBezTo>
                  <a:pt x="1107142" y="44340"/>
                  <a:pt x="1102869" y="46422"/>
                  <a:pt x="1100226" y="50585"/>
                </a:cubicBezTo>
                <a:cubicBezTo>
                  <a:pt x="1097583" y="54748"/>
                  <a:pt x="1096262" y="60624"/>
                  <a:pt x="1096262" y="68213"/>
                </a:cubicBezTo>
                <a:cubicBezTo>
                  <a:pt x="1096262" y="73114"/>
                  <a:pt x="1096839" y="77291"/>
                  <a:pt x="1097994" y="80744"/>
                </a:cubicBezTo>
                <a:cubicBezTo>
                  <a:pt x="1099149" y="84195"/>
                  <a:pt x="1100970" y="86830"/>
                  <a:pt x="1103459" y="88649"/>
                </a:cubicBezTo>
                <a:cubicBezTo>
                  <a:pt x="1105948" y="90466"/>
                  <a:pt x="1109143" y="91374"/>
                  <a:pt x="1113043" y="91374"/>
                </a:cubicBezTo>
                <a:cubicBezTo>
                  <a:pt x="1117611" y="91374"/>
                  <a:pt x="1121216" y="90083"/>
                  <a:pt x="1123859" y="87501"/>
                </a:cubicBezTo>
                <a:cubicBezTo>
                  <a:pt x="1126502" y="84918"/>
                  <a:pt x="1127875" y="81256"/>
                  <a:pt x="1127977" y="76517"/>
                </a:cubicBezTo>
                <a:lnTo>
                  <a:pt x="1147761" y="76517"/>
                </a:lnTo>
                <a:cubicBezTo>
                  <a:pt x="1147607" y="83152"/>
                  <a:pt x="1146029" y="88742"/>
                  <a:pt x="1143027" y="93287"/>
                </a:cubicBezTo>
                <a:cubicBezTo>
                  <a:pt x="1140025" y="97830"/>
                  <a:pt x="1135932" y="101277"/>
                  <a:pt x="1130749" y="103628"/>
                </a:cubicBezTo>
                <a:cubicBezTo>
                  <a:pt x="1125565" y="105979"/>
                  <a:pt x="1119638" y="107155"/>
                  <a:pt x="1112966" y="107155"/>
                </a:cubicBezTo>
                <a:close/>
                <a:moveTo>
                  <a:pt x="1198784" y="105769"/>
                </a:moveTo>
                <a:cubicBezTo>
                  <a:pt x="1191189" y="105769"/>
                  <a:pt x="1185300" y="104845"/>
                  <a:pt x="1181118" y="102996"/>
                </a:cubicBezTo>
                <a:cubicBezTo>
                  <a:pt x="1176935" y="101145"/>
                  <a:pt x="1174023" y="98278"/>
                  <a:pt x="1172380" y="94396"/>
                </a:cubicBezTo>
                <a:cubicBezTo>
                  <a:pt x="1170738" y="90513"/>
                  <a:pt x="1169917" y="85444"/>
                  <a:pt x="1169917" y="79190"/>
                </a:cubicBezTo>
                <a:lnTo>
                  <a:pt x="1169917" y="45418"/>
                </a:lnTo>
                <a:lnTo>
                  <a:pt x="1157446" y="45418"/>
                </a:lnTo>
                <a:lnTo>
                  <a:pt x="1157446" y="29714"/>
                </a:lnTo>
                <a:lnTo>
                  <a:pt x="1169917" y="29714"/>
                </a:lnTo>
                <a:lnTo>
                  <a:pt x="1169917" y="12009"/>
                </a:lnTo>
                <a:lnTo>
                  <a:pt x="1190317" y="12009"/>
                </a:lnTo>
                <a:lnTo>
                  <a:pt x="1190317" y="29714"/>
                </a:lnTo>
                <a:lnTo>
                  <a:pt x="1206713" y="29714"/>
                </a:lnTo>
                <a:lnTo>
                  <a:pt x="1206713" y="45418"/>
                </a:lnTo>
                <a:lnTo>
                  <a:pt x="1190317" y="45418"/>
                </a:lnTo>
                <a:lnTo>
                  <a:pt x="1190317" y="78119"/>
                </a:lnTo>
                <a:cubicBezTo>
                  <a:pt x="1190317" y="82154"/>
                  <a:pt x="1190868" y="85141"/>
                  <a:pt x="1191972" y="87080"/>
                </a:cubicBezTo>
                <a:cubicBezTo>
                  <a:pt x="1193075" y="89019"/>
                  <a:pt x="1195577" y="89989"/>
                  <a:pt x="1199477" y="89989"/>
                </a:cubicBezTo>
                <a:lnTo>
                  <a:pt x="1206713" y="89989"/>
                </a:lnTo>
                <a:lnTo>
                  <a:pt x="1206713" y="105769"/>
                </a:lnTo>
                <a:lnTo>
                  <a:pt x="1198784" y="105769"/>
                </a:lnTo>
                <a:close/>
                <a:moveTo>
                  <a:pt x="1246389" y="107155"/>
                </a:moveTo>
                <a:cubicBezTo>
                  <a:pt x="1238794" y="107155"/>
                  <a:pt x="1232918" y="104767"/>
                  <a:pt x="1228761" y="99991"/>
                </a:cubicBezTo>
                <a:cubicBezTo>
                  <a:pt x="1224604" y="95213"/>
                  <a:pt x="1222525" y="88414"/>
                  <a:pt x="1222525" y="79592"/>
                </a:cubicBezTo>
                <a:lnTo>
                  <a:pt x="1222525" y="29714"/>
                </a:lnTo>
                <a:lnTo>
                  <a:pt x="1242925" y="29714"/>
                </a:lnTo>
                <a:lnTo>
                  <a:pt x="1242925" y="77309"/>
                </a:lnTo>
                <a:cubicBezTo>
                  <a:pt x="1242925" y="79931"/>
                  <a:pt x="1243297" y="82251"/>
                  <a:pt x="1244041" y="84270"/>
                </a:cubicBezTo>
                <a:cubicBezTo>
                  <a:pt x="1244785" y="86290"/>
                  <a:pt x="1246017" y="87850"/>
                  <a:pt x="1247736" y="88952"/>
                </a:cubicBezTo>
                <a:cubicBezTo>
                  <a:pt x="1249455" y="90053"/>
                  <a:pt x="1251726" y="90604"/>
                  <a:pt x="1254549" y="90604"/>
                </a:cubicBezTo>
                <a:cubicBezTo>
                  <a:pt x="1258654" y="90604"/>
                  <a:pt x="1262157" y="89673"/>
                  <a:pt x="1265056" y="87811"/>
                </a:cubicBezTo>
                <a:cubicBezTo>
                  <a:pt x="1267956" y="85950"/>
                  <a:pt x="1270483" y="83681"/>
                  <a:pt x="1272639" y="81006"/>
                </a:cubicBezTo>
                <a:lnTo>
                  <a:pt x="1272639" y="29714"/>
                </a:lnTo>
                <a:lnTo>
                  <a:pt x="1293038" y="29714"/>
                </a:lnTo>
                <a:lnTo>
                  <a:pt x="1293038" y="105769"/>
                </a:lnTo>
                <a:lnTo>
                  <a:pt x="1273332" y="105769"/>
                </a:lnTo>
                <a:lnTo>
                  <a:pt x="1273024" y="94838"/>
                </a:lnTo>
                <a:cubicBezTo>
                  <a:pt x="1270509" y="98020"/>
                  <a:pt x="1267071" y="100868"/>
                  <a:pt x="1262709" y="103383"/>
                </a:cubicBezTo>
                <a:cubicBezTo>
                  <a:pt x="1258346" y="105898"/>
                  <a:pt x="1252907" y="107155"/>
                  <a:pt x="1246389" y="107155"/>
                </a:cubicBezTo>
                <a:close/>
                <a:moveTo>
                  <a:pt x="1316328" y="105769"/>
                </a:moveTo>
                <a:lnTo>
                  <a:pt x="1316328" y="29714"/>
                </a:lnTo>
                <a:lnTo>
                  <a:pt x="1335881" y="29714"/>
                </a:lnTo>
                <a:lnTo>
                  <a:pt x="1336266" y="42569"/>
                </a:lnTo>
                <a:cubicBezTo>
                  <a:pt x="1338216" y="38053"/>
                  <a:pt x="1341141" y="34589"/>
                  <a:pt x="1345041" y="32177"/>
                </a:cubicBezTo>
                <a:cubicBezTo>
                  <a:pt x="1348942" y="29765"/>
                  <a:pt x="1353663" y="28559"/>
                  <a:pt x="1359205" y="28559"/>
                </a:cubicBezTo>
                <a:lnTo>
                  <a:pt x="1360745" y="28559"/>
                </a:lnTo>
                <a:lnTo>
                  <a:pt x="1360745" y="45726"/>
                </a:lnTo>
                <a:lnTo>
                  <a:pt x="1358821" y="45726"/>
                </a:lnTo>
                <a:cubicBezTo>
                  <a:pt x="1355793" y="45726"/>
                  <a:pt x="1352893" y="46000"/>
                  <a:pt x="1350122" y="46548"/>
                </a:cubicBezTo>
                <a:cubicBezTo>
                  <a:pt x="1347351" y="47097"/>
                  <a:pt x="1344836" y="48037"/>
                  <a:pt x="1342578" y="49370"/>
                </a:cubicBezTo>
                <a:cubicBezTo>
                  <a:pt x="1340320" y="50703"/>
                  <a:pt x="1338370" y="52545"/>
                  <a:pt x="1336728" y="54896"/>
                </a:cubicBezTo>
                <a:lnTo>
                  <a:pt x="1336728" y="105769"/>
                </a:lnTo>
                <a:lnTo>
                  <a:pt x="1316328" y="105769"/>
                </a:lnTo>
                <a:close/>
                <a:moveTo>
                  <a:pt x="1410106" y="107155"/>
                </a:moveTo>
                <a:cubicBezTo>
                  <a:pt x="1401741" y="107155"/>
                  <a:pt x="1394710" y="105584"/>
                  <a:pt x="1389014" y="102442"/>
                </a:cubicBezTo>
                <a:cubicBezTo>
                  <a:pt x="1383318" y="99301"/>
                  <a:pt x="1379007" y="94770"/>
                  <a:pt x="1376081" y="88851"/>
                </a:cubicBezTo>
                <a:cubicBezTo>
                  <a:pt x="1373156" y="82930"/>
                  <a:pt x="1371694" y="75815"/>
                  <a:pt x="1371694" y="67506"/>
                </a:cubicBezTo>
                <a:cubicBezTo>
                  <a:pt x="1371694" y="59457"/>
                  <a:pt x="1373118" y="52525"/>
                  <a:pt x="1375966" y="46709"/>
                </a:cubicBezTo>
                <a:cubicBezTo>
                  <a:pt x="1378814" y="40893"/>
                  <a:pt x="1382997" y="36413"/>
                  <a:pt x="1388514" y="33272"/>
                </a:cubicBezTo>
                <a:cubicBezTo>
                  <a:pt x="1394030" y="30130"/>
                  <a:pt x="1400817" y="28559"/>
                  <a:pt x="1408875" y="28559"/>
                </a:cubicBezTo>
                <a:cubicBezTo>
                  <a:pt x="1420062" y="28559"/>
                  <a:pt x="1428902" y="31866"/>
                  <a:pt x="1435394" y="38480"/>
                </a:cubicBezTo>
                <a:cubicBezTo>
                  <a:pt x="1441886" y="45094"/>
                  <a:pt x="1445132" y="54522"/>
                  <a:pt x="1445132" y="66765"/>
                </a:cubicBezTo>
                <a:cubicBezTo>
                  <a:pt x="1445132" y="67387"/>
                  <a:pt x="1445106" y="68230"/>
                  <a:pt x="1445055" y="69293"/>
                </a:cubicBezTo>
                <a:cubicBezTo>
                  <a:pt x="1445003" y="70356"/>
                  <a:pt x="1444926" y="71174"/>
                  <a:pt x="1444824" y="71744"/>
                </a:cubicBezTo>
                <a:lnTo>
                  <a:pt x="1392093" y="71744"/>
                </a:lnTo>
                <a:cubicBezTo>
                  <a:pt x="1392196" y="75367"/>
                  <a:pt x="1392850" y="78754"/>
                  <a:pt x="1394056" y="81903"/>
                </a:cubicBezTo>
                <a:cubicBezTo>
                  <a:pt x="1395262" y="85053"/>
                  <a:pt x="1397174" y="87586"/>
                  <a:pt x="1399791" y="89503"/>
                </a:cubicBezTo>
                <a:cubicBezTo>
                  <a:pt x="1402408" y="91417"/>
                  <a:pt x="1405847" y="92375"/>
                  <a:pt x="1410106" y="92375"/>
                </a:cubicBezTo>
                <a:cubicBezTo>
                  <a:pt x="1414520" y="92375"/>
                  <a:pt x="1418061" y="91384"/>
                  <a:pt x="1420729" y="89402"/>
                </a:cubicBezTo>
                <a:cubicBezTo>
                  <a:pt x="1423398" y="87419"/>
                  <a:pt x="1424758" y="84472"/>
                  <a:pt x="1424809" y="80559"/>
                </a:cubicBezTo>
                <a:lnTo>
                  <a:pt x="1444901" y="80559"/>
                </a:lnTo>
                <a:cubicBezTo>
                  <a:pt x="1444644" y="86486"/>
                  <a:pt x="1443040" y="91425"/>
                  <a:pt x="1440090" y="95377"/>
                </a:cubicBezTo>
                <a:cubicBezTo>
                  <a:pt x="1437139" y="99329"/>
                  <a:pt x="1433110" y="102280"/>
                  <a:pt x="1428004" y="104230"/>
                </a:cubicBezTo>
                <a:cubicBezTo>
                  <a:pt x="1422898" y="106180"/>
                  <a:pt x="1416932" y="107155"/>
                  <a:pt x="1410106" y="107155"/>
                </a:cubicBezTo>
                <a:moveTo>
                  <a:pt x="1392324" y="58812"/>
                </a:moveTo>
                <a:lnTo>
                  <a:pt x="1424886" y="58812"/>
                </a:lnTo>
                <a:cubicBezTo>
                  <a:pt x="1424732" y="53423"/>
                  <a:pt x="1423180" y="49395"/>
                  <a:pt x="1420229" y="46726"/>
                </a:cubicBezTo>
                <a:cubicBezTo>
                  <a:pt x="1417278" y="44058"/>
                  <a:pt x="1413493" y="42723"/>
                  <a:pt x="1408875" y="42723"/>
                </a:cubicBezTo>
                <a:cubicBezTo>
                  <a:pt x="1404153" y="42723"/>
                  <a:pt x="1400291" y="44097"/>
                  <a:pt x="1397289" y="46844"/>
                </a:cubicBezTo>
                <a:cubicBezTo>
                  <a:pt x="1394287" y="49591"/>
                  <a:pt x="1392632" y="53581"/>
                  <a:pt x="1392324" y="58812"/>
                </a:cubicBezTo>
                <a:close/>
                <a:moveTo>
                  <a:pt x="1495434" y="105769"/>
                </a:moveTo>
                <a:lnTo>
                  <a:pt x="1495434" y="2155"/>
                </a:lnTo>
                <a:lnTo>
                  <a:pt x="1536079" y="2155"/>
                </a:lnTo>
                <a:cubicBezTo>
                  <a:pt x="1542905" y="2155"/>
                  <a:pt x="1549127" y="3361"/>
                  <a:pt x="1554747" y="5771"/>
                </a:cubicBezTo>
                <a:cubicBezTo>
                  <a:pt x="1560366" y="8180"/>
                  <a:pt x="1564844" y="11844"/>
                  <a:pt x="1568179" y="16765"/>
                </a:cubicBezTo>
                <a:cubicBezTo>
                  <a:pt x="1571515" y="21685"/>
                  <a:pt x="1573183" y="27964"/>
                  <a:pt x="1573183" y="35603"/>
                </a:cubicBezTo>
                <a:cubicBezTo>
                  <a:pt x="1573183" y="43139"/>
                  <a:pt x="1571515" y="49367"/>
                  <a:pt x="1568179" y="54287"/>
                </a:cubicBezTo>
                <a:cubicBezTo>
                  <a:pt x="1564844" y="59207"/>
                  <a:pt x="1560366" y="62860"/>
                  <a:pt x="1554747" y="65245"/>
                </a:cubicBezTo>
                <a:cubicBezTo>
                  <a:pt x="1549127" y="67628"/>
                  <a:pt x="1542905" y="68819"/>
                  <a:pt x="1536079" y="68819"/>
                </a:cubicBezTo>
                <a:lnTo>
                  <a:pt x="1517065" y="68819"/>
                </a:lnTo>
                <a:lnTo>
                  <a:pt x="1517065" y="105769"/>
                </a:lnTo>
                <a:lnTo>
                  <a:pt x="1495434" y="105769"/>
                </a:lnTo>
                <a:moveTo>
                  <a:pt x="1517065" y="51422"/>
                </a:moveTo>
                <a:lnTo>
                  <a:pt x="1534078" y="51422"/>
                </a:lnTo>
                <a:cubicBezTo>
                  <a:pt x="1539107" y="51422"/>
                  <a:pt x="1543174" y="50091"/>
                  <a:pt x="1546279" y="47429"/>
                </a:cubicBezTo>
                <a:cubicBezTo>
                  <a:pt x="1549384" y="44767"/>
                  <a:pt x="1550936" y="40825"/>
                  <a:pt x="1550936" y="35603"/>
                </a:cubicBezTo>
                <a:cubicBezTo>
                  <a:pt x="1550936" y="30176"/>
                  <a:pt x="1549345" y="26157"/>
                  <a:pt x="1546163" y="23546"/>
                </a:cubicBezTo>
                <a:cubicBezTo>
                  <a:pt x="1542982" y="20935"/>
                  <a:pt x="1538953" y="19630"/>
                  <a:pt x="1534078" y="19630"/>
                </a:cubicBezTo>
                <a:lnTo>
                  <a:pt x="1517065" y="19630"/>
                </a:lnTo>
                <a:lnTo>
                  <a:pt x="1517065" y="51422"/>
                </a:lnTo>
                <a:close/>
                <a:moveTo>
                  <a:pt x="1610396" y="107155"/>
                </a:moveTo>
                <a:cubicBezTo>
                  <a:pt x="1606136" y="107155"/>
                  <a:pt x="1602159" y="106326"/>
                  <a:pt x="1598464" y="104667"/>
                </a:cubicBezTo>
                <a:cubicBezTo>
                  <a:pt x="1594769" y="103009"/>
                  <a:pt x="1591780" y="100509"/>
                  <a:pt x="1589496" y="97167"/>
                </a:cubicBezTo>
                <a:cubicBezTo>
                  <a:pt x="1587212" y="93823"/>
                  <a:pt x="1586070" y="89638"/>
                  <a:pt x="1586070" y="84612"/>
                </a:cubicBezTo>
                <a:cubicBezTo>
                  <a:pt x="1586070" y="77617"/>
                  <a:pt x="1588149" y="72344"/>
                  <a:pt x="1592306" y="68795"/>
                </a:cubicBezTo>
                <a:cubicBezTo>
                  <a:pt x="1596463" y="65245"/>
                  <a:pt x="1602275" y="62834"/>
                  <a:pt x="1609741" y="61564"/>
                </a:cubicBezTo>
                <a:cubicBezTo>
                  <a:pt x="1617208" y="60294"/>
                  <a:pt x="1625894" y="59555"/>
                  <a:pt x="1635799" y="59348"/>
                </a:cubicBezTo>
                <a:lnTo>
                  <a:pt x="1635799" y="55218"/>
                </a:lnTo>
                <a:cubicBezTo>
                  <a:pt x="1635799" y="50186"/>
                  <a:pt x="1634631" y="46742"/>
                  <a:pt x="1632296" y="44888"/>
                </a:cubicBezTo>
                <a:cubicBezTo>
                  <a:pt x="1629961" y="43035"/>
                  <a:pt x="1626946" y="42108"/>
                  <a:pt x="1623251" y="42108"/>
                </a:cubicBezTo>
                <a:cubicBezTo>
                  <a:pt x="1619197" y="42108"/>
                  <a:pt x="1615861" y="43096"/>
                  <a:pt x="1613244" y="45074"/>
                </a:cubicBezTo>
                <a:cubicBezTo>
                  <a:pt x="1610627" y="47049"/>
                  <a:pt x="1609318" y="50251"/>
                  <a:pt x="1609318" y="54679"/>
                </a:cubicBezTo>
                <a:lnTo>
                  <a:pt x="1590227" y="54679"/>
                </a:lnTo>
                <a:cubicBezTo>
                  <a:pt x="1590227" y="48182"/>
                  <a:pt x="1591626" y="43037"/>
                  <a:pt x="1594423" y="39242"/>
                </a:cubicBezTo>
                <a:cubicBezTo>
                  <a:pt x="1597220" y="35446"/>
                  <a:pt x="1601094" y="32717"/>
                  <a:pt x="1606046" y="31054"/>
                </a:cubicBezTo>
                <a:cubicBezTo>
                  <a:pt x="1610999" y="29391"/>
                  <a:pt x="1616734" y="28559"/>
                  <a:pt x="1623251" y="28559"/>
                </a:cubicBezTo>
                <a:cubicBezTo>
                  <a:pt x="1628024" y="28559"/>
                  <a:pt x="1632386" y="28962"/>
                  <a:pt x="1636338" y="29767"/>
                </a:cubicBezTo>
                <a:cubicBezTo>
                  <a:pt x="1640289" y="30572"/>
                  <a:pt x="1643715" y="31962"/>
                  <a:pt x="1646614" y="33936"/>
                </a:cubicBezTo>
                <a:cubicBezTo>
                  <a:pt x="1649514" y="35908"/>
                  <a:pt x="1651759" y="38596"/>
                  <a:pt x="1653350" y="41999"/>
                </a:cubicBezTo>
                <a:cubicBezTo>
                  <a:pt x="1654941" y="45401"/>
                  <a:pt x="1655736" y="49647"/>
                  <a:pt x="1655736" y="54737"/>
                </a:cubicBezTo>
                <a:lnTo>
                  <a:pt x="1655736" y="105769"/>
                </a:lnTo>
                <a:lnTo>
                  <a:pt x="1636646" y="105769"/>
                </a:lnTo>
                <a:lnTo>
                  <a:pt x="1636030" y="96070"/>
                </a:lnTo>
                <a:cubicBezTo>
                  <a:pt x="1632848" y="99714"/>
                  <a:pt x="1629153" y="102472"/>
                  <a:pt x="1624945" y="104345"/>
                </a:cubicBezTo>
                <a:cubicBezTo>
                  <a:pt x="1620737" y="106218"/>
                  <a:pt x="1615887" y="107155"/>
                  <a:pt x="1610396" y="107155"/>
                </a:cubicBezTo>
                <a:moveTo>
                  <a:pt x="1617093" y="93145"/>
                </a:moveTo>
                <a:cubicBezTo>
                  <a:pt x="1620942" y="93145"/>
                  <a:pt x="1624496" y="92123"/>
                  <a:pt x="1627755" y="90080"/>
                </a:cubicBezTo>
                <a:cubicBezTo>
                  <a:pt x="1631013" y="88035"/>
                  <a:pt x="1633618" y="85703"/>
                  <a:pt x="1635568" y="83084"/>
                </a:cubicBezTo>
                <a:lnTo>
                  <a:pt x="1635568" y="70664"/>
                </a:lnTo>
                <a:cubicBezTo>
                  <a:pt x="1624791" y="70717"/>
                  <a:pt x="1617247" y="71752"/>
                  <a:pt x="1612936" y="73770"/>
                </a:cubicBezTo>
                <a:cubicBezTo>
                  <a:pt x="1608625" y="75787"/>
                  <a:pt x="1606470" y="79049"/>
                  <a:pt x="1606470" y="83556"/>
                </a:cubicBezTo>
                <a:cubicBezTo>
                  <a:pt x="1606470" y="86805"/>
                  <a:pt x="1607458" y="89216"/>
                  <a:pt x="1609434" y="90787"/>
                </a:cubicBezTo>
                <a:cubicBezTo>
                  <a:pt x="1611409" y="92359"/>
                  <a:pt x="1613962" y="93145"/>
                  <a:pt x="1617093" y="93145"/>
                </a:cubicBezTo>
                <a:close/>
                <a:moveTo>
                  <a:pt x="1677354" y="105769"/>
                </a:moveTo>
                <a:lnTo>
                  <a:pt x="1677354" y="29714"/>
                </a:lnTo>
                <a:lnTo>
                  <a:pt x="1696906" y="29714"/>
                </a:lnTo>
                <a:lnTo>
                  <a:pt x="1697291" y="42569"/>
                </a:lnTo>
                <a:cubicBezTo>
                  <a:pt x="1699241" y="38053"/>
                  <a:pt x="1702166" y="34589"/>
                  <a:pt x="1706067" y="32177"/>
                </a:cubicBezTo>
                <a:cubicBezTo>
                  <a:pt x="1709967" y="29765"/>
                  <a:pt x="1714688" y="28559"/>
                  <a:pt x="1720231" y="28559"/>
                </a:cubicBezTo>
                <a:lnTo>
                  <a:pt x="1721770" y="28559"/>
                </a:lnTo>
                <a:lnTo>
                  <a:pt x="1721770" y="45726"/>
                </a:lnTo>
                <a:lnTo>
                  <a:pt x="1719846" y="45726"/>
                </a:lnTo>
                <a:cubicBezTo>
                  <a:pt x="1716818" y="45726"/>
                  <a:pt x="1713919" y="46000"/>
                  <a:pt x="1711147" y="46548"/>
                </a:cubicBezTo>
                <a:cubicBezTo>
                  <a:pt x="1708376" y="47097"/>
                  <a:pt x="1705861" y="48037"/>
                  <a:pt x="1703603" y="49370"/>
                </a:cubicBezTo>
                <a:cubicBezTo>
                  <a:pt x="1701345" y="50703"/>
                  <a:pt x="1699395" y="52545"/>
                  <a:pt x="1697753" y="54896"/>
                </a:cubicBezTo>
                <a:lnTo>
                  <a:pt x="1697753" y="105769"/>
                </a:lnTo>
                <a:lnTo>
                  <a:pt x="1677354" y="105769"/>
                </a:lnTo>
                <a:close/>
                <a:moveTo>
                  <a:pt x="1766744" y="107155"/>
                </a:moveTo>
                <a:cubicBezTo>
                  <a:pt x="1762587" y="107155"/>
                  <a:pt x="1758507" y="106766"/>
                  <a:pt x="1754504" y="105988"/>
                </a:cubicBezTo>
                <a:cubicBezTo>
                  <a:pt x="1750502" y="105210"/>
                  <a:pt x="1746884" y="103874"/>
                  <a:pt x="1743650" y="101980"/>
                </a:cubicBezTo>
                <a:cubicBezTo>
                  <a:pt x="1740417" y="100086"/>
                  <a:pt x="1737851" y="97505"/>
                  <a:pt x="1735953" y="94237"/>
                </a:cubicBezTo>
                <a:cubicBezTo>
                  <a:pt x="1734054" y="90968"/>
                  <a:pt x="1733104" y="86896"/>
                  <a:pt x="1733104" y="82019"/>
                </a:cubicBezTo>
                <a:lnTo>
                  <a:pt x="1752041" y="82019"/>
                </a:lnTo>
                <a:cubicBezTo>
                  <a:pt x="1752041" y="86328"/>
                  <a:pt x="1753517" y="89324"/>
                  <a:pt x="1756467" y="91006"/>
                </a:cubicBezTo>
                <a:cubicBezTo>
                  <a:pt x="1759418" y="92688"/>
                  <a:pt x="1762870" y="93530"/>
                  <a:pt x="1766821" y="93530"/>
                </a:cubicBezTo>
                <a:cubicBezTo>
                  <a:pt x="1770721" y="93530"/>
                  <a:pt x="1773749" y="92883"/>
                  <a:pt x="1775905" y="91591"/>
                </a:cubicBezTo>
                <a:cubicBezTo>
                  <a:pt x="1778060" y="90296"/>
                  <a:pt x="1779138" y="88118"/>
                  <a:pt x="1779138" y="85055"/>
                </a:cubicBezTo>
                <a:cubicBezTo>
                  <a:pt x="1779138" y="82202"/>
                  <a:pt x="1777868" y="80075"/>
                  <a:pt x="1775327" y="78675"/>
                </a:cubicBezTo>
                <a:cubicBezTo>
                  <a:pt x="1772787" y="77273"/>
                  <a:pt x="1768335" y="75846"/>
                  <a:pt x="1761971" y="74393"/>
                </a:cubicBezTo>
                <a:cubicBezTo>
                  <a:pt x="1756634" y="73096"/>
                  <a:pt x="1751874" y="71526"/>
                  <a:pt x="1747692" y="69685"/>
                </a:cubicBezTo>
                <a:cubicBezTo>
                  <a:pt x="1743509" y="67844"/>
                  <a:pt x="1740238" y="65381"/>
                  <a:pt x="1737877" y="62295"/>
                </a:cubicBezTo>
                <a:cubicBezTo>
                  <a:pt x="1735516" y="59208"/>
                  <a:pt x="1734336" y="55148"/>
                  <a:pt x="1734336" y="50116"/>
                </a:cubicBezTo>
                <a:cubicBezTo>
                  <a:pt x="1734336" y="46172"/>
                  <a:pt x="1735234" y="42826"/>
                  <a:pt x="1737030" y="40077"/>
                </a:cubicBezTo>
                <a:cubicBezTo>
                  <a:pt x="1738826" y="37327"/>
                  <a:pt x="1741226" y="35109"/>
                  <a:pt x="1744228" y="33423"/>
                </a:cubicBezTo>
                <a:cubicBezTo>
                  <a:pt x="1747230" y="31738"/>
                  <a:pt x="1750617" y="30506"/>
                  <a:pt x="1754389" y="29728"/>
                </a:cubicBezTo>
                <a:cubicBezTo>
                  <a:pt x="1758161" y="28949"/>
                  <a:pt x="1762023" y="28559"/>
                  <a:pt x="1765974" y="28559"/>
                </a:cubicBezTo>
                <a:cubicBezTo>
                  <a:pt x="1769823" y="28559"/>
                  <a:pt x="1773595" y="28948"/>
                  <a:pt x="1777290" y="29726"/>
                </a:cubicBezTo>
                <a:cubicBezTo>
                  <a:pt x="1780985" y="30504"/>
                  <a:pt x="1784321" y="31814"/>
                  <a:pt x="1787298" y="33657"/>
                </a:cubicBezTo>
                <a:cubicBezTo>
                  <a:pt x="1790274" y="35498"/>
                  <a:pt x="1792660" y="37975"/>
                  <a:pt x="1794457" y="41088"/>
                </a:cubicBezTo>
                <a:cubicBezTo>
                  <a:pt x="1796253" y="44200"/>
                  <a:pt x="1797151" y="48091"/>
                  <a:pt x="1797151" y="52760"/>
                </a:cubicBezTo>
                <a:lnTo>
                  <a:pt x="1778214" y="52760"/>
                </a:lnTo>
                <a:cubicBezTo>
                  <a:pt x="1778214" y="48813"/>
                  <a:pt x="1776995" y="46077"/>
                  <a:pt x="1774558" y="44552"/>
                </a:cubicBezTo>
                <a:cubicBezTo>
                  <a:pt x="1772120" y="43025"/>
                  <a:pt x="1769259" y="42262"/>
                  <a:pt x="1765974" y="42262"/>
                </a:cubicBezTo>
                <a:cubicBezTo>
                  <a:pt x="1762433" y="42262"/>
                  <a:pt x="1759649" y="42792"/>
                  <a:pt x="1757622" y="43854"/>
                </a:cubicBezTo>
                <a:cubicBezTo>
                  <a:pt x="1755595" y="44914"/>
                  <a:pt x="1754581" y="46664"/>
                  <a:pt x="1754581" y="49103"/>
                </a:cubicBezTo>
                <a:cubicBezTo>
                  <a:pt x="1754581" y="50503"/>
                  <a:pt x="1755223" y="51736"/>
                  <a:pt x="1756506" y="52800"/>
                </a:cubicBezTo>
                <a:cubicBezTo>
                  <a:pt x="1757789" y="53864"/>
                  <a:pt x="1759842" y="54849"/>
                  <a:pt x="1762664" y="55757"/>
                </a:cubicBezTo>
                <a:cubicBezTo>
                  <a:pt x="1765487" y="56665"/>
                  <a:pt x="1769207" y="57637"/>
                  <a:pt x="1773826" y="58675"/>
                </a:cubicBezTo>
                <a:cubicBezTo>
                  <a:pt x="1778702" y="59817"/>
                  <a:pt x="1783064" y="61295"/>
                  <a:pt x="1786913" y="63111"/>
                </a:cubicBezTo>
                <a:cubicBezTo>
                  <a:pt x="1790762" y="64926"/>
                  <a:pt x="1793815" y="67365"/>
                  <a:pt x="1796073" y="70426"/>
                </a:cubicBezTo>
                <a:cubicBezTo>
                  <a:pt x="1798331" y="73486"/>
                  <a:pt x="1799460" y="77455"/>
                  <a:pt x="1799460" y="82332"/>
                </a:cubicBezTo>
                <a:cubicBezTo>
                  <a:pt x="1799460" y="86897"/>
                  <a:pt x="1798549" y="90762"/>
                  <a:pt x="1796727" y="93926"/>
                </a:cubicBezTo>
                <a:cubicBezTo>
                  <a:pt x="1794906" y="97091"/>
                  <a:pt x="1792468" y="99645"/>
                  <a:pt x="1789414" y="101591"/>
                </a:cubicBezTo>
                <a:cubicBezTo>
                  <a:pt x="1786361" y="103536"/>
                  <a:pt x="1782871" y="104950"/>
                  <a:pt x="1778945" y="105832"/>
                </a:cubicBezTo>
                <a:cubicBezTo>
                  <a:pt x="1775019" y="106714"/>
                  <a:pt x="1770952" y="107155"/>
                  <a:pt x="1766744" y="107155"/>
                </a:cubicBezTo>
                <a:close/>
                <a:moveTo>
                  <a:pt x="1853048" y="107155"/>
                </a:moveTo>
                <a:cubicBezTo>
                  <a:pt x="1844683" y="107155"/>
                  <a:pt x="1837653" y="105584"/>
                  <a:pt x="1831956" y="102442"/>
                </a:cubicBezTo>
                <a:cubicBezTo>
                  <a:pt x="1826260" y="99301"/>
                  <a:pt x="1821949" y="94770"/>
                  <a:pt x="1819024" y="88851"/>
                </a:cubicBezTo>
                <a:cubicBezTo>
                  <a:pt x="1816098" y="82930"/>
                  <a:pt x="1814636" y="75815"/>
                  <a:pt x="1814636" y="67506"/>
                </a:cubicBezTo>
                <a:cubicBezTo>
                  <a:pt x="1814636" y="59457"/>
                  <a:pt x="1816060" y="52525"/>
                  <a:pt x="1818908" y="46709"/>
                </a:cubicBezTo>
                <a:cubicBezTo>
                  <a:pt x="1821756" y="40893"/>
                  <a:pt x="1825939" y="36413"/>
                  <a:pt x="1831456" y="33272"/>
                </a:cubicBezTo>
                <a:cubicBezTo>
                  <a:pt x="1836973" y="30130"/>
                  <a:pt x="1843760" y="28559"/>
                  <a:pt x="1851817" y="28559"/>
                </a:cubicBezTo>
                <a:cubicBezTo>
                  <a:pt x="1863004" y="28559"/>
                  <a:pt x="1871844" y="31866"/>
                  <a:pt x="1878336" y="38480"/>
                </a:cubicBezTo>
                <a:cubicBezTo>
                  <a:pt x="1884828" y="45094"/>
                  <a:pt x="1888074" y="54522"/>
                  <a:pt x="1888074" y="66765"/>
                </a:cubicBezTo>
                <a:cubicBezTo>
                  <a:pt x="1888074" y="67387"/>
                  <a:pt x="1888048" y="68230"/>
                  <a:pt x="1887997" y="69293"/>
                </a:cubicBezTo>
                <a:cubicBezTo>
                  <a:pt x="1887946" y="70356"/>
                  <a:pt x="1887869" y="71174"/>
                  <a:pt x="1887766" y="71744"/>
                </a:cubicBezTo>
                <a:lnTo>
                  <a:pt x="1835035" y="71744"/>
                </a:lnTo>
                <a:cubicBezTo>
                  <a:pt x="1835138" y="75367"/>
                  <a:pt x="1835792" y="78754"/>
                  <a:pt x="1836998" y="81903"/>
                </a:cubicBezTo>
                <a:cubicBezTo>
                  <a:pt x="1838204" y="85053"/>
                  <a:pt x="1840116" y="87586"/>
                  <a:pt x="1842733" y="89503"/>
                </a:cubicBezTo>
                <a:cubicBezTo>
                  <a:pt x="1845350" y="91417"/>
                  <a:pt x="1848789" y="92375"/>
                  <a:pt x="1853048" y="92375"/>
                </a:cubicBezTo>
                <a:cubicBezTo>
                  <a:pt x="1857462" y="92375"/>
                  <a:pt x="1861003" y="91384"/>
                  <a:pt x="1863671" y="89402"/>
                </a:cubicBezTo>
                <a:cubicBezTo>
                  <a:pt x="1866340" y="87419"/>
                  <a:pt x="1867700" y="84472"/>
                  <a:pt x="1867751" y="80559"/>
                </a:cubicBezTo>
                <a:lnTo>
                  <a:pt x="1887843" y="80559"/>
                </a:lnTo>
                <a:cubicBezTo>
                  <a:pt x="1887586" y="86486"/>
                  <a:pt x="1885983" y="91425"/>
                  <a:pt x="1883032" y="95377"/>
                </a:cubicBezTo>
                <a:cubicBezTo>
                  <a:pt x="1880081" y="99329"/>
                  <a:pt x="1876052" y="102280"/>
                  <a:pt x="1870946" y="104230"/>
                </a:cubicBezTo>
                <a:cubicBezTo>
                  <a:pt x="1865840" y="106180"/>
                  <a:pt x="1859874" y="107155"/>
                  <a:pt x="1853048" y="107155"/>
                </a:cubicBezTo>
                <a:moveTo>
                  <a:pt x="1835266" y="58812"/>
                </a:moveTo>
                <a:lnTo>
                  <a:pt x="1867828" y="58812"/>
                </a:lnTo>
                <a:cubicBezTo>
                  <a:pt x="1867674" y="53423"/>
                  <a:pt x="1866122" y="49395"/>
                  <a:pt x="1863171" y="46726"/>
                </a:cubicBezTo>
                <a:cubicBezTo>
                  <a:pt x="1860220" y="44058"/>
                  <a:pt x="1856435" y="42723"/>
                  <a:pt x="1851817" y="42723"/>
                </a:cubicBezTo>
                <a:cubicBezTo>
                  <a:pt x="1847095" y="42723"/>
                  <a:pt x="1843234" y="44097"/>
                  <a:pt x="1840231" y="46844"/>
                </a:cubicBezTo>
                <a:cubicBezTo>
                  <a:pt x="1837229" y="49591"/>
                  <a:pt x="1835574" y="53581"/>
                  <a:pt x="1835266" y="58812"/>
                </a:cubicBezTo>
                <a:close/>
                <a:moveTo>
                  <a:pt x="1905919" y="105769"/>
                </a:moveTo>
                <a:lnTo>
                  <a:pt x="1905919" y="29714"/>
                </a:lnTo>
                <a:lnTo>
                  <a:pt x="1925472" y="29714"/>
                </a:lnTo>
                <a:lnTo>
                  <a:pt x="1925857" y="42569"/>
                </a:lnTo>
                <a:cubicBezTo>
                  <a:pt x="1927807" y="38053"/>
                  <a:pt x="1930732" y="34589"/>
                  <a:pt x="1934632" y="32177"/>
                </a:cubicBezTo>
                <a:cubicBezTo>
                  <a:pt x="1938532" y="29765"/>
                  <a:pt x="1943254" y="28559"/>
                  <a:pt x="1948796" y="28559"/>
                </a:cubicBezTo>
                <a:lnTo>
                  <a:pt x="1950336" y="28559"/>
                </a:lnTo>
                <a:lnTo>
                  <a:pt x="1950336" y="45726"/>
                </a:lnTo>
                <a:lnTo>
                  <a:pt x="1948411" y="45726"/>
                </a:lnTo>
                <a:cubicBezTo>
                  <a:pt x="1945384" y="45726"/>
                  <a:pt x="1942484" y="46000"/>
                  <a:pt x="1939713" y="46548"/>
                </a:cubicBezTo>
                <a:cubicBezTo>
                  <a:pt x="1936941" y="47097"/>
                  <a:pt x="1934427" y="48037"/>
                  <a:pt x="1932169" y="49370"/>
                </a:cubicBezTo>
                <a:cubicBezTo>
                  <a:pt x="1929911" y="50703"/>
                  <a:pt x="1927961" y="52545"/>
                  <a:pt x="1926318" y="54896"/>
                </a:cubicBezTo>
                <a:lnTo>
                  <a:pt x="1926318" y="105769"/>
                </a:lnTo>
                <a:lnTo>
                  <a:pt x="1905919" y="1057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(a)DualTraceExtraction(DTE)">
            <a:extLst xmlns:a="http://schemas.openxmlformats.org/drawingml/2006/main">
              <a:ext uri="{FF2B5EF4-FFF2-40B4-BE49-F238E27FC236}">
                <a16:creationId xmlns:a16="http://schemas.microsoft.com/office/drawing/2014/main" id="{40A15D02-3CA6-4CD7-A3F8-B6115FE7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36" y="2675535"/>
            <a:ext cx="2454306" cy="153448"/>
          </a:xfrm>
          <a:custGeom xmlns:a="http://schemas.openxmlformats.org/drawingml/2006/main">
            <a:pathLst>
              <a:path w="2454306" h="153448">
                <a:moveTo>
                  <a:pt x="1284946" y="76242"/>
                </a:moveTo>
                <a:lnTo>
                  <a:pt x="1254347" y="122296"/>
                </a:lnTo>
                <a:lnTo>
                  <a:pt x="1279447" y="122296"/>
                </a:lnTo>
                <a:lnTo>
                  <a:pt x="1299121" y="90788"/>
                </a:lnTo>
                <a:lnTo>
                  <a:pt x="1318877" y="122296"/>
                </a:lnTo>
                <a:lnTo>
                  <a:pt x="1344066" y="122296"/>
                </a:lnTo>
                <a:lnTo>
                  <a:pt x="1313561" y="76623"/>
                </a:lnTo>
                <a:lnTo>
                  <a:pt x="1341395" y="34357"/>
                </a:lnTo>
                <a:lnTo>
                  <a:pt x="1316206" y="34357"/>
                </a:lnTo>
                <a:lnTo>
                  <a:pt x="1299445" y="62664"/>
                </a:lnTo>
                <a:lnTo>
                  <a:pt x="1282473" y="34357"/>
                </a:lnTo>
                <a:lnTo>
                  <a:pt x="1257284" y="34357"/>
                </a:lnTo>
                <a:lnTo>
                  <a:pt x="1284946" y="76242"/>
                </a:lnTo>
                <a:close/>
                <a:moveTo>
                  <a:pt x="300148" y="122102"/>
                </a:moveTo>
                <a:lnTo>
                  <a:pt x="301651" y="121992"/>
                </a:lnTo>
                <a:lnTo>
                  <a:pt x="303135" y="121859"/>
                </a:lnTo>
                <a:lnTo>
                  <a:pt x="304601" y="121701"/>
                </a:lnTo>
                <a:lnTo>
                  <a:pt x="306048" y="121519"/>
                </a:lnTo>
                <a:lnTo>
                  <a:pt x="307476" y="121313"/>
                </a:lnTo>
                <a:lnTo>
                  <a:pt x="308886" y="121083"/>
                </a:lnTo>
                <a:lnTo>
                  <a:pt x="310277" y="120828"/>
                </a:lnTo>
                <a:lnTo>
                  <a:pt x="311649" y="120549"/>
                </a:lnTo>
                <a:lnTo>
                  <a:pt x="313003" y="120246"/>
                </a:lnTo>
                <a:lnTo>
                  <a:pt x="314338" y="119918"/>
                </a:lnTo>
                <a:lnTo>
                  <a:pt x="315654" y="119566"/>
                </a:lnTo>
                <a:lnTo>
                  <a:pt x="316951" y="119190"/>
                </a:lnTo>
                <a:lnTo>
                  <a:pt x="318230" y="118790"/>
                </a:lnTo>
                <a:lnTo>
                  <a:pt x="319490" y="118365"/>
                </a:lnTo>
                <a:lnTo>
                  <a:pt x="320732" y="117917"/>
                </a:lnTo>
                <a:lnTo>
                  <a:pt x="321954" y="117444"/>
                </a:lnTo>
                <a:lnTo>
                  <a:pt x="323158" y="116946"/>
                </a:lnTo>
                <a:lnTo>
                  <a:pt x="324344" y="116425"/>
                </a:lnTo>
                <a:lnTo>
                  <a:pt x="325510" y="115879"/>
                </a:lnTo>
                <a:lnTo>
                  <a:pt x="326658" y="115309"/>
                </a:lnTo>
                <a:lnTo>
                  <a:pt x="327786" y="114715"/>
                </a:lnTo>
                <a:lnTo>
                  <a:pt x="328891" y="114099"/>
                </a:lnTo>
                <a:lnTo>
                  <a:pt x="329974" y="113461"/>
                </a:lnTo>
                <a:lnTo>
                  <a:pt x="331036" y="112800"/>
                </a:lnTo>
                <a:lnTo>
                  <a:pt x="332075" y="112117"/>
                </a:lnTo>
                <a:lnTo>
                  <a:pt x="333092" y="111412"/>
                </a:lnTo>
                <a:lnTo>
                  <a:pt x="334087" y="110684"/>
                </a:lnTo>
                <a:lnTo>
                  <a:pt x="335059" y="109934"/>
                </a:lnTo>
                <a:lnTo>
                  <a:pt x="336010" y="109161"/>
                </a:lnTo>
                <a:lnTo>
                  <a:pt x="336939" y="108366"/>
                </a:lnTo>
                <a:lnTo>
                  <a:pt x="337845" y="107548"/>
                </a:lnTo>
                <a:lnTo>
                  <a:pt x="338730" y="106708"/>
                </a:lnTo>
                <a:lnTo>
                  <a:pt x="339592" y="105846"/>
                </a:lnTo>
                <a:lnTo>
                  <a:pt x="340432" y="104961"/>
                </a:lnTo>
                <a:lnTo>
                  <a:pt x="341250" y="104054"/>
                </a:lnTo>
                <a:lnTo>
                  <a:pt x="342046" y="103125"/>
                </a:lnTo>
                <a:lnTo>
                  <a:pt x="342820" y="102173"/>
                </a:lnTo>
                <a:lnTo>
                  <a:pt x="343572" y="101198"/>
                </a:lnTo>
                <a:lnTo>
                  <a:pt x="344302" y="100201"/>
                </a:lnTo>
                <a:lnTo>
                  <a:pt x="345010" y="99182"/>
                </a:lnTo>
                <a:lnTo>
                  <a:pt x="345695" y="98141"/>
                </a:lnTo>
                <a:lnTo>
                  <a:pt x="346359" y="97077"/>
                </a:lnTo>
                <a:lnTo>
                  <a:pt x="347000" y="95990"/>
                </a:lnTo>
                <a:lnTo>
                  <a:pt x="347619" y="94881"/>
                </a:lnTo>
                <a:lnTo>
                  <a:pt x="348215" y="93751"/>
                </a:lnTo>
                <a:lnTo>
                  <a:pt x="348785" y="92601"/>
                </a:lnTo>
                <a:lnTo>
                  <a:pt x="349330" y="91430"/>
                </a:lnTo>
                <a:lnTo>
                  <a:pt x="349849" y="90238"/>
                </a:lnTo>
                <a:lnTo>
                  <a:pt x="350344" y="89027"/>
                </a:lnTo>
                <a:lnTo>
                  <a:pt x="350812" y="87794"/>
                </a:lnTo>
                <a:lnTo>
                  <a:pt x="351256" y="86542"/>
                </a:lnTo>
                <a:lnTo>
                  <a:pt x="351674" y="85269"/>
                </a:lnTo>
                <a:lnTo>
                  <a:pt x="352067" y="83975"/>
                </a:lnTo>
                <a:lnTo>
                  <a:pt x="352434" y="82662"/>
                </a:lnTo>
                <a:lnTo>
                  <a:pt x="352776" y="81327"/>
                </a:lnTo>
                <a:lnTo>
                  <a:pt x="353093" y="79973"/>
                </a:lnTo>
                <a:lnTo>
                  <a:pt x="353385" y="78598"/>
                </a:lnTo>
                <a:lnTo>
                  <a:pt x="353651" y="77202"/>
                </a:lnTo>
                <a:lnTo>
                  <a:pt x="353892" y="75787"/>
                </a:lnTo>
                <a:lnTo>
                  <a:pt x="354107" y="74351"/>
                </a:lnTo>
                <a:lnTo>
                  <a:pt x="354297" y="72894"/>
                </a:lnTo>
                <a:lnTo>
                  <a:pt x="354462" y="71417"/>
                </a:lnTo>
                <a:lnTo>
                  <a:pt x="354601" y="69920"/>
                </a:lnTo>
                <a:lnTo>
                  <a:pt x="354715" y="68402"/>
                </a:lnTo>
                <a:lnTo>
                  <a:pt x="354804" y="66864"/>
                </a:lnTo>
                <a:lnTo>
                  <a:pt x="354867" y="65305"/>
                </a:lnTo>
                <a:lnTo>
                  <a:pt x="354905" y="63726"/>
                </a:lnTo>
                <a:lnTo>
                  <a:pt x="354918" y="62127"/>
                </a:lnTo>
                <a:lnTo>
                  <a:pt x="354905" y="60579"/>
                </a:lnTo>
                <a:lnTo>
                  <a:pt x="354868" y="59049"/>
                </a:lnTo>
                <a:lnTo>
                  <a:pt x="354805" y="57537"/>
                </a:lnTo>
                <a:lnTo>
                  <a:pt x="354718" y="56045"/>
                </a:lnTo>
                <a:lnTo>
                  <a:pt x="354605" y="54571"/>
                </a:lnTo>
                <a:lnTo>
                  <a:pt x="354467" y="53115"/>
                </a:lnTo>
                <a:lnTo>
                  <a:pt x="354305" y="51678"/>
                </a:lnTo>
                <a:lnTo>
                  <a:pt x="354117" y="50259"/>
                </a:lnTo>
                <a:lnTo>
                  <a:pt x="353904" y="48859"/>
                </a:lnTo>
                <a:lnTo>
                  <a:pt x="353666" y="47478"/>
                </a:lnTo>
                <a:lnTo>
                  <a:pt x="353403" y="46115"/>
                </a:lnTo>
                <a:lnTo>
                  <a:pt x="353115" y="44771"/>
                </a:lnTo>
                <a:lnTo>
                  <a:pt x="352803" y="43445"/>
                </a:lnTo>
                <a:lnTo>
                  <a:pt x="352465" y="42137"/>
                </a:lnTo>
                <a:lnTo>
                  <a:pt x="352102" y="40849"/>
                </a:lnTo>
                <a:lnTo>
                  <a:pt x="351714" y="39578"/>
                </a:lnTo>
                <a:lnTo>
                  <a:pt x="351301" y="38327"/>
                </a:lnTo>
                <a:lnTo>
                  <a:pt x="350863" y="37094"/>
                </a:lnTo>
                <a:lnTo>
                  <a:pt x="350399" y="35879"/>
                </a:lnTo>
                <a:lnTo>
                  <a:pt x="349911" y="34683"/>
                </a:lnTo>
                <a:lnTo>
                  <a:pt x="349398" y="33506"/>
                </a:lnTo>
                <a:lnTo>
                  <a:pt x="348860" y="32347"/>
                </a:lnTo>
                <a:lnTo>
                  <a:pt x="348297" y="31206"/>
                </a:lnTo>
                <a:lnTo>
                  <a:pt x="347708" y="30084"/>
                </a:lnTo>
                <a:lnTo>
                  <a:pt x="347096" y="28983"/>
                </a:lnTo>
                <a:lnTo>
                  <a:pt x="346462" y="27902"/>
                </a:lnTo>
                <a:lnTo>
                  <a:pt x="345805" y="26844"/>
                </a:lnTo>
                <a:lnTo>
                  <a:pt x="345126" y="25807"/>
                </a:lnTo>
                <a:lnTo>
                  <a:pt x="344424" y="24792"/>
                </a:lnTo>
                <a:lnTo>
                  <a:pt x="343700" y="23798"/>
                </a:lnTo>
                <a:lnTo>
                  <a:pt x="342954" y="22826"/>
                </a:lnTo>
                <a:lnTo>
                  <a:pt x="342185" y="21876"/>
                </a:lnTo>
                <a:lnTo>
                  <a:pt x="341394" y="20947"/>
                </a:lnTo>
                <a:lnTo>
                  <a:pt x="340580" y="20040"/>
                </a:lnTo>
                <a:lnTo>
                  <a:pt x="339744" y="19155"/>
                </a:lnTo>
                <a:lnTo>
                  <a:pt x="338885" y="18291"/>
                </a:lnTo>
                <a:lnTo>
                  <a:pt x="338005" y="17449"/>
                </a:lnTo>
                <a:lnTo>
                  <a:pt x="337101" y="16628"/>
                </a:lnTo>
                <a:lnTo>
                  <a:pt x="336176" y="15829"/>
                </a:lnTo>
                <a:lnTo>
                  <a:pt x="335228" y="15052"/>
                </a:lnTo>
                <a:lnTo>
                  <a:pt x="334257" y="14296"/>
                </a:lnTo>
                <a:lnTo>
                  <a:pt x="333264" y="13562"/>
                </a:lnTo>
                <a:lnTo>
                  <a:pt x="332249" y="12850"/>
                </a:lnTo>
                <a:lnTo>
                  <a:pt x="331211" y="12159"/>
                </a:lnTo>
                <a:lnTo>
                  <a:pt x="330151" y="11490"/>
                </a:lnTo>
                <a:lnTo>
                  <a:pt x="329068" y="10843"/>
                </a:lnTo>
                <a:lnTo>
                  <a:pt x="327964" y="10217"/>
                </a:lnTo>
                <a:lnTo>
                  <a:pt x="326836" y="9613"/>
                </a:lnTo>
                <a:lnTo>
                  <a:pt x="325688" y="9032"/>
                </a:lnTo>
                <a:lnTo>
                  <a:pt x="324520" y="8475"/>
                </a:lnTo>
                <a:lnTo>
                  <a:pt x="323334" y="7944"/>
                </a:lnTo>
                <a:lnTo>
                  <a:pt x="322127" y="7437"/>
                </a:lnTo>
                <a:lnTo>
                  <a:pt x="320902" y="6955"/>
                </a:lnTo>
                <a:lnTo>
                  <a:pt x="319657" y="6498"/>
                </a:lnTo>
                <a:lnTo>
                  <a:pt x="318393" y="6065"/>
                </a:lnTo>
                <a:lnTo>
                  <a:pt x="317110" y="5657"/>
                </a:lnTo>
                <a:lnTo>
                  <a:pt x="315807" y="5274"/>
                </a:lnTo>
                <a:lnTo>
                  <a:pt x="314485" y="4915"/>
                </a:lnTo>
                <a:lnTo>
                  <a:pt x="313144" y="4581"/>
                </a:lnTo>
                <a:lnTo>
                  <a:pt x="311783" y="4272"/>
                </a:lnTo>
                <a:lnTo>
                  <a:pt x="310403" y="3988"/>
                </a:lnTo>
                <a:lnTo>
                  <a:pt x="309004" y="3728"/>
                </a:lnTo>
                <a:lnTo>
                  <a:pt x="307585" y="3494"/>
                </a:lnTo>
                <a:lnTo>
                  <a:pt x="306147" y="3283"/>
                </a:lnTo>
                <a:lnTo>
                  <a:pt x="304690" y="3098"/>
                </a:lnTo>
                <a:lnTo>
                  <a:pt x="303213" y="2937"/>
                </a:lnTo>
                <a:lnTo>
                  <a:pt x="301717" y="2801"/>
                </a:lnTo>
                <a:lnTo>
                  <a:pt x="300202" y="2690"/>
                </a:lnTo>
                <a:lnTo>
                  <a:pt x="298668" y="2603"/>
                </a:lnTo>
                <a:lnTo>
                  <a:pt x="297114" y="2542"/>
                </a:lnTo>
                <a:lnTo>
                  <a:pt x="295541" y="2505"/>
                </a:lnTo>
                <a:lnTo>
                  <a:pt x="293948" y="2492"/>
                </a:lnTo>
                <a:lnTo>
                  <a:pt x="249356" y="2492"/>
                </a:lnTo>
                <a:lnTo>
                  <a:pt x="249356" y="122296"/>
                </a:lnTo>
                <a:lnTo>
                  <a:pt x="293948" y="122296"/>
                </a:lnTo>
                <a:lnTo>
                  <a:pt x="295526" y="122284"/>
                </a:lnTo>
                <a:lnTo>
                  <a:pt x="297085" y="122247"/>
                </a:lnTo>
                <a:lnTo>
                  <a:pt x="298626" y="122186"/>
                </a:lnTo>
                <a:lnTo>
                  <a:pt x="300148" y="122102"/>
                </a:lnTo>
                <a:close/>
                <a:moveTo>
                  <a:pt x="294226" y="23388"/>
                </a:moveTo>
                <a:lnTo>
                  <a:pt x="295184" y="23441"/>
                </a:lnTo>
                <a:lnTo>
                  <a:pt x="296130" y="23509"/>
                </a:lnTo>
                <a:lnTo>
                  <a:pt x="297063" y="23592"/>
                </a:lnTo>
                <a:lnTo>
                  <a:pt x="297984" y="23691"/>
                </a:lnTo>
                <a:lnTo>
                  <a:pt x="298893" y="23804"/>
                </a:lnTo>
                <a:lnTo>
                  <a:pt x="299789" y="23933"/>
                </a:lnTo>
                <a:lnTo>
                  <a:pt x="300673" y="24077"/>
                </a:lnTo>
                <a:lnTo>
                  <a:pt x="301545" y="24236"/>
                </a:lnTo>
                <a:lnTo>
                  <a:pt x="302404" y="24410"/>
                </a:lnTo>
                <a:lnTo>
                  <a:pt x="303251" y="24599"/>
                </a:lnTo>
                <a:lnTo>
                  <a:pt x="304085" y="24804"/>
                </a:lnTo>
                <a:lnTo>
                  <a:pt x="304907" y="25023"/>
                </a:lnTo>
                <a:lnTo>
                  <a:pt x="305717" y="25258"/>
                </a:lnTo>
                <a:lnTo>
                  <a:pt x="306514" y="25508"/>
                </a:lnTo>
                <a:lnTo>
                  <a:pt x="307299" y="25773"/>
                </a:lnTo>
                <a:lnTo>
                  <a:pt x="308072" y="26053"/>
                </a:lnTo>
                <a:lnTo>
                  <a:pt x="308832" y="26349"/>
                </a:lnTo>
                <a:lnTo>
                  <a:pt x="309580" y="26659"/>
                </a:lnTo>
                <a:lnTo>
                  <a:pt x="310315" y="26985"/>
                </a:lnTo>
                <a:lnTo>
                  <a:pt x="311039" y="27325"/>
                </a:lnTo>
                <a:lnTo>
                  <a:pt x="311749" y="27681"/>
                </a:lnTo>
                <a:lnTo>
                  <a:pt x="312447" y="28052"/>
                </a:lnTo>
                <a:lnTo>
                  <a:pt x="313131" y="28437"/>
                </a:lnTo>
                <a:lnTo>
                  <a:pt x="313802" y="28838"/>
                </a:lnTo>
                <a:lnTo>
                  <a:pt x="314458" y="29252"/>
                </a:lnTo>
                <a:lnTo>
                  <a:pt x="315101" y="29682"/>
                </a:lnTo>
                <a:lnTo>
                  <a:pt x="315730" y="30126"/>
                </a:lnTo>
                <a:lnTo>
                  <a:pt x="316345" y="30585"/>
                </a:lnTo>
                <a:lnTo>
                  <a:pt x="316946" y="31059"/>
                </a:lnTo>
                <a:lnTo>
                  <a:pt x="317534" y="31547"/>
                </a:lnTo>
                <a:lnTo>
                  <a:pt x="318108" y="32050"/>
                </a:lnTo>
                <a:lnTo>
                  <a:pt x="318668" y="32567"/>
                </a:lnTo>
                <a:lnTo>
                  <a:pt x="319215" y="33099"/>
                </a:lnTo>
                <a:lnTo>
                  <a:pt x="319748" y="33646"/>
                </a:lnTo>
                <a:lnTo>
                  <a:pt x="320267" y="34208"/>
                </a:lnTo>
                <a:lnTo>
                  <a:pt x="320772" y="34784"/>
                </a:lnTo>
                <a:lnTo>
                  <a:pt x="321263" y="35375"/>
                </a:lnTo>
                <a:lnTo>
                  <a:pt x="321741" y="35981"/>
                </a:lnTo>
                <a:lnTo>
                  <a:pt x="322205" y="36601"/>
                </a:lnTo>
                <a:lnTo>
                  <a:pt x="322655" y="37236"/>
                </a:lnTo>
                <a:lnTo>
                  <a:pt x="323092" y="37886"/>
                </a:lnTo>
                <a:lnTo>
                  <a:pt x="323514" y="38550"/>
                </a:lnTo>
                <a:lnTo>
                  <a:pt x="323923" y="39230"/>
                </a:lnTo>
                <a:lnTo>
                  <a:pt x="324319" y="39923"/>
                </a:lnTo>
                <a:lnTo>
                  <a:pt x="324700" y="40632"/>
                </a:lnTo>
                <a:lnTo>
                  <a:pt x="325067" y="41355"/>
                </a:lnTo>
                <a:lnTo>
                  <a:pt x="325418" y="42092"/>
                </a:lnTo>
                <a:lnTo>
                  <a:pt x="325753" y="42844"/>
                </a:lnTo>
                <a:lnTo>
                  <a:pt x="326073" y="43610"/>
                </a:lnTo>
                <a:lnTo>
                  <a:pt x="326378" y="44390"/>
                </a:lnTo>
                <a:lnTo>
                  <a:pt x="326667" y="45185"/>
                </a:lnTo>
                <a:lnTo>
                  <a:pt x="326940" y="45994"/>
                </a:lnTo>
                <a:lnTo>
                  <a:pt x="327197" y="46818"/>
                </a:lnTo>
                <a:lnTo>
                  <a:pt x="327439" y="47656"/>
                </a:lnTo>
                <a:lnTo>
                  <a:pt x="327665" y="48508"/>
                </a:lnTo>
                <a:lnTo>
                  <a:pt x="327876" y="49375"/>
                </a:lnTo>
                <a:lnTo>
                  <a:pt x="328071" y="50256"/>
                </a:lnTo>
                <a:lnTo>
                  <a:pt x="328251" y="51151"/>
                </a:lnTo>
                <a:lnTo>
                  <a:pt x="328415" y="52061"/>
                </a:lnTo>
                <a:lnTo>
                  <a:pt x="328563" y="52985"/>
                </a:lnTo>
                <a:lnTo>
                  <a:pt x="328695" y="53923"/>
                </a:lnTo>
                <a:lnTo>
                  <a:pt x="328812" y="54876"/>
                </a:lnTo>
                <a:lnTo>
                  <a:pt x="328914" y="55844"/>
                </a:lnTo>
                <a:lnTo>
                  <a:pt x="329000" y="56825"/>
                </a:lnTo>
                <a:lnTo>
                  <a:pt x="329070" y="57821"/>
                </a:lnTo>
                <a:lnTo>
                  <a:pt x="329125" y="58832"/>
                </a:lnTo>
                <a:lnTo>
                  <a:pt x="329164" y="59856"/>
                </a:lnTo>
                <a:lnTo>
                  <a:pt x="329187" y="60895"/>
                </a:lnTo>
                <a:lnTo>
                  <a:pt x="329195" y="61949"/>
                </a:lnTo>
                <a:lnTo>
                  <a:pt x="329188" y="63054"/>
                </a:lnTo>
                <a:lnTo>
                  <a:pt x="329166" y="64142"/>
                </a:lnTo>
                <a:lnTo>
                  <a:pt x="329129" y="65215"/>
                </a:lnTo>
                <a:lnTo>
                  <a:pt x="329079" y="66272"/>
                </a:lnTo>
                <a:lnTo>
                  <a:pt x="329013" y="67313"/>
                </a:lnTo>
                <a:lnTo>
                  <a:pt x="328933" y="68338"/>
                </a:lnTo>
                <a:lnTo>
                  <a:pt x="328839" y="69347"/>
                </a:lnTo>
                <a:lnTo>
                  <a:pt x="328730" y="70340"/>
                </a:lnTo>
                <a:lnTo>
                  <a:pt x="328607" y="71318"/>
                </a:lnTo>
                <a:lnTo>
                  <a:pt x="328469" y="72279"/>
                </a:lnTo>
                <a:lnTo>
                  <a:pt x="328316" y="73224"/>
                </a:lnTo>
                <a:lnTo>
                  <a:pt x="328149" y="74154"/>
                </a:lnTo>
                <a:lnTo>
                  <a:pt x="327967" y="75068"/>
                </a:lnTo>
                <a:lnTo>
                  <a:pt x="327771" y="75965"/>
                </a:lnTo>
                <a:lnTo>
                  <a:pt x="327561" y="76847"/>
                </a:lnTo>
                <a:lnTo>
                  <a:pt x="327336" y="77713"/>
                </a:lnTo>
                <a:lnTo>
                  <a:pt x="327096" y="78563"/>
                </a:lnTo>
                <a:lnTo>
                  <a:pt x="326842" y="79397"/>
                </a:lnTo>
                <a:lnTo>
                  <a:pt x="326573" y="80215"/>
                </a:lnTo>
                <a:lnTo>
                  <a:pt x="326290" y="81017"/>
                </a:lnTo>
                <a:lnTo>
                  <a:pt x="325992" y="81804"/>
                </a:lnTo>
                <a:lnTo>
                  <a:pt x="325680" y="82574"/>
                </a:lnTo>
                <a:lnTo>
                  <a:pt x="325353" y="83329"/>
                </a:lnTo>
                <a:lnTo>
                  <a:pt x="325012" y="84067"/>
                </a:lnTo>
                <a:lnTo>
                  <a:pt x="324656" y="84790"/>
                </a:lnTo>
                <a:lnTo>
                  <a:pt x="324285" y="85497"/>
                </a:lnTo>
                <a:lnTo>
                  <a:pt x="323900" y="86189"/>
                </a:lnTo>
                <a:lnTo>
                  <a:pt x="323500" y="86866"/>
                </a:lnTo>
                <a:lnTo>
                  <a:pt x="323085" y="87527"/>
                </a:lnTo>
                <a:lnTo>
                  <a:pt x="322656" y="88173"/>
                </a:lnTo>
                <a:lnTo>
                  <a:pt x="322212" y="88803"/>
                </a:lnTo>
                <a:lnTo>
                  <a:pt x="321753" y="89417"/>
                </a:lnTo>
                <a:lnTo>
                  <a:pt x="321279" y="90017"/>
                </a:lnTo>
                <a:lnTo>
                  <a:pt x="320791" y="90601"/>
                </a:lnTo>
                <a:lnTo>
                  <a:pt x="320289" y="91169"/>
                </a:lnTo>
                <a:lnTo>
                  <a:pt x="319771" y="91722"/>
                </a:lnTo>
                <a:lnTo>
                  <a:pt x="319239" y="92259"/>
                </a:lnTo>
                <a:lnTo>
                  <a:pt x="318692" y="92781"/>
                </a:lnTo>
                <a:lnTo>
                  <a:pt x="318131" y="93288"/>
                </a:lnTo>
                <a:lnTo>
                  <a:pt x="317555" y="93779"/>
                </a:lnTo>
                <a:lnTo>
                  <a:pt x="316964" y="94254"/>
                </a:lnTo>
                <a:lnTo>
                  <a:pt x="316358" y="94715"/>
                </a:lnTo>
                <a:lnTo>
                  <a:pt x="315738" y="95159"/>
                </a:lnTo>
                <a:lnTo>
                  <a:pt x="315103" y="95589"/>
                </a:lnTo>
                <a:lnTo>
                  <a:pt x="314454" y="96002"/>
                </a:lnTo>
                <a:lnTo>
                  <a:pt x="313790" y="96401"/>
                </a:lnTo>
                <a:lnTo>
                  <a:pt x="313111" y="96784"/>
                </a:lnTo>
                <a:lnTo>
                  <a:pt x="312417" y="97151"/>
                </a:lnTo>
                <a:lnTo>
                  <a:pt x="311709" y="97503"/>
                </a:lnTo>
                <a:lnTo>
                  <a:pt x="310985" y="97841"/>
                </a:lnTo>
                <a:lnTo>
                  <a:pt x="310247" y="98163"/>
                </a:lnTo>
                <a:lnTo>
                  <a:pt x="309493" y="98470"/>
                </a:lnTo>
                <a:lnTo>
                  <a:pt x="308725" y="98762"/>
                </a:lnTo>
                <a:lnTo>
                  <a:pt x="307942" y="99040"/>
                </a:lnTo>
                <a:lnTo>
                  <a:pt x="307143" y="99302"/>
                </a:lnTo>
                <a:lnTo>
                  <a:pt x="306330" y="99549"/>
                </a:lnTo>
                <a:lnTo>
                  <a:pt x="305502" y="99782"/>
                </a:lnTo>
                <a:lnTo>
                  <a:pt x="304658" y="99999"/>
                </a:lnTo>
                <a:lnTo>
                  <a:pt x="303800" y="100201"/>
                </a:lnTo>
                <a:lnTo>
                  <a:pt x="302927" y="100389"/>
                </a:lnTo>
                <a:lnTo>
                  <a:pt x="302038" y="100561"/>
                </a:lnTo>
                <a:lnTo>
                  <a:pt x="301135" y="100719"/>
                </a:lnTo>
                <a:lnTo>
                  <a:pt x="300217" y="100861"/>
                </a:lnTo>
                <a:lnTo>
                  <a:pt x="299284" y="100988"/>
                </a:lnTo>
                <a:lnTo>
                  <a:pt x="298335" y="101101"/>
                </a:lnTo>
                <a:lnTo>
                  <a:pt x="297372" y="101198"/>
                </a:lnTo>
                <a:lnTo>
                  <a:pt x="296394" y="101281"/>
                </a:lnTo>
                <a:lnTo>
                  <a:pt x="295401" y="101348"/>
                </a:lnTo>
                <a:lnTo>
                  <a:pt x="294392" y="101401"/>
                </a:lnTo>
                <a:lnTo>
                  <a:pt x="293369" y="101438"/>
                </a:lnTo>
                <a:lnTo>
                  <a:pt x="292331" y="101461"/>
                </a:lnTo>
                <a:lnTo>
                  <a:pt x="291278" y="101468"/>
                </a:lnTo>
                <a:lnTo>
                  <a:pt x="274367" y="101468"/>
                </a:lnTo>
                <a:lnTo>
                  <a:pt x="274367" y="23320"/>
                </a:lnTo>
                <a:lnTo>
                  <a:pt x="291278" y="23320"/>
                </a:lnTo>
                <a:lnTo>
                  <a:pt x="292273" y="23327"/>
                </a:lnTo>
                <a:lnTo>
                  <a:pt x="293256" y="23350"/>
                </a:lnTo>
                <a:lnTo>
                  <a:pt x="294226" y="23388"/>
                </a:lnTo>
                <a:close/>
                <a:moveTo>
                  <a:pt x="610258" y="103849"/>
                </a:moveTo>
                <a:lnTo>
                  <a:pt x="609730" y="103821"/>
                </a:lnTo>
                <a:lnTo>
                  <a:pt x="609219" y="103782"/>
                </a:lnTo>
                <a:lnTo>
                  <a:pt x="608726" y="103732"/>
                </a:lnTo>
                <a:lnTo>
                  <a:pt x="608250" y="103671"/>
                </a:lnTo>
                <a:lnTo>
                  <a:pt x="607791" y="103599"/>
                </a:lnTo>
                <a:lnTo>
                  <a:pt x="607350" y="103515"/>
                </a:lnTo>
                <a:lnTo>
                  <a:pt x="606926" y="103421"/>
                </a:lnTo>
                <a:lnTo>
                  <a:pt x="606519" y="103315"/>
                </a:lnTo>
                <a:lnTo>
                  <a:pt x="606130" y="103198"/>
                </a:lnTo>
                <a:lnTo>
                  <a:pt x="605758" y="103070"/>
                </a:lnTo>
                <a:lnTo>
                  <a:pt x="605403" y="102931"/>
                </a:lnTo>
                <a:lnTo>
                  <a:pt x="605066" y="102781"/>
                </a:lnTo>
                <a:lnTo>
                  <a:pt x="604745" y="102620"/>
                </a:lnTo>
                <a:lnTo>
                  <a:pt x="604443" y="102447"/>
                </a:lnTo>
                <a:lnTo>
                  <a:pt x="604157" y="102264"/>
                </a:lnTo>
                <a:lnTo>
                  <a:pt x="603889" y="102069"/>
                </a:lnTo>
                <a:lnTo>
                  <a:pt x="603638" y="101863"/>
                </a:lnTo>
                <a:lnTo>
                  <a:pt x="603404" y="101646"/>
                </a:lnTo>
                <a:lnTo>
                  <a:pt x="603188" y="101418"/>
                </a:lnTo>
                <a:lnTo>
                  <a:pt x="602989" y="101179"/>
                </a:lnTo>
                <a:lnTo>
                  <a:pt x="602807" y="100928"/>
                </a:lnTo>
                <a:lnTo>
                  <a:pt x="602643" y="100667"/>
                </a:lnTo>
                <a:lnTo>
                  <a:pt x="602490" y="100394"/>
                </a:lnTo>
                <a:lnTo>
                  <a:pt x="602344" y="100108"/>
                </a:lnTo>
                <a:lnTo>
                  <a:pt x="602205" y="99809"/>
                </a:lnTo>
                <a:lnTo>
                  <a:pt x="602072" y="99497"/>
                </a:lnTo>
                <a:lnTo>
                  <a:pt x="601945" y="99173"/>
                </a:lnTo>
                <a:lnTo>
                  <a:pt x="601825" y="98837"/>
                </a:lnTo>
                <a:lnTo>
                  <a:pt x="601711" y="98487"/>
                </a:lnTo>
                <a:lnTo>
                  <a:pt x="601604" y="98125"/>
                </a:lnTo>
                <a:lnTo>
                  <a:pt x="601504" y="97751"/>
                </a:lnTo>
                <a:lnTo>
                  <a:pt x="601410" y="97363"/>
                </a:lnTo>
                <a:lnTo>
                  <a:pt x="601322" y="96963"/>
                </a:lnTo>
                <a:lnTo>
                  <a:pt x="601241" y="96550"/>
                </a:lnTo>
                <a:lnTo>
                  <a:pt x="601166" y="96125"/>
                </a:lnTo>
                <a:lnTo>
                  <a:pt x="601098" y="95687"/>
                </a:lnTo>
                <a:lnTo>
                  <a:pt x="601036" y="95236"/>
                </a:lnTo>
                <a:lnTo>
                  <a:pt x="600981" y="94773"/>
                </a:lnTo>
                <a:lnTo>
                  <a:pt x="600933" y="94297"/>
                </a:lnTo>
                <a:lnTo>
                  <a:pt x="600890" y="93808"/>
                </a:lnTo>
                <a:lnTo>
                  <a:pt x="600855" y="93306"/>
                </a:lnTo>
                <a:lnTo>
                  <a:pt x="600825" y="92792"/>
                </a:lnTo>
                <a:lnTo>
                  <a:pt x="600803" y="92266"/>
                </a:lnTo>
                <a:lnTo>
                  <a:pt x="600787" y="91726"/>
                </a:lnTo>
                <a:lnTo>
                  <a:pt x="600777" y="91174"/>
                </a:lnTo>
                <a:lnTo>
                  <a:pt x="600774" y="90609"/>
                </a:lnTo>
                <a:lnTo>
                  <a:pt x="600774" y="2492"/>
                </a:lnTo>
                <a:lnTo>
                  <a:pt x="577276" y="2492"/>
                </a:lnTo>
                <a:lnTo>
                  <a:pt x="577276" y="92033"/>
                </a:lnTo>
                <a:lnTo>
                  <a:pt x="577281" y="92916"/>
                </a:lnTo>
                <a:lnTo>
                  <a:pt x="577295" y="93785"/>
                </a:lnTo>
                <a:lnTo>
                  <a:pt x="577320" y="94640"/>
                </a:lnTo>
                <a:lnTo>
                  <a:pt x="577355" y="95481"/>
                </a:lnTo>
                <a:lnTo>
                  <a:pt x="577399" y="96308"/>
                </a:lnTo>
                <a:lnTo>
                  <a:pt x="577454" y="97121"/>
                </a:lnTo>
                <a:lnTo>
                  <a:pt x="577518" y="97919"/>
                </a:lnTo>
                <a:lnTo>
                  <a:pt x="577592" y="98704"/>
                </a:lnTo>
                <a:lnTo>
                  <a:pt x="577676" y="99474"/>
                </a:lnTo>
                <a:lnTo>
                  <a:pt x="577770" y="100231"/>
                </a:lnTo>
                <a:lnTo>
                  <a:pt x="577874" y="100973"/>
                </a:lnTo>
                <a:lnTo>
                  <a:pt x="577988" y="101702"/>
                </a:lnTo>
                <a:lnTo>
                  <a:pt x="578111" y="102416"/>
                </a:lnTo>
                <a:lnTo>
                  <a:pt x="578245" y="103116"/>
                </a:lnTo>
                <a:lnTo>
                  <a:pt x="578388" y="103802"/>
                </a:lnTo>
                <a:lnTo>
                  <a:pt x="578542" y="104474"/>
                </a:lnTo>
                <a:lnTo>
                  <a:pt x="578705" y="105133"/>
                </a:lnTo>
                <a:lnTo>
                  <a:pt x="578878" y="105777"/>
                </a:lnTo>
                <a:lnTo>
                  <a:pt x="579061" y="106406"/>
                </a:lnTo>
                <a:lnTo>
                  <a:pt x="579254" y="107022"/>
                </a:lnTo>
                <a:lnTo>
                  <a:pt x="579456" y="107624"/>
                </a:lnTo>
                <a:lnTo>
                  <a:pt x="579669" y="108212"/>
                </a:lnTo>
                <a:lnTo>
                  <a:pt x="579892" y="108786"/>
                </a:lnTo>
                <a:lnTo>
                  <a:pt x="580124" y="109345"/>
                </a:lnTo>
                <a:lnTo>
                  <a:pt x="580369" y="109892"/>
                </a:lnTo>
                <a:lnTo>
                  <a:pt x="580629" y="110426"/>
                </a:lnTo>
                <a:lnTo>
                  <a:pt x="580904" y="110949"/>
                </a:lnTo>
                <a:lnTo>
                  <a:pt x="581194" y="111459"/>
                </a:lnTo>
                <a:lnTo>
                  <a:pt x="581500" y="111957"/>
                </a:lnTo>
                <a:lnTo>
                  <a:pt x="581821" y="112444"/>
                </a:lnTo>
                <a:lnTo>
                  <a:pt x="582156" y="112918"/>
                </a:lnTo>
                <a:lnTo>
                  <a:pt x="582507" y="113380"/>
                </a:lnTo>
                <a:lnTo>
                  <a:pt x="582873" y="113830"/>
                </a:lnTo>
                <a:lnTo>
                  <a:pt x="583255" y="114268"/>
                </a:lnTo>
                <a:lnTo>
                  <a:pt x="583651" y="114694"/>
                </a:lnTo>
                <a:lnTo>
                  <a:pt x="584062" y="115108"/>
                </a:lnTo>
                <a:lnTo>
                  <a:pt x="584489" y="115510"/>
                </a:lnTo>
                <a:lnTo>
                  <a:pt x="584931" y="115900"/>
                </a:lnTo>
                <a:lnTo>
                  <a:pt x="585388" y="116278"/>
                </a:lnTo>
                <a:lnTo>
                  <a:pt x="585860" y="116644"/>
                </a:lnTo>
                <a:lnTo>
                  <a:pt x="586347" y="116997"/>
                </a:lnTo>
                <a:lnTo>
                  <a:pt x="586850" y="117339"/>
                </a:lnTo>
                <a:lnTo>
                  <a:pt x="587367" y="117669"/>
                </a:lnTo>
                <a:lnTo>
                  <a:pt x="587900" y="117986"/>
                </a:lnTo>
                <a:lnTo>
                  <a:pt x="588447" y="118292"/>
                </a:lnTo>
                <a:lnTo>
                  <a:pt x="589010" y="118585"/>
                </a:lnTo>
                <a:lnTo>
                  <a:pt x="589588" y="118867"/>
                </a:lnTo>
                <a:lnTo>
                  <a:pt x="590182" y="119136"/>
                </a:lnTo>
                <a:lnTo>
                  <a:pt x="590793" y="119394"/>
                </a:lnTo>
                <a:lnTo>
                  <a:pt x="591425" y="119641"/>
                </a:lnTo>
                <a:lnTo>
                  <a:pt x="592079" y="119876"/>
                </a:lnTo>
                <a:lnTo>
                  <a:pt x="592753" y="120101"/>
                </a:lnTo>
                <a:lnTo>
                  <a:pt x="593448" y="120315"/>
                </a:lnTo>
                <a:lnTo>
                  <a:pt x="594165" y="120518"/>
                </a:lnTo>
                <a:lnTo>
                  <a:pt x="594902" y="120710"/>
                </a:lnTo>
                <a:lnTo>
                  <a:pt x="595661" y="120891"/>
                </a:lnTo>
                <a:lnTo>
                  <a:pt x="596440" y="121061"/>
                </a:lnTo>
                <a:lnTo>
                  <a:pt x="597240" y="121220"/>
                </a:lnTo>
                <a:lnTo>
                  <a:pt x="598062" y="121369"/>
                </a:lnTo>
                <a:lnTo>
                  <a:pt x="598904" y="121506"/>
                </a:lnTo>
                <a:lnTo>
                  <a:pt x="599768" y="121632"/>
                </a:lnTo>
                <a:lnTo>
                  <a:pt x="600652" y="121747"/>
                </a:lnTo>
                <a:lnTo>
                  <a:pt x="601558" y="121851"/>
                </a:lnTo>
                <a:lnTo>
                  <a:pt x="602484" y="121945"/>
                </a:lnTo>
                <a:lnTo>
                  <a:pt x="603432" y="122027"/>
                </a:lnTo>
                <a:lnTo>
                  <a:pt x="604401" y="122098"/>
                </a:lnTo>
                <a:lnTo>
                  <a:pt x="605390" y="122159"/>
                </a:lnTo>
                <a:lnTo>
                  <a:pt x="606401" y="122208"/>
                </a:lnTo>
                <a:lnTo>
                  <a:pt x="607432" y="122246"/>
                </a:lnTo>
                <a:lnTo>
                  <a:pt x="608485" y="122274"/>
                </a:lnTo>
                <a:lnTo>
                  <a:pt x="609559" y="122290"/>
                </a:lnTo>
                <a:lnTo>
                  <a:pt x="610653" y="122296"/>
                </a:lnTo>
                <a:lnTo>
                  <a:pt x="616795" y="122296"/>
                </a:lnTo>
                <a:lnTo>
                  <a:pt x="616795" y="103871"/>
                </a:lnTo>
                <a:lnTo>
                  <a:pt x="611365" y="103871"/>
                </a:lnTo>
                <a:lnTo>
                  <a:pt x="610803" y="103866"/>
                </a:lnTo>
                <a:lnTo>
                  <a:pt x="610258" y="103849"/>
                </a:lnTo>
                <a:close/>
                <a:moveTo>
                  <a:pt x="657345" y="2492"/>
                </a:moveTo>
                <a:lnTo>
                  <a:pt x="657345" y="23320"/>
                </a:lnTo>
                <a:lnTo>
                  <a:pt x="689387" y="23320"/>
                </a:lnTo>
                <a:lnTo>
                  <a:pt x="689387" y="122296"/>
                </a:lnTo>
                <a:lnTo>
                  <a:pt x="714398" y="122296"/>
                </a:lnTo>
                <a:lnTo>
                  <a:pt x="714398" y="23320"/>
                </a:lnTo>
                <a:lnTo>
                  <a:pt x="746263" y="23320"/>
                </a:lnTo>
                <a:lnTo>
                  <a:pt x="746263" y="2492"/>
                </a:lnTo>
                <a:lnTo>
                  <a:pt x="657345" y="2492"/>
                </a:lnTo>
                <a:close/>
                <a:moveTo>
                  <a:pt x="1239134" y="71028"/>
                </a:moveTo>
                <a:lnTo>
                  <a:pt x="1239134" y="51001"/>
                </a:lnTo>
                <a:lnTo>
                  <a:pt x="1188934" y="51001"/>
                </a:lnTo>
                <a:lnTo>
                  <a:pt x="1188934" y="23231"/>
                </a:lnTo>
                <a:lnTo>
                  <a:pt x="1244296" y="23231"/>
                </a:lnTo>
                <a:lnTo>
                  <a:pt x="1244296" y="2492"/>
                </a:lnTo>
                <a:lnTo>
                  <a:pt x="1163923" y="2492"/>
                </a:lnTo>
                <a:lnTo>
                  <a:pt x="1163923" y="122296"/>
                </a:lnTo>
                <a:lnTo>
                  <a:pt x="1244296" y="122296"/>
                </a:lnTo>
                <a:lnTo>
                  <a:pt x="1244296" y="101557"/>
                </a:lnTo>
                <a:lnTo>
                  <a:pt x="1188934" y="101557"/>
                </a:lnTo>
                <a:lnTo>
                  <a:pt x="1188934" y="71028"/>
                </a:lnTo>
                <a:lnTo>
                  <a:pt x="1239134" y="71028"/>
                </a:lnTo>
                <a:close/>
                <a:moveTo>
                  <a:pt x="38664" y="147870"/>
                </a:moveTo>
                <a:lnTo>
                  <a:pt x="37990" y="146457"/>
                </a:lnTo>
                <a:lnTo>
                  <a:pt x="37327" y="145037"/>
                </a:lnTo>
                <a:lnTo>
                  <a:pt x="36677" y="143609"/>
                </a:lnTo>
                <a:lnTo>
                  <a:pt x="36038" y="142174"/>
                </a:lnTo>
                <a:lnTo>
                  <a:pt x="35411" y="140731"/>
                </a:lnTo>
                <a:lnTo>
                  <a:pt x="34796" y="139281"/>
                </a:lnTo>
                <a:lnTo>
                  <a:pt x="34192" y="137824"/>
                </a:lnTo>
                <a:lnTo>
                  <a:pt x="33600" y="136359"/>
                </a:lnTo>
                <a:lnTo>
                  <a:pt x="33020" y="134886"/>
                </a:lnTo>
                <a:lnTo>
                  <a:pt x="32452" y="133407"/>
                </a:lnTo>
                <a:lnTo>
                  <a:pt x="31895" y="131920"/>
                </a:lnTo>
                <a:lnTo>
                  <a:pt x="31350" y="130425"/>
                </a:lnTo>
                <a:lnTo>
                  <a:pt x="30817" y="128923"/>
                </a:lnTo>
                <a:lnTo>
                  <a:pt x="30296" y="127414"/>
                </a:lnTo>
                <a:lnTo>
                  <a:pt x="29786" y="125897"/>
                </a:lnTo>
                <a:lnTo>
                  <a:pt x="29288" y="124372"/>
                </a:lnTo>
                <a:lnTo>
                  <a:pt x="28802" y="122841"/>
                </a:lnTo>
                <a:lnTo>
                  <a:pt x="28328" y="121302"/>
                </a:lnTo>
                <a:lnTo>
                  <a:pt x="27865" y="119755"/>
                </a:lnTo>
                <a:lnTo>
                  <a:pt x="27414" y="118201"/>
                </a:lnTo>
                <a:lnTo>
                  <a:pt x="26978" y="116643"/>
                </a:lnTo>
                <a:lnTo>
                  <a:pt x="26561" y="115082"/>
                </a:lnTo>
                <a:lnTo>
                  <a:pt x="26163" y="113519"/>
                </a:lnTo>
                <a:lnTo>
                  <a:pt x="25782" y="111954"/>
                </a:lnTo>
                <a:lnTo>
                  <a:pt x="25421" y="110386"/>
                </a:lnTo>
                <a:lnTo>
                  <a:pt x="25078" y="108817"/>
                </a:lnTo>
                <a:lnTo>
                  <a:pt x="24753" y="107245"/>
                </a:lnTo>
                <a:lnTo>
                  <a:pt x="24447" y="105671"/>
                </a:lnTo>
                <a:lnTo>
                  <a:pt x="24160" y="104095"/>
                </a:lnTo>
                <a:lnTo>
                  <a:pt x="23891" y="102517"/>
                </a:lnTo>
                <a:lnTo>
                  <a:pt x="23641" y="100937"/>
                </a:lnTo>
                <a:lnTo>
                  <a:pt x="23409" y="99354"/>
                </a:lnTo>
                <a:lnTo>
                  <a:pt x="23196" y="97769"/>
                </a:lnTo>
                <a:lnTo>
                  <a:pt x="23001" y="96183"/>
                </a:lnTo>
                <a:lnTo>
                  <a:pt x="22825" y="94594"/>
                </a:lnTo>
                <a:lnTo>
                  <a:pt x="22667" y="93002"/>
                </a:lnTo>
                <a:lnTo>
                  <a:pt x="22528" y="91409"/>
                </a:lnTo>
                <a:lnTo>
                  <a:pt x="22408" y="89814"/>
                </a:lnTo>
                <a:lnTo>
                  <a:pt x="22306" y="88216"/>
                </a:lnTo>
                <a:lnTo>
                  <a:pt x="22222" y="86616"/>
                </a:lnTo>
                <a:lnTo>
                  <a:pt x="22157" y="85014"/>
                </a:lnTo>
                <a:lnTo>
                  <a:pt x="22111" y="83410"/>
                </a:lnTo>
                <a:lnTo>
                  <a:pt x="22083" y="81804"/>
                </a:lnTo>
                <a:lnTo>
                  <a:pt x="22074" y="80195"/>
                </a:lnTo>
                <a:lnTo>
                  <a:pt x="22082" y="78483"/>
                </a:lnTo>
                <a:lnTo>
                  <a:pt x="22108" y="76773"/>
                </a:lnTo>
                <a:lnTo>
                  <a:pt x="22151" y="75066"/>
                </a:lnTo>
                <a:lnTo>
                  <a:pt x="22211" y="73360"/>
                </a:lnTo>
                <a:lnTo>
                  <a:pt x="22288" y="71657"/>
                </a:lnTo>
                <a:lnTo>
                  <a:pt x="22382" y="69957"/>
                </a:lnTo>
                <a:lnTo>
                  <a:pt x="22494" y="68258"/>
                </a:lnTo>
                <a:lnTo>
                  <a:pt x="22623" y="66562"/>
                </a:lnTo>
                <a:lnTo>
                  <a:pt x="22768" y="64869"/>
                </a:lnTo>
                <a:lnTo>
                  <a:pt x="22931" y="63177"/>
                </a:lnTo>
                <a:lnTo>
                  <a:pt x="23111" y="61488"/>
                </a:lnTo>
                <a:lnTo>
                  <a:pt x="23309" y="59802"/>
                </a:lnTo>
                <a:lnTo>
                  <a:pt x="23523" y="58117"/>
                </a:lnTo>
                <a:lnTo>
                  <a:pt x="23755" y="56435"/>
                </a:lnTo>
                <a:lnTo>
                  <a:pt x="24003" y="54755"/>
                </a:lnTo>
                <a:lnTo>
                  <a:pt x="24269" y="53078"/>
                </a:lnTo>
                <a:lnTo>
                  <a:pt x="24552" y="51403"/>
                </a:lnTo>
                <a:lnTo>
                  <a:pt x="24852" y="49730"/>
                </a:lnTo>
                <a:lnTo>
                  <a:pt x="25170" y="48059"/>
                </a:lnTo>
                <a:lnTo>
                  <a:pt x="25504" y="46391"/>
                </a:lnTo>
                <a:lnTo>
                  <a:pt x="25856" y="44725"/>
                </a:lnTo>
                <a:lnTo>
                  <a:pt x="26225" y="43062"/>
                </a:lnTo>
                <a:lnTo>
                  <a:pt x="26611" y="41401"/>
                </a:lnTo>
                <a:lnTo>
                  <a:pt x="27014" y="39742"/>
                </a:lnTo>
                <a:lnTo>
                  <a:pt x="27433" y="38087"/>
                </a:lnTo>
                <a:lnTo>
                  <a:pt x="27869" y="36439"/>
                </a:lnTo>
                <a:lnTo>
                  <a:pt x="28320" y="34797"/>
                </a:lnTo>
                <a:lnTo>
                  <a:pt x="28788" y="33161"/>
                </a:lnTo>
                <a:lnTo>
                  <a:pt x="29271" y="31532"/>
                </a:lnTo>
                <a:lnTo>
                  <a:pt x="29770" y="29909"/>
                </a:lnTo>
                <a:lnTo>
                  <a:pt x="30285" y="28293"/>
                </a:lnTo>
                <a:lnTo>
                  <a:pt x="30816" y="26682"/>
                </a:lnTo>
                <a:lnTo>
                  <a:pt x="31363" y="25078"/>
                </a:lnTo>
                <a:lnTo>
                  <a:pt x="31926" y="23481"/>
                </a:lnTo>
                <a:lnTo>
                  <a:pt x="32505" y="21890"/>
                </a:lnTo>
                <a:lnTo>
                  <a:pt x="33099" y="20305"/>
                </a:lnTo>
                <a:lnTo>
                  <a:pt x="33710" y="18726"/>
                </a:lnTo>
                <a:lnTo>
                  <a:pt x="34337" y="17154"/>
                </a:lnTo>
                <a:lnTo>
                  <a:pt x="34979" y="15588"/>
                </a:lnTo>
                <a:lnTo>
                  <a:pt x="35637" y="14028"/>
                </a:lnTo>
                <a:lnTo>
                  <a:pt x="36312" y="12475"/>
                </a:lnTo>
                <a:lnTo>
                  <a:pt x="37002" y="10928"/>
                </a:lnTo>
                <a:lnTo>
                  <a:pt x="37708" y="9388"/>
                </a:lnTo>
                <a:lnTo>
                  <a:pt x="38430" y="7854"/>
                </a:lnTo>
                <a:lnTo>
                  <a:pt x="39168" y="6326"/>
                </a:lnTo>
                <a:lnTo>
                  <a:pt x="39922" y="4804"/>
                </a:lnTo>
                <a:lnTo>
                  <a:pt x="40692" y="3289"/>
                </a:lnTo>
                <a:lnTo>
                  <a:pt x="41477" y="1780"/>
                </a:lnTo>
                <a:lnTo>
                  <a:pt x="21629" y="1780"/>
                </a:lnTo>
                <a:lnTo>
                  <a:pt x="21025" y="2869"/>
                </a:lnTo>
                <a:lnTo>
                  <a:pt x="20430" y="3955"/>
                </a:lnTo>
                <a:lnTo>
                  <a:pt x="19843" y="5037"/>
                </a:lnTo>
                <a:lnTo>
                  <a:pt x="19265" y="6117"/>
                </a:lnTo>
                <a:lnTo>
                  <a:pt x="18696" y="7193"/>
                </a:lnTo>
                <a:lnTo>
                  <a:pt x="18135" y="8267"/>
                </a:lnTo>
                <a:lnTo>
                  <a:pt x="17583" y="9337"/>
                </a:lnTo>
                <a:lnTo>
                  <a:pt x="17040" y="10404"/>
                </a:lnTo>
                <a:lnTo>
                  <a:pt x="16505" y="11468"/>
                </a:lnTo>
                <a:lnTo>
                  <a:pt x="15979" y="12529"/>
                </a:lnTo>
                <a:lnTo>
                  <a:pt x="15462" y="13587"/>
                </a:lnTo>
                <a:lnTo>
                  <a:pt x="14953" y="14642"/>
                </a:lnTo>
                <a:lnTo>
                  <a:pt x="14453" y="15693"/>
                </a:lnTo>
                <a:lnTo>
                  <a:pt x="13962" y="16742"/>
                </a:lnTo>
                <a:lnTo>
                  <a:pt x="13479" y="17787"/>
                </a:lnTo>
                <a:lnTo>
                  <a:pt x="13005" y="18830"/>
                </a:lnTo>
                <a:lnTo>
                  <a:pt x="12539" y="19869"/>
                </a:lnTo>
                <a:lnTo>
                  <a:pt x="12083" y="20906"/>
                </a:lnTo>
                <a:lnTo>
                  <a:pt x="11635" y="21939"/>
                </a:lnTo>
                <a:lnTo>
                  <a:pt x="11195" y="22969"/>
                </a:lnTo>
                <a:lnTo>
                  <a:pt x="10764" y="23996"/>
                </a:lnTo>
                <a:lnTo>
                  <a:pt x="10342" y="25020"/>
                </a:lnTo>
                <a:lnTo>
                  <a:pt x="9929" y="26040"/>
                </a:lnTo>
                <a:lnTo>
                  <a:pt x="9524" y="27058"/>
                </a:lnTo>
                <a:lnTo>
                  <a:pt x="9127" y="28075"/>
                </a:lnTo>
                <a:lnTo>
                  <a:pt x="8740" y="29094"/>
                </a:lnTo>
                <a:lnTo>
                  <a:pt x="8360" y="30114"/>
                </a:lnTo>
                <a:lnTo>
                  <a:pt x="7990" y="31135"/>
                </a:lnTo>
                <a:lnTo>
                  <a:pt x="7627" y="32158"/>
                </a:lnTo>
                <a:lnTo>
                  <a:pt x="7274" y="33183"/>
                </a:lnTo>
                <a:lnTo>
                  <a:pt x="6928" y="34209"/>
                </a:lnTo>
                <a:lnTo>
                  <a:pt x="6591" y="35237"/>
                </a:lnTo>
                <a:lnTo>
                  <a:pt x="6263" y="36266"/>
                </a:lnTo>
                <a:lnTo>
                  <a:pt x="5943" y="37297"/>
                </a:lnTo>
                <a:lnTo>
                  <a:pt x="5632" y="38329"/>
                </a:lnTo>
                <a:lnTo>
                  <a:pt x="5329" y="39363"/>
                </a:lnTo>
                <a:lnTo>
                  <a:pt x="5035" y="40399"/>
                </a:lnTo>
                <a:lnTo>
                  <a:pt x="4749" y="41436"/>
                </a:lnTo>
                <a:lnTo>
                  <a:pt x="4472" y="42474"/>
                </a:lnTo>
                <a:lnTo>
                  <a:pt x="4203" y="43515"/>
                </a:lnTo>
                <a:lnTo>
                  <a:pt x="3943" y="44556"/>
                </a:lnTo>
                <a:lnTo>
                  <a:pt x="3691" y="45599"/>
                </a:lnTo>
                <a:lnTo>
                  <a:pt x="3448" y="46644"/>
                </a:lnTo>
                <a:lnTo>
                  <a:pt x="3213" y="47690"/>
                </a:lnTo>
                <a:lnTo>
                  <a:pt x="2987" y="48738"/>
                </a:lnTo>
                <a:lnTo>
                  <a:pt x="2769" y="49788"/>
                </a:lnTo>
                <a:lnTo>
                  <a:pt x="2559" y="50839"/>
                </a:lnTo>
                <a:lnTo>
                  <a:pt x="2359" y="51891"/>
                </a:lnTo>
                <a:lnTo>
                  <a:pt x="2166" y="52948"/>
                </a:lnTo>
                <a:lnTo>
                  <a:pt x="1982" y="54012"/>
                </a:lnTo>
                <a:lnTo>
                  <a:pt x="1806" y="55083"/>
                </a:lnTo>
                <a:lnTo>
                  <a:pt x="1638" y="56161"/>
                </a:lnTo>
                <a:lnTo>
                  <a:pt x="1478" y="57246"/>
                </a:lnTo>
                <a:lnTo>
                  <a:pt x="1327" y="58339"/>
                </a:lnTo>
                <a:lnTo>
                  <a:pt x="1183" y="59438"/>
                </a:lnTo>
                <a:lnTo>
                  <a:pt x="1048" y="60545"/>
                </a:lnTo>
                <a:lnTo>
                  <a:pt x="921" y="61658"/>
                </a:lnTo>
                <a:lnTo>
                  <a:pt x="803" y="62779"/>
                </a:lnTo>
                <a:lnTo>
                  <a:pt x="692" y="63907"/>
                </a:lnTo>
                <a:lnTo>
                  <a:pt x="590" y="65042"/>
                </a:lnTo>
                <a:lnTo>
                  <a:pt x="495" y="66184"/>
                </a:lnTo>
                <a:lnTo>
                  <a:pt x="409" y="67333"/>
                </a:lnTo>
                <a:lnTo>
                  <a:pt x="332" y="68490"/>
                </a:lnTo>
                <a:lnTo>
                  <a:pt x="262" y="69653"/>
                </a:lnTo>
                <a:lnTo>
                  <a:pt x="201" y="70823"/>
                </a:lnTo>
                <a:lnTo>
                  <a:pt x="147" y="72001"/>
                </a:lnTo>
                <a:lnTo>
                  <a:pt x="102" y="73186"/>
                </a:lnTo>
                <a:lnTo>
                  <a:pt x="66" y="74378"/>
                </a:lnTo>
                <a:lnTo>
                  <a:pt x="37" y="75577"/>
                </a:lnTo>
                <a:lnTo>
                  <a:pt x="16" y="76783"/>
                </a:lnTo>
                <a:lnTo>
                  <a:pt x="4" y="77996"/>
                </a:lnTo>
                <a:lnTo>
                  <a:pt x="0" y="79216"/>
                </a:lnTo>
                <a:lnTo>
                  <a:pt x="4" y="80399"/>
                </a:lnTo>
                <a:lnTo>
                  <a:pt x="18" y="81575"/>
                </a:lnTo>
                <a:lnTo>
                  <a:pt x="40" y="82742"/>
                </a:lnTo>
                <a:lnTo>
                  <a:pt x="70" y="83903"/>
                </a:lnTo>
                <a:lnTo>
                  <a:pt x="110" y="85055"/>
                </a:lnTo>
                <a:lnTo>
                  <a:pt x="159" y="86201"/>
                </a:lnTo>
                <a:lnTo>
                  <a:pt x="216" y="87338"/>
                </a:lnTo>
                <a:lnTo>
                  <a:pt x="282" y="88468"/>
                </a:lnTo>
                <a:lnTo>
                  <a:pt x="357" y="89590"/>
                </a:lnTo>
                <a:lnTo>
                  <a:pt x="440" y="90705"/>
                </a:lnTo>
                <a:lnTo>
                  <a:pt x="533" y="91813"/>
                </a:lnTo>
                <a:lnTo>
                  <a:pt x="634" y="92912"/>
                </a:lnTo>
                <a:lnTo>
                  <a:pt x="744" y="94004"/>
                </a:lnTo>
                <a:lnTo>
                  <a:pt x="863" y="95089"/>
                </a:lnTo>
                <a:lnTo>
                  <a:pt x="991" y="96166"/>
                </a:lnTo>
                <a:lnTo>
                  <a:pt x="1127" y="97235"/>
                </a:lnTo>
                <a:lnTo>
                  <a:pt x="1273" y="98297"/>
                </a:lnTo>
                <a:lnTo>
                  <a:pt x="1427" y="99351"/>
                </a:lnTo>
                <a:lnTo>
                  <a:pt x="1590" y="100398"/>
                </a:lnTo>
                <a:lnTo>
                  <a:pt x="1762" y="101437"/>
                </a:lnTo>
                <a:lnTo>
                  <a:pt x="1942" y="102469"/>
                </a:lnTo>
                <a:lnTo>
                  <a:pt x="2132" y="103493"/>
                </a:lnTo>
                <a:lnTo>
                  <a:pt x="2330" y="104509"/>
                </a:lnTo>
                <a:lnTo>
                  <a:pt x="2537" y="105518"/>
                </a:lnTo>
                <a:lnTo>
                  <a:pt x="2752" y="106522"/>
                </a:lnTo>
                <a:lnTo>
                  <a:pt x="2976" y="107524"/>
                </a:lnTo>
                <a:lnTo>
                  <a:pt x="3207" y="108525"/>
                </a:lnTo>
                <a:lnTo>
                  <a:pt x="3447" y="109523"/>
                </a:lnTo>
                <a:lnTo>
                  <a:pt x="3694" y="110520"/>
                </a:lnTo>
                <a:lnTo>
                  <a:pt x="3950" y="111515"/>
                </a:lnTo>
                <a:lnTo>
                  <a:pt x="4213" y="112508"/>
                </a:lnTo>
                <a:lnTo>
                  <a:pt x="4485" y="113499"/>
                </a:lnTo>
                <a:lnTo>
                  <a:pt x="4765" y="114488"/>
                </a:lnTo>
                <a:lnTo>
                  <a:pt x="5052" y="115475"/>
                </a:lnTo>
                <a:lnTo>
                  <a:pt x="5348" y="116461"/>
                </a:lnTo>
                <a:lnTo>
                  <a:pt x="5652" y="117445"/>
                </a:lnTo>
                <a:lnTo>
                  <a:pt x="5964" y="118427"/>
                </a:lnTo>
                <a:lnTo>
                  <a:pt x="6284" y="119407"/>
                </a:lnTo>
                <a:lnTo>
                  <a:pt x="6612" y="120385"/>
                </a:lnTo>
                <a:lnTo>
                  <a:pt x="6947" y="121361"/>
                </a:lnTo>
                <a:lnTo>
                  <a:pt x="7291" y="122336"/>
                </a:lnTo>
                <a:lnTo>
                  <a:pt x="7643" y="123308"/>
                </a:lnTo>
                <a:lnTo>
                  <a:pt x="8004" y="124279"/>
                </a:lnTo>
                <a:lnTo>
                  <a:pt x="8372" y="125248"/>
                </a:lnTo>
                <a:lnTo>
                  <a:pt x="8748" y="126215"/>
                </a:lnTo>
                <a:lnTo>
                  <a:pt x="9132" y="127180"/>
                </a:lnTo>
                <a:lnTo>
                  <a:pt x="9524" y="128143"/>
                </a:lnTo>
                <a:lnTo>
                  <a:pt x="9924" y="129105"/>
                </a:lnTo>
                <a:lnTo>
                  <a:pt x="10332" y="130067"/>
                </a:lnTo>
                <a:lnTo>
                  <a:pt x="10747" y="131035"/>
                </a:lnTo>
                <a:lnTo>
                  <a:pt x="11168" y="132006"/>
                </a:lnTo>
                <a:lnTo>
                  <a:pt x="11597" y="132983"/>
                </a:lnTo>
                <a:lnTo>
                  <a:pt x="12032" y="133963"/>
                </a:lnTo>
                <a:lnTo>
                  <a:pt x="12475" y="134949"/>
                </a:lnTo>
                <a:lnTo>
                  <a:pt x="12924" y="135938"/>
                </a:lnTo>
                <a:lnTo>
                  <a:pt x="13381" y="136932"/>
                </a:lnTo>
                <a:lnTo>
                  <a:pt x="13844" y="137931"/>
                </a:lnTo>
                <a:lnTo>
                  <a:pt x="14314" y="138934"/>
                </a:lnTo>
                <a:lnTo>
                  <a:pt x="14792" y="139942"/>
                </a:lnTo>
                <a:lnTo>
                  <a:pt x="15276" y="140954"/>
                </a:lnTo>
                <a:lnTo>
                  <a:pt x="15767" y="141970"/>
                </a:lnTo>
                <a:lnTo>
                  <a:pt x="16265" y="142991"/>
                </a:lnTo>
                <a:lnTo>
                  <a:pt x="16770" y="144017"/>
                </a:lnTo>
                <a:lnTo>
                  <a:pt x="17282" y="145047"/>
                </a:lnTo>
                <a:lnTo>
                  <a:pt x="17801" y="146081"/>
                </a:lnTo>
                <a:lnTo>
                  <a:pt x="18327" y="147120"/>
                </a:lnTo>
                <a:lnTo>
                  <a:pt x="18860" y="148164"/>
                </a:lnTo>
                <a:lnTo>
                  <a:pt x="19400" y="149212"/>
                </a:lnTo>
                <a:lnTo>
                  <a:pt x="19947" y="150264"/>
                </a:lnTo>
                <a:lnTo>
                  <a:pt x="20500" y="151321"/>
                </a:lnTo>
                <a:lnTo>
                  <a:pt x="21061" y="152382"/>
                </a:lnTo>
                <a:lnTo>
                  <a:pt x="21629" y="153448"/>
                </a:lnTo>
                <a:lnTo>
                  <a:pt x="41477" y="153448"/>
                </a:lnTo>
                <a:lnTo>
                  <a:pt x="40756" y="152065"/>
                </a:lnTo>
                <a:lnTo>
                  <a:pt x="40047" y="150674"/>
                </a:lnTo>
                <a:lnTo>
                  <a:pt x="39349" y="149276"/>
                </a:lnTo>
                <a:lnTo>
                  <a:pt x="38664" y="147870"/>
                </a:lnTo>
                <a:close/>
                <a:moveTo>
                  <a:pt x="170939" y="149086"/>
                </a:moveTo>
                <a:lnTo>
                  <a:pt x="171509" y="148004"/>
                </a:lnTo>
                <a:lnTo>
                  <a:pt x="172071" y="146926"/>
                </a:lnTo>
                <a:lnTo>
                  <a:pt x="172624" y="145851"/>
                </a:lnTo>
                <a:lnTo>
                  <a:pt x="173168" y="144780"/>
                </a:lnTo>
                <a:lnTo>
                  <a:pt x="173704" y="143712"/>
                </a:lnTo>
                <a:lnTo>
                  <a:pt x="174232" y="142648"/>
                </a:lnTo>
                <a:lnTo>
                  <a:pt x="174751" y="141588"/>
                </a:lnTo>
                <a:lnTo>
                  <a:pt x="175261" y="140531"/>
                </a:lnTo>
                <a:lnTo>
                  <a:pt x="175763" y="139478"/>
                </a:lnTo>
                <a:lnTo>
                  <a:pt x="176257" y="138428"/>
                </a:lnTo>
                <a:lnTo>
                  <a:pt x="176742" y="137382"/>
                </a:lnTo>
                <a:lnTo>
                  <a:pt x="177218" y="136339"/>
                </a:lnTo>
                <a:lnTo>
                  <a:pt x="177686" y="135300"/>
                </a:lnTo>
                <a:lnTo>
                  <a:pt x="178146" y="134264"/>
                </a:lnTo>
                <a:lnTo>
                  <a:pt x="178597" y="133232"/>
                </a:lnTo>
                <a:lnTo>
                  <a:pt x="179039" y="132204"/>
                </a:lnTo>
                <a:lnTo>
                  <a:pt x="179473" y="131179"/>
                </a:lnTo>
                <a:lnTo>
                  <a:pt x="179899" y="130158"/>
                </a:lnTo>
                <a:lnTo>
                  <a:pt x="180316" y="129140"/>
                </a:lnTo>
                <a:lnTo>
                  <a:pt x="180724" y="128126"/>
                </a:lnTo>
                <a:lnTo>
                  <a:pt x="181124" y="127112"/>
                </a:lnTo>
                <a:lnTo>
                  <a:pt x="181516" y="126097"/>
                </a:lnTo>
                <a:lnTo>
                  <a:pt x="181899" y="125080"/>
                </a:lnTo>
                <a:lnTo>
                  <a:pt x="182273" y="124061"/>
                </a:lnTo>
                <a:lnTo>
                  <a:pt x="182639" y="123040"/>
                </a:lnTo>
                <a:lnTo>
                  <a:pt x="182997" y="122018"/>
                </a:lnTo>
                <a:lnTo>
                  <a:pt x="183346" y="120993"/>
                </a:lnTo>
                <a:lnTo>
                  <a:pt x="183686" y="119967"/>
                </a:lnTo>
                <a:lnTo>
                  <a:pt x="184018" y="118938"/>
                </a:lnTo>
                <a:lnTo>
                  <a:pt x="184342" y="117908"/>
                </a:lnTo>
                <a:lnTo>
                  <a:pt x="184657" y="116876"/>
                </a:lnTo>
                <a:lnTo>
                  <a:pt x="184963" y="115843"/>
                </a:lnTo>
                <a:lnTo>
                  <a:pt x="185261" y="114807"/>
                </a:lnTo>
                <a:lnTo>
                  <a:pt x="185551" y="113770"/>
                </a:lnTo>
                <a:lnTo>
                  <a:pt x="185832" y="112730"/>
                </a:lnTo>
                <a:lnTo>
                  <a:pt x="186104" y="111689"/>
                </a:lnTo>
                <a:lnTo>
                  <a:pt x="186368" y="110646"/>
                </a:lnTo>
                <a:lnTo>
                  <a:pt x="186624" y="109601"/>
                </a:lnTo>
                <a:lnTo>
                  <a:pt x="186871" y="108554"/>
                </a:lnTo>
                <a:lnTo>
                  <a:pt x="187109" y="107506"/>
                </a:lnTo>
                <a:lnTo>
                  <a:pt x="187339" y="106455"/>
                </a:lnTo>
                <a:lnTo>
                  <a:pt x="187561" y="105403"/>
                </a:lnTo>
                <a:lnTo>
                  <a:pt x="187774" y="104349"/>
                </a:lnTo>
                <a:lnTo>
                  <a:pt x="187978" y="103293"/>
                </a:lnTo>
                <a:lnTo>
                  <a:pt x="188174" y="102232"/>
                </a:lnTo>
                <a:lnTo>
                  <a:pt x="188362" y="101165"/>
                </a:lnTo>
                <a:lnTo>
                  <a:pt x="188541" y="100090"/>
                </a:lnTo>
                <a:lnTo>
                  <a:pt x="188712" y="99009"/>
                </a:lnTo>
                <a:lnTo>
                  <a:pt x="188875" y="97921"/>
                </a:lnTo>
                <a:lnTo>
                  <a:pt x="189030" y="96826"/>
                </a:lnTo>
                <a:lnTo>
                  <a:pt x="189176" y="95724"/>
                </a:lnTo>
                <a:lnTo>
                  <a:pt x="189313" y="94614"/>
                </a:lnTo>
                <a:lnTo>
                  <a:pt x="189443" y="93498"/>
                </a:lnTo>
                <a:lnTo>
                  <a:pt x="189564" y="92375"/>
                </a:lnTo>
                <a:lnTo>
                  <a:pt x="189676" y="91245"/>
                </a:lnTo>
                <a:lnTo>
                  <a:pt x="189781" y="90108"/>
                </a:lnTo>
                <a:lnTo>
                  <a:pt x="189877" y="88965"/>
                </a:lnTo>
                <a:lnTo>
                  <a:pt x="189964" y="87814"/>
                </a:lnTo>
                <a:lnTo>
                  <a:pt x="190043" y="86656"/>
                </a:lnTo>
                <a:lnTo>
                  <a:pt x="190114" y="85491"/>
                </a:lnTo>
                <a:lnTo>
                  <a:pt x="190177" y="84320"/>
                </a:lnTo>
                <a:lnTo>
                  <a:pt x="190231" y="83141"/>
                </a:lnTo>
                <a:lnTo>
                  <a:pt x="190277" y="81955"/>
                </a:lnTo>
                <a:lnTo>
                  <a:pt x="190315" y="80763"/>
                </a:lnTo>
                <a:lnTo>
                  <a:pt x="190344" y="79563"/>
                </a:lnTo>
                <a:lnTo>
                  <a:pt x="190365" y="78357"/>
                </a:lnTo>
                <a:lnTo>
                  <a:pt x="190377" y="77143"/>
                </a:lnTo>
                <a:lnTo>
                  <a:pt x="190381" y="75923"/>
                </a:lnTo>
                <a:lnTo>
                  <a:pt x="190377" y="74740"/>
                </a:lnTo>
                <a:lnTo>
                  <a:pt x="190363" y="73565"/>
                </a:lnTo>
                <a:lnTo>
                  <a:pt x="190341" y="72397"/>
                </a:lnTo>
                <a:lnTo>
                  <a:pt x="190310" y="71237"/>
                </a:lnTo>
                <a:lnTo>
                  <a:pt x="190269" y="70084"/>
                </a:lnTo>
                <a:lnTo>
                  <a:pt x="190220" y="68939"/>
                </a:lnTo>
                <a:lnTo>
                  <a:pt x="190162" y="67801"/>
                </a:lnTo>
                <a:lnTo>
                  <a:pt x="190095" y="66671"/>
                </a:lnTo>
                <a:lnTo>
                  <a:pt x="190018" y="65549"/>
                </a:lnTo>
                <a:lnTo>
                  <a:pt x="189933" y="64434"/>
                </a:lnTo>
                <a:lnTo>
                  <a:pt x="189839" y="63327"/>
                </a:lnTo>
                <a:lnTo>
                  <a:pt x="189736" y="62227"/>
                </a:lnTo>
                <a:lnTo>
                  <a:pt x="189624" y="61135"/>
                </a:lnTo>
                <a:lnTo>
                  <a:pt x="189503" y="60050"/>
                </a:lnTo>
                <a:lnTo>
                  <a:pt x="189373" y="58973"/>
                </a:lnTo>
                <a:lnTo>
                  <a:pt x="189234" y="57904"/>
                </a:lnTo>
                <a:lnTo>
                  <a:pt x="189086" y="56842"/>
                </a:lnTo>
                <a:lnTo>
                  <a:pt x="188929" y="55788"/>
                </a:lnTo>
                <a:lnTo>
                  <a:pt x="188764" y="54741"/>
                </a:lnTo>
                <a:lnTo>
                  <a:pt x="188589" y="53702"/>
                </a:lnTo>
                <a:lnTo>
                  <a:pt x="188405" y="52671"/>
                </a:lnTo>
                <a:lnTo>
                  <a:pt x="188212" y="51647"/>
                </a:lnTo>
                <a:lnTo>
                  <a:pt x="188011" y="50630"/>
                </a:lnTo>
                <a:lnTo>
                  <a:pt x="187800" y="49621"/>
                </a:lnTo>
                <a:lnTo>
                  <a:pt x="187581" y="48617"/>
                </a:lnTo>
                <a:lnTo>
                  <a:pt x="187354" y="47615"/>
                </a:lnTo>
                <a:lnTo>
                  <a:pt x="187119" y="46615"/>
                </a:lnTo>
                <a:lnTo>
                  <a:pt x="186877" y="45616"/>
                </a:lnTo>
                <a:lnTo>
                  <a:pt x="186626" y="44619"/>
                </a:lnTo>
                <a:lnTo>
                  <a:pt x="186368" y="43625"/>
                </a:lnTo>
                <a:lnTo>
                  <a:pt x="186101" y="42632"/>
                </a:lnTo>
                <a:lnTo>
                  <a:pt x="185827" y="41640"/>
                </a:lnTo>
                <a:lnTo>
                  <a:pt x="185545" y="40651"/>
                </a:lnTo>
                <a:lnTo>
                  <a:pt x="185255" y="39664"/>
                </a:lnTo>
                <a:lnTo>
                  <a:pt x="184957" y="38678"/>
                </a:lnTo>
                <a:lnTo>
                  <a:pt x="184652" y="37694"/>
                </a:lnTo>
                <a:lnTo>
                  <a:pt x="184338" y="36713"/>
                </a:lnTo>
                <a:lnTo>
                  <a:pt x="184016" y="35733"/>
                </a:lnTo>
                <a:lnTo>
                  <a:pt x="183687" y="34754"/>
                </a:lnTo>
                <a:lnTo>
                  <a:pt x="183350" y="33778"/>
                </a:lnTo>
                <a:lnTo>
                  <a:pt x="183005" y="32804"/>
                </a:lnTo>
                <a:lnTo>
                  <a:pt x="182652" y="31831"/>
                </a:lnTo>
                <a:lnTo>
                  <a:pt x="182291" y="30860"/>
                </a:lnTo>
                <a:lnTo>
                  <a:pt x="181922" y="29892"/>
                </a:lnTo>
                <a:lnTo>
                  <a:pt x="181545" y="28925"/>
                </a:lnTo>
                <a:lnTo>
                  <a:pt x="181161" y="27959"/>
                </a:lnTo>
                <a:lnTo>
                  <a:pt x="180768" y="26996"/>
                </a:lnTo>
                <a:lnTo>
                  <a:pt x="180368" y="26035"/>
                </a:lnTo>
                <a:lnTo>
                  <a:pt x="179960" y="25072"/>
                </a:lnTo>
                <a:lnTo>
                  <a:pt x="179545" y="24105"/>
                </a:lnTo>
                <a:lnTo>
                  <a:pt x="179123" y="23134"/>
                </a:lnTo>
                <a:lnTo>
                  <a:pt x="178693" y="22159"/>
                </a:lnTo>
                <a:lnTo>
                  <a:pt x="178256" y="21180"/>
                </a:lnTo>
                <a:lnTo>
                  <a:pt x="177812" y="20196"/>
                </a:lnTo>
                <a:lnTo>
                  <a:pt x="177360" y="19209"/>
                </a:lnTo>
                <a:lnTo>
                  <a:pt x="176902" y="18217"/>
                </a:lnTo>
                <a:lnTo>
                  <a:pt x="176436" y="17221"/>
                </a:lnTo>
                <a:lnTo>
                  <a:pt x="175963" y="16221"/>
                </a:lnTo>
                <a:lnTo>
                  <a:pt x="175482" y="15216"/>
                </a:lnTo>
                <a:lnTo>
                  <a:pt x="174994" y="14208"/>
                </a:lnTo>
                <a:lnTo>
                  <a:pt x="174499" y="13195"/>
                </a:lnTo>
                <a:lnTo>
                  <a:pt x="173997" y="12178"/>
                </a:lnTo>
                <a:lnTo>
                  <a:pt x="173487" y="11157"/>
                </a:lnTo>
                <a:lnTo>
                  <a:pt x="172971" y="10132"/>
                </a:lnTo>
                <a:lnTo>
                  <a:pt x="172447" y="9103"/>
                </a:lnTo>
                <a:lnTo>
                  <a:pt x="171915" y="8069"/>
                </a:lnTo>
                <a:lnTo>
                  <a:pt x="171377" y="7031"/>
                </a:lnTo>
                <a:lnTo>
                  <a:pt x="170831" y="5989"/>
                </a:lnTo>
                <a:lnTo>
                  <a:pt x="170278" y="4943"/>
                </a:lnTo>
                <a:lnTo>
                  <a:pt x="169717" y="3893"/>
                </a:lnTo>
                <a:lnTo>
                  <a:pt x="169150" y="2839"/>
                </a:lnTo>
                <a:lnTo>
                  <a:pt x="168575" y="1780"/>
                </a:lnTo>
                <a:lnTo>
                  <a:pt x="148904" y="1780"/>
                </a:lnTo>
                <a:lnTo>
                  <a:pt x="149625" y="3163"/>
                </a:lnTo>
                <a:lnTo>
                  <a:pt x="150334" y="4554"/>
                </a:lnTo>
                <a:lnTo>
                  <a:pt x="151031" y="5952"/>
                </a:lnTo>
                <a:lnTo>
                  <a:pt x="151716" y="7357"/>
                </a:lnTo>
                <a:lnTo>
                  <a:pt x="152390" y="8769"/>
                </a:lnTo>
                <a:lnTo>
                  <a:pt x="153051" y="10189"/>
                </a:lnTo>
                <a:lnTo>
                  <a:pt x="153701" y="11615"/>
                </a:lnTo>
                <a:lnTo>
                  <a:pt x="154338" y="13049"/>
                </a:lnTo>
                <a:lnTo>
                  <a:pt x="154964" y="14491"/>
                </a:lnTo>
                <a:lnTo>
                  <a:pt x="155578" y="15939"/>
                </a:lnTo>
                <a:lnTo>
                  <a:pt x="156180" y="17395"/>
                </a:lnTo>
                <a:lnTo>
                  <a:pt x="156770" y="18858"/>
                </a:lnTo>
                <a:lnTo>
                  <a:pt x="157348" y="20329"/>
                </a:lnTo>
                <a:lnTo>
                  <a:pt x="157914" y="21806"/>
                </a:lnTo>
                <a:lnTo>
                  <a:pt x="158469" y="23291"/>
                </a:lnTo>
                <a:lnTo>
                  <a:pt x="159011" y="24784"/>
                </a:lnTo>
                <a:lnTo>
                  <a:pt x="159542" y="26283"/>
                </a:lnTo>
                <a:lnTo>
                  <a:pt x="160061" y="27790"/>
                </a:lnTo>
                <a:lnTo>
                  <a:pt x="160567" y="29304"/>
                </a:lnTo>
                <a:lnTo>
                  <a:pt x="161062" y="30825"/>
                </a:lnTo>
                <a:lnTo>
                  <a:pt x="161545" y="32353"/>
                </a:lnTo>
                <a:lnTo>
                  <a:pt x="162016" y="33889"/>
                </a:lnTo>
                <a:lnTo>
                  <a:pt x="162475" y="35432"/>
                </a:lnTo>
                <a:lnTo>
                  <a:pt x="162923" y="36982"/>
                </a:lnTo>
                <a:lnTo>
                  <a:pt x="163355" y="38537"/>
                </a:lnTo>
                <a:lnTo>
                  <a:pt x="163769" y="40095"/>
                </a:lnTo>
                <a:lnTo>
                  <a:pt x="164164" y="41655"/>
                </a:lnTo>
                <a:lnTo>
                  <a:pt x="164541" y="43217"/>
                </a:lnTo>
                <a:lnTo>
                  <a:pt x="164899" y="44781"/>
                </a:lnTo>
                <a:lnTo>
                  <a:pt x="165240" y="46348"/>
                </a:lnTo>
                <a:lnTo>
                  <a:pt x="165561" y="47917"/>
                </a:lnTo>
                <a:lnTo>
                  <a:pt x="165865" y="49488"/>
                </a:lnTo>
                <a:lnTo>
                  <a:pt x="166150" y="51062"/>
                </a:lnTo>
                <a:lnTo>
                  <a:pt x="166417" y="52637"/>
                </a:lnTo>
                <a:lnTo>
                  <a:pt x="166665" y="54216"/>
                </a:lnTo>
                <a:lnTo>
                  <a:pt x="166895" y="55796"/>
                </a:lnTo>
                <a:lnTo>
                  <a:pt x="167106" y="57379"/>
                </a:lnTo>
                <a:lnTo>
                  <a:pt x="167299" y="58964"/>
                </a:lnTo>
                <a:lnTo>
                  <a:pt x="167474" y="60552"/>
                </a:lnTo>
                <a:lnTo>
                  <a:pt x="167630" y="62142"/>
                </a:lnTo>
                <a:lnTo>
                  <a:pt x="167768" y="63734"/>
                </a:lnTo>
                <a:lnTo>
                  <a:pt x="167888" y="65328"/>
                </a:lnTo>
                <a:lnTo>
                  <a:pt x="167989" y="66925"/>
                </a:lnTo>
                <a:lnTo>
                  <a:pt x="168071" y="68524"/>
                </a:lnTo>
                <a:lnTo>
                  <a:pt x="168136" y="70126"/>
                </a:lnTo>
                <a:lnTo>
                  <a:pt x="168182" y="71729"/>
                </a:lnTo>
                <a:lnTo>
                  <a:pt x="168209" y="73336"/>
                </a:lnTo>
                <a:lnTo>
                  <a:pt x="168219" y="74944"/>
                </a:lnTo>
                <a:lnTo>
                  <a:pt x="168210" y="76663"/>
                </a:lnTo>
                <a:lnTo>
                  <a:pt x="168184" y="78380"/>
                </a:lnTo>
                <a:lnTo>
                  <a:pt x="168141" y="80095"/>
                </a:lnTo>
                <a:lnTo>
                  <a:pt x="168081" y="81806"/>
                </a:lnTo>
                <a:lnTo>
                  <a:pt x="168004" y="83515"/>
                </a:lnTo>
                <a:lnTo>
                  <a:pt x="167910" y="85221"/>
                </a:lnTo>
                <a:lnTo>
                  <a:pt x="167798" y="86925"/>
                </a:lnTo>
                <a:lnTo>
                  <a:pt x="167670" y="88626"/>
                </a:lnTo>
                <a:lnTo>
                  <a:pt x="167524" y="90325"/>
                </a:lnTo>
                <a:lnTo>
                  <a:pt x="167361" y="92021"/>
                </a:lnTo>
                <a:lnTo>
                  <a:pt x="167181" y="93714"/>
                </a:lnTo>
                <a:lnTo>
                  <a:pt x="166984" y="95404"/>
                </a:lnTo>
                <a:lnTo>
                  <a:pt x="166769" y="97092"/>
                </a:lnTo>
                <a:lnTo>
                  <a:pt x="166538" y="98778"/>
                </a:lnTo>
                <a:lnTo>
                  <a:pt x="166289" y="100460"/>
                </a:lnTo>
                <a:lnTo>
                  <a:pt x="166023" y="102141"/>
                </a:lnTo>
                <a:lnTo>
                  <a:pt x="165740" y="103818"/>
                </a:lnTo>
                <a:lnTo>
                  <a:pt x="165440" y="105493"/>
                </a:lnTo>
                <a:lnTo>
                  <a:pt x="165123" y="107165"/>
                </a:lnTo>
                <a:lnTo>
                  <a:pt x="164788" y="108835"/>
                </a:lnTo>
                <a:lnTo>
                  <a:pt x="164436" y="110502"/>
                </a:lnTo>
                <a:lnTo>
                  <a:pt x="164068" y="112166"/>
                </a:lnTo>
                <a:lnTo>
                  <a:pt x="163682" y="113828"/>
                </a:lnTo>
                <a:lnTo>
                  <a:pt x="163279" y="115487"/>
                </a:lnTo>
                <a:lnTo>
                  <a:pt x="162859" y="117141"/>
                </a:lnTo>
                <a:lnTo>
                  <a:pt x="162424" y="118789"/>
                </a:lnTo>
                <a:lnTo>
                  <a:pt x="161974" y="120431"/>
                </a:lnTo>
                <a:lnTo>
                  <a:pt x="161507" y="122067"/>
                </a:lnTo>
                <a:lnTo>
                  <a:pt x="161025" y="123696"/>
                </a:lnTo>
                <a:lnTo>
                  <a:pt x="160528" y="125319"/>
                </a:lnTo>
                <a:lnTo>
                  <a:pt x="160015" y="126936"/>
                </a:lnTo>
                <a:lnTo>
                  <a:pt x="159486" y="128546"/>
                </a:lnTo>
                <a:lnTo>
                  <a:pt x="158942" y="130150"/>
                </a:lnTo>
                <a:lnTo>
                  <a:pt x="158382" y="131747"/>
                </a:lnTo>
                <a:lnTo>
                  <a:pt x="157806" y="133339"/>
                </a:lnTo>
                <a:lnTo>
                  <a:pt x="157215" y="134924"/>
                </a:lnTo>
                <a:lnTo>
                  <a:pt x="156608" y="136502"/>
                </a:lnTo>
                <a:lnTo>
                  <a:pt x="155986" y="138074"/>
                </a:lnTo>
                <a:lnTo>
                  <a:pt x="155348" y="139640"/>
                </a:lnTo>
                <a:lnTo>
                  <a:pt x="154694" y="141200"/>
                </a:lnTo>
                <a:lnTo>
                  <a:pt x="154025" y="142753"/>
                </a:lnTo>
                <a:lnTo>
                  <a:pt x="153341" y="144300"/>
                </a:lnTo>
                <a:lnTo>
                  <a:pt x="152640" y="145840"/>
                </a:lnTo>
                <a:lnTo>
                  <a:pt x="151924" y="147375"/>
                </a:lnTo>
                <a:lnTo>
                  <a:pt x="151193" y="148903"/>
                </a:lnTo>
                <a:lnTo>
                  <a:pt x="150445" y="150424"/>
                </a:lnTo>
                <a:lnTo>
                  <a:pt x="149682" y="151939"/>
                </a:lnTo>
                <a:lnTo>
                  <a:pt x="148904" y="153448"/>
                </a:lnTo>
                <a:lnTo>
                  <a:pt x="168575" y="153448"/>
                </a:lnTo>
                <a:lnTo>
                  <a:pt x="169179" y="152352"/>
                </a:lnTo>
                <a:lnTo>
                  <a:pt x="169774" y="151260"/>
                </a:lnTo>
                <a:lnTo>
                  <a:pt x="170361" y="150171"/>
                </a:lnTo>
                <a:lnTo>
                  <a:pt x="170939" y="149086"/>
                </a:lnTo>
                <a:close/>
                <a:moveTo>
                  <a:pt x="782965" y="62481"/>
                </a:moveTo>
                <a:lnTo>
                  <a:pt x="783216" y="62163"/>
                </a:lnTo>
                <a:lnTo>
                  <a:pt x="783470" y="61851"/>
                </a:lnTo>
                <a:lnTo>
                  <a:pt x="783727" y="61545"/>
                </a:lnTo>
                <a:lnTo>
                  <a:pt x="783989" y="61245"/>
                </a:lnTo>
                <a:lnTo>
                  <a:pt x="784254" y="60951"/>
                </a:lnTo>
                <a:lnTo>
                  <a:pt x="784523" y="60663"/>
                </a:lnTo>
                <a:lnTo>
                  <a:pt x="784795" y="60382"/>
                </a:lnTo>
                <a:lnTo>
                  <a:pt x="785072" y="60106"/>
                </a:lnTo>
                <a:lnTo>
                  <a:pt x="785352" y="59837"/>
                </a:lnTo>
                <a:lnTo>
                  <a:pt x="785635" y="59574"/>
                </a:lnTo>
                <a:lnTo>
                  <a:pt x="785923" y="59317"/>
                </a:lnTo>
                <a:lnTo>
                  <a:pt x="786214" y="59066"/>
                </a:lnTo>
                <a:lnTo>
                  <a:pt x="786509" y="58821"/>
                </a:lnTo>
                <a:lnTo>
                  <a:pt x="786807" y="58583"/>
                </a:lnTo>
                <a:lnTo>
                  <a:pt x="787110" y="58350"/>
                </a:lnTo>
                <a:lnTo>
                  <a:pt x="787416" y="58124"/>
                </a:lnTo>
                <a:lnTo>
                  <a:pt x="787725" y="57904"/>
                </a:lnTo>
                <a:lnTo>
                  <a:pt x="788039" y="57690"/>
                </a:lnTo>
                <a:lnTo>
                  <a:pt x="788356" y="57482"/>
                </a:lnTo>
                <a:lnTo>
                  <a:pt x="788677" y="57280"/>
                </a:lnTo>
                <a:lnTo>
                  <a:pt x="789001" y="57084"/>
                </a:lnTo>
                <a:lnTo>
                  <a:pt x="789329" y="56894"/>
                </a:lnTo>
                <a:lnTo>
                  <a:pt x="789660" y="56708"/>
                </a:lnTo>
                <a:lnTo>
                  <a:pt x="789994" y="56528"/>
                </a:lnTo>
                <a:lnTo>
                  <a:pt x="790331" y="56351"/>
                </a:lnTo>
                <a:lnTo>
                  <a:pt x="790671" y="56180"/>
                </a:lnTo>
                <a:lnTo>
                  <a:pt x="791015" y="56013"/>
                </a:lnTo>
                <a:lnTo>
                  <a:pt x="791361" y="55851"/>
                </a:lnTo>
                <a:lnTo>
                  <a:pt x="791711" y="55694"/>
                </a:lnTo>
                <a:lnTo>
                  <a:pt x="792063" y="55542"/>
                </a:lnTo>
                <a:lnTo>
                  <a:pt x="792419" y="55394"/>
                </a:lnTo>
                <a:lnTo>
                  <a:pt x="792778" y="55251"/>
                </a:lnTo>
                <a:lnTo>
                  <a:pt x="793140" y="55113"/>
                </a:lnTo>
                <a:lnTo>
                  <a:pt x="793505" y="54979"/>
                </a:lnTo>
                <a:lnTo>
                  <a:pt x="793873" y="54850"/>
                </a:lnTo>
                <a:lnTo>
                  <a:pt x="794244" y="54726"/>
                </a:lnTo>
                <a:lnTo>
                  <a:pt x="794618" y="54607"/>
                </a:lnTo>
                <a:lnTo>
                  <a:pt x="794996" y="54492"/>
                </a:lnTo>
                <a:lnTo>
                  <a:pt x="795376" y="54382"/>
                </a:lnTo>
                <a:lnTo>
                  <a:pt x="795760" y="54277"/>
                </a:lnTo>
                <a:lnTo>
                  <a:pt x="796146" y="54176"/>
                </a:lnTo>
                <a:lnTo>
                  <a:pt x="796536" y="54081"/>
                </a:lnTo>
                <a:lnTo>
                  <a:pt x="796929" y="53989"/>
                </a:lnTo>
                <a:lnTo>
                  <a:pt x="797325" y="53903"/>
                </a:lnTo>
                <a:lnTo>
                  <a:pt x="797724" y="53821"/>
                </a:lnTo>
                <a:lnTo>
                  <a:pt x="798125" y="53744"/>
                </a:lnTo>
                <a:lnTo>
                  <a:pt x="798528" y="53670"/>
                </a:lnTo>
                <a:lnTo>
                  <a:pt x="798932" y="53598"/>
                </a:lnTo>
                <a:lnTo>
                  <a:pt x="799338" y="53531"/>
                </a:lnTo>
                <a:lnTo>
                  <a:pt x="799746" y="53466"/>
                </a:lnTo>
                <a:lnTo>
                  <a:pt x="800155" y="53405"/>
                </a:lnTo>
                <a:lnTo>
                  <a:pt x="800565" y="53347"/>
                </a:lnTo>
                <a:lnTo>
                  <a:pt x="800977" y="53293"/>
                </a:lnTo>
                <a:lnTo>
                  <a:pt x="801391" y="53242"/>
                </a:lnTo>
                <a:lnTo>
                  <a:pt x="801806" y="53194"/>
                </a:lnTo>
                <a:lnTo>
                  <a:pt x="802223" y="53149"/>
                </a:lnTo>
                <a:lnTo>
                  <a:pt x="802641" y="53108"/>
                </a:lnTo>
                <a:lnTo>
                  <a:pt x="803061" y="53070"/>
                </a:lnTo>
                <a:lnTo>
                  <a:pt x="803483" y="53035"/>
                </a:lnTo>
                <a:lnTo>
                  <a:pt x="803906" y="53004"/>
                </a:lnTo>
                <a:lnTo>
                  <a:pt x="804330" y="52976"/>
                </a:lnTo>
                <a:lnTo>
                  <a:pt x="804756" y="52951"/>
                </a:lnTo>
                <a:lnTo>
                  <a:pt x="805184" y="52930"/>
                </a:lnTo>
                <a:lnTo>
                  <a:pt x="805613" y="52911"/>
                </a:lnTo>
                <a:lnTo>
                  <a:pt x="806043" y="52897"/>
                </a:lnTo>
                <a:lnTo>
                  <a:pt x="806476" y="52885"/>
                </a:lnTo>
                <a:lnTo>
                  <a:pt x="806909" y="52877"/>
                </a:lnTo>
                <a:lnTo>
                  <a:pt x="807345" y="52872"/>
                </a:lnTo>
                <a:lnTo>
                  <a:pt x="807782" y="52870"/>
                </a:lnTo>
                <a:lnTo>
                  <a:pt x="810007" y="52870"/>
                </a:lnTo>
                <a:lnTo>
                  <a:pt x="810007" y="33022"/>
                </a:lnTo>
                <a:lnTo>
                  <a:pt x="808227" y="33022"/>
                </a:lnTo>
                <a:lnTo>
                  <a:pt x="807430" y="33029"/>
                </a:lnTo>
                <a:lnTo>
                  <a:pt x="806644" y="33051"/>
                </a:lnTo>
                <a:lnTo>
                  <a:pt x="805868" y="33087"/>
                </a:lnTo>
                <a:lnTo>
                  <a:pt x="805101" y="33138"/>
                </a:lnTo>
                <a:lnTo>
                  <a:pt x="804345" y="33203"/>
                </a:lnTo>
                <a:lnTo>
                  <a:pt x="803598" y="33283"/>
                </a:lnTo>
                <a:lnTo>
                  <a:pt x="802861" y="33377"/>
                </a:lnTo>
                <a:lnTo>
                  <a:pt x="802135" y="33486"/>
                </a:lnTo>
                <a:lnTo>
                  <a:pt x="801418" y="33610"/>
                </a:lnTo>
                <a:lnTo>
                  <a:pt x="800710" y="33748"/>
                </a:lnTo>
                <a:lnTo>
                  <a:pt x="800013" y="33900"/>
                </a:lnTo>
                <a:lnTo>
                  <a:pt x="799326" y="34067"/>
                </a:lnTo>
                <a:lnTo>
                  <a:pt x="798648" y="34249"/>
                </a:lnTo>
                <a:lnTo>
                  <a:pt x="797981" y="34445"/>
                </a:lnTo>
                <a:lnTo>
                  <a:pt x="797323" y="34656"/>
                </a:lnTo>
                <a:lnTo>
                  <a:pt x="796675" y="34881"/>
                </a:lnTo>
                <a:lnTo>
                  <a:pt x="796038" y="35121"/>
                </a:lnTo>
                <a:lnTo>
                  <a:pt x="795410" y="35375"/>
                </a:lnTo>
                <a:lnTo>
                  <a:pt x="794791" y="35643"/>
                </a:lnTo>
                <a:lnTo>
                  <a:pt x="794183" y="35927"/>
                </a:lnTo>
                <a:lnTo>
                  <a:pt x="793585" y="36224"/>
                </a:lnTo>
                <a:lnTo>
                  <a:pt x="792996" y="36537"/>
                </a:lnTo>
                <a:lnTo>
                  <a:pt x="792418" y="36864"/>
                </a:lnTo>
                <a:lnTo>
                  <a:pt x="791849" y="37205"/>
                </a:lnTo>
                <a:lnTo>
                  <a:pt x="791291" y="37560"/>
                </a:lnTo>
                <a:lnTo>
                  <a:pt x="790745" y="37928"/>
                </a:lnTo>
                <a:lnTo>
                  <a:pt x="790211" y="38308"/>
                </a:lnTo>
                <a:lnTo>
                  <a:pt x="789688" y="38701"/>
                </a:lnTo>
                <a:lnTo>
                  <a:pt x="789178" y="39106"/>
                </a:lnTo>
                <a:lnTo>
                  <a:pt x="788678" y="39525"/>
                </a:lnTo>
                <a:lnTo>
                  <a:pt x="788191" y="39956"/>
                </a:lnTo>
                <a:lnTo>
                  <a:pt x="787715" y="40399"/>
                </a:lnTo>
                <a:lnTo>
                  <a:pt x="787251" y="40856"/>
                </a:lnTo>
                <a:lnTo>
                  <a:pt x="786799" y="41325"/>
                </a:lnTo>
                <a:lnTo>
                  <a:pt x="786359" y="41806"/>
                </a:lnTo>
                <a:lnTo>
                  <a:pt x="785930" y="42301"/>
                </a:lnTo>
                <a:lnTo>
                  <a:pt x="785513" y="42808"/>
                </a:lnTo>
                <a:lnTo>
                  <a:pt x="785108" y="43327"/>
                </a:lnTo>
                <a:lnTo>
                  <a:pt x="784715" y="43860"/>
                </a:lnTo>
                <a:lnTo>
                  <a:pt x="784333" y="44405"/>
                </a:lnTo>
                <a:lnTo>
                  <a:pt x="783963" y="44962"/>
                </a:lnTo>
                <a:lnTo>
                  <a:pt x="783605" y="45533"/>
                </a:lnTo>
                <a:lnTo>
                  <a:pt x="783259" y="46116"/>
                </a:lnTo>
                <a:lnTo>
                  <a:pt x="782924" y="46711"/>
                </a:lnTo>
                <a:lnTo>
                  <a:pt x="782601" y="47320"/>
                </a:lnTo>
                <a:lnTo>
                  <a:pt x="782290" y="47941"/>
                </a:lnTo>
                <a:lnTo>
                  <a:pt x="781990" y="48575"/>
                </a:lnTo>
                <a:lnTo>
                  <a:pt x="781702" y="49221"/>
                </a:lnTo>
                <a:lnTo>
                  <a:pt x="781257" y="34357"/>
                </a:lnTo>
                <a:lnTo>
                  <a:pt x="758650" y="34357"/>
                </a:lnTo>
                <a:lnTo>
                  <a:pt x="758650" y="122296"/>
                </a:lnTo>
                <a:lnTo>
                  <a:pt x="782237" y="122296"/>
                </a:lnTo>
                <a:lnTo>
                  <a:pt x="782237" y="63473"/>
                </a:lnTo>
                <a:lnTo>
                  <a:pt x="782476" y="63136"/>
                </a:lnTo>
                <a:lnTo>
                  <a:pt x="782719" y="62806"/>
                </a:lnTo>
                <a:lnTo>
                  <a:pt x="782965" y="62481"/>
                </a:lnTo>
                <a:close/>
                <a:moveTo>
                  <a:pt x="86072" y="123757"/>
                </a:moveTo>
                <a:lnTo>
                  <a:pt x="86823" y="123695"/>
                </a:lnTo>
                <a:lnTo>
                  <a:pt x="87566" y="123621"/>
                </a:lnTo>
                <a:lnTo>
                  <a:pt x="88302" y="123537"/>
                </a:lnTo>
                <a:lnTo>
                  <a:pt x="89030" y="123441"/>
                </a:lnTo>
                <a:lnTo>
                  <a:pt x="89750" y="123334"/>
                </a:lnTo>
                <a:lnTo>
                  <a:pt x="90463" y="123215"/>
                </a:lnTo>
                <a:lnTo>
                  <a:pt x="91167" y="123086"/>
                </a:lnTo>
                <a:lnTo>
                  <a:pt x="91864" y="122945"/>
                </a:lnTo>
                <a:lnTo>
                  <a:pt x="92554" y="122792"/>
                </a:lnTo>
                <a:lnTo>
                  <a:pt x="93235" y="122629"/>
                </a:lnTo>
                <a:lnTo>
                  <a:pt x="93909" y="122454"/>
                </a:lnTo>
                <a:lnTo>
                  <a:pt x="94575" y="122268"/>
                </a:lnTo>
                <a:lnTo>
                  <a:pt x="95234" y="122070"/>
                </a:lnTo>
                <a:lnTo>
                  <a:pt x="95885" y="121862"/>
                </a:lnTo>
                <a:lnTo>
                  <a:pt x="96528" y="121642"/>
                </a:lnTo>
                <a:lnTo>
                  <a:pt x="97163" y="121410"/>
                </a:lnTo>
                <a:lnTo>
                  <a:pt x="97790" y="121168"/>
                </a:lnTo>
                <a:lnTo>
                  <a:pt x="98410" y="120914"/>
                </a:lnTo>
                <a:lnTo>
                  <a:pt x="99022" y="120649"/>
                </a:lnTo>
                <a:lnTo>
                  <a:pt x="99627" y="120373"/>
                </a:lnTo>
                <a:lnTo>
                  <a:pt x="100226" y="120086"/>
                </a:lnTo>
                <a:lnTo>
                  <a:pt x="100819" y="119789"/>
                </a:lnTo>
                <a:lnTo>
                  <a:pt x="101406" y="119481"/>
                </a:lnTo>
                <a:lnTo>
                  <a:pt x="101986" y="119162"/>
                </a:lnTo>
                <a:lnTo>
                  <a:pt x="102560" y="118833"/>
                </a:lnTo>
                <a:lnTo>
                  <a:pt x="103128" y="118493"/>
                </a:lnTo>
                <a:lnTo>
                  <a:pt x="103690" y="118142"/>
                </a:lnTo>
                <a:lnTo>
                  <a:pt x="104246" y="117781"/>
                </a:lnTo>
                <a:lnTo>
                  <a:pt x="104795" y="117409"/>
                </a:lnTo>
                <a:lnTo>
                  <a:pt x="105339" y="117026"/>
                </a:lnTo>
                <a:lnTo>
                  <a:pt x="105876" y="116633"/>
                </a:lnTo>
                <a:lnTo>
                  <a:pt x="106407" y="116229"/>
                </a:lnTo>
                <a:lnTo>
                  <a:pt x="106931" y="115814"/>
                </a:lnTo>
                <a:lnTo>
                  <a:pt x="107450" y="115389"/>
                </a:lnTo>
                <a:lnTo>
                  <a:pt x="107962" y="114953"/>
                </a:lnTo>
                <a:lnTo>
                  <a:pt x="108469" y="114506"/>
                </a:lnTo>
                <a:lnTo>
                  <a:pt x="108969" y="114049"/>
                </a:lnTo>
                <a:lnTo>
                  <a:pt x="109463" y="113581"/>
                </a:lnTo>
                <a:lnTo>
                  <a:pt x="109950" y="113102"/>
                </a:lnTo>
                <a:lnTo>
                  <a:pt x="110432" y="112613"/>
                </a:lnTo>
                <a:lnTo>
                  <a:pt x="110907" y="112113"/>
                </a:lnTo>
                <a:lnTo>
                  <a:pt x="111376" y="111602"/>
                </a:lnTo>
                <a:lnTo>
                  <a:pt x="111839" y="111081"/>
                </a:lnTo>
                <a:lnTo>
                  <a:pt x="112551" y="122296"/>
                </a:lnTo>
                <a:lnTo>
                  <a:pt x="134625" y="122296"/>
                </a:lnTo>
                <a:lnTo>
                  <a:pt x="134625" y="63290"/>
                </a:lnTo>
                <a:lnTo>
                  <a:pt x="134620" y="62559"/>
                </a:lnTo>
                <a:lnTo>
                  <a:pt x="134606" y="61839"/>
                </a:lnTo>
                <a:lnTo>
                  <a:pt x="134582" y="61128"/>
                </a:lnTo>
                <a:lnTo>
                  <a:pt x="134548" y="60428"/>
                </a:lnTo>
                <a:lnTo>
                  <a:pt x="134505" y="59738"/>
                </a:lnTo>
                <a:lnTo>
                  <a:pt x="134453" y="59058"/>
                </a:lnTo>
                <a:lnTo>
                  <a:pt x="134390" y="58389"/>
                </a:lnTo>
                <a:lnTo>
                  <a:pt x="134318" y="57729"/>
                </a:lnTo>
                <a:lnTo>
                  <a:pt x="134237" y="57080"/>
                </a:lnTo>
                <a:lnTo>
                  <a:pt x="134146" y="56441"/>
                </a:lnTo>
                <a:lnTo>
                  <a:pt x="134045" y="55812"/>
                </a:lnTo>
                <a:lnTo>
                  <a:pt x="133935" y="55193"/>
                </a:lnTo>
                <a:lnTo>
                  <a:pt x="133815" y="54585"/>
                </a:lnTo>
                <a:lnTo>
                  <a:pt x="133686" y="53986"/>
                </a:lnTo>
                <a:lnTo>
                  <a:pt x="133547" y="53398"/>
                </a:lnTo>
                <a:lnTo>
                  <a:pt x="133399" y="52820"/>
                </a:lnTo>
                <a:lnTo>
                  <a:pt x="133241" y="52252"/>
                </a:lnTo>
                <a:lnTo>
                  <a:pt x="133073" y="51694"/>
                </a:lnTo>
                <a:lnTo>
                  <a:pt x="132896" y="51147"/>
                </a:lnTo>
                <a:lnTo>
                  <a:pt x="132709" y="50610"/>
                </a:lnTo>
                <a:lnTo>
                  <a:pt x="132513" y="50082"/>
                </a:lnTo>
                <a:lnTo>
                  <a:pt x="132307" y="49565"/>
                </a:lnTo>
                <a:lnTo>
                  <a:pt x="132091" y="49058"/>
                </a:lnTo>
                <a:lnTo>
                  <a:pt x="131866" y="48562"/>
                </a:lnTo>
                <a:lnTo>
                  <a:pt x="131632" y="48074"/>
                </a:lnTo>
                <a:lnTo>
                  <a:pt x="131390" y="47595"/>
                </a:lnTo>
                <a:lnTo>
                  <a:pt x="131141" y="47125"/>
                </a:lnTo>
                <a:lnTo>
                  <a:pt x="130883" y="46663"/>
                </a:lnTo>
                <a:lnTo>
                  <a:pt x="130618" y="46210"/>
                </a:lnTo>
                <a:lnTo>
                  <a:pt x="130344" y="45766"/>
                </a:lnTo>
                <a:lnTo>
                  <a:pt x="130063" y="45330"/>
                </a:lnTo>
                <a:lnTo>
                  <a:pt x="129774" y="44903"/>
                </a:lnTo>
                <a:lnTo>
                  <a:pt x="129477" y="44484"/>
                </a:lnTo>
                <a:lnTo>
                  <a:pt x="129172" y="44074"/>
                </a:lnTo>
                <a:lnTo>
                  <a:pt x="128860" y="43672"/>
                </a:lnTo>
                <a:lnTo>
                  <a:pt x="128539" y="43280"/>
                </a:lnTo>
                <a:lnTo>
                  <a:pt x="128211" y="42895"/>
                </a:lnTo>
                <a:lnTo>
                  <a:pt x="127874" y="42520"/>
                </a:lnTo>
                <a:lnTo>
                  <a:pt x="127530" y="42153"/>
                </a:lnTo>
                <a:lnTo>
                  <a:pt x="127178" y="41795"/>
                </a:lnTo>
                <a:lnTo>
                  <a:pt x="126818" y="41445"/>
                </a:lnTo>
                <a:lnTo>
                  <a:pt x="126450" y="41104"/>
                </a:lnTo>
                <a:lnTo>
                  <a:pt x="126075" y="40771"/>
                </a:lnTo>
                <a:lnTo>
                  <a:pt x="125691" y="40448"/>
                </a:lnTo>
                <a:lnTo>
                  <a:pt x="125299" y="40132"/>
                </a:lnTo>
                <a:lnTo>
                  <a:pt x="124900" y="39826"/>
                </a:lnTo>
                <a:lnTo>
                  <a:pt x="124493" y="39528"/>
                </a:lnTo>
                <a:lnTo>
                  <a:pt x="124078" y="39238"/>
                </a:lnTo>
                <a:lnTo>
                  <a:pt x="123655" y="38956"/>
                </a:lnTo>
                <a:lnTo>
                  <a:pt x="123227" y="38682"/>
                </a:lnTo>
                <a:lnTo>
                  <a:pt x="122792" y="38414"/>
                </a:lnTo>
                <a:lnTo>
                  <a:pt x="122351" y="38153"/>
                </a:lnTo>
                <a:lnTo>
                  <a:pt x="121903" y="37900"/>
                </a:lnTo>
                <a:lnTo>
                  <a:pt x="121449" y="37653"/>
                </a:lnTo>
                <a:lnTo>
                  <a:pt x="120989" y="37413"/>
                </a:lnTo>
                <a:lnTo>
                  <a:pt x="120522" y="37181"/>
                </a:lnTo>
                <a:lnTo>
                  <a:pt x="120049" y="36955"/>
                </a:lnTo>
                <a:lnTo>
                  <a:pt x="119570" y="36737"/>
                </a:lnTo>
                <a:lnTo>
                  <a:pt x="119085" y="36525"/>
                </a:lnTo>
                <a:lnTo>
                  <a:pt x="118593" y="36321"/>
                </a:lnTo>
                <a:lnTo>
                  <a:pt x="118094" y="36124"/>
                </a:lnTo>
                <a:lnTo>
                  <a:pt x="117590" y="35934"/>
                </a:lnTo>
                <a:lnTo>
                  <a:pt x="117079" y="35750"/>
                </a:lnTo>
                <a:lnTo>
                  <a:pt x="116562" y="35574"/>
                </a:lnTo>
                <a:lnTo>
                  <a:pt x="116038" y="35405"/>
                </a:lnTo>
                <a:lnTo>
                  <a:pt x="115508" y="35243"/>
                </a:lnTo>
                <a:lnTo>
                  <a:pt x="114972" y="35088"/>
                </a:lnTo>
                <a:lnTo>
                  <a:pt x="114429" y="34940"/>
                </a:lnTo>
                <a:lnTo>
                  <a:pt x="113880" y="34799"/>
                </a:lnTo>
                <a:lnTo>
                  <a:pt x="113325" y="34665"/>
                </a:lnTo>
                <a:lnTo>
                  <a:pt x="112763" y="34538"/>
                </a:lnTo>
                <a:lnTo>
                  <a:pt x="112195" y="34418"/>
                </a:lnTo>
                <a:lnTo>
                  <a:pt x="111622" y="34304"/>
                </a:lnTo>
                <a:lnTo>
                  <a:pt x="111043" y="34195"/>
                </a:lnTo>
                <a:lnTo>
                  <a:pt x="110460" y="34091"/>
                </a:lnTo>
                <a:lnTo>
                  <a:pt x="109871" y="33991"/>
                </a:lnTo>
                <a:lnTo>
                  <a:pt x="109278" y="33897"/>
                </a:lnTo>
                <a:lnTo>
                  <a:pt x="108679" y="33807"/>
                </a:lnTo>
                <a:lnTo>
                  <a:pt x="108076" y="33722"/>
                </a:lnTo>
                <a:lnTo>
                  <a:pt x="107468" y="33642"/>
                </a:lnTo>
                <a:lnTo>
                  <a:pt x="106855" y="33567"/>
                </a:lnTo>
                <a:lnTo>
                  <a:pt x="106237" y="33497"/>
                </a:lnTo>
                <a:lnTo>
                  <a:pt x="105614" y="33431"/>
                </a:lnTo>
                <a:lnTo>
                  <a:pt x="104986" y="33371"/>
                </a:lnTo>
                <a:lnTo>
                  <a:pt x="104353" y="33315"/>
                </a:lnTo>
                <a:lnTo>
                  <a:pt x="103715" y="33264"/>
                </a:lnTo>
                <a:lnTo>
                  <a:pt x="103072" y="33218"/>
                </a:lnTo>
                <a:lnTo>
                  <a:pt x="102424" y="33177"/>
                </a:lnTo>
                <a:lnTo>
                  <a:pt x="101772" y="33140"/>
                </a:lnTo>
                <a:lnTo>
                  <a:pt x="101114" y="33109"/>
                </a:lnTo>
                <a:lnTo>
                  <a:pt x="100451" y="33082"/>
                </a:lnTo>
                <a:lnTo>
                  <a:pt x="99784" y="33060"/>
                </a:lnTo>
                <a:lnTo>
                  <a:pt x="99111" y="33043"/>
                </a:lnTo>
                <a:lnTo>
                  <a:pt x="98434" y="33031"/>
                </a:lnTo>
                <a:lnTo>
                  <a:pt x="97751" y="33024"/>
                </a:lnTo>
                <a:lnTo>
                  <a:pt x="97064" y="33022"/>
                </a:lnTo>
                <a:lnTo>
                  <a:pt x="96127" y="33027"/>
                </a:lnTo>
                <a:lnTo>
                  <a:pt x="95199" y="33042"/>
                </a:lnTo>
                <a:lnTo>
                  <a:pt x="94281" y="33067"/>
                </a:lnTo>
                <a:lnTo>
                  <a:pt x="93372" y="33102"/>
                </a:lnTo>
                <a:lnTo>
                  <a:pt x="92472" y="33147"/>
                </a:lnTo>
                <a:lnTo>
                  <a:pt x="91582" y="33202"/>
                </a:lnTo>
                <a:lnTo>
                  <a:pt x="90701" y="33267"/>
                </a:lnTo>
                <a:lnTo>
                  <a:pt x="89830" y="33342"/>
                </a:lnTo>
                <a:lnTo>
                  <a:pt x="88968" y="33427"/>
                </a:lnTo>
                <a:lnTo>
                  <a:pt x="88115" y="33522"/>
                </a:lnTo>
                <a:lnTo>
                  <a:pt x="87272" y="33628"/>
                </a:lnTo>
                <a:lnTo>
                  <a:pt x="86439" y="33743"/>
                </a:lnTo>
                <a:lnTo>
                  <a:pt x="85615" y="33868"/>
                </a:lnTo>
                <a:lnTo>
                  <a:pt x="84800" y="34003"/>
                </a:lnTo>
                <a:lnTo>
                  <a:pt x="83995" y="34148"/>
                </a:lnTo>
                <a:lnTo>
                  <a:pt x="83199" y="34304"/>
                </a:lnTo>
                <a:lnTo>
                  <a:pt x="82412" y="34469"/>
                </a:lnTo>
                <a:lnTo>
                  <a:pt x="81635" y="34644"/>
                </a:lnTo>
                <a:lnTo>
                  <a:pt x="80868" y="34829"/>
                </a:lnTo>
                <a:lnTo>
                  <a:pt x="80109" y="35025"/>
                </a:lnTo>
                <a:lnTo>
                  <a:pt x="79361" y="35230"/>
                </a:lnTo>
                <a:lnTo>
                  <a:pt x="78621" y="35445"/>
                </a:lnTo>
                <a:lnTo>
                  <a:pt x="77891" y="35671"/>
                </a:lnTo>
                <a:lnTo>
                  <a:pt x="77171" y="35906"/>
                </a:lnTo>
                <a:lnTo>
                  <a:pt x="76462" y="36153"/>
                </a:lnTo>
                <a:lnTo>
                  <a:pt x="75765" y="36412"/>
                </a:lnTo>
                <a:lnTo>
                  <a:pt x="75082" y="36685"/>
                </a:lnTo>
                <a:lnTo>
                  <a:pt x="74412" y="36970"/>
                </a:lnTo>
                <a:lnTo>
                  <a:pt x="73754" y="37268"/>
                </a:lnTo>
                <a:lnTo>
                  <a:pt x="73110" y="37579"/>
                </a:lnTo>
                <a:lnTo>
                  <a:pt x="72479" y="37903"/>
                </a:lnTo>
                <a:lnTo>
                  <a:pt x="71860" y="38240"/>
                </a:lnTo>
                <a:lnTo>
                  <a:pt x="71255" y="38590"/>
                </a:lnTo>
                <a:lnTo>
                  <a:pt x="70662" y="38952"/>
                </a:lnTo>
                <a:lnTo>
                  <a:pt x="70083" y="39327"/>
                </a:lnTo>
                <a:lnTo>
                  <a:pt x="69516" y="39715"/>
                </a:lnTo>
                <a:lnTo>
                  <a:pt x="68963" y="40116"/>
                </a:lnTo>
                <a:lnTo>
                  <a:pt x="68422" y="40530"/>
                </a:lnTo>
                <a:lnTo>
                  <a:pt x="67895" y="40957"/>
                </a:lnTo>
                <a:lnTo>
                  <a:pt x="67380" y="41396"/>
                </a:lnTo>
                <a:lnTo>
                  <a:pt x="66879" y="41848"/>
                </a:lnTo>
                <a:lnTo>
                  <a:pt x="66390" y="42313"/>
                </a:lnTo>
                <a:lnTo>
                  <a:pt x="65914" y="42791"/>
                </a:lnTo>
                <a:lnTo>
                  <a:pt x="65452" y="43282"/>
                </a:lnTo>
                <a:lnTo>
                  <a:pt x="65002" y="43786"/>
                </a:lnTo>
                <a:lnTo>
                  <a:pt x="64565" y="44303"/>
                </a:lnTo>
                <a:lnTo>
                  <a:pt x="64142" y="44832"/>
                </a:lnTo>
                <a:lnTo>
                  <a:pt x="63731" y="45374"/>
                </a:lnTo>
                <a:lnTo>
                  <a:pt x="63335" y="45931"/>
                </a:lnTo>
                <a:lnTo>
                  <a:pt x="62956" y="46503"/>
                </a:lnTo>
                <a:lnTo>
                  <a:pt x="62594" y="47093"/>
                </a:lnTo>
                <a:lnTo>
                  <a:pt x="62249" y="47698"/>
                </a:lnTo>
                <a:lnTo>
                  <a:pt x="61920" y="48320"/>
                </a:lnTo>
                <a:lnTo>
                  <a:pt x="61609" y="48958"/>
                </a:lnTo>
                <a:lnTo>
                  <a:pt x="61314" y="49612"/>
                </a:lnTo>
                <a:lnTo>
                  <a:pt x="61036" y="50282"/>
                </a:lnTo>
                <a:lnTo>
                  <a:pt x="60775" y="50969"/>
                </a:lnTo>
                <a:lnTo>
                  <a:pt x="60531" y="51672"/>
                </a:lnTo>
                <a:lnTo>
                  <a:pt x="60303" y="52391"/>
                </a:lnTo>
                <a:lnTo>
                  <a:pt x="60093" y="53127"/>
                </a:lnTo>
                <a:lnTo>
                  <a:pt x="59899" y="53879"/>
                </a:lnTo>
                <a:lnTo>
                  <a:pt x="59722" y="54647"/>
                </a:lnTo>
                <a:lnTo>
                  <a:pt x="59562" y="55431"/>
                </a:lnTo>
                <a:lnTo>
                  <a:pt x="59419" y="56232"/>
                </a:lnTo>
                <a:lnTo>
                  <a:pt x="59293" y="57049"/>
                </a:lnTo>
                <a:lnTo>
                  <a:pt x="59183" y="57882"/>
                </a:lnTo>
                <a:lnTo>
                  <a:pt x="59091" y="58731"/>
                </a:lnTo>
                <a:lnTo>
                  <a:pt x="59015" y="59597"/>
                </a:lnTo>
                <a:lnTo>
                  <a:pt x="58956" y="60479"/>
                </a:lnTo>
                <a:lnTo>
                  <a:pt x="58914" y="61377"/>
                </a:lnTo>
                <a:lnTo>
                  <a:pt x="58888" y="62292"/>
                </a:lnTo>
                <a:lnTo>
                  <a:pt x="58880" y="63223"/>
                </a:lnTo>
                <a:lnTo>
                  <a:pt x="80954" y="63223"/>
                </a:lnTo>
                <a:lnTo>
                  <a:pt x="80962" y="62590"/>
                </a:lnTo>
                <a:lnTo>
                  <a:pt x="80985" y="61972"/>
                </a:lnTo>
                <a:lnTo>
                  <a:pt x="81025" y="61369"/>
                </a:lnTo>
                <a:lnTo>
                  <a:pt x="81080" y="60781"/>
                </a:lnTo>
                <a:lnTo>
                  <a:pt x="81151" y="60208"/>
                </a:lnTo>
                <a:lnTo>
                  <a:pt x="81238" y="59649"/>
                </a:lnTo>
                <a:lnTo>
                  <a:pt x="81340" y="59105"/>
                </a:lnTo>
                <a:lnTo>
                  <a:pt x="81458" y="58576"/>
                </a:lnTo>
                <a:lnTo>
                  <a:pt x="81592" y="58061"/>
                </a:lnTo>
                <a:lnTo>
                  <a:pt x="81742" y="57561"/>
                </a:lnTo>
                <a:lnTo>
                  <a:pt x="81907" y="57077"/>
                </a:lnTo>
                <a:lnTo>
                  <a:pt x="82089" y="56606"/>
                </a:lnTo>
                <a:lnTo>
                  <a:pt x="82286" y="56151"/>
                </a:lnTo>
                <a:lnTo>
                  <a:pt x="82498" y="55710"/>
                </a:lnTo>
                <a:lnTo>
                  <a:pt x="82727" y="55285"/>
                </a:lnTo>
                <a:lnTo>
                  <a:pt x="82971" y="54873"/>
                </a:lnTo>
                <a:lnTo>
                  <a:pt x="83231" y="54477"/>
                </a:lnTo>
                <a:lnTo>
                  <a:pt x="83507" y="54096"/>
                </a:lnTo>
                <a:lnTo>
                  <a:pt x="83799" y="53729"/>
                </a:lnTo>
                <a:lnTo>
                  <a:pt x="84106" y="53377"/>
                </a:lnTo>
                <a:lnTo>
                  <a:pt x="84429" y="53040"/>
                </a:lnTo>
                <a:lnTo>
                  <a:pt x="84768" y="52717"/>
                </a:lnTo>
                <a:lnTo>
                  <a:pt x="85123" y="52409"/>
                </a:lnTo>
                <a:lnTo>
                  <a:pt x="85493" y="52116"/>
                </a:lnTo>
                <a:lnTo>
                  <a:pt x="85876" y="51837"/>
                </a:lnTo>
                <a:lnTo>
                  <a:pt x="86267" y="51569"/>
                </a:lnTo>
                <a:lnTo>
                  <a:pt x="86667" y="51313"/>
                </a:lnTo>
                <a:lnTo>
                  <a:pt x="87076" y="51068"/>
                </a:lnTo>
                <a:lnTo>
                  <a:pt x="87493" y="50836"/>
                </a:lnTo>
                <a:lnTo>
                  <a:pt x="87919" y="50616"/>
                </a:lnTo>
                <a:lnTo>
                  <a:pt x="88353" y="50408"/>
                </a:lnTo>
                <a:lnTo>
                  <a:pt x="88796" y="50211"/>
                </a:lnTo>
                <a:lnTo>
                  <a:pt x="89248" y="50027"/>
                </a:lnTo>
                <a:lnTo>
                  <a:pt x="89709" y="49854"/>
                </a:lnTo>
                <a:lnTo>
                  <a:pt x="90178" y="49693"/>
                </a:lnTo>
                <a:lnTo>
                  <a:pt x="90656" y="49544"/>
                </a:lnTo>
                <a:lnTo>
                  <a:pt x="91142" y="49407"/>
                </a:lnTo>
                <a:lnTo>
                  <a:pt x="91637" y="49282"/>
                </a:lnTo>
                <a:lnTo>
                  <a:pt x="92141" y="49169"/>
                </a:lnTo>
                <a:lnTo>
                  <a:pt x="92653" y="49068"/>
                </a:lnTo>
                <a:lnTo>
                  <a:pt x="93174" y="48979"/>
                </a:lnTo>
                <a:lnTo>
                  <a:pt x="93704" y="48901"/>
                </a:lnTo>
                <a:lnTo>
                  <a:pt x="94242" y="48836"/>
                </a:lnTo>
                <a:lnTo>
                  <a:pt x="94789" y="48782"/>
                </a:lnTo>
                <a:lnTo>
                  <a:pt x="95345" y="48740"/>
                </a:lnTo>
                <a:lnTo>
                  <a:pt x="95909" y="48711"/>
                </a:lnTo>
                <a:lnTo>
                  <a:pt x="96482" y="48693"/>
                </a:lnTo>
                <a:lnTo>
                  <a:pt x="97064" y="48687"/>
                </a:lnTo>
                <a:lnTo>
                  <a:pt x="97594" y="48692"/>
                </a:lnTo>
                <a:lnTo>
                  <a:pt x="98116" y="48709"/>
                </a:lnTo>
                <a:lnTo>
                  <a:pt x="98629" y="48737"/>
                </a:lnTo>
                <a:lnTo>
                  <a:pt x="99135" y="48776"/>
                </a:lnTo>
                <a:lnTo>
                  <a:pt x="99632" y="48826"/>
                </a:lnTo>
                <a:lnTo>
                  <a:pt x="100121" y="48888"/>
                </a:lnTo>
                <a:lnTo>
                  <a:pt x="100602" y="48960"/>
                </a:lnTo>
                <a:lnTo>
                  <a:pt x="101074" y="49044"/>
                </a:lnTo>
                <a:lnTo>
                  <a:pt x="101539" y="49139"/>
                </a:lnTo>
                <a:lnTo>
                  <a:pt x="101995" y="49245"/>
                </a:lnTo>
                <a:lnTo>
                  <a:pt x="102443" y="49362"/>
                </a:lnTo>
                <a:lnTo>
                  <a:pt x="102883" y="49491"/>
                </a:lnTo>
                <a:lnTo>
                  <a:pt x="103315" y="49630"/>
                </a:lnTo>
                <a:lnTo>
                  <a:pt x="103738" y="49781"/>
                </a:lnTo>
                <a:lnTo>
                  <a:pt x="104153" y="49943"/>
                </a:lnTo>
                <a:lnTo>
                  <a:pt x="104560" y="50116"/>
                </a:lnTo>
                <a:lnTo>
                  <a:pt x="104959" y="50300"/>
                </a:lnTo>
                <a:lnTo>
                  <a:pt x="105350" y="50495"/>
                </a:lnTo>
                <a:lnTo>
                  <a:pt x="105733" y="50702"/>
                </a:lnTo>
                <a:lnTo>
                  <a:pt x="106107" y="50920"/>
                </a:lnTo>
                <a:lnTo>
                  <a:pt x="106473" y="51149"/>
                </a:lnTo>
                <a:lnTo>
                  <a:pt x="106831" y="51389"/>
                </a:lnTo>
                <a:lnTo>
                  <a:pt x="107181" y="51640"/>
                </a:lnTo>
                <a:lnTo>
                  <a:pt x="107522" y="51902"/>
                </a:lnTo>
                <a:lnTo>
                  <a:pt x="107853" y="52180"/>
                </a:lnTo>
                <a:lnTo>
                  <a:pt x="108169" y="52476"/>
                </a:lnTo>
                <a:lnTo>
                  <a:pt x="108472" y="52792"/>
                </a:lnTo>
                <a:lnTo>
                  <a:pt x="108760" y="53127"/>
                </a:lnTo>
                <a:lnTo>
                  <a:pt x="109034" y="53481"/>
                </a:lnTo>
                <a:lnTo>
                  <a:pt x="109294" y="53854"/>
                </a:lnTo>
                <a:lnTo>
                  <a:pt x="109540" y="54247"/>
                </a:lnTo>
                <a:lnTo>
                  <a:pt x="109772" y="54658"/>
                </a:lnTo>
                <a:lnTo>
                  <a:pt x="109990" y="55089"/>
                </a:lnTo>
                <a:lnTo>
                  <a:pt x="110194" y="55539"/>
                </a:lnTo>
                <a:lnTo>
                  <a:pt x="110384" y="56008"/>
                </a:lnTo>
                <a:lnTo>
                  <a:pt x="110560" y="56496"/>
                </a:lnTo>
                <a:lnTo>
                  <a:pt x="110721" y="57003"/>
                </a:lnTo>
                <a:lnTo>
                  <a:pt x="110869" y="57529"/>
                </a:lnTo>
                <a:lnTo>
                  <a:pt x="111003" y="58075"/>
                </a:lnTo>
                <a:lnTo>
                  <a:pt x="111122" y="58640"/>
                </a:lnTo>
                <a:lnTo>
                  <a:pt x="111228" y="59223"/>
                </a:lnTo>
                <a:lnTo>
                  <a:pt x="111319" y="59826"/>
                </a:lnTo>
                <a:lnTo>
                  <a:pt x="111396" y="60448"/>
                </a:lnTo>
                <a:lnTo>
                  <a:pt x="111460" y="61090"/>
                </a:lnTo>
                <a:lnTo>
                  <a:pt x="111509" y="61750"/>
                </a:lnTo>
                <a:lnTo>
                  <a:pt x="111544" y="62429"/>
                </a:lnTo>
                <a:lnTo>
                  <a:pt x="111565" y="63128"/>
                </a:lnTo>
                <a:lnTo>
                  <a:pt x="111572" y="63846"/>
                </a:lnTo>
                <a:lnTo>
                  <a:pt x="111572" y="68622"/>
                </a:lnTo>
                <a:lnTo>
                  <a:pt x="110148" y="68655"/>
                </a:lnTo>
                <a:lnTo>
                  <a:pt x="108739" y="68694"/>
                </a:lnTo>
                <a:lnTo>
                  <a:pt x="107344" y="68740"/>
                </a:lnTo>
                <a:lnTo>
                  <a:pt x="105964" y="68792"/>
                </a:lnTo>
                <a:lnTo>
                  <a:pt x="104598" y="68851"/>
                </a:lnTo>
                <a:lnTo>
                  <a:pt x="103247" y="68916"/>
                </a:lnTo>
                <a:lnTo>
                  <a:pt x="101911" y="68988"/>
                </a:lnTo>
                <a:lnTo>
                  <a:pt x="100590" y="69066"/>
                </a:lnTo>
                <a:lnTo>
                  <a:pt x="99283" y="69150"/>
                </a:lnTo>
                <a:lnTo>
                  <a:pt x="97991" y="69241"/>
                </a:lnTo>
                <a:lnTo>
                  <a:pt x="96714" y="69338"/>
                </a:lnTo>
                <a:lnTo>
                  <a:pt x="95451" y="69441"/>
                </a:lnTo>
                <a:lnTo>
                  <a:pt x="94203" y="69551"/>
                </a:lnTo>
                <a:lnTo>
                  <a:pt x="92969" y="69668"/>
                </a:lnTo>
                <a:lnTo>
                  <a:pt x="91751" y="69791"/>
                </a:lnTo>
                <a:lnTo>
                  <a:pt x="90547" y="69920"/>
                </a:lnTo>
                <a:lnTo>
                  <a:pt x="89357" y="70055"/>
                </a:lnTo>
                <a:lnTo>
                  <a:pt x="88183" y="70197"/>
                </a:lnTo>
                <a:lnTo>
                  <a:pt x="87023" y="70346"/>
                </a:lnTo>
                <a:lnTo>
                  <a:pt x="85878" y="70500"/>
                </a:lnTo>
                <a:lnTo>
                  <a:pt x="84747" y="70661"/>
                </a:lnTo>
                <a:lnTo>
                  <a:pt x="83631" y="70829"/>
                </a:lnTo>
                <a:lnTo>
                  <a:pt x="82530" y="71003"/>
                </a:lnTo>
                <a:lnTo>
                  <a:pt x="81443" y="71183"/>
                </a:lnTo>
                <a:lnTo>
                  <a:pt x="80374" y="71374"/>
                </a:lnTo>
                <a:lnTo>
                  <a:pt x="79325" y="71578"/>
                </a:lnTo>
                <a:lnTo>
                  <a:pt x="78295" y="71796"/>
                </a:lnTo>
                <a:lnTo>
                  <a:pt x="77286" y="72028"/>
                </a:lnTo>
                <a:lnTo>
                  <a:pt x="76296" y="72273"/>
                </a:lnTo>
                <a:lnTo>
                  <a:pt x="75327" y="72532"/>
                </a:lnTo>
                <a:lnTo>
                  <a:pt x="74377" y="72805"/>
                </a:lnTo>
                <a:lnTo>
                  <a:pt x="73448" y="73091"/>
                </a:lnTo>
                <a:lnTo>
                  <a:pt x="72538" y="73392"/>
                </a:lnTo>
                <a:lnTo>
                  <a:pt x="71648" y="73706"/>
                </a:lnTo>
                <a:lnTo>
                  <a:pt x="70778" y="74034"/>
                </a:lnTo>
                <a:lnTo>
                  <a:pt x="69928" y="74375"/>
                </a:lnTo>
                <a:lnTo>
                  <a:pt x="69098" y="74730"/>
                </a:lnTo>
                <a:lnTo>
                  <a:pt x="68288" y="75099"/>
                </a:lnTo>
                <a:lnTo>
                  <a:pt x="67498" y="75482"/>
                </a:lnTo>
                <a:lnTo>
                  <a:pt x="66728" y="75878"/>
                </a:lnTo>
                <a:lnTo>
                  <a:pt x="65977" y="76289"/>
                </a:lnTo>
                <a:lnTo>
                  <a:pt x="65247" y="76713"/>
                </a:lnTo>
                <a:lnTo>
                  <a:pt x="64536" y="77150"/>
                </a:lnTo>
                <a:lnTo>
                  <a:pt x="63846" y="77602"/>
                </a:lnTo>
                <a:lnTo>
                  <a:pt x="63175" y="78067"/>
                </a:lnTo>
                <a:lnTo>
                  <a:pt x="62525" y="78546"/>
                </a:lnTo>
                <a:lnTo>
                  <a:pt x="61894" y="79038"/>
                </a:lnTo>
                <a:lnTo>
                  <a:pt x="61283" y="79544"/>
                </a:lnTo>
                <a:lnTo>
                  <a:pt x="60695" y="80068"/>
                </a:lnTo>
                <a:lnTo>
                  <a:pt x="60132" y="80612"/>
                </a:lnTo>
                <a:lnTo>
                  <a:pt x="59594" y="81177"/>
                </a:lnTo>
                <a:lnTo>
                  <a:pt x="59080" y="81762"/>
                </a:lnTo>
                <a:lnTo>
                  <a:pt x="58592" y="82369"/>
                </a:lnTo>
                <a:lnTo>
                  <a:pt x="58129" y="82996"/>
                </a:lnTo>
                <a:lnTo>
                  <a:pt x="57691" y="83644"/>
                </a:lnTo>
                <a:lnTo>
                  <a:pt x="57278" y="84312"/>
                </a:lnTo>
                <a:lnTo>
                  <a:pt x="56890" y="85002"/>
                </a:lnTo>
                <a:lnTo>
                  <a:pt x="56527" y="85712"/>
                </a:lnTo>
                <a:lnTo>
                  <a:pt x="56189" y="86443"/>
                </a:lnTo>
                <a:lnTo>
                  <a:pt x="55876" y="87194"/>
                </a:lnTo>
                <a:lnTo>
                  <a:pt x="55588" y="87967"/>
                </a:lnTo>
                <a:lnTo>
                  <a:pt x="55325" y="88760"/>
                </a:lnTo>
                <a:lnTo>
                  <a:pt x="55088" y="89574"/>
                </a:lnTo>
                <a:lnTo>
                  <a:pt x="54875" y="90408"/>
                </a:lnTo>
                <a:lnTo>
                  <a:pt x="54687" y="91264"/>
                </a:lnTo>
                <a:lnTo>
                  <a:pt x="54524" y="92140"/>
                </a:lnTo>
                <a:lnTo>
                  <a:pt x="54387" y="93037"/>
                </a:lnTo>
                <a:lnTo>
                  <a:pt x="54274" y="93954"/>
                </a:lnTo>
                <a:lnTo>
                  <a:pt x="54186" y="94893"/>
                </a:lnTo>
                <a:lnTo>
                  <a:pt x="54124" y="95852"/>
                </a:lnTo>
                <a:lnTo>
                  <a:pt x="54086" y="96832"/>
                </a:lnTo>
                <a:lnTo>
                  <a:pt x="54074" y="97833"/>
                </a:lnTo>
                <a:lnTo>
                  <a:pt x="54081" y="98554"/>
                </a:lnTo>
                <a:lnTo>
                  <a:pt x="54101" y="99265"/>
                </a:lnTo>
                <a:lnTo>
                  <a:pt x="54136" y="99966"/>
                </a:lnTo>
                <a:lnTo>
                  <a:pt x="54184" y="100657"/>
                </a:lnTo>
                <a:lnTo>
                  <a:pt x="54246" y="101338"/>
                </a:lnTo>
                <a:lnTo>
                  <a:pt x="54321" y="102009"/>
                </a:lnTo>
                <a:lnTo>
                  <a:pt x="54411" y="102669"/>
                </a:lnTo>
                <a:lnTo>
                  <a:pt x="54514" y="103320"/>
                </a:lnTo>
                <a:lnTo>
                  <a:pt x="54631" y="103960"/>
                </a:lnTo>
                <a:lnTo>
                  <a:pt x="54761" y="104590"/>
                </a:lnTo>
                <a:lnTo>
                  <a:pt x="54906" y="105210"/>
                </a:lnTo>
                <a:lnTo>
                  <a:pt x="55064" y="105820"/>
                </a:lnTo>
                <a:lnTo>
                  <a:pt x="55236" y="106420"/>
                </a:lnTo>
                <a:lnTo>
                  <a:pt x="55421" y="107010"/>
                </a:lnTo>
                <a:lnTo>
                  <a:pt x="55621" y="107589"/>
                </a:lnTo>
                <a:lnTo>
                  <a:pt x="55834" y="108159"/>
                </a:lnTo>
                <a:lnTo>
                  <a:pt x="56061" y="108718"/>
                </a:lnTo>
                <a:lnTo>
                  <a:pt x="56302" y="109267"/>
                </a:lnTo>
                <a:lnTo>
                  <a:pt x="56556" y="109806"/>
                </a:lnTo>
                <a:lnTo>
                  <a:pt x="56824" y="110335"/>
                </a:lnTo>
                <a:lnTo>
                  <a:pt x="57106" y="110854"/>
                </a:lnTo>
                <a:lnTo>
                  <a:pt x="57402" y="111362"/>
                </a:lnTo>
                <a:lnTo>
                  <a:pt x="57711" y="111861"/>
                </a:lnTo>
                <a:lnTo>
                  <a:pt x="58034" y="112349"/>
                </a:lnTo>
                <a:lnTo>
                  <a:pt x="58369" y="112827"/>
                </a:lnTo>
                <a:lnTo>
                  <a:pt x="58712" y="113295"/>
                </a:lnTo>
                <a:lnTo>
                  <a:pt x="59063" y="113753"/>
                </a:lnTo>
                <a:lnTo>
                  <a:pt x="59423" y="114200"/>
                </a:lnTo>
                <a:lnTo>
                  <a:pt x="59791" y="114638"/>
                </a:lnTo>
                <a:lnTo>
                  <a:pt x="60168" y="115065"/>
                </a:lnTo>
                <a:lnTo>
                  <a:pt x="60553" y="115482"/>
                </a:lnTo>
                <a:lnTo>
                  <a:pt x="60947" y="115889"/>
                </a:lnTo>
                <a:lnTo>
                  <a:pt x="61349" y="116286"/>
                </a:lnTo>
                <a:lnTo>
                  <a:pt x="61760" y="116673"/>
                </a:lnTo>
                <a:lnTo>
                  <a:pt x="62179" y="117049"/>
                </a:lnTo>
                <a:lnTo>
                  <a:pt x="62607" y="117416"/>
                </a:lnTo>
                <a:lnTo>
                  <a:pt x="63044" y="117772"/>
                </a:lnTo>
                <a:lnTo>
                  <a:pt x="63488" y="118118"/>
                </a:lnTo>
                <a:lnTo>
                  <a:pt x="63942" y="118454"/>
                </a:lnTo>
                <a:lnTo>
                  <a:pt x="64403" y="118780"/>
                </a:lnTo>
                <a:lnTo>
                  <a:pt x="64874" y="119096"/>
                </a:lnTo>
                <a:lnTo>
                  <a:pt x="65353" y="119401"/>
                </a:lnTo>
                <a:lnTo>
                  <a:pt x="65840" y="119697"/>
                </a:lnTo>
                <a:lnTo>
                  <a:pt x="66336" y="119982"/>
                </a:lnTo>
                <a:lnTo>
                  <a:pt x="66840" y="120257"/>
                </a:lnTo>
                <a:lnTo>
                  <a:pt x="67353" y="120522"/>
                </a:lnTo>
                <a:lnTo>
                  <a:pt x="67874" y="120777"/>
                </a:lnTo>
                <a:lnTo>
                  <a:pt x="68404" y="121022"/>
                </a:lnTo>
                <a:lnTo>
                  <a:pt x="68940" y="121256"/>
                </a:lnTo>
                <a:lnTo>
                  <a:pt x="69479" y="121481"/>
                </a:lnTo>
                <a:lnTo>
                  <a:pt x="70021" y="121696"/>
                </a:lnTo>
                <a:lnTo>
                  <a:pt x="70567" y="121901"/>
                </a:lnTo>
                <a:lnTo>
                  <a:pt x="71117" y="122095"/>
                </a:lnTo>
                <a:lnTo>
                  <a:pt x="71669" y="122280"/>
                </a:lnTo>
                <a:lnTo>
                  <a:pt x="72225" y="122455"/>
                </a:lnTo>
                <a:lnTo>
                  <a:pt x="72785" y="122620"/>
                </a:lnTo>
                <a:lnTo>
                  <a:pt x="73348" y="122774"/>
                </a:lnTo>
                <a:lnTo>
                  <a:pt x="73914" y="122919"/>
                </a:lnTo>
                <a:lnTo>
                  <a:pt x="74484" y="123054"/>
                </a:lnTo>
                <a:lnTo>
                  <a:pt x="75057" y="123179"/>
                </a:lnTo>
                <a:lnTo>
                  <a:pt x="75634" y="123294"/>
                </a:lnTo>
                <a:lnTo>
                  <a:pt x="76214" y="123398"/>
                </a:lnTo>
                <a:lnTo>
                  <a:pt x="76797" y="123493"/>
                </a:lnTo>
                <a:lnTo>
                  <a:pt x="77384" y="123578"/>
                </a:lnTo>
                <a:lnTo>
                  <a:pt x="77974" y="123653"/>
                </a:lnTo>
                <a:lnTo>
                  <a:pt x="78567" y="123718"/>
                </a:lnTo>
                <a:lnTo>
                  <a:pt x="79164" y="123773"/>
                </a:lnTo>
                <a:lnTo>
                  <a:pt x="79765" y="123818"/>
                </a:lnTo>
                <a:lnTo>
                  <a:pt x="80368" y="123853"/>
                </a:lnTo>
                <a:lnTo>
                  <a:pt x="80975" y="123878"/>
                </a:lnTo>
                <a:lnTo>
                  <a:pt x="81586" y="123893"/>
                </a:lnTo>
                <a:lnTo>
                  <a:pt x="82200" y="123898"/>
                </a:lnTo>
                <a:lnTo>
                  <a:pt x="82990" y="123892"/>
                </a:lnTo>
                <a:lnTo>
                  <a:pt x="83772" y="123875"/>
                </a:lnTo>
                <a:lnTo>
                  <a:pt x="84546" y="123847"/>
                </a:lnTo>
                <a:lnTo>
                  <a:pt x="85313" y="123808"/>
                </a:lnTo>
                <a:lnTo>
                  <a:pt x="86072" y="123757"/>
                </a:lnTo>
                <a:close/>
                <a:moveTo>
                  <a:pt x="87768" y="107580"/>
                </a:moveTo>
                <a:lnTo>
                  <a:pt x="87354" y="107528"/>
                </a:lnTo>
                <a:lnTo>
                  <a:pt x="86947" y="107467"/>
                </a:lnTo>
                <a:lnTo>
                  <a:pt x="86546" y="107396"/>
                </a:lnTo>
                <a:lnTo>
                  <a:pt x="86153" y="107315"/>
                </a:lnTo>
                <a:lnTo>
                  <a:pt x="85767" y="107225"/>
                </a:lnTo>
                <a:lnTo>
                  <a:pt x="85387" y="107126"/>
                </a:lnTo>
                <a:lnTo>
                  <a:pt x="85015" y="107017"/>
                </a:lnTo>
                <a:lnTo>
                  <a:pt x="84649" y="106899"/>
                </a:lnTo>
                <a:lnTo>
                  <a:pt x="84291" y="106771"/>
                </a:lnTo>
                <a:lnTo>
                  <a:pt x="83939" y="106634"/>
                </a:lnTo>
                <a:lnTo>
                  <a:pt x="83594" y="106487"/>
                </a:lnTo>
                <a:lnTo>
                  <a:pt x="83257" y="106331"/>
                </a:lnTo>
                <a:lnTo>
                  <a:pt x="82926" y="106165"/>
                </a:lnTo>
                <a:lnTo>
                  <a:pt x="82602" y="105990"/>
                </a:lnTo>
                <a:lnTo>
                  <a:pt x="82285" y="105806"/>
                </a:lnTo>
                <a:lnTo>
                  <a:pt x="81975" y="105612"/>
                </a:lnTo>
                <a:lnTo>
                  <a:pt x="81672" y="105408"/>
                </a:lnTo>
                <a:lnTo>
                  <a:pt x="81376" y="105195"/>
                </a:lnTo>
                <a:lnTo>
                  <a:pt x="81087" y="104973"/>
                </a:lnTo>
                <a:lnTo>
                  <a:pt x="80808" y="104740"/>
                </a:lnTo>
                <a:lnTo>
                  <a:pt x="80540" y="104498"/>
                </a:lnTo>
                <a:lnTo>
                  <a:pt x="80284" y="104246"/>
                </a:lnTo>
                <a:lnTo>
                  <a:pt x="80040" y="103983"/>
                </a:lnTo>
                <a:lnTo>
                  <a:pt x="79808" y="103711"/>
                </a:lnTo>
                <a:lnTo>
                  <a:pt x="79588" y="103428"/>
                </a:lnTo>
                <a:lnTo>
                  <a:pt x="79380" y="103135"/>
                </a:lnTo>
                <a:lnTo>
                  <a:pt x="79184" y="102832"/>
                </a:lnTo>
                <a:lnTo>
                  <a:pt x="78999" y="102519"/>
                </a:lnTo>
                <a:lnTo>
                  <a:pt x="78827" y="102196"/>
                </a:lnTo>
                <a:lnTo>
                  <a:pt x="78666" y="101863"/>
                </a:lnTo>
                <a:lnTo>
                  <a:pt x="78517" y="101519"/>
                </a:lnTo>
                <a:lnTo>
                  <a:pt x="78380" y="101166"/>
                </a:lnTo>
                <a:lnTo>
                  <a:pt x="78255" y="100803"/>
                </a:lnTo>
                <a:lnTo>
                  <a:pt x="78142" y="100429"/>
                </a:lnTo>
                <a:lnTo>
                  <a:pt x="78041" y="100045"/>
                </a:lnTo>
                <a:lnTo>
                  <a:pt x="77952" y="99651"/>
                </a:lnTo>
                <a:lnTo>
                  <a:pt x="77875" y="99247"/>
                </a:lnTo>
                <a:lnTo>
                  <a:pt x="77809" y="98833"/>
                </a:lnTo>
                <a:lnTo>
                  <a:pt x="77756" y="98409"/>
                </a:lnTo>
                <a:lnTo>
                  <a:pt x="77714" y="97975"/>
                </a:lnTo>
                <a:lnTo>
                  <a:pt x="77684" y="97531"/>
                </a:lnTo>
                <a:lnTo>
                  <a:pt x="77666" y="97076"/>
                </a:lnTo>
                <a:lnTo>
                  <a:pt x="77661" y="96612"/>
                </a:lnTo>
                <a:lnTo>
                  <a:pt x="77674" y="95968"/>
                </a:lnTo>
                <a:lnTo>
                  <a:pt x="77712" y="95339"/>
                </a:lnTo>
                <a:lnTo>
                  <a:pt x="77777" y="94725"/>
                </a:lnTo>
                <a:lnTo>
                  <a:pt x="77868" y="94126"/>
                </a:lnTo>
                <a:lnTo>
                  <a:pt x="77985" y="93542"/>
                </a:lnTo>
                <a:lnTo>
                  <a:pt x="78128" y="92973"/>
                </a:lnTo>
                <a:lnTo>
                  <a:pt x="78297" y="92420"/>
                </a:lnTo>
                <a:lnTo>
                  <a:pt x="78491" y="91881"/>
                </a:lnTo>
                <a:lnTo>
                  <a:pt x="78712" y="91357"/>
                </a:lnTo>
                <a:lnTo>
                  <a:pt x="78959" y="90848"/>
                </a:lnTo>
                <a:lnTo>
                  <a:pt x="79231" y="90354"/>
                </a:lnTo>
                <a:lnTo>
                  <a:pt x="79530" y="89875"/>
                </a:lnTo>
                <a:lnTo>
                  <a:pt x="79854" y="89411"/>
                </a:lnTo>
                <a:lnTo>
                  <a:pt x="80205" y="88962"/>
                </a:lnTo>
                <a:lnTo>
                  <a:pt x="80581" y="88528"/>
                </a:lnTo>
                <a:lnTo>
                  <a:pt x="80983" y="88109"/>
                </a:lnTo>
                <a:lnTo>
                  <a:pt x="81412" y="87705"/>
                </a:lnTo>
                <a:lnTo>
                  <a:pt x="81866" y="87316"/>
                </a:lnTo>
                <a:lnTo>
                  <a:pt x="82346" y="86942"/>
                </a:lnTo>
                <a:lnTo>
                  <a:pt x="82853" y="86583"/>
                </a:lnTo>
                <a:lnTo>
                  <a:pt x="83385" y="86239"/>
                </a:lnTo>
                <a:lnTo>
                  <a:pt x="83943" y="85910"/>
                </a:lnTo>
                <a:lnTo>
                  <a:pt x="84527" y="85596"/>
                </a:lnTo>
                <a:lnTo>
                  <a:pt x="85137" y="85297"/>
                </a:lnTo>
                <a:lnTo>
                  <a:pt x="85780" y="85011"/>
                </a:lnTo>
                <a:lnTo>
                  <a:pt x="86461" y="84737"/>
                </a:lnTo>
                <a:lnTo>
                  <a:pt x="87182" y="84475"/>
                </a:lnTo>
                <a:lnTo>
                  <a:pt x="87941" y="84225"/>
                </a:lnTo>
                <a:lnTo>
                  <a:pt x="88739" y="83986"/>
                </a:lnTo>
                <a:lnTo>
                  <a:pt x="89576" y="83760"/>
                </a:lnTo>
                <a:lnTo>
                  <a:pt x="90453" y="83545"/>
                </a:lnTo>
                <a:lnTo>
                  <a:pt x="91368" y="83342"/>
                </a:lnTo>
                <a:lnTo>
                  <a:pt x="92322" y="83151"/>
                </a:lnTo>
                <a:lnTo>
                  <a:pt x="93315" y="82972"/>
                </a:lnTo>
                <a:lnTo>
                  <a:pt x="94347" y="82805"/>
                </a:lnTo>
                <a:lnTo>
                  <a:pt x="95417" y="82649"/>
                </a:lnTo>
                <a:lnTo>
                  <a:pt x="96527" y="82506"/>
                </a:lnTo>
                <a:lnTo>
                  <a:pt x="97676" y="82374"/>
                </a:lnTo>
                <a:lnTo>
                  <a:pt x="98864" y="82254"/>
                </a:lnTo>
                <a:lnTo>
                  <a:pt x="100090" y="82145"/>
                </a:lnTo>
                <a:lnTo>
                  <a:pt x="101356" y="82049"/>
                </a:lnTo>
                <a:lnTo>
                  <a:pt x="102660" y="81965"/>
                </a:lnTo>
                <a:lnTo>
                  <a:pt x="104004" y="81892"/>
                </a:lnTo>
                <a:lnTo>
                  <a:pt x="105386" y="81831"/>
                </a:lnTo>
                <a:lnTo>
                  <a:pt x="106808" y="81782"/>
                </a:lnTo>
                <a:lnTo>
                  <a:pt x="108268" y="81745"/>
                </a:lnTo>
                <a:lnTo>
                  <a:pt x="109767" y="81719"/>
                </a:lnTo>
                <a:lnTo>
                  <a:pt x="111305" y="81706"/>
                </a:lnTo>
                <a:lnTo>
                  <a:pt x="111305" y="96066"/>
                </a:lnTo>
                <a:lnTo>
                  <a:pt x="111019" y="96443"/>
                </a:lnTo>
                <a:lnTo>
                  <a:pt x="110726" y="96817"/>
                </a:lnTo>
                <a:lnTo>
                  <a:pt x="110424" y="97186"/>
                </a:lnTo>
                <a:lnTo>
                  <a:pt x="110115" y="97553"/>
                </a:lnTo>
                <a:lnTo>
                  <a:pt x="109797" y="97916"/>
                </a:lnTo>
                <a:lnTo>
                  <a:pt x="109472" y="98275"/>
                </a:lnTo>
                <a:lnTo>
                  <a:pt x="109139" y="98631"/>
                </a:lnTo>
                <a:lnTo>
                  <a:pt x="108798" y="98984"/>
                </a:lnTo>
                <a:lnTo>
                  <a:pt x="108449" y="99333"/>
                </a:lnTo>
                <a:lnTo>
                  <a:pt x="108093" y="99679"/>
                </a:lnTo>
                <a:lnTo>
                  <a:pt x="107728" y="100021"/>
                </a:lnTo>
                <a:lnTo>
                  <a:pt x="107356" y="100360"/>
                </a:lnTo>
                <a:lnTo>
                  <a:pt x="106975" y="100695"/>
                </a:lnTo>
                <a:lnTo>
                  <a:pt x="106587" y="101027"/>
                </a:lnTo>
                <a:lnTo>
                  <a:pt x="106191" y="101355"/>
                </a:lnTo>
                <a:lnTo>
                  <a:pt x="105787" y="101680"/>
                </a:lnTo>
                <a:lnTo>
                  <a:pt x="105375" y="102001"/>
                </a:lnTo>
                <a:lnTo>
                  <a:pt x="104955" y="102319"/>
                </a:lnTo>
                <a:lnTo>
                  <a:pt x="104527" y="102634"/>
                </a:lnTo>
                <a:lnTo>
                  <a:pt x="104092" y="102945"/>
                </a:lnTo>
                <a:lnTo>
                  <a:pt x="103649" y="103253"/>
                </a:lnTo>
                <a:lnTo>
                  <a:pt x="103197" y="103557"/>
                </a:lnTo>
                <a:lnTo>
                  <a:pt x="102738" y="103858"/>
                </a:lnTo>
                <a:lnTo>
                  <a:pt x="102271" y="104155"/>
                </a:lnTo>
                <a:lnTo>
                  <a:pt x="101798" y="104444"/>
                </a:lnTo>
                <a:lnTo>
                  <a:pt x="101322" y="104721"/>
                </a:lnTo>
                <a:lnTo>
                  <a:pt x="100842" y="104985"/>
                </a:lnTo>
                <a:lnTo>
                  <a:pt x="100359" y="105238"/>
                </a:lnTo>
                <a:lnTo>
                  <a:pt x="99872" y="105478"/>
                </a:lnTo>
                <a:lnTo>
                  <a:pt x="99381" y="105705"/>
                </a:lnTo>
                <a:lnTo>
                  <a:pt x="98887" y="105921"/>
                </a:lnTo>
                <a:lnTo>
                  <a:pt x="98389" y="106124"/>
                </a:lnTo>
                <a:lnTo>
                  <a:pt x="97888" y="106314"/>
                </a:lnTo>
                <a:lnTo>
                  <a:pt x="97383" y="106493"/>
                </a:lnTo>
                <a:lnTo>
                  <a:pt x="96875" y="106659"/>
                </a:lnTo>
                <a:lnTo>
                  <a:pt x="96363" y="106813"/>
                </a:lnTo>
                <a:lnTo>
                  <a:pt x="95848" y="106954"/>
                </a:lnTo>
                <a:lnTo>
                  <a:pt x="95329" y="107083"/>
                </a:lnTo>
                <a:lnTo>
                  <a:pt x="94806" y="107200"/>
                </a:lnTo>
                <a:lnTo>
                  <a:pt x="94280" y="107305"/>
                </a:lnTo>
                <a:lnTo>
                  <a:pt x="93750" y="107397"/>
                </a:lnTo>
                <a:lnTo>
                  <a:pt x="93217" y="107477"/>
                </a:lnTo>
                <a:lnTo>
                  <a:pt x="92681" y="107545"/>
                </a:lnTo>
                <a:lnTo>
                  <a:pt x="92140" y="107600"/>
                </a:lnTo>
                <a:lnTo>
                  <a:pt x="91596" y="107643"/>
                </a:lnTo>
                <a:lnTo>
                  <a:pt x="91049" y="107674"/>
                </a:lnTo>
                <a:lnTo>
                  <a:pt x="90498" y="107692"/>
                </a:lnTo>
                <a:lnTo>
                  <a:pt x="89944" y="107699"/>
                </a:lnTo>
                <a:lnTo>
                  <a:pt x="89495" y="107694"/>
                </a:lnTo>
                <a:lnTo>
                  <a:pt x="89053" y="107680"/>
                </a:lnTo>
                <a:lnTo>
                  <a:pt x="88617" y="107656"/>
                </a:lnTo>
                <a:lnTo>
                  <a:pt x="88189" y="107623"/>
                </a:lnTo>
                <a:lnTo>
                  <a:pt x="87768" y="107580"/>
                </a:lnTo>
                <a:close/>
                <a:moveTo>
                  <a:pt x="506789" y="123757"/>
                </a:moveTo>
                <a:lnTo>
                  <a:pt x="507540" y="123695"/>
                </a:lnTo>
                <a:lnTo>
                  <a:pt x="508283" y="123621"/>
                </a:lnTo>
                <a:lnTo>
                  <a:pt x="509019" y="123537"/>
                </a:lnTo>
                <a:lnTo>
                  <a:pt x="509747" y="123441"/>
                </a:lnTo>
                <a:lnTo>
                  <a:pt x="510467" y="123334"/>
                </a:lnTo>
                <a:lnTo>
                  <a:pt x="511180" y="123215"/>
                </a:lnTo>
                <a:lnTo>
                  <a:pt x="511884" y="123086"/>
                </a:lnTo>
                <a:lnTo>
                  <a:pt x="512581" y="122945"/>
                </a:lnTo>
                <a:lnTo>
                  <a:pt x="513271" y="122792"/>
                </a:lnTo>
                <a:lnTo>
                  <a:pt x="513952" y="122629"/>
                </a:lnTo>
                <a:lnTo>
                  <a:pt x="514626" y="122454"/>
                </a:lnTo>
                <a:lnTo>
                  <a:pt x="515292" y="122268"/>
                </a:lnTo>
                <a:lnTo>
                  <a:pt x="515951" y="122070"/>
                </a:lnTo>
                <a:lnTo>
                  <a:pt x="516602" y="121862"/>
                </a:lnTo>
                <a:lnTo>
                  <a:pt x="517245" y="121642"/>
                </a:lnTo>
                <a:lnTo>
                  <a:pt x="517880" y="121410"/>
                </a:lnTo>
                <a:lnTo>
                  <a:pt x="518507" y="121168"/>
                </a:lnTo>
                <a:lnTo>
                  <a:pt x="519127" y="120914"/>
                </a:lnTo>
                <a:lnTo>
                  <a:pt x="519739" y="120649"/>
                </a:lnTo>
                <a:lnTo>
                  <a:pt x="520344" y="120373"/>
                </a:lnTo>
                <a:lnTo>
                  <a:pt x="520943" y="120086"/>
                </a:lnTo>
                <a:lnTo>
                  <a:pt x="521536" y="119789"/>
                </a:lnTo>
                <a:lnTo>
                  <a:pt x="522123" y="119481"/>
                </a:lnTo>
                <a:lnTo>
                  <a:pt x="522703" y="119162"/>
                </a:lnTo>
                <a:lnTo>
                  <a:pt x="523277" y="118833"/>
                </a:lnTo>
                <a:lnTo>
                  <a:pt x="523845" y="118493"/>
                </a:lnTo>
                <a:lnTo>
                  <a:pt x="524407" y="118142"/>
                </a:lnTo>
                <a:lnTo>
                  <a:pt x="524963" y="117781"/>
                </a:lnTo>
                <a:lnTo>
                  <a:pt x="525512" y="117409"/>
                </a:lnTo>
                <a:lnTo>
                  <a:pt x="526056" y="117026"/>
                </a:lnTo>
                <a:lnTo>
                  <a:pt x="526593" y="116633"/>
                </a:lnTo>
                <a:lnTo>
                  <a:pt x="527124" y="116229"/>
                </a:lnTo>
                <a:lnTo>
                  <a:pt x="527649" y="115814"/>
                </a:lnTo>
                <a:lnTo>
                  <a:pt x="528167" y="115389"/>
                </a:lnTo>
                <a:lnTo>
                  <a:pt x="528680" y="114953"/>
                </a:lnTo>
                <a:lnTo>
                  <a:pt x="529186" y="114506"/>
                </a:lnTo>
                <a:lnTo>
                  <a:pt x="529686" y="114049"/>
                </a:lnTo>
                <a:lnTo>
                  <a:pt x="530180" y="113581"/>
                </a:lnTo>
                <a:lnTo>
                  <a:pt x="530667" y="113102"/>
                </a:lnTo>
                <a:lnTo>
                  <a:pt x="531149" y="112613"/>
                </a:lnTo>
                <a:lnTo>
                  <a:pt x="531624" y="112113"/>
                </a:lnTo>
                <a:lnTo>
                  <a:pt x="532093" y="111602"/>
                </a:lnTo>
                <a:lnTo>
                  <a:pt x="532556" y="111081"/>
                </a:lnTo>
                <a:lnTo>
                  <a:pt x="533268" y="122296"/>
                </a:lnTo>
                <a:lnTo>
                  <a:pt x="555342" y="122296"/>
                </a:lnTo>
                <a:lnTo>
                  <a:pt x="555342" y="63290"/>
                </a:lnTo>
                <a:lnTo>
                  <a:pt x="555337" y="62559"/>
                </a:lnTo>
                <a:lnTo>
                  <a:pt x="555323" y="61839"/>
                </a:lnTo>
                <a:lnTo>
                  <a:pt x="555299" y="61128"/>
                </a:lnTo>
                <a:lnTo>
                  <a:pt x="555265" y="60428"/>
                </a:lnTo>
                <a:lnTo>
                  <a:pt x="555222" y="59738"/>
                </a:lnTo>
                <a:lnTo>
                  <a:pt x="555170" y="59058"/>
                </a:lnTo>
                <a:lnTo>
                  <a:pt x="555107" y="58389"/>
                </a:lnTo>
                <a:lnTo>
                  <a:pt x="555036" y="57729"/>
                </a:lnTo>
                <a:lnTo>
                  <a:pt x="554954" y="57080"/>
                </a:lnTo>
                <a:lnTo>
                  <a:pt x="554863" y="56441"/>
                </a:lnTo>
                <a:lnTo>
                  <a:pt x="554762" y="55812"/>
                </a:lnTo>
                <a:lnTo>
                  <a:pt x="554652" y="55193"/>
                </a:lnTo>
                <a:lnTo>
                  <a:pt x="554533" y="54585"/>
                </a:lnTo>
                <a:lnTo>
                  <a:pt x="554403" y="53986"/>
                </a:lnTo>
                <a:lnTo>
                  <a:pt x="554264" y="53398"/>
                </a:lnTo>
                <a:lnTo>
                  <a:pt x="554116" y="52820"/>
                </a:lnTo>
                <a:lnTo>
                  <a:pt x="553958" y="52252"/>
                </a:lnTo>
                <a:lnTo>
                  <a:pt x="553790" y="51694"/>
                </a:lnTo>
                <a:lnTo>
                  <a:pt x="553613" y="51147"/>
                </a:lnTo>
                <a:lnTo>
                  <a:pt x="553426" y="50610"/>
                </a:lnTo>
                <a:lnTo>
                  <a:pt x="553230" y="50082"/>
                </a:lnTo>
                <a:lnTo>
                  <a:pt x="553024" y="49565"/>
                </a:lnTo>
                <a:lnTo>
                  <a:pt x="552808" y="49058"/>
                </a:lnTo>
                <a:lnTo>
                  <a:pt x="552583" y="48562"/>
                </a:lnTo>
                <a:lnTo>
                  <a:pt x="552349" y="48074"/>
                </a:lnTo>
                <a:lnTo>
                  <a:pt x="552107" y="47595"/>
                </a:lnTo>
                <a:lnTo>
                  <a:pt x="551858" y="47125"/>
                </a:lnTo>
                <a:lnTo>
                  <a:pt x="551600" y="46663"/>
                </a:lnTo>
                <a:lnTo>
                  <a:pt x="551335" y="46210"/>
                </a:lnTo>
                <a:lnTo>
                  <a:pt x="551061" y="45766"/>
                </a:lnTo>
                <a:lnTo>
                  <a:pt x="550780" y="45330"/>
                </a:lnTo>
                <a:lnTo>
                  <a:pt x="550491" y="44903"/>
                </a:lnTo>
                <a:lnTo>
                  <a:pt x="550194" y="44484"/>
                </a:lnTo>
                <a:lnTo>
                  <a:pt x="549889" y="44074"/>
                </a:lnTo>
                <a:lnTo>
                  <a:pt x="549577" y="43672"/>
                </a:lnTo>
                <a:lnTo>
                  <a:pt x="549256" y="43280"/>
                </a:lnTo>
                <a:lnTo>
                  <a:pt x="548928" y="42895"/>
                </a:lnTo>
                <a:lnTo>
                  <a:pt x="548591" y="42520"/>
                </a:lnTo>
                <a:lnTo>
                  <a:pt x="548247" y="42153"/>
                </a:lnTo>
                <a:lnTo>
                  <a:pt x="547895" y="41795"/>
                </a:lnTo>
                <a:lnTo>
                  <a:pt x="547535" y="41445"/>
                </a:lnTo>
                <a:lnTo>
                  <a:pt x="547167" y="41104"/>
                </a:lnTo>
                <a:lnTo>
                  <a:pt x="546792" y="40771"/>
                </a:lnTo>
                <a:lnTo>
                  <a:pt x="546408" y="40448"/>
                </a:lnTo>
                <a:lnTo>
                  <a:pt x="546017" y="40132"/>
                </a:lnTo>
                <a:lnTo>
                  <a:pt x="545617" y="39826"/>
                </a:lnTo>
                <a:lnTo>
                  <a:pt x="545210" y="39528"/>
                </a:lnTo>
                <a:lnTo>
                  <a:pt x="544795" y="39238"/>
                </a:lnTo>
                <a:lnTo>
                  <a:pt x="544373" y="38956"/>
                </a:lnTo>
                <a:lnTo>
                  <a:pt x="543944" y="38682"/>
                </a:lnTo>
                <a:lnTo>
                  <a:pt x="543509" y="38414"/>
                </a:lnTo>
                <a:lnTo>
                  <a:pt x="543068" y="38153"/>
                </a:lnTo>
                <a:lnTo>
                  <a:pt x="542620" y="37900"/>
                </a:lnTo>
                <a:lnTo>
                  <a:pt x="542166" y="37653"/>
                </a:lnTo>
                <a:lnTo>
                  <a:pt x="541706" y="37413"/>
                </a:lnTo>
                <a:lnTo>
                  <a:pt x="541239" y="37181"/>
                </a:lnTo>
                <a:lnTo>
                  <a:pt x="540766" y="36955"/>
                </a:lnTo>
                <a:lnTo>
                  <a:pt x="540287" y="36737"/>
                </a:lnTo>
                <a:lnTo>
                  <a:pt x="539802" y="36525"/>
                </a:lnTo>
                <a:lnTo>
                  <a:pt x="539310" y="36321"/>
                </a:lnTo>
                <a:lnTo>
                  <a:pt x="538811" y="36124"/>
                </a:lnTo>
                <a:lnTo>
                  <a:pt x="538307" y="35934"/>
                </a:lnTo>
                <a:lnTo>
                  <a:pt x="537796" y="35750"/>
                </a:lnTo>
                <a:lnTo>
                  <a:pt x="537279" y="35574"/>
                </a:lnTo>
                <a:lnTo>
                  <a:pt x="536755" y="35405"/>
                </a:lnTo>
                <a:lnTo>
                  <a:pt x="536225" y="35243"/>
                </a:lnTo>
                <a:lnTo>
                  <a:pt x="535689" y="35088"/>
                </a:lnTo>
                <a:lnTo>
                  <a:pt x="535146" y="34940"/>
                </a:lnTo>
                <a:lnTo>
                  <a:pt x="534597" y="34799"/>
                </a:lnTo>
                <a:lnTo>
                  <a:pt x="534042" y="34665"/>
                </a:lnTo>
                <a:lnTo>
                  <a:pt x="533480" y="34538"/>
                </a:lnTo>
                <a:lnTo>
                  <a:pt x="532912" y="34418"/>
                </a:lnTo>
                <a:lnTo>
                  <a:pt x="532339" y="34304"/>
                </a:lnTo>
                <a:lnTo>
                  <a:pt x="531760" y="34195"/>
                </a:lnTo>
                <a:lnTo>
                  <a:pt x="531177" y="34091"/>
                </a:lnTo>
                <a:lnTo>
                  <a:pt x="530588" y="33991"/>
                </a:lnTo>
                <a:lnTo>
                  <a:pt x="529995" y="33897"/>
                </a:lnTo>
                <a:lnTo>
                  <a:pt x="529397" y="33807"/>
                </a:lnTo>
                <a:lnTo>
                  <a:pt x="528793" y="33722"/>
                </a:lnTo>
                <a:lnTo>
                  <a:pt x="528185" y="33642"/>
                </a:lnTo>
                <a:lnTo>
                  <a:pt x="527572" y="33567"/>
                </a:lnTo>
                <a:lnTo>
                  <a:pt x="526954" y="33497"/>
                </a:lnTo>
                <a:lnTo>
                  <a:pt x="526331" y="33431"/>
                </a:lnTo>
                <a:lnTo>
                  <a:pt x="525703" y="33371"/>
                </a:lnTo>
                <a:lnTo>
                  <a:pt x="525070" y="33315"/>
                </a:lnTo>
                <a:lnTo>
                  <a:pt x="524432" y="33264"/>
                </a:lnTo>
                <a:lnTo>
                  <a:pt x="523789" y="33218"/>
                </a:lnTo>
                <a:lnTo>
                  <a:pt x="523141" y="33177"/>
                </a:lnTo>
                <a:lnTo>
                  <a:pt x="522489" y="33140"/>
                </a:lnTo>
                <a:lnTo>
                  <a:pt x="521831" y="33109"/>
                </a:lnTo>
                <a:lnTo>
                  <a:pt x="521168" y="33082"/>
                </a:lnTo>
                <a:lnTo>
                  <a:pt x="520501" y="33060"/>
                </a:lnTo>
                <a:lnTo>
                  <a:pt x="519828" y="33043"/>
                </a:lnTo>
                <a:lnTo>
                  <a:pt x="519151" y="33031"/>
                </a:lnTo>
                <a:lnTo>
                  <a:pt x="518468" y="33024"/>
                </a:lnTo>
                <a:lnTo>
                  <a:pt x="517781" y="33022"/>
                </a:lnTo>
                <a:lnTo>
                  <a:pt x="516844" y="33027"/>
                </a:lnTo>
                <a:lnTo>
                  <a:pt x="515916" y="33042"/>
                </a:lnTo>
                <a:lnTo>
                  <a:pt x="514998" y="33067"/>
                </a:lnTo>
                <a:lnTo>
                  <a:pt x="514089" y="33102"/>
                </a:lnTo>
                <a:lnTo>
                  <a:pt x="513189" y="33147"/>
                </a:lnTo>
                <a:lnTo>
                  <a:pt x="512299" y="33202"/>
                </a:lnTo>
                <a:lnTo>
                  <a:pt x="511418" y="33267"/>
                </a:lnTo>
                <a:lnTo>
                  <a:pt x="510547" y="33342"/>
                </a:lnTo>
                <a:lnTo>
                  <a:pt x="509685" y="33427"/>
                </a:lnTo>
                <a:lnTo>
                  <a:pt x="508833" y="33522"/>
                </a:lnTo>
                <a:lnTo>
                  <a:pt x="507989" y="33628"/>
                </a:lnTo>
                <a:lnTo>
                  <a:pt x="507156" y="33743"/>
                </a:lnTo>
                <a:lnTo>
                  <a:pt x="506332" y="33868"/>
                </a:lnTo>
                <a:lnTo>
                  <a:pt x="505517" y="34003"/>
                </a:lnTo>
                <a:lnTo>
                  <a:pt x="504712" y="34148"/>
                </a:lnTo>
                <a:lnTo>
                  <a:pt x="503916" y="34304"/>
                </a:lnTo>
                <a:lnTo>
                  <a:pt x="503129" y="34469"/>
                </a:lnTo>
                <a:lnTo>
                  <a:pt x="502352" y="34644"/>
                </a:lnTo>
                <a:lnTo>
                  <a:pt x="501585" y="34829"/>
                </a:lnTo>
                <a:lnTo>
                  <a:pt x="500827" y="35025"/>
                </a:lnTo>
                <a:lnTo>
                  <a:pt x="500078" y="35230"/>
                </a:lnTo>
                <a:lnTo>
                  <a:pt x="499338" y="35445"/>
                </a:lnTo>
                <a:lnTo>
                  <a:pt x="498609" y="35671"/>
                </a:lnTo>
                <a:lnTo>
                  <a:pt x="497888" y="35906"/>
                </a:lnTo>
                <a:lnTo>
                  <a:pt x="497179" y="36153"/>
                </a:lnTo>
                <a:lnTo>
                  <a:pt x="496482" y="36412"/>
                </a:lnTo>
                <a:lnTo>
                  <a:pt x="495799" y="36685"/>
                </a:lnTo>
                <a:lnTo>
                  <a:pt x="495129" y="36970"/>
                </a:lnTo>
                <a:lnTo>
                  <a:pt x="494471" y="37268"/>
                </a:lnTo>
                <a:lnTo>
                  <a:pt x="493827" y="37579"/>
                </a:lnTo>
                <a:lnTo>
                  <a:pt x="493196" y="37903"/>
                </a:lnTo>
                <a:lnTo>
                  <a:pt x="492577" y="38240"/>
                </a:lnTo>
                <a:lnTo>
                  <a:pt x="491972" y="38590"/>
                </a:lnTo>
                <a:lnTo>
                  <a:pt x="491379" y="38952"/>
                </a:lnTo>
                <a:lnTo>
                  <a:pt x="490800" y="39327"/>
                </a:lnTo>
                <a:lnTo>
                  <a:pt x="490233" y="39715"/>
                </a:lnTo>
                <a:lnTo>
                  <a:pt x="489680" y="40116"/>
                </a:lnTo>
                <a:lnTo>
                  <a:pt x="489139" y="40530"/>
                </a:lnTo>
                <a:lnTo>
                  <a:pt x="488612" y="40957"/>
                </a:lnTo>
                <a:lnTo>
                  <a:pt x="488097" y="41396"/>
                </a:lnTo>
                <a:lnTo>
                  <a:pt x="487596" y="41848"/>
                </a:lnTo>
                <a:lnTo>
                  <a:pt x="487107" y="42313"/>
                </a:lnTo>
                <a:lnTo>
                  <a:pt x="486631" y="42791"/>
                </a:lnTo>
                <a:lnTo>
                  <a:pt x="486169" y="43282"/>
                </a:lnTo>
                <a:lnTo>
                  <a:pt x="485719" y="43786"/>
                </a:lnTo>
                <a:lnTo>
                  <a:pt x="485282" y="44303"/>
                </a:lnTo>
                <a:lnTo>
                  <a:pt x="484859" y="44832"/>
                </a:lnTo>
                <a:lnTo>
                  <a:pt x="484448" y="45374"/>
                </a:lnTo>
                <a:lnTo>
                  <a:pt x="484052" y="45931"/>
                </a:lnTo>
                <a:lnTo>
                  <a:pt x="483673" y="46503"/>
                </a:lnTo>
                <a:lnTo>
                  <a:pt x="483311" y="47093"/>
                </a:lnTo>
                <a:lnTo>
                  <a:pt x="482966" y="47698"/>
                </a:lnTo>
                <a:lnTo>
                  <a:pt x="482637" y="48320"/>
                </a:lnTo>
                <a:lnTo>
                  <a:pt x="482326" y="48958"/>
                </a:lnTo>
                <a:lnTo>
                  <a:pt x="482031" y="49612"/>
                </a:lnTo>
                <a:lnTo>
                  <a:pt x="481753" y="50282"/>
                </a:lnTo>
                <a:lnTo>
                  <a:pt x="481492" y="50969"/>
                </a:lnTo>
                <a:lnTo>
                  <a:pt x="481248" y="51672"/>
                </a:lnTo>
                <a:lnTo>
                  <a:pt x="481020" y="52391"/>
                </a:lnTo>
                <a:lnTo>
                  <a:pt x="480810" y="53127"/>
                </a:lnTo>
                <a:lnTo>
                  <a:pt x="480616" y="53879"/>
                </a:lnTo>
                <a:lnTo>
                  <a:pt x="480439" y="54647"/>
                </a:lnTo>
                <a:lnTo>
                  <a:pt x="480279" y="55431"/>
                </a:lnTo>
                <a:lnTo>
                  <a:pt x="480136" y="56232"/>
                </a:lnTo>
                <a:lnTo>
                  <a:pt x="480010" y="57049"/>
                </a:lnTo>
                <a:lnTo>
                  <a:pt x="479900" y="57882"/>
                </a:lnTo>
                <a:lnTo>
                  <a:pt x="479808" y="58731"/>
                </a:lnTo>
                <a:lnTo>
                  <a:pt x="479732" y="59597"/>
                </a:lnTo>
                <a:lnTo>
                  <a:pt x="479673" y="60479"/>
                </a:lnTo>
                <a:lnTo>
                  <a:pt x="479631" y="61377"/>
                </a:lnTo>
                <a:lnTo>
                  <a:pt x="479606" y="62292"/>
                </a:lnTo>
                <a:lnTo>
                  <a:pt x="479597" y="63223"/>
                </a:lnTo>
                <a:lnTo>
                  <a:pt x="501671" y="63223"/>
                </a:lnTo>
                <a:lnTo>
                  <a:pt x="501679" y="62590"/>
                </a:lnTo>
                <a:lnTo>
                  <a:pt x="501702" y="61972"/>
                </a:lnTo>
                <a:lnTo>
                  <a:pt x="501742" y="61369"/>
                </a:lnTo>
                <a:lnTo>
                  <a:pt x="501797" y="60781"/>
                </a:lnTo>
                <a:lnTo>
                  <a:pt x="501868" y="60208"/>
                </a:lnTo>
                <a:lnTo>
                  <a:pt x="501955" y="59649"/>
                </a:lnTo>
                <a:lnTo>
                  <a:pt x="502057" y="59105"/>
                </a:lnTo>
                <a:lnTo>
                  <a:pt x="502175" y="58576"/>
                </a:lnTo>
                <a:lnTo>
                  <a:pt x="502309" y="58061"/>
                </a:lnTo>
                <a:lnTo>
                  <a:pt x="502459" y="57561"/>
                </a:lnTo>
                <a:lnTo>
                  <a:pt x="502624" y="57077"/>
                </a:lnTo>
                <a:lnTo>
                  <a:pt x="502806" y="56606"/>
                </a:lnTo>
                <a:lnTo>
                  <a:pt x="503003" y="56151"/>
                </a:lnTo>
                <a:lnTo>
                  <a:pt x="503215" y="55710"/>
                </a:lnTo>
                <a:lnTo>
                  <a:pt x="503444" y="55285"/>
                </a:lnTo>
                <a:lnTo>
                  <a:pt x="503688" y="54873"/>
                </a:lnTo>
                <a:lnTo>
                  <a:pt x="503948" y="54477"/>
                </a:lnTo>
                <a:lnTo>
                  <a:pt x="504224" y="54096"/>
                </a:lnTo>
                <a:lnTo>
                  <a:pt x="504516" y="53729"/>
                </a:lnTo>
                <a:lnTo>
                  <a:pt x="504823" y="53377"/>
                </a:lnTo>
                <a:lnTo>
                  <a:pt x="505146" y="53040"/>
                </a:lnTo>
                <a:lnTo>
                  <a:pt x="505485" y="52717"/>
                </a:lnTo>
                <a:lnTo>
                  <a:pt x="505840" y="52409"/>
                </a:lnTo>
                <a:lnTo>
                  <a:pt x="506210" y="52116"/>
                </a:lnTo>
                <a:lnTo>
                  <a:pt x="506593" y="51837"/>
                </a:lnTo>
                <a:lnTo>
                  <a:pt x="506984" y="51569"/>
                </a:lnTo>
                <a:lnTo>
                  <a:pt x="507384" y="51313"/>
                </a:lnTo>
                <a:lnTo>
                  <a:pt x="507793" y="51068"/>
                </a:lnTo>
                <a:lnTo>
                  <a:pt x="508210" y="50836"/>
                </a:lnTo>
                <a:lnTo>
                  <a:pt x="508636" y="50616"/>
                </a:lnTo>
                <a:lnTo>
                  <a:pt x="509070" y="50408"/>
                </a:lnTo>
                <a:lnTo>
                  <a:pt x="509513" y="50211"/>
                </a:lnTo>
                <a:lnTo>
                  <a:pt x="509965" y="50027"/>
                </a:lnTo>
                <a:lnTo>
                  <a:pt x="510426" y="49854"/>
                </a:lnTo>
                <a:lnTo>
                  <a:pt x="510895" y="49693"/>
                </a:lnTo>
                <a:lnTo>
                  <a:pt x="511373" y="49544"/>
                </a:lnTo>
                <a:lnTo>
                  <a:pt x="511859" y="49407"/>
                </a:lnTo>
                <a:lnTo>
                  <a:pt x="512354" y="49282"/>
                </a:lnTo>
                <a:lnTo>
                  <a:pt x="512858" y="49169"/>
                </a:lnTo>
                <a:lnTo>
                  <a:pt x="513370" y="49068"/>
                </a:lnTo>
                <a:lnTo>
                  <a:pt x="513891" y="48979"/>
                </a:lnTo>
                <a:lnTo>
                  <a:pt x="514421" y="48901"/>
                </a:lnTo>
                <a:lnTo>
                  <a:pt x="514959" y="48836"/>
                </a:lnTo>
                <a:lnTo>
                  <a:pt x="515506" y="48782"/>
                </a:lnTo>
                <a:lnTo>
                  <a:pt x="516062" y="48740"/>
                </a:lnTo>
                <a:lnTo>
                  <a:pt x="516627" y="48711"/>
                </a:lnTo>
                <a:lnTo>
                  <a:pt x="517199" y="48693"/>
                </a:lnTo>
                <a:lnTo>
                  <a:pt x="517781" y="48687"/>
                </a:lnTo>
                <a:lnTo>
                  <a:pt x="518311" y="48692"/>
                </a:lnTo>
                <a:lnTo>
                  <a:pt x="518833" y="48709"/>
                </a:lnTo>
                <a:lnTo>
                  <a:pt x="519346" y="48737"/>
                </a:lnTo>
                <a:lnTo>
                  <a:pt x="519852" y="48776"/>
                </a:lnTo>
                <a:lnTo>
                  <a:pt x="520349" y="48826"/>
                </a:lnTo>
                <a:lnTo>
                  <a:pt x="520838" y="48888"/>
                </a:lnTo>
                <a:lnTo>
                  <a:pt x="521319" y="48960"/>
                </a:lnTo>
                <a:lnTo>
                  <a:pt x="521791" y="49044"/>
                </a:lnTo>
                <a:lnTo>
                  <a:pt x="522256" y="49139"/>
                </a:lnTo>
                <a:lnTo>
                  <a:pt x="522712" y="49245"/>
                </a:lnTo>
                <a:lnTo>
                  <a:pt x="523160" y="49362"/>
                </a:lnTo>
                <a:lnTo>
                  <a:pt x="523600" y="49491"/>
                </a:lnTo>
                <a:lnTo>
                  <a:pt x="524032" y="49630"/>
                </a:lnTo>
                <a:lnTo>
                  <a:pt x="524455" y="49781"/>
                </a:lnTo>
                <a:lnTo>
                  <a:pt x="524870" y="49943"/>
                </a:lnTo>
                <a:lnTo>
                  <a:pt x="525277" y="50116"/>
                </a:lnTo>
                <a:lnTo>
                  <a:pt x="525676" y="50300"/>
                </a:lnTo>
                <a:lnTo>
                  <a:pt x="526067" y="50495"/>
                </a:lnTo>
                <a:lnTo>
                  <a:pt x="526450" y="50702"/>
                </a:lnTo>
                <a:lnTo>
                  <a:pt x="526824" y="50920"/>
                </a:lnTo>
                <a:lnTo>
                  <a:pt x="527190" y="51149"/>
                </a:lnTo>
                <a:lnTo>
                  <a:pt x="527548" y="51389"/>
                </a:lnTo>
                <a:lnTo>
                  <a:pt x="527898" y="51640"/>
                </a:lnTo>
                <a:lnTo>
                  <a:pt x="528239" y="51902"/>
                </a:lnTo>
                <a:lnTo>
                  <a:pt x="528570" y="52180"/>
                </a:lnTo>
                <a:lnTo>
                  <a:pt x="528886" y="52476"/>
                </a:lnTo>
                <a:lnTo>
                  <a:pt x="529189" y="52792"/>
                </a:lnTo>
                <a:lnTo>
                  <a:pt x="529477" y="53127"/>
                </a:lnTo>
                <a:lnTo>
                  <a:pt x="529751" y="53481"/>
                </a:lnTo>
                <a:lnTo>
                  <a:pt x="530011" y="53854"/>
                </a:lnTo>
                <a:lnTo>
                  <a:pt x="530257" y="54247"/>
                </a:lnTo>
                <a:lnTo>
                  <a:pt x="530489" y="54658"/>
                </a:lnTo>
                <a:lnTo>
                  <a:pt x="530707" y="55089"/>
                </a:lnTo>
                <a:lnTo>
                  <a:pt x="530911" y="55539"/>
                </a:lnTo>
                <a:lnTo>
                  <a:pt x="531101" y="56008"/>
                </a:lnTo>
                <a:lnTo>
                  <a:pt x="531277" y="56496"/>
                </a:lnTo>
                <a:lnTo>
                  <a:pt x="531439" y="57003"/>
                </a:lnTo>
                <a:lnTo>
                  <a:pt x="531586" y="57529"/>
                </a:lnTo>
                <a:lnTo>
                  <a:pt x="531720" y="58075"/>
                </a:lnTo>
                <a:lnTo>
                  <a:pt x="531839" y="58640"/>
                </a:lnTo>
                <a:lnTo>
                  <a:pt x="531945" y="59223"/>
                </a:lnTo>
                <a:lnTo>
                  <a:pt x="532036" y="59826"/>
                </a:lnTo>
                <a:lnTo>
                  <a:pt x="532113" y="60448"/>
                </a:lnTo>
                <a:lnTo>
                  <a:pt x="532177" y="61090"/>
                </a:lnTo>
                <a:lnTo>
                  <a:pt x="532226" y="61750"/>
                </a:lnTo>
                <a:lnTo>
                  <a:pt x="532261" y="62429"/>
                </a:lnTo>
                <a:lnTo>
                  <a:pt x="532282" y="63128"/>
                </a:lnTo>
                <a:lnTo>
                  <a:pt x="532289" y="63846"/>
                </a:lnTo>
                <a:lnTo>
                  <a:pt x="532289" y="68622"/>
                </a:lnTo>
                <a:lnTo>
                  <a:pt x="530865" y="68655"/>
                </a:lnTo>
                <a:lnTo>
                  <a:pt x="529456" y="68694"/>
                </a:lnTo>
                <a:lnTo>
                  <a:pt x="528061" y="68740"/>
                </a:lnTo>
                <a:lnTo>
                  <a:pt x="526681" y="68792"/>
                </a:lnTo>
                <a:lnTo>
                  <a:pt x="525315" y="68851"/>
                </a:lnTo>
                <a:lnTo>
                  <a:pt x="523964" y="68916"/>
                </a:lnTo>
                <a:lnTo>
                  <a:pt x="522628" y="68988"/>
                </a:lnTo>
                <a:lnTo>
                  <a:pt x="521307" y="69066"/>
                </a:lnTo>
                <a:lnTo>
                  <a:pt x="520000" y="69150"/>
                </a:lnTo>
                <a:lnTo>
                  <a:pt x="518708" y="69241"/>
                </a:lnTo>
                <a:lnTo>
                  <a:pt x="517431" y="69338"/>
                </a:lnTo>
                <a:lnTo>
                  <a:pt x="516168" y="69441"/>
                </a:lnTo>
                <a:lnTo>
                  <a:pt x="514920" y="69551"/>
                </a:lnTo>
                <a:lnTo>
                  <a:pt x="513686" y="69668"/>
                </a:lnTo>
                <a:lnTo>
                  <a:pt x="512468" y="69791"/>
                </a:lnTo>
                <a:lnTo>
                  <a:pt x="511264" y="69920"/>
                </a:lnTo>
                <a:lnTo>
                  <a:pt x="510075" y="70055"/>
                </a:lnTo>
                <a:lnTo>
                  <a:pt x="508900" y="70197"/>
                </a:lnTo>
                <a:lnTo>
                  <a:pt x="507740" y="70346"/>
                </a:lnTo>
                <a:lnTo>
                  <a:pt x="506595" y="70500"/>
                </a:lnTo>
                <a:lnTo>
                  <a:pt x="505464" y="70661"/>
                </a:lnTo>
                <a:lnTo>
                  <a:pt x="504348" y="70829"/>
                </a:lnTo>
                <a:lnTo>
                  <a:pt x="503247" y="71003"/>
                </a:lnTo>
                <a:lnTo>
                  <a:pt x="502160" y="71183"/>
                </a:lnTo>
                <a:lnTo>
                  <a:pt x="501091" y="71374"/>
                </a:lnTo>
                <a:lnTo>
                  <a:pt x="500042" y="71578"/>
                </a:lnTo>
                <a:lnTo>
                  <a:pt x="499012" y="71796"/>
                </a:lnTo>
                <a:lnTo>
                  <a:pt x="498003" y="72028"/>
                </a:lnTo>
                <a:lnTo>
                  <a:pt x="497014" y="72273"/>
                </a:lnTo>
                <a:lnTo>
                  <a:pt x="496044" y="72532"/>
                </a:lnTo>
                <a:lnTo>
                  <a:pt x="495094" y="72805"/>
                </a:lnTo>
                <a:lnTo>
                  <a:pt x="494165" y="73091"/>
                </a:lnTo>
                <a:lnTo>
                  <a:pt x="493255" y="73392"/>
                </a:lnTo>
                <a:lnTo>
                  <a:pt x="492365" y="73706"/>
                </a:lnTo>
                <a:lnTo>
                  <a:pt x="491495" y="74034"/>
                </a:lnTo>
                <a:lnTo>
                  <a:pt x="490645" y="74375"/>
                </a:lnTo>
                <a:lnTo>
                  <a:pt x="489815" y="74730"/>
                </a:lnTo>
                <a:lnTo>
                  <a:pt x="489005" y="75099"/>
                </a:lnTo>
                <a:lnTo>
                  <a:pt x="488215" y="75482"/>
                </a:lnTo>
                <a:lnTo>
                  <a:pt x="487445" y="75878"/>
                </a:lnTo>
                <a:lnTo>
                  <a:pt x="486694" y="76289"/>
                </a:lnTo>
                <a:lnTo>
                  <a:pt x="485964" y="76713"/>
                </a:lnTo>
                <a:lnTo>
                  <a:pt x="485253" y="77150"/>
                </a:lnTo>
                <a:lnTo>
                  <a:pt x="484563" y="77602"/>
                </a:lnTo>
                <a:lnTo>
                  <a:pt x="483892" y="78067"/>
                </a:lnTo>
                <a:lnTo>
                  <a:pt x="483242" y="78546"/>
                </a:lnTo>
                <a:lnTo>
                  <a:pt x="482611" y="79038"/>
                </a:lnTo>
                <a:lnTo>
                  <a:pt x="482000" y="79544"/>
                </a:lnTo>
                <a:lnTo>
                  <a:pt x="481412" y="80068"/>
                </a:lnTo>
                <a:lnTo>
                  <a:pt x="480849" y="80612"/>
                </a:lnTo>
                <a:lnTo>
                  <a:pt x="480311" y="81177"/>
                </a:lnTo>
                <a:lnTo>
                  <a:pt x="479797" y="81762"/>
                </a:lnTo>
                <a:lnTo>
                  <a:pt x="479309" y="82369"/>
                </a:lnTo>
                <a:lnTo>
                  <a:pt x="478846" y="82996"/>
                </a:lnTo>
                <a:lnTo>
                  <a:pt x="478408" y="83644"/>
                </a:lnTo>
                <a:lnTo>
                  <a:pt x="477995" y="84312"/>
                </a:lnTo>
                <a:lnTo>
                  <a:pt x="477607" y="85002"/>
                </a:lnTo>
                <a:lnTo>
                  <a:pt x="477244" y="85712"/>
                </a:lnTo>
                <a:lnTo>
                  <a:pt x="476906" y="86443"/>
                </a:lnTo>
                <a:lnTo>
                  <a:pt x="476593" y="87194"/>
                </a:lnTo>
                <a:lnTo>
                  <a:pt x="476305" y="87967"/>
                </a:lnTo>
                <a:lnTo>
                  <a:pt x="476042" y="88760"/>
                </a:lnTo>
                <a:lnTo>
                  <a:pt x="475805" y="89574"/>
                </a:lnTo>
                <a:lnTo>
                  <a:pt x="475592" y="90408"/>
                </a:lnTo>
                <a:lnTo>
                  <a:pt x="475404" y="91264"/>
                </a:lnTo>
                <a:lnTo>
                  <a:pt x="475241" y="92140"/>
                </a:lnTo>
                <a:lnTo>
                  <a:pt x="475104" y="93037"/>
                </a:lnTo>
                <a:lnTo>
                  <a:pt x="474991" y="93954"/>
                </a:lnTo>
                <a:lnTo>
                  <a:pt x="474903" y="94893"/>
                </a:lnTo>
                <a:lnTo>
                  <a:pt x="474841" y="95852"/>
                </a:lnTo>
                <a:lnTo>
                  <a:pt x="474803" y="96832"/>
                </a:lnTo>
                <a:lnTo>
                  <a:pt x="474791" y="97833"/>
                </a:lnTo>
                <a:lnTo>
                  <a:pt x="474798" y="98554"/>
                </a:lnTo>
                <a:lnTo>
                  <a:pt x="474818" y="99265"/>
                </a:lnTo>
                <a:lnTo>
                  <a:pt x="474853" y="99966"/>
                </a:lnTo>
                <a:lnTo>
                  <a:pt x="474901" y="100657"/>
                </a:lnTo>
                <a:lnTo>
                  <a:pt x="474963" y="101338"/>
                </a:lnTo>
                <a:lnTo>
                  <a:pt x="475038" y="102009"/>
                </a:lnTo>
                <a:lnTo>
                  <a:pt x="475128" y="102669"/>
                </a:lnTo>
                <a:lnTo>
                  <a:pt x="475231" y="103320"/>
                </a:lnTo>
                <a:lnTo>
                  <a:pt x="475348" y="103960"/>
                </a:lnTo>
                <a:lnTo>
                  <a:pt x="475478" y="104590"/>
                </a:lnTo>
                <a:lnTo>
                  <a:pt x="475623" y="105210"/>
                </a:lnTo>
                <a:lnTo>
                  <a:pt x="475781" y="105820"/>
                </a:lnTo>
                <a:lnTo>
                  <a:pt x="475953" y="106420"/>
                </a:lnTo>
                <a:lnTo>
                  <a:pt x="476139" y="107010"/>
                </a:lnTo>
                <a:lnTo>
                  <a:pt x="476338" y="107589"/>
                </a:lnTo>
                <a:lnTo>
                  <a:pt x="476551" y="108159"/>
                </a:lnTo>
                <a:lnTo>
                  <a:pt x="476778" y="108718"/>
                </a:lnTo>
                <a:lnTo>
                  <a:pt x="477019" y="109267"/>
                </a:lnTo>
                <a:lnTo>
                  <a:pt x="477273" y="109806"/>
                </a:lnTo>
                <a:lnTo>
                  <a:pt x="477541" y="110335"/>
                </a:lnTo>
                <a:lnTo>
                  <a:pt x="477823" y="110854"/>
                </a:lnTo>
                <a:lnTo>
                  <a:pt x="478119" y="111362"/>
                </a:lnTo>
                <a:lnTo>
                  <a:pt x="478428" y="111861"/>
                </a:lnTo>
                <a:lnTo>
                  <a:pt x="478752" y="112349"/>
                </a:lnTo>
                <a:lnTo>
                  <a:pt x="479086" y="112827"/>
                </a:lnTo>
                <a:lnTo>
                  <a:pt x="479429" y="113295"/>
                </a:lnTo>
                <a:lnTo>
                  <a:pt x="479780" y="113753"/>
                </a:lnTo>
                <a:lnTo>
                  <a:pt x="480140" y="114200"/>
                </a:lnTo>
                <a:lnTo>
                  <a:pt x="480508" y="114638"/>
                </a:lnTo>
                <a:lnTo>
                  <a:pt x="480885" y="115065"/>
                </a:lnTo>
                <a:lnTo>
                  <a:pt x="481270" y="115482"/>
                </a:lnTo>
                <a:lnTo>
                  <a:pt x="481664" y="115889"/>
                </a:lnTo>
                <a:lnTo>
                  <a:pt x="482066" y="116286"/>
                </a:lnTo>
                <a:lnTo>
                  <a:pt x="482477" y="116673"/>
                </a:lnTo>
                <a:lnTo>
                  <a:pt x="482896" y="117049"/>
                </a:lnTo>
                <a:lnTo>
                  <a:pt x="483324" y="117416"/>
                </a:lnTo>
                <a:lnTo>
                  <a:pt x="483761" y="117772"/>
                </a:lnTo>
                <a:lnTo>
                  <a:pt x="484205" y="118118"/>
                </a:lnTo>
                <a:lnTo>
                  <a:pt x="484659" y="118454"/>
                </a:lnTo>
                <a:lnTo>
                  <a:pt x="485120" y="118780"/>
                </a:lnTo>
                <a:lnTo>
                  <a:pt x="485591" y="119096"/>
                </a:lnTo>
                <a:lnTo>
                  <a:pt x="486070" y="119401"/>
                </a:lnTo>
                <a:lnTo>
                  <a:pt x="486557" y="119697"/>
                </a:lnTo>
                <a:lnTo>
                  <a:pt x="487053" y="119982"/>
                </a:lnTo>
                <a:lnTo>
                  <a:pt x="487557" y="120257"/>
                </a:lnTo>
                <a:lnTo>
                  <a:pt x="488070" y="120522"/>
                </a:lnTo>
                <a:lnTo>
                  <a:pt x="488591" y="120777"/>
                </a:lnTo>
                <a:lnTo>
                  <a:pt x="489121" y="121022"/>
                </a:lnTo>
                <a:lnTo>
                  <a:pt x="489657" y="121256"/>
                </a:lnTo>
                <a:lnTo>
                  <a:pt x="490196" y="121481"/>
                </a:lnTo>
                <a:lnTo>
                  <a:pt x="490738" y="121696"/>
                </a:lnTo>
                <a:lnTo>
                  <a:pt x="491284" y="121901"/>
                </a:lnTo>
                <a:lnTo>
                  <a:pt x="491834" y="122095"/>
                </a:lnTo>
                <a:lnTo>
                  <a:pt x="492386" y="122280"/>
                </a:lnTo>
                <a:lnTo>
                  <a:pt x="492942" y="122455"/>
                </a:lnTo>
                <a:lnTo>
                  <a:pt x="493502" y="122620"/>
                </a:lnTo>
                <a:lnTo>
                  <a:pt x="494065" y="122774"/>
                </a:lnTo>
                <a:lnTo>
                  <a:pt x="494631" y="122919"/>
                </a:lnTo>
                <a:lnTo>
                  <a:pt x="495201" y="123054"/>
                </a:lnTo>
                <a:lnTo>
                  <a:pt x="495774" y="123179"/>
                </a:lnTo>
                <a:lnTo>
                  <a:pt x="496351" y="123294"/>
                </a:lnTo>
                <a:lnTo>
                  <a:pt x="496931" y="123398"/>
                </a:lnTo>
                <a:lnTo>
                  <a:pt x="497514" y="123493"/>
                </a:lnTo>
                <a:lnTo>
                  <a:pt x="498101" y="123578"/>
                </a:lnTo>
                <a:lnTo>
                  <a:pt x="498691" y="123653"/>
                </a:lnTo>
                <a:lnTo>
                  <a:pt x="499284" y="123718"/>
                </a:lnTo>
                <a:lnTo>
                  <a:pt x="499881" y="123773"/>
                </a:lnTo>
                <a:lnTo>
                  <a:pt x="500482" y="123818"/>
                </a:lnTo>
                <a:lnTo>
                  <a:pt x="501085" y="123853"/>
                </a:lnTo>
                <a:lnTo>
                  <a:pt x="501692" y="123878"/>
                </a:lnTo>
                <a:lnTo>
                  <a:pt x="502303" y="123893"/>
                </a:lnTo>
                <a:lnTo>
                  <a:pt x="502917" y="123898"/>
                </a:lnTo>
                <a:lnTo>
                  <a:pt x="503707" y="123892"/>
                </a:lnTo>
                <a:lnTo>
                  <a:pt x="504489" y="123875"/>
                </a:lnTo>
                <a:lnTo>
                  <a:pt x="505263" y="123847"/>
                </a:lnTo>
                <a:lnTo>
                  <a:pt x="506030" y="123808"/>
                </a:lnTo>
                <a:lnTo>
                  <a:pt x="506789" y="123757"/>
                </a:lnTo>
                <a:close/>
                <a:moveTo>
                  <a:pt x="508485" y="107580"/>
                </a:moveTo>
                <a:lnTo>
                  <a:pt x="508071" y="107528"/>
                </a:lnTo>
                <a:lnTo>
                  <a:pt x="507664" y="107467"/>
                </a:lnTo>
                <a:lnTo>
                  <a:pt x="507263" y="107396"/>
                </a:lnTo>
                <a:lnTo>
                  <a:pt x="506870" y="107315"/>
                </a:lnTo>
                <a:lnTo>
                  <a:pt x="506484" y="107225"/>
                </a:lnTo>
                <a:lnTo>
                  <a:pt x="506104" y="107126"/>
                </a:lnTo>
                <a:lnTo>
                  <a:pt x="505732" y="107017"/>
                </a:lnTo>
                <a:lnTo>
                  <a:pt x="505366" y="106899"/>
                </a:lnTo>
                <a:lnTo>
                  <a:pt x="505008" y="106771"/>
                </a:lnTo>
                <a:lnTo>
                  <a:pt x="504656" y="106634"/>
                </a:lnTo>
                <a:lnTo>
                  <a:pt x="504311" y="106487"/>
                </a:lnTo>
                <a:lnTo>
                  <a:pt x="503974" y="106331"/>
                </a:lnTo>
                <a:lnTo>
                  <a:pt x="503643" y="106165"/>
                </a:lnTo>
                <a:lnTo>
                  <a:pt x="503319" y="105990"/>
                </a:lnTo>
                <a:lnTo>
                  <a:pt x="503002" y="105806"/>
                </a:lnTo>
                <a:lnTo>
                  <a:pt x="502692" y="105612"/>
                </a:lnTo>
                <a:lnTo>
                  <a:pt x="502389" y="105408"/>
                </a:lnTo>
                <a:lnTo>
                  <a:pt x="502093" y="105195"/>
                </a:lnTo>
                <a:lnTo>
                  <a:pt x="501804" y="104973"/>
                </a:lnTo>
                <a:lnTo>
                  <a:pt x="501525" y="104740"/>
                </a:lnTo>
                <a:lnTo>
                  <a:pt x="501257" y="104498"/>
                </a:lnTo>
                <a:lnTo>
                  <a:pt x="501001" y="104246"/>
                </a:lnTo>
                <a:lnTo>
                  <a:pt x="500757" y="103983"/>
                </a:lnTo>
                <a:lnTo>
                  <a:pt x="500525" y="103711"/>
                </a:lnTo>
                <a:lnTo>
                  <a:pt x="500305" y="103428"/>
                </a:lnTo>
                <a:lnTo>
                  <a:pt x="500097" y="103135"/>
                </a:lnTo>
                <a:lnTo>
                  <a:pt x="499901" y="102832"/>
                </a:lnTo>
                <a:lnTo>
                  <a:pt x="499716" y="102519"/>
                </a:lnTo>
                <a:lnTo>
                  <a:pt x="499544" y="102196"/>
                </a:lnTo>
                <a:lnTo>
                  <a:pt x="499383" y="101863"/>
                </a:lnTo>
                <a:lnTo>
                  <a:pt x="499234" y="101519"/>
                </a:lnTo>
                <a:lnTo>
                  <a:pt x="499097" y="101166"/>
                </a:lnTo>
                <a:lnTo>
                  <a:pt x="498973" y="100803"/>
                </a:lnTo>
                <a:lnTo>
                  <a:pt x="498859" y="100429"/>
                </a:lnTo>
                <a:lnTo>
                  <a:pt x="498758" y="100045"/>
                </a:lnTo>
                <a:lnTo>
                  <a:pt x="498669" y="99651"/>
                </a:lnTo>
                <a:lnTo>
                  <a:pt x="498592" y="99247"/>
                </a:lnTo>
                <a:lnTo>
                  <a:pt x="498526" y="98833"/>
                </a:lnTo>
                <a:lnTo>
                  <a:pt x="498473" y="98409"/>
                </a:lnTo>
                <a:lnTo>
                  <a:pt x="498431" y="97975"/>
                </a:lnTo>
                <a:lnTo>
                  <a:pt x="498401" y="97531"/>
                </a:lnTo>
                <a:lnTo>
                  <a:pt x="498384" y="97076"/>
                </a:lnTo>
                <a:lnTo>
                  <a:pt x="498378" y="96612"/>
                </a:lnTo>
                <a:lnTo>
                  <a:pt x="498391" y="95968"/>
                </a:lnTo>
                <a:lnTo>
                  <a:pt x="498430" y="95339"/>
                </a:lnTo>
                <a:lnTo>
                  <a:pt x="498494" y="94725"/>
                </a:lnTo>
                <a:lnTo>
                  <a:pt x="498585" y="94126"/>
                </a:lnTo>
                <a:lnTo>
                  <a:pt x="498702" y="93542"/>
                </a:lnTo>
                <a:lnTo>
                  <a:pt x="498845" y="92973"/>
                </a:lnTo>
                <a:lnTo>
                  <a:pt x="499014" y="92420"/>
                </a:lnTo>
                <a:lnTo>
                  <a:pt x="499208" y="91881"/>
                </a:lnTo>
                <a:lnTo>
                  <a:pt x="499429" y="91357"/>
                </a:lnTo>
                <a:lnTo>
                  <a:pt x="499676" y="90848"/>
                </a:lnTo>
                <a:lnTo>
                  <a:pt x="499948" y="90354"/>
                </a:lnTo>
                <a:lnTo>
                  <a:pt x="500247" y="89875"/>
                </a:lnTo>
                <a:lnTo>
                  <a:pt x="500571" y="89411"/>
                </a:lnTo>
                <a:lnTo>
                  <a:pt x="500922" y="88962"/>
                </a:lnTo>
                <a:lnTo>
                  <a:pt x="501298" y="88528"/>
                </a:lnTo>
                <a:lnTo>
                  <a:pt x="501701" y="88109"/>
                </a:lnTo>
                <a:lnTo>
                  <a:pt x="502129" y="87705"/>
                </a:lnTo>
                <a:lnTo>
                  <a:pt x="502583" y="87316"/>
                </a:lnTo>
                <a:lnTo>
                  <a:pt x="503063" y="86942"/>
                </a:lnTo>
                <a:lnTo>
                  <a:pt x="503570" y="86583"/>
                </a:lnTo>
                <a:lnTo>
                  <a:pt x="504102" y="86239"/>
                </a:lnTo>
                <a:lnTo>
                  <a:pt x="504660" y="85910"/>
                </a:lnTo>
                <a:lnTo>
                  <a:pt x="505244" y="85596"/>
                </a:lnTo>
                <a:lnTo>
                  <a:pt x="505854" y="85297"/>
                </a:lnTo>
                <a:lnTo>
                  <a:pt x="506497" y="85011"/>
                </a:lnTo>
                <a:lnTo>
                  <a:pt x="507178" y="84737"/>
                </a:lnTo>
                <a:lnTo>
                  <a:pt x="507899" y="84475"/>
                </a:lnTo>
                <a:lnTo>
                  <a:pt x="508658" y="84225"/>
                </a:lnTo>
                <a:lnTo>
                  <a:pt x="509456" y="83986"/>
                </a:lnTo>
                <a:lnTo>
                  <a:pt x="510293" y="83760"/>
                </a:lnTo>
                <a:lnTo>
                  <a:pt x="511170" y="83545"/>
                </a:lnTo>
                <a:lnTo>
                  <a:pt x="512085" y="83342"/>
                </a:lnTo>
                <a:lnTo>
                  <a:pt x="513039" y="83151"/>
                </a:lnTo>
                <a:lnTo>
                  <a:pt x="514032" y="82972"/>
                </a:lnTo>
                <a:lnTo>
                  <a:pt x="515064" y="82805"/>
                </a:lnTo>
                <a:lnTo>
                  <a:pt x="516134" y="82649"/>
                </a:lnTo>
                <a:lnTo>
                  <a:pt x="517244" y="82506"/>
                </a:lnTo>
                <a:lnTo>
                  <a:pt x="518393" y="82374"/>
                </a:lnTo>
                <a:lnTo>
                  <a:pt x="519581" y="82254"/>
                </a:lnTo>
                <a:lnTo>
                  <a:pt x="520807" y="82145"/>
                </a:lnTo>
                <a:lnTo>
                  <a:pt x="522073" y="82049"/>
                </a:lnTo>
                <a:lnTo>
                  <a:pt x="523377" y="81965"/>
                </a:lnTo>
                <a:lnTo>
                  <a:pt x="524721" y="81892"/>
                </a:lnTo>
                <a:lnTo>
                  <a:pt x="526103" y="81831"/>
                </a:lnTo>
                <a:lnTo>
                  <a:pt x="527525" y="81782"/>
                </a:lnTo>
                <a:lnTo>
                  <a:pt x="528985" y="81745"/>
                </a:lnTo>
                <a:lnTo>
                  <a:pt x="530484" y="81719"/>
                </a:lnTo>
                <a:lnTo>
                  <a:pt x="532022" y="81706"/>
                </a:lnTo>
                <a:lnTo>
                  <a:pt x="532022" y="96066"/>
                </a:lnTo>
                <a:lnTo>
                  <a:pt x="531736" y="96443"/>
                </a:lnTo>
                <a:lnTo>
                  <a:pt x="531443" y="96817"/>
                </a:lnTo>
                <a:lnTo>
                  <a:pt x="531141" y="97186"/>
                </a:lnTo>
                <a:lnTo>
                  <a:pt x="530832" y="97553"/>
                </a:lnTo>
                <a:lnTo>
                  <a:pt x="530514" y="97916"/>
                </a:lnTo>
                <a:lnTo>
                  <a:pt x="530189" y="98275"/>
                </a:lnTo>
                <a:lnTo>
                  <a:pt x="529856" y="98631"/>
                </a:lnTo>
                <a:lnTo>
                  <a:pt x="529515" y="98984"/>
                </a:lnTo>
                <a:lnTo>
                  <a:pt x="529166" y="99333"/>
                </a:lnTo>
                <a:lnTo>
                  <a:pt x="528810" y="99679"/>
                </a:lnTo>
                <a:lnTo>
                  <a:pt x="528445" y="100021"/>
                </a:lnTo>
                <a:lnTo>
                  <a:pt x="528073" y="100360"/>
                </a:lnTo>
                <a:lnTo>
                  <a:pt x="527692" y="100695"/>
                </a:lnTo>
                <a:lnTo>
                  <a:pt x="527304" y="101027"/>
                </a:lnTo>
                <a:lnTo>
                  <a:pt x="526908" y="101355"/>
                </a:lnTo>
                <a:lnTo>
                  <a:pt x="526504" y="101680"/>
                </a:lnTo>
                <a:lnTo>
                  <a:pt x="526092" y="102001"/>
                </a:lnTo>
                <a:lnTo>
                  <a:pt x="525672" y="102319"/>
                </a:lnTo>
                <a:lnTo>
                  <a:pt x="525244" y="102634"/>
                </a:lnTo>
                <a:lnTo>
                  <a:pt x="524809" y="102945"/>
                </a:lnTo>
                <a:lnTo>
                  <a:pt x="524366" y="103253"/>
                </a:lnTo>
                <a:lnTo>
                  <a:pt x="523914" y="103557"/>
                </a:lnTo>
                <a:lnTo>
                  <a:pt x="523455" y="103858"/>
                </a:lnTo>
                <a:lnTo>
                  <a:pt x="522988" y="104155"/>
                </a:lnTo>
                <a:lnTo>
                  <a:pt x="522515" y="104444"/>
                </a:lnTo>
                <a:lnTo>
                  <a:pt x="522039" y="104721"/>
                </a:lnTo>
                <a:lnTo>
                  <a:pt x="521559" y="104985"/>
                </a:lnTo>
                <a:lnTo>
                  <a:pt x="521076" y="105238"/>
                </a:lnTo>
                <a:lnTo>
                  <a:pt x="520589" y="105478"/>
                </a:lnTo>
                <a:lnTo>
                  <a:pt x="520098" y="105705"/>
                </a:lnTo>
                <a:lnTo>
                  <a:pt x="519604" y="105921"/>
                </a:lnTo>
                <a:lnTo>
                  <a:pt x="519106" y="106124"/>
                </a:lnTo>
                <a:lnTo>
                  <a:pt x="518605" y="106314"/>
                </a:lnTo>
                <a:lnTo>
                  <a:pt x="518100" y="106493"/>
                </a:lnTo>
                <a:lnTo>
                  <a:pt x="517592" y="106659"/>
                </a:lnTo>
                <a:lnTo>
                  <a:pt x="517080" y="106813"/>
                </a:lnTo>
                <a:lnTo>
                  <a:pt x="516565" y="106954"/>
                </a:lnTo>
                <a:lnTo>
                  <a:pt x="516046" y="107083"/>
                </a:lnTo>
                <a:lnTo>
                  <a:pt x="515523" y="107200"/>
                </a:lnTo>
                <a:lnTo>
                  <a:pt x="514997" y="107305"/>
                </a:lnTo>
                <a:lnTo>
                  <a:pt x="514468" y="107397"/>
                </a:lnTo>
                <a:lnTo>
                  <a:pt x="513934" y="107477"/>
                </a:lnTo>
                <a:lnTo>
                  <a:pt x="513398" y="107545"/>
                </a:lnTo>
                <a:lnTo>
                  <a:pt x="512857" y="107600"/>
                </a:lnTo>
                <a:lnTo>
                  <a:pt x="512313" y="107643"/>
                </a:lnTo>
                <a:lnTo>
                  <a:pt x="511766" y="107674"/>
                </a:lnTo>
                <a:lnTo>
                  <a:pt x="511215" y="107692"/>
                </a:lnTo>
                <a:lnTo>
                  <a:pt x="510661" y="107699"/>
                </a:lnTo>
                <a:lnTo>
                  <a:pt x="510212" y="107694"/>
                </a:lnTo>
                <a:lnTo>
                  <a:pt x="509770" y="107680"/>
                </a:lnTo>
                <a:lnTo>
                  <a:pt x="509334" y="107656"/>
                </a:lnTo>
                <a:lnTo>
                  <a:pt x="508906" y="107623"/>
                </a:lnTo>
                <a:lnTo>
                  <a:pt x="508485" y="107580"/>
                </a:lnTo>
                <a:close/>
                <a:moveTo>
                  <a:pt x="853862" y="123757"/>
                </a:moveTo>
                <a:lnTo>
                  <a:pt x="854613" y="123695"/>
                </a:lnTo>
                <a:lnTo>
                  <a:pt x="855356" y="123621"/>
                </a:lnTo>
                <a:lnTo>
                  <a:pt x="856092" y="123537"/>
                </a:lnTo>
                <a:lnTo>
                  <a:pt x="856820" y="123441"/>
                </a:lnTo>
                <a:lnTo>
                  <a:pt x="857540" y="123334"/>
                </a:lnTo>
                <a:lnTo>
                  <a:pt x="858253" y="123215"/>
                </a:lnTo>
                <a:lnTo>
                  <a:pt x="858958" y="123086"/>
                </a:lnTo>
                <a:lnTo>
                  <a:pt x="859655" y="122945"/>
                </a:lnTo>
                <a:lnTo>
                  <a:pt x="860344" y="122792"/>
                </a:lnTo>
                <a:lnTo>
                  <a:pt x="861026" y="122629"/>
                </a:lnTo>
                <a:lnTo>
                  <a:pt x="861700" y="122454"/>
                </a:lnTo>
                <a:lnTo>
                  <a:pt x="862366" y="122268"/>
                </a:lnTo>
                <a:lnTo>
                  <a:pt x="863024" y="122070"/>
                </a:lnTo>
                <a:lnTo>
                  <a:pt x="863675" y="121862"/>
                </a:lnTo>
                <a:lnTo>
                  <a:pt x="864318" y="121642"/>
                </a:lnTo>
                <a:lnTo>
                  <a:pt x="864953" y="121410"/>
                </a:lnTo>
                <a:lnTo>
                  <a:pt x="865581" y="121168"/>
                </a:lnTo>
                <a:lnTo>
                  <a:pt x="866200" y="120914"/>
                </a:lnTo>
                <a:lnTo>
                  <a:pt x="866813" y="120649"/>
                </a:lnTo>
                <a:lnTo>
                  <a:pt x="867418" y="120373"/>
                </a:lnTo>
                <a:lnTo>
                  <a:pt x="868017" y="120086"/>
                </a:lnTo>
                <a:lnTo>
                  <a:pt x="868609" y="119789"/>
                </a:lnTo>
                <a:lnTo>
                  <a:pt x="869196" y="119481"/>
                </a:lnTo>
                <a:lnTo>
                  <a:pt x="869776" y="119162"/>
                </a:lnTo>
                <a:lnTo>
                  <a:pt x="870351" y="118833"/>
                </a:lnTo>
                <a:lnTo>
                  <a:pt x="870919" y="118493"/>
                </a:lnTo>
                <a:lnTo>
                  <a:pt x="871480" y="118142"/>
                </a:lnTo>
                <a:lnTo>
                  <a:pt x="872036" y="117781"/>
                </a:lnTo>
                <a:lnTo>
                  <a:pt x="872586" y="117409"/>
                </a:lnTo>
                <a:lnTo>
                  <a:pt x="873129" y="117026"/>
                </a:lnTo>
                <a:lnTo>
                  <a:pt x="873666" y="116633"/>
                </a:lnTo>
                <a:lnTo>
                  <a:pt x="874197" y="116229"/>
                </a:lnTo>
                <a:lnTo>
                  <a:pt x="874722" y="115814"/>
                </a:lnTo>
                <a:lnTo>
                  <a:pt x="875240" y="115389"/>
                </a:lnTo>
                <a:lnTo>
                  <a:pt x="875753" y="114953"/>
                </a:lnTo>
                <a:lnTo>
                  <a:pt x="876259" y="114506"/>
                </a:lnTo>
                <a:lnTo>
                  <a:pt x="876759" y="114049"/>
                </a:lnTo>
                <a:lnTo>
                  <a:pt x="877253" y="113581"/>
                </a:lnTo>
                <a:lnTo>
                  <a:pt x="877741" y="113102"/>
                </a:lnTo>
                <a:lnTo>
                  <a:pt x="878222" y="112613"/>
                </a:lnTo>
                <a:lnTo>
                  <a:pt x="878697" y="112113"/>
                </a:lnTo>
                <a:lnTo>
                  <a:pt x="879167" y="111602"/>
                </a:lnTo>
                <a:lnTo>
                  <a:pt x="879630" y="111081"/>
                </a:lnTo>
                <a:lnTo>
                  <a:pt x="880342" y="122296"/>
                </a:lnTo>
                <a:lnTo>
                  <a:pt x="902415" y="122296"/>
                </a:lnTo>
                <a:lnTo>
                  <a:pt x="902415" y="63290"/>
                </a:lnTo>
                <a:lnTo>
                  <a:pt x="902411" y="62559"/>
                </a:lnTo>
                <a:lnTo>
                  <a:pt x="902396" y="61839"/>
                </a:lnTo>
                <a:lnTo>
                  <a:pt x="902372" y="61128"/>
                </a:lnTo>
                <a:lnTo>
                  <a:pt x="902339" y="60428"/>
                </a:lnTo>
                <a:lnTo>
                  <a:pt x="902296" y="59738"/>
                </a:lnTo>
                <a:lnTo>
                  <a:pt x="902243" y="59058"/>
                </a:lnTo>
                <a:lnTo>
                  <a:pt x="902181" y="58389"/>
                </a:lnTo>
                <a:lnTo>
                  <a:pt x="902109" y="57729"/>
                </a:lnTo>
                <a:lnTo>
                  <a:pt x="902027" y="57080"/>
                </a:lnTo>
                <a:lnTo>
                  <a:pt x="901936" y="56441"/>
                </a:lnTo>
                <a:lnTo>
                  <a:pt x="901836" y="55812"/>
                </a:lnTo>
                <a:lnTo>
                  <a:pt x="901726" y="55193"/>
                </a:lnTo>
                <a:lnTo>
                  <a:pt x="901606" y="54585"/>
                </a:lnTo>
                <a:lnTo>
                  <a:pt x="901476" y="53986"/>
                </a:lnTo>
                <a:lnTo>
                  <a:pt x="901338" y="53398"/>
                </a:lnTo>
                <a:lnTo>
                  <a:pt x="901189" y="52820"/>
                </a:lnTo>
                <a:lnTo>
                  <a:pt x="901031" y="52252"/>
                </a:lnTo>
                <a:lnTo>
                  <a:pt x="900863" y="51694"/>
                </a:lnTo>
                <a:lnTo>
                  <a:pt x="900686" y="51147"/>
                </a:lnTo>
                <a:lnTo>
                  <a:pt x="900499" y="50610"/>
                </a:lnTo>
                <a:lnTo>
                  <a:pt x="900303" y="50082"/>
                </a:lnTo>
                <a:lnTo>
                  <a:pt x="900097" y="49565"/>
                </a:lnTo>
                <a:lnTo>
                  <a:pt x="899881" y="49058"/>
                </a:lnTo>
                <a:lnTo>
                  <a:pt x="899656" y="48562"/>
                </a:lnTo>
                <a:lnTo>
                  <a:pt x="899422" y="48074"/>
                </a:lnTo>
                <a:lnTo>
                  <a:pt x="899181" y="47595"/>
                </a:lnTo>
                <a:lnTo>
                  <a:pt x="898931" y="47125"/>
                </a:lnTo>
                <a:lnTo>
                  <a:pt x="898673" y="46663"/>
                </a:lnTo>
                <a:lnTo>
                  <a:pt x="898408" y="46210"/>
                </a:lnTo>
                <a:lnTo>
                  <a:pt x="898135" y="45766"/>
                </a:lnTo>
                <a:lnTo>
                  <a:pt x="897854" y="45330"/>
                </a:lnTo>
                <a:lnTo>
                  <a:pt x="897564" y="44903"/>
                </a:lnTo>
                <a:lnTo>
                  <a:pt x="897268" y="44484"/>
                </a:lnTo>
                <a:lnTo>
                  <a:pt x="896963" y="44074"/>
                </a:lnTo>
                <a:lnTo>
                  <a:pt x="896650" y="43672"/>
                </a:lnTo>
                <a:lnTo>
                  <a:pt x="896330" y="43280"/>
                </a:lnTo>
                <a:lnTo>
                  <a:pt x="896001" y="42895"/>
                </a:lnTo>
                <a:lnTo>
                  <a:pt x="895665" y="42520"/>
                </a:lnTo>
                <a:lnTo>
                  <a:pt x="895321" y="42153"/>
                </a:lnTo>
                <a:lnTo>
                  <a:pt x="894968" y="41795"/>
                </a:lnTo>
                <a:lnTo>
                  <a:pt x="894608" y="41445"/>
                </a:lnTo>
                <a:lnTo>
                  <a:pt x="894241" y="41104"/>
                </a:lnTo>
                <a:lnTo>
                  <a:pt x="893865" y="40771"/>
                </a:lnTo>
                <a:lnTo>
                  <a:pt x="893481" y="40448"/>
                </a:lnTo>
                <a:lnTo>
                  <a:pt x="893090" y="40132"/>
                </a:lnTo>
                <a:lnTo>
                  <a:pt x="892690" y="39826"/>
                </a:lnTo>
                <a:lnTo>
                  <a:pt x="892283" y="39528"/>
                </a:lnTo>
                <a:lnTo>
                  <a:pt x="891868" y="39238"/>
                </a:lnTo>
                <a:lnTo>
                  <a:pt x="891446" y="38956"/>
                </a:lnTo>
                <a:lnTo>
                  <a:pt x="891017" y="38682"/>
                </a:lnTo>
                <a:lnTo>
                  <a:pt x="890582" y="38414"/>
                </a:lnTo>
                <a:lnTo>
                  <a:pt x="890141" y="38153"/>
                </a:lnTo>
                <a:lnTo>
                  <a:pt x="889693" y="37900"/>
                </a:lnTo>
                <a:lnTo>
                  <a:pt x="889240" y="37653"/>
                </a:lnTo>
                <a:lnTo>
                  <a:pt x="888779" y="37413"/>
                </a:lnTo>
                <a:lnTo>
                  <a:pt x="888313" y="37181"/>
                </a:lnTo>
                <a:lnTo>
                  <a:pt x="887840" y="36955"/>
                </a:lnTo>
                <a:lnTo>
                  <a:pt x="887360" y="36737"/>
                </a:lnTo>
                <a:lnTo>
                  <a:pt x="886875" y="36525"/>
                </a:lnTo>
                <a:lnTo>
                  <a:pt x="886383" y="36321"/>
                </a:lnTo>
                <a:lnTo>
                  <a:pt x="885885" y="36124"/>
                </a:lnTo>
                <a:lnTo>
                  <a:pt x="885380" y="35934"/>
                </a:lnTo>
                <a:lnTo>
                  <a:pt x="884869" y="35750"/>
                </a:lnTo>
                <a:lnTo>
                  <a:pt x="884352" y="35574"/>
                </a:lnTo>
                <a:lnTo>
                  <a:pt x="883828" y="35405"/>
                </a:lnTo>
                <a:lnTo>
                  <a:pt x="883298" y="35243"/>
                </a:lnTo>
                <a:lnTo>
                  <a:pt x="882762" y="35088"/>
                </a:lnTo>
                <a:lnTo>
                  <a:pt x="882219" y="34940"/>
                </a:lnTo>
                <a:lnTo>
                  <a:pt x="881670" y="34799"/>
                </a:lnTo>
                <a:lnTo>
                  <a:pt x="881115" y="34665"/>
                </a:lnTo>
                <a:lnTo>
                  <a:pt x="880554" y="34538"/>
                </a:lnTo>
                <a:lnTo>
                  <a:pt x="879986" y="34418"/>
                </a:lnTo>
                <a:lnTo>
                  <a:pt x="879412" y="34304"/>
                </a:lnTo>
                <a:lnTo>
                  <a:pt x="878833" y="34195"/>
                </a:lnTo>
                <a:lnTo>
                  <a:pt x="878250" y="34091"/>
                </a:lnTo>
                <a:lnTo>
                  <a:pt x="877662" y="33991"/>
                </a:lnTo>
                <a:lnTo>
                  <a:pt x="877068" y="33897"/>
                </a:lnTo>
                <a:lnTo>
                  <a:pt x="876470" y="33807"/>
                </a:lnTo>
                <a:lnTo>
                  <a:pt x="875867" y="33722"/>
                </a:lnTo>
                <a:lnTo>
                  <a:pt x="875258" y="33642"/>
                </a:lnTo>
                <a:lnTo>
                  <a:pt x="874645" y="33567"/>
                </a:lnTo>
                <a:lnTo>
                  <a:pt x="874027" y="33497"/>
                </a:lnTo>
                <a:lnTo>
                  <a:pt x="873404" y="33431"/>
                </a:lnTo>
                <a:lnTo>
                  <a:pt x="872776" y="33371"/>
                </a:lnTo>
                <a:lnTo>
                  <a:pt x="872143" y="33315"/>
                </a:lnTo>
                <a:lnTo>
                  <a:pt x="871505" y="33264"/>
                </a:lnTo>
                <a:lnTo>
                  <a:pt x="870862" y="33218"/>
                </a:lnTo>
                <a:lnTo>
                  <a:pt x="870215" y="33177"/>
                </a:lnTo>
                <a:lnTo>
                  <a:pt x="869562" y="33140"/>
                </a:lnTo>
                <a:lnTo>
                  <a:pt x="868904" y="33109"/>
                </a:lnTo>
                <a:lnTo>
                  <a:pt x="868242" y="33082"/>
                </a:lnTo>
                <a:lnTo>
                  <a:pt x="867574" y="33060"/>
                </a:lnTo>
                <a:lnTo>
                  <a:pt x="866902" y="33043"/>
                </a:lnTo>
                <a:lnTo>
                  <a:pt x="866224" y="33031"/>
                </a:lnTo>
                <a:lnTo>
                  <a:pt x="865542" y="33024"/>
                </a:lnTo>
                <a:lnTo>
                  <a:pt x="864854" y="33022"/>
                </a:lnTo>
                <a:lnTo>
                  <a:pt x="863917" y="33027"/>
                </a:lnTo>
                <a:lnTo>
                  <a:pt x="862989" y="33042"/>
                </a:lnTo>
                <a:lnTo>
                  <a:pt x="862071" y="33067"/>
                </a:lnTo>
                <a:lnTo>
                  <a:pt x="861162" y="33102"/>
                </a:lnTo>
                <a:lnTo>
                  <a:pt x="860262" y="33147"/>
                </a:lnTo>
                <a:lnTo>
                  <a:pt x="859372" y="33202"/>
                </a:lnTo>
                <a:lnTo>
                  <a:pt x="858491" y="33267"/>
                </a:lnTo>
                <a:lnTo>
                  <a:pt x="857620" y="33342"/>
                </a:lnTo>
                <a:lnTo>
                  <a:pt x="856758" y="33427"/>
                </a:lnTo>
                <a:lnTo>
                  <a:pt x="855906" y="33522"/>
                </a:lnTo>
                <a:lnTo>
                  <a:pt x="855063" y="33628"/>
                </a:lnTo>
                <a:lnTo>
                  <a:pt x="854229" y="33743"/>
                </a:lnTo>
                <a:lnTo>
                  <a:pt x="853405" y="33868"/>
                </a:lnTo>
                <a:lnTo>
                  <a:pt x="852590" y="34003"/>
                </a:lnTo>
                <a:lnTo>
                  <a:pt x="851785" y="34148"/>
                </a:lnTo>
                <a:lnTo>
                  <a:pt x="850989" y="34304"/>
                </a:lnTo>
                <a:lnTo>
                  <a:pt x="850203" y="34469"/>
                </a:lnTo>
                <a:lnTo>
                  <a:pt x="849426" y="34644"/>
                </a:lnTo>
                <a:lnTo>
                  <a:pt x="848658" y="34829"/>
                </a:lnTo>
                <a:lnTo>
                  <a:pt x="847900" y="35025"/>
                </a:lnTo>
                <a:lnTo>
                  <a:pt x="847151" y="35230"/>
                </a:lnTo>
                <a:lnTo>
                  <a:pt x="846412" y="35445"/>
                </a:lnTo>
                <a:lnTo>
                  <a:pt x="845682" y="35671"/>
                </a:lnTo>
                <a:lnTo>
                  <a:pt x="844961" y="35906"/>
                </a:lnTo>
                <a:lnTo>
                  <a:pt x="844252" y="36153"/>
                </a:lnTo>
                <a:lnTo>
                  <a:pt x="843556" y="36412"/>
                </a:lnTo>
                <a:lnTo>
                  <a:pt x="842872" y="36685"/>
                </a:lnTo>
                <a:lnTo>
                  <a:pt x="842202" y="36970"/>
                </a:lnTo>
                <a:lnTo>
                  <a:pt x="841545" y="37268"/>
                </a:lnTo>
                <a:lnTo>
                  <a:pt x="840900" y="37579"/>
                </a:lnTo>
                <a:lnTo>
                  <a:pt x="840269" y="37903"/>
                </a:lnTo>
                <a:lnTo>
                  <a:pt x="839651" y="38240"/>
                </a:lnTo>
                <a:lnTo>
                  <a:pt x="839045" y="38590"/>
                </a:lnTo>
                <a:lnTo>
                  <a:pt x="838453" y="38952"/>
                </a:lnTo>
                <a:lnTo>
                  <a:pt x="837873" y="39327"/>
                </a:lnTo>
                <a:lnTo>
                  <a:pt x="837307" y="39715"/>
                </a:lnTo>
                <a:lnTo>
                  <a:pt x="836753" y="40116"/>
                </a:lnTo>
                <a:lnTo>
                  <a:pt x="836213" y="40530"/>
                </a:lnTo>
                <a:lnTo>
                  <a:pt x="835685" y="40957"/>
                </a:lnTo>
                <a:lnTo>
                  <a:pt x="835171" y="41396"/>
                </a:lnTo>
                <a:lnTo>
                  <a:pt x="834669" y="41848"/>
                </a:lnTo>
                <a:lnTo>
                  <a:pt x="834180" y="42313"/>
                </a:lnTo>
                <a:lnTo>
                  <a:pt x="833705" y="42791"/>
                </a:lnTo>
                <a:lnTo>
                  <a:pt x="833242" y="43282"/>
                </a:lnTo>
                <a:lnTo>
                  <a:pt x="832792" y="43786"/>
                </a:lnTo>
                <a:lnTo>
                  <a:pt x="832356" y="44303"/>
                </a:lnTo>
                <a:lnTo>
                  <a:pt x="831932" y="44832"/>
                </a:lnTo>
                <a:lnTo>
                  <a:pt x="831521" y="45374"/>
                </a:lnTo>
                <a:lnTo>
                  <a:pt x="831125" y="45931"/>
                </a:lnTo>
                <a:lnTo>
                  <a:pt x="830746" y="46503"/>
                </a:lnTo>
                <a:lnTo>
                  <a:pt x="830384" y="47093"/>
                </a:lnTo>
                <a:lnTo>
                  <a:pt x="830039" y="47698"/>
                </a:lnTo>
                <a:lnTo>
                  <a:pt x="829711" y="48320"/>
                </a:lnTo>
                <a:lnTo>
                  <a:pt x="829399" y="48958"/>
                </a:lnTo>
                <a:lnTo>
                  <a:pt x="829104" y="49612"/>
                </a:lnTo>
                <a:lnTo>
                  <a:pt x="828826" y="50282"/>
                </a:lnTo>
                <a:lnTo>
                  <a:pt x="828565" y="50969"/>
                </a:lnTo>
                <a:lnTo>
                  <a:pt x="828321" y="51672"/>
                </a:lnTo>
                <a:lnTo>
                  <a:pt x="828094" y="52391"/>
                </a:lnTo>
                <a:lnTo>
                  <a:pt x="827883" y="53127"/>
                </a:lnTo>
                <a:lnTo>
                  <a:pt x="827689" y="53879"/>
                </a:lnTo>
                <a:lnTo>
                  <a:pt x="827513" y="54647"/>
                </a:lnTo>
                <a:lnTo>
                  <a:pt x="827353" y="55431"/>
                </a:lnTo>
                <a:lnTo>
                  <a:pt x="827209" y="56232"/>
                </a:lnTo>
                <a:lnTo>
                  <a:pt x="827083" y="57049"/>
                </a:lnTo>
                <a:lnTo>
                  <a:pt x="826974" y="57882"/>
                </a:lnTo>
                <a:lnTo>
                  <a:pt x="826881" y="58731"/>
                </a:lnTo>
                <a:lnTo>
                  <a:pt x="826805" y="59597"/>
                </a:lnTo>
                <a:lnTo>
                  <a:pt x="826746" y="60479"/>
                </a:lnTo>
                <a:lnTo>
                  <a:pt x="826704" y="61377"/>
                </a:lnTo>
                <a:lnTo>
                  <a:pt x="826679" y="62292"/>
                </a:lnTo>
                <a:lnTo>
                  <a:pt x="826670" y="63223"/>
                </a:lnTo>
                <a:lnTo>
                  <a:pt x="848744" y="63223"/>
                </a:lnTo>
                <a:lnTo>
                  <a:pt x="848752" y="62590"/>
                </a:lnTo>
                <a:lnTo>
                  <a:pt x="848776" y="61972"/>
                </a:lnTo>
                <a:lnTo>
                  <a:pt x="848815" y="61369"/>
                </a:lnTo>
                <a:lnTo>
                  <a:pt x="848870" y="60781"/>
                </a:lnTo>
                <a:lnTo>
                  <a:pt x="848941" y="60208"/>
                </a:lnTo>
                <a:lnTo>
                  <a:pt x="849028" y="59649"/>
                </a:lnTo>
                <a:lnTo>
                  <a:pt x="849130" y="59105"/>
                </a:lnTo>
                <a:lnTo>
                  <a:pt x="849248" y="58576"/>
                </a:lnTo>
                <a:lnTo>
                  <a:pt x="849382" y="58061"/>
                </a:lnTo>
                <a:lnTo>
                  <a:pt x="849532" y="57561"/>
                </a:lnTo>
                <a:lnTo>
                  <a:pt x="849698" y="57077"/>
                </a:lnTo>
                <a:lnTo>
                  <a:pt x="849879" y="56606"/>
                </a:lnTo>
                <a:lnTo>
                  <a:pt x="850076" y="56151"/>
                </a:lnTo>
                <a:lnTo>
                  <a:pt x="850289" y="55710"/>
                </a:lnTo>
                <a:lnTo>
                  <a:pt x="850517" y="55285"/>
                </a:lnTo>
                <a:lnTo>
                  <a:pt x="850762" y="54873"/>
                </a:lnTo>
                <a:lnTo>
                  <a:pt x="851022" y="54477"/>
                </a:lnTo>
                <a:lnTo>
                  <a:pt x="851298" y="54096"/>
                </a:lnTo>
                <a:lnTo>
                  <a:pt x="851589" y="53729"/>
                </a:lnTo>
                <a:lnTo>
                  <a:pt x="851896" y="53377"/>
                </a:lnTo>
                <a:lnTo>
                  <a:pt x="852220" y="53040"/>
                </a:lnTo>
                <a:lnTo>
                  <a:pt x="852558" y="52717"/>
                </a:lnTo>
                <a:lnTo>
                  <a:pt x="852913" y="52409"/>
                </a:lnTo>
                <a:lnTo>
                  <a:pt x="853283" y="52116"/>
                </a:lnTo>
                <a:lnTo>
                  <a:pt x="853666" y="51837"/>
                </a:lnTo>
                <a:lnTo>
                  <a:pt x="854057" y="51569"/>
                </a:lnTo>
                <a:lnTo>
                  <a:pt x="854457" y="51313"/>
                </a:lnTo>
                <a:lnTo>
                  <a:pt x="854866" y="51068"/>
                </a:lnTo>
                <a:lnTo>
                  <a:pt x="855283" y="50836"/>
                </a:lnTo>
                <a:lnTo>
                  <a:pt x="855709" y="50616"/>
                </a:lnTo>
                <a:lnTo>
                  <a:pt x="856143" y="50408"/>
                </a:lnTo>
                <a:lnTo>
                  <a:pt x="856587" y="50211"/>
                </a:lnTo>
                <a:lnTo>
                  <a:pt x="857038" y="50027"/>
                </a:lnTo>
                <a:lnTo>
                  <a:pt x="857499" y="49854"/>
                </a:lnTo>
                <a:lnTo>
                  <a:pt x="857968" y="49693"/>
                </a:lnTo>
                <a:lnTo>
                  <a:pt x="858446" y="49544"/>
                </a:lnTo>
                <a:lnTo>
                  <a:pt x="858932" y="49407"/>
                </a:lnTo>
                <a:lnTo>
                  <a:pt x="859427" y="49282"/>
                </a:lnTo>
                <a:lnTo>
                  <a:pt x="859931" y="49169"/>
                </a:lnTo>
                <a:lnTo>
                  <a:pt x="860444" y="49068"/>
                </a:lnTo>
                <a:lnTo>
                  <a:pt x="860965" y="48979"/>
                </a:lnTo>
                <a:lnTo>
                  <a:pt x="861494" y="48901"/>
                </a:lnTo>
                <a:lnTo>
                  <a:pt x="862033" y="48836"/>
                </a:lnTo>
                <a:lnTo>
                  <a:pt x="862580" y="48782"/>
                </a:lnTo>
                <a:lnTo>
                  <a:pt x="863135" y="48740"/>
                </a:lnTo>
                <a:lnTo>
                  <a:pt x="863700" y="48711"/>
                </a:lnTo>
                <a:lnTo>
                  <a:pt x="864273" y="48693"/>
                </a:lnTo>
                <a:lnTo>
                  <a:pt x="864854" y="48687"/>
                </a:lnTo>
                <a:lnTo>
                  <a:pt x="865384" y="48692"/>
                </a:lnTo>
                <a:lnTo>
                  <a:pt x="865906" y="48709"/>
                </a:lnTo>
                <a:lnTo>
                  <a:pt x="866420" y="48737"/>
                </a:lnTo>
                <a:lnTo>
                  <a:pt x="866925" y="48776"/>
                </a:lnTo>
                <a:lnTo>
                  <a:pt x="867422" y="48826"/>
                </a:lnTo>
                <a:lnTo>
                  <a:pt x="867911" y="48888"/>
                </a:lnTo>
                <a:lnTo>
                  <a:pt x="868392" y="48960"/>
                </a:lnTo>
                <a:lnTo>
                  <a:pt x="868865" y="49044"/>
                </a:lnTo>
                <a:lnTo>
                  <a:pt x="869329" y="49139"/>
                </a:lnTo>
                <a:lnTo>
                  <a:pt x="869785" y="49245"/>
                </a:lnTo>
                <a:lnTo>
                  <a:pt x="870233" y="49362"/>
                </a:lnTo>
                <a:lnTo>
                  <a:pt x="870673" y="49491"/>
                </a:lnTo>
                <a:lnTo>
                  <a:pt x="871105" y="49630"/>
                </a:lnTo>
                <a:lnTo>
                  <a:pt x="871528" y="49781"/>
                </a:lnTo>
                <a:lnTo>
                  <a:pt x="871944" y="49943"/>
                </a:lnTo>
                <a:lnTo>
                  <a:pt x="872351" y="50116"/>
                </a:lnTo>
                <a:lnTo>
                  <a:pt x="872750" y="50300"/>
                </a:lnTo>
                <a:lnTo>
                  <a:pt x="873140" y="50495"/>
                </a:lnTo>
                <a:lnTo>
                  <a:pt x="873523" y="50702"/>
                </a:lnTo>
                <a:lnTo>
                  <a:pt x="873897" y="50920"/>
                </a:lnTo>
                <a:lnTo>
                  <a:pt x="874263" y="51149"/>
                </a:lnTo>
                <a:lnTo>
                  <a:pt x="874621" y="51389"/>
                </a:lnTo>
                <a:lnTo>
                  <a:pt x="874971" y="51640"/>
                </a:lnTo>
                <a:lnTo>
                  <a:pt x="875313" y="51902"/>
                </a:lnTo>
                <a:lnTo>
                  <a:pt x="875643" y="52180"/>
                </a:lnTo>
                <a:lnTo>
                  <a:pt x="875960" y="52476"/>
                </a:lnTo>
                <a:lnTo>
                  <a:pt x="876262" y="52792"/>
                </a:lnTo>
                <a:lnTo>
                  <a:pt x="876550" y="53127"/>
                </a:lnTo>
                <a:lnTo>
                  <a:pt x="876824" y="53481"/>
                </a:lnTo>
                <a:lnTo>
                  <a:pt x="877085" y="53854"/>
                </a:lnTo>
                <a:lnTo>
                  <a:pt x="877331" y="54247"/>
                </a:lnTo>
                <a:lnTo>
                  <a:pt x="877563" y="54658"/>
                </a:lnTo>
                <a:lnTo>
                  <a:pt x="877781" y="55089"/>
                </a:lnTo>
                <a:lnTo>
                  <a:pt x="877984" y="55539"/>
                </a:lnTo>
                <a:lnTo>
                  <a:pt x="878174" y="56008"/>
                </a:lnTo>
                <a:lnTo>
                  <a:pt x="878350" y="56496"/>
                </a:lnTo>
                <a:lnTo>
                  <a:pt x="878512" y="57003"/>
                </a:lnTo>
                <a:lnTo>
                  <a:pt x="878659" y="57529"/>
                </a:lnTo>
                <a:lnTo>
                  <a:pt x="878793" y="58075"/>
                </a:lnTo>
                <a:lnTo>
                  <a:pt x="878913" y="58640"/>
                </a:lnTo>
                <a:lnTo>
                  <a:pt x="879018" y="59223"/>
                </a:lnTo>
                <a:lnTo>
                  <a:pt x="879109" y="59826"/>
                </a:lnTo>
                <a:lnTo>
                  <a:pt x="879187" y="60448"/>
                </a:lnTo>
                <a:lnTo>
                  <a:pt x="879250" y="61090"/>
                </a:lnTo>
                <a:lnTo>
                  <a:pt x="879299" y="61750"/>
                </a:lnTo>
                <a:lnTo>
                  <a:pt x="879334" y="62429"/>
                </a:lnTo>
                <a:lnTo>
                  <a:pt x="879356" y="63128"/>
                </a:lnTo>
                <a:lnTo>
                  <a:pt x="879363" y="63846"/>
                </a:lnTo>
                <a:lnTo>
                  <a:pt x="879363" y="68622"/>
                </a:lnTo>
                <a:lnTo>
                  <a:pt x="877938" y="68655"/>
                </a:lnTo>
                <a:lnTo>
                  <a:pt x="876529" y="68694"/>
                </a:lnTo>
                <a:lnTo>
                  <a:pt x="875134" y="68740"/>
                </a:lnTo>
                <a:lnTo>
                  <a:pt x="873754" y="68792"/>
                </a:lnTo>
                <a:lnTo>
                  <a:pt x="872388" y="68851"/>
                </a:lnTo>
                <a:lnTo>
                  <a:pt x="871038" y="68916"/>
                </a:lnTo>
                <a:lnTo>
                  <a:pt x="869701" y="68988"/>
                </a:lnTo>
                <a:lnTo>
                  <a:pt x="868380" y="69066"/>
                </a:lnTo>
                <a:lnTo>
                  <a:pt x="867073" y="69150"/>
                </a:lnTo>
                <a:lnTo>
                  <a:pt x="865781" y="69241"/>
                </a:lnTo>
                <a:lnTo>
                  <a:pt x="864504" y="69338"/>
                </a:lnTo>
                <a:lnTo>
                  <a:pt x="863241" y="69441"/>
                </a:lnTo>
                <a:lnTo>
                  <a:pt x="861993" y="69551"/>
                </a:lnTo>
                <a:lnTo>
                  <a:pt x="860760" y="69668"/>
                </a:lnTo>
                <a:lnTo>
                  <a:pt x="859541" y="69791"/>
                </a:lnTo>
                <a:lnTo>
                  <a:pt x="858337" y="69920"/>
                </a:lnTo>
                <a:lnTo>
                  <a:pt x="857148" y="70055"/>
                </a:lnTo>
                <a:lnTo>
                  <a:pt x="855973" y="70197"/>
                </a:lnTo>
                <a:lnTo>
                  <a:pt x="854813" y="70346"/>
                </a:lnTo>
                <a:lnTo>
                  <a:pt x="853668" y="70500"/>
                </a:lnTo>
                <a:lnTo>
                  <a:pt x="852537" y="70661"/>
                </a:lnTo>
                <a:lnTo>
                  <a:pt x="851421" y="70829"/>
                </a:lnTo>
                <a:lnTo>
                  <a:pt x="850320" y="71003"/>
                </a:lnTo>
                <a:lnTo>
                  <a:pt x="849234" y="71183"/>
                </a:lnTo>
                <a:lnTo>
                  <a:pt x="848164" y="71374"/>
                </a:lnTo>
                <a:lnTo>
                  <a:pt x="847115" y="71578"/>
                </a:lnTo>
                <a:lnTo>
                  <a:pt x="846086" y="71796"/>
                </a:lnTo>
                <a:lnTo>
                  <a:pt x="845076" y="72028"/>
                </a:lnTo>
                <a:lnTo>
                  <a:pt x="844087" y="72273"/>
                </a:lnTo>
                <a:lnTo>
                  <a:pt x="843117" y="72532"/>
                </a:lnTo>
                <a:lnTo>
                  <a:pt x="842168" y="72805"/>
                </a:lnTo>
                <a:lnTo>
                  <a:pt x="841238" y="73091"/>
                </a:lnTo>
                <a:lnTo>
                  <a:pt x="840328" y="73392"/>
                </a:lnTo>
                <a:lnTo>
                  <a:pt x="839438" y="73706"/>
                </a:lnTo>
                <a:lnTo>
                  <a:pt x="838568" y="74034"/>
                </a:lnTo>
                <a:lnTo>
                  <a:pt x="837718" y="74375"/>
                </a:lnTo>
                <a:lnTo>
                  <a:pt x="836888" y="74730"/>
                </a:lnTo>
                <a:lnTo>
                  <a:pt x="836078" y="75099"/>
                </a:lnTo>
                <a:lnTo>
                  <a:pt x="835288" y="75482"/>
                </a:lnTo>
                <a:lnTo>
                  <a:pt x="834518" y="75878"/>
                </a:lnTo>
                <a:lnTo>
                  <a:pt x="833768" y="76289"/>
                </a:lnTo>
                <a:lnTo>
                  <a:pt x="833037" y="76713"/>
                </a:lnTo>
                <a:lnTo>
                  <a:pt x="832327" y="77150"/>
                </a:lnTo>
                <a:lnTo>
                  <a:pt x="831636" y="77602"/>
                </a:lnTo>
                <a:lnTo>
                  <a:pt x="830966" y="78067"/>
                </a:lnTo>
                <a:lnTo>
                  <a:pt x="830315" y="78546"/>
                </a:lnTo>
                <a:lnTo>
                  <a:pt x="829684" y="79038"/>
                </a:lnTo>
                <a:lnTo>
                  <a:pt x="829074" y="79544"/>
                </a:lnTo>
                <a:lnTo>
                  <a:pt x="828485" y="80068"/>
                </a:lnTo>
                <a:lnTo>
                  <a:pt x="827922" y="80612"/>
                </a:lnTo>
                <a:lnTo>
                  <a:pt x="827384" y="81177"/>
                </a:lnTo>
                <a:lnTo>
                  <a:pt x="826871" y="81762"/>
                </a:lnTo>
                <a:lnTo>
                  <a:pt x="826382" y="82369"/>
                </a:lnTo>
                <a:lnTo>
                  <a:pt x="825919" y="82996"/>
                </a:lnTo>
                <a:lnTo>
                  <a:pt x="825481" y="83644"/>
                </a:lnTo>
                <a:lnTo>
                  <a:pt x="825068" y="84312"/>
                </a:lnTo>
                <a:lnTo>
                  <a:pt x="824680" y="85002"/>
                </a:lnTo>
                <a:lnTo>
                  <a:pt x="824317" y="85712"/>
                </a:lnTo>
                <a:lnTo>
                  <a:pt x="823979" y="86443"/>
                </a:lnTo>
                <a:lnTo>
                  <a:pt x="823666" y="87194"/>
                </a:lnTo>
                <a:lnTo>
                  <a:pt x="823379" y="87967"/>
                </a:lnTo>
                <a:lnTo>
                  <a:pt x="823116" y="88760"/>
                </a:lnTo>
                <a:lnTo>
                  <a:pt x="822878" y="89574"/>
                </a:lnTo>
                <a:lnTo>
                  <a:pt x="822665" y="90408"/>
                </a:lnTo>
                <a:lnTo>
                  <a:pt x="822477" y="91264"/>
                </a:lnTo>
                <a:lnTo>
                  <a:pt x="822315" y="92140"/>
                </a:lnTo>
                <a:lnTo>
                  <a:pt x="822177" y="93037"/>
                </a:lnTo>
                <a:lnTo>
                  <a:pt x="822064" y="93954"/>
                </a:lnTo>
                <a:lnTo>
                  <a:pt x="821977" y="94893"/>
                </a:lnTo>
                <a:lnTo>
                  <a:pt x="821914" y="95852"/>
                </a:lnTo>
                <a:lnTo>
                  <a:pt x="821877" y="96832"/>
                </a:lnTo>
                <a:lnTo>
                  <a:pt x="821864" y="97833"/>
                </a:lnTo>
                <a:lnTo>
                  <a:pt x="821871" y="98554"/>
                </a:lnTo>
                <a:lnTo>
                  <a:pt x="821892" y="99265"/>
                </a:lnTo>
                <a:lnTo>
                  <a:pt x="821926" y="99966"/>
                </a:lnTo>
                <a:lnTo>
                  <a:pt x="821974" y="100657"/>
                </a:lnTo>
                <a:lnTo>
                  <a:pt x="822036" y="101338"/>
                </a:lnTo>
                <a:lnTo>
                  <a:pt x="822112" y="102009"/>
                </a:lnTo>
                <a:lnTo>
                  <a:pt x="822201" y="102669"/>
                </a:lnTo>
                <a:lnTo>
                  <a:pt x="822304" y="103320"/>
                </a:lnTo>
                <a:lnTo>
                  <a:pt x="822421" y="103960"/>
                </a:lnTo>
                <a:lnTo>
                  <a:pt x="822552" y="104590"/>
                </a:lnTo>
                <a:lnTo>
                  <a:pt x="822696" y="105210"/>
                </a:lnTo>
                <a:lnTo>
                  <a:pt x="822854" y="105820"/>
                </a:lnTo>
                <a:lnTo>
                  <a:pt x="823026" y="106420"/>
                </a:lnTo>
                <a:lnTo>
                  <a:pt x="823212" y="107010"/>
                </a:lnTo>
                <a:lnTo>
                  <a:pt x="823411" y="107589"/>
                </a:lnTo>
                <a:lnTo>
                  <a:pt x="823624" y="108159"/>
                </a:lnTo>
                <a:lnTo>
                  <a:pt x="823851" y="108718"/>
                </a:lnTo>
                <a:lnTo>
                  <a:pt x="824092" y="109267"/>
                </a:lnTo>
                <a:lnTo>
                  <a:pt x="824346" y="109806"/>
                </a:lnTo>
                <a:lnTo>
                  <a:pt x="824615" y="110335"/>
                </a:lnTo>
                <a:lnTo>
                  <a:pt x="824896" y="110854"/>
                </a:lnTo>
                <a:lnTo>
                  <a:pt x="825192" y="111362"/>
                </a:lnTo>
                <a:lnTo>
                  <a:pt x="825502" y="111861"/>
                </a:lnTo>
                <a:lnTo>
                  <a:pt x="825825" y="112349"/>
                </a:lnTo>
                <a:lnTo>
                  <a:pt x="826159" y="112827"/>
                </a:lnTo>
                <a:lnTo>
                  <a:pt x="826502" y="113295"/>
                </a:lnTo>
                <a:lnTo>
                  <a:pt x="826853" y="113753"/>
                </a:lnTo>
                <a:lnTo>
                  <a:pt x="827213" y="114200"/>
                </a:lnTo>
                <a:lnTo>
                  <a:pt x="827581" y="114638"/>
                </a:lnTo>
                <a:lnTo>
                  <a:pt x="827958" y="115065"/>
                </a:lnTo>
                <a:lnTo>
                  <a:pt x="828344" y="115482"/>
                </a:lnTo>
                <a:lnTo>
                  <a:pt x="828737" y="115889"/>
                </a:lnTo>
                <a:lnTo>
                  <a:pt x="829140" y="116286"/>
                </a:lnTo>
                <a:lnTo>
                  <a:pt x="829550" y="116673"/>
                </a:lnTo>
                <a:lnTo>
                  <a:pt x="829970" y="117049"/>
                </a:lnTo>
                <a:lnTo>
                  <a:pt x="830398" y="117416"/>
                </a:lnTo>
                <a:lnTo>
                  <a:pt x="830834" y="117772"/>
                </a:lnTo>
                <a:lnTo>
                  <a:pt x="831279" y="118118"/>
                </a:lnTo>
                <a:lnTo>
                  <a:pt x="831732" y="118454"/>
                </a:lnTo>
                <a:lnTo>
                  <a:pt x="832194" y="118780"/>
                </a:lnTo>
                <a:lnTo>
                  <a:pt x="832664" y="119096"/>
                </a:lnTo>
                <a:lnTo>
                  <a:pt x="833143" y="119401"/>
                </a:lnTo>
                <a:lnTo>
                  <a:pt x="833630" y="119697"/>
                </a:lnTo>
                <a:lnTo>
                  <a:pt x="834126" y="119982"/>
                </a:lnTo>
                <a:lnTo>
                  <a:pt x="834630" y="120257"/>
                </a:lnTo>
                <a:lnTo>
                  <a:pt x="835143" y="120522"/>
                </a:lnTo>
                <a:lnTo>
                  <a:pt x="835664" y="120777"/>
                </a:lnTo>
                <a:lnTo>
                  <a:pt x="836194" y="121022"/>
                </a:lnTo>
                <a:lnTo>
                  <a:pt x="836730" y="121256"/>
                </a:lnTo>
                <a:lnTo>
                  <a:pt x="837269" y="121481"/>
                </a:lnTo>
                <a:lnTo>
                  <a:pt x="837812" y="121696"/>
                </a:lnTo>
                <a:lnTo>
                  <a:pt x="838357" y="121901"/>
                </a:lnTo>
                <a:lnTo>
                  <a:pt x="838907" y="122095"/>
                </a:lnTo>
                <a:lnTo>
                  <a:pt x="839460" y="122280"/>
                </a:lnTo>
                <a:lnTo>
                  <a:pt x="840016" y="122455"/>
                </a:lnTo>
                <a:lnTo>
                  <a:pt x="840575" y="122620"/>
                </a:lnTo>
                <a:lnTo>
                  <a:pt x="841138" y="122774"/>
                </a:lnTo>
                <a:lnTo>
                  <a:pt x="841705" y="122919"/>
                </a:lnTo>
                <a:lnTo>
                  <a:pt x="842274" y="123054"/>
                </a:lnTo>
                <a:lnTo>
                  <a:pt x="842847" y="123179"/>
                </a:lnTo>
                <a:lnTo>
                  <a:pt x="843424" y="123294"/>
                </a:lnTo>
                <a:lnTo>
                  <a:pt x="844004" y="123398"/>
                </a:lnTo>
                <a:lnTo>
                  <a:pt x="844587" y="123493"/>
                </a:lnTo>
                <a:lnTo>
                  <a:pt x="845174" y="123578"/>
                </a:lnTo>
                <a:lnTo>
                  <a:pt x="845764" y="123653"/>
                </a:lnTo>
                <a:lnTo>
                  <a:pt x="846358" y="123718"/>
                </a:lnTo>
                <a:lnTo>
                  <a:pt x="846955" y="123773"/>
                </a:lnTo>
                <a:lnTo>
                  <a:pt x="847555" y="123818"/>
                </a:lnTo>
                <a:lnTo>
                  <a:pt x="848159" y="123853"/>
                </a:lnTo>
                <a:lnTo>
                  <a:pt x="848766" y="123878"/>
                </a:lnTo>
                <a:lnTo>
                  <a:pt x="849376" y="123893"/>
                </a:lnTo>
                <a:lnTo>
                  <a:pt x="849990" y="123898"/>
                </a:lnTo>
                <a:lnTo>
                  <a:pt x="850780" y="123892"/>
                </a:lnTo>
                <a:lnTo>
                  <a:pt x="851562" y="123875"/>
                </a:lnTo>
                <a:lnTo>
                  <a:pt x="852336" y="123847"/>
                </a:lnTo>
                <a:lnTo>
                  <a:pt x="853103" y="123808"/>
                </a:lnTo>
                <a:lnTo>
                  <a:pt x="853862" y="123757"/>
                </a:lnTo>
                <a:close/>
                <a:moveTo>
                  <a:pt x="855558" y="107580"/>
                </a:moveTo>
                <a:lnTo>
                  <a:pt x="855144" y="107528"/>
                </a:lnTo>
                <a:lnTo>
                  <a:pt x="854737" y="107467"/>
                </a:lnTo>
                <a:lnTo>
                  <a:pt x="854337" y="107396"/>
                </a:lnTo>
                <a:lnTo>
                  <a:pt x="853943" y="107315"/>
                </a:lnTo>
                <a:lnTo>
                  <a:pt x="853557" y="107225"/>
                </a:lnTo>
                <a:lnTo>
                  <a:pt x="853178" y="107126"/>
                </a:lnTo>
                <a:lnTo>
                  <a:pt x="852805" y="107017"/>
                </a:lnTo>
                <a:lnTo>
                  <a:pt x="852440" y="106899"/>
                </a:lnTo>
                <a:lnTo>
                  <a:pt x="852081" y="106771"/>
                </a:lnTo>
                <a:lnTo>
                  <a:pt x="851729" y="106634"/>
                </a:lnTo>
                <a:lnTo>
                  <a:pt x="851385" y="106487"/>
                </a:lnTo>
                <a:lnTo>
                  <a:pt x="851047" y="106331"/>
                </a:lnTo>
                <a:lnTo>
                  <a:pt x="850716" y="106165"/>
                </a:lnTo>
                <a:lnTo>
                  <a:pt x="850392" y="105990"/>
                </a:lnTo>
                <a:lnTo>
                  <a:pt x="850076" y="105806"/>
                </a:lnTo>
                <a:lnTo>
                  <a:pt x="849766" y="105612"/>
                </a:lnTo>
                <a:lnTo>
                  <a:pt x="849463" y="105408"/>
                </a:lnTo>
                <a:lnTo>
                  <a:pt x="849167" y="105195"/>
                </a:lnTo>
                <a:lnTo>
                  <a:pt x="848878" y="104973"/>
                </a:lnTo>
                <a:lnTo>
                  <a:pt x="848598" y="104740"/>
                </a:lnTo>
                <a:lnTo>
                  <a:pt x="848330" y="104498"/>
                </a:lnTo>
                <a:lnTo>
                  <a:pt x="848074" y="104246"/>
                </a:lnTo>
                <a:lnTo>
                  <a:pt x="847831" y="103983"/>
                </a:lnTo>
                <a:lnTo>
                  <a:pt x="847599" y="103711"/>
                </a:lnTo>
                <a:lnTo>
                  <a:pt x="847378" y="103428"/>
                </a:lnTo>
                <a:lnTo>
                  <a:pt x="847170" y="103135"/>
                </a:lnTo>
                <a:lnTo>
                  <a:pt x="846974" y="102832"/>
                </a:lnTo>
                <a:lnTo>
                  <a:pt x="846789" y="102519"/>
                </a:lnTo>
                <a:lnTo>
                  <a:pt x="846617" y="102196"/>
                </a:lnTo>
                <a:lnTo>
                  <a:pt x="846456" y="101863"/>
                </a:lnTo>
                <a:lnTo>
                  <a:pt x="846308" y="101519"/>
                </a:lnTo>
                <a:lnTo>
                  <a:pt x="846171" y="101166"/>
                </a:lnTo>
                <a:lnTo>
                  <a:pt x="846046" y="100803"/>
                </a:lnTo>
                <a:lnTo>
                  <a:pt x="845933" y="100429"/>
                </a:lnTo>
                <a:lnTo>
                  <a:pt x="845832" y="100045"/>
                </a:lnTo>
                <a:lnTo>
                  <a:pt x="845742" y="99651"/>
                </a:lnTo>
                <a:lnTo>
                  <a:pt x="845665" y="99247"/>
                </a:lnTo>
                <a:lnTo>
                  <a:pt x="845600" y="98833"/>
                </a:lnTo>
                <a:lnTo>
                  <a:pt x="845546" y="98409"/>
                </a:lnTo>
                <a:lnTo>
                  <a:pt x="845504" y="97975"/>
                </a:lnTo>
                <a:lnTo>
                  <a:pt x="845475" y="97531"/>
                </a:lnTo>
                <a:lnTo>
                  <a:pt x="845457" y="97076"/>
                </a:lnTo>
                <a:lnTo>
                  <a:pt x="845451" y="96612"/>
                </a:lnTo>
                <a:lnTo>
                  <a:pt x="845464" y="95968"/>
                </a:lnTo>
                <a:lnTo>
                  <a:pt x="845503" y="95339"/>
                </a:lnTo>
                <a:lnTo>
                  <a:pt x="845568" y="94725"/>
                </a:lnTo>
                <a:lnTo>
                  <a:pt x="845659" y="94126"/>
                </a:lnTo>
                <a:lnTo>
                  <a:pt x="845775" y="93542"/>
                </a:lnTo>
                <a:lnTo>
                  <a:pt x="845918" y="92973"/>
                </a:lnTo>
                <a:lnTo>
                  <a:pt x="846087" y="92420"/>
                </a:lnTo>
                <a:lnTo>
                  <a:pt x="846282" y="91881"/>
                </a:lnTo>
                <a:lnTo>
                  <a:pt x="846502" y="91357"/>
                </a:lnTo>
                <a:lnTo>
                  <a:pt x="846749" y="90848"/>
                </a:lnTo>
                <a:lnTo>
                  <a:pt x="847021" y="90354"/>
                </a:lnTo>
                <a:lnTo>
                  <a:pt x="847320" y="89875"/>
                </a:lnTo>
                <a:lnTo>
                  <a:pt x="847645" y="89411"/>
                </a:lnTo>
                <a:lnTo>
                  <a:pt x="847995" y="88962"/>
                </a:lnTo>
                <a:lnTo>
                  <a:pt x="848371" y="88528"/>
                </a:lnTo>
                <a:lnTo>
                  <a:pt x="848774" y="88109"/>
                </a:lnTo>
                <a:lnTo>
                  <a:pt x="849202" y="87705"/>
                </a:lnTo>
                <a:lnTo>
                  <a:pt x="849656" y="87316"/>
                </a:lnTo>
                <a:lnTo>
                  <a:pt x="850137" y="86942"/>
                </a:lnTo>
                <a:lnTo>
                  <a:pt x="850643" y="86583"/>
                </a:lnTo>
                <a:lnTo>
                  <a:pt x="851175" y="86239"/>
                </a:lnTo>
                <a:lnTo>
                  <a:pt x="851733" y="85910"/>
                </a:lnTo>
                <a:lnTo>
                  <a:pt x="852317" y="85596"/>
                </a:lnTo>
                <a:lnTo>
                  <a:pt x="852927" y="85297"/>
                </a:lnTo>
                <a:lnTo>
                  <a:pt x="853570" y="85011"/>
                </a:lnTo>
                <a:lnTo>
                  <a:pt x="854251" y="84737"/>
                </a:lnTo>
                <a:lnTo>
                  <a:pt x="854972" y="84475"/>
                </a:lnTo>
                <a:lnTo>
                  <a:pt x="855731" y="84225"/>
                </a:lnTo>
                <a:lnTo>
                  <a:pt x="856529" y="83986"/>
                </a:lnTo>
                <a:lnTo>
                  <a:pt x="857367" y="83760"/>
                </a:lnTo>
                <a:lnTo>
                  <a:pt x="858243" y="83545"/>
                </a:lnTo>
                <a:lnTo>
                  <a:pt x="859158" y="83342"/>
                </a:lnTo>
                <a:lnTo>
                  <a:pt x="860112" y="83151"/>
                </a:lnTo>
                <a:lnTo>
                  <a:pt x="861105" y="82972"/>
                </a:lnTo>
                <a:lnTo>
                  <a:pt x="862137" y="82805"/>
                </a:lnTo>
                <a:lnTo>
                  <a:pt x="863208" y="82649"/>
                </a:lnTo>
                <a:lnTo>
                  <a:pt x="864318" y="82506"/>
                </a:lnTo>
                <a:lnTo>
                  <a:pt x="865466" y="82374"/>
                </a:lnTo>
                <a:lnTo>
                  <a:pt x="866654" y="82254"/>
                </a:lnTo>
                <a:lnTo>
                  <a:pt x="867881" y="82145"/>
                </a:lnTo>
                <a:lnTo>
                  <a:pt x="869146" y="82049"/>
                </a:lnTo>
                <a:lnTo>
                  <a:pt x="870451" y="81965"/>
                </a:lnTo>
                <a:lnTo>
                  <a:pt x="871794" y="81892"/>
                </a:lnTo>
                <a:lnTo>
                  <a:pt x="873177" y="81831"/>
                </a:lnTo>
                <a:lnTo>
                  <a:pt x="874598" y="81782"/>
                </a:lnTo>
                <a:lnTo>
                  <a:pt x="876058" y="81745"/>
                </a:lnTo>
                <a:lnTo>
                  <a:pt x="877557" y="81719"/>
                </a:lnTo>
                <a:lnTo>
                  <a:pt x="879096" y="81706"/>
                </a:lnTo>
                <a:lnTo>
                  <a:pt x="879096" y="96066"/>
                </a:lnTo>
                <a:lnTo>
                  <a:pt x="878810" y="96443"/>
                </a:lnTo>
                <a:lnTo>
                  <a:pt x="878516" y="96817"/>
                </a:lnTo>
                <a:lnTo>
                  <a:pt x="878214" y="97186"/>
                </a:lnTo>
                <a:lnTo>
                  <a:pt x="877905" y="97553"/>
                </a:lnTo>
                <a:lnTo>
                  <a:pt x="877588" y="97916"/>
                </a:lnTo>
                <a:lnTo>
                  <a:pt x="877263" y="98275"/>
                </a:lnTo>
                <a:lnTo>
                  <a:pt x="876929" y="98631"/>
                </a:lnTo>
                <a:lnTo>
                  <a:pt x="876588" y="98984"/>
                </a:lnTo>
                <a:lnTo>
                  <a:pt x="876240" y="99333"/>
                </a:lnTo>
                <a:lnTo>
                  <a:pt x="875883" y="99679"/>
                </a:lnTo>
                <a:lnTo>
                  <a:pt x="875518" y="100021"/>
                </a:lnTo>
                <a:lnTo>
                  <a:pt x="875146" y="100360"/>
                </a:lnTo>
                <a:lnTo>
                  <a:pt x="874765" y="100695"/>
                </a:lnTo>
                <a:lnTo>
                  <a:pt x="874377" y="101027"/>
                </a:lnTo>
                <a:lnTo>
                  <a:pt x="873981" y="101355"/>
                </a:lnTo>
                <a:lnTo>
                  <a:pt x="873577" y="101680"/>
                </a:lnTo>
                <a:lnTo>
                  <a:pt x="873165" y="102001"/>
                </a:lnTo>
                <a:lnTo>
                  <a:pt x="872745" y="102319"/>
                </a:lnTo>
                <a:lnTo>
                  <a:pt x="872318" y="102634"/>
                </a:lnTo>
                <a:lnTo>
                  <a:pt x="871882" y="102945"/>
                </a:lnTo>
                <a:lnTo>
                  <a:pt x="871439" y="103253"/>
                </a:lnTo>
                <a:lnTo>
                  <a:pt x="870988" y="103557"/>
                </a:lnTo>
                <a:lnTo>
                  <a:pt x="870528" y="103858"/>
                </a:lnTo>
                <a:lnTo>
                  <a:pt x="870061" y="104155"/>
                </a:lnTo>
                <a:lnTo>
                  <a:pt x="869589" y="104444"/>
                </a:lnTo>
                <a:lnTo>
                  <a:pt x="869112" y="104721"/>
                </a:lnTo>
                <a:lnTo>
                  <a:pt x="868632" y="104985"/>
                </a:lnTo>
                <a:lnTo>
                  <a:pt x="868149" y="105238"/>
                </a:lnTo>
                <a:lnTo>
                  <a:pt x="867662" y="105478"/>
                </a:lnTo>
                <a:lnTo>
                  <a:pt x="867171" y="105705"/>
                </a:lnTo>
                <a:lnTo>
                  <a:pt x="866677" y="105921"/>
                </a:lnTo>
                <a:lnTo>
                  <a:pt x="866180" y="106124"/>
                </a:lnTo>
                <a:lnTo>
                  <a:pt x="865678" y="106314"/>
                </a:lnTo>
                <a:lnTo>
                  <a:pt x="865174" y="106493"/>
                </a:lnTo>
                <a:lnTo>
                  <a:pt x="864665" y="106659"/>
                </a:lnTo>
                <a:lnTo>
                  <a:pt x="864153" y="106813"/>
                </a:lnTo>
                <a:lnTo>
                  <a:pt x="863638" y="106954"/>
                </a:lnTo>
                <a:lnTo>
                  <a:pt x="863119" y="107083"/>
                </a:lnTo>
                <a:lnTo>
                  <a:pt x="862597" y="107200"/>
                </a:lnTo>
                <a:lnTo>
                  <a:pt x="862070" y="107305"/>
                </a:lnTo>
                <a:lnTo>
                  <a:pt x="861541" y="107397"/>
                </a:lnTo>
                <a:lnTo>
                  <a:pt x="861008" y="107477"/>
                </a:lnTo>
                <a:lnTo>
                  <a:pt x="860471" y="107545"/>
                </a:lnTo>
                <a:lnTo>
                  <a:pt x="859931" y="107600"/>
                </a:lnTo>
                <a:lnTo>
                  <a:pt x="859387" y="107643"/>
                </a:lnTo>
                <a:lnTo>
                  <a:pt x="858839" y="107674"/>
                </a:lnTo>
                <a:lnTo>
                  <a:pt x="858288" y="107692"/>
                </a:lnTo>
                <a:lnTo>
                  <a:pt x="857734" y="107699"/>
                </a:lnTo>
                <a:lnTo>
                  <a:pt x="857285" y="107694"/>
                </a:lnTo>
                <a:lnTo>
                  <a:pt x="856843" y="107680"/>
                </a:lnTo>
                <a:lnTo>
                  <a:pt x="856408" y="107656"/>
                </a:lnTo>
                <a:lnTo>
                  <a:pt x="855980" y="107623"/>
                </a:lnTo>
                <a:lnTo>
                  <a:pt x="855558" y="107580"/>
                </a:lnTo>
                <a:close/>
                <a:moveTo>
                  <a:pt x="968844" y="123721"/>
                </a:moveTo>
                <a:lnTo>
                  <a:pt x="969759" y="123643"/>
                </a:lnTo>
                <a:lnTo>
                  <a:pt x="970665" y="123551"/>
                </a:lnTo>
                <a:lnTo>
                  <a:pt x="971562" y="123445"/>
                </a:lnTo>
                <a:lnTo>
                  <a:pt x="972450" y="123324"/>
                </a:lnTo>
                <a:lnTo>
                  <a:pt x="973329" y="123190"/>
                </a:lnTo>
                <a:lnTo>
                  <a:pt x="974200" y="123041"/>
                </a:lnTo>
                <a:lnTo>
                  <a:pt x="975061" y="122878"/>
                </a:lnTo>
                <a:lnTo>
                  <a:pt x="975913" y="122701"/>
                </a:lnTo>
                <a:lnTo>
                  <a:pt x="976756" y="122510"/>
                </a:lnTo>
                <a:lnTo>
                  <a:pt x="977590" y="122305"/>
                </a:lnTo>
                <a:lnTo>
                  <a:pt x="978416" y="122086"/>
                </a:lnTo>
                <a:lnTo>
                  <a:pt x="979232" y="121852"/>
                </a:lnTo>
                <a:lnTo>
                  <a:pt x="980040" y="121604"/>
                </a:lnTo>
                <a:lnTo>
                  <a:pt x="980838" y="121342"/>
                </a:lnTo>
                <a:lnTo>
                  <a:pt x="981627" y="121066"/>
                </a:lnTo>
                <a:lnTo>
                  <a:pt x="982408" y="120776"/>
                </a:lnTo>
                <a:lnTo>
                  <a:pt x="983180" y="120471"/>
                </a:lnTo>
                <a:lnTo>
                  <a:pt x="983942" y="120153"/>
                </a:lnTo>
                <a:lnTo>
                  <a:pt x="984696" y="119820"/>
                </a:lnTo>
                <a:lnTo>
                  <a:pt x="985438" y="119474"/>
                </a:lnTo>
                <a:lnTo>
                  <a:pt x="986168" y="119114"/>
                </a:lnTo>
                <a:lnTo>
                  <a:pt x="986884" y="118741"/>
                </a:lnTo>
                <a:lnTo>
                  <a:pt x="987587" y="118355"/>
                </a:lnTo>
                <a:lnTo>
                  <a:pt x="988277" y="117956"/>
                </a:lnTo>
                <a:lnTo>
                  <a:pt x="988954" y="117544"/>
                </a:lnTo>
                <a:lnTo>
                  <a:pt x="989618" y="117118"/>
                </a:lnTo>
                <a:lnTo>
                  <a:pt x="990269" y="116679"/>
                </a:lnTo>
                <a:lnTo>
                  <a:pt x="990906" y="116227"/>
                </a:lnTo>
                <a:lnTo>
                  <a:pt x="991530" y="115762"/>
                </a:lnTo>
                <a:lnTo>
                  <a:pt x="992142" y="115284"/>
                </a:lnTo>
                <a:lnTo>
                  <a:pt x="992740" y="114792"/>
                </a:lnTo>
                <a:lnTo>
                  <a:pt x="993325" y="114287"/>
                </a:lnTo>
                <a:lnTo>
                  <a:pt x="993897" y="113769"/>
                </a:lnTo>
                <a:lnTo>
                  <a:pt x="994455" y="113238"/>
                </a:lnTo>
                <a:lnTo>
                  <a:pt x="995001" y="112693"/>
                </a:lnTo>
                <a:lnTo>
                  <a:pt x="995533" y="112136"/>
                </a:lnTo>
                <a:lnTo>
                  <a:pt x="996052" y="111565"/>
                </a:lnTo>
                <a:lnTo>
                  <a:pt x="996559" y="110981"/>
                </a:lnTo>
                <a:lnTo>
                  <a:pt x="997052" y="110384"/>
                </a:lnTo>
                <a:lnTo>
                  <a:pt x="997532" y="109773"/>
                </a:lnTo>
                <a:lnTo>
                  <a:pt x="997998" y="109150"/>
                </a:lnTo>
                <a:lnTo>
                  <a:pt x="998452" y="108513"/>
                </a:lnTo>
                <a:lnTo>
                  <a:pt x="998892" y="107863"/>
                </a:lnTo>
                <a:lnTo>
                  <a:pt x="999318" y="107199"/>
                </a:lnTo>
                <a:lnTo>
                  <a:pt x="999726" y="106524"/>
                </a:lnTo>
                <a:lnTo>
                  <a:pt x="1000117" y="105835"/>
                </a:lnTo>
                <a:lnTo>
                  <a:pt x="1000491" y="105134"/>
                </a:lnTo>
                <a:lnTo>
                  <a:pt x="1000847" y="104421"/>
                </a:lnTo>
                <a:lnTo>
                  <a:pt x="1001187" y="103695"/>
                </a:lnTo>
                <a:lnTo>
                  <a:pt x="1001509" y="102956"/>
                </a:lnTo>
                <a:lnTo>
                  <a:pt x="1001815" y="102205"/>
                </a:lnTo>
                <a:lnTo>
                  <a:pt x="1002103" y="101441"/>
                </a:lnTo>
                <a:lnTo>
                  <a:pt x="1002374" y="100664"/>
                </a:lnTo>
                <a:lnTo>
                  <a:pt x="1002628" y="99875"/>
                </a:lnTo>
                <a:lnTo>
                  <a:pt x="1002864" y="99074"/>
                </a:lnTo>
                <a:lnTo>
                  <a:pt x="1003084" y="98260"/>
                </a:lnTo>
                <a:lnTo>
                  <a:pt x="1003286" y="97433"/>
                </a:lnTo>
                <a:lnTo>
                  <a:pt x="1003471" y="96594"/>
                </a:lnTo>
                <a:lnTo>
                  <a:pt x="1003639" y="95742"/>
                </a:lnTo>
                <a:lnTo>
                  <a:pt x="1003790" y="94877"/>
                </a:lnTo>
                <a:lnTo>
                  <a:pt x="1003924" y="94000"/>
                </a:lnTo>
                <a:lnTo>
                  <a:pt x="1004041" y="93110"/>
                </a:lnTo>
                <a:lnTo>
                  <a:pt x="1004140" y="92208"/>
                </a:lnTo>
                <a:lnTo>
                  <a:pt x="1004222" y="91293"/>
                </a:lnTo>
                <a:lnTo>
                  <a:pt x="1004287" y="90366"/>
                </a:lnTo>
                <a:lnTo>
                  <a:pt x="1004335" y="89426"/>
                </a:lnTo>
                <a:lnTo>
                  <a:pt x="1004366" y="88473"/>
                </a:lnTo>
                <a:lnTo>
                  <a:pt x="981491" y="88473"/>
                </a:lnTo>
                <a:lnTo>
                  <a:pt x="981469" y="89151"/>
                </a:lnTo>
                <a:lnTo>
                  <a:pt x="981431" y="89817"/>
                </a:lnTo>
                <a:lnTo>
                  <a:pt x="981378" y="90469"/>
                </a:lnTo>
                <a:lnTo>
                  <a:pt x="981310" y="91109"/>
                </a:lnTo>
                <a:lnTo>
                  <a:pt x="981226" y="91735"/>
                </a:lnTo>
                <a:lnTo>
                  <a:pt x="981127" y="92349"/>
                </a:lnTo>
                <a:lnTo>
                  <a:pt x="981013" y="92950"/>
                </a:lnTo>
                <a:lnTo>
                  <a:pt x="980883" y="93537"/>
                </a:lnTo>
                <a:lnTo>
                  <a:pt x="980738" y="94112"/>
                </a:lnTo>
                <a:lnTo>
                  <a:pt x="980578" y="94673"/>
                </a:lnTo>
                <a:lnTo>
                  <a:pt x="980403" y="95222"/>
                </a:lnTo>
                <a:lnTo>
                  <a:pt x="980212" y="95758"/>
                </a:lnTo>
                <a:lnTo>
                  <a:pt x="980006" y="96280"/>
                </a:lnTo>
                <a:lnTo>
                  <a:pt x="979785" y="96790"/>
                </a:lnTo>
                <a:lnTo>
                  <a:pt x="979548" y="97287"/>
                </a:lnTo>
                <a:lnTo>
                  <a:pt x="979296" y="97771"/>
                </a:lnTo>
                <a:lnTo>
                  <a:pt x="979029" y="98241"/>
                </a:lnTo>
                <a:lnTo>
                  <a:pt x="978746" y="98699"/>
                </a:lnTo>
                <a:lnTo>
                  <a:pt x="978448" y="99144"/>
                </a:lnTo>
                <a:lnTo>
                  <a:pt x="978135" y="99576"/>
                </a:lnTo>
                <a:lnTo>
                  <a:pt x="977807" y="99995"/>
                </a:lnTo>
                <a:lnTo>
                  <a:pt x="977463" y="100400"/>
                </a:lnTo>
                <a:lnTo>
                  <a:pt x="977104" y="100793"/>
                </a:lnTo>
                <a:lnTo>
                  <a:pt x="976730" y="101173"/>
                </a:lnTo>
                <a:lnTo>
                  <a:pt x="976342" y="101539"/>
                </a:lnTo>
                <a:lnTo>
                  <a:pt x="975942" y="101888"/>
                </a:lnTo>
                <a:lnTo>
                  <a:pt x="975531" y="102223"/>
                </a:lnTo>
                <a:lnTo>
                  <a:pt x="975109" y="102542"/>
                </a:lnTo>
                <a:lnTo>
                  <a:pt x="974675" y="102845"/>
                </a:lnTo>
                <a:lnTo>
                  <a:pt x="974229" y="103132"/>
                </a:lnTo>
                <a:lnTo>
                  <a:pt x="973772" y="103404"/>
                </a:lnTo>
                <a:lnTo>
                  <a:pt x="973303" y="103661"/>
                </a:lnTo>
                <a:lnTo>
                  <a:pt x="972822" y="103902"/>
                </a:lnTo>
                <a:lnTo>
                  <a:pt x="972330" y="104128"/>
                </a:lnTo>
                <a:lnTo>
                  <a:pt x="971827" y="104337"/>
                </a:lnTo>
                <a:lnTo>
                  <a:pt x="971311" y="104532"/>
                </a:lnTo>
                <a:lnTo>
                  <a:pt x="970784" y="104711"/>
                </a:lnTo>
                <a:lnTo>
                  <a:pt x="970246" y="104874"/>
                </a:lnTo>
                <a:lnTo>
                  <a:pt x="969696" y="105022"/>
                </a:lnTo>
                <a:lnTo>
                  <a:pt x="969134" y="105154"/>
                </a:lnTo>
                <a:lnTo>
                  <a:pt x="968561" y="105270"/>
                </a:lnTo>
                <a:lnTo>
                  <a:pt x="967976" y="105371"/>
                </a:lnTo>
                <a:lnTo>
                  <a:pt x="967380" y="105457"/>
                </a:lnTo>
                <a:lnTo>
                  <a:pt x="966772" y="105527"/>
                </a:lnTo>
                <a:lnTo>
                  <a:pt x="966152" y="105581"/>
                </a:lnTo>
                <a:lnTo>
                  <a:pt x="965521" y="105620"/>
                </a:lnTo>
                <a:lnTo>
                  <a:pt x="964878" y="105644"/>
                </a:lnTo>
                <a:lnTo>
                  <a:pt x="964224" y="105651"/>
                </a:lnTo>
                <a:lnTo>
                  <a:pt x="963665" y="105646"/>
                </a:lnTo>
                <a:lnTo>
                  <a:pt x="963114" y="105629"/>
                </a:lnTo>
                <a:lnTo>
                  <a:pt x="962571" y="105602"/>
                </a:lnTo>
                <a:lnTo>
                  <a:pt x="962037" y="105564"/>
                </a:lnTo>
                <a:lnTo>
                  <a:pt x="961512" y="105515"/>
                </a:lnTo>
                <a:lnTo>
                  <a:pt x="960995" y="105454"/>
                </a:lnTo>
                <a:lnTo>
                  <a:pt x="960486" y="105383"/>
                </a:lnTo>
                <a:lnTo>
                  <a:pt x="959986" y="105301"/>
                </a:lnTo>
                <a:lnTo>
                  <a:pt x="959495" y="105208"/>
                </a:lnTo>
                <a:lnTo>
                  <a:pt x="959012" y="105104"/>
                </a:lnTo>
                <a:lnTo>
                  <a:pt x="958537" y="104989"/>
                </a:lnTo>
                <a:lnTo>
                  <a:pt x="958071" y="104863"/>
                </a:lnTo>
                <a:lnTo>
                  <a:pt x="957614" y="104727"/>
                </a:lnTo>
                <a:lnTo>
                  <a:pt x="957165" y="104579"/>
                </a:lnTo>
                <a:lnTo>
                  <a:pt x="956725" y="104420"/>
                </a:lnTo>
                <a:lnTo>
                  <a:pt x="956293" y="104251"/>
                </a:lnTo>
                <a:lnTo>
                  <a:pt x="955869" y="104070"/>
                </a:lnTo>
                <a:lnTo>
                  <a:pt x="955454" y="103879"/>
                </a:lnTo>
                <a:lnTo>
                  <a:pt x="955048" y="103676"/>
                </a:lnTo>
                <a:lnTo>
                  <a:pt x="954650" y="103463"/>
                </a:lnTo>
                <a:lnTo>
                  <a:pt x="954260" y="103239"/>
                </a:lnTo>
                <a:lnTo>
                  <a:pt x="953879" y="103003"/>
                </a:lnTo>
                <a:lnTo>
                  <a:pt x="953507" y="102757"/>
                </a:lnTo>
                <a:lnTo>
                  <a:pt x="953143" y="102500"/>
                </a:lnTo>
                <a:lnTo>
                  <a:pt x="952787" y="102232"/>
                </a:lnTo>
                <a:lnTo>
                  <a:pt x="952439" y="101955"/>
                </a:lnTo>
                <a:lnTo>
                  <a:pt x="952100" y="101667"/>
                </a:lnTo>
                <a:lnTo>
                  <a:pt x="951768" y="101370"/>
                </a:lnTo>
                <a:lnTo>
                  <a:pt x="951444" y="101063"/>
                </a:lnTo>
                <a:lnTo>
                  <a:pt x="951129" y="100746"/>
                </a:lnTo>
                <a:lnTo>
                  <a:pt x="950821" y="100419"/>
                </a:lnTo>
                <a:lnTo>
                  <a:pt x="950522" y="100083"/>
                </a:lnTo>
                <a:lnTo>
                  <a:pt x="950231" y="99736"/>
                </a:lnTo>
                <a:lnTo>
                  <a:pt x="949947" y="99380"/>
                </a:lnTo>
                <a:lnTo>
                  <a:pt x="949672" y="99014"/>
                </a:lnTo>
                <a:lnTo>
                  <a:pt x="949404" y="98638"/>
                </a:lnTo>
                <a:lnTo>
                  <a:pt x="949145" y="98252"/>
                </a:lnTo>
                <a:lnTo>
                  <a:pt x="948894" y="97857"/>
                </a:lnTo>
                <a:lnTo>
                  <a:pt x="948651" y="97451"/>
                </a:lnTo>
                <a:lnTo>
                  <a:pt x="948415" y="97036"/>
                </a:lnTo>
                <a:lnTo>
                  <a:pt x="948188" y="96611"/>
                </a:lnTo>
                <a:lnTo>
                  <a:pt x="947969" y="96176"/>
                </a:lnTo>
                <a:lnTo>
                  <a:pt x="947758" y="95731"/>
                </a:lnTo>
                <a:lnTo>
                  <a:pt x="947555" y="95277"/>
                </a:lnTo>
                <a:lnTo>
                  <a:pt x="947360" y="94812"/>
                </a:lnTo>
                <a:lnTo>
                  <a:pt x="947173" y="94338"/>
                </a:lnTo>
                <a:lnTo>
                  <a:pt x="946994" y="93854"/>
                </a:lnTo>
                <a:lnTo>
                  <a:pt x="946823" y="93360"/>
                </a:lnTo>
                <a:lnTo>
                  <a:pt x="946660" y="92857"/>
                </a:lnTo>
                <a:lnTo>
                  <a:pt x="946503" y="92345"/>
                </a:lnTo>
                <a:lnTo>
                  <a:pt x="946354" y="91824"/>
                </a:lnTo>
                <a:lnTo>
                  <a:pt x="946211" y="91294"/>
                </a:lnTo>
                <a:lnTo>
                  <a:pt x="946076" y="90756"/>
                </a:lnTo>
                <a:lnTo>
                  <a:pt x="945947" y="90209"/>
                </a:lnTo>
                <a:lnTo>
                  <a:pt x="945825" y="89653"/>
                </a:lnTo>
                <a:lnTo>
                  <a:pt x="945711" y="89089"/>
                </a:lnTo>
                <a:lnTo>
                  <a:pt x="945603" y="88515"/>
                </a:lnTo>
                <a:lnTo>
                  <a:pt x="945502" y="87934"/>
                </a:lnTo>
                <a:lnTo>
                  <a:pt x="945408" y="87343"/>
                </a:lnTo>
                <a:lnTo>
                  <a:pt x="945321" y="86744"/>
                </a:lnTo>
                <a:lnTo>
                  <a:pt x="945241" y="86136"/>
                </a:lnTo>
                <a:lnTo>
                  <a:pt x="945168" y="85519"/>
                </a:lnTo>
                <a:lnTo>
                  <a:pt x="945102" y="84893"/>
                </a:lnTo>
                <a:lnTo>
                  <a:pt x="945043" y="84259"/>
                </a:lnTo>
                <a:lnTo>
                  <a:pt x="944991" y="83616"/>
                </a:lnTo>
                <a:lnTo>
                  <a:pt x="944946" y="82964"/>
                </a:lnTo>
                <a:lnTo>
                  <a:pt x="944907" y="82304"/>
                </a:lnTo>
                <a:lnTo>
                  <a:pt x="944876" y="81635"/>
                </a:lnTo>
                <a:lnTo>
                  <a:pt x="944852" y="80957"/>
                </a:lnTo>
                <a:lnTo>
                  <a:pt x="944834" y="80271"/>
                </a:lnTo>
                <a:lnTo>
                  <a:pt x="944824" y="79575"/>
                </a:lnTo>
                <a:lnTo>
                  <a:pt x="944821" y="78871"/>
                </a:lnTo>
                <a:lnTo>
                  <a:pt x="944829" y="77785"/>
                </a:lnTo>
                <a:lnTo>
                  <a:pt x="944852" y="76719"/>
                </a:lnTo>
                <a:lnTo>
                  <a:pt x="944892" y="75674"/>
                </a:lnTo>
                <a:lnTo>
                  <a:pt x="944948" y="74649"/>
                </a:lnTo>
                <a:lnTo>
                  <a:pt x="945020" y="73645"/>
                </a:lnTo>
                <a:lnTo>
                  <a:pt x="945107" y="72662"/>
                </a:lnTo>
                <a:lnTo>
                  <a:pt x="945211" y="71699"/>
                </a:lnTo>
                <a:lnTo>
                  <a:pt x="945330" y="70757"/>
                </a:lnTo>
                <a:lnTo>
                  <a:pt x="945465" y="69835"/>
                </a:lnTo>
                <a:lnTo>
                  <a:pt x="945616" y="68935"/>
                </a:lnTo>
                <a:lnTo>
                  <a:pt x="945784" y="68054"/>
                </a:lnTo>
                <a:lnTo>
                  <a:pt x="945967" y="67195"/>
                </a:lnTo>
                <a:lnTo>
                  <a:pt x="946165" y="66356"/>
                </a:lnTo>
                <a:lnTo>
                  <a:pt x="946380" y="65537"/>
                </a:lnTo>
                <a:lnTo>
                  <a:pt x="946611" y="64740"/>
                </a:lnTo>
                <a:lnTo>
                  <a:pt x="946858" y="63963"/>
                </a:lnTo>
                <a:lnTo>
                  <a:pt x="947120" y="63206"/>
                </a:lnTo>
                <a:lnTo>
                  <a:pt x="947399" y="62470"/>
                </a:lnTo>
                <a:lnTo>
                  <a:pt x="947693" y="61755"/>
                </a:lnTo>
                <a:lnTo>
                  <a:pt x="948004" y="61061"/>
                </a:lnTo>
                <a:lnTo>
                  <a:pt x="948330" y="60387"/>
                </a:lnTo>
                <a:lnTo>
                  <a:pt x="948672" y="59733"/>
                </a:lnTo>
                <a:lnTo>
                  <a:pt x="949030" y="59101"/>
                </a:lnTo>
                <a:lnTo>
                  <a:pt x="949404" y="58489"/>
                </a:lnTo>
                <a:lnTo>
                  <a:pt x="949796" y="57900"/>
                </a:lnTo>
                <a:lnTo>
                  <a:pt x="950208" y="57335"/>
                </a:lnTo>
                <a:lnTo>
                  <a:pt x="950639" y="56796"/>
                </a:lnTo>
                <a:lnTo>
                  <a:pt x="951089" y="56282"/>
                </a:lnTo>
                <a:lnTo>
                  <a:pt x="951560" y="55794"/>
                </a:lnTo>
                <a:lnTo>
                  <a:pt x="952050" y="55330"/>
                </a:lnTo>
                <a:lnTo>
                  <a:pt x="952559" y="54891"/>
                </a:lnTo>
                <a:lnTo>
                  <a:pt x="953088" y="54477"/>
                </a:lnTo>
                <a:lnTo>
                  <a:pt x="953637" y="54089"/>
                </a:lnTo>
                <a:lnTo>
                  <a:pt x="954206" y="53725"/>
                </a:lnTo>
                <a:lnTo>
                  <a:pt x="954794" y="53387"/>
                </a:lnTo>
                <a:lnTo>
                  <a:pt x="955401" y="53073"/>
                </a:lnTo>
                <a:lnTo>
                  <a:pt x="956029" y="52785"/>
                </a:lnTo>
                <a:lnTo>
                  <a:pt x="956676" y="52522"/>
                </a:lnTo>
                <a:lnTo>
                  <a:pt x="957342" y="52283"/>
                </a:lnTo>
                <a:lnTo>
                  <a:pt x="958028" y="52070"/>
                </a:lnTo>
                <a:lnTo>
                  <a:pt x="958734" y="51882"/>
                </a:lnTo>
                <a:lnTo>
                  <a:pt x="959459" y="51719"/>
                </a:lnTo>
                <a:lnTo>
                  <a:pt x="960204" y="51581"/>
                </a:lnTo>
                <a:lnTo>
                  <a:pt x="960969" y="51469"/>
                </a:lnTo>
                <a:lnTo>
                  <a:pt x="961753" y="51381"/>
                </a:lnTo>
                <a:lnTo>
                  <a:pt x="962557" y="51318"/>
                </a:lnTo>
                <a:lnTo>
                  <a:pt x="963381" y="51281"/>
                </a:lnTo>
                <a:lnTo>
                  <a:pt x="964224" y="51268"/>
                </a:lnTo>
                <a:lnTo>
                  <a:pt x="964863" y="51275"/>
                </a:lnTo>
                <a:lnTo>
                  <a:pt x="965491" y="51297"/>
                </a:lnTo>
                <a:lnTo>
                  <a:pt x="966106" y="51332"/>
                </a:lnTo>
                <a:lnTo>
                  <a:pt x="966709" y="51382"/>
                </a:lnTo>
                <a:lnTo>
                  <a:pt x="967300" y="51446"/>
                </a:lnTo>
                <a:lnTo>
                  <a:pt x="967879" y="51525"/>
                </a:lnTo>
                <a:lnTo>
                  <a:pt x="968446" y="51617"/>
                </a:lnTo>
                <a:lnTo>
                  <a:pt x="969001" y="51724"/>
                </a:lnTo>
                <a:lnTo>
                  <a:pt x="969544" y="51845"/>
                </a:lnTo>
                <a:lnTo>
                  <a:pt x="970074" y="51981"/>
                </a:lnTo>
                <a:lnTo>
                  <a:pt x="970593" y="52130"/>
                </a:lnTo>
                <a:lnTo>
                  <a:pt x="971100" y="52294"/>
                </a:lnTo>
                <a:lnTo>
                  <a:pt x="971595" y="52473"/>
                </a:lnTo>
                <a:lnTo>
                  <a:pt x="972077" y="52665"/>
                </a:lnTo>
                <a:lnTo>
                  <a:pt x="972548" y="52872"/>
                </a:lnTo>
                <a:lnTo>
                  <a:pt x="973006" y="53093"/>
                </a:lnTo>
                <a:lnTo>
                  <a:pt x="973453" y="53328"/>
                </a:lnTo>
                <a:lnTo>
                  <a:pt x="973887" y="53577"/>
                </a:lnTo>
                <a:lnTo>
                  <a:pt x="974309" y="53841"/>
                </a:lnTo>
                <a:lnTo>
                  <a:pt x="974720" y="54119"/>
                </a:lnTo>
                <a:lnTo>
                  <a:pt x="975118" y="54411"/>
                </a:lnTo>
                <a:lnTo>
                  <a:pt x="975504" y="54718"/>
                </a:lnTo>
                <a:lnTo>
                  <a:pt x="975878" y="55039"/>
                </a:lnTo>
                <a:lnTo>
                  <a:pt x="976240" y="55373"/>
                </a:lnTo>
                <a:lnTo>
                  <a:pt x="976589" y="55721"/>
                </a:lnTo>
                <a:lnTo>
                  <a:pt x="976924" y="56077"/>
                </a:lnTo>
                <a:lnTo>
                  <a:pt x="977244" y="56444"/>
                </a:lnTo>
                <a:lnTo>
                  <a:pt x="977550" y="56820"/>
                </a:lnTo>
                <a:lnTo>
                  <a:pt x="977842" y="57206"/>
                </a:lnTo>
                <a:lnTo>
                  <a:pt x="978120" y="57602"/>
                </a:lnTo>
                <a:lnTo>
                  <a:pt x="978384" y="58008"/>
                </a:lnTo>
                <a:lnTo>
                  <a:pt x="978633" y="58423"/>
                </a:lnTo>
                <a:lnTo>
                  <a:pt x="978869" y="58848"/>
                </a:lnTo>
                <a:lnTo>
                  <a:pt x="979090" y="59283"/>
                </a:lnTo>
                <a:lnTo>
                  <a:pt x="979296" y="59728"/>
                </a:lnTo>
                <a:lnTo>
                  <a:pt x="979489" y="60183"/>
                </a:lnTo>
                <a:lnTo>
                  <a:pt x="979667" y="60647"/>
                </a:lnTo>
                <a:lnTo>
                  <a:pt x="979831" y="61121"/>
                </a:lnTo>
                <a:lnTo>
                  <a:pt x="979981" y="61605"/>
                </a:lnTo>
                <a:lnTo>
                  <a:pt x="980117" y="62098"/>
                </a:lnTo>
                <a:lnTo>
                  <a:pt x="980238" y="62602"/>
                </a:lnTo>
                <a:lnTo>
                  <a:pt x="980346" y="63115"/>
                </a:lnTo>
                <a:lnTo>
                  <a:pt x="980439" y="63638"/>
                </a:lnTo>
                <a:lnTo>
                  <a:pt x="980517" y="64171"/>
                </a:lnTo>
                <a:lnTo>
                  <a:pt x="980582" y="64713"/>
                </a:lnTo>
                <a:lnTo>
                  <a:pt x="980632" y="65265"/>
                </a:lnTo>
                <a:lnTo>
                  <a:pt x="980668" y="65827"/>
                </a:lnTo>
                <a:lnTo>
                  <a:pt x="980690" y="66399"/>
                </a:lnTo>
                <a:lnTo>
                  <a:pt x="1003565" y="66399"/>
                </a:lnTo>
                <a:lnTo>
                  <a:pt x="1003549" y="65471"/>
                </a:lnTo>
                <a:lnTo>
                  <a:pt x="1003515" y="64556"/>
                </a:lnTo>
                <a:lnTo>
                  <a:pt x="1003462" y="63655"/>
                </a:lnTo>
                <a:lnTo>
                  <a:pt x="1003392" y="62767"/>
                </a:lnTo>
                <a:lnTo>
                  <a:pt x="1003304" y="61892"/>
                </a:lnTo>
                <a:lnTo>
                  <a:pt x="1003198" y="61031"/>
                </a:lnTo>
                <a:lnTo>
                  <a:pt x="1003074" y="60183"/>
                </a:lnTo>
                <a:lnTo>
                  <a:pt x="1002932" y="59348"/>
                </a:lnTo>
                <a:lnTo>
                  <a:pt x="1002772" y="58527"/>
                </a:lnTo>
                <a:lnTo>
                  <a:pt x="1002595" y="57719"/>
                </a:lnTo>
                <a:lnTo>
                  <a:pt x="1002399" y="56924"/>
                </a:lnTo>
                <a:lnTo>
                  <a:pt x="1002186" y="56143"/>
                </a:lnTo>
                <a:lnTo>
                  <a:pt x="1001954" y="55375"/>
                </a:lnTo>
                <a:lnTo>
                  <a:pt x="1001705" y="54621"/>
                </a:lnTo>
                <a:lnTo>
                  <a:pt x="1001437" y="53880"/>
                </a:lnTo>
                <a:lnTo>
                  <a:pt x="1001152" y="53152"/>
                </a:lnTo>
                <a:lnTo>
                  <a:pt x="1000849" y="52438"/>
                </a:lnTo>
                <a:lnTo>
                  <a:pt x="1000528" y="51737"/>
                </a:lnTo>
                <a:lnTo>
                  <a:pt x="1000189" y="51049"/>
                </a:lnTo>
                <a:lnTo>
                  <a:pt x="999832" y="50375"/>
                </a:lnTo>
                <a:lnTo>
                  <a:pt x="999457" y="49714"/>
                </a:lnTo>
                <a:lnTo>
                  <a:pt x="999064" y="49066"/>
                </a:lnTo>
                <a:lnTo>
                  <a:pt x="998653" y="48432"/>
                </a:lnTo>
                <a:lnTo>
                  <a:pt x="998225" y="47811"/>
                </a:lnTo>
                <a:lnTo>
                  <a:pt x="997781" y="47203"/>
                </a:lnTo>
                <a:lnTo>
                  <a:pt x="997324" y="46608"/>
                </a:lnTo>
                <a:lnTo>
                  <a:pt x="996855" y="46025"/>
                </a:lnTo>
                <a:lnTo>
                  <a:pt x="996373" y="45455"/>
                </a:lnTo>
                <a:lnTo>
                  <a:pt x="995878" y="44898"/>
                </a:lnTo>
                <a:lnTo>
                  <a:pt x="995371" y="44354"/>
                </a:lnTo>
                <a:lnTo>
                  <a:pt x="994851" y="43823"/>
                </a:lnTo>
                <a:lnTo>
                  <a:pt x="994318" y="43304"/>
                </a:lnTo>
                <a:lnTo>
                  <a:pt x="993773" y="42798"/>
                </a:lnTo>
                <a:lnTo>
                  <a:pt x="993215" y="42304"/>
                </a:lnTo>
                <a:lnTo>
                  <a:pt x="992644" y="41824"/>
                </a:lnTo>
                <a:lnTo>
                  <a:pt x="992061" y="41356"/>
                </a:lnTo>
                <a:lnTo>
                  <a:pt x="991465" y="40900"/>
                </a:lnTo>
                <a:lnTo>
                  <a:pt x="990856" y="40458"/>
                </a:lnTo>
                <a:lnTo>
                  <a:pt x="990235" y="40028"/>
                </a:lnTo>
                <a:lnTo>
                  <a:pt x="989601" y="39611"/>
                </a:lnTo>
                <a:lnTo>
                  <a:pt x="988954" y="39207"/>
                </a:lnTo>
                <a:lnTo>
                  <a:pt x="988295" y="38815"/>
                </a:lnTo>
                <a:lnTo>
                  <a:pt x="987623" y="38436"/>
                </a:lnTo>
                <a:lnTo>
                  <a:pt x="986938" y="38070"/>
                </a:lnTo>
                <a:lnTo>
                  <a:pt x="986241" y="37716"/>
                </a:lnTo>
                <a:lnTo>
                  <a:pt x="985531" y="37375"/>
                </a:lnTo>
                <a:lnTo>
                  <a:pt x="984808" y="37047"/>
                </a:lnTo>
                <a:lnTo>
                  <a:pt x="984073" y="36732"/>
                </a:lnTo>
                <a:lnTo>
                  <a:pt x="983327" y="36429"/>
                </a:lnTo>
                <a:lnTo>
                  <a:pt x="982574" y="36139"/>
                </a:lnTo>
                <a:lnTo>
                  <a:pt x="981814" y="35862"/>
                </a:lnTo>
                <a:lnTo>
                  <a:pt x="981046" y="35598"/>
                </a:lnTo>
                <a:lnTo>
                  <a:pt x="980271" y="35347"/>
                </a:lnTo>
                <a:lnTo>
                  <a:pt x="979489" y="35109"/>
                </a:lnTo>
                <a:lnTo>
                  <a:pt x="978699" y="34883"/>
                </a:lnTo>
                <a:lnTo>
                  <a:pt x="977902" y="34671"/>
                </a:lnTo>
                <a:lnTo>
                  <a:pt x="977097" y="34471"/>
                </a:lnTo>
                <a:lnTo>
                  <a:pt x="976285" y="34284"/>
                </a:lnTo>
                <a:lnTo>
                  <a:pt x="975465" y="34110"/>
                </a:lnTo>
                <a:lnTo>
                  <a:pt x="974638" y="33949"/>
                </a:lnTo>
                <a:lnTo>
                  <a:pt x="973803" y="33801"/>
                </a:lnTo>
                <a:lnTo>
                  <a:pt x="972962" y="33666"/>
                </a:lnTo>
                <a:lnTo>
                  <a:pt x="972112" y="33543"/>
                </a:lnTo>
                <a:lnTo>
                  <a:pt x="971256" y="33434"/>
                </a:lnTo>
                <a:lnTo>
                  <a:pt x="970392" y="33337"/>
                </a:lnTo>
                <a:lnTo>
                  <a:pt x="969520" y="33254"/>
                </a:lnTo>
                <a:lnTo>
                  <a:pt x="968641" y="33183"/>
                </a:lnTo>
                <a:lnTo>
                  <a:pt x="967755" y="33125"/>
                </a:lnTo>
                <a:lnTo>
                  <a:pt x="966861" y="33080"/>
                </a:lnTo>
                <a:lnTo>
                  <a:pt x="965960" y="33047"/>
                </a:lnTo>
                <a:lnTo>
                  <a:pt x="965051" y="33028"/>
                </a:lnTo>
                <a:lnTo>
                  <a:pt x="964135" y="33022"/>
                </a:lnTo>
                <a:lnTo>
                  <a:pt x="963079" y="33030"/>
                </a:lnTo>
                <a:lnTo>
                  <a:pt x="962034" y="33056"/>
                </a:lnTo>
                <a:lnTo>
                  <a:pt x="960998" y="33099"/>
                </a:lnTo>
                <a:lnTo>
                  <a:pt x="959973" y="33159"/>
                </a:lnTo>
                <a:lnTo>
                  <a:pt x="958957" y="33236"/>
                </a:lnTo>
                <a:lnTo>
                  <a:pt x="957952" y="33330"/>
                </a:lnTo>
                <a:lnTo>
                  <a:pt x="956957" y="33441"/>
                </a:lnTo>
                <a:lnTo>
                  <a:pt x="955971" y="33569"/>
                </a:lnTo>
                <a:lnTo>
                  <a:pt x="954996" y="33715"/>
                </a:lnTo>
                <a:lnTo>
                  <a:pt x="954031" y="33877"/>
                </a:lnTo>
                <a:lnTo>
                  <a:pt x="953075" y="34057"/>
                </a:lnTo>
                <a:lnTo>
                  <a:pt x="952130" y="34254"/>
                </a:lnTo>
                <a:lnTo>
                  <a:pt x="951195" y="34468"/>
                </a:lnTo>
                <a:lnTo>
                  <a:pt x="950270" y="34699"/>
                </a:lnTo>
                <a:lnTo>
                  <a:pt x="949355" y="34947"/>
                </a:lnTo>
                <a:lnTo>
                  <a:pt x="948450" y="35212"/>
                </a:lnTo>
                <a:lnTo>
                  <a:pt x="947555" y="35495"/>
                </a:lnTo>
                <a:lnTo>
                  <a:pt x="946670" y="35794"/>
                </a:lnTo>
                <a:lnTo>
                  <a:pt x="945795" y="36111"/>
                </a:lnTo>
                <a:lnTo>
                  <a:pt x="944931" y="36444"/>
                </a:lnTo>
                <a:lnTo>
                  <a:pt x="944076" y="36795"/>
                </a:lnTo>
                <a:lnTo>
                  <a:pt x="943231" y="37163"/>
                </a:lnTo>
                <a:lnTo>
                  <a:pt x="942396" y="37548"/>
                </a:lnTo>
                <a:lnTo>
                  <a:pt x="941572" y="37950"/>
                </a:lnTo>
                <a:lnTo>
                  <a:pt x="940760" y="38370"/>
                </a:lnTo>
                <a:lnTo>
                  <a:pt x="939963" y="38808"/>
                </a:lnTo>
                <a:lnTo>
                  <a:pt x="939180" y="39264"/>
                </a:lnTo>
                <a:lnTo>
                  <a:pt x="938413" y="39738"/>
                </a:lnTo>
                <a:lnTo>
                  <a:pt x="937661" y="40230"/>
                </a:lnTo>
                <a:lnTo>
                  <a:pt x="936924" y="40740"/>
                </a:lnTo>
                <a:lnTo>
                  <a:pt x="936202" y="41268"/>
                </a:lnTo>
                <a:lnTo>
                  <a:pt x="935495" y="41814"/>
                </a:lnTo>
                <a:lnTo>
                  <a:pt x="934802" y="42378"/>
                </a:lnTo>
                <a:lnTo>
                  <a:pt x="934125" y="42960"/>
                </a:lnTo>
                <a:lnTo>
                  <a:pt x="933463" y="43560"/>
                </a:lnTo>
                <a:lnTo>
                  <a:pt x="932816" y="44179"/>
                </a:lnTo>
                <a:lnTo>
                  <a:pt x="932184" y="44815"/>
                </a:lnTo>
                <a:lnTo>
                  <a:pt x="931566" y="45470"/>
                </a:lnTo>
                <a:lnTo>
                  <a:pt x="930964" y="46142"/>
                </a:lnTo>
                <a:lnTo>
                  <a:pt x="930377" y="46833"/>
                </a:lnTo>
                <a:lnTo>
                  <a:pt x="929804" y="47541"/>
                </a:lnTo>
                <a:lnTo>
                  <a:pt x="929247" y="48268"/>
                </a:lnTo>
                <a:lnTo>
                  <a:pt x="928705" y="49012"/>
                </a:lnTo>
                <a:lnTo>
                  <a:pt x="928177" y="49775"/>
                </a:lnTo>
                <a:lnTo>
                  <a:pt x="927665" y="50556"/>
                </a:lnTo>
                <a:lnTo>
                  <a:pt x="927168" y="51355"/>
                </a:lnTo>
                <a:lnTo>
                  <a:pt x="926685" y="52172"/>
                </a:lnTo>
                <a:lnTo>
                  <a:pt x="926218" y="53006"/>
                </a:lnTo>
                <a:lnTo>
                  <a:pt x="925768" y="53860"/>
                </a:lnTo>
                <a:lnTo>
                  <a:pt x="925337" y="54733"/>
                </a:lnTo>
                <a:lnTo>
                  <a:pt x="924925" y="55626"/>
                </a:lnTo>
                <a:lnTo>
                  <a:pt x="924532" y="56538"/>
                </a:lnTo>
                <a:lnTo>
                  <a:pt x="924158" y="57469"/>
                </a:lnTo>
                <a:lnTo>
                  <a:pt x="923804" y="58420"/>
                </a:lnTo>
                <a:lnTo>
                  <a:pt x="923468" y="59391"/>
                </a:lnTo>
                <a:lnTo>
                  <a:pt x="923152" y="60381"/>
                </a:lnTo>
                <a:lnTo>
                  <a:pt x="922855" y="61390"/>
                </a:lnTo>
                <a:lnTo>
                  <a:pt x="922577" y="62419"/>
                </a:lnTo>
                <a:lnTo>
                  <a:pt x="922319" y="63467"/>
                </a:lnTo>
                <a:lnTo>
                  <a:pt x="922079" y="64535"/>
                </a:lnTo>
                <a:lnTo>
                  <a:pt x="921859" y="65622"/>
                </a:lnTo>
                <a:lnTo>
                  <a:pt x="921658" y="66729"/>
                </a:lnTo>
                <a:lnTo>
                  <a:pt x="921476" y="67855"/>
                </a:lnTo>
                <a:lnTo>
                  <a:pt x="921313" y="69001"/>
                </a:lnTo>
                <a:lnTo>
                  <a:pt x="921169" y="70166"/>
                </a:lnTo>
                <a:lnTo>
                  <a:pt x="921045" y="71350"/>
                </a:lnTo>
                <a:lnTo>
                  <a:pt x="920939" y="72554"/>
                </a:lnTo>
                <a:lnTo>
                  <a:pt x="920853" y="73777"/>
                </a:lnTo>
                <a:lnTo>
                  <a:pt x="920786" y="75020"/>
                </a:lnTo>
                <a:lnTo>
                  <a:pt x="920738" y="76283"/>
                </a:lnTo>
                <a:lnTo>
                  <a:pt x="920709" y="77565"/>
                </a:lnTo>
                <a:lnTo>
                  <a:pt x="920700" y="78866"/>
                </a:lnTo>
                <a:lnTo>
                  <a:pt x="920710" y="80167"/>
                </a:lnTo>
                <a:lnTo>
                  <a:pt x="920740" y="81448"/>
                </a:lnTo>
                <a:lnTo>
                  <a:pt x="920790" y="82709"/>
                </a:lnTo>
                <a:lnTo>
                  <a:pt x="920860" y="83950"/>
                </a:lnTo>
                <a:lnTo>
                  <a:pt x="920951" y="85171"/>
                </a:lnTo>
                <a:lnTo>
                  <a:pt x="921061" y="86371"/>
                </a:lnTo>
                <a:lnTo>
                  <a:pt x="921192" y="87552"/>
                </a:lnTo>
                <a:lnTo>
                  <a:pt x="921342" y="88713"/>
                </a:lnTo>
                <a:lnTo>
                  <a:pt x="921513" y="89853"/>
                </a:lnTo>
                <a:lnTo>
                  <a:pt x="921704" y="90973"/>
                </a:lnTo>
                <a:lnTo>
                  <a:pt x="921915" y="92073"/>
                </a:lnTo>
                <a:lnTo>
                  <a:pt x="922146" y="93154"/>
                </a:lnTo>
                <a:lnTo>
                  <a:pt x="922397" y="94214"/>
                </a:lnTo>
                <a:lnTo>
                  <a:pt x="922668" y="95253"/>
                </a:lnTo>
                <a:lnTo>
                  <a:pt x="922960" y="96273"/>
                </a:lnTo>
                <a:lnTo>
                  <a:pt x="923271" y="97273"/>
                </a:lnTo>
                <a:lnTo>
                  <a:pt x="923602" y="98253"/>
                </a:lnTo>
                <a:lnTo>
                  <a:pt x="923954" y="99212"/>
                </a:lnTo>
                <a:lnTo>
                  <a:pt x="924326" y="100151"/>
                </a:lnTo>
                <a:lnTo>
                  <a:pt x="924717" y="101071"/>
                </a:lnTo>
                <a:lnTo>
                  <a:pt x="925129" y="101970"/>
                </a:lnTo>
                <a:lnTo>
                  <a:pt x="925561" y="102849"/>
                </a:lnTo>
                <a:lnTo>
                  <a:pt x="926013" y="103708"/>
                </a:lnTo>
                <a:lnTo>
                  <a:pt x="926485" y="104547"/>
                </a:lnTo>
                <a:lnTo>
                  <a:pt x="926974" y="105367"/>
                </a:lnTo>
                <a:lnTo>
                  <a:pt x="927478" y="106168"/>
                </a:lnTo>
                <a:lnTo>
                  <a:pt x="927995" y="106952"/>
                </a:lnTo>
                <a:lnTo>
                  <a:pt x="928527" y="107717"/>
                </a:lnTo>
                <a:lnTo>
                  <a:pt x="929073" y="108464"/>
                </a:lnTo>
                <a:lnTo>
                  <a:pt x="929634" y="109193"/>
                </a:lnTo>
                <a:lnTo>
                  <a:pt x="930208" y="109903"/>
                </a:lnTo>
                <a:lnTo>
                  <a:pt x="930797" y="110596"/>
                </a:lnTo>
                <a:lnTo>
                  <a:pt x="931400" y="111270"/>
                </a:lnTo>
                <a:lnTo>
                  <a:pt x="932017" y="111926"/>
                </a:lnTo>
                <a:lnTo>
                  <a:pt x="932649" y="112563"/>
                </a:lnTo>
                <a:lnTo>
                  <a:pt x="933294" y="113183"/>
                </a:lnTo>
                <a:lnTo>
                  <a:pt x="933954" y="113784"/>
                </a:lnTo>
                <a:lnTo>
                  <a:pt x="934628" y="114367"/>
                </a:lnTo>
                <a:lnTo>
                  <a:pt x="935316" y="114932"/>
                </a:lnTo>
                <a:lnTo>
                  <a:pt x="936019" y="115479"/>
                </a:lnTo>
                <a:lnTo>
                  <a:pt x="936735" y="116007"/>
                </a:lnTo>
                <a:lnTo>
                  <a:pt x="937466" y="116518"/>
                </a:lnTo>
                <a:lnTo>
                  <a:pt x="938211" y="117010"/>
                </a:lnTo>
                <a:lnTo>
                  <a:pt x="938971" y="117484"/>
                </a:lnTo>
                <a:lnTo>
                  <a:pt x="939744" y="117939"/>
                </a:lnTo>
                <a:lnTo>
                  <a:pt x="940532" y="118377"/>
                </a:lnTo>
                <a:lnTo>
                  <a:pt x="941334" y="118796"/>
                </a:lnTo>
                <a:lnTo>
                  <a:pt x="942150" y="119197"/>
                </a:lnTo>
                <a:lnTo>
                  <a:pt x="942978" y="119581"/>
                </a:lnTo>
                <a:lnTo>
                  <a:pt x="943812" y="119948"/>
                </a:lnTo>
                <a:lnTo>
                  <a:pt x="944655" y="120299"/>
                </a:lnTo>
                <a:lnTo>
                  <a:pt x="945505" y="120633"/>
                </a:lnTo>
                <a:lnTo>
                  <a:pt x="946364" y="120952"/>
                </a:lnTo>
                <a:lnTo>
                  <a:pt x="947229" y="121254"/>
                </a:lnTo>
                <a:lnTo>
                  <a:pt x="948103" y="121539"/>
                </a:lnTo>
                <a:lnTo>
                  <a:pt x="948984" y="121809"/>
                </a:lnTo>
                <a:lnTo>
                  <a:pt x="949873" y="122062"/>
                </a:lnTo>
                <a:lnTo>
                  <a:pt x="950770" y="122298"/>
                </a:lnTo>
                <a:lnTo>
                  <a:pt x="951674" y="122519"/>
                </a:lnTo>
                <a:lnTo>
                  <a:pt x="952586" y="122723"/>
                </a:lnTo>
                <a:lnTo>
                  <a:pt x="953506" y="122910"/>
                </a:lnTo>
                <a:lnTo>
                  <a:pt x="954434" y="123082"/>
                </a:lnTo>
                <a:lnTo>
                  <a:pt x="955369" y="123237"/>
                </a:lnTo>
                <a:lnTo>
                  <a:pt x="956312" y="123375"/>
                </a:lnTo>
                <a:lnTo>
                  <a:pt x="957263" y="123498"/>
                </a:lnTo>
                <a:lnTo>
                  <a:pt x="958222" y="123604"/>
                </a:lnTo>
                <a:lnTo>
                  <a:pt x="959188" y="123694"/>
                </a:lnTo>
                <a:lnTo>
                  <a:pt x="960162" y="123767"/>
                </a:lnTo>
                <a:lnTo>
                  <a:pt x="961144" y="123824"/>
                </a:lnTo>
                <a:lnTo>
                  <a:pt x="962133" y="123865"/>
                </a:lnTo>
                <a:lnTo>
                  <a:pt x="963130" y="123890"/>
                </a:lnTo>
                <a:lnTo>
                  <a:pt x="964135" y="123898"/>
                </a:lnTo>
                <a:lnTo>
                  <a:pt x="965095" y="123891"/>
                </a:lnTo>
                <a:lnTo>
                  <a:pt x="966046" y="123869"/>
                </a:lnTo>
                <a:lnTo>
                  <a:pt x="966987" y="123834"/>
                </a:lnTo>
                <a:lnTo>
                  <a:pt x="967920" y="123785"/>
                </a:lnTo>
                <a:lnTo>
                  <a:pt x="968844" y="123721"/>
                </a:lnTo>
                <a:close/>
                <a:moveTo>
                  <a:pt x="1068753" y="123751"/>
                </a:moveTo>
                <a:lnTo>
                  <a:pt x="1069682" y="123686"/>
                </a:lnTo>
                <a:lnTo>
                  <a:pt x="1070602" y="123610"/>
                </a:lnTo>
                <a:lnTo>
                  <a:pt x="1071511" y="123522"/>
                </a:lnTo>
                <a:lnTo>
                  <a:pt x="1072409" y="123422"/>
                </a:lnTo>
                <a:lnTo>
                  <a:pt x="1073297" y="123311"/>
                </a:lnTo>
                <a:lnTo>
                  <a:pt x="1074175" y="123187"/>
                </a:lnTo>
                <a:lnTo>
                  <a:pt x="1075042" y="123052"/>
                </a:lnTo>
                <a:lnTo>
                  <a:pt x="1075899" y="122905"/>
                </a:lnTo>
                <a:lnTo>
                  <a:pt x="1076746" y="122747"/>
                </a:lnTo>
                <a:lnTo>
                  <a:pt x="1077583" y="122577"/>
                </a:lnTo>
                <a:lnTo>
                  <a:pt x="1078409" y="122395"/>
                </a:lnTo>
                <a:lnTo>
                  <a:pt x="1079224" y="122201"/>
                </a:lnTo>
                <a:lnTo>
                  <a:pt x="1080030" y="121995"/>
                </a:lnTo>
                <a:lnTo>
                  <a:pt x="1080825" y="121778"/>
                </a:lnTo>
                <a:lnTo>
                  <a:pt x="1081609" y="121549"/>
                </a:lnTo>
                <a:lnTo>
                  <a:pt x="1082383" y="121308"/>
                </a:lnTo>
                <a:lnTo>
                  <a:pt x="1083147" y="121056"/>
                </a:lnTo>
                <a:lnTo>
                  <a:pt x="1083901" y="120792"/>
                </a:lnTo>
                <a:lnTo>
                  <a:pt x="1084644" y="120516"/>
                </a:lnTo>
                <a:lnTo>
                  <a:pt x="1085376" y="120228"/>
                </a:lnTo>
                <a:lnTo>
                  <a:pt x="1086094" y="119928"/>
                </a:lnTo>
                <a:lnTo>
                  <a:pt x="1086800" y="119616"/>
                </a:lnTo>
                <a:lnTo>
                  <a:pt x="1087492" y="119292"/>
                </a:lnTo>
                <a:lnTo>
                  <a:pt x="1088172" y="118956"/>
                </a:lnTo>
                <a:lnTo>
                  <a:pt x="1088838" y="118607"/>
                </a:lnTo>
                <a:lnTo>
                  <a:pt x="1089492" y="118247"/>
                </a:lnTo>
                <a:lnTo>
                  <a:pt x="1090133" y="117875"/>
                </a:lnTo>
                <a:lnTo>
                  <a:pt x="1090760" y="117491"/>
                </a:lnTo>
                <a:lnTo>
                  <a:pt x="1091375" y="117094"/>
                </a:lnTo>
                <a:lnTo>
                  <a:pt x="1091977" y="116686"/>
                </a:lnTo>
                <a:lnTo>
                  <a:pt x="1092566" y="116265"/>
                </a:lnTo>
                <a:lnTo>
                  <a:pt x="1093141" y="115833"/>
                </a:lnTo>
                <a:lnTo>
                  <a:pt x="1093704" y="115388"/>
                </a:lnTo>
                <a:lnTo>
                  <a:pt x="1094254" y="114932"/>
                </a:lnTo>
                <a:lnTo>
                  <a:pt x="1094791" y="114463"/>
                </a:lnTo>
                <a:lnTo>
                  <a:pt x="1095315" y="113982"/>
                </a:lnTo>
                <a:lnTo>
                  <a:pt x="1095826" y="113490"/>
                </a:lnTo>
                <a:lnTo>
                  <a:pt x="1096323" y="112985"/>
                </a:lnTo>
                <a:lnTo>
                  <a:pt x="1096808" y="112468"/>
                </a:lnTo>
                <a:lnTo>
                  <a:pt x="1097280" y="111939"/>
                </a:lnTo>
                <a:lnTo>
                  <a:pt x="1097739" y="111398"/>
                </a:lnTo>
                <a:lnTo>
                  <a:pt x="1098185" y="110845"/>
                </a:lnTo>
                <a:lnTo>
                  <a:pt x="1098618" y="110280"/>
                </a:lnTo>
                <a:lnTo>
                  <a:pt x="1099037" y="109703"/>
                </a:lnTo>
                <a:lnTo>
                  <a:pt x="1099439" y="109114"/>
                </a:lnTo>
                <a:lnTo>
                  <a:pt x="1099825" y="108513"/>
                </a:lnTo>
                <a:lnTo>
                  <a:pt x="1100194" y="107900"/>
                </a:lnTo>
                <a:lnTo>
                  <a:pt x="1100548" y="107275"/>
                </a:lnTo>
                <a:lnTo>
                  <a:pt x="1100885" y="106639"/>
                </a:lnTo>
                <a:lnTo>
                  <a:pt x="1101206" y="105990"/>
                </a:lnTo>
                <a:lnTo>
                  <a:pt x="1101511" y="105330"/>
                </a:lnTo>
                <a:lnTo>
                  <a:pt x="1101799" y="104658"/>
                </a:lnTo>
                <a:lnTo>
                  <a:pt x="1102072" y="103974"/>
                </a:lnTo>
                <a:lnTo>
                  <a:pt x="1102328" y="103277"/>
                </a:lnTo>
                <a:lnTo>
                  <a:pt x="1102568" y="102569"/>
                </a:lnTo>
                <a:lnTo>
                  <a:pt x="1102791" y="101850"/>
                </a:lnTo>
                <a:lnTo>
                  <a:pt x="1102999" y="101118"/>
                </a:lnTo>
                <a:lnTo>
                  <a:pt x="1103190" y="100374"/>
                </a:lnTo>
                <a:lnTo>
                  <a:pt x="1103365" y="99619"/>
                </a:lnTo>
                <a:lnTo>
                  <a:pt x="1103524" y="98851"/>
                </a:lnTo>
                <a:lnTo>
                  <a:pt x="1103666" y="98072"/>
                </a:lnTo>
                <a:lnTo>
                  <a:pt x="1103793" y="97281"/>
                </a:lnTo>
                <a:lnTo>
                  <a:pt x="1103903" y="96477"/>
                </a:lnTo>
                <a:lnTo>
                  <a:pt x="1103997" y="95662"/>
                </a:lnTo>
                <a:lnTo>
                  <a:pt x="1104074" y="94835"/>
                </a:lnTo>
                <a:lnTo>
                  <a:pt x="1104136" y="93997"/>
                </a:lnTo>
                <a:lnTo>
                  <a:pt x="1104181" y="93146"/>
                </a:lnTo>
                <a:lnTo>
                  <a:pt x="1080950" y="93146"/>
                </a:lnTo>
                <a:lnTo>
                  <a:pt x="1080935" y="93706"/>
                </a:lnTo>
                <a:lnTo>
                  <a:pt x="1080904" y="94254"/>
                </a:lnTo>
                <a:lnTo>
                  <a:pt x="1080857" y="94790"/>
                </a:lnTo>
                <a:lnTo>
                  <a:pt x="1080794" y="95315"/>
                </a:lnTo>
                <a:lnTo>
                  <a:pt x="1080716" y="95828"/>
                </a:lnTo>
                <a:lnTo>
                  <a:pt x="1080622" y="96330"/>
                </a:lnTo>
                <a:lnTo>
                  <a:pt x="1080512" y="96820"/>
                </a:lnTo>
                <a:lnTo>
                  <a:pt x="1080387" y="97298"/>
                </a:lnTo>
                <a:lnTo>
                  <a:pt x="1080245" y="97765"/>
                </a:lnTo>
                <a:lnTo>
                  <a:pt x="1080088" y="98220"/>
                </a:lnTo>
                <a:lnTo>
                  <a:pt x="1079915" y="98664"/>
                </a:lnTo>
                <a:lnTo>
                  <a:pt x="1079726" y="99095"/>
                </a:lnTo>
                <a:lnTo>
                  <a:pt x="1079522" y="99516"/>
                </a:lnTo>
                <a:lnTo>
                  <a:pt x="1079302" y="99924"/>
                </a:lnTo>
                <a:lnTo>
                  <a:pt x="1079066" y="100321"/>
                </a:lnTo>
                <a:lnTo>
                  <a:pt x="1078814" y="100707"/>
                </a:lnTo>
                <a:lnTo>
                  <a:pt x="1078547" y="101080"/>
                </a:lnTo>
                <a:lnTo>
                  <a:pt x="1078263" y="101442"/>
                </a:lnTo>
                <a:lnTo>
                  <a:pt x="1077964" y="101793"/>
                </a:lnTo>
                <a:lnTo>
                  <a:pt x="1077650" y="102132"/>
                </a:lnTo>
                <a:lnTo>
                  <a:pt x="1077319" y="102459"/>
                </a:lnTo>
                <a:lnTo>
                  <a:pt x="1076973" y="102774"/>
                </a:lnTo>
                <a:lnTo>
                  <a:pt x="1076611" y="103078"/>
                </a:lnTo>
                <a:lnTo>
                  <a:pt x="1076233" y="103371"/>
                </a:lnTo>
                <a:lnTo>
                  <a:pt x="1075842" y="103651"/>
                </a:lnTo>
                <a:lnTo>
                  <a:pt x="1075440" y="103920"/>
                </a:lnTo>
                <a:lnTo>
                  <a:pt x="1075028" y="104176"/>
                </a:lnTo>
                <a:lnTo>
                  <a:pt x="1074606" y="104421"/>
                </a:lnTo>
                <a:lnTo>
                  <a:pt x="1074173" y="104654"/>
                </a:lnTo>
                <a:lnTo>
                  <a:pt x="1073730" y="104875"/>
                </a:lnTo>
                <a:lnTo>
                  <a:pt x="1073276" y="105084"/>
                </a:lnTo>
                <a:lnTo>
                  <a:pt x="1072811" y="105280"/>
                </a:lnTo>
                <a:lnTo>
                  <a:pt x="1072336" y="105466"/>
                </a:lnTo>
                <a:lnTo>
                  <a:pt x="1071850" y="105639"/>
                </a:lnTo>
                <a:lnTo>
                  <a:pt x="1071354" y="105800"/>
                </a:lnTo>
                <a:lnTo>
                  <a:pt x="1070848" y="105949"/>
                </a:lnTo>
                <a:lnTo>
                  <a:pt x="1070331" y="106086"/>
                </a:lnTo>
                <a:lnTo>
                  <a:pt x="1069803" y="106212"/>
                </a:lnTo>
                <a:lnTo>
                  <a:pt x="1069265" y="106325"/>
                </a:lnTo>
                <a:lnTo>
                  <a:pt x="1068717" y="106426"/>
                </a:lnTo>
                <a:lnTo>
                  <a:pt x="1068158" y="106516"/>
                </a:lnTo>
                <a:lnTo>
                  <a:pt x="1067588" y="106594"/>
                </a:lnTo>
                <a:lnTo>
                  <a:pt x="1067008" y="106659"/>
                </a:lnTo>
                <a:lnTo>
                  <a:pt x="1066417" y="106713"/>
                </a:lnTo>
                <a:lnTo>
                  <a:pt x="1065816" y="106755"/>
                </a:lnTo>
                <a:lnTo>
                  <a:pt x="1065205" y="106785"/>
                </a:lnTo>
                <a:lnTo>
                  <a:pt x="1064583" y="106802"/>
                </a:lnTo>
                <a:lnTo>
                  <a:pt x="1063950" y="106808"/>
                </a:lnTo>
                <a:lnTo>
                  <a:pt x="1063339" y="106803"/>
                </a:lnTo>
                <a:lnTo>
                  <a:pt x="1062738" y="106785"/>
                </a:lnTo>
                <a:lnTo>
                  <a:pt x="1062147" y="106757"/>
                </a:lnTo>
                <a:lnTo>
                  <a:pt x="1061566" y="106716"/>
                </a:lnTo>
                <a:lnTo>
                  <a:pt x="1060995" y="106664"/>
                </a:lnTo>
                <a:lnTo>
                  <a:pt x="1060434" y="106601"/>
                </a:lnTo>
                <a:lnTo>
                  <a:pt x="1059883" y="106526"/>
                </a:lnTo>
                <a:lnTo>
                  <a:pt x="1059341" y="106439"/>
                </a:lnTo>
                <a:lnTo>
                  <a:pt x="1058810" y="106341"/>
                </a:lnTo>
                <a:lnTo>
                  <a:pt x="1058288" y="106232"/>
                </a:lnTo>
                <a:lnTo>
                  <a:pt x="1057776" y="106111"/>
                </a:lnTo>
                <a:lnTo>
                  <a:pt x="1057274" y="105978"/>
                </a:lnTo>
                <a:lnTo>
                  <a:pt x="1056782" y="105834"/>
                </a:lnTo>
                <a:lnTo>
                  <a:pt x="1056300" y="105678"/>
                </a:lnTo>
                <a:lnTo>
                  <a:pt x="1055828" y="105511"/>
                </a:lnTo>
                <a:lnTo>
                  <a:pt x="1055366" y="105332"/>
                </a:lnTo>
                <a:lnTo>
                  <a:pt x="1054913" y="105142"/>
                </a:lnTo>
                <a:lnTo>
                  <a:pt x="1054471" y="104940"/>
                </a:lnTo>
                <a:lnTo>
                  <a:pt x="1054038" y="104727"/>
                </a:lnTo>
                <a:lnTo>
                  <a:pt x="1053615" y="104502"/>
                </a:lnTo>
                <a:lnTo>
                  <a:pt x="1053202" y="104266"/>
                </a:lnTo>
                <a:lnTo>
                  <a:pt x="1052799" y="104018"/>
                </a:lnTo>
                <a:lnTo>
                  <a:pt x="1052406" y="103758"/>
                </a:lnTo>
                <a:lnTo>
                  <a:pt x="1052023" y="103487"/>
                </a:lnTo>
                <a:lnTo>
                  <a:pt x="1051649" y="103207"/>
                </a:lnTo>
                <a:lnTo>
                  <a:pt x="1051283" y="102919"/>
                </a:lnTo>
                <a:lnTo>
                  <a:pt x="1050926" y="102623"/>
                </a:lnTo>
                <a:lnTo>
                  <a:pt x="1050578" y="102320"/>
                </a:lnTo>
                <a:lnTo>
                  <a:pt x="1050238" y="102010"/>
                </a:lnTo>
                <a:lnTo>
                  <a:pt x="1049906" y="101692"/>
                </a:lnTo>
                <a:lnTo>
                  <a:pt x="1049583" y="101366"/>
                </a:lnTo>
                <a:lnTo>
                  <a:pt x="1049269" y="101034"/>
                </a:lnTo>
                <a:lnTo>
                  <a:pt x="1048963" y="100694"/>
                </a:lnTo>
                <a:lnTo>
                  <a:pt x="1048665" y="100346"/>
                </a:lnTo>
                <a:lnTo>
                  <a:pt x="1048376" y="99991"/>
                </a:lnTo>
                <a:lnTo>
                  <a:pt x="1048096" y="99629"/>
                </a:lnTo>
                <a:lnTo>
                  <a:pt x="1047823" y="99259"/>
                </a:lnTo>
                <a:lnTo>
                  <a:pt x="1047560" y="98882"/>
                </a:lnTo>
                <a:lnTo>
                  <a:pt x="1047305" y="98497"/>
                </a:lnTo>
                <a:lnTo>
                  <a:pt x="1047058" y="98105"/>
                </a:lnTo>
                <a:lnTo>
                  <a:pt x="1046820" y="97705"/>
                </a:lnTo>
                <a:lnTo>
                  <a:pt x="1046591" y="97298"/>
                </a:lnTo>
                <a:lnTo>
                  <a:pt x="1046370" y="96884"/>
                </a:lnTo>
                <a:lnTo>
                  <a:pt x="1046157" y="96462"/>
                </a:lnTo>
                <a:lnTo>
                  <a:pt x="1045953" y="96033"/>
                </a:lnTo>
                <a:lnTo>
                  <a:pt x="1045758" y="95596"/>
                </a:lnTo>
                <a:lnTo>
                  <a:pt x="1045570" y="95152"/>
                </a:lnTo>
                <a:lnTo>
                  <a:pt x="1045392" y="94701"/>
                </a:lnTo>
                <a:lnTo>
                  <a:pt x="1045221" y="94244"/>
                </a:lnTo>
                <a:lnTo>
                  <a:pt x="1045057" y="93785"/>
                </a:lnTo>
                <a:lnTo>
                  <a:pt x="1044899" y="93322"/>
                </a:lnTo>
                <a:lnTo>
                  <a:pt x="1044748" y="92857"/>
                </a:lnTo>
                <a:lnTo>
                  <a:pt x="1044603" y="92389"/>
                </a:lnTo>
                <a:lnTo>
                  <a:pt x="1044466" y="91918"/>
                </a:lnTo>
                <a:lnTo>
                  <a:pt x="1044335" y="91444"/>
                </a:lnTo>
                <a:lnTo>
                  <a:pt x="1044210" y="90968"/>
                </a:lnTo>
                <a:lnTo>
                  <a:pt x="1044092" y="90488"/>
                </a:lnTo>
                <a:lnTo>
                  <a:pt x="1043981" y="90006"/>
                </a:lnTo>
                <a:lnTo>
                  <a:pt x="1043877" y="89521"/>
                </a:lnTo>
                <a:lnTo>
                  <a:pt x="1043779" y="89033"/>
                </a:lnTo>
                <a:lnTo>
                  <a:pt x="1043687" y="88542"/>
                </a:lnTo>
                <a:lnTo>
                  <a:pt x="1043603" y="88048"/>
                </a:lnTo>
                <a:lnTo>
                  <a:pt x="1043525" y="87552"/>
                </a:lnTo>
                <a:lnTo>
                  <a:pt x="1043454" y="87052"/>
                </a:lnTo>
                <a:lnTo>
                  <a:pt x="1043389" y="86550"/>
                </a:lnTo>
                <a:lnTo>
                  <a:pt x="1043331" y="86045"/>
                </a:lnTo>
                <a:lnTo>
                  <a:pt x="1043279" y="85537"/>
                </a:lnTo>
                <a:lnTo>
                  <a:pt x="1043235" y="85026"/>
                </a:lnTo>
                <a:lnTo>
                  <a:pt x="1043197" y="84513"/>
                </a:lnTo>
                <a:lnTo>
                  <a:pt x="1043165" y="83996"/>
                </a:lnTo>
                <a:lnTo>
                  <a:pt x="1043140" y="83477"/>
                </a:lnTo>
                <a:lnTo>
                  <a:pt x="1043122" y="82955"/>
                </a:lnTo>
                <a:lnTo>
                  <a:pt x="1104092" y="82955"/>
                </a:lnTo>
                <a:lnTo>
                  <a:pt x="1104107" y="82871"/>
                </a:lnTo>
                <a:lnTo>
                  <a:pt x="1104121" y="82784"/>
                </a:lnTo>
                <a:lnTo>
                  <a:pt x="1104135" y="82694"/>
                </a:lnTo>
                <a:lnTo>
                  <a:pt x="1104149" y="82601"/>
                </a:lnTo>
                <a:lnTo>
                  <a:pt x="1104162" y="82505"/>
                </a:lnTo>
                <a:lnTo>
                  <a:pt x="1104176" y="82406"/>
                </a:lnTo>
                <a:lnTo>
                  <a:pt x="1104188" y="82304"/>
                </a:lnTo>
                <a:lnTo>
                  <a:pt x="1104201" y="82200"/>
                </a:lnTo>
                <a:lnTo>
                  <a:pt x="1104213" y="82092"/>
                </a:lnTo>
                <a:lnTo>
                  <a:pt x="1104225" y="81981"/>
                </a:lnTo>
                <a:lnTo>
                  <a:pt x="1104237" y="81867"/>
                </a:lnTo>
                <a:lnTo>
                  <a:pt x="1104248" y="81751"/>
                </a:lnTo>
                <a:lnTo>
                  <a:pt x="1104259" y="81631"/>
                </a:lnTo>
                <a:lnTo>
                  <a:pt x="1104269" y="81509"/>
                </a:lnTo>
                <a:lnTo>
                  <a:pt x="1104280" y="81383"/>
                </a:lnTo>
                <a:lnTo>
                  <a:pt x="1104290" y="81255"/>
                </a:lnTo>
                <a:lnTo>
                  <a:pt x="1104300" y="81123"/>
                </a:lnTo>
                <a:lnTo>
                  <a:pt x="1104309" y="80989"/>
                </a:lnTo>
                <a:lnTo>
                  <a:pt x="1104318" y="80852"/>
                </a:lnTo>
                <a:lnTo>
                  <a:pt x="1104327" y="80711"/>
                </a:lnTo>
                <a:lnTo>
                  <a:pt x="1104335" y="80568"/>
                </a:lnTo>
                <a:lnTo>
                  <a:pt x="1104344" y="80422"/>
                </a:lnTo>
                <a:lnTo>
                  <a:pt x="1104352" y="80272"/>
                </a:lnTo>
                <a:lnTo>
                  <a:pt x="1104359" y="80120"/>
                </a:lnTo>
                <a:lnTo>
                  <a:pt x="1104366" y="79968"/>
                </a:lnTo>
                <a:lnTo>
                  <a:pt x="1104373" y="79818"/>
                </a:lnTo>
                <a:lnTo>
                  <a:pt x="1104380" y="79671"/>
                </a:lnTo>
                <a:lnTo>
                  <a:pt x="1104386" y="79527"/>
                </a:lnTo>
                <a:lnTo>
                  <a:pt x="1104392" y="79385"/>
                </a:lnTo>
                <a:lnTo>
                  <a:pt x="1104398" y="79246"/>
                </a:lnTo>
                <a:lnTo>
                  <a:pt x="1104403" y="79110"/>
                </a:lnTo>
                <a:lnTo>
                  <a:pt x="1104409" y="78976"/>
                </a:lnTo>
                <a:lnTo>
                  <a:pt x="1104413" y="78845"/>
                </a:lnTo>
                <a:lnTo>
                  <a:pt x="1104418" y="78716"/>
                </a:lnTo>
                <a:lnTo>
                  <a:pt x="1104422" y="78590"/>
                </a:lnTo>
                <a:lnTo>
                  <a:pt x="1104426" y="78467"/>
                </a:lnTo>
                <a:lnTo>
                  <a:pt x="1104429" y="78347"/>
                </a:lnTo>
                <a:lnTo>
                  <a:pt x="1104433" y="78229"/>
                </a:lnTo>
                <a:lnTo>
                  <a:pt x="1104436" y="78114"/>
                </a:lnTo>
                <a:lnTo>
                  <a:pt x="1104438" y="78001"/>
                </a:lnTo>
                <a:lnTo>
                  <a:pt x="1104441" y="77892"/>
                </a:lnTo>
                <a:lnTo>
                  <a:pt x="1104443" y="77784"/>
                </a:lnTo>
                <a:lnTo>
                  <a:pt x="1104444" y="77680"/>
                </a:lnTo>
                <a:lnTo>
                  <a:pt x="1104446" y="77578"/>
                </a:lnTo>
                <a:lnTo>
                  <a:pt x="1104447" y="77479"/>
                </a:lnTo>
                <a:lnTo>
                  <a:pt x="1104447" y="77382"/>
                </a:lnTo>
                <a:lnTo>
                  <a:pt x="1104448" y="77288"/>
                </a:lnTo>
                <a:lnTo>
                  <a:pt x="1104448" y="77197"/>
                </a:lnTo>
                <a:lnTo>
                  <a:pt x="1104429" y="75444"/>
                </a:lnTo>
                <a:lnTo>
                  <a:pt x="1104370" y="73726"/>
                </a:lnTo>
                <a:lnTo>
                  <a:pt x="1104272" y="72041"/>
                </a:lnTo>
                <a:lnTo>
                  <a:pt x="1104135" y="70390"/>
                </a:lnTo>
                <a:lnTo>
                  <a:pt x="1103959" y="68773"/>
                </a:lnTo>
                <a:lnTo>
                  <a:pt x="1103744" y="67190"/>
                </a:lnTo>
                <a:lnTo>
                  <a:pt x="1103490" y="65641"/>
                </a:lnTo>
                <a:lnTo>
                  <a:pt x="1103197" y="64126"/>
                </a:lnTo>
                <a:lnTo>
                  <a:pt x="1102865" y="62645"/>
                </a:lnTo>
                <a:lnTo>
                  <a:pt x="1102493" y="61197"/>
                </a:lnTo>
                <a:lnTo>
                  <a:pt x="1102083" y="59784"/>
                </a:lnTo>
                <a:lnTo>
                  <a:pt x="1101633" y="58404"/>
                </a:lnTo>
                <a:lnTo>
                  <a:pt x="1101145" y="57058"/>
                </a:lnTo>
                <a:lnTo>
                  <a:pt x="1100617" y="55746"/>
                </a:lnTo>
                <a:lnTo>
                  <a:pt x="1100050" y="54468"/>
                </a:lnTo>
                <a:lnTo>
                  <a:pt x="1099444" y="53224"/>
                </a:lnTo>
                <a:lnTo>
                  <a:pt x="1098799" y="52014"/>
                </a:lnTo>
                <a:lnTo>
                  <a:pt x="1098115" y="50838"/>
                </a:lnTo>
                <a:lnTo>
                  <a:pt x="1097391" y="49696"/>
                </a:lnTo>
                <a:lnTo>
                  <a:pt x="1096629" y="48587"/>
                </a:lnTo>
                <a:lnTo>
                  <a:pt x="1095828" y="47513"/>
                </a:lnTo>
                <a:lnTo>
                  <a:pt x="1094987" y="46472"/>
                </a:lnTo>
                <a:lnTo>
                  <a:pt x="1094107" y="45465"/>
                </a:lnTo>
                <a:lnTo>
                  <a:pt x="1093189" y="44492"/>
                </a:lnTo>
                <a:lnTo>
                  <a:pt x="1092236" y="43556"/>
                </a:lnTo>
                <a:lnTo>
                  <a:pt x="1091256" y="42660"/>
                </a:lnTo>
                <a:lnTo>
                  <a:pt x="1090247" y="41804"/>
                </a:lnTo>
                <a:lnTo>
                  <a:pt x="1089209" y="40987"/>
                </a:lnTo>
                <a:lnTo>
                  <a:pt x="1088144" y="40211"/>
                </a:lnTo>
                <a:lnTo>
                  <a:pt x="1087050" y="39474"/>
                </a:lnTo>
                <a:lnTo>
                  <a:pt x="1085928" y="38777"/>
                </a:lnTo>
                <a:lnTo>
                  <a:pt x="1084778" y="38120"/>
                </a:lnTo>
                <a:lnTo>
                  <a:pt x="1083599" y="37502"/>
                </a:lnTo>
                <a:lnTo>
                  <a:pt x="1082392" y="36925"/>
                </a:lnTo>
                <a:lnTo>
                  <a:pt x="1081157" y="36387"/>
                </a:lnTo>
                <a:lnTo>
                  <a:pt x="1079893" y="35889"/>
                </a:lnTo>
                <a:lnTo>
                  <a:pt x="1078602" y="35431"/>
                </a:lnTo>
                <a:lnTo>
                  <a:pt x="1077281" y="35013"/>
                </a:lnTo>
                <a:lnTo>
                  <a:pt x="1075933" y="34635"/>
                </a:lnTo>
                <a:lnTo>
                  <a:pt x="1074557" y="34296"/>
                </a:lnTo>
                <a:lnTo>
                  <a:pt x="1073152" y="33997"/>
                </a:lnTo>
                <a:lnTo>
                  <a:pt x="1071719" y="33739"/>
                </a:lnTo>
                <a:lnTo>
                  <a:pt x="1070257" y="33519"/>
                </a:lnTo>
                <a:lnTo>
                  <a:pt x="1068767" y="33340"/>
                </a:lnTo>
                <a:lnTo>
                  <a:pt x="1067249" y="33201"/>
                </a:lnTo>
                <a:lnTo>
                  <a:pt x="1065703" y="33101"/>
                </a:lnTo>
                <a:lnTo>
                  <a:pt x="1064129" y="33042"/>
                </a:lnTo>
                <a:lnTo>
                  <a:pt x="1062526" y="33022"/>
                </a:lnTo>
                <a:lnTo>
                  <a:pt x="1061369" y="33031"/>
                </a:lnTo>
                <a:lnTo>
                  <a:pt x="1060227" y="33059"/>
                </a:lnTo>
                <a:lnTo>
                  <a:pt x="1059101" y="33107"/>
                </a:lnTo>
                <a:lnTo>
                  <a:pt x="1057990" y="33173"/>
                </a:lnTo>
                <a:lnTo>
                  <a:pt x="1056894" y="33258"/>
                </a:lnTo>
                <a:lnTo>
                  <a:pt x="1055814" y="33362"/>
                </a:lnTo>
                <a:lnTo>
                  <a:pt x="1054749" y="33485"/>
                </a:lnTo>
                <a:lnTo>
                  <a:pt x="1053699" y="33627"/>
                </a:lnTo>
                <a:lnTo>
                  <a:pt x="1052665" y="33788"/>
                </a:lnTo>
                <a:lnTo>
                  <a:pt x="1051646" y="33968"/>
                </a:lnTo>
                <a:lnTo>
                  <a:pt x="1050642" y="34166"/>
                </a:lnTo>
                <a:lnTo>
                  <a:pt x="1049653" y="34384"/>
                </a:lnTo>
                <a:lnTo>
                  <a:pt x="1048680" y="34620"/>
                </a:lnTo>
                <a:lnTo>
                  <a:pt x="1047722" y="34876"/>
                </a:lnTo>
                <a:lnTo>
                  <a:pt x="1046779" y="35150"/>
                </a:lnTo>
                <a:lnTo>
                  <a:pt x="1045852" y="35443"/>
                </a:lnTo>
                <a:lnTo>
                  <a:pt x="1044940" y="35756"/>
                </a:lnTo>
                <a:lnTo>
                  <a:pt x="1044043" y="36087"/>
                </a:lnTo>
                <a:lnTo>
                  <a:pt x="1043161" y="36437"/>
                </a:lnTo>
                <a:lnTo>
                  <a:pt x="1042295" y="36806"/>
                </a:lnTo>
                <a:lnTo>
                  <a:pt x="1041444" y="37193"/>
                </a:lnTo>
                <a:lnTo>
                  <a:pt x="1040609" y="37600"/>
                </a:lnTo>
                <a:lnTo>
                  <a:pt x="1039788" y="38026"/>
                </a:lnTo>
                <a:lnTo>
                  <a:pt x="1038983" y="38471"/>
                </a:lnTo>
                <a:lnTo>
                  <a:pt x="1038194" y="38933"/>
                </a:lnTo>
                <a:lnTo>
                  <a:pt x="1037421" y="39411"/>
                </a:lnTo>
                <a:lnTo>
                  <a:pt x="1036664" y="39905"/>
                </a:lnTo>
                <a:lnTo>
                  <a:pt x="1035923" y="40416"/>
                </a:lnTo>
                <a:lnTo>
                  <a:pt x="1035198" y="40942"/>
                </a:lnTo>
                <a:lnTo>
                  <a:pt x="1034489" y="41485"/>
                </a:lnTo>
                <a:lnTo>
                  <a:pt x="1033796" y="42044"/>
                </a:lnTo>
                <a:lnTo>
                  <a:pt x="1033119" y="42619"/>
                </a:lnTo>
                <a:lnTo>
                  <a:pt x="1032458" y="43210"/>
                </a:lnTo>
                <a:lnTo>
                  <a:pt x="1031813" y="43817"/>
                </a:lnTo>
                <a:lnTo>
                  <a:pt x="1031185" y="44440"/>
                </a:lnTo>
                <a:lnTo>
                  <a:pt x="1030572" y="45079"/>
                </a:lnTo>
                <a:lnTo>
                  <a:pt x="1029976" y="45735"/>
                </a:lnTo>
                <a:lnTo>
                  <a:pt x="1029395" y="46406"/>
                </a:lnTo>
                <a:lnTo>
                  <a:pt x="1028831" y="47094"/>
                </a:lnTo>
                <a:lnTo>
                  <a:pt x="1028283" y="47798"/>
                </a:lnTo>
                <a:lnTo>
                  <a:pt x="1027751" y="48518"/>
                </a:lnTo>
                <a:lnTo>
                  <a:pt x="1027234" y="49254"/>
                </a:lnTo>
                <a:lnTo>
                  <a:pt x="1026734" y="50006"/>
                </a:lnTo>
                <a:lnTo>
                  <a:pt x="1026250" y="50774"/>
                </a:lnTo>
                <a:lnTo>
                  <a:pt x="1025783" y="51558"/>
                </a:lnTo>
                <a:lnTo>
                  <a:pt x="1025331" y="52359"/>
                </a:lnTo>
                <a:lnTo>
                  <a:pt x="1024895" y="53175"/>
                </a:lnTo>
                <a:lnTo>
                  <a:pt x="1024475" y="54008"/>
                </a:lnTo>
                <a:lnTo>
                  <a:pt x="1024072" y="54855"/>
                </a:lnTo>
                <a:lnTo>
                  <a:pt x="1023686" y="55716"/>
                </a:lnTo>
                <a:lnTo>
                  <a:pt x="1023317" y="56590"/>
                </a:lnTo>
                <a:lnTo>
                  <a:pt x="1022966" y="57477"/>
                </a:lnTo>
                <a:lnTo>
                  <a:pt x="1022631" y="58378"/>
                </a:lnTo>
                <a:lnTo>
                  <a:pt x="1022314" y="59293"/>
                </a:lnTo>
                <a:lnTo>
                  <a:pt x="1022014" y="60221"/>
                </a:lnTo>
                <a:lnTo>
                  <a:pt x="1021731" y="61162"/>
                </a:lnTo>
                <a:lnTo>
                  <a:pt x="1021465" y="62117"/>
                </a:lnTo>
                <a:lnTo>
                  <a:pt x="1021216" y="63085"/>
                </a:lnTo>
                <a:lnTo>
                  <a:pt x="1020985" y="64067"/>
                </a:lnTo>
                <a:lnTo>
                  <a:pt x="1020770" y="65062"/>
                </a:lnTo>
                <a:lnTo>
                  <a:pt x="1020573" y="66071"/>
                </a:lnTo>
                <a:lnTo>
                  <a:pt x="1020393" y="67093"/>
                </a:lnTo>
                <a:lnTo>
                  <a:pt x="1020230" y="68128"/>
                </a:lnTo>
                <a:lnTo>
                  <a:pt x="1020084" y="69177"/>
                </a:lnTo>
                <a:lnTo>
                  <a:pt x="1019956" y="70240"/>
                </a:lnTo>
                <a:lnTo>
                  <a:pt x="1019844" y="71316"/>
                </a:lnTo>
                <a:lnTo>
                  <a:pt x="1019750" y="72405"/>
                </a:lnTo>
                <a:lnTo>
                  <a:pt x="1019673" y="73508"/>
                </a:lnTo>
                <a:lnTo>
                  <a:pt x="1019613" y="74624"/>
                </a:lnTo>
                <a:lnTo>
                  <a:pt x="1019570" y="75754"/>
                </a:lnTo>
                <a:lnTo>
                  <a:pt x="1019544" y="76897"/>
                </a:lnTo>
                <a:lnTo>
                  <a:pt x="1019535" y="78054"/>
                </a:lnTo>
                <a:lnTo>
                  <a:pt x="1019544" y="79247"/>
                </a:lnTo>
                <a:lnTo>
                  <a:pt x="1019571" y="80427"/>
                </a:lnTo>
                <a:lnTo>
                  <a:pt x="1019615" y="81592"/>
                </a:lnTo>
                <a:lnTo>
                  <a:pt x="1019676" y="82742"/>
                </a:lnTo>
                <a:lnTo>
                  <a:pt x="1019756" y="83878"/>
                </a:lnTo>
                <a:lnTo>
                  <a:pt x="1019852" y="85000"/>
                </a:lnTo>
                <a:lnTo>
                  <a:pt x="1019967" y="86108"/>
                </a:lnTo>
                <a:lnTo>
                  <a:pt x="1020099" y="87201"/>
                </a:lnTo>
                <a:lnTo>
                  <a:pt x="1020249" y="88279"/>
                </a:lnTo>
                <a:lnTo>
                  <a:pt x="1020416" y="89344"/>
                </a:lnTo>
                <a:lnTo>
                  <a:pt x="1020601" y="90393"/>
                </a:lnTo>
                <a:lnTo>
                  <a:pt x="1020804" y="91429"/>
                </a:lnTo>
                <a:lnTo>
                  <a:pt x="1021024" y="92450"/>
                </a:lnTo>
                <a:lnTo>
                  <a:pt x="1021262" y="93457"/>
                </a:lnTo>
                <a:lnTo>
                  <a:pt x="1021517" y="94449"/>
                </a:lnTo>
                <a:lnTo>
                  <a:pt x="1021790" y="95427"/>
                </a:lnTo>
                <a:lnTo>
                  <a:pt x="1022081" y="96391"/>
                </a:lnTo>
                <a:lnTo>
                  <a:pt x="1022389" y="97340"/>
                </a:lnTo>
                <a:lnTo>
                  <a:pt x="1022715" y="98275"/>
                </a:lnTo>
                <a:lnTo>
                  <a:pt x="1023059" y="99195"/>
                </a:lnTo>
                <a:lnTo>
                  <a:pt x="1023420" y="100102"/>
                </a:lnTo>
                <a:lnTo>
                  <a:pt x="1023798" y="100993"/>
                </a:lnTo>
                <a:lnTo>
                  <a:pt x="1024195" y="101871"/>
                </a:lnTo>
                <a:lnTo>
                  <a:pt x="1024609" y="102734"/>
                </a:lnTo>
                <a:lnTo>
                  <a:pt x="1025040" y="103581"/>
                </a:lnTo>
                <a:lnTo>
                  <a:pt x="1025488" y="104411"/>
                </a:lnTo>
                <a:lnTo>
                  <a:pt x="1025952" y="105225"/>
                </a:lnTo>
                <a:lnTo>
                  <a:pt x="1026433" y="106022"/>
                </a:lnTo>
                <a:lnTo>
                  <a:pt x="1026931" y="106802"/>
                </a:lnTo>
                <a:lnTo>
                  <a:pt x="1027446" y="107566"/>
                </a:lnTo>
                <a:lnTo>
                  <a:pt x="1027977" y="108312"/>
                </a:lnTo>
                <a:lnTo>
                  <a:pt x="1028525" y="109043"/>
                </a:lnTo>
                <a:lnTo>
                  <a:pt x="1029090" y="109756"/>
                </a:lnTo>
                <a:lnTo>
                  <a:pt x="1029671" y="110453"/>
                </a:lnTo>
                <a:lnTo>
                  <a:pt x="1030269" y="111132"/>
                </a:lnTo>
                <a:lnTo>
                  <a:pt x="1030884" y="111796"/>
                </a:lnTo>
                <a:lnTo>
                  <a:pt x="1031515" y="112442"/>
                </a:lnTo>
                <a:lnTo>
                  <a:pt x="1032163" y="113072"/>
                </a:lnTo>
                <a:lnTo>
                  <a:pt x="1032828" y="113685"/>
                </a:lnTo>
                <a:lnTo>
                  <a:pt x="1033509" y="114281"/>
                </a:lnTo>
                <a:lnTo>
                  <a:pt x="1034208" y="114861"/>
                </a:lnTo>
                <a:lnTo>
                  <a:pt x="1034922" y="115423"/>
                </a:lnTo>
                <a:lnTo>
                  <a:pt x="1035654" y="115969"/>
                </a:lnTo>
                <a:lnTo>
                  <a:pt x="1036402" y="116499"/>
                </a:lnTo>
                <a:lnTo>
                  <a:pt x="1037167" y="117011"/>
                </a:lnTo>
                <a:lnTo>
                  <a:pt x="1037949" y="117507"/>
                </a:lnTo>
                <a:lnTo>
                  <a:pt x="1038747" y="117986"/>
                </a:lnTo>
                <a:lnTo>
                  <a:pt x="1039562" y="118449"/>
                </a:lnTo>
                <a:lnTo>
                  <a:pt x="1040393" y="118894"/>
                </a:lnTo>
                <a:lnTo>
                  <a:pt x="1041241" y="119319"/>
                </a:lnTo>
                <a:lnTo>
                  <a:pt x="1042104" y="119726"/>
                </a:lnTo>
                <a:lnTo>
                  <a:pt x="1042984" y="120114"/>
                </a:lnTo>
                <a:lnTo>
                  <a:pt x="1043879" y="120483"/>
                </a:lnTo>
                <a:lnTo>
                  <a:pt x="1044791" y="120833"/>
                </a:lnTo>
                <a:lnTo>
                  <a:pt x="1045719" y="121164"/>
                </a:lnTo>
                <a:lnTo>
                  <a:pt x="1046663" y="121476"/>
                </a:lnTo>
                <a:lnTo>
                  <a:pt x="1047623" y="121769"/>
                </a:lnTo>
                <a:lnTo>
                  <a:pt x="1048599" y="122044"/>
                </a:lnTo>
                <a:lnTo>
                  <a:pt x="1049591" y="122299"/>
                </a:lnTo>
                <a:lnTo>
                  <a:pt x="1050599" y="122536"/>
                </a:lnTo>
                <a:lnTo>
                  <a:pt x="1051623" y="122753"/>
                </a:lnTo>
                <a:lnTo>
                  <a:pt x="1052663" y="122952"/>
                </a:lnTo>
                <a:lnTo>
                  <a:pt x="1053720" y="123132"/>
                </a:lnTo>
                <a:lnTo>
                  <a:pt x="1054792" y="123292"/>
                </a:lnTo>
                <a:lnTo>
                  <a:pt x="1055881" y="123434"/>
                </a:lnTo>
                <a:lnTo>
                  <a:pt x="1056985" y="123557"/>
                </a:lnTo>
                <a:lnTo>
                  <a:pt x="1058106" y="123661"/>
                </a:lnTo>
                <a:lnTo>
                  <a:pt x="1059242" y="123746"/>
                </a:lnTo>
                <a:lnTo>
                  <a:pt x="1060395" y="123813"/>
                </a:lnTo>
                <a:lnTo>
                  <a:pt x="1061564" y="123860"/>
                </a:lnTo>
                <a:lnTo>
                  <a:pt x="1062749" y="123888"/>
                </a:lnTo>
                <a:lnTo>
                  <a:pt x="1063950" y="123898"/>
                </a:lnTo>
                <a:lnTo>
                  <a:pt x="1064931" y="123892"/>
                </a:lnTo>
                <a:lnTo>
                  <a:pt x="1065902" y="123874"/>
                </a:lnTo>
                <a:lnTo>
                  <a:pt x="1066863" y="123845"/>
                </a:lnTo>
                <a:lnTo>
                  <a:pt x="1067813" y="123804"/>
                </a:lnTo>
                <a:lnTo>
                  <a:pt x="1068753" y="123751"/>
                </a:lnTo>
                <a:close/>
                <a:moveTo>
                  <a:pt x="1043815" y="64408"/>
                </a:moveTo>
                <a:lnTo>
                  <a:pt x="1043948" y="63734"/>
                </a:lnTo>
                <a:lnTo>
                  <a:pt x="1044098" y="63075"/>
                </a:lnTo>
                <a:lnTo>
                  <a:pt x="1044264" y="62431"/>
                </a:lnTo>
                <a:lnTo>
                  <a:pt x="1044447" y="61802"/>
                </a:lnTo>
                <a:lnTo>
                  <a:pt x="1044646" y="61188"/>
                </a:lnTo>
                <a:lnTo>
                  <a:pt x="1044860" y="60589"/>
                </a:lnTo>
                <a:lnTo>
                  <a:pt x="1045092" y="60005"/>
                </a:lnTo>
                <a:lnTo>
                  <a:pt x="1045339" y="59436"/>
                </a:lnTo>
                <a:lnTo>
                  <a:pt x="1045602" y="58882"/>
                </a:lnTo>
                <a:lnTo>
                  <a:pt x="1045882" y="58343"/>
                </a:lnTo>
                <a:lnTo>
                  <a:pt x="1046178" y="57819"/>
                </a:lnTo>
                <a:lnTo>
                  <a:pt x="1046490" y="57309"/>
                </a:lnTo>
                <a:lnTo>
                  <a:pt x="1046819" y="56815"/>
                </a:lnTo>
                <a:lnTo>
                  <a:pt x="1047163" y="56336"/>
                </a:lnTo>
                <a:lnTo>
                  <a:pt x="1047524" y="55871"/>
                </a:lnTo>
                <a:lnTo>
                  <a:pt x="1047902" y="55422"/>
                </a:lnTo>
                <a:lnTo>
                  <a:pt x="1048295" y="54988"/>
                </a:lnTo>
                <a:lnTo>
                  <a:pt x="1048704" y="54568"/>
                </a:lnTo>
                <a:lnTo>
                  <a:pt x="1049130" y="54164"/>
                </a:lnTo>
                <a:lnTo>
                  <a:pt x="1049569" y="53775"/>
                </a:lnTo>
                <a:lnTo>
                  <a:pt x="1050019" y="53403"/>
                </a:lnTo>
                <a:lnTo>
                  <a:pt x="1050479" y="53047"/>
                </a:lnTo>
                <a:lnTo>
                  <a:pt x="1050949" y="52708"/>
                </a:lnTo>
                <a:lnTo>
                  <a:pt x="1051429" y="52385"/>
                </a:lnTo>
                <a:lnTo>
                  <a:pt x="1051920" y="52079"/>
                </a:lnTo>
                <a:lnTo>
                  <a:pt x="1052421" y="51790"/>
                </a:lnTo>
                <a:lnTo>
                  <a:pt x="1052933" y="51517"/>
                </a:lnTo>
                <a:lnTo>
                  <a:pt x="1053455" y="51260"/>
                </a:lnTo>
                <a:lnTo>
                  <a:pt x="1053987" y="51020"/>
                </a:lnTo>
                <a:lnTo>
                  <a:pt x="1054530" y="50797"/>
                </a:lnTo>
                <a:lnTo>
                  <a:pt x="1055083" y="50590"/>
                </a:lnTo>
                <a:lnTo>
                  <a:pt x="1055646" y="50400"/>
                </a:lnTo>
                <a:lnTo>
                  <a:pt x="1056220" y="50226"/>
                </a:lnTo>
                <a:lnTo>
                  <a:pt x="1056804" y="50069"/>
                </a:lnTo>
                <a:lnTo>
                  <a:pt x="1057398" y="49928"/>
                </a:lnTo>
                <a:lnTo>
                  <a:pt x="1058003" y="49804"/>
                </a:lnTo>
                <a:lnTo>
                  <a:pt x="1058618" y="49697"/>
                </a:lnTo>
                <a:lnTo>
                  <a:pt x="1059243" y="49606"/>
                </a:lnTo>
                <a:lnTo>
                  <a:pt x="1059879" y="49531"/>
                </a:lnTo>
                <a:lnTo>
                  <a:pt x="1060525" y="49473"/>
                </a:lnTo>
                <a:lnTo>
                  <a:pt x="1061182" y="49432"/>
                </a:lnTo>
                <a:lnTo>
                  <a:pt x="1061849" y="49407"/>
                </a:lnTo>
                <a:lnTo>
                  <a:pt x="1062526" y="49399"/>
                </a:lnTo>
                <a:lnTo>
                  <a:pt x="1063188" y="49407"/>
                </a:lnTo>
                <a:lnTo>
                  <a:pt x="1063841" y="49431"/>
                </a:lnTo>
                <a:lnTo>
                  <a:pt x="1064483" y="49471"/>
                </a:lnTo>
                <a:lnTo>
                  <a:pt x="1065116" y="49527"/>
                </a:lnTo>
                <a:lnTo>
                  <a:pt x="1065738" y="49600"/>
                </a:lnTo>
                <a:lnTo>
                  <a:pt x="1066350" y="49688"/>
                </a:lnTo>
                <a:lnTo>
                  <a:pt x="1066953" y="49793"/>
                </a:lnTo>
                <a:lnTo>
                  <a:pt x="1067545" y="49913"/>
                </a:lnTo>
                <a:lnTo>
                  <a:pt x="1068127" y="50050"/>
                </a:lnTo>
                <a:lnTo>
                  <a:pt x="1068699" y="50202"/>
                </a:lnTo>
                <a:lnTo>
                  <a:pt x="1069261" y="50371"/>
                </a:lnTo>
                <a:lnTo>
                  <a:pt x="1069813" y="50556"/>
                </a:lnTo>
                <a:lnTo>
                  <a:pt x="1070355" y="50757"/>
                </a:lnTo>
                <a:lnTo>
                  <a:pt x="1070887" y="50974"/>
                </a:lnTo>
                <a:lnTo>
                  <a:pt x="1071409" y="51207"/>
                </a:lnTo>
                <a:lnTo>
                  <a:pt x="1071921" y="51456"/>
                </a:lnTo>
                <a:lnTo>
                  <a:pt x="1072423" y="51721"/>
                </a:lnTo>
                <a:lnTo>
                  <a:pt x="1072915" y="52002"/>
                </a:lnTo>
                <a:lnTo>
                  <a:pt x="1073396" y="52300"/>
                </a:lnTo>
                <a:lnTo>
                  <a:pt x="1073868" y="52613"/>
                </a:lnTo>
                <a:lnTo>
                  <a:pt x="1074330" y="52942"/>
                </a:lnTo>
                <a:lnTo>
                  <a:pt x="1074781" y="53288"/>
                </a:lnTo>
                <a:lnTo>
                  <a:pt x="1075223" y="53650"/>
                </a:lnTo>
                <a:lnTo>
                  <a:pt x="1075654" y="54027"/>
                </a:lnTo>
                <a:lnTo>
                  <a:pt x="1076072" y="54421"/>
                </a:lnTo>
                <a:lnTo>
                  <a:pt x="1076474" y="54831"/>
                </a:lnTo>
                <a:lnTo>
                  <a:pt x="1076858" y="55258"/>
                </a:lnTo>
                <a:lnTo>
                  <a:pt x="1077226" y="55701"/>
                </a:lnTo>
                <a:lnTo>
                  <a:pt x="1077576" y="56161"/>
                </a:lnTo>
                <a:lnTo>
                  <a:pt x="1077910" y="56636"/>
                </a:lnTo>
                <a:lnTo>
                  <a:pt x="1078227" y="57128"/>
                </a:lnTo>
                <a:lnTo>
                  <a:pt x="1078527" y="57637"/>
                </a:lnTo>
                <a:lnTo>
                  <a:pt x="1078811" y="58162"/>
                </a:lnTo>
                <a:lnTo>
                  <a:pt x="1079077" y="58703"/>
                </a:lnTo>
                <a:lnTo>
                  <a:pt x="1079327" y="59261"/>
                </a:lnTo>
                <a:lnTo>
                  <a:pt x="1079559" y="59835"/>
                </a:lnTo>
                <a:lnTo>
                  <a:pt x="1079775" y="60425"/>
                </a:lnTo>
                <a:lnTo>
                  <a:pt x="1079975" y="61032"/>
                </a:lnTo>
                <a:lnTo>
                  <a:pt x="1080157" y="61655"/>
                </a:lnTo>
                <a:lnTo>
                  <a:pt x="1080322" y="62295"/>
                </a:lnTo>
                <a:lnTo>
                  <a:pt x="1080471" y="62951"/>
                </a:lnTo>
                <a:lnTo>
                  <a:pt x="1080603" y="63623"/>
                </a:lnTo>
                <a:lnTo>
                  <a:pt x="1080717" y="64312"/>
                </a:lnTo>
                <a:lnTo>
                  <a:pt x="1080815" y="65017"/>
                </a:lnTo>
                <a:lnTo>
                  <a:pt x="1080897" y="65739"/>
                </a:lnTo>
                <a:lnTo>
                  <a:pt x="1080961" y="66477"/>
                </a:lnTo>
                <a:lnTo>
                  <a:pt x="1081009" y="67231"/>
                </a:lnTo>
                <a:lnTo>
                  <a:pt x="1081039" y="68001"/>
                </a:lnTo>
                <a:lnTo>
                  <a:pt x="1043389" y="68001"/>
                </a:lnTo>
                <a:lnTo>
                  <a:pt x="1043442" y="67253"/>
                </a:lnTo>
                <a:lnTo>
                  <a:pt x="1043511" y="66519"/>
                </a:lnTo>
                <a:lnTo>
                  <a:pt x="1043596" y="65800"/>
                </a:lnTo>
                <a:lnTo>
                  <a:pt x="1043697" y="65097"/>
                </a:lnTo>
                <a:lnTo>
                  <a:pt x="1043815" y="64408"/>
                </a:lnTo>
                <a:close/>
                <a:moveTo>
                  <a:pt x="406093" y="123708"/>
                </a:moveTo>
                <a:lnTo>
                  <a:pt x="406964" y="123625"/>
                </a:lnTo>
                <a:lnTo>
                  <a:pt x="407822" y="123527"/>
                </a:lnTo>
                <a:lnTo>
                  <a:pt x="408666" y="123413"/>
                </a:lnTo>
                <a:lnTo>
                  <a:pt x="409498" y="123284"/>
                </a:lnTo>
                <a:lnTo>
                  <a:pt x="410317" y="123141"/>
                </a:lnTo>
                <a:lnTo>
                  <a:pt x="411122" y="122982"/>
                </a:lnTo>
                <a:lnTo>
                  <a:pt x="411915" y="122807"/>
                </a:lnTo>
                <a:lnTo>
                  <a:pt x="412695" y="122618"/>
                </a:lnTo>
                <a:lnTo>
                  <a:pt x="413461" y="122414"/>
                </a:lnTo>
                <a:lnTo>
                  <a:pt x="414215" y="122194"/>
                </a:lnTo>
                <a:lnTo>
                  <a:pt x="414956" y="121959"/>
                </a:lnTo>
                <a:lnTo>
                  <a:pt x="415684" y="121710"/>
                </a:lnTo>
                <a:lnTo>
                  <a:pt x="416399" y="121445"/>
                </a:lnTo>
                <a:lnTo>
                  <a:pt x="417101" y="121164"/>
                </a:lnTo>
                <a:lnTo>
                  <a:pt x="417789" y="120869"/>
                </a:lnTo>
                <a:lnTo>
                  <a:pt x="418465" y="120559"/>
                </a:lnTo>
                <a:lnTo>
                  <a:pt x="419128" y="120233"/>
                </a:lnTo>
                <a:lnTo>
                  <a:pt x="419778" y="119892"/>
                </a:lnTo>
                <a:lnTo>
                  <a:pt x="420415" y="119536"/>
                </a:lnTo>
                <a:lnTo>
                  <a:pt x="421040" y="119171"/>
                </a:lnTo>
                <a:lnTo>
                  <a:pt x="421654" y="118802"/>
                </a:lnTo>
                <a:lnTo>
                  <a:pt x="422256" y="118428"/>
                </a:lnTo>
                <a:lnTo>
                  <a:pt x="422848" y="118051"/>
                </a:lnTo>
                <a:lnTo>
                  <a:pt x="423428" y="117669"/>
                </a:lnTo>
                <a:lnTo>
                  <a:pt x="423998" y="117283"/>
                </a:lnTo>
                <a:lnTo>
                  <a:pt x="424556" y="116894"/>
                </a:lnTo>
                <a:lnTo>
                  <a:pt x="425103" y="116500"/>
                </a:lnTo>
                <a:lnTo>
                  <a:pt x="425639" y="116103"/>
                </a:lnTo>
                <a:lnTo>
                  <a:pt x="426163" y="115701"/>
                </a:lnTo>
                <a:lnTo>
                  <a:pt x="426677" y="115295"/>
                </a:lnTo>
                <a:lnTo>
                  <a:pt x="427180" y="114886"/>
                </a:lnTo>
                <a:lnTo>
                  <a:pt x="427671" y="114472"/>
                </a:lnTo>
                <a:lnTo>
                  <a:pt x="428151" y="114054"/>
                </a:lnTo>
                <a:lnTo>
                  <a:pt x="428620" y="113633"/>
                </a:lnTo>
                <a:lnTo>
                  <a:pt x="429078" y="113207"/>
                </a:lnTo>
                <a:lnTo>
                  <a:pt x="429525" y="112777"/>
                </a:lnTo>
                <a:lnTo>
                  <a:pt x="429961" y="112344"/>
                </a:lnTo>
                <a:lnTo>
                  <a:pt x="430386" y="111906"/>
                </a:lnTo>
                <a:lnTo>
                  <a:pt x="430799" y="111464"/>
                </a:lnTo>
                <a:lnTo>
                  <a:pt x="431202" y="111018"/>
                </a:lnTo>
                <a:lnTo>
                  <a:pt x="431593" y="110568"/>
                </a:lnTo>
                <a:lnTo>
                  <a:pt x="431973" y="110115"/>
                </a:lnTo>
                <a:lnTo>
                  <a:pt x="432342" y="109657"/>
                </a:lnTo>
                <a:lnTo>
                  <a:pt x="432698" y="122296"/>
                </a:lnTo>
                <a:lnTo>
                  <a:pt x="455484" y="122296"/>
                </a:lnTo>
                <a:lnTo>
                  <a:pt x="455484" y="34357"/>
                </a:lnTo>
                <a:lnTo>
                  <a:pt x="431897" y="34357"/>
                </a:lnTo>
                <a:lnTo>
                  <a:pt x="431897" y="93663"/>
                </a:lnTo>
                <a:lnTo>
                  <a:pt x="431583" y="94047"/>
                </a:lnTo>
                <a:lnTo>
                  <a:pt x="431265" y="94427"/>
                </a:lnTo>
                <a:lnTo>
                  <a:pt x="430942" y="94801"/>
                </a:lnTo>
                <a:lnTo>
                  <a:pt x="430615" y="95171"/>
                </a:lnTo>
                <a:lnTo>
                  <a:pt x="430283" y="95535"/>
                </a:lnTo>
                <a:lnTo>
                  <a:pt x="429947" y="95895"/>
                </a:lnTo>
                <a:lnTo>
                  <a:pt x="429607" y="96250"/>
                </a:lnTo>
                <a:lnTo>
                  <a:pt x="429261" y="96600"/>
                </a:lnTo>
                <a:lnTo>
                  <a:pt x="428912" y="96945"/>
                </a:lnTo>
                <a:lnTo>
                  <a:pt x="428558" y="97285"/>
                </a:lnTo>
                <a:lnTo>
                  <a:pt x="428199" y="97620"/>
                </a:lnTo>
                <a:lnTo>
                  <a:pt x="427836" y="97950"/>
                </a:lnTo>
                <a:lnTo>
                  <a:pt x="427469" y="98276"/>
                </a:lnTo>
                <a:lnTo>
                  <a:pt x="427097" y="98596"/>
                </a:lnTo>
                <a:lnTo>
                  <a:pt x="426720" y="98912"/>
                </a:lnTo>
                <a:lnTo>
                  <a:pt x="426339" y="99222"/>
                </a:lnTo>
                <a:lnTo>
                  <a:pt x="425954" y="99528"/>
                </a:lnTo>
                <a:lnTo>
                  <a:pt x="425564" y="99829"/>
                </a:lnTo>
                <a:lnTo>
                  <a:pt x="425169" y="100125"/>
                </a:lnTo>
                <a:lnTo>
                  <a:pt x="424770" y="100416"/>
                </a:lnTo>
                <a:lnTo>
                  <a:pt x="424367" y="100703"/>
                </a:lnTo>
                <a:lnTo>
                  <a:pt x="423959" y="100984"/>
                </a:lnTo>
                <a:lnTo>
                  <a:pt x="423547" y="101260"/>
                </a:lnTo>
                <a:lnTo>
                  <a:pt x="423130" y="101532"/>
                </a:lnTo>
                <a:lnTo>
                  <a:pt x="422707" y="101795"/>
                </a:lnTo>
                <a:lnTo>
                  <a:pt x="422277" y="102048"/>
                </a:lnTo>
                <a:lnTo>
                  <a:pt x="421840" y="102289"/>
                </a:lnTo>
                <a:lnTo>
                  <a:pt x="421395" y="102519"/>
                </a:lnTo>
                <a:lnTo>
                  <a:pt x="420944" y="102737"/>
                </a:lnTo>
                <a:lnTo>
                  <a:pt x="420485" y="102945"/>
                </a:lnTo>
                <a:lnTo>
                  <a:pt x="420018" y="103141"/>
                </a:lnTo>
                <a:lnTo>
                  <a:pt x="419545" y="103326"/>
                </a:lnTo>
                <a:lnTo>
                  <a:pt x="419064" y="103500"/>
                </a:lnTo>
                <a:lnTo>
                  <a:pt x="418576" y="103662"/>
                </a:lnTo>
                <a:lnTo>
                  <a:pt x="418081" y="103814"/>
                </a:lnTo>
                <a:lnTo>
                  <a:pt x="417578" y="103954"/>
                </a:lnTo>
                <a:lnTo>
                  <a:pt x="417068" y="104083"/>
                </a:lnTo>
                <a:lnTo>
                  <a:pt x="416551" y="104201"/>
                </a:lnTo>
                <a:lnTo>
                  <a:pt x="416027" y="104307"/>
                </a:lnTo>
                <a:lnTo>
                  <a:pt x="415495" y="104402"/>
                </a:lnTo>
                <a:lnTo>
                  <a:pt x="414956" y="104487"/>
                </a:lnTo>
                <a:lnTo>
                  <a:pt x="414410" y="104559"/>
                </a:lnTo>
                <a:lnTo>
                  <a:pt x="413856" y="104621"/>
                </a:lnTo>
                <a:lnTo>
                  <a:pt x="413296" y="104672"/>
                </a:lnTo>
                <a:lnTo>
                  <a:pt x="412728" y="104711"/>
                </a:lnTo>
                <a:lnTo>
                  <a:pt x="412153" y="104739"/>
                </a:lnTo>
                <a:lnTo>
                  <a:pt x="411570" y="104756"/>
                </a:lnTo>
                <a:lnTo>
                  <a:pt x="410980" y="104761"/>
                </a:lnTo>
                <a:lnTo>
                  <a:pt x="410576" y="104758"/>
                </a:lnTo>
                <a:lnTo>
                  <a:pt x="410178" y="104748"/>
                </a:lnTo>
                <a:lnTo>
                  <a:pt x="409786" y="104731"/>
                </a:lnTo>
                <a:lnTo>
                  <a:pt x="409402" y="104708"/>
                </a:lnTo>
                <a:lnTo>
                  <a:pt x="409024" y="104678"/>
                </a:lnTo>
                <a:lnTo>
                  <a:pt x="408652" y="104642"/>
                </a:lnTo>
                <a:lnTo>
                  <a:pt x="408288" y="104599"/>
                </a:lnTo>
                <a:lnTo>
                  <a:pt x="407929" y="104549"/>
                </a:lnTo>
                <a:lnTo>
                  <a:pt x="407578" y="104493"/>
                </a:lnTo>
                <a:lnTo>
                  <a:pt x="407233" y="104430"/>
                </a:lnTo>
                <a:lnTo>
                  <a:pt x="406895" y="104360"/>
                </a:lnTo>
                <a:lnTo>
                  <a:pt x="406563" y="104284"/>
                </a:lnTo>
                <a:lnTo>
                  <a:pt x="406239" y="104201"/>
                </a:lnTo>
                <a:lnTo>
                  <a:pt x="405920" y="104111"/>
                </a:lnTo>
                <a:lnTo>
                  <a:pt x="405609" y="104015"/>
                </a:lnTo>
                <a:lnTo>
                  <a:pt x="405304" y="103912"/>
                </a:lnTo>
                <a:lnTo>
                  <a:pt x="405005" y="103803"/>
                </a:lnTo>
                <a:lnTo>
                  <a:pt x="404714" y="103686"/>
                </a:lnTo>
                <a:lnTo>
                  <a:pt x="404429" y="103564"/>
                </a:lnTo>
                <a:lnTo>
                  <a:pt x="404150" y="103434"/>
                </a:lnTo>
                <a:lnTo>
                  <a:pt x="403879" y="103298"/>
                </a:lnTo>
                <a:lnTo>
                  <a:pt x="403614" y="103156"/>
                </a:lnTo>
                <a:lnTo>
                  <a:pt x="403355" y="103006"/>
                </a:lnTo>
                <a:lnTo>
                  <a:pt x="403103" y="102850"/>
                </a:lnTo>
                <a:lnTo>
                  <a:pt x="402858" y="102688"/>
                </a:lnTo>
                <a:lnTo>
                  <a:pt x="402618" y="102521"/>
                </a:lnTo>
                <a:lnTo>
                  <a:pt x="402384" y="102348"/>
                </a:lnTo>
                <a:lnTo>
                  <a:pt x="402156" y="102169"/>
                </a:lnTo>
                <a:lnTo>
                  <a:pt x="401934" y="101985"/>
                </a:lnTo>
                <a:lnTo>
                  <a:pt x="401718" y="101796"/>
                </a:lnTo>
                <a:lnTo>
                  <a:pt x="401508" y="101600"/>
                </a:lnTo>
                <a:lnTo>
                  <a:pt x="401303" y="101400"/>
                </a:lnTo>
                <a:lnTo>
                  <a:pt x="401105" y="101194"/>
                </a:lnTo>
                <a:lnTo>
                  <a:pt x="400912" y="100982"/>
                </a:lnTo>
                <a:lnTo>
                  <a:pt x="400725" y="100765"/>
                </a:lnTo>
                <a:lnTo>
                  <a:pt x="400544" y="100542"/>
                </a:lnTo>
                <a:lnTo>
                  <a:pt x="400369" y="100313"/>
                </a:lnTo>
                <a:lnTo>
                  <a:pt x="400200" y="100080"/>
                </a:lnTo>
                <a:lnTo>
                  <a:pt x="400037" y="99840"/>
                </a:lnTo>
                <a:lnTo>
                  <a:pt x="399879" y="99595"/>
                </a:lnTo>
                <a:lnTo>
                  <a:pt x="399728" y="99345"/>
                </a:lnTo>
                <a:lnTo>
                  <a:pt x="399582" y="99089"/>
                </a:lnTo>
                <a:lnTo>
                  <a:pt x="399442" y="98828"/>
                </a:lnTo>
                <a:lnTo>
                  <a:pt x="399308" y="98561"/>
                </a:lnTo>
                <a:lnTo>
                  <a:pt x="399180" y="98288"/>
                </a:lnTo>
                <a:lnTo>
                  <a:pt x="399058" y="98010"/>
                </a:lnTo>
                <a:lnTo>
                  <a:pt x="398941" y="97727"/>
                </a:lnTo>
                <a:lnTo>
                  <a:pt x="398831" y="97438"/>
                </a:lnTo>
                <a:lnTo>
                  <a:pt x="398726" y="97144"/>
                </a:lnTo>
                <a:lnTo>
                  <a:pt x="398625" y="96847"/>
                </a:lnTo>
                <a:lnTo>
                  <a:pt x="398528" y="96546"/>
                </a:lnTo>
                <a:lnTo>
                  <a:pt x="398437" y="96241"/>
                </a:lnTo>
                <a:lnTo>
                  <a:pt x="398349" y="95933"/>
                </a:lnTo>
                <a:lnTo>
                  <a:pt x="398266" y="95621"/>
                </a:lnTo>
                <a:lnTo>
                  <a:pt x="398188" y="95306"/>
                </a:lnTo>
                <a:lnTo>
                  <a:pt x="398114" y="94987"/>
                </a:lnTo>
                <a:lnTo>
                  <a:pt x="398044" y="94664"/>
                </a:lnTo>
                <a:lnTo>
                  <a:pt x="397979" y="94338"/>
                </a:lnTo>
                <a:lnTo>
                  <a:pt x="397919" y="94008"/>
                </a:lnTo>
                <a:lnTo>
                  <a:pt x="397863" y="93674"/>
                </a:lnTo>
                <a:lnTo>
                  <a:pt x="397811" y="93337"/>
                </a:lnTo>
                <a:lnTo>
                  <a:pt x="397764" y="92996"/>
                </a:lnTo>
                <a:lnTo>
                  <a:pt x="397722" y="92652"/>
                </a:lnTo>
                <a:lnTo>
                  <a:pt x="397684" y="92304"/>
                </a:lnTo>
                <a:lnTo>
                  <a:pt x="397650" y="91952"/>
                </a:lnTo>
                <a:lnTo>
                  <a:pt x="397621" y="91597"/>
                </a:lnTo>
                <a:lnTo>
                  <a:pt x="397596" y="91238"/>
                </a:lnTo>
                <a:lnTo>
                  <a:pt x="397576" y="90875"/>
                </a:lnTo>
                <a:lnTo>
                  <a:pt x="397560" y="90509"/>
                </a:lnTo>
                <a:lnTo>
                  <a:pt x="397549" y="90139"/>
                </a:lnTo>
                <a:lnTo>
                  <a:pt x="397543" y="89765"/>
                </a:lnTo>
                <a:lnTo>
                  <a:pt x="397540" y="89388"/>
                </a:lnTo>
                <a:lnTo>
                  <a:pt x="397540" y="34357"/>
                </a:lnTo>
                <a:lnTo>
                  <a:pt x="373953" y="34357"/>
                </a:lnTo>
                <a:lnTo>
                  <a:pt x="373953" y="92028"/>
                </a:lnTo>
                <a:lnTo>
                  <a:pt x="373966" y="93291"/>
                </a:lnTo>
                <a:lnTo>
                  <a:pt x="374004" y="94529"/>
                </a:lnTo>
                <a:lnTo>
                  <a:pt x="374066" y="95743"/>
                </a:lnTo>
                <a:lnTo>
                  <a:pt x="374154" y="96933"/>
                </a:lnTo>
                <a:lnTo>
                  <a:pt x="374266" y="98099"/>
                </a:lnTo>
                <a:lnTo>
                  <a:pt x="374404" y="99240"/>
                </a:lnTo>
                <a:lnTo>
                  <a:pt x="374567" y="100356"/>
                </a:lnTo>
                <a:lnTo>
                  <a:pt x="374755" y="101449"/>
                </a:lnTo>
                <a:lnTo>
                  <a:pt x="374967" y="102517"/>
                </a:lnTo>
                <a:lnTo>
                  <a:pt x="375205" y="103561"/>
                </a:lnTo>
                <a:lnTo>
                  <a:pt x="375468" y="104580"/>
                </a:lnTo>
                <a:lnTo>
                  <a:pt x="375756" y="105575"/>
                </a:lnTo>
                <a:lnTo>
                  <a:pt x="376069" y="106545"/>
                </a:lnTo>
                <a:lnTo>
                  <a:pt x="376407" y="107492"/>
                </a:lnTo>
                <a:lnTo>
                  <a:pt x="376770" y="108414"/>
                </a:lnTo>
                <a:lnTo>
                  <a:pt x="377158" y="109311"/>
                </a:lnTo>
                <a:lnTo>
                  <a:pt x="377571" y="110184"/>
                </a:lnTo>
                <a:lnTo>
                  <a:pt x="378009" y="111033"/>
                </a:lnTo>
                <a:lnTo>
                  <a:pt x="378472" y="111858"/>
                </a:lnTo>
                <a:lnTo>
                  <a:pt x="378960" y="112658"/>
                </a:lnTo>
                <a:lnTo>
                  <a:pt x="379473" y="113433"/>
                </a:lnTo>
                <a:lnTo>
                  <a:pt x="380011" y="114185"/>
                </a:lnTo>
                <a:lnTo>
                  <a:pt x="380575" y="114912"/>
                </a:lnTo>
                <a:lnTo>
                  <a:pt x="381163" y="115615"/>
                </a:lnTo>
                <a:lnTo>
                  <a:pt x="381774" y="116290"/>
                </a:lnTo>
                <a:lnTo>
                  <a:pt x="382406" y="116938"/>
                </a:lnTo>
                <a:lnTo>
                  <a:pt x="383059" y="117556"/>
                </a:lnTo>
                <a:lnTo>
                  <a:pt x="383732" y="118146"/>
                </a:lnTo>
                <a:lnTo>
                  <a:pt x="384426" y="118706"/>
                </a:lnTo>
                <a:lnTo>
                  <a:pt x="385141" y="119238"/>
                </a:lnTo>
                <a:lnTo>
                  <a:pt x="385876" y="119742"/>
                </a:lnTo>
                <a:lnTo>
                  <a:pt x="386632" y="120216"/>
                </a:lnTo>
                <a:lnTo>
                  <a:pt x="387409" y="120662"/>
                </a:lnTo>
                <a:lnTo>
                  <a:pt x="388206" y="121079"/>
                </a:lnTo>
                <a:lnTo>
                  <a:pt x="389025" y="121467"/>
                </a:lnTo>
                <a:lnTo>
                  <a:pt x="389863" y="121827"/>
                </a:lnTo>
                <a:lnTo>
                  <a:pt x="390723" y="122158"/>
                </a:lnTo>
                <a:lnTo>
                  <a:pt x="391603" y="122460"/>
                </a:lnTo>
                <a:lnTo>
                  <a:pt x="392504" y="122733"/>
                </a:lnTo>
                <a:lnTo>
                  <a:pt x="393426" y="122977"/>
                </a:lnTo>
                <a:lnTo>
                  <a:pt x="394369" y="123193"/>
                </a:lnTo>
                <a:lnTo>
                  <a:pt x="395332" y="123380"/>
                </a:lnTo>
                <a:lnTo>
                  <a:pt x="396316" y="123538"/>
                </a:lnTo>
                <a:lnTo>
                  <a:pt x="397320" y="123668"/>
                </a:lnTo>
                <a:lnTo>
                  <a:pt x="398346" y="123768"/>
                </a:lnTo>
                <a:lnTo>
                  <a:pt x="399392" y="123840"/>
                </a:lnTo>
                <a:lnTo>
                  <a:pt x="400458" y="123883"/>
                </a:lnTo>
                <a:lnTo>
                  <a:pt x="401546" y="123898"/>
                </a:lnTo>
                <a:lnTo>
                  <a:pt x="402481" y="123890"/>
                </a:lnTo>
                <a:lnTo>
                  <a:pt x="403404" y="123867"/>
                </a:lnTo>
                <a:lnTo>
                  <a:pt x="404313" y="123830"/>
                </a:lnTo>
                <a:lnTo>
                  <a:pt x="405210" y="123777"/>
                </a:lnTo>
                <a:lnTo>
                  <a:pt x="406093" y="123708"/>
                </a:lnTo>
                <a:close/>
                <a:moveTo>
                  <a:pt x="1766596" y="22821"/>
                </a:moveTo>
                <a:lnTo>
                  <a:pt x="1767079" y="22758"/>
                </a:lnTo>
                <a:lnTo>
                  <a:pt x="1767551" y="22684"/>
                </a:lnTo>
                <a:lnTo>
                  <a:pt x="1768012" y="22598"/>
                </a:lnTo>
                <a:lnTo>
                  <a:pt x="1768463" y="22501"/>
                </a:lnTo>
                <a:lnTo>
                  <a:pt x="1768903" y="22392"/>
                </a:lnTo>
                <a:lnTo>
                  <a:pt x="1769333" y="22272"/>
                </a:lnTo>
                <a:lnTo>
                  <a:pt x="1769752" y="22140"/>
                </a:lnTo>
                <a:lnTo>
                  <a:pt x="1770160" y="21998"/>
                </a:lnTo>
                <a:lnTo>
                  <a:pt x="1770557" y="21843"/>
                </a:lnTo>
                <a:lnTo>
                  <a:pt x="1770944" y="21677"/>
                </a:lnTo>
                <a:lnTo>
                  <a:pt x="1771320" y="21500"/>
                </a:lnTo>
                <a:lnTo>
                  <a:pt x="1771686" y="21311"/>
                </a:lnTo>
                <a:lnTo>
                  <a:pt x="1772041" y="21111"/>
                </a:lnTo>
                <a:lnTo>
                  <a:pt x="1772385" y="20900"/>
                </a:lnTo>
                <a:lnTo>
                  <a:pt x="1772719" y="20677"/>
                </a:lnTo>
                <a:lnTo>
                  <a:pt x="1773041" y="20442"/>
                </a:lnTo>
                <a:lnTo>
                  <a:pt x="1773354" y="20197"/>
                </a:lnTo>
                <a:lnTo>
                  <a:pt x="1773655" y="19939"/>
                </a:lnTo>
                <a:lnTo>
                  <a:pt x="1773946" y="19671"/>
                </a:lnTo>
                <a:lnTo>
                  <a:pt x="1774226" y="19393"/>
                </a:lnTo>
                <a:lnTo>
                  <a:pt x="1774493" y="19111"/>
                </a:lnTo>
                <a:lnTo>
                  <a:pt x="1774749" y="18822"/>
                </a:lnTo>
                <a:lnTo>
                  <a:pt x="1774993" y="18528"/>
                </a:lnTo>
                <a:lnTo>
                  <a:pt x="1775225" y="18229"/>
                </a:lnTo>
                <a:lnTo>
                  <a:pt x="1775445" y="17924"/>
                </a:lnTo>
                <a:lnTo>
                  <a:pt x="1775654" y="17613"/>
                </a:lnTo>
                <a:lnTo>
                  <a:pt x="1775850" y="17297"/>
                </a:lnTo>
                <a:lnTo>
                  <a:pt x="1776034" y="16975"/>
                </a:lnTo>
                <a:lnTo>
                  <a:pt x="1776207" y="16648"/>
                </a:lnTo>
                <a:lnTo>
                  <a:pt x="1776367" y="16315"/>
                </a:lnTo>
                <a:lnTo>
                  <a:pt x="1776516" y="15977"/>
                </a:lnTo>
                <a:lnTo>
                  <a:pt x="1776653" y="15633"/>
                </a:lnTo>
                <a:lnTo>
                  <a:pt x="1776778" y="15283"/>
                </a:lnTo>
                <a:lnTo>
                  <a:pt x="1776891" y="14928"/>
                </a:lnTo>
                <a:lnTo>
                  <a:pt x="1776992" y="14567"/>
                </a:lnTo>
                <a:lnTo>
                  <a:pt x="1777081" y="14201"/>
                </a:lnTo>
                <a:lnTo>
                  <a:pt x="1777159" y="13829"/>
                </a:lnTo>
                <a:lnTo>
                  <a:pt x="1777224" y="13452"/>
                </a:lnTo>
                <a:lnTo>
                  <a:pt x="1777278" y="13069"/>
                </a:lnTo>
                <a:lnTo>
                  <a:pt x="1777319" y="12681"/>
                </a:lnTo>
                <a:lnTo>
                  <a:pt x="1777349" y="12287"/>
                </a:lnTo>
                <a:lnTo>
                  <a:pt x="1777367" y="11887"/>
                </a:lnTo>
                <a:lnTo>
                  <a:pt x="1777373" y="11482"/>
                </a:lnTo>
                <a:lnTo>
                  <a:pt x="1777367" y="11070"/>
                </a:lnTo>
                <a:lnTo>
                  <a:pt x="1777349" y="10663"/>
                </a:lnTo>
                <a:lnTo>
                  <a:pt x="1777319" y="10263"/>
                </a:lnTo>
                <a:lnTo>
                  <a:pt x="1777278" y="9869"/>
                </a:lnTo>
                <a:lnTo>
                  <a:pt x="1777224" y="9480"/>
                </a:lnTo>
                <a:lnTo>
                  <a:pt x="1777159" y="9098"/>
                </a:lnTo>
                <a:lnTo>
                  <a:pt x="1777081" y="8722"/>
                </a:lnTo>
                <a:lnTo>
                  <a:pt x="1776992" y="8352"/>
                </a:lnTo>
                <a:lnTo>
                  <a:pt x="1776891" y="7988"/>
                </a:lnTo>
                <a:lnTo>
                  <a:pt x="1776778" y="7630"/>
                </a:lnTo>
                <a:lnTo>
                  <a:pt x="1776653" y="7277"/>
                </a:lnTo>
                <a:lnTo>
                  <a:pt x="1776516" y="6931"/>
                </a:lnTo>
                <a:lnTo>
                  <a:pt x="1776367" y="6591"/>
                </a:lnTo>
                <a:lnTo>
                  <a:pt x="1776207" y="6257"/>
                </a:lnTo>
                <a:lnTo>
                  <a:pt x="1776034" y="5929"/>
                </a:lnTo>
                <a:lnTo>
                  <a:pt x="1775850" y="5607"/>
                </a:lnTo>
                <a:lnTo>
                  <a:pt x="1775654" y="5292"/>
                </a:lnTo>
                <a:lnTo>
                  <a:pt x="1775445" y="4982"/>
                </a:lnTo>
                <a:lnTo>
                  <a:pt x="1775225" y="4678"/>
                </a:lnTo>
                <a:lnTo>
                  <a:pt x="1774993" y="4380"/>
                </a:lnTo>
                <a:lnTo>
                  <a:pt x="1774749" y="4088"/>
                </a:lnTo>
                <a:lnTo>
                  <a:pt x="1774493" y="3802"/>
                </a:lnTo>
                <a:lnTo>
                  <a:pt x="1774226" y="3522"/>
                </a:lnTo>
                <a:lnTo>
                  <a:pt x="1773946" y="3249"/>
                </a:lnTo>
                <a:lnTo>
                  <a:pt x="1773655" y="2984"/>
                </a:lnTo>
                <a:lnTo>
                  <a:pt x="1773354" y="2730"/>
                </a:lnTo>
                <a:lnTo>
                  <a:pt x="1773041" y="2487"/>
                </a:lnTo>
                <a:lnTo>
                  <a:pt x="1772719" y="2256"/>
                </a:lnTo>
                <a:lnTo>
                  <a:pt x="1772385" y="2036"/>
                </a:lnTo>
                <a:lnTo>
                  <a:pt x="1772041" y="1827"/>
                </a:lnTo>
                <a:lnTo>
                  <a:pt x="1771686" y="1630"/>
                </a:lnTo>
                <a:lnTo>
                  <a:pt x="1771320" y="1444"/>
                </a:lnTo>
                <a:lnTo>
                  <a:pt x="1770944" y="1269"/>
                </a:lnTo>
                <a:lnTo>
                  <a:pt x="1770557" y="1105"/>
                </a:lnTo>
                <a:lnTo>
                  <a:pt x="1770160" y="953"/>
                </a:lnTo>
                <a:lnTo>
                  <a:pt x="1769752" y="812"/>
                </a:lnTo>
                <a:lnTo>
                  <a:pt x="1769333" y="682"/>
                </a:lnTo>
                <a:lnTo>
                  <a:pt x="1768903" y="564"/>
                </a:lnTo>
                <a:lnTo>
                  <a:pt x="1768463" y="457"/>
                </a:lnTo>
                <a:lnTo>
                  <a:pt x="1768012" y="361"/>
                </a:lnTo>
                <a:lnTo>
                  <a:pt x="1767551" y="276"/>
                </a:lnTo>
                <a:lnTo>
                  <a:pt x="1767079" y="203"/>
                </a:lnTo>
                <a:lnTo>
                  <a:pt x="1766596" y="141"/>
                </a:lnTo>
                <a:lnTo>
                  <a:pt x="1766102" y="90"/>
                </a:lnTo>
                <a:lnTo>
                  <a:pt x="1765598" y="51"/>
                </a:lnTo>
                <a:lnTo>
                  <a:pt x="1765083" y="23"/>
                </a:lnTo>
                <a:lnTo>
                  <a:pt x="1764558" y="6"/>
                </a:lnTo>
                <a:lnTo>
                  <a:pt x="1764022" y="0"/>
                </a:lnTo>
                <a:lnTo>
                  <a:pt x="1763486" y="6"/>
                </a:lnTo>
                <a:lnTo>
                  <a:pt x="1762960" y="23"/>
                </a:lnTo>
                <a:lnTo>
                  <a:pt x="1762445" y="51"/>
                </a:lnTo>
                <a:lnTo>
                  <a:pt x="1761941" y="90"/>
                </a:lnTo>
                <a:lnTo>
                  <a:pt x="1761448" y="141"/>
                </a:lnTo>
                <a:lnTo>
                  <a:pt x="1760965" y="203"/>
                </a:lnTo>
                <a:lnTo>
                  <a:pt x="1760493" y="276"/>
                </a:lnTo>
                <a:lnTo>
                  <a:pt x="1760031" y="361"/>
                </a:lnTo>
                <a:lnTo>
                  <a:pt x="1759581" y="457"/>
                </a:lnTo>
                <a:lnTo>
                  <a:pt x="1759140" y="564"/>
                </a:lnTo>
                <a:lnTo>
                  <a:pt x="1758711" y="682"/>
                </a:lnTo>
                <a:lnTo>
                  <a:pt x="1758292" y="812"/>
                </a:lnTo>
                <a:lnTo>
                  <a:pt x="1757884" y="953"/>
                </a:lnTo>
                <a:lnTo>
                  <a:pt x="1757486" y="1105"/>
                </a:lnTo>
                <a:lnTo>
                  <a:pt x="1757099" y="1269"/>
                </a:lnTo>
                <a:lnTo>
                  <a:pt x="1756723" y="1444"/>
                </a:lnTo>
                <a:lnTo>
                  <a:pt x="1756358" y="1630"/>
                </a:lnTo>
                <a:lnTo>
                  <a:pt x="1756003" y="1827"/>
                </a:lnTo>
                <a:lnTo>
                  <a:pt x="1755659" y="2036"/>
                </a:lnTo>
                <a:lnTo>
                  <a:pt x="1755325" y="2256"/>
                </a:lnTo>
                <a:lnTo>
                  <a:pt x="1755002" y="2487"/>
                </a:lnTo>
                <a:lnTo>
                  <a:pt x="1754690" y="2730"/>
                </a:lnTo>
                <a:lnTo>
                  <a:pt x="1754388" y="2984"/>
                </a:lnTo>
                <a:lnTo>
                  <a:pt x="1754098" y="3249"/>
                </a:lnTo>
                <a:lnTo>
                  <a:pt x="1753818" y="3522"/>
                </a:lnTo>
                <a:lnTo>
                  <a:pt x="1753550" y="3802"/>
                </a:lnTo>
                <a:lnTo>
                  <a:pt x="1753294" y="4088"/>
                </a:lnTo>
                <a:lnTo>
                  <a:pt x="1753051" y="4380"/>
                </a:lnTo>
                <a:lnTo>
                  <a:pt x="1752818" y="4678"/>
                </a:lnTo>
                <a:lnTo>
                  <a:pt x="1752598" y="4982"/>
                </a:lnTo>
                <a:lnTo>
                  <a:pt x="1752390" y="5292"/>
                </a:lnTo>
                <a:lnTo>
                  <a:pt x="1752194" y="5607"/>
                </a:lnTo>
                <a:lnTo>
                  <a:pt x="1752009" y="5929"/>
                </a:lnTo>
                <a:lnTo>
                  <a:pt x="1751837" y="6257"/>
                </a:lnTo>
                <a:lnTo>
                  <a:pt x="1751676" y="6591"/>
                </a:lnTo>
                <a:lnTo>
                  <a:pt x="1751527" y="6931"/>
                </a:lnTo>
                <a:lnTo>
                  <a:pt x="1751391" y="7277"/>
                </a:lnTo>
                <a:lnTo>
                  <a:pt x="1751266" y="7630"/>
                </a:lnTo>
                <a:lnTo>
                  <a:pt x="1751153" y="7988"/>
                </a:lnTo>
                <a:lnTo>
                  <a:pt x="1751052" y="8352"/>
                </a:lnTo>
                <a:lnTo>
                  <a:pt x="1750962" y="8722"/>
                </a:lnTo>
                <a:lnTo>
                  <a:pt x="1750885" y="9098"/>
                </a:lnTo>
                <a:lnTo>
                  <a:pt x="1750820" y="9480"/>
                </a:lnTo>
                <a:lnTo>
                  <a:pt x="1750766" y="9869"/>
                </a:lnTo>
                <a:lnTo>
                  <a:pt x="1750724" y="10263"/>
                </a:lnTo>
                <a:lnTo>
                  <a:pt x="1750695" y="10663"/>
                </a:lnTo>
                <a:lnTo>
                  <a:pt x="1750677" y="11070"/>
                </a:lnTo>
                <a:lnTo>
                  <a:pt x="1750671" y="11482"/>
                </a:lnTo>
                <a:lnTo>
                  <a:pt x="1750677" y="11887"/>
                </a:lnTo>
                <a:lnTo>
                  <a:pt x="1750695" y="12287"/>
                </a:lnTo>
                <a:lnTo>
                  <a:pt x="1750724" y="12681"/>
                </a:lnTo>
                <a:lnTo>
                  <a:pt x="1750766" y="13069"/>
                </a:lnTo>
                <a:lnTo>
                  <a:pt x="1750820" y="13452"/>
                </a:lnTo>
                <a:lnTo>
                  <a:pt x="1750885" y="13829"/>
                </a:lnTo>
                <a:lnTo>
                  <a:pt x="1750962" y="14201"/>
                </a:lnTo>
                <a:lnTo>
                  <a:pt x="1751052" y="14567"/>
                </a:lnTo>
                <a:lnTo>
                  <a:pt x="1751153" y="14928"/>
                </a:lnTo>
                <a:lnTo>
                  <a:pt x="1751266" y="15283"/>
                </a:lnTo>
                <a:lnTo>
                  <a:pt x="1751391" y="15633"/>
                </a:lnTo>
                <a:lnTo>
                  <a:pt x="1751527" y="15977"/>
                </a:lnTo>
                <a:lnTo>
                  <a:pt x="1751676" y="16315"/>
                </a:lnTo>
                <a:lnTo>
                  <a:pt x="1751837" y="16648"/>
                </a:lnTo>
                <a:lnTo>
                  <a:pt x="1752009" y="16975"/>
                </a:lnTo>
                <a:lnTo>
                  <a:pt x="1752194" y="17297"/>
                </a:lnTo>
                <a:lnTo>
                  <a:pt x="1752390" y="17613"/>
                </a:lnTo>
                <a:lnTo>
                  <a:pt x="1752598" y="17924"/>
                </a:lnTo>
                <a:lnTo>
                  <a:pt x="1752818" y="18229"/>
                </a:lnTo>
                <a:lnTo>
                  <a:pt x="1753051" y="18528"/>
                </a:lnTo>
                <a:lnTo>
                  <a:pt x="1753294" y="18822"/>
                </a:lnTo>
                <a:lnTo>
                  <a:pt x="1753550" y="19111"/>
                </a:lnTo>
                <a:lnTo>
                  <a:pt x="1753818" y="19393"/>
                </a:lnTo>
                <a:lnTo>
                  <a:pt x="1754098" y="19671"/>
                </a:lnTo>
                <a:lnTo>
                  <a:pt x="1754388" y="19939"/>
                </a:lnTo>
                <a:lnTo>
                  <a:pt x="1754690" y="20197"/>
                </a:lnTo>
                <a:lnTo>
                  <a:pt x="1755002" y="20442"/>
                </a:lnTo>
                <a:lnTo>
                  <a:pt x="1755325" y="20677"/>
                </a:lnTo>
                <a:lnTo>
                  <a:pt x="1755659" y="20900"/>
                </a:lnTo>
                <a:lnTo>
                  <a:pt x="1756003" y="21111"/>
                </a:lnTo>
                <a:lnTo>
                  <a:pt x="1756358" y="21311"/>
                </a:lnTo>
                <a:lnTo>
                  <a:pt x="1756723" y="21500"/>
                </a:lnTo>
                <a:lnTo>
                  <a:pt x="1757099" y="21677"/>
                </a:lnTo>
                <a:lnTo>
                  <a:pt x="1757486" y="21843"/>
                </a:lnTo>
                <a:lnTo>
                  <a:pt x="1757884" y="21998"/>
                </a:lnTo>
                <a:lnTo>
                  <a:pt x="1758292" y="22140"/>
                </a:lnTo>
                <a:lnTo>
                  <a:pt x="1758711" y="22272"/>
                </a:lnTo>
                <a:lnTo>
                  <a:pt x="1759140" y="22392"/>
                </a:lnTo>
                <a:lnTo>
                  <a:pt x="1759581" y="22501"/>
                </a:lnTo>
                <a:lnTo>
                  <a:pt x="1760031" y="22598"/>
                </a:lnTo>
                <a:lnTo>
                  <a:pt x="1760493" y="22684"/>
                </a:lnTo>
                <a:lnTo>
                  <a:pt x="1760965" y="22758"/>
                </a:lnTo>
                <a:lnTo>
                  <a:pt x="1761448" y="22821"/>
                </a:lnTo>
                <a:lnTo>
                  <a:pt x="1761941" y="22872"/>
                </a:lnTo>
                <a:lnTo>
                  <a:pt x="1762445" y="22912"/>
                </a:lnTo>
                <a:lnTo>
                  <a:pt x="1762960" y="22941"/>
                </a:lnTo>
                <a:lnTo>
                  <a:pt x="1763486" y="22958"/>
                </a:lnTo>
                <a:lnTo>
                  <a:pt x="1764022" y="22964"/>
                </a:lnTo>
                <a:lnTo>
                  <a:pt x="1764558" y="22958"/>
                </a:lnTo>
                <a:lnTo>
                  <a:pt x="1765083" y="22941"/>
                </a:lnTo>
                <a:lnTo>
                  <a:pt x="1765598" y="22912"/>
                </a:lnTo>
                <a:lnTo>
                  <a:pt x="1766102" y="22872"/>
                </a:lnTo>
                <a:lnTo>
                  <a:pt x="1766596" y="22821"/>
                </a:lnTo>
                <a:close/>
                <a:moveTo>
                  <a:pt x="2151922" y="122102"/>
                </a:moveTo>
                <a:lnTo>
                  <a:pt x="2153426" y="121992"/>
                </a:lnTo>
                <a:lnTo>
                  <a:pt x="2154910" y="121859"/>
                </a:lnTo>
                <a:lnTo>
                  <a:pt x="2156376" y="121701"/>
                </a:lnTo>
                <a:lnTo>
                  <a:pt x="2157823" y="121519"/>
                </a:lnTo>
                <a:lnTo>
                  <a:pt x="2159251" y="121313"/>
                </a:lnTo>
                <a:lnTo>
                  <a:pt x="2160661" y="121083"/>
                </a:lnTo>
                <a:lnTo>
                  <a:pt x="2162052" y="120828"/>
                </a:lnTo>
                <a:lnTo>
                  <a:pt x="2163424" y="120549"/>
                </a:lnTo>
                <a:lnTo>
                  <a:pt x="2164778" y="120246"/>
                </a:lnTo>
                <a:lnTo>
                  <a:pt x="2166113" y="119918"/>
                </a:lnTo>
                <a:lnTo>
                  <a:pt x="2167429" y="119566"/>
                </a:lnTo>
                <a:lnTo>
                  <a:pt x="2168726" y="119190"/>
                </a:lnTo>
                <a:lnTo>
                  <a:pt x="2170005" y="118790"/>
                </a:lnTo>
                <a:lnTo>
                  <a:pt x="2171265" y="118365"/>
                </a:lnTo>
                <a:lnTo>
                  <a:pt x="2172506" y="117917"/>
                </a:lnTo>
                <a:lnTo>
                  <a:pt x="2173729" y="117444"/>
                </a:lnTo>
                <a:lnTo>
                  <a:pt x="2174933" y="116946"/>
                </a:lnTo>
                <a:lnTo>
                  <a:pt x="2176118" y="116425"/>
                </a:lnTo>
                <a:lnTo>
                  <a:pt x="2177285" y="115879"/>
                </a:lnTo>
                <a:lnTo>
                  <a:pt x="2178433" y="115309"/>
                </a:lnTo>
                <a:lnTo>
                  <a:pt x="2179560" y="114715"/>
                </a:lnTo>
                <a:lnTo>
                  <a:pt x="2180666" y="114099"/>
                </a:lnTo>
                <a:lnTo>
                  <a:pt x="2181749" y="113461"/>
                </a:lnTo>
                <a:lnTo>
                  <a:pt x="2182810" y="112800"/>
                </a:lnTo>
                <a:lnTo>
                  <a:pt x="2183849" y="112117"/>
                </a:lnTo>
                <a:lnTo>
                  <a:pt x="2184866" y="111412"/>
                </a:lnTo>
                <a:lnTo>
                  <a:pt x="2185861" y="110684"/>
                </a:lnTo>
                <a:lnTo>
                  <a:pt x="2186834" y="109934"/>
                </a:lnTo>
                <a:lnTo>
                  <a:pt x="2187785" y="109161"/>
                </a:lnTo>
                <a:lnTo>
                  <a:pt x="2188714" y="108366"/>
                </a:lnTo>
                <a:lnTo>
                  <a:pt x="2189620" y="107548"/>
                </a:lnTo>
                <a:lnTo>
                  <a:pt x="2190504" y="106708"/>
                </a:lnTo>
                <a:lnTo>
                  <a:pt x="2191367" y="105846"/>
                </a:lnTo>
                <a:lnTo>
                  <a:pt x="2192207" y="104961"/>
                </a:lnTo>
                <a:lnTo>
                  <a:pt x="2193025" y="104054"/>
                </a:lnTo>
                <a:lnTo>
                  <a:pt x="2193821" y="103125"/>
                </a:lnTo>
                <a:lnTo>
                  <a:pt x="2194595" y="102173"/>
                </a:lnTo>
                <a:lnTo>
                  <a:pt x="2195347" y="101198"/>
                </a:lnTo>
                <a:lnTo>
                  <a:pt x="2196077" y="100201"/>
                </a:lnTo>
                <a:lnTo>
                  <a:pt x="2196784" y="99182"/>
                </a:lnTo>
                <a:lnTo>
                  <a:pt x="2197470" y="98141"/>
                </a:lnTo>
                <a:lnTo>
                  <a:pt x="2198133" y="97077"/>
                </a:lnTo>
                <a:lnTo>
                  <a:pt x="2198775" y="95990"/>
                </a:lnTo>
                <a:lnTo>
                  <a:pt x="2199394" y="94881"/>
                </a:lnTo>
                <a:lnTo>
                  <a:pt x="2199990" y="93751"/>
                </a:lnTo>
                <a:lnTo>
                  <a:pt x="2200560" y="92601"/>
                </a:lnTo>
                <a:lnTo>
                  <a:pt x="2201105" y="91430"/>
                </a:lnTo>
                <a:lnTo>
                  <a:pt x="2201624" y="90238"/>
                </a:lnTo>
                <a:lnTo>
                  <a:pt x="2202118" y="89027"/>
                </a:lnTo>
                <a:lnTo>
                  <a:pt x="2202587" y="87794"/>
                </a:lnTo>
                <a:lnTo>
                  <a:pt x="2203031" y="86542"/>
                </a:lnTo>
                <a:lnTo>
                  <a:pt x="2203449" y="85269"/>
                </a:lnTo>
                <a:lnTo>
                  <a:pt x="2203842" y="83975"/>
                </a:lnTo>
                <a:lnTo>
                  <a:pt x="2204209" y="82662"/>
                </a:lnTo>
                <a:lnTo>
                  <a:pt x="2204551" y="81327"/>
                </a:lnTo>
                <a:lnTo>
                  <a:pt x="2204868" y="79973"/>
                </a:lnTo>
                <a:lnTo>
                  <a:pt x="2205159" y="78598"/>
                </a:lnTo>
                <a:lnTo>
                  <a:pt x="2205426" y="77202"/>
                </a:lnTo>
                <a:lnTo>
                  <a:pt x="2205666" y="75787"/>
                </a:lnTo>
                <a:lnTo>
                  <a:pt x="2205882" y="74351"/>
                </a:lnTo>
                <a:lnTo>
                  <a:pt x="2206072" y="72894"/>
                </a:lnTo>
                <a:lnTo>
                  <a:pt x="2206236" y="71417"/>
                </a:lnTo>
                <a:lnTo>
                  <a:pt x="2206376" y="69920"/>
                </a:lnTo>
                <a:lnTo>
                  <a:pt x="2206490" y="68402"/>
                </a:lnTo>
                <a:lnTo>
                  <a:pt x="2206579" y="66864"/>
                </a:lnTo>
                <a:lnTo>
                  <a:pt x="2206642" y="65305"/>
                </a:lnTo>
                <a:lnTo>
                  <a:pt x="2206680" y="63726"/>
                </a:lnTo>
                <a:lnTo>
                  <a:pt x="2206693" y="62127"/>
                </a:lnTo>
                <a:lnTo>
                  <a:pt x="2206680" y="60579"/>
                </a:lnTo>
                <a:lnTo>
                  <a:pt x="2206643" y="59049"/>
                </a:lnTo>
                <a:lnTo>
                  <a:pt x="2206580" y="57537"/>
                </a:lnTo>
                <a:lnTo>
                  <a:pt x="2206492" y="56045"/>
                </a:lnTo>
                <a:lnTo>
                  <a:pt x="2206380" y="54571"/>
                </a:lnTo>
                <a:lnTo>
                  <a:pt x="2206242" y="53115"/>
                </a:lnTo>
                <a:lnTo>
                  <a:pt x="2206079" y="51678"/>
                </a:lnTo>
                <a:lnTo>
                  <a:pt x="2205892" y="50259"/>
                </a:lnTo>
                <a:lnTo>
                  <a:pt x="2205679" y="48859"/>
                </a:lnTo>
                <a:lnTo>
                  <a:pt x="2205441" y="47478"/>
                </a:lnTo>
                <a:lnTo>
                  <a:pt x="2205178" y="46115"/>
                </a:lnTo>
                <a:lnTo>
                  <a:pt x="2204890" y="44771"/>
                </a:lnTo>
                <a:lnTo>
                  <a:pt x="2204577" y="43445"/>
                </a:lnTo>
                <a:lnTo>
                  <a:pt x="2204239" y="42137"/>
                </a:lnTo>
                <a:lnTo>
                  <a:pt x="2203876" y="40849"/>
                </a:lnTo>
                <a:lnTo>
                  <a:pt x="2203488" y="39578"/>
                </a:lnTo>
                <a:lnTo>
                  <a:pt x="2203075" y="38327"/>
                </a:lnTo>
                <a:lnTo>
                  <a:pt x="2202637" y="37094"/>
                </a:lnTo>
                <a:lnTo>
                  <a:pt x="2202174" y="35879"/>
                </a:lnTo>
                <a:lnTo>
                  <a:pt x="2201686" y="34683"/>
                </a:lnTo>
                <a:lnTo>
                  <a:pt x="2201173" y="33506"/>
                </a:lnTo>
                <a:lnTo>
                  <a:pt x="2200635" y="32347"/>
                </a:lnTo>
                <a:lnTo>
                  <a:pt x="2200071" y="31206"/>
                </a:lnTo>
                <a:lnTo>
                  <a:pt x="2199483" y="30084"/>
                </a:lnTo>
                <a:lnTo>
                  <a:pt x="2198871" y="28983"/>
                </a:lnTo>
                <a:lnTo>
                  <a:pt x="2198237" y="27902"/>
                </a:lnTo>
                <a:lnTo>
                  <a:pt x="2197580" y="26844"/>
                </a:lnTo>
                <a:lnTo>
                  <a:pt x="2196901" y="25807"/>
                </a:lnTo>
                <a:lnTo>
                  <a:pt x="2196199" y="24792"/>
                </a:lnTo>
                <a:lnTo>
                  <a:pt x="2195475" y="23798"/>
                </a:lnTo>
                <a:lnTo>
                  <a:pt x="2194729" y="22826"/>
                </a:lnTo>
                <a:lnTo>
                  <a:pt x="2193960" y="21876"/>
                </a:lnTo>
                <a:lnTo>
                  <a:pt x="2193168" y="20947"/>
                </a:lnTo>
                <a:lnTo>
                  <a:pt x="2192355" y="20040"/>
                </a:lnTo>
                <a:lnTo>
                  <a:pt x="2191519" y="19155"/>
                </a:lnTo>
                <a:lnTo>
                  <a:pt x="2190660" y="18291"/>
                </a:lnTo>
                <a:lnTo>
                  <a:pt x="2189779" y="17449"/>
                </a:lnTo>
                <a:lnTo>
                  <a:pt x="2188876" y="16628"/>
                </a:lnTo>
                <a:lnTo>
                  <a:pt x="2187950" y="15829"/>
                </a:lnTo>
                <a:lnTo>
                  <a:pt x="2187002" y="15052"/>
                </a:lnTo>
                <a:lnTo>
                  <a:pt x="2186032" y="14296"/>
                </a:lnTo>
                <a:lnTo>
                  <a:pt x="2185039" y="13562"/>
                </a:lnTo>
                <a:lnTo>
                  <a:pt x="2184024" y="12850"/>
                </a:lnTo>
                <a:lnTo>
                  <a:pt x="2182986" y="12159"/>
                </a:lnTo>
                <a:lnTo>
                  <a:pt x="2181926" y="11490"/>
                </a:lnTo>
                <a:lnTo>
                  <a:pt x="2180843" y="10843"/>
                </a:lnTo>
                <a:lnTo>
                  <a:pt x="2179738" y="10217"/>
                </a:lnTo>
                <a:lnTo>
                  <a:pt x="2178611" y="9613"/>
                </a:lnTo>
                <a:lnTo>
                  <a:pt x="2177463" y="9032"/>
                </a:lnTo>
                <a:lnTo>
                  <a:pt x="2176295" y="8475"/>
                </a:lnTo>
                <a:lnTo>
                  <a:pt x="2175108" y="7944"/>
                </a:lnTo>
                <a:lnTo>
                  <a:pt x="2173902" y="7437"/>
                </a:lnTo>
                <a:lnTo>
                  <a:pt x="2172677" y="6955"/>
                </a:lnTo>
                <a:lnTo>
                  <a:pt x="2171432" y="6498"/>
                </a:lnTo>
                <a:lnTo>
                  <a:pt x="2170168" y="6065"/>
                </a:lnTo>
                <a:lnTo>
                  <a:pt x="2168884" y="5657"/>
                </a:lnTo>
                <a:lnTo>
                  <a:pt x="2167582" y="5274"/>
                </a:lnTo>
                <a:lnTo>
                  <a:pt x="2166260" y="4915"/>
                </a:lnTo>
                <a:lnTo>
                  <a:pt x="2164918" y="4581"/>
                </a:lnTo>
                <a:lnTo>
                  <a:pt x="2163558" y="4272"/>
                </a:lnTo>
                <a:lnTo>
                  <a:pt x="2162178" y="3988"/>
                </a:lnTo>
                <a:lnTo>
                  <a:pt x="2160778" y="3728"/>
                </a:lnTo>
                <a:lnTo>
                  <a:pt x="2159360" y="3494"/>
                </a:lnTo>
                <a:lnTo>
                  <a:pt x="2157922" y="3283"/>
                </a:lnTo>
                <a:lnTo>
                  <a:pt x="2156464" y="3098"/>
                </a:lnTo>
                <a:lnTo>
                  <a:pt x="2154988" y="2937"/>
                </a:lnTo>
                <a:lnTo>
                  <a:pt x="2153492" y="2801"/>
                </a:lnTo>
                <a:lnTo>
                  <a:pt x="2151977" y="2690"/>
                </a:lnTo>
                <a:lnTo>
                  <a:pt x="2150442" y="2603"/>
                </a:lnTo>
                <a:lnTo>
                  <a:pt x="2148888" y="2542"/>
                </a:lnTo>
                <a:lnTo>
                  <a:pt x="2147315" y="2505"/>
                </a:lnTo>
                <a:lnTo>
                  <a:pt x="2145723" y="2492"/>
                </a:lnTo>
                <a:lnTo>
                  <a:pt x="2101130" y="2492"/>
                </a:lnTo>
                <a:lnTo>
                  <a:pt x="2101130" y="122296"/>
                </a:lnTo>
                <a:lnTo>
                  <a:pt x="2145723" y="122296"/>
                </a:lnTo>
                <a:lnTo>
                  <a:pt x="2147301" y="122284"/>
                </a:lnTo>
                <a:lnTo>
                  <a:pt x="2148860" y="122247"/>
                </a:lnTo>
                <a:lnTo>
                  <a:pt x="2150401" y="122186"/>
                </a:lnTo>
                <a:lnTo>
                  <a:pt x="2151922" y="122102"/>
                </a:lnTo>
                <a:close/>
                <a:moveTo>
                  <a:pt x="2146001" y="23388"/>
                </a:moveTo>
                <a:lnTo>
                  <a:pt x="2146959" y="23441"/>
                </a:lnTo>
                <a:lnTo>
                  <a:pt x="2147905" y="23509"/>
                </a:lnTo>
                <a:lnTo>
                  <a:pt x="2148838" y="23592"/>
                </a:lnTo>
                <a:lnTo>
                  <a:pt x="2149759" y="23691"/>
                </a:lnTo>
                <a:lnTo>
                  <a:pt x="2150668" y="23804"/>
                </a:lnTo>
                <a:lnTo>
                  <a:pt x="2151564" y="23933"/>
                </a:lnTo>
                <a:lnTo>
                  <a:pt x="2152448" y="24077"/>
                </a:lnTo>
                <a:lnTo>
                  <a:pt x="2153319" y="24236"/>
                </a:lnTo>
                <a:lnTo>
                  <a:pt x="2154179" y="24410"/>
                </a:lnTo>
                <a:lnTo>
                  <a:pt x="2155025" y="24599"/>
                </a:lnTo>
                <a:lnTo>
                  <a:pt x="2155860" y="24804"/>
                </a:lnTo>
                <a:lnTo>
                  <a:pt x="2156682" y="25023"/>
                </a:lnTo>
                <a:lnTo>
                  <a:pt x="2157492" y="25258"/>
                </a:lnTo>
                <a:lnTo>
                  <a:pt x="2158289" y="25508"/>
                </a:lnTo>
                <a:lnTo>
                  <a:pt x="2159074" y="25773"/>
                </a:lnTo>
                <a:lnTo>
                  <a:pt x="2159847" y="26053"/>
                </a:lnTo>
                <a:lnTo>
                  <a:pt x="2160607" y="26349"/>
                </a:lnTo>
                <a:lnTo>
                  <a:pt x="2161355" y="26659"/>
                </a:lnTo>
                <a:lnTo>
                  <a:pt x="2162090" y="26985"/>
                </a:lnTo>
                <a:lnTo>
                  <a:pt x="2162813" y="27325"/>
                </a:lnTo>
                <a:lnTo>
                  <a:pt x="2163524" y="27681"/>
                </a:lnTo>
                <a:lnTo>
                  <a:pt x="2164222" y="28052"/>
                </a:lnTo>
                <a:lnTo>
                  <a:pt x="2164906" y="28437"/>
                </a:lnTo>
                <a:lnTo>
                  <a:pt x="2165576" y="28838"/>
                </a:lnTo>
                <a:lnTo>
                  <a:pt x="2166233" y="29252"/>
                </a:lnTo>
                <a:lnTo>
                  <a:pt x="2166876" y="29682"/>
                </a:lnTo>
                <a:lnTo>
                  <a:pt x="2167505" y="30126"/>
                </a:lnTo>
                <a:lnTo>
                  <a:pt x="2168120" y="30585"/>
                </a:lnTo>
                <a:lnTo>
                  <a:pt x="2168721" y="31059"/>
                </a:lnTo>
                <a:lnTo>
                  <a:pt x="2169309" y="31547"/>
                </a:lnTo>
                <a:lnTo>
                  <a:pt x="2169883" y="32050"/>
                </a:lnTo>
                <a:lnTo>
                  <a:pt x="2170443" y="32567"/>
                </a:lnTo>
                <a:lnTo>
                  <a:pt x="2170990" y="33099"/>
                </a:lnTo>
                <a:lnTo>
                  <a:pt x="2171522" y="33646"/>
                </a:lnTo>
                <a:lnTo>
                  <a:pt x="2172041" y="34208"/>
                </a:lnTo>
                <a:lnTo>
                  <a:pt x="2172547" y="34784"/>
                </a:lnTo>
                <a:lnTo>
                  <a:pt x="2173038" y="35375"/>
                </a:lnTo>
                <a:lnTo>
                  <a:pt x="2173516" y="35981"/>
                </a:lnTo>
                <a:lnTo>
                  <a:pt x="2173980" y="36601"/>
                </a:lnTo>
                <a:lnTo>
                  <a:pt x="2174430" y="37236"/>
                </a:lnTo>
                <a:lnTo>
                  <a:pt x="2174866" y="37886"/>
                </a:lnTo>
                <a:lnTo>
                  <a:pt x="2175289" y="38550"/>
                </a:lnTo>
                <a:lnTo>
                  <a:pt x="2175698" y="39230"/>
                </a:lnTo>
                <a:lnTo>
                  <a:pt x="2176093" y="39923"/>
                </a:lnTo>
                <a:lnTo>
                  <a:pt x="2176475" y="40632"/>
                </a:lnTo>
                <a:lnTo>
                  <a:pt x="2176842" y="41355"/>
                </a:lnTo>
                <a:lnTo>
                  <a:pt x="2177193" y="42092"/>
                </a:lnTo>
                <a:lnTo>
                  <a:pt x="2177528" y="42844"/>
                </a:lnTo>
                <a:lnTo>
                  <a:pt x="2177848" y="43610"/>
                </a:lnTo>
                <a:lnTo>
                  <a:pt x="2178153" y="44390"/>
                </a:lnTo>
                <a:lnTo>
                  <a:pt x="2178441" y="45185"/>
                </a:lnTo>
                <a:lnTo>
                  <a:pt x="2178714" y="45994"/>
                </a:lnTo>
                <a:lnTo>
                  <a:pt x="2178972" y="46818"/>
                </a:lnTo>
                <a:lnTo>
                  <a:pt x="2179214" y="47656"/>
                </a:lnTo>
                <a:lnTo>
                  <a:pt x="2179440" y="48508"/>
                </a:lnTo>
                <a:lnTo>
                  <a:pt x="2179651" y="49375"/>
                </a:lnTo>
                <a:lnTo>
                  <a:pt x="2179846" y="50256"/>
                </a:lnTo>
                <a:lnTo>
                  <a:pt x="2180025" y="51151"/>
                </a:lnTo>
                <a:lnTo>
                  <a:pt x="2180189" y="52061"/>
                </a:lnTo>
                <a:lnTo>
                  <a:pt x="2180338" y="52985"/>
                </a:lnTo>
                <a:lnTo>
                  <a:pt x="2180470" y="53923"/>
                </a:lnTo>
                <a:lnTo>
                  <a:pt x="2180587" y="54876"/>
                </a:lnTo>
                <a:lnTo>
                  <a:pt x="2180689" y="55844"/>
                </a:lnTo>
                <a:lnTo>
                  <a:pt x="2180775" y="56825"/>
                </a:lnTo>
                <a:lnTo>
                  <a:pt x="2180845" y="57821"/>
                </a:lnTo>
                <a:lnTo>
                  <a:pt x="2180899" y="58832"/>
                </a:lnTo>
                <a:lnTo>
                  <a:pt x="2180938" y="59856"/>
                </a:lnTo>
                <a:lnTo>
                  <a:pt x="2180962" y="60895"/>
                </a:lnTo>
                <a:lnTo>
                  <a:pt x="2180970" y="61949"/>
                </a:lnTo>
                <a:lnTo>
                  <a:pt x="2180962" y="63054"/>
                </a:lnTo>
                <a:lnTo>
                  <a:pt x="2180941" y="64142"/>
                </a:lnTo>
                <a:lnTo>
                  <a:pt x="2180904" y="65215"/>
                </a:lnTo>
                <a:lnTo>
                  <a:pt x="2180853" y="66272"/>
                </a:lnTo>
                <a:lnTo>
                  <a:pt x="2180788" y="67313"/>
                </a:lnTo>
                <a:lnTo>
                  <a:pt x="2180708" y="68338"/>
                </a:lnTo>
                <a:lnTo>
                  <a:pt x="2180614" y="69347"/>
                </a:lnTo>
                <a:lnTo>
                  <a:pt x="2180505" y="70340"/>
                </a:lnTo>
                <a:lnTo>
                  <a:pt x="2180381" y="71318"/>
                </a:lnTo>
                <a:lnTo>
                  <a:pt x="2180243" y="72279"/>
                </a:lnTo>
                <a:lnTo>
                  <a:pt x="2180091" y="73224"/>
                </a:lnTo>
                <a:lnTo>
                  <a:pt x="2179924" y="74154"/>
                </a:lnTo>
                <a:lnTo>
                  <a:pt x="2179742" y="75068"/>
                </a:lnTo>
                <a:lnTo>
                  <a:pt x="2179546" y="75965"/>
                </a:lnTo>
                <a:lnTo>
                  <a:pt x="2179336" y="76847"/>
                </a:lnTo>
                <a:lnTo>
                  <a:pt x="2179110" y="77713"/>
                </a:lnTo>
                <a:lnTo>
                  <a:pt x="2178871" y="78563"/>
                </a:lnTo>
                <a:lnTo>
                  <a:pt x="2178617" y="79397"/>
                </a:lnTo>
                <a:lnTo>
                  <a:pt x="2178348" y="80215"/>
                </a:lnTo>
                <a:lnTo>
                  <a:pt x="2178065" y="81017"/>
                </a:lnTo>
                <a:lnTo>
                  <a:pt x="2177767" y="81804"/>
                </a:lnTo>
                <a:lnTo>
                  <a:pt x="2177454" y="82574"/>
                </a:lnTo>
                <a:lnTo>
                  <a:pt x="2177128" y="83329"/>
                </a:lnTo>
                <a:lnTo>
                  <a:pt x="2176786" y="84067"/>
                </a:lnTo>
                <a:lnTo>
                  <a:pt x="2176430" y="84790"/>
                </a:lnTo>
                <a:lnTo>
                  <a:pt x="2176060" y="85497"/>
                </a:lnTo>
                <a:lnTo>
                  <a:pt x="2175674" y="86189"/>
                </a:lnTo>
                <a:lnTo>
                  <a:pt x="2175274" y="86866"/>
                </a:lnTo>
                <a:lnTo>
                  <a:pt x="2174860" y="87527"/>
                </a:lnTo>
                <a:lnTo>
                  <a:pt x="2174430" y="88173"/>
                </a:lnTo>
                <a:lnTo>
                  <a:pt x="2173986" y="88803"/>
                </a:lnTo>
                <a:lnTo>
                  <a:pt x="2173528" y="89417"/>
                </a:lnTo>
                <a:lnTo>
                  <a:pt x="2173054" y="90017"/>
                </a:lnTo>
                <a:lnTo>
                  <a:pt x="2172566" y="90601"/>
                </a:lnTo>
                <a:lnTo>
                  <a:pt x="2172063" y="91169"/>
                </a:lnTo>
                <a:lnTo>
                  <a:pt x="2171546" y="91722"/>
                </a:lnTo>
                <a:lnTo>
                  <a:pt x="2171014" y="92259"/>
                </a:lnTo>
                <a:lnTo>
                  <a:pt x="2170467" y="92781"/>
                </a:lnTo>
                <a:lnTo>
                  <a:pt x="2169906" y="93288"/>
                </a:lnTo>
                <a:lnTo>
                  <a:pt x="2169329" y="93779"/>
                </a:lnTo>
                <a:lnTo>
                  <a:pt x="2168739" y="94254"/>
                </a:lnTo>
                <a:lnTo>
                  <a:pt x="2168133" y="94715"/>
                </a:lnTo>
                <a:lnTo>
                  <a:pt x="2167513" y="95159"/>
                </a:lnTo>
                <a:lnTo>
                  <a:pt x="2166878" y="95589"/>
                </a:lnTo>
                <a:lnTo>
                  <a:pt x="2166229" y="96002"/>
                </a:lnTo>
                <a:lnTo>
                  <a:pt x="2165564" y="96401"/>
                </a:lnTo>
                <a:lnTo>
                  <a:pt x="2164885" y="96784"/>
                </a:lnTo>
                <a:lnTo>
                  <a:pt x="2164192" y="97151"/>
                </a:lnTo>
                <a:lnTo>
                  <a:pt x="2163483" y="97503"/>
                </a:lnTo>
                <a:lnTo>
                  <a:pt x="2162760" y="97841"/>
                </a:lnTo>
                <a:lnTo>
                  <a:pt x="2162022" y="98163"/>
                </a:lnTo>
                <a:lnTo>
                  <a:pt x="2161268" y="98470"/>
                </a:lnTo>
                <a:lnTo>
                  <a:pt x="2160500" y="98762"/>
                </a:lnTo>
                <a:lnTo>
                  <a:pt x="2159716" y="99040"/>
                </a:lnTo>
                <a:lnTo>
                  <a:pt x="2158918" y="99302"/>
                </a:lnTo>
                <a:lnTo>
                  <a:pt x="2158105" y="99549"/>
                </a:lnTo>
                <a:lnTo>
                  <a:pt x="2157276" y="99782"/>
                </a:lnTo>
                <a:lnTo>
                  <a:pt x="2156433" y="99999"/>
                </a:lnTo>
                <a:lnTo>
                  <a:pt x="2155575" y="100201"/>
                </a:lnTo>
                <a:lnTo>
                  <a:pt x="2154701" y="100389"/>
                </a:lnTo>
                <a:lnTo>
                  <a:pt x="2153813" y="100561"/>
                </a:lnTo>
                <a:lnTo>
                  <a:pt x="2152910" y="100719"/>
                </a:lnTo>
                <a:lnTo>
                  <a:pt x="2151992" y="100861"/>
                </a:lnTo>
                <a:lnTo>
                  <a:pt x="2151058" y="100988"/>
                </a:lnTo>
                <a:lnTo>
                  <a:pt x="2150110" y="101101"/>
                </a:lnTo>
                <a:lnTo>
                  <a:pt x="2149147" y="101198"/>
                </a:lnTo>
                <a:lnTo>
                  <a:pt x="2148169" y="101281"/>
                </a:lnTo>
                <a:lnTo>
                  <a:pt x="2147175" y="101348"/>
                </a:lnTo>
                <a:lnTo>
                  <a:pt x="2146167" y="101401"/>
                </a:lnTo>
                <a:lnTo>
                  <a:pt x="2145144" y="101438"/>
                </a:lnTo>
                <a:lnTo>
                  <a:pt x="2144106" y="101461"/>
                </a:lnTo>
                <a:lnTo>
                  <a:pt x="2143053" y="101468"/>
                </a:lnTo>
                <a:lnTo>
                  <a:pt x="2126141" y="101468"/>
                </a:lnTo>
                <a:lnTo>
                  <a:pt x="2126141" y="23320"/>
                </a:lnTo>
                <a:lnTo>
                  <a:pt x="2143053" y="23320"/>
                </a:lnTo>
                <a:lnTo>
                  <a:pt x="2144048" y="23327"/>
                </a:lnTo>
                <a:lnTo>
                  <a:pt x="2145031" y="23350"/>
                </a:lnTo>
                <a:lnTo>
                  <a:pt x="2146001" y="23388"/>
                </a:lnTo>
                <a:close/>
                <a:moveTo>
                  <a:pt x="2215492" y="2492"/>
                </a:moveTo>
                <a:lnTo>
                  <a:pt x="2215492" y="23320"/>
                </a:lnTo>
                <a:lnTo>
                  <a:pt x="2247535" y="23320"/>
                </a:lnTo>
                <a:lnTo>
                  <a:pt x="2247535" y="122296"/>
                </a:lnTo>
                <a:lnTo>
                  <a:pt x="2272546" y="122296"/>
                </a:lnTo>
                <a:lnTo>
                  <a:pt x="2272546" y="23320"/>
                </a:lnTo>
                <a:lnTo>
                  <a:pt x="2304410" y="23320"/>
                </a:lnTo>
                <a:lnTo>
                  <a:pt x="2304410" y="2492"/>
                </a:lnTo>
                <a:lnTo>
                  <a:pt x="2215492" y="2492"/>
                </a:lnTo>
                <a:close/>
                <a:moveTo>
                  <a:pt x="2393700" y="71028"/>
                </a:moveTo>
                <a:lnTo>
                  <a:pt x="2393700" y="51001"/>
                </a:lnTo>
                <a:lnTo>
                  <a:pt x="2343500" y="51001"/>
                </a:lnTo>
                <a:lnTo>
                  <a:pt x="2343500" y="23231"/>
                </a:lnTo>
                <a:lnTo>
                  <a:pt x="2398862" y="23231"/>
                </a:lnTo>
                <a:lnTo>
                  <a:pt x="2398862" y="2492"/>
                </a:lnTo>
                <a:lnTo>
                  <a:pt x="2318489" y="2492"/>
                </a:lnTo>
                <a:lnTo>
                  <a:pt x="2318489" y="122296"/>
                </a:lnTo>
                <a:lnTo>
                  <a:pt x="2398862" y="122296"/>
                </a:lnTo>
                <a:lnTo>
                  <a:pt x="2398862" y="101557"/>
                </a:lnTo>
                <a:lnTo>
                  <a:pt x="2343500" y="101557"/>
                </a:lnTo>
                <a:lnTo>
                  <a:pt x="2343500" y="71028"/>
                </a:lnTo>
                <a:lnTo>
                  <a:pt x="2393700" y="71028"/>
                </a:lnTo>
                <a:close/>
                <a:moveTo>
                  <a:pt x="1393810" y="104026"/>
                </a:moveTo>
                <a:lnTo>
                  <a:pt x="1393288" y="103997"/>
                </a:lnTo>
                <a:lnTo>
                  <a:pt x="1392784" y="103956"/>
                </a:lnTo>
                <a:lnTo>
                  <a:pt x="1392296" y="103903"/>
                </a:lnTo>
                <a:lnTo>
                  <a:pt x="1391825" y="103839"/>
                </a:lnTo>
                <a:lnTo>
                  <a:pt x="1391370" y="103763"/>
                </a:lnTo>
                <a:lnTo>
                  <a:pt x="1390933" y="103676"/>
                </a:lnTo>
                <a:lnTo>
                  <a:pt x="1390512" y="103576"/>
                </a:lnTo>
                <a:lnTo>
                  <a:pt x="1390109" y="103465"/>
                </a:lnTo>
                <a:lnTo>
                  <a:pt x="1389722" y="103343"/>
                </a:lnTo>
                <a:lnTo>
                  <a:pt x="1389352" y="103209"/>
                </a:lnTo>
                <a:lnTo>
                  <a:pt x="1388999" y="103063"/>
                </a:lnTo>
                <a:lnTo>
                  <a:pt x="1388662" y="102905"/>
                </a:lnTo>
                <a:lnTo>
                  <a:pt x="1388343" y="102736"/>
                </a:lnTo>
                <a:lnTo>
                  <a:pt x="1388040" y="102555"/>
                </a:lnTo>
                <a:lnTo>
                  <a:pt x="1387755" y="102362"/>
                </a:lnTo>
                <a:lnTo>
                  <a:pt x="1387486" y="102158"/>
                </a:lnTo>
                <a:lnTo>
                  <a:pt x="1387233" y="101942"/>
                </a:lnTo>
                <a:lnTo>
                  <a:pt x="1386998" y="101714"/>
                </a:lnTo>
                <a:lnTo>
                  <a:pt x="1386780" y="101475"/>
                </a:lnTo>
                <a:lnTo>
                  <a:pt x="1386578" y="101224"/>
                </a:lnTo>
                <a:lnTo>
                  <a:pt x="1386393" y="100961"/>
                </a:lnTo>
                <a:lnTo>
                  <a:pt x="1386226" y="100686"/>
                </a:lnTo>
                <a:lnTo>
                  <a:pt x="1386069" y="100400"/>
                </a:lnTo>
                <a:lnTo>
                  <a:pt x="1385920" y="100101"/>
                </a:lnTo>
                <a:lnTo>
                  <a:pt x="1385777" y="99789"/>
                </a:lnTo>
                <a:lnTo>
                  <a:pt x="1385641" y="99465"/>
                </a:lnTo>
                <a:lnTo>
                  <a:pt x="1385511" y="99127"/>
                </a:lnTo>
                <a:lnTo>
                  <a:pt x="1385388" y="98778"/>
                </a:lnTo>
                <a:lnTo>
                  <a:pt x="1385272" y="98416"/>
                </a:lnTo>
                <a:lnTo>
                  <a:pt x="1385162" y="98041"/>
                </a:lnTo>
                <a:lnTo>
                  <a:pt x="1385059" y="97653"/>
                </a:lnTo>
                <a:lnTo>
                  <a:pt x="1384963" y="97253"/>
                </a:lnTo>
                <a:lnTo>
                  <a:pt x="1384873" y="96840"/>
                </a:lnTo>
                <a:lnTo>
                  <a:pt x="1384790" y="96415"/>
                </a:lnTo>
                <a:lnTo>
                  <a:pt x="1384714" y="95977"/>
                </a:lnTo>
                <a:lnTo>
                  <a:pt x="1384644" y="95526"/>
                </a:lnTo>
                <a:lnTo>
                  <a:pt x="1384581" y="95063"/>
                </a:lnTo>
                <a:lnTo>
                  <a:pt x="1384525" y="94587"/>
                </a:lnTo>
                <a:lnTo>
                  <a:pt x="1384475" y="94098"/>
                </a:lnTo>
                <a:lnTo>
                  <a:pt x="1384432" y="93597"/>
                </a:lnTo>
                <a:lnTo>
                  <a:pt x="1384395" y="93084"/>
                </a:lnTo>
                <a:lnTo>
                  <a:pt x="1384365" y="92557"/>
                </a:lnTo>
                <a:lnTo>
                  <a:pt x="1384342" y="92018"/>
                </a:lnTo>
                <a:lnTo>
                  <a:pt x="1384325" y="91467"/>
                </a:lnTo>
                <a:lnTo>
                  <a:pt x="1384315" y="90902"/>
                </a:lnTo>
                <a:lnTo>
                  <a:pt x="1384312" y="90325"/>
                </a:lnTo>
                <a:lnTo>
                  <a:pt x="1384312" y="52514"/>
                </a:lnTo>
                <a:lnTo>
                  <a:pt x="1403270" y="52514"/>
                </a:lnTo>
                <a:lnTo>
                  <a:pt x="1403270" y="34357"/>
                </a:lnTo>
                <a:lnTo>
                  <a:pt x="1384312" y="34357"/>
                </a:lnTo>
                <a:lnTo>
                  <a:pt x="1384312" y="13885"/>
                </a:lnTo>
                <a:lnTo>
                  <a:pt x="1360725" y="13885"/>
                </a:lnTo>
                <a:lnTo>
                  <a:pt x="1360725" y="34357"/>
                </a:lnTo>
                <a:lnTo>
                  <a:pt x="1346306" y="34357"/>
                </a:lnTo>
                <a:lnTo>
                  <a:pt x="1346306" y="52514"/>
                </a:lnTo>
                <a:lnTo>
                  <a:pt x="1360725" y="52514"/>
                </a:lnTo>
                <a:lnTo>
                  <a:pt x="1360725" y="91563"/>
                </a:lnTo>
                <a:lnTo>
                  <a:pt x="1360730" y="92460"/>
                </a:lnTo>
                <a:lnTo>
                  <a:pt x="1360745" y="93343"/>
                </a:lnTo>
                <a:lnTo>
                  <a:pt x="1360770" y="94211"/>
                </a:lnTo>
                <a:lnTo>
                  <a:pt x="1360804" y="95065"/>
                </a:lnTo>
                <a:lnTo>
                  <a:pt x="1360849" y="95905"/>
                </a:lnTo>
                <a:lnTo>
                  <a:pt x="1360903" y="96730"/>
                </a:lnTo>
                <a:lnTo>
                  <a:pt x="1360967" y="97541"/>
                </a:lnTo>
                <a:lnTo>
                  <a:pt x="1361042" y="98338"/>
                </a:lnTo>
                <a:lnTo>
                  <a:pt x="1361126" y="99120"/>
                </a:lnTo>
                <a:lnTo>
                  <a:pt x="1361220" y="99889"/>
                </a:lnTo>
                <a:lnTo>
                  <a:pt x="1361323" y="100643"/>
                </a:lnTo>
                <a:lnTo>
                  <a:pt x="1361437" y="101382"/>
                </a:lnTo>
                <a:lnTo>
                  <a:pt x="1361561" y="102108"/>
                </a:lnTo>
                <a:lnTo>
                  <a:pt x="1361694" y="102819"/>
                </a:lnTo>
                <a:lnTo>
                  <a:pt x="1361838" y="103516"/>
                </a:lnTo>
                <a:lnTo>
                  <a:pt x="1361991" y="104198"/>
                </a:lnTo>
                <a:lnTo>
                  <a:pt x="1362154" y="104867"/>
                </a:lnTo>
                <a:lnTo>
                  <a:pt x="1362327" y="105521"/>
                </a:lnTo>
                <a:lnTo>
                  <a:pt x="1362510" y="106161"/>
                </a:lnTo>
                <a:lnTo>
                  <a:pt x="1362703" y="106786"/>
                </a:lnTo>
                <a:lnTo>
                  <a:pt x="1362906" y="107397"/>
                </a:lnTo>
                <a:lnTo>
                  <a:pt x="1363118" y="107994"/>
                </a:lnTo>
                <a:lnTo>
                  <a:pt x="1363341" y="108577"/>
                </a:lnTo>
                <a:lnTo>
                  <a:pt x="1363573" y="109145"/>
                </a:lnTo>
                <a:lnTo>
                  <a:pt x="1363818" y="109700"/>
                </a:lnTo>
                <a:lnTo>
                  <a:pt x="1364079" y="110243"/>
                </a:lnTo>
                <a:lnTo>
                  <a:pt x="1364354" y="110773"/>
                </a:lnTo>
                <a:lnTo>
                  <a:pt x="1364645" y="111292"/>
                </a:lnTo>
                <a:lnTo>
                  <a:pt x="1364951" y="111798"/>
                </a:lnTo>
                <a:lnTo>
                  <a:pt x="1365273" y="112292"/>
                </a:lnTo>
                <a:lnTo>
                  <a:pt x="1365610" y="112773"/>
                </a:lnTo>
                <a:lnTo>
                  <a:pt x="1365962" y="113243"/>
                </a:lnTo>
                <a:lnTo>
                  <a:pt x="1366329" y="113700"/>
                </a:lnTo>
                <a:lnTo>
                  <a:pt x="1366712" y="114145"/>
                </a:lnTo>
                <a:lnTo>
                  <a:pt x="1367110" y="114577"/>
                </a:lnTo>
                <a:lnTo>
                  <a:pt x="1367523" y="114998"/>
                </a:lnTo>
                <a:lnTo>
                  <a:pt x="1367952" y="115406"/>
                </a:lnTo>
                <a:lnTo>
                  <a:pt x="1368395" y="115802"/>
                </a:lnTo>
                <a:lnTo>
                  <a:pt x="1368855" y="116186"/>
                </a:lnTo>
                <a:lnTo>
                  <a:pt x="1369329" y="116557"/>
                </a:lnTo>
                <a:lnTo>
                  <a:pt x="1369819" y="116916"/>
                </a:lnTo>
                <a:lnTo>
                  <a:pt x="1370324" y="117263"/>
                </a:lnTo>
                <a:lnTo>
                  <a:pt x="1370844" y="117598"/>
                </a:lnTo>
                <a:lnTo>
                  <a:pt x="1371380" y="117921"/>
                </a:lnTo>
                <a:lnTo>
                  <a:pt x="1371931" y="118231"/>
                </a:lnTo>
                <a:lnTo>
                  <a:pt x="1372497" y="118529"/>
                </a:lnTo>
                <a:lnTo>
                  <a:pt x="1373079" y="118815"/>
                </a:lnTo>
                <a:lnTo>
                  <a:pt x="1373676" y="119089"/>
                </a:lnTo>
                <a:lnTo>
                  <a:pt x="1374290" y="119350"/>
                </a:lnTo>
                <a:lnTo>
                  <a:pt x="1374926" y="119601"/>
                </a:lnTo>
                <a:lnTo>
                  <a:pt x="1375582" y="119840"/>
                </a:lnTo>
                <a:lnTo>
                  <a:pt x="1376258" y="120069"/>
                </a:lnTo>
                <a:lnTo>
                  <a:pt x="1376955" y="120286"/>
                </a:lnTo>
                <a:lnTo>
                  <a:pt x="1377673" y="120492"/>
                </a:lnTo>
                <a:lnTo>
                  <a:pt x="1378411" y="120687"/>
                </a:lnTo>
                <a:lnTo>
                  <a:pt x="1379169" y="120870"/>
                </a:lnTo>
                <a:lnTo>
                  <a:pt x="1379948" y="121043"/>
                </a:lnTo>
                <a:lnTo>
                  <a:pt x="1380748" y="121204"/>
                </a:lnTo>
                <a:lnTo>
                  <a:pt x="1381569" y="121355"/>
                </a:lnTo>
                <a:lnTo>
                  <a:pt x="1382409" y="121494"/>
                </a:lnTo>
                <a:lnTo>
                  <a:pt x="1383271" y="121622"/>
                </a:lnTo>
                <a:lnTo>
                  <a:pt x="1384153" y="121739"/>
                </a:lnTo>
                <a:lnTo>
                  <a:pt x="1385055" y="121845"/>
                </a:lnTo>
                <a:lnTo>
                  <a:pt x="1385978" y="121939"/>
                </a:lnTo>
                <a:lnTo>
                  <a:pt x="1386922" y="122023"/>
                </a:lnTo>
                <a:lnTo>
                  <a:pt x="1387886" y="122095"/>
                </a:lnTo>
                <a:lnTo>
                  <a:pt x="1388871" y="122156"/>
                </a:lnTo>
                <a:lnTo>
                  <a:pt x="1389876" y="122207"/>
                </a:lnTo>
                <a:lnTo>
                  <a:pt x="1390902" y="122246"/>
                </a:lnTo>
                <a:lnTo>
                  <a:pt x="1391948" y="122273"/>
                </a:lnTo>
                <a:lnTo>
                  <a:pt x="1393015" y="122290"/>
                </a:lnTo>
                <a:lnTo>
                  <a:pt x="1394103" y="122296"/>
                </a:lnTo>
                <a:lnTo>
                  <a:pt x="1403270" y="122296"/>
                </a:lnTo>
                <a:lnTo>
                  <a:pt x="1403270" y="104049"/>
                </a:lnTo>
                <a:lnTo>
                  <a:pt x="1394904" y="104049"/>
                </a:lnTo>
                <a:lnTo>
                  <a:pt x="1394348" y="104043"/>
                </a:lnTo>
                <a:lnTo>
                  <a:pt x="1393810" y="104026"/>
                </a:lnTo>
                <a:close/>
                <a:moveTo>
                  <a:pt x="1724076" y="104026"/>
                </a:moveTo>
                <a:lnTo>
                  <a:pt x="1723555" y="103997"/>
                </a:lnTo>
                <a:lnTo>
                  <a:pt x="1723050" y="103956"/>
                </a:lnTo>
                <a:lnTo>
                  <a:pt x="1722562" y="103903"/>
                </a:lnTo>
                <a:lnTo>
                  <a:pt x="1722091" y="103839"/>
                </a:lnTo>
                <a:lnTo>
                  <a:pt x="1721637" y="103763"/>
                </a:lnTo>
                <a:lnTo>
                  <a:pt x="1721199" y="103676"/>
                </a:lnTo>
                <a:lnTo>
                  <a:pt x="1720779" y="103576"/>
                </a:lnTo>
                <a:lnTo>
                  <a:pt x="1720375" y="103465"/>
                </a:lnTo>
                <a:lnTo>
                  <a:pt x="1719988" y="103343"/>
                </a:lnTo>
                <a:lnTo>
                  <a:pt x="1719618" y="103209"/>
                </a:lnTo>
                <a:lnTo>
                  <a:pt x="1719265" y="103063"/>
                </a:lnTo>
                <a:lnTo>
                  <a:pt x="1718929" y="102905"/>
                </a:lnTo>
                <a:lnTo>
                  <a:pt x="1718609" y="102736"/>
                </a:lnTo>
                <a:lnTo>
                  <a:pt x="1718307" y="102555"/>
                </a:lnTo>
                <a:lnTo>
                  <a:pt x="1718021" y="102362"/>
                </a:lnTo>
                <a:lnTo>
                  <a:pt x="1717752" y="102158"/>
                </a:lnTo>
                <a:lnTo>
                  <a:pt x="1717500" y="101942"/>
                </a:lnTo>
                <a:lnTo>
                  <a:pt x="1717265" y="101714"/>
                </a:lnTo>
                <a:lnTo>
                  <a:pt x="1717046" y="101475"/>
                </a:lnTo>
                <a:lnTo>
                  <a:pt x="1716845" y="101224"/>
                </a:lnTo>
                <a:lnTo>
                  <a:pt x="1716660" y="100961"/>
                </a:lnTo>
                <a:lnTo>
                  <a:pt x="1716492" y="100686"/>
                </a:lnTo>
                <a:lnTo>
                  <a:pt x="1716336" y="100400"/>
                </a:lnTo>
                <a:lnTo>
                  <a:pt x="1716186" y="100101"/>
                </a:lnTo>
                <a:lnTo>
                  <a:pt x="1716043" y="99789"/>
                </a:lnTo>
                <a:lnTo>
                  <a:pt x="1715907" y="99465"/>
                </a:lnTo>
                <a:lnTo>
                  <a:pt x="1715778" y="99127"/>
                </a:lnTo>
                <a:lnTo>
                  <a:pt x="1715655" y="98778"/>
                </a:lnTo>
                <a:lnTo>
                  <a:pt x="1715539" y="98416"/>
                </a:lnTo>
                <a:lnTo>
                  <a:pt x="1715429" y="98041"/>
                </a:lnTo>
                <a:lnTo>
                  <a:pt x="1715326" y="97653"/>
                </a:lnTo>
                <a:lnTo>
                  <a:pt x="1715230" y="97253"/>
                </a:lnTo>
                <a:lnTo>
                  <a:pt x="1715140" y="96840"/>
                </a:lnTo>
                <a:lnTo>
                  <a:pt x="1715057" y="96415"/>
                </a:lnTo>
                <a:lnTo>
                  <a:pt x="1714980" y="95977"/>
                </a:lnTo>
                <a:lnTo>
                  <a:pt x="1714911" y="95526"/>
                </a:lnTo>
                <a:lnTo>
                  <a:pt x="1714847" y="95063"/>
                </a:lnTo>
                <a:lnTo>
                  <a:pt x="1714791" y="94587"/>
                </a:lnTo>
                <a:lnTo>
                  <a:pt x="1714741" y="94098"/>
                </a:lnTo>
                <a:lnTo>
                  <a:pt x="1714698" y="93597"/>
                </a:lnTo>
                <a:lnTo>
                  <a:pt x="1714661" y="93084"/>
                </a:lnTo>
                <a:lnTo>
                  <a:pt x="1714632" y="92557"/>
                </a:lnTo>
                <a:lnTo>
                  <a:pt x="1714608" y="92018"/>
                </a:lnTo>
                <a:lnTo>
                  <a:pt x="1714592" y="91467"/>
                </a:lnTo>
                <a:lnTo>
                  <a:pt x="1714582" y="90902"/>
                </a:lnTo>
                <a:lnTo>
                  <a:pt x="1714578" y="90325"/>
                </a:lnTo>
                <a:lnTo>
                  <a:pt x="1714578" y="52514"/>
                </a:lnTo>
                <a:lnTo>
                  <a:pt x="1733537" y="52514"/>
                </a:lnTo>
                <a:lnTo>
                  <a:pt x="1733537" y="34357"/>
                </a:lnTo>
                <a:lnTo>
                  <a:pt x="1714578" y="34357"/>
                </a:lnTo>
                <a:lnTo>
                  <a:pt x="1714578" y="13885"/>
                </a:lnTo>
                <a:lnTo>
                  <a:pt x="1690991" y="13885"/>
                </a:lnTo>
                <a:lnTo>
                  <a:pt x="1690991" y="34357"/>
                </a:lnTo>
                <a:lnTo>
                  <a:pt x="1676572" y="34357"/>
                </a:lnTo>
                <a:lnTo>
                  <a:pt x="1676572" y="52514"/>
                </a:lnTo>
                <a:lnTo>
                  <a:pt x="1690991" y="52514"/>
                </a:lnTo>
                <a:lnTo>
                  <a:pt x="1690991" y="91563"/>
                </a:lnTo>
                <a:lnTo>
                  <a:pt x="1690996" y="92460"/>
                </a:lnTo>
                <a:lnTo>
                  <a:pt x="1691011" y="93343"/>
                </a:lnTo>
                <a:lnTo>
                  <a:pt x="1691036" y="94211"/>
                </a:lnTo>
                <a:lnTo>
                  <a:pt x="1691071" y="95065"/>
                </a:lnTo>
                <a:lnTo>
                  <a:pt x="1691115" y="95905"/>
                </a:lnTo>
                <a:lnTo>
                  <a:pt x="1691170" y="96730"/>
                </a:lnTo>
                <a:lnTo>
                  <a:pt x="1691234" y="97541"/>
                </a:lnTo>
                <a:lnTo>
                  <a:pt x="1691308" y="98338"/>
                </a:lnTo>
                <a:lnTo>
                  <a:pt x="1691392" y="99120"/>
                </a:lnTo>
                <a:lnTo>
                  <a:pt x="1691486" y="99889"/>
                </a:lnTo>
                <a:lnTo>
                  <a:pt x="1691590" y="100643"/>
                </a:lnTo>
                <a:lnTo>
                  <a:pt x="1691704" y="101382"/>
                </a:lnTo>
                <a:lnTo>
                  <a:pt x="1691827" y="102108"/>
                </a:lnTo>
                <a:lnTo>
                  <a:pt x="1691961" y="102819"/>
                </a:lnTo>
                <a:lnTo>
                  <a:pt x="1692104" y="103516"/>
                </a:lnTo>
                <a:lnTo>
                  <a:pt x="1692257" y="104198"/>
                </a:lnTo>
                <a:lnTo>
                  <a:pt x="1692421" y="104867"/>
                </a:lnTo>
                <a:lnTo>
                  <a:pt x="1692594" y="105521"/>
                </a:lnTo>
                <a:lnTo>
                  <a:pt x="1692777" y="106161"/>
                </a:lnTo>
                <a:lnTo>
                  <a:pt x="1692969" y="106786"/>
                </a:lnTo>
                <a:lnTo>
                  <a:pt x="1693172" y="107397"/>
                </a:lnTo>
                <a:lnTo>
                  <a:pt x="1693385" y="107994"/>
                </a:lnTo>
                <a:lnTo>
                  <a:pt x="1693607" y="108577"/>
                </a:lnTo>
                <a:lnTo>
                  <a:pt x="1693840" y="109145"/>
                </a:lnTo>
                <a:lnTo>
                  <a:pt x="1694085" y="109700"/>
                </a:lnTo>
                <a:lnTo>
                  <a:pt x="1694345" y="110243"/>
                </a:lnTo>
                <a:lnTo>
                  <a:pt x="1694621" y="110773"/>
                </a:lnTo>
                <a:lnTo>
                  <a:pt x="1694912" y="111292"/>
                </a:lnTo>
                <a:lnTo>
                  <a:pt x="1695218" y="111798"/>
                </a:lnTo>
                <a:lnTo>
                  <a:pt x="1695539" y="112292"/>
                </a:lnTo>
                <a:lnTo>
                  <a:pt x="1695876" y="112773"/>
                </a:lnTo>
                <a:lnTo>
                  <a:pt x="1696228" y="113243"/>
                </a:lnTo>
                <a:lnTo>
                  <a:pt x="1696595" y="113700"/>
                </a:lnTo>
                <a:lnTo>
                  <a:pt x="1696978" y="114145"/>
                </a:lnTo>
                <a:lnTo>
                  <a:pt x="1697376" y="114577"/>
                </a:lnTo>
                <a:lnTo>
                  <a:pt x="1697789" y="114998"/>
                </a:lnTo>
                <a:lnTo>
                  <a:pt x="1698218" y="115406"/>
                </a:lnTo>
                <a:lnTo>
                  <a:pt x="1698662" y="115802"/>
                </a:lnTo>
                <a:lnTo>
                  <a:pt x="1699121" y="116186"/>
                </a:lnTo>
                <a:lnTo>
                  <a:pt x="1699596" y="116557"/>
                </a:lnTo>
                <a:lnTo>
                  <a:pt x="1700085" y="116916"/>
                </a:lnTo>
                <a:lnTo>
                  <a:pt x="1700590" y="117263"/>
                </a:lnTo>
                <a:lnTo>
                  <a:pt x="1701111" y="117598"/>
                </a:lnTo>
                <a:lnTo>
                  <a:pt x="1701646" y="117921"/>
                </a:lnTo>
                <a:lnTo>
                  <a:pt x="1702197" y="118231"/>
                </a:lnTo>
                <a:lnTo>
                  <a:pt x="1702764" y="118529"/>
                </a:lnTo>
                <a:lnTo>
                  <a:pt x="1703345" y="118815"/>
                </a:lnTo>
                <a:lnTo>
                  <a:pt x="1703942" y="119089"/>
                </a:lnTo>
                <a:lnTo>
                  <a:pt x="1704557" y="119350"/>
                </a:lnTo>
                <a:lnTo>
                  <a:pt x="1705192" y="119601"/>
                </a:lnTo>
                <a:lnTo>
                  <a:pt x="1705848" y="119840"/>
                </a:lnTo>
                <a:lnTo>
                  <a:pt x="1706524" y="120069"/>
                </a:lnTo>
                <a:lnTo>
                  <a:pt x="1707221" y="120286"/>
                </a:lnTo>
                <a:lnTo>
                  <a:pt x="1707939" y="120492"/>
                </a:lnTo>
                <a:lnTo>
                  <a:pt x="1708677" y="120687"/>
                </a:lnTo>
                <a:lnTo>
                  <a:pt x="1709436" y="120870"/>
                </a:lnTo>
                <a:lnTo>
                  <a:pt x="1710215" y="121043"/>
                </a:lnTo>
                <a:lnTo>
                  <a:pt x="1711015" y="121204"/>
                </a:lnTo>
                <a:lnTo>
                  <a:pt x="1711835" y="121355"/>
                </a:lnTo>
                <a:lnTo>
                  <a:pt x="1712676" y="121494"/>
                </a:lnTo>
                <a:lnTo>
                  <a:pt x="1713537" y="121622"/>
                </a:lnTo>
                <a:lnTo>
                  <a:pt x="1714419" y="121739"/>
                </a:lnTo>
                <a:lnTo>
                  <a:pt x="1715322" y="121845"/>
                </a:lnTo>
                <a:lnTo>
                  <a:pt x="1716245" y="121939"/>
                </a:lnTo>
                <a:lnTo>
                  <a:pt x="1717188" y="122023"/>
                </a:lnTo>
                <a:lnTo>
                  <a:pt x="1718153" y="122095"/>
                </a:lnTo>
                <a:lnTo>
                  <a:pt x="1719137" y="122156"/>
                </a:lnTo>
                <a:lnTo>
                  <a:pt x="1720143" y="122207"/>
                </a:lnTo>
                <a:lnTo>
                  <a:pt x="1721168" y="122246"/>
                </a:lnTo>
                <a:lnTo>
                  <a:pt x="1722215" y="122273"/>
                </a:lnTo>
                <a:lnTo>
                  <a:pt x="1723282" y="122290"/>
                </a:lnTo>
                <a:lnTo>
                  <a:pt x="1724369" y="122296"/>
                </a:lnTo>
                <a:lnTo>
                  <a:pt x="1733537" y="122296"/>
                </a:lnTo>
                <a:lnTo>
                  <a:pt x="1733537" y="104049"/>
                </a:lnTo>
                <a:lnTo>
                  <a:pt x="1725170" y="104049"/>
                </a:lnTo>
                <a:lnTo>
                  <a:pt x="1724615" y="104043"/>
                </a:lnTo>
                <a:lnTo>
                  <a:pt x="1724076" y="104026"/>
                </a:lnTo>
                <a:close/>
                <a:moveTo>
                  <a:pt x="2079579" y="147870"/>
                </a:moveTo>
                <a:lnTo>
                  <a:pt x="2078905" y="146457"/>
                </a:lnTo>
                <a:lnTo>
                  <a:pt x="2078243" y="145037"/>
                </a:lnTo>
                <a:lnTo>
                  <a:pt x="2077592" y="143609"/>
                </a:lnTo>
                <a:lnTo>
                  <a:pt x="2076953" y="142174"/>
                </a:lnTo>
                <a:lnTo>
                  <a:pt x="2076326" y="140731"/>
                </a:lnTo>
                <a:lnTo>
                  <a:pt x="2075711" y="139281"/>
                </a:lnTo>
                <a:lnTo>
                  <a:pt x="2075107" y="137824"/>
                </a:lnTo>
                <a:lnTo>
                  <a:pt x="2074515" y="136359"/>
                </a:lnTo>
                <a:lnTo>
                  <a:pt x="2073935" y="134886"/>
                </a:lnTo>
                <a:lnTo>
                  <a:pt x="2073367" y="133407"/>
                </a:lnTo>
                <a:lnTo>
                  <a:pt x="2072810" y="131920"/>
                </a:lnTo>
                <a:lnTo>
                  <a:pt x="2072265" y="130425"/>
                </a:lnTo>
                <a:lnTo>
                  <a:pt x="2071732" y="128923"/>
                </a:lnTo>
                <a:lnTo>
                  <a:pt x="2071211" y="127414"/>
                </a:lnTo>
                <a:lnTo>
                  <a:pt x="2070701" y="125897"/>
                </a:lnTo>
                <a:lnTo>
                  <a:pt x="2070203" y="124372"/>
                </a:lnTo>
                <a:lnTo>
                  <a:pt x="2069717" y="122841"/>
                </a:lnTo>
                <a:lnTo>
                  <a:pt x="2069243" y="121302"/>
                </a:lnTo>
                <a:lnTo>
                  <a:pt x="2068780" y="119755"/>
                </a:lnTo>
                <a:lnTo>
                  <a:pt x="2068329" y="118201"/>
                </a:lnTo>
                <a:lnTo>
                  <a:pt x="2067894" y="116643"/>
                </a:lnTo>
                <a:lnTo>
                  <a:pt x="2067476" y="115082"/>
                </a:lnTo>
                <a:lnTo>
                  <a:pt x="2067078" y="113519"/>
                </a:lnTo>
                <a:lnTo>
                  <a:pt x="2066698" y="111954"/>
                </a:lnTo>
                <a:lnTo>
                  <a:pt x="2066336" y="110386"/>
                </a:lnTo>
                <a:lnTo>
                  <a:pt x="2065993" y="108817"/>
                </a:lnTo>
                <a:lnTo>
                  <a:pt x="2065668" y="107245"/>
                </a:lnTo>
                <a:lnTo>
                  <a:pt x="2065363" y="105671"/>
                </a:lnTo>
                <a:lnTo>
                  <a:pt x="2065075" y="104095"/>
                </a:lnTo>
                <a:lnTo>
                  <a:pt x="2064806" y="102517"/>
                </a:lnTo>
                <a:lnTo>
                  <a:pt x="2064556" y="100937"/>
                </a:lnTo>
                <a:lnTo>
                  <a:pt x="2064324" y="99354"/>
                </a:lnTo>
                <a:lnTo>
                  <a:pt x="2064111" y="97769"/>
                </a:lnTo>
                <a:lnTo>
                  <a:pt x="2063916" y="96183"/>
                </a:lnTo>
                <a:lnTo>
                  <a:pt x="2063740" y="94594"/>
                </a:lnTo>
                <a:lnTo>
                  <a:pt x="2063582" y="93002"/>
                </a:lnTo>
                <a:lnTo>
                  <a:pt x="2063443" y="91409"/>
                </a:lnTo>
                <a:lnTo>
                  <a:pt x="2063323" y="89814"/>
                </a:lnTo>
                <a:lnTo>
                  <a:pt x="2063221" y="88216"/>
                </a:lnTo>
                <a:lnTo>
                  <a:pt x="2063137" y="86616"/>
                </a:lnTo>
                <a:lnTo>
                  <a:pt x="2063072" y="85014"/>
                </a:lnTo>
                <a:lnTo>
                  <a:pt x="2063026" y="83410"/>
                </a:lnTo>
                <a:lnTo>
                  <a:pt x="2062998" y="81804"/>
                </a:lnTo>
                <a:lnTo>
                  <a:pt x="2062989" y="80195"/>
                </a:lnTo>
                <a:lnTo>
                  <a:pt x="2062998" y="78483"/>
                </a:lnTo>
                <a:lnTo>
                  <a:pt x="2063023" y="76773"/>
                </a:lnTo>
                <a:lnTo>
                  <a:pt x="2063066" y="75066"/>
                </a:lnTo>
                <a:lnTo>
                  <a:pt x="2063126" y="73360"/>
                </a:lnTo>
                <a:lnTo>
                  <a:pt x="2063203" y="71657"/>
                </a:lnTo>
                <a:lnTo>
                  <a:pt x="2063298" y="69957"/>
                </a:lnTo>
                <a:lnTo>
                  <a:pt x="2063409" y="68258"/>
                </a:lnTo>
                <a:lnTo>
                  <a:pt x="2063538" y="66562"/>
                </a:lnTo>
                <a:lnTo>
                  <a:pt x="2063684" y="64869"/>
                </a:lnTo>
                <a:lnTo>
                  <a:pt x="2063847" y="63177"/>
                </a:lnTo>
                <a:lnTo>
                  <a:pt x="2064027" y="61488"/>
                </a:lnTo>
                <a:lnTo>
                  <a:pt x="2064224" y="59802"/>
                </a:lnTo>
                <a:lnTo>
                  <a:pt x="2064438" y="58117"/>
                </a:lnTo>
                <a:lnTo>
                  <a:pt x="2064670" y="56435"/>
                </a:lnTo>
                <a:lnTo>
                  <a:pt x="2064919" y="54755"/>
                </a:lnTo>
                <a:lnTo>
                  <a:pt x="2065184" y="53078"/>
                </a:lnTo>
                <a:lnTo>
                  <a:pt x="2065467" y="51403"/>
                </a:lnTo>
                <a:lnTo>
                  <a:pt x="2065768" y="49730"/>
                </a:lnTo>
                <a:lnTo>
                  <a:pt x="2066085" y="48059"/>
                </a:lnTo>
                <a:lnTo>
                  <a:pt x="2066419" y="46391"/>
                </a:lnTo>
                <a:lnTo>
                  <a:pt x="2066771" y="44725"/>
                </a:lnTo>
                <a:lnTo>
                  <a:pt x="2067140" y="43062"/>
                </a:lnTo>
                <a:lnTo>
                  <a:pt x="2067526" y="41401"/>
                </a:lnTo>
                <a:lnTo>
                  <a:pt x="2067929" y="39742"/>
                </a:lnTo>
                <a:lnTo>
                  <a:pt x="2068348" y="38087"/>
                </a:lnTo>
                <a:lnTo>
                  <a:pt x="2068784" y="36439"/>
                </a:lnTo>
                <a:lnTo>
                  <a:pt x="2069235" y="34797"/>
                </a:lnTo>
                <a:lnTo>
                  <a:pt x="2069703" y="33161"/>
                </a:lnTo>
                <a:lnTo>
                  <a:pt x="2070186" y="31532"/>
                </a:lnTo>
                <a:lnTo>
                  <a:pt x="2070685" y="29909"/>
                </a:lnTo>
                <a:lnTo>
                  <a:pt x="2071200" y="28293"/>
                </a:lnTo>
                <a:lnTo>
                  <a:pt x="2071731" y="26682"/>
                </a:lnTo>
                <a:lnTo>
                  <a:pt x="2072278" y="25078"/>
                </a:lnTo>
                <a:lnTo>
                  <a:pt x="2072841" y="23481"/>
                </a:lnTo>
                <a:lnTo>
                  <a:pt x="2073420" y="21890"/>
                </a:lnTo>
                <a:lnTo>
                  <a:pt x="2074015" y="20305"/>
                </a:lnTo>
                <a:lnTo>
                  <a:pt x="2074625" y="18726"/>
                </a:lnTo>
                <a:lnTo>
                  <a:pt x="2075252" y="17154"/>
                </a:lnTo>
                <a:lnTo>
                  <a:pt x="2075894" y="15588"/>
                </a:lnTo>
                <a:lnTo>
                  <a:pt x="2076553" y="14028"/>
                </a:lnTo>
                <a:lnTo>
                  <a:pt x="2077227" y="12475"/>
                </a:lnTo>
                <a:lnTo>
                  <a:pt x="2077917" y="10928"/>
                </a:lnTo>
                <a:lnTo>
                  <a:pt x="2078623" y="9388"/>
                </a:lnTo>
                <a:lnTo>
                  <a:pt x="2079345" y="7854"/>
                </a:lnTo>
                <a:lnTo>
                  <a:pt x="2080083" y="6326"/>
                </a:lnTo>
                <a:lnTo>
                  <a:pt x="2080837" y="4804"/>
                </a:lnTo>
                <a:lnTo>
                  <a:pt x="2081607" y="3289"/>
                </a:lnTo>
                <a:lnTo>
                  <a:pt x="2082393" y="1780"/>
                </a:lnTo>
                <a:lnTo>
                  <a:pt x="2062544" y="1780"/>
                </a:lnTo>
                <a:lnTo>
                  <a:pt x="2061940" y="2869"/>
                </a:lnTo>
                <a:lnTo>
                  <a:pt x="2061345" y="3955"/>
                </a:lnTo>
                <a:lnTo>
                  <a:pt x="2060758" y="5037"/>
                </a:lnTo>
                <a:lnTo>
                  <a:pt x="2060180" y="6117"/>
                </a:lnTo>
                <a:lnTo>
                  <a:pt x="2059611" y="7193"/>
                </a:lnTo>
                <a:lnTo>
                  <a:pt x="2059050" y="8267"/>
                </a:lnTo>
                <a:lnTo>
                  <a:pt x="2058498" y="9337"/>
                </a:lnTo>
                <a:lnTo>
                  <a:pt x="2057955" y="10404"/>
                </a:lnTo>
                <a:lnTo>
                  <a:pt x="2057420" y="11468"/>
                </a:lnTo>
                <a:lnTo>
                  <a:pt x="2056894" y="12529"/>
                </a:lnTo>
                <a:lnTo>
                  <a:pt x="2056377" y="13587"/>
                </a:lnTo>
                <a:lnTo>
                  <a:pt x="2055868" y="14642"/>
                </a:lnTo>
                <a:lnTo>
                  <a:pt x="2055368" y="15693"/>
                </a:lnTo>
                <a:lnTo>
                  <a:pt x="2054877" y="16742"/>
                </a:lnTo>
                <a:lnTo>
                  <a:pt x="2054394" y="17787"/>
                </a:lnTo>
                <a:lnTo>
                  <a:pt x="2053920" y="18830"/>
                </a:lnTo>
                <a:lnTo>
                  <a:pt x="2053455" y="19869"/>
                </a:lnTo>
                <a:lnTo>
                  <a:pt x="2052998" y="20906"/>
                </a:lnTo>
                <a:lnTo>
                  <a:pt x="2052550" y="21939"/>
                </a:lnTo>
                <a:lnTo>
                  <a:pt x="2052110" y="22969"/>
                </a:lnTo>
                <a:lnTo>
                  <a:pt x="2051680" y="23996"/>
                </a:lnTo>
                <a:lnTo>
                  <a:pt x="2051257" y="25020"/>
                </a:lnTo>
                <a:lnTo>
                  <a:pt x="2050844" y="26040"/>
                </a:lnTo>
                <a:lnTo>
                  <a:pt x="2050439" y="27058"/>
                </a:lnTo>
                <a:lnTo>
                  <a:pt x="2050043" y="28075"/>
                </a:lnTo>
                <a:lnTo>
                  <a:pt x="2049655" y="29094"/>
                </a:lnTo>
                <a:lnTo>
                  <a:pt x="2049276" y="30114"/>
                </a:lnTo>
                <a:lnTo>
                  <a:pt x="2048905" y="31135"/>
                </a:lnTo>
                <a:lnTo>
                  <a:pt x="2048543" y="32158"/>
                </a:lnTo>
                <a:lnTo>
                  <a:pt x="2048189" y="33183"/>
                </a:lnTo>
                <a:lnTo>
                  <a:pt x="2047843" y="34209"/>
                </a:lnTo>
                <a:lnTo>
                  <a:pt x="2047507" y="35237"/>
                </a:lnTo>
                <a:lnTo>
                  <a:pt x="2047178" y="36266"/>
                </a:lnTo>
                <a:lnTo>
                  <a:pt x="2046859" y="37297"/>
                </a:lnTo>
                <a:lnTo>
                  <a:pt x="2046547" y="38329"/>
                </a:lnTo>
                <a:lnTo>
                  <a:pt x="2046245" y="39363"/>
                </a:lnTo>
                <a:lnTo>
                  <a:pt x="2045950" y="40399"/>
                </a:lnTo>
                <a:lnTo>
                  <a:pt x="2045664" y="41436"/>
                </a:lnTo>
                <a:lnTo>
                  <a:pt x="2045387" y="42474"/>
                </a:lnTo>
                <a:lnTo>
                  <a:pt x="2045118" y="43515"/>
                </a:lnTo>
                <a:lnTo>
                  <a:pt x="2044858" y="44556"/>
                </a:lnTo>
                <a:lnTo>
                  <a:pt x="2044606" y="45599"/>
                </a:lnTo>
                <a:lnTo>
                  <a:pt x="2044363" y="46644"/>
                </a:lnTo>
                <a:lnTo>
                  <a:pt x="2044128" y="47690"/>
                </a:lnTo>
                <a:lnTo>
                  <a:pt x="2043902" y="48738"/>
                </a:lnTo>
                <a:lnTo>
                  <a:pt x="2043684" y="49788"/>
                </a:lnTo>
                <a:lnTo>
                  <a:pt x="2043475" y="50839"/>
                </a:lnTo>
                <a:lnTo>
                  <a:pt x="2043274" y="51891"/>
                </a:lnTo>
                <a:lnTo>
                  <a:pt x="2043081" y="52948"/>
                </a:lnTo>
                <a:lnTo>
                  <a:pt x="2042897" y="54012"/>
                </a:lnTo>
                <a:lnTo>
                  <a:pt x="2042721" y="55083"/>
                </a:lnTo>
                <a:lnTo>
                  <a:pt x="2042553" y="56161"/>
                </a:lnTo>
                <a:lnTo>
                  <a:pt x="2042394" y="57246"/>
                </a:lnTo>
                <a:lnTo>
                  <a:pt x="2042242" y="58339"/>
                </a:lnTo>
                <a:lnTo>
                  <a:pt x="2042099" y="59438"/>
                </a:lnTo>
                <a:lnTo>
                  <a:pt x="2041964" y="60545"/>
                </a:lnTo>
                <a:lnTo>
                  <a:pt x="2041837" y="61658"/>
                </a:lnTo>
                <a:lnTo>
                  <a:pt x="2041718" y="62779"/>
                </a:lnTo>
                <a:lnTo>
                  <a:pt x="2041607" y="63907"/>
                </a:lnTo>
                <a:lnTo>
                  <a:pt x="2041505" y="65042"/>
                </a:lnTo>
                <a:lnTo>
                  <a:pt x="2041411" y="66184"/>
                </a:lnTo>
                <a:lnTo>
                  <a:pt x="2041325" y="67333"/>
                </a:lnTo>
                <a:lnTo>
                  <a:pt x="2041247" y="68490"/>
                </a:lnTo>
                <a:lnTo>
                  <a:pt x="2041177" y="69653"/>
                </a:lnTo>
                <a:lnTo>
                  <a:pt x="2041116" y="70823"/>
                </a:lnTo>
                <a:lnTo>
                  <a:pt x="2041063" y="72001"/>
                </a:lnTo>
                <a:lnTo>
                  <a:pt x="2041018" y="73186"/>
                </a:lnTo>
                <a:lnTo>
                  <a:pt x="2040981" y="74378"/>
                </a:lnTo>
                <a:lnTo>
                  <a:pt x="2040952" y="75577"/>
                </a:lnTo>
                <a:lnTo>
                  <a:pt x="2040932" y="76783"/>
                </a:lnTo>
                <a:lnTo>
                  <a:pt x="2040919" y="77996"/>
                </a:lnTo>
                <a:lnTo>
                  <a:pt x="2040915" y="79216"/>
                </a:lnTo>
                <a:lnTo>
                  <a:pt x="2040920" y="80399"/>
                </a:lnTo>
                <a:lnTo>
                  <a:pt x="2040933" y="81575"/>
                </a:lnTo>
                <a:lnTo>
                  <a:pt x="2040955" y="82742"/>
                </a:lnTo>
                <a:lnTo>
                  <a:pt x="2040986" y="83903"/>
                </a:lnTo>
                <a:lnTo>
                  <a:pt x="2041025" y="85055"/>
                </a:lnTo>
                <a:lnTo>
                  <a:pt x="2041074" y="86201"/>
                </a:lnTo>
                <a:lnTo>
                  <a:pt x="2041131" y="87338"/>
                </a:lnTo>
                <a:lnTo>
                  <a:pt x="2041197" y="88468"/>
                </a:lnTo>
                <a:lnTo>
                  <a:pt x="2041272" y="89590"/>
                </a:lnTo>
                <a:lnTo>
                  <a:pt x="2041356" y="90705"/>
                </a:lnTo>
                <a:lnTo>
                  <a:pt x="2041448" y="91813"/>
                </a:lnTo>
                <a:lnTo>
                  <a:pt x="2041549" y="92912"/>
                </a:lnTo>
                <a:lnTo>
                  <a:pt x="2041660" y="94004"/>
                </a:lnTo>
                <a:lnTo>
                  <a:pt x="2041778" y="95089"/>
                </a:lnTo>
                <a:lnTo>
                  <a:pt x="2041906" y="96166"/>
                </a:lnTo>
                <a:lnTo>
                  <a:pt x="2042043" y="97235"/>
                </a:lnTo>
                <a:lnTo>
                  <a:pt x="2042188" y="98297"/>
                </a:lnTo>
                <a:lnTo>
                  <a:pt x="2042342" y="99351"/>
                </a:lnTo>
                <a:lnTo>
                  <a:pt x="2042505" y="100398"/>
                </a:lnTo>
                <a:lnTo>
                  <a:pt x="2042677" y="101437"/>
                </a:lnTo>
                <a:lnTo>
                  <a:pt x="2042857" y="102469"/>
                </a:lnTo>
                <a:lnTo>
                  <a:pt x="2043047" y="103493"/>
                </a:lnTo>
                <a:lnTo>
                  <a:pt x="2043245" y="104509"/>
                </a:lnTo>
                <a:lnTo>
                  <a:pt x="2043452" y="105518"/>
                </a:lnTo>
                <a:lnTo>
                  <a:pt x="2043667" y="106522"/>
                </a:lnTo>
                <a:lnTo>
                  <a:pt x="2043891" y="107524"/>
                </a:lnTo>
                <a:lnTo>
                  <a:pt x="2044122" y="108525"/>
                </a:lnTo>
                <a:lnTo>
                  <a:pt x="2044362" y="109523"/>
                </a:lnTo>
                <a:lnTo>
                  <a:pt x="2044609" y="110520"/>
                </a:lnTo>
                <a:lnTo>
                  <a:pt x="2044865" y="111515"/>
                </a:lnTo>
                <a:lnTo>
                  <a:pt x="2045129" y="112508"/>
                </a:lnTo>
                <a:lnTo>
                  <a:pt x="2045400" y="113499"/>
                </a:lnTo>
                <a:lnTo>
                  <a:pt x="2045680" y="114488"/>
                </a:lnTo>
                <a:lnTo>
                  <a:pt x="2045968" y="115475"/>
                </a:lnTo>
                <a:lnTo>
                  <a:pt x="2046263" y="116461"/>
                </a:lnTo>
                <a:lnTo>
                  <a:pt x="2046567" y="117445"/>
                </a:lnTo>
                <a:lnTo>
                  <a:pt x="2046879" y="118427"/>
                </a:lnTo>
                <a:lnTo>
                  <a:pt x="2047199" y="119407"/>
                </a:lnTo>
                <a:lnTo>
                  <a:pt x="2047527" y="120385"/>
                </a:lnTo>
                <a:lnTo>
                  <a:pt x="2047863" y="121361"/>
                </a:lnTo>
                <a:lnTo>
                  <a:pt x="2048207" y="122336"/>
                </a:lnTo>
                <a:lnTo>
                  <a:pt x="2048559" y="123308"/>
                </a:lnTo>
                <a:lnTo>
                  <a:pt x="2048919" y="124279"/>
                </a:lnTo>
                <a:lnTo>
                  <a:pt x="2049287" y="125248"/>
                </a:lnTo>
                <a:lnTo>
                  <a:pt x="2049663" y="126215"/>
                </a:lnTo>
                <a:lnTo>
                  <a:pt x="2050047" y="127180"/>
                </a:lnTo>
                <a:lnTo>
                  <a:pt x="2050439" y="128143"/>
                </a:lnTo>
                <a:lnTo>
                  <a:pt x="2050840" y="129105"/>
                </a:lnTo>
                <a:lnTo>
                  <a:pt x="2051247" y="130067"/>
                </a:lnTo>
                <a:lnTo>
                  <a:pt x="2051662" y="131035"/>
                </a:lnTo>
                <a:lnTo>
                  <a:pt x="2052084" y="132006"/>
                </a:lnTo>
                <a:lnTo>
                  <a:pt x="2052512" y="132983"/>
                </a:lnTo>
                <a:lnTo>
                  <a:pt x="2052948" y="133963"/>
                </a:lnTo>
                <a:lnTo>
                  <a:pt x="2053390" y="134949"/>
                </a:lnTo>
                <a:lnTo>
                  <a:pt x="2053840" y="135938"/>
                </a:lnTo>
                <a:lnTo>
                  <a:pt x="2054296" y="136932"/>
                </a:lnTo>
                <a:lnTo>
                  <a:pt x="2054759" y="137931"/>
                </a:lnTo>
                <a:lnTo>
                  <a:pt x="2055230" y="138934"/>
                </a:lnTo>
                <a:lnTo>
                  <a:pt x="2055707" y="139942"/>
                </a:lnTo>
                <a:lnTo>
                  <a:pt x="2056191" y="140954"/>
                </a:lnTo>
                <a:lnTo>
                  <a:pt x="2056682" y="141970"/>
                </a:lnTo>
                <a:lnTo>
                  <a:pt x="2057180" y="142991"/>
                </a:lnTo>
                <a:lnTo>
                  <a:pt x="2057685" y="144017"/>
                </a:lnTo>
                <a:lnTo>
                  <a:pt x="2058197" y="145047"/>
                </a:lnTo>
                <a:lnTo>
                  <a:pt x="2058716" y="146081"/>
                </a:lnTo>
                <a:lnTo>
                  <a:pt x="2059242" y="147120"/>
                </a:lnTo>
                <a:lnTo>
                  <a:pt x="2059775" y="148164"/>
                </a:lnTo>
                <a:lnTo>
                  <a:pt x="2060315" y="149212"/>
                </a:lnTo>
                <a:lnTo>
                  <a:pt x="2060862" y="150264"/>
                </a:lnTo>
                <a:lnTo>
                  <a:pt x="2061416" y="151321"/>
                </a:lnTo>
                <a:lnTo>
                  <a:pt x="2061976" y="152382"/>
                </a:lnTo>
                <a:lnTo>
                  <a:pt x="2062544" y="153448"/>
                </a:lnTo>
                <a:lnTo>
                  <a:pt x="2082393" y="153448"/>
                </a:lnTo>
                <a:lnTo>
                  <a:pt x="2081671" y="152065"/>
                </a:lnTo>
                <a:lnTo>
                  <a:pt x="2080962" y="150674"/>
                </a:lnTo>
                <a:lnTo>
                  <a:pt x="2080265" y="149276"/>
                </a:lnTo>
                <a:lnTo>
                  <a:pt x="2079579" y="147870"/>
                </a:lnTo>
                <a:close/>
                <a:moveTo>
                  <a:pt x="2434864" y="149086"/>
                </a:moveTo>
                <a:lnTo>
                  <a:pt x="2435434" y="148004"/>
                </a:lnTo>
                <a:lnTo>
                  <a:pt x="2435995" y="146926"/>
                </a:lnTo>
                <a:lnTo>
                  <a:pt x="2436548" y="145851"/>
                </a:lnTo>
                <a:lnTo>
                  <a:pt x="2437093" y="144780"/>
                </a:lnTo>
                <a:lnTo>
                  <a:pt x="2437629" y="143712"/>
                </a:lnTo>
                <a:lnTo>
                  <a:pt x="2438156" y="142648"/>
                </a:lnTo>
                <a:lnTo>
                  <a:pt x="2438675" y="141588"/>
                </a:lnTo>
                <a:lnTo>
                  <a:pt x="2439186" y="140531"/>
                </a:lnTo>
                <a:lnTo>
                  <a:pt x="2439688" y="139478"/>
                </a:lnTo>
                <a:lnTo>
                  <a:pt x="2440181" y="138428"/>
                </a:lnTo>
                <a:lnTo>
                  <a:pt x="2440666" y="137382"/>
                </a:lnTo>
                <a:lnTo>
                  <a:pt x="2441143" y="136339"/>
                </a:lnTo>
                <a:lnTo>
                  <a:pt x="2441610" y="135300"/>
                </a:lnTo>
                <a:lnTo>
                  <a:pt x="2442070" y="134264"/>
                </a:lnTo>
                <a:lnTo>
                  <a:pt x="2442521" y="133232"/>
                </a:lnTo>
                <a:lnTo>
                  <a:pt x="2442963" y="132204"/>
                </a:lnTo>
                <a:lnTo>
                  <a:pt x="2443397" y="131179"/>
                </a:lnTo>
                <a:lnTo>
                  <a:pt x="2443823" y="130158"/>
                </a:lnTo>
                <a:lnTo>
                  <a:pt x="2444240" y="129140"/>
                </a:lnTo>
                <a:lnTo>
                  <a:pt x="2444648" y="128126"/>
                </a:lnTo>
                <a:lnTo>
                  <a:pt x="2445048" y="127112"/>
                </a:lnTo>
                <a:lnTo>
                  <a:pt x="2445440" y="126097"/>
                </a:lnTo>
                <a:lnTo>
                  <a:pt x="2445823" y="125080"/>
                </a:lnTo>
                <a:lnTo>
                  <a:pt x="2446197" y="124061"/>
                </a:lnTo>
                <a:lnTo>
                  <a:pt x="2446563" y="123040"/>
                </a:lnTo>
                <a:lnTo>
                  <a:pt x="2446921" y="122018"/>
                </a:lnTo>
                <a:lnTo>
                  <a:pt x="2447270" y="120993"/>
                </a:lnTo>
                <a:lnTo>
                  <a:pt x="2447610" y="119967"/>
                </a:lnTo>
                <a:lnTo>
                  <a:pt x="2447942" y="118938"/>
                </a:lnTo>
                <a:lnTo>
                  <a:pt x="2448266" y="117908"/>
                </a:lnTo>
                <a:lnTo>
                  <a:pt x="2448581" y="116876"/>
                </a:lnTo>
                <a:lnTo>
                  <a:pt x="2448887" y="115843"/>
                </a:lnTo>
                <a:lnTo>
                  <a:pt x="2449185" y="114807"/>
                </a:lnTo>
                <a:lnTo>
                  <a:pt x="2449475" y="113770"/>
                </a:lnTo>
                <a:lnTo>
                  <a:pt x="2449756" y="112730"/>
                </a:lnTo>
                <a:lnTo>
                  <a:pt x="2450028" y="111689"/>
                </a:lnTo>
                <a:lnTo>
                  <a:pt x="2450292" y="110646"/>
                </a:lnTo>
                <a:lnTo>
                  <a:pt x="2450548" y="109601"/>
                </a:lnTo>
                <a:lnTo>
                  <a:pt x="2450795" y="108554"/>
                </a:lnTo>
                <a:lnTo>
                  <a:pt x="2451033" y="107506"/>
                </a:lnTo>
                <a:lnTo>
                  <a:pt x="2451263" y="106455"/>
                </a:lnTo>
                <a:lnTo>
                  <a:pt x="2451485" y="105403"/>
                </a:lnTo>
                <a:lnTo>
                  <a:pt x="2451698" y="104349"/>
                </a:lnTo>
                <a:lnTo>
                  <a:pt x="2451902" y="103293"/>
                </a:lnTo>
                <a:lnTo>
                  <a:pt x="2452099" y="102232"/>
                </a:lnTo>
                <a:lnTo>
                  <a:pt x="2452286" y="101165"/>
                </a:lnTo>
                <a:lnTo>
                  <a:pt x="2452466" y="100090"/>
                </a:lnTo>
                <a:lnTo>
                  <a:pt x="2452637" y="99009"/>
                </a:lnTo>
                <a:lnTo>
                  <a:pt x="2452799" y="97921"/>
                </a:lnTo>
                <a:lnTo>
                  <a:pt x="2452954" y="96826"/>
                </a:lnTo>
                <a:lnTo>
                  <a:pt x="2453100" y="95724"/>
                </a:lnTo>
                <a:lnTo>
                  <a:pt x="2453238" y="94614"/>
                </a:lnTo>
                <a:lnTo>
                  <a:pt x="2453367" y="93498"/>
                </a:lnTo>
                <a:lnTo>
                  <a:pt x="2453488" y="92375"/>
                </a:lnTo>
                <a:lnTo>
                  <a:pt x="2453601" y="91245"/>
                </a:lnTo>
                <a:lnTo>
                  <a:pt x="2453705" y="90108"/>
                </a:lnTo>
                <a:lnTo>
                  <a:pt x="2453801" y="88965"/>
                </a:lnTo>
                <a:lnTo>
                  <a:pt x="2453888" y="87814"/>
                </a:lnTo>
                <a:lnTo>
                  <a:pt x="2453968" y="86656"/>
                </a:lnTo>
                <a:lnTo>
                  <a:pt x="2454039" y="85491"/>
                </a:lnTo>
                <a:lnTo>
                  <a:pt x="2454101" y="84320"/>
                </a:lnTo>
                <a:lnTo>
                  <a:pt x="2454155" y="83141"/>
                </a:lnTo>
                <a:lnTo>
                  <a:pt x="2454201" y="81955"/>
                </a:lnTo>
                <a:lnTo>
                  <a:pt x="2454239" y="80763"/>
                </a:lnTo>
                <a:lnTo>
                  <a:pt x="2454268" y="79563"/>
                </a:lnTo>
                <a:lnTo>
                  <a:pt x="2454289" y="78357"/>
                </a:lnTo>
                <a:lnTo>
                  <a:pt x="2454301" y="77143"/>
                </a:lnTo>
                <a:lnTo>
                  <a:pt x="2454306" y="75923"/>
                </a:lnTo>
                <a:lnTo>
                  <a:pt x="2454301" y="74740"/>
                </a:lnTo>
                <a:lnTo>
                  <a:pt x="2454288" y="73565"/>
                </a:lnTo>
                <a:lnTo>
                  <a:pt x="2454265" y="72397"/>
                </a:lnTo>
                <a:lnTo>
                  <a:pt x="2454234" y="71237"/>
                </a:lnTo>
                <a:lnTo>
                  <a:pt x="2454194" y="70084"/>
                </a:lnTo>
                <a:lnTo>
                  <a:pt x="2454144" y="68939"/>
                </a:lnTo>
                <a:lnTo>
                  <a:pt x="2454086" y="67801"/>
                </a:lnTo>
                <a:lnTo>
                  <a:pt x="2454019" y="66671"/>
                </a:lnTo>
                <a:lnTo>
                  <a:pt x="2453943" y="65549"/>
                </a:lnTo>
                <a:lnTo>
                  <a:pt x="2453858" y="64434"/>
                </a:lnTo>
                <a:lnTo>
                  <a:pt x="2453763" y="63327"/>
                </a:lnTo>
                <a:lnTo>
                  <a:pt x="2453660" y="62227"/>
                </a:lnTo>
                <a:lnTo>
                  <a:pt x="2453548" y="61135"/>
                </a:lnTo>
                <a:lnTo>
                  <a:pt x="2453427" y="60050"/>
                </a:lnTo>
                <a:lnTo>
                  <a:pt x="2453297" y="58973"/>
                </a:lnTo>
                <a:lnTo>
                  <a:pt x="2453158" y="57904"/>
                </a:lnTo>
                <a:lnTo>
                  <a:pt x="2453011" y="56842"/>
                </a:lnTo>
                <a:lnTo>
                  <a:pt x="2452854" y="55788"/>
                </a:lnTo>
                <a:lnTo>
                  <a:pt x="2452688" y="54741"/>
                </a:lnTo>
                <a:lnTo>
                  <a:pt x="2452513" y="53702"/>
                </a:lnTo>
                <a:lnTo>
                  <a:pt x="2452329" y="52671"/>
                </a:lnTo>
                <a:lnTo>
                  <a:pt x="2452137" y="51647"/>
                </a:lnTo>
                <a:lnTo>
                  <a:pt x="2451935" y="50630"/>
                </a:lnTo>
                <a:lnTo>
                  <a:pt x="2451724" y="49621"/>
                </a:lnTo>
                <a:lnTo>
                  <a:pt x="2451505" y="48617"/>
                </a:lnTo>
                <a:lnTo>
                  <a:pt x="2451278" y="47615"/>
                </a:lnTo>
                <a:lnTo>
                  <a:pt x="2451044" y="46615"/>
                </a:lnTo>
                <a:lnTo>
                  <a:pt x="2450801" y="45616"/>
                </a:lnTo>
                <a:lnTo>
                  <a:pt x="2450550" y="44619"/>
                </a:lnTo>
                <a:lnTo>
                  <a:pt x="2450292" y="43625"/>
                </a:lnTo>
                <a:lnTo>
                  <a:pt x="2450026" y="42632"/>
                </a:lnTo>
                <a:lnTo>
                  <a:pt x="2449751" y="41640"/>
                </a:lnTo>
                <a:lnTo>
                  <a:pt x="2449469" y="40651"/>
                </a:lnTo>
                <a:lnTo>
                  <a:pt x="2449179" y="39664"/>
                </a:lnTo>
                <a:lnTo>
                  <a:pt x="2448882" y="38678"/>
                </a:lnTo>
                <a:lnTo>
                  <a:pt x="2448576" y="37694"/>
                </a:lnTo>
                <a:lnTo>
                  <a:pt x="2448262" y="36713"/>
                </a:lnTo>
                <a:lnTo>
                  <a:pt x="2447941" y="35733"/>
                </a:lnTo>
                <a:lnTo>
                  <a:pt x="2447611" y="34754"/>
                </a:lnTo>
                <a:lnTo>
                  <a:pt x="2447274" y="33778"/>
                </a:lnTo>
                <a:lnTo>
                  <a:pt x="2446929" y="32804"/>
                </a:lnTo>
                <a:lnTo>
                  <a:pt x="2446576" y="31831"/>
                </a:lnTo>
                <a:lnTo>
                  <a:pt x="2446215" y="30860"/>
                </a:lnTo>
                <a:lnTo>
                  <a:pt x="2445846" y="29892"/>
                </a:lnTo>
                <a:lnTo>
                  <a:pt x="2445470" y="28925"/>
                </a:lnTo>
                <a:lnTo>
                  <a:pt x="2445085" y="27959"/>
                </a:lnTo>
                <a:lnTo>
                  <a:pt x="2444693" y="26996"/>
                </a:lnTo>
                <a:lnTo>
                  <a:pt x="2444292" y="26035"/>
                </a:lnTo>
                <a:lnTo>
                  <a:pt x="2443884" y="25072"/>
                </a:lnTo>
                <a:lnTo>
                  <a:pt x="2443469" y="24105"/>
                </a:lnTo>
                <a:lnTo>
                  <a:pt x="2443047" y="23134"/>
                </a:lnTo>
                <a:lnTo>
                  <a:pt x="2442617" y="22159"/>
                </a:lnTo>
                <a:lnTo>
                  <a:pt x="2442180" y="21180"/>
                </a:lnTo>
                <a:lnTo>
                  <a:pt x="2441736" y="20196"/>
                </a:lnTo>
                <a:lnTo>
                  <a:pt x="2441285" y="19209"/>
                </a:lnTo>
                <a:lnTo>
                  <a:pt x="2440826" y="18217"/>
                </a:lnTo>
                <a:lnTo>
                  <a:pt x="2440360" y="17221"/>
                </a:lnTo>
                <a:lnTo>
                  <a:pt x="2439887" y="16221"/>
                </a:lnTo>
                <a:lnTo>
                  <a:pt x="2439406" y="15216"/>
                </a:lnTo>
                <a:lnTo>
                  <a:pt x="2438919" y="14208"/>
                </a:lnTo>
                <a:lnTo>
                  <a:pt x="2438424" y="13195"/>
                </a:lnTo>
                <a:lnTo>
                  <a:pt x="2437921" y="12178"/>
                </a:lnTo>
                <a:lnTo>
                  <a:pt x="2437412" y="11157"/>
                </a:lnTo>
                <a:lnTo>
                  <a:pt x="2436895" y="10132"/>
                </a:lnTo>
                <a:lnTo>
                  <a:pt x="2436371" y="9103"/>
                </a:lnTo>
                <a:lnTo>
                  <a:pt x="2435839" y="8069"/>
                </a:lnTo>
                <a:lnTo>
                  <a:pt x="2435301" y="7031"/>
                </a:lnTo>
                <a:lnTo>
                  <a:pt x="2434755" y="5989"/>
                </a:lnTo>
                <a:lnTo>
                  <a:pt x="2434202" y="4943"/>
                </a:lnTo>
                <a:lnTo>
                  <a:pt x="2433642" y="3893"/>
                </a:lnTo>
                <a:lnTo>
                  <a:pt x="2433074" y="2839"/>
                </a:lnTo>
                <a:lnTo>
                  <a:pt x="2432499" y="1780"/>
                </a:lnTo>
                <a:lnTo>
                  <a:pt x="2412828" y="1780"/>
                </a:lnTo>
                <a:lnTo>
                  <a:pt x="2413549" y="3163"/>
                </a:lnTo>
                <a:lnTo>
                  <a:pt x="2414258" y="4554"/>
                </a:lnTo>
                <a:lnTo>
                  <a:pt x="2414956" y="5952"/>
                </a:lnTo>
                <a:lnTo>
                  <a:pt x="2415641" y="7357"/>
                </a:lnTo>
                <a:lnTo>
                  <a:pt x="2416314" y="8769"/>
                </a:lnTo>
                <a:lnTo>
                  <a:pt x="2416976" y="10189"/>
                </a:lnTo>
                <a:lnTo>
                  <a:pt x="2417625" y="11615"/>
                </a:lnTo>
                <a:lnTo>
                  <a:pt x="2418263" y="13049"/>
                </a:lnTo>
                <a:lnTo>
                  <a:pt x="2418889" y="14491"/>
                </a:lnTo>
                <a:lnTo>
                  <a:pt x="2419502" y="15939"/>
                </a:lnTo>
                <a:lnTo>
                  <a:pt x="2420104" y="17395"/>
                </a:lnTo>
                <a:lnTo>
                  <a:pt x="2420694" y="18858"/>
                </a:lnTo>
                <a:lnTo>
                  <a:pt x="2421273" y="20329"/>
                </a:lnTo>
                <a:lnTo>
                  <a:pt x="2421839" y="21806"/>
                </a:lnTo>
                <a:lnTo>
                  <a:pt x="2422393" y="23291"/>
                </a:lnTo>
                <a:lnTo>
                  <a:pt x="2422936" y="24784"/>
                </a:lnTo>
                <a:lnTo>
                  <a:pt x="2423466" y="26283"/>
                </a:lnTo>
                <a:lnTo>
                  <a:pt x="2423985" y="27790"/>
                </a:lnTo>
                <a:lnTo>
                  <a:pt x="2424492" y="29304"/>
                </a:lnTo>
                <a:lnTo>
                  <a:pt x="2424986" y="30825"/>
                </a:lnTo>
                <a:lnTo>
                  <a:pt x="2425469" y="32353"/>
                </a:lnTo>
                <a:lnTo>
                  <a:pt x="2425941" y="33889"/>
                </a:lnTo>
                <a:lnTo>
                  <a:pt x="2426400" y="35432"/>
                </a:lnTo>
                <a:lnTo>
                  <a:pt x="2426847" y="36982"/>
                </a:lnTo>
                <a:lnTo>
                  <a:pt x="2427279" y="38537"/>
                </a:lnTo>
                <a:lnTo>
                  <a:pt x="2427693" y="40095"/>
                </a:lnTo>
                <a:lnTo>
                  <a:pt x="2428088" y="41655"/>
                </a:lnTo>
                <a:lnTo>
                  <a:pt x="2428465" y="43217"/>
                </a:lnTo>
                <a:lnTo>
                  <a:pt x="2428824" y="44781"/>
                </a:lnTo>
                <a:lnTo>
                  <a:pt x="2429164" y="46348"/>
                </a:lnTo>
                <a:lnTo>
                  <a:pt x="2429486" y="47917"/>
                </a:lnTo>
                <a:lnTo>
                  <a:pt x="2429789" y="49488"/>
                </a:lnTo>
                <a:lnTo>
                  <a:pt x="2430074" y="51062"/>
                </a:lnTo>
                <a:lnTo>
                  <a:pt x="2430341" y="52637"/>
                </a:lnTo>
                <a:lnTo>
                  <a:pt x="2430589" y="54216"/>
                </a:lnTo>
                <a:lnTo>
                  <a:pt x="2430819" y="55796"/>
                </a:lnTo>
                <a:lnTo>
                  <a:pt x="2431030" y="57379"/>
                </a:lnTo>
                <a:lnTo>
                  <a:pt x="2431223" y="58964"/>
                </a:lnTo>
                <a:lnTo>
                  <a:pt x="2431398" y="60552"/>
                </a:lnTo>
                <a:lnTo>
                  <a:pt x="2431554" y="62142"/>
                </a:lnTo>
                <a:lnTo>
                  <a:pt x="2431692" y="63734"/>
                </a:lnTo>
                <a:lnTo>
                  <a:pt x="2431812" y="65328"/>
                </a:lnTo>
                <a:lnTo>
                  <a:pt x="2431913" y="66925"/>
                </a:lnTo>
                <a:lnTo>
                  <a:pt x="2431996" y="68524"/>
                </a:lnTo>
                <a:lnTo>
                  <a:pt x="2432060" y="70126"/>
                </a:lnTo>
                <a:lnTo>
                  <a:pt x="2432106" y="71729"/>
                </a:lnTo>
                <a:lnTo>
                  <a:pt x="2432134" y="73336"/>
                </a:lnTo>
                <a:lnTo>
                  <a:pt x="2432143" y="74944"/>
                </a:lnTo>
                <a:lnTo>
                  <a:pt x="2432134" y="76663"/>
                </a:lnTo>
                <a:lnTo>
                  <a:pt x="2432109" y="78380"/>
                </a:lnTo>
                <a:lnTo>
                  <a:pt x="2432066" y="80095"/>
                </a:lnTo>
                <a:lnTo>
                  <a:pt x="2432006" y="81806"/>
                </a:lnTo>
                <a:lnTo>
                  <a:pt x="2431929" y="83515"/>
                </a:lnTo>
                <a:lnTo>
                  <a:pt x="2431834" y="85221"/>
                </a:lnTo>
                <a:lnTo>
                  <a:pt x="2431723" y="86925"/>
                </a:lnTo>
                <a:lnTo>
                  <a:pt x="2431594" y="88626"/>
                </a:lnTo>
                <a:lnTo>
                  <a:pt x="2431448" y="90325"/>
                </a:lnTo>
                <a:lnTo>
                  <a:pt x="2431285" y="92021"/>
                </a:lnTo>
                <a:lnTo>
                  <a:pt x="2431105" y="93714"/>
                </a:lnTo>
                <a:lnTo>
                  <a:pt x="2430908" y="95404"/>
                </a:lnTo>
                <a:lnTo>
                  <a:pt x="2430694" y="97092"/>
                </a:lnTo>
                <a:lnTo>
                  <a:pt x="2430462" y="98778"/>
                </a:lnTo>
                <a:lnTo>
                  <a:pt x="2430213" y="100460"/>
                </a:lnTo>
                <a:lnTo>
                  <a:pt x="2429947" y="102141"/>
                </a:lnTo>
                <a:lnTo>
                  <a:pt x="2429664" y="103818"/>
                </a:lnTo>
                <a:lnTo>
                  <a:pt x="2429364" y="105493"/>
                </a:lnTo>
                <a:lnTo>
                  <a:pt x="2429047" y="107165"/>
                </a:lnTo>
                <a:lnTo>
                  <a:pt x="2428712" y="108835"/>
                </a:lnTo>
                <a:lnTo>
                  <a:pt x="2428361" y="110502"/>
                </a:lnTo>
                <a:lnTo>
                  <a:pt x="2427992" y="112166"/>
                </a:lnTo>
                <a:lnTo>
                  <a:pt x="2427606" y="113828"/>
                </a:lnTo>
                <a:lnTo>
                  <a:pt x="2427203" y="115487"/>
                </a:lnTo>
                <a:lnTo>
                  <a:pt x="2426784" y="117141"/>
                </a:lnTo>
                <a:lnTo>
                  <a:pt x="2426348" y="118789"/>
                </a:lnTo>
                <a:lnTo>
                  <a:pt x="2425898" y="120431"/>
                </a:lnTo>
                <a:lnTo>
                  <a:pt x="2425432" y="122067"/>
                </a:lnTo>
                <a:lnTo>
                  <a:pt x="2424950" y="123696"/>
                </a:lnTo>
                <a:lnTo>
                  <a:pt x="2424452" y="125319"/>
                </a:lnTo>
                <a:lnTo>
                  <a:pt x="2423939" y="126936"/>
                </a:lnTo>
                <a:lnTo>
                  <a:pt x="2423410" y="128546"/>
                </a:lnTo>
                <a:lnTo>
                  <a:pt x="2422866" y="130150"/>
                </a:lnTo>
                <a:lnTo>
                  <a:pt x="2422306" y="131747"/>
                </a:lnTo>
                <a:lnTo>
                  <a:pt x="2421731" y="133339"/>
                </a:lnTo>
                <a:lnTo>
                  <a:pt x="2421139" y="134924"/>
                </a:lnTo>
                <a:lnTo>
                  <a:pt x="2420533" y="136502"/>
                </a:lnTo>
                <a:lnTo>
                  <a:pt x="2419910" y="138074"/>
                </a:lnTo>
                <a:lnTo>
                  <a:pt x="2419272" y="139640"/>
                </a:lnTo>
                <a:lnTo>
                  <a:pt x="2418619" y="141200"/>
                </a:lnTo>
                <a:lnTo>
                  <a:pt x="2417950" y="142753"/>
                </a:lnTo>
                <a:lnTo>
                  <a:pt x="2417265" y="144300"/>
                </a:lnTo>
                <a:lnTo>
                  <a:pt x="2416564" y="145840"/>
                </a:lnTo>
                <a:lnTo>
                  <a:pt x="2415848" y="147375"/>
                </a:lnTo>
                <a:lnTo>
                  <a:pt x="2415117" y="148903"/>
                </a:lnTo>
                <a:lnTo>
                  <a:pt x="2414370" y="150424"/>
                </a:lnTo>
                <a:lnTo>
                  <a:pt x="2413607" y="151939"/>
                </a:lnTo>
                <a:lnTo>
                  <a:pt x="2412828" y="153448"/>
                </a:lnTo>
                <a:lnTo>
                  <a:pt x="2432499" y="153448"/>
                </a:lnTo>
                <a:lnTo>
                  <a:pt x="2433103" y="152352"/>
                </a:lnTo>
                <a:lnTo>
                  <a:pt x="2433698" y="151260"/>
                </a:lnTo>
                <a:lnTo>
                  <a:pt x="2434285" y="150171"/>
                </a:lnTo>
                <a:lnTo>
                  <a:pt x="2434864" y="149086"/>
                </a:lnTo>
                <a:close/>
                <a:moveTo>
                  <a:pt x="1446233" y="62481"/>
                </a:moveTo>
                <a:lnTo>
                  <a:pt x="1446483" y="62163"/>
                </a:lnTo>
                <a:lnTo>
                  <a:pt x="1446737" y="61851"/>
                </a:lnTo>
                <a:lnTo>
                  <a:pt x="1446995" y="61545"/>
                </a:lnTo>
                <a:lnTo>
                  <a:pt x="1447257" y="61245"/>
                </a:lnTo>
                <a:lnTo>
                  <a:pt x="1447522" y="60951"/>
                </a:lnTo>
                <a:lnTo>
                  <a:pt x="1447791" y="60663"/>
                </a:lnTo>
                <a:lnTo>
                  <a:pt x="1448063" y="60382"/>
                </a:lnTo>
                <a:lnTo>
                  <a:pt x="1448339" y="60106"/>
                </a:lnTo>
                <a:lnTo>
                  <a:pt x="1448619" y="59837"/>
                </a:lnTo>
                <a:lnTo>
                  <a:pt x="1448903" y="59574"/>
                </a:lnTo>
                <a:lnTo>
                  <a:pt x="1449191" y="59317"/>
                </a:lnTo>
                <a:lnTo>
                  <a:pt x="1449482" y="59066"/>
                </a:lnTo>
                <a:lnTo>
                  <a:pt x="1449777" y="58821"/>
                </a:lnTo>
                <a:lnTo>
                  <a:pt x="1450075" y="58583"/>
                </a:lnTo>
                <a:lnTo>
                  <a:pt x="1450377" y="58350"/>
                </a:lnTo>
                <a:lnTo>
                  <a:pt x="1450683" y="58124"/>
                </a:lnTo>
                <a:lnTo>
                  <a:pt x="1450993" y="57904"/>
                </a:lnTo>
                <a:lnTo>
                  <a:pt x="1451306" y="57690"/>
                </a:lnTo>
                <a:lnTo>
                  <a:pt x="1451623" y="57482"/>
                </a:lnTo>
                <a:lnTo>
                  <a:pt x="1451944" y="57280"/>
                </a:lnTo>
                <a:lnTo>
                  <a:pt x="1452269" y="57084"/>
                </a:lnTo>
                <a:lnTo>
                  <a:pt x="1452597" y="56894"/>
                </a:lnTo>
                <a:lnTo>
                  <a:pt x="1452928" y="56708"/>
                </a:lnTo>
                <a:lnTo>
                  <a:pt x="1453262" y="56528"/>
                </a:lnTo>
                <a:lnTo>
                  <a:pt x="1453599" y="56351"/>
                </a:lnTo>
                <a:lnTo>
                  <a:pt x="1453939" y="56180"/>
                </a:lnTo>
                <a:lnTo>
                  <a:pt x="1454283" y="56013"/>
                </a:lnTo>
                <a:lnTo>
                  <a:pt x="1454629" y="55851"/>
                </a:lnTo>
                <a:lnTo>
                  <a:pt x="1454978" y="55694"/>
                </a:lnTo>
                <a:lnTo>
                  <a:pt x="1455331" y="55542"/>
                </a:lnTo>
                <a:lnTo>
                  <a:pt x="1455687" y="55394"/>
                </a:lnTo>
                <a:lnTo>
                  <a:pt x="1456046" y="55251"/>
                </a:lnTo>
                <a:lnTo>
                  <a:pt x="1456408" y="55113"/>
                </a:lnTo>
                <a:lnTo>
                  <a:pt x="1456773" y="54979"/>
                </a:lnTo>
                <a:lnTo>
                  <a:pt x="1457141" y="54850"/>
                </a:lnTo>
                <a:lnTo>
                  <a:pt x="1457512" y="54726"/>
                </a:lnTo>
                <a:lnTo>
                  <a:pt x="1457886" y="54607"/>
                </a:lnTo>
                <a:lnTo>
                  <a:pt x="1458263" y="54492"/>
                </a:lnTo>
                <a:lnTo>
                  <a:pt x="1458644" y="54382"/>
                </a:lnTo>
                <a:lnTo>
                  <a:pt x="1459027" y="54277"/>
                </a:lnTo>
                <a:lnTo>
                  <a:pt x="1459414" y="54176"/>
                </a:lnTo>
                <a:lnTo>
                  <a:pt x="1459804" y="54081"/>
                </a:lnTo>
                <a:lnTo>
                  <a:pt x="1460197" y="53989"/>
                </a:lnTo>
                <a:lnTo>
                  <a:pt x="1460592" y="53903"/>
                </a:lnTo>
                <a:lnTo>
                  <a:pt x="1460991" y="53821"/>
                </a:lnTo>
                <a:lnTo>
                  <a:pt x="1461393" y="53744"/>
                </a:lnTo>
                <a:lnTo>
                  <a:pt x="1461796" y="53670"/>
                </a:lnTo>
                <a:lnTo>
                  <a:pt x="1462200" y="53598"/>
                </a:lnTo>
                <a:lnTo>
                  <a:pt x="1462606" y="53531"/>
                </a:lnTo>
                <a:lnTo>
                  <a:pt x="1463013" y="53466"/>
                </a:lnTo>
                <a:lnTo>
                  <a:pt x="1463422" y="53405"/>
                </a:lnTo>
                <a:lnTo>
                  <a:pt x="1463833" y="53347"/>
                </a:lnTo>
                <a:lnTo>
                  <a:pt x="1464245" y="53293"/>
                </a:lnTo>
                <a:lnTo>
                  <a:pt x="1464659" y="53242"/>
                </a:lnTo>
                <a:lnTo>
                  <a:pt x="1465074" y="53194"/>
                </a:lnTo>
                <a:lnTo>
                  <a:pt x="1465491" y="53149"/>
                </a:lnTo>
                <a:lnTo>
                  <a:pt x="1465909" y="53108"/>
                </a:lnTo>
                <a:lnTo>
                  <a:pt x="1466329" y="53070"/>
                </a:lnTo>
                <a:lnTo>
                  <a:pt x="1466750" y="53035"/>
                </a:lnTo>
                <a:lnTo>
                  <a:pt x="1467173" y="53004"/>
                </a:lnTo>
                <a:lnTo>
                  <a:pt x="1467598" y="52976"/>
                </a:lnTo>
                <a:lnTo>
                  <a:pt x="1468024" y="52951"/>
                </a:lnTo>
                <a:lnTo>
                  <a:pt x="1468451" y="52930"/>
                </a:lnTo>
                <a:lnTo>
                  <a:pt x="1468880" y="52911"/>
                </a:lnTo>
                <a:lnTo>
                  <a:pt x="1469311" y="52897"/>
                </a:lnTo>
                <a:lnTo>
                  <a:pt x="1469743" y="52885"/>
                </a:lnTo>
                <a:lnTo>
                  <a:pt x="1470177" y="52877"/>
                </a:lnTo>
                <a:lnTo>
                  <a:pt x="1470612" y="52872"/>
                </a:lnTo>
                <a:lnTo>
                  <a:pt x="1471049" y="52870"/>
                </a:lnTo>
                <a:lnTo>
                  <a:pt x="1473274" y="52870"/>
                </a:lnTo>
                <a:lnTo>
                  <a:pt x="1473274" y="33022"/>
                </a:lnTo>
                <a:lnTo>
                  <a:pt x="1471494" y="33022"/>
                </a:lnTo>
                <a:lnTo>
                  <a:pt x="1470698" y="33029"/>
                </a:lnTo>
                <a:lnTo>
                  <a:pt x="1469912" y="33051"/>
                </a:lnTo>
                <a:lnTo>
                  <a:pt x="1469136" y="33087"/>
                </a:lnTo>
                <a:lnTo>
                  <a:pt x="1468369" y="33138"/>
                </a:lnTo>
                <a:lnTo>
                  <a:pt x="1467613" y="33203"/>
                </a:lnTo>
                <a:lnTo>
                  <a:pt x="1466866" y="33283"/>
                </a:lnTo>
                <a:lnTo>
                  <a:pt x="1466129" y="33377"/>
                </a:lnTo>
                <a:lnTo>
                  <a:pt x="1465402" y="33486"/>
                </a:lnTo>
                <a:lnTo>
                  <a:pt x="1464685" y="33610"/>
                </a:lnTo>
                <a:lnTo>
                  <a:pt x="1463978" y="33748"/>
                </a:lnTo>
                <a:lnTo>
                  <a:pt x="1463281" y="33900"/>
                </a:lnTo>
                <a:lnTo>
                  <a:pt x="1462594" y="34067"/>
                </a:lnTo>
                <a:lnTo>
                  <a:pt x="1461916" y="34249"/>
                </a:lnTo>
                <a:lnTo>
                  <a:pt x="1461249" y="34445"/>
                </a:lnTo>
                <a:lnTo>
                  <a:pt x="1460591" y="34656"/>
                </a:lnTo>
                <a:lnTo>
                  <a:pt x="1459943" y="34881"/>
                </a:lnTo>
                <a:lnTo>
                  <a:pt x="1459305" y="35121"/>
                </a:lnTo>
                <a:lnTo>
                  <a:pt x="1458677" y="35375"/>
                </a:lnTo>
                <a:lnTo>
                  <a:pt x="1458059" y="35643"/>
                </a:lnTo>
                <a:lnTo>
                  <a:pt x="1457451" y="35927"/>
                </a:lnTo>
                <a:lnTo>
                  <a:pt x="1456853" y="36224"/>
                </a:lnTo>
                <a:lnTo>
                  <a:pt x="1456264" y="36537"/>
                </a:lnTo>
                <a:lnTo>
                  <a:pt x="1455686" y="36864"/>
                </a:lnTo>
                <a:lnTo>
                  <a:pt x="1455117" y="37205"/>
                </a:lnTo>
                <a:lnTo>
                  <a:pt x="1454559" y="37560"/>
                </a:lnTo>
                <a:lnTo>
                  <a:pt x="1454013" y="37928"/>
                </a:lnTo>
                <a:lnTo>
                  <a:pt x="1453479" y="38308"/>
                </a:lnTo>
                <a:lnTo>
                  <a:pt x="1452956" y="38701"/>
                </a:lnTo>
                <a:lnTo>
                  <a:pt x="1452445" y="39106"/>
                </a:lnTo>
                <a:lnTo>
                  <a:pt x="1451946" y="39525"/>
                </a:lnTo>
                <a:lnTo>
                  <a:pt x="1451459" y="39956"/>
                </a:lnTo>
                <a:lnTo>
                  <a:pt x="1450983" y="40399"/>
                </a:lnTo>
                <a:lnTo>
                  <a:pt x="1450519" y="40856"/>
                </a:lnTo>
                <a:lnTo>
                  <a:pt x="1450067" y="41325"/>
                </a:lnTo>
                <a:lnTo>
                  <a:pt x="1449627" y="41806"/>
                </a:lnTo>
                <a:lnTo>
                  <a:pt x="1449198" y="42301"/>
                </a:lnTo>
                <a:lnTo>
                  <a:pt x="1448781" y="42808"/>
                </a:lnTo>
                <a:lnTo>
                  <a:pt x="1448376" y="43327"/>
                </a:lnTo>
                <a:lnTo>
                  <a:pt x="1447982" y="43860"/>
                </a:lnTo>
                <a:lnTo>
                  <a:pt x="1447601" y="44405"/>
                </a:lnTo>
                <a:lnTo>
                  <a:pt x="1447231" y="44962"/>
                </a:lnTo>
                <a:lnTo>
                  <a:pt x="1446873" y="45533"/>
                </a:lnTo>
                <a:lnTo>
                  <a:pt x="1446526" y="46116"/>
                </a:lnTo>
                <a:lnTo>
                  <a:pt x="1446192" y="46711"/>
                </a:lnTo>
                <a:lnTo>
                  <a:pt x="1445869" y="47320"/>
                </a:lnTo>
                <a:lnTo>
                  <a:pt x="1445557" y="47941"/>
                </a:lnTo>
                <a:lnTo>
                  <a:pt x="1445258" y="48575"/>
                </a:lnTo>
                <a:lnTo>
                  <a:pt x="1444970" y="49221"/>
                </a:lnTo>
                <a:lnTo>
                  <a:pt x="1444525" y="34357"/>
                </a:lnTo>
                <a:lnTo>
                  <a:pt x="1421917" y="34357"/>
                </a:lnTo>
                <a:lnTo>
                  <a:pt x="1421917" y="122296"/>
                </a:lnTo>
                <a:lnTo>
                  <a:pt x="1445504" y="122296"/>
                </a:lnTo>
                <a:lnTo>
                  <a:pt x="1445504" y="63473"/>
                </a:lnTo>
                <a:lnTo>
                  <a:pt x="1445743" y="63136"/>
                </a:lnTo>
                <a:lnTo>
                  <a:pt x="1445986" y="62806"/>
                </a:lnTo>
                <a:lnTo>
                  <a:pt x="1446233" y="62481"/>
                </a:lnTo>
                <a:close/>
                <a:moveTo>
                  <a:pt x="1929190" y="62208"/>
                </a:moveTo>
                <a:lnTo>
                  <a:pt x="1929517" y="61826"/>
                </a:lnTo>
                <a:lnTo>
                  <a:pt x="1929849" y="61449"/>
                </a:lnTo>
                <a:lnTo>
                  <a:pt x="1930185" y="61077"/>
                </a:lnTo>
                <a:lnTo>
                  <a:pt x="1930525" y="60710"/>
                </a:lnTo>
                <a:lnTo>
                  <a:pt x="1930871" y="60348"/>
                </a:lnTo>
                <a:lnTo>
                  <a:pt x="1931220" y="59991"/>
                </a:lnTo>
                <a:lnTo>
                  <a:pt x="1931574" y="59639"/>
                </a:lnTo>
                <a:lnTo>
                  <a:pt x="1931933" y="59292"/>
                </a:lnTo>
                <a:lnTo>
                  <a:pt x="1932296" y="58950"/>
                </a:lnTo>
                <a:lnTo>
                  <a:pt x="1932663" y="58614"/>
                </a:lnTo>
                <a:lnTo>
                  <a:pt x="1933035" y="58282"/>
                </a:lnTo>
                <a:lnTo>
                  <a:pt x="1933412" y="57955"/>
                </a:lnTo>
                <a:lnTo>
                  <a:pt x="1933793" y="57633"/>
                </a:lnTo>
                <a:lnTo>
                  <a:pt x="1934178" y="57317"/>
                </a:lnTo>
                <a:lnTo>
                  <a:pt x="1934568" y="57005"/>
                </a:lnTo>
                <a:lnTo>
                  <a:pt x="1934963" y="56698"/>
                </a:lnTo>
                <a:lnTo>
                  <a:pt x="1935362" y="56396"/>
                </a:lnTo>
                <a:lnTo>
                  <a:pt x="1935765" y="56100"/>
                </a:lnTo>
                <a:lnTo>
                  <a:pt x="1936173" y="55808"/>
                </a:lnTo>
                <a:lnTo>
                  <a:pt x="1936585" y="55522"/>
                </a:lnTo>
                <a:lnTo>
                  <a:pt x="1937002" y="55240"/>
                </a:lnTo>
                <a:lnTo>
                  <a:pt x="1937425" y="54967"/>
                </a:lnTo>
                <a:lnTo>
                  <a:pt x="1937854" y="54705"/>
                </a:lnTo>
                <a:lnTo>
                  <a:pt x="1938291" y="54455"/>
                </a:lnTo>
                <a:lnTo>
                  <a:pt x="1938734" y="54217"/>
                </a:lnTo>
                <a:lnTo>
                  <a:pt x="1939184" y="53990"/>
                </a:lnTo>
                <a:lnTo>
                  <a:pt x="1939642" y="53775"/>
                </a:lnTo>
                <a:lnTo>
                  <a:pt x="1940106" y="53571"/>
                </a:lnTo>
                <a:lnTo>
                  <a:pt x="1940577" y="53379"/>
                </a:lnTo>
                <a:lnTo>
                  <a:pt x="1941055" y="53199"/>
                </a:lnTo>
                <a:lnTo>
                  <a:pt x="1941541" y="53031"/>
                </a:lnTo>
                <a:lnTo>
                  <a:pt x="1942033" y="52874"/>
                </a:lnTo>
                <a:lnTo>
                  <a:pt x="1942532" y="52728"/>
                </a:lnTo>
                <a:lnTo>
                  <a:pt x="1943038" y="52595"/>
                </a:lnTo>
                <a:lnTo>
                  <a:pt x="1943551" y="52473"/>
                </a:lnTo>
                <a:lnTo>
                  <a:pt x="1944071" y="52362"/>
                </a:lnTo>
                <a:lnTo>
                  <a:pt x="1944597" y="52263"/>
                </a:lnTo>
                <a:lnTo>
                  <a:pt x="1945131" y="52176"/>
                </a:lnTo>
                <a:lnTo>
                  <a:pt x="1945672" y="52100"/>
                </a:lnTo>
                <a:lnTo>
                  <a:pt x="1946220" y="52036"/>
                </a:lnTo>
                <a:lnTo>
                  <a:pt x="1946774" y="51984"/>
                </a:lnTo>
                <a:lnTo>
                  <a:pt x="1947336" y="51943"/>
                </a:lnTo>
                <a:lnTo>
                  <a:pt x="1947905" y="51914"/>
                </a:lnTo>
                <a:lnTo>
                  <a:pt x="1948480" y="51897"/>
                </a:lnTo>
                <a:lnTo>
                  <a:pt x="1949063" y="51891"/>
                </a:lnTo>
                <a:lnTo>
                  <a:pt x="1949453" y="51895"/>
                </a:lnTo>
                <a:lnTo>
                  <a:pt x="1949836" y="51905"/>
                </a:lnTo>
                <a:lnTo>
                  <a:pt x="1950213" y="51922"/>
                </a:lnTo>
                <a:lnTo>
                  <a:pt x="1950584" y="51946"/>
                </a:lnTo>
                <a:lnTo>
                  <a:pt x="1950949" y="51978"/>
                </a:lnTo>
                <a:lnTo>
                  <a:pt x="1951307" y="52016"/>
                </a:lnTo>
                <a:lnTo>
                  <a:pt x="1951659" y="52061"/>
                </a:lnTo>
                <a:lnTo>
                  <a:pt x="1952005" y="52112"/>
                </a:lnTo>
                <a:lnTo>
                  <a:pt x="1952344" y="52171"/>
                </a:lnTo>
                <a:lnTo>
                  <a:pt x="1952677" y="52237"/>
                </a:lnTo>
                <a:lnTo>
                  <a:pt x="1953004" y="52309"/>
                </a:lnTo>
                <a:lnTo>
                  <a:pt x="1953324" y="52389"/>
                </a:lnTo>
                <a:lnTo>
                  <a:pt x="1953638" y="52475"/>
                </a:lnTo>
                <a:lnTo>
                  <a:pt x="1953945" y="52569"/>
                </a:lnTo>
                <a:lnTo>
                  <a:pt x="1954247" y="52669"/>
                </a:lnTo>
                <a:lnTo>
                  <a:pt x="1954541" y="52776"/>
                </a:lnTo>
                <a:lnTo>
                  <a:pt x="1954830" y="52890"/>
                </a:lnTo>
                <a:lnTo>
                  <a:pt x="1955112" y="53011"/>
                </a:lnTo>
                <a:lnTo>
                  <a:pt x="1955388" y="53139"/>
                </a:lnTo>
                <a:lnTo>
                  <a:pt x="1955658" y="53274"/>
                </a:lnTo>
                <a:lnTo>
                  <a:pt x="1955921" y="53416"/>
                </a:lnTo>
                <a:lnTo>
                  <a:pt x="1956178" y="53565"/>
                </a:lnTo>
                <a:lnTo>
                  <a:pt x="1956428" y="53720"/>
                </a:lnTo>
                <a:lnTo>
                  <a:pt x="1956673" y="53883"/>
                </a:lnTo>
                <a:lnTo>
                  <a:pt x="1956911" y="54051"/>
                </a:lnTo>
                <a:lnTo>
                  <a:pt x="1957144" y="54226"/>
                </a:lnTo>
                <a:lnTo>
                  <a:pt x="1957372" y="54406"/>
                </a:lnTo>
                <a:lnTo>
                  <a:pt x="1957594" y="54592"/>
                </a:lnTo>
                <a:lnTo>
                  <a:pt x="1957810" y="54783"/>
                </a:lnTo>
                <a:lnTo>
                  <a:pt x="1958022" y="54980"/>
                </a:lnTo>
                <a:lnTo>
                  <a:pt x="1958228" y="55183"/>
                </a:lnTo>
                <a:lnTo>
                  <a:pt x="1958428" y="55391"/>
                </a:lnTo>
                <a:lnTo>
                  <a:pt x="1958623" y="55605"/>
                </a:lnTo>
                <a:lnTo>
                  <a:pt x="1958813" y="55825"/>
                </a:lnTo>
                <a:lnTo>
                  <a:pt x="1958997" y="56050"/>
                </a:lnTo>
                <a:lnTo>
                  <a:pt x="1959176" y="56281"/>
                </a:lnTo>
                <a:lnTo>
                  <a:pt x="1959349" y="56518"/>
                </a:lnTo>
                <a:lnTo>
                  <a:pt x="1959517" y="56760"/>
                </a:lnTo>
                <a:lnTo>
                  <a:pt x="1959680" y="57008"/>
                </a:lnTo>
                <a:lnTo>
                  <a:pt x="1959837" y="57261"/>
                </a:lnTo>
                <a:lnTo>
                  <a:pt x="1959989" y="57520"/>
                </a:lnTo>
                <a:lnTo>
                  <a:pt x="1960136" y="57785"/>
                </a:lnTo>
                <a:lnTo>
                  <a:pt x="1960277" y="58056"/>
                </a:lnTo>
                <a:lnTo>
                  <a:pt x="1960412" y="58332"/>
                </a:lnTo>
                <a:lnTo>
                  <a:pt x="1960542" y="58614"/>
                </a:lnTo>
                <a:lnTo>
                  <a:pt x="1960667" y="58901"/>
                </a:lnTo>
                <a:lnTo>
                  <a:pt x="1960787" y="59194"/>
                </a:lnTo>
                <a:lnTo>
                  <a:pt x="1960900" y="59493"/>
                </a:lnTo>
                <a:lnTo>
                  <a:pt x="1961009" y="59796"/>
                </a:lnTo>
                <a:lnTo>
                  <a:pt x="1961114" y="60104"/>
                </a:lnTo>
                <a:lnTo>
                  <a:pt x="1961213" y="60416"/>
                </a:lnTo>
                <a:lnTo>
                  <a:pt x="1961308" y="60732"/>
                </a:lnTo>
                <a:lnTo>
                  <a:pt x="1961399" y="61052"/>
                </a:lnTo>
                <a:lnTo>
                  <a:pt x="1961485" y="61376"/>
                </a:lnTo>
                <a:lnTo>
                  <a:pt x="1961566" y="61704"/>
                </a:lnTo>
                <a:lnTo>
                  <a:pt x="1961642" y="62036"/>
                </a:lnTo>
                <a:lnTo>
                  <a:pt x="1961714" y="62373"/>
                </a:lnTo>
                <a:lnTo>
                  <a:pt x="1961781" y="62713"/>
                </a:lnTo>
                <a:lnTo>
                  <a:pt x="1961844" y="63058"/>
                </a:lnTo>
                <a:lnTo>
                  <a:pt x="1961902" y="63406"/>
                </a:lnTo>
                <a:lnTo>
                  <a:pt x="1961955" y="63759"/>
                </a:lnTo>
                <a:lnTo>
                  <a:pt x="1962004" y="64116"/>
                </a:lnTo>
                <a:lnTo>
                  <a:pt x="1962048" y="64477"/>
                </a:lnTo>
                <a:lnTo>
                  <a:pt x="1962087" y="64842"/>
                </a:lnTo>
                <a:lnTo>
                  <a:pt x="1962122" y="65211"/>
                </a:lnTo>
                <a:lnTo>
                  <a:pt x="1962152" y="65584"/>
                </a:lnTo>
                <a:lnTo>
                  <a:pt x="1962178" y="65962"/>
                </a:lnTo>
                <a:lnTo>
                  <a:pt x="1962199" y="66343"/>
                </a:lnTo>
                <a:lnTo>
                  <a:pt x="1962215" y="66729"/>
                </a:lnTo>
                <a:lnTo>
                  <a:pt x="1962226" y="67118"/>
                </a:lnTo>
                <a:lnTo>
                  <a:pt x="1962233" y="67512"/>
                </a:lnTo>
                <a:lnTo>
                  <a:pt x="1962236" y="67910"/>
                </a:lnTo>
                <a:lnTo>
                  <a:pt x="1962236" y="122296"/>
                </a:lnTo>
                <a:lnTo>
                  <a:pt x="1985644" y="122296"/>
                </a:lnTo>
                <a:lnTo>
                  <a:pt x="1985644" y="65034"/>
                </a:lnTo>
                <a:lnTo>
                  <a:pt x="1985632" y="63739"/>
                </a:lnTo>
                <a:lnTo>
                  <a:pt x="1985594" y="62471"/>
                </a:lnTo>
                <a:lnTo>
                  <a:pt x="1985530" y="61229"/>
                </a:lnTo>
                <a:lnTo>
                  <a:pt x="1985442" y="60013"/>
                </a:lnTo>
                <a:lnTo>
                  <a:pt x="1985328" y="58823"/>
                </a:lnTo>
                <a:lnTo>
                  <a:pt x="1985188" y="57659"/>
                </a:lnTo>
                <a:lnTo>
                  <a:pt x="1985024" y="56521"/>
                </a:lnTo>
                <a:lnTo>
                  <a:pt x="1984833" y="55410"/>
                </a:lnTo>
                <a:lnTo>
                  <a:pt x="1984618" y="54325"/>
                </a:lnTo>
                <a:lnTo>
                  <a:pt x="1984377" y="53266"/>
                </a:lnTo>
                <a:lnTo>
                  <a:pt x="1984111" y="52233"/>
                </a:lnTo>
                <a:lnTo>
                  <a:pt x="1983820" y="51226"/>
                </a:lnTo>
                <a:lnTo>
                  <a:pt x="1983503" y="50245"/>
                </a:lnTo>
                <a:lnTo>
                  <a:pt x="1983161" y="49290"/>
                </a:lnTo>
                <a:lnTo>
                  <a:pt x="1982793" y="48362"/>
                </a:lnTo>
                <a:lnTo>
                  <a:pt x="1982401" y="47460"/>
                </a:lnTo>
                <a:lnTo>
                  <a:pt x="1981982" y="46583"/>
                </a:lnTo>
                <a:lnTo>
                  <a:pt x="1981539" y="45733"/>
                </a:lnTo>
                <a:lnTo>
                  <a:pt x="1981070" y="44910"/>
                </a:lnTo>
                <a:lnTo>
                  <a:pt x="1980576" y="44112"/>
                </a:lnTo>
                <a:lnTo>
                  <a:pt x="1980056" y="43340"/>
                </a:lnTo>
                <a:lnTo>
                  <a:pt x="1979512" y="42595"/>
                </a:lnTo>
                <a:lnTo>
                  <a:pt x="1978941" y="41876"/>
                </a:lnTo>
                <a:lnTo>
                  <a:pt x="1978346" y="41182"/>
                </a:lnTo>
                <a:lnTo>
                  <a:pt x="1977727" y="40517"/>
                </a:lnTo>
                <a:lnTo>
                  <a:pt x="1977088" y="39879"/>
                </a:lnTo>
                <a:lnTo>
                  <a:pt x="1976428" y="39270"/>
                </a:lnTo>
                <a:lnTo>
                  <a:pt x="1975747" y="38689"/>
                </a:lnTo>
                <a:lnTo>
                  <a:pt x="1975046" y="38136"/>
                </a:lnTo>
                <a:lnTo>
                  <a:pt x="1974324" y="37612"/>
                </a:lnTo>
                <a:lnTo>
                  <a:pt x="1973581" y="37116"/>
                </a:lnTo>
                <a:lnTo>
                  <a:pt x="1972818" y="36649"/>
                </a:lnTo>
                <a:lnTo>
                  <a:pt x="1972033" y="36209"/>
                </a:lnTo>
                <a:lnTo>
                  <a:pt x="1971228" y="35799"/>
                </a:lnTo>
                <a:lnTo>
                  <a:pt x="1970403" y="35416"/>
                </a:lnTo>
                <a:lnTo>
                  <a:pt x="1969556" y="35062"/>
                </a:lnTo>
                <a:lnTo>
                  <a:pt x="1968689" y="34736"/>
                </a:lnTo>
                <a:lnTo>
                  <a:pt x="1967802" y="34438"/>
                </a:lnTo>
                <a:lnTo>
                  <a:pt x="1966893" y="34169"/>
                </a:lnTo>
                <a:lnTo>
                  <a:pt x="1965964" y="33928"/>
                </a:lnTo>
                <a:lnTo>
                  <a:pt x="1965014" y="33716"/>
                </a:lnTo>
                <a:lnTo>
                  <a:pt x="1964044" y="33532"/>
                </a:lnTo>
                <a:lnTo>
                  <a:pt x="1963052" y="33376"/>
                </a:lnTo>
                <a:lnTo>
                  <a:pt x="1962040" y="33248"/>
                </a:lnTo>
                <a:lnTo>
                  <a:pt x="1961008" y="33149"/>
                </a:lnTo>
                <a:lnTo>
                  <a:pt x="1959954" y="33078"/>
                </a:lnTo>
                <a:lnTo>
                  <a:pt x="1958880" y="33036"/>
                </a:lnTo>
                <a:lnTo>
                  <a:pt x="1957785" y="33022"/>
                </a:lnTo>
                <a:lnTo>
                  <a:pt x="1956843" y="33029"/>
                </a:lnTo>
                <a:lnTo>
                  <a:pt x="1955916" y="33052"/>
                </a:lnTo>
                <a:lnTo>
                  <a:pt x="1955004" y="33089"/>
                </a:lnTo>
                <a:lnTo>
                  <a:pt x="1954106" y="33142"/>
                </a:lnTo>
                <a:lnTo>
                  <a:pt x="1953224" y="33209"/>
                </a:lnTo>
                <a:lnTo>
                  <a:pt x="1952356" y="33291"/>
                </a:lnTo>
                <a:lnTo>
                  <a:pt x="1951503" y="33389"/>
                </a:lnTo>
                <a:lnTo>
                  <a:pt x="1950665" y="33501"/>
                </a:lnTo>
                <a:lnTo>
                  <a:pt x="1949841" y="33629"/>
                </a:lnTo>
                <a:lnTo>
                  <a:pt x="1949033" y="33771"/>
                </a:lnTo>
                <a:lnTo>
                  <a:pt x="1948239" y="33928"/>
                </a:lnTo>
                <a:lnTo>
                  <a:pt x="1947460" y="34101"/>
                </a:lnTo>
                <a:lnTo>
                  <a:pt x="1946696" y="34288"/>
                </a:lnTo>
                <a:lnTo>
                  <a:pt x="1945947" y="34491"/>
                </a:lnTo>
                <a:lnTo>
                  <a:pt x="1945213" y="34708"/>
                </a:lnTo>
                <a:lnTo>
                  <a:pt x="1944494" y="34940"/>
                </a:lnTo>
                <a:lnTo>
                  <a:pt x="1943789" y="35188"/>
                </a:lnTo>
                <a:lnTo>
                  <a:pt x="1943099" y="35450"/>
                </a:lnTo>
                <a:lnTo>
                  <a:pt x="1942424" y="35727"/>
                </a:lnTo>
                <a:lnTo>
                  <a:pt x="1941764" y="36019"/>
                </a:lnTo>
                <a:lnTo>
                  <a:pt x="1941119" y="36327"/>
                </a:lnTo>
                <a:lnTo>
                  <a:pt x="1940488" y="36649"/>
                </a:lnTo>
                <a:lnTo>
                  <a:pt x="1939873" y="36986"/>
                </a:lnTo>
                <a:lnTo>
                  <a:pt x="1939272" y="37338"/>
                </a:lnTo>
                <a:lnTo>
                  <a:pt x="1938683" y="37700"/>
                </a:lnTo>
                <a:lnTo>
                  <a:pt x="1938104" y="38067"/>
                </a:lnTo>
                <a:lnTo>
                  <a:pt x="1937535" y="38438"/>
                </a:lnTo>
                <a:lnTo>
                  <a:pt x="1936975" y="38813"/>
                </a:lnTo>
                <a:lnTo>
                  <a:pt x="1936425" y="39193"/>
                </a:lnTo>
                <a:lnTo>
                  <a:pt x="1935884" y="39578"/>
                </a:lnTo>
                <a:lnTo>
                  <a:pt x="1935353" y="39966"/>
                </a:lnTo>
                <a:lnTo>
                  <a:pt x="1934831" y="40360"/>
                </a:lnTo>
                <a:lnTo>
                  <a:pt x="1934319" y="40758"/>
                </a:lnTo>
                <a:lnTo>
                  <a:pt x="1933817" y="41160"/>
                </a:lnTo>
                <a:lnTo>
                  <a:pt x="1933324" y="41567"/>
                </a:lnTo>
                <a:lnTo>
                  <a:pt x="1932841" y="41978"/>
                </a:lnTo>
                <a:lnTo>
                  <a:pt x="1932367" y="42394"/>
                </a:lnTo>
                <a:lnTo>
                  <a:pt x="1931903" y="42814"/>
                </a:lnTo>
                <a:lnTo>
                  <a:pt x="1931449" y="43239"/>
                </a:lnTo>
                <a:lnTo>
                  <a:pt x="1931004" y="43668"/>
                </a:lnTo>
                <a:lnTo>
                  <a:pt x="1930569" y="44102"/>
                </a:lnTo>
                <a:lnTo>
                  <a:pt x="1930143" y="44540"/>
                </a:lnTo>
                <a:lnTo>
                  <a:pt x="1929727" y="44982"/>
                </a:lnTo>
                <a:lnTo>
                  <a:pt x="1929320" y="45429"/>
                </a:lnTo>
                <a:lnTo>
                  <a:pt x="1928923" y="45881"/>
                </a:lnTo>
                <a:lnTo>
                  <a:pt x="1928536" y="46337"/>
                </a:lnTo>
                <a:lnTo>
                  <a:pt x="1928158" y="46798"/>
                </a:lnTo>
                <a:lnTo>
                  <a:pt x="1927790" y="47263"/>
                </a:lnTo>
                <a:lnTo>
                  <a:pt x="1927345" y="34357"/>
                </a:lnTo>
                <a:lnTo>
                  <a:pt x="1904648" y="34357"/>
                </a:lnTo>
                <a:lnTo>
                  <a:pt x="1904648" y="122296"/>
                </a:lnTo>
                <a:lnTo>
                  <a:pt x="1928235" y="122296"/>
                </a:lnTo>
                <a:lnTo>
                  <a:pt x="1928235" y="63384"/>
                </a:lnTo>
                <a:lnTo>
                  <a:pt x="1928549" y="62987"/>
                </a:lnTo>
                <a:lnTo>
                  <a:pt x="1928867" y="62595"/>
                </a:lnTo>
                <a:lnTo>
                  <a:pt x="1929190" y="62208"/>
                </a:lnTo>
                <a:close/>
                <a:moveTo>
                  <a:pt x="1775771" y="122296"/>
                </a:moveTo>
                <a:lnTo>
                  <a:pt x="1775771" y="34357"/>
                </a:lnTo>
                <a:lnTo>
                  <a:pt x="1752184" y="34357"/>
                </a:lnTo>
                <a:lnTo>
                  <a:pt x="1752184" y="122296"/>
                </a:lnTo>
                <a:lnTo>
                  <a:pt x="1775771" y="122296"/>
                </a:lnTo>
                <a:close/>
                <a:moveTo>
                  <a:pt x="1517129" y="123757"/>
                </a:moveTo>
                <a:lnTo>
                  <a:pt x="1517880" y="123695"/>
                </a:lnTo>
                <a:lnTo>
                  <a:pt x="1518624" y="123621"/>
                </a:lnTo>
                <a:lnTo>
                  <a:pt x="1519360" y="123537"/>
                </a:lnTo>
                <a:lnTo>
                  <a:pt x="1520088" y="123441"/>
                </a:lnTo>
                <a:lnTo>
                  <a:pt x="1520808" y="123334"/>
                </a:lnTo>
                <a:lnTo>
                  <a:pt x="1521520" y="123215"/>
                </a:lnTo>
                <a:lnTo>
                  <a:pt x="1522225" y="123086"/>
                </a:lnTo>
                <a:lnTo>
                  <a:pt x="1522922" y="122945"/>
                </a:lnTo>
                <a:lnTo>
                  <a:pt x="1523612" y="122792"/>
                </a:lnTo>
                <a:lnTo>
                  <a:pt x="1524293" y="122629"/>
                </a:lnTo>
                <a:lnTo>
                  <a:pt x="1524967" y="122454"/>
                </a:lnTo>
                <a:lnTo>
                  <a:pt x="1525633" y="122268"/>
                </a:lnTo>
                <a:lnTo>
                  <a:pt x="1526292" y="122070"/>
                </a:lnTo>
                <a:lnTo>
                  <a:pt x="1526942" y="121862"/>
                </a:lnTo>
                <a:lnTo>
                  <a:pt x="1527585" y="121642"/>
                </a:lnTo>
                <a:lnTo>
                  <a:pt x="1528221" y="121410"/>
                </a:lnTo>
                <a:lnTo>
                  <a:pt x="1528848" y="121168"/>
                </a:lnTo>
                <a:lnTo>
                  <a:pt x="1529468" y="120914"/>
                </a:lnTo>
                <a:lnTo>
                  <a:pt x="1530080" y="120649"/>
                </a:lnTo>
                <a:lnTo>
                  <a:pt x="1530685" y="120373"/>
                </a:lnTo>
                <a:lnTo>
                  <a:pt x="1531284" y="120086"/>
                </a:lnTo>
                <a:lnTo>
                  <a:pt x="1531877" y="119789"/>
                </a:lnTo>
                <a:lnTo>
                  <a:pt x="1532463" y="119481"/>
                </a:lnTo>
                <a:lnTo>
                  <a:pt x="1533044" y="119162"/>
                </a:lnTo>
                <a:lnTo>
                  <a:pt x="1533618" y="118833"/>
                </a:lnTo>
                <a:lnTo>
                  <a:pt x="1534186" y="118493"/>
                </a:lnTo>
                <a:lnTo>
                  <a:pt x="1534748" y="118142"/>
                </a:lnTo>
                <a:lnTo>
                  <a:pt x="1535304" y="117781"/>
                </a:lnTo>
                <a:lnTo>
                  <a:pt x="1535853" y="117409"/>
                </a:lnTo>
                <a:lnTo>
                  <a:pt x="1536396" y="117026"/>
                </a:lnTo>
                <a:lnTo>
                  <a:pt x="1536934" y="116633"/>
                </a:lnTo>
                <a:lnTo>
                  <a:pt x="1537465" y="116229"/>
                </a:lnTo>
                <a:lnTo>
                  <a:pt x="1537989" y="115814"/>
                </a:lnTo>
                <a:lnTo>
                  <a:pt x="1538508" y="115389"/>
                </a:lnTo>
                <a:lnTo>
                  <a:pt x="1539020" y="114953"/>
                </a:lnTo>
                <a:lnTo>
                  <a:pt x="1539527" y="114506"/>
                </a:lnTo>
                <a:lnTo>
                  <a:pt x="1540027" y="114049"/>
                </a:lnTo>
                <a:lnTo>
                  <a:pt x="1540520" y="113581"/>
                </a:lnTo>
                <a:lnTo>
                  <a:pt x="1541008" y="113102"/>
                </a:lnTo>
                <a:lnTo>
                  <a:pt x="1541490" y="112613"/>
                </a:lnTo>
                <a:lnTo>
                  <a:pt x="1541965" y="112113"/>
                </a:lnTo>
                <a:lnTo>
                  <a:pt x="1542434" y="111602"/>
                </a:lnTo>
                <a:lnTo>
                  <a:pt x="1542897" y="111081"/>
                </a:lnTo>
                <a:lnTo>
                  <a:pt x="1543609" y="122296"/>
                </a:lnTo>
                <a:lnTo>
                  <a:pt x="1565683" y="122296"/>
                </a:lnTo>
                <a:lnTo>
                  <a:pt x="1565683" y="63290"/>
                </a:lnTo>
                <a:lnTo>
                  <a:pt x="1565678" y="62559"/>
                </a:lnTo>
                <a:lnTo>
                  <a:pt x="1565664" y="61839"/>
                </a:lnTo>
                <a:lnTo>
                  <a:pt x="1565640" y="61128"/>
                </a:lnTo>
                <a:lnTo>
                  <a:pt x="1565606" y="60428"/>
                </a:lnTo>
                <a:lnTo>
                  <a:pt x="1565563" y="59738"/>
                </a:lnTo>
                <a:lnTo>
                  <a:pt x="1565510" y="59058"/>
                </a:lnTo>
                <a:lnTo>
                  <a:pt x="1565448" y="58389"/>
                </a:lnTo>
                <a:lnTo>
                  <a:pt x="1565376" y="57729"/>
                </a:lnTo>
                <a:lnTo>
                  <a:pt x="1565295" y="57080"/>
                </a:lnTo>
                <a:lnTo>
                  <a:pt x="1565204" y="56441"/>
                </a:lnTo>
                <a:lnTo>
                  <a:pt x="1565103" y="55812"/>
                </a:lnTo>
                <a:lnTo>
                  <a:pt x="1564993" y="55193"/>
                </a:lnTo>
                <a:lnTo>
                  <a:pt x="1564873" y="54585"/>
                </a:lnTo>
                <a:lnTo>
                  <a:pt x="1564744" y="53986"/>
                </a:lnTo>
                <a:lnTo>
                  <a:pt x="1564605" y="53398"/>
                </a:lnTo>
                <a:lnTo>
                  <a:pt x="1564457" y="52820"/>
                </a:lnTo>
                <a:lnTo>
                  <a:pt x="1564298" y="52252"/>
                </a:lnTo>
                <a:lnTo>
                  <a:pt x="1564131" y="51694"/>
                </a:lnTo>
                <a:lnTo>
                  <a:pt x="1563954" y="51147"/>
                </a:lnTo>
                <a:lnTo>
                  <a:pt x="1563767" y="50610"/>
                </a:lnTo>
                <a:lnTo>
                  <a:pt x="1563570" y="50082"/>
                </a:lnTo>
                <a:lnTo>
                  <a:pt x="1563364" y="49565"/>
                </a:lnTo>
                <a:lnTo>
                  <a:pt x="1563149" y="49058"/>
                </a:lnTo>
                <a:lnTo>
                  <a:pt x="1562924" y="48562"/>
                </a:lnTo>
                <a:lnTo>
                  <a:pt x="1562690" y="48074"/>
                </a:lnTo>
                <a:lnTo>
                  <a:pt x="1562448" y="47595"/>
                </a:lnTo>
                <a:lnTo>
                  <a:pt x="1562198" y="47125"/>
                </a:lnTo>
                <a:lnTo>
                  <a:pt x="1561941" y="46663"/>
                </a:lnTo>
                <a:lnTo>
                  <a:pt x="1561675" y="46210"/>
                </a:lnTo>
                <a:lnTo>
                  <a:pt x="1561402" y="45766"/>
                </a:lnTo>
                <a:lnTo>
                  <a:pt x="1561121" y="45330"/>
                </a:lnTo>
                <a:lnTo>
                  <a:pt x="1560832" y="44903"/>
                </a:lnTo>
                <a:lnTo>
                  <a:pt x="1560535" y="44484"/>
                </a:lnTo>
                <a:lnTo>
                  <a:pt x="1560230" y="44074"/>
                </a:lnTo>
                <a:lnTo>
                  <a:pt x="1559918" y="43672"/>
                </a:lnTo>
                <a:lnTo>
                  <a:pt x="1559597" y="43280"/>
                </a:lnTo>
                <a:lnTo>
                  <a:pt x="1559269" y="42895"/>
                </a:lnTo>
                <a:lnTo>
                  <a:pt x="1558932" y="42520"/>
                </a:lnTo>
                <a:lnTo>
                  <a:pt x="1558588" y="42153"/>
                </a:lnTo>
                <a:lnTo>
                  <a:pt x="1558236" y="41795"/>
                </a:lnTo>
                <a:lnTo>
                  <a:pt x="1557876" y="41445"/>
                </a:lnTo>
                <a:lnTo>
                  <a:pt x="1557508" y="41104"/>
                </a:lnTo>
                <a:lnTo>
                  <a:pt x="1557132" y="40771"/>
                </a:lnTo>
                <a:lnTo>
                  <a:pt x="1556749" y="40448"/>
                </a:lnTo>
                <a:lnTo>
                  <a:pt x="1556357" y="40132"/>
                </a:lnTo>
                <a:lnTo>
                  <a:pt x="1555958" y="39826"/>
                </a:lnTo>
                <a:lnTo>
                  <a:pt x="1555551" y="39528"/>
                </a:lnTo>
                <a:lnTo>
                  <a:pt x="1555135" y="39238"/>
                </a:lnTo>
                <a:lnTo>
                  <a:pt x="1554713" y="38956"/>
                </a:lnTo>
                <a:lnTo>
                  <a:pt x="1554285" y="38682"/>
                </a:lnTo>
                <a:lnTo>
                  <a:pt x="1553850" y="38414"/>
                </a:lnTo>
                <a:lnTo>
                  <a:pt x="1553409" y="38153"/>
                </a:lnTo>
                <a:lnTo>
                  <a:pt x="1552961" y="37900"/>
                </a:lnTo>
                <a:lnTo>
                  <a:pt x="1552507" y="37653"/>
                </a:lnTo>
                <a:lnTo>
                  <a:pt x="1552047" y="37413"/>
                </a:lnTo>
                <a:lnTo>
                  <a:pt x="1551580" y="37181"/>
                </a:lnTo>
                <a:lnTo>
                  <a:pt x="1551107" y="36955"/>
                </a:lnTo>
                <a:lnTo>
                  <a:pt x="1550628" y="36737"/>
                </a:lnTo>
                <a:lnTo>
                  <a:pt x="1550142" y="36525"/>
                </a:lnTo>
                <a:lnTo>
                  <a:pt x="1549650" y="36321"/>
                </a:lnTo>
                <a:lnTo>
                  <a:pt x="1549152" y="36124"/>
                </a:lnTo>
                <a:lnTo>
                  <a:pt x="1548648" y="35934"/>
                </a:lnTo>
                <a:lnTo>
                  <a:pt x="1548137" y="35750"/>
                </a:lnTo>
                <a:lnTo>
                  <a:pt x="1547619" y="35574"/>
                </a:lnTo>
                <a:lnTo>
                  <a:pt x="1547096" y="35405"/>
                </a:lnTo>
                <a:lnTo>
                  <a:pt x="1546566" y="35243"/>
                </a:lnTo>
                <a:lnTo>
                  <a:pt x="1546030" y="35088"/>
                </a:lnTo>
                <a:lnTo>
                  <a:pt x="1545487" y="34940"/>
                </a:lnTo>
                <a:lnTo>
                  <a:pt x="1544938" y="34799"/>
                </a:lnTo>
                <a:lnTo>
                  <a:pt x="1544383" y="34665"/>
                </a:lnTo>
                <a:lnTo>
                  <a:pt x="1543821" y="34538"/>
                </a:lnTo>
                <a:lnTo>
                  <a:pt x="1543253" y="34418"/>
                </a:lnTo>
                <a:lnTo>
                  <a:pt x="1542679" y="34304"/>
                </a:lnTo>
                <a:lnTo>
                  <a:pt x="1542101" y="34195"/>
                </a:lnTo>
                <a:lnTo>
                  <a:pt x="1541517" y="34091"/>
                </a:lnTo>
                <a:lnTo>
                  <a:pt x="1540929" y="33991"/>
                </a:lnTo>
                <a:lnTo>
                  <a:pt x="1540336" y="33897"/>
                </a:lnTo>
                <a:lnTo>
                  <a:pt x="1539737" y="33807"/>
                </a:lnTo>
                <a:lnTo>
                  <a:pt x="1539134" y="33722"/>
                </a:lnTo>
                <a:lnTo>
                  <a:pt x="1538526" y="33642"/>
                </a:lnTo>
                <a:lnTo>
                  <a:pt x="1537913" y="33567"/>
                </a:lnTo>
                <a:lnTo>
                  <a:pt x="1537295" y="33497"/>
                </a:lnTo>
                <a:lnTo>
                  <a:pt x="1536671" y="33431"/>
                </a:lnTo>
                <a:lnTo>
                  <a:pt x="1536043" y="33371"/>
                </a:lnTo>
                <a:lnTo>
                  <a:pt x="1535411" y="33315"/>
                </a:lnTo>
                <a:lnTo>
                  <a:pt x="1534773" y="33264"/>
                </a:lnTo>
                <a:lnTo>
                  <a:pt x="1534130" y="33218"/>
                </a:lnTo>
                <a:lnTo>
                  <a:pt x="1533482" y="33177"/>
                </a:lnTo>
                <a:lnTo>
                  <a:pt x="1532829" y="33140"/>
                </a:lnTo>
                <a:lnTo>
                  <a:pt x="1532172" y="33109"/>
                </a:lnTo>
                <a:lnTo>
                  <a:pt x="1531509" y="33082"/>
                </a:lnTo>
                <a:lnTo>
                  <a:pt x="1530842" y="33060"/>
                </a:lnTo>
                <a:lnTo>
                  <a:pt x="1530169" y="33043"/>
                </a:lnTo>
                <a:lnTo>
                  <a:pt x="1529492" y="33031"/>
                </a:lnTo>
                <a:lnTo>
                  <a:pt x="1528809" y="33024"/>
                </a:lnTo>
                <a:lnTo>
                  <a:pt x="1528122" y="33022"/>
                </a:lnTo>
                <a:lnTo>
                  <a:pt x="1527185" y="33027"/>
                </a:lnTo>
                <a:lnTo>
                  <a:pt x="1526257" y="33042"/>
                </a:lnTo>
                <a:lnTo>
                  <a:pt x="1525338" y="33067"/>
                </a:lnTo>
                <a:lnTo>
                  <a:pt x="1524429" y="33102"/>
                </a:lnTo>
                <a:lnTo>
                  <a:pt x="1523530" y="33147"/>
                </a:lnTo>
                <a:lnTo>
                  <a:pt x="1522640" y="33202"/>
                </a:lnTo>
                <a:lnTo>
                  <a:pt x="1521759" y="33267"/>
                </a:lnTo>
                <a:lnTo>
                  <a:pt x="1520888" y="33342"/>
                </a:lnTo>
                <a:lnTo>
                  <a:pt x="1520026" y="33427"/>
                </a:lnTo>
                <a:lnTo>
                  <a:pt x="1519173" y="33522"/>
                </a:lnTo>
                <a:lnTo>
                  <a:pt x="1518330" y="33628"/>
                </a:lnTo>
                <a:lnTo>
                  <a:pt x="1517497" y="33743"/>
                </a:lnTo>
                <a:lnTo>
                  <a:pt x="1516672" y="33868"/>
                </a:lnTo>
                <a:lnTo>
                  <a:pt x="1515858" y="34003"/>
                </a:lnTo>
                <a:lnTo>
                  <a:pt x="1515052" y="34148"/>
                </a:lnTo>
                <a:lnTo>
                  <a:pt x="1514257" y="34304"/>
                </a:lnTo>
                <a:lnTo>
                  <a:pt x="1513470" y="34469"/>
                </a:lnTo>
                <a:lnTo>
                  <a:pt x="1512693" y="34644"/>
                </a:lnTo>
                <a:lnTo>
                  <a:pt x="1511925" y="34829"/>
                </a:lnTo>
                <a:lnTo>
                  <a:pt x="1511167" y="35025"/>
                </a:lnTo>
                <a:lnTo>
                  <a:pt x="1510419" y="35230"/>
                </a:lnTo>
                <a:lnTo>
                  <a:pt x="1509679" y="35445"/>
                </a:lnTo>
                <a:lnTo>
                  <a:pt x="1508949" y="35671"/>
                </a:lnTo>
                <a:lnTo>
                  <a:pt x="1508229" y="35906"/>
                </a:lnTo>
                <a:lnTo>
                  <a:pt x="1507520" y="36153"/>
                </a:lnTo>
                <a:lnTo>
                  <a:pt x="1506823" y="36412"/>
                </a:lnTo>
                <a:lnTo>
                  <a:pt x="1506140" y="36685"/>
                </a:lnTo>
                <a:lnTo>
                  <a:pt x="1505470" y="36970"/>
                </a:lnTo>
                <a:lnTo>
                  <a:pt x="1504812" y="37268"/>
                </a:lnTo>
                <a:lnTo>
                  <a:pt x="1504168" y="37579"/>
                </a:lnTo>
                <a:lnTo>
                  <a:pt x="1503536" y="37903"/>
                </a:lnTo>
                <a:lnTo>
                  <a:pt x="1502918" y="38240"/>
                </a:lnTo>
                <a:lnTo>
                  <a:pt x="1502313" y="38590"/>
                </a:lnTo>
                <a:lnTo>
                  <a:pt x="1501720" y="38952"/>
                </a:lnTo>
                <a:lnTo>
                  <a:pt x="1501141" y="39327"/>
                </a:lnTo>
                <a:lnTo>
                  <a:pt x="1500574" y="39715"/>
                </a:lnTo>
                <a:lnTo>
                  <a:pt x="1500021" y="40116"/>
                </a:lnTo>
                <a:lnTo>
                  <a:pt x="1499480" y="40530"/>
                </a:lnTo>
                <a:lnTo>
                  <a:pt x="1498953" y="40957"/>
                </a:lnTo>
                <a:lnTo>
                  <a:pt x="1498438" y="41396"/>
                </a:lnTo>
                <a:lnTo>
                  <a:pt x="1497936" y="41848"/>
                </a:lnTo>
                <a:lnTo>
                  <a:pt x="1497448" y="42313"/>
                </a:lnTo>
                <a:lnTo>
                  <a:pt x="1496972" y="42791"/>
                </a:lnTo>
                <a:lnTo>
                  <a:pt x="1496510" y="43282"/>
                </a:lnTo>
                <a:lnTo>
                  <a:pt x="1496060" y="43786"/>
                </a:lnTo>
                <a:lnTo>
                  <a:pt x="1495623" y="44303"/>
                </a:lnTo>
                <a:lnTo>
                  <a:pt x="1495199" y="44832"/>
                </a:lnTo>
                <a:lnTo>
                  <a:pt x="1494789" y="45374"/>
                </a:lnTo>
                <a:lnTo>
                  <a:pt x="1494393" y="45931"/>
                </a:lnTo>
                <a:lnTo>
                  <a:pt x="1494014" y="46503"/>
                </a:lnTo>
                <a:lnTo>
                  <a:pt x="1493652" y="47093"/>
                </a:lnTo>
                <a:lnTo>
                  <a:pt x="1493307" y="47698"/>
                </a:lnTo>
                <a:lnTo>
                  <a:pt x="1492978" y="48320"/>
                </a:lnTo>
                <a:lnTo>
                  <a:pt x="1492666" y="48958"/>
                </a:lnTo>
                <a:lnTo>
                  <a:pt x="1492372" y="49612"/>
                </a:lnTo>
                <a:lnTo>
                  <a:pt x="1492094" y="50282"/>
                </a:lnTo>
                <a:lnTo>
                  <a:pt x="1491833" y="50969"/>
                </a:lnTo>
                <a:lnTo>
                  <a:pt x="1491588" y="51672"/>
                </a:lnTo>
                <a:lnTo>
                  <a:pt x="1491361" y="52391"/>
                </a:lnTo>
                <a:lnTo>
                  <a:pt x="1491151" y="53127"/>
                </a:lnTo>
                <a:lnTo>
                  <a:pt x="1490957" y="53879"/>
                </a:lnTo>
                <a:lnTo>
                  <a:pt x="1490780" y="54647"/>
                </a:lnTo>
                <a:lnTo>
                  <a:pt x="1490620" y="55431"/>
                </a:lnTo>
                <a:lnTo>
                  <a:pt x="1490477" y="56232"/>
                </a:lnTo>
                <a:lnTo>
                  <a:pt x="1490351" y="57049"/>
                </a:lnTo>
                <a:lnTo>
                  <a:pt x="1490241" y="57882"/>
                </a:lnTo>
                <a:lnTo>
                  <a:pt x="1490148" y="58731"/>
                </a:lnTo>
                <a:lnTo>
                  <a:pt x="1490073" y="59597"/>
                </a:lnTo>
                <a:lnTo>
                  <a:pt x="1490014" y="60479"/>
                </a:lnTo>
                <a:lnTo>
                  <a:pt x="1489972" y="61377"/>
                </a:lnTo>
                <a:lnTo>
                  <a:pt x="1489946" y="62292"/>
                </a:lnTo>
                <a:lnTo>
                  <a:pt x="1489938" y="63223"/>
                </a:lnTo>
                <a:lnTo>
                  <a:pt x="1512012" y="63223"/>
                </a:lnTo>
                <a:lnTo>
                  <a:pt x="1512019" y="62590"/>
                </a:lnTo>
                <a:lnTo>
                  <a:pt x="1512043" y="61972"/>
                </a:lnTo>
                <a:lnTo>
                  <a:pt x="1512083" y="61369"/>
                </a:lnTo>
                <a:lnTo>
                  <a:pt x="1512138" y="60781"/>
                </a:lnTo>
                <a:lnTo>
                  <a:pt x="1512209" y="60208"/>
                </a:lnTo>
                <a:lnTo>
                  <a:pt x="1512295" y="59649"/>
                </a:lnTo>
                <a:lnTo>
                  <a:pt x="1512398" y="59105"/>
                </a:lnTo>
                <a:lnTo>
                  <a:pt x="1512516" y="58576"/>
                </a:lnTo>
                <a:lnTo>
                  <a:pt x="1512650" y="58061"/>
                </a:lnTo>
                <a:lnTo>
                  <a:pt x="1512800" y="57561"/>
                </a:lnTo>
                <a:lnTo>
                  <a:pt x="1512965" y="57077"/>
                </a:lnTo>
                <a:lnTo>
                  <a:pt x="1513146" y="56606"/>
                </a:lnTo>
                <a:lnTo>
                  <a:pt x="1513343" y="56151"/>
                </a:lnTo>
                <a:lnTo>
                  <a:pt x="1513556" y="55710"/>
                </a:lnTo>
                <a:lnTo>
                  <a:pt x="1513785" y="55285"/>
                </a:lnTo>
                <a:lnTo>
                  <a:pt x="1514029" y="54873"/>
                </a:lnTo>
                <a:lnTo>
                  <a:pt x="1514289" y="54477"/>
                </a:lnTo>
                <a:lnTo>
                  <a:pt x="1514565" y="54096"/>
                </a:lnTo>
                <a:lnTo>
                  <a:pt x="1514857" y="53729"/>
                </a:lnTo>
                <a:lnTo>
                  <a:pt x="1515164" y="53377"/>
                </a:lnTo>
                <a:lnTo>
                  <a:pt x="1515487" y="53040"/>
                </a:lnTo>
                <a:lnTo>
                  <a:pt x="1515826" y="52717"/>
                </a:lnTo>
                <a:lnTo>
                  <a:pt x="1516181" y="52409"/>
                </a:lnTo>
                <a:lnTo>
                  <a:pt x="1516551" y="52116"/>
                </a:lnTo>
                <a:lnTo>
                  <a:pt x="1516934" y="51837"/>
                </a:lnTo>
                <a:lnTo>
                  <a:pt x="1517325" y="51569"/>
                </a:lnTo>
                <a:lnTo>
                  <a:pt x="1517725" y="51313"/>
                </a:lnTo>
                <a:lnTo>
                  <a:pt x="1518133" y="51068"/>
                </a:lnTo>
                <a:lnTo>
                  <a:pt x="1518551" y="50836"/>
                </a:lnTo>
                <a:lnTo>
                  <a:pt x="1518976" y="50616"/>
                </a:lnTo>
                <a:lnTo>
                  <a:pt x="1519411" y="50408"/>
                </a:lnTo>
                <a:lnTo>
                  <a:pt x="1519854" y="50211"/>
                </a:lnTo>
                <a:lnTo>
                  <a:pt x="1520306" y="50027"/>
                </a:lnTo>
                <a:lnTo>
                  <a:pt x="1520766" y="49854"/>
                </a:lnTo>
                <a:lnTo>
                  <a:pt x="1521236" y="49693"/>
                </a:lnTo>
                <a:lnTo>
                  <a:pt x="1521713" y="49544"/>
                </a:lnTo>
                <a:lnTo>
                  <a:pt x="1522200" y="49407"/>
                </a:lnTo>
                <a:lnTo>
                  <a:pt x="1522695" y="49282"/>
                </a:lnTo>
                <a:lnTo>
                  <a:pt x="1523199" y="49169"/>
                </a:lnTo>
                <a:lnTo>
                  <a:pt x="1523711" y="49068"/>
                </a:lnTo>
                <a:lnTo>
                  <a:pt x="1524232" y="48979"/>
                </a:lnTo>
                <a:lnTo>
                  <a:pt x="1524762" y="48901"/>
                </a:lnTo>
                <a:lnTo>
                  <a:pt x="1525300" y="48836"/>
                </a:lnTo>
                <a:lnTo>
                  <a:pt x="1525847" y="48782"/>
                </a:lnTo>
                <a:lnTo>
                  <a:pt x="1526403" y="48740"/>
                </a:lnTo>
                <a:lnTo>
                  <a:pt x="1526967" y="48711"/>
                </a:lnTo>
                <a:lnTo>
                  <a:pt x="1527540" y="48693"/>
                </a:lnTo>
                <a:lnTo>
                  <a:pt x="1528122" y="48687"/>
                </a:lnTo>
                <a:lnTo>
                  <a:pt x="1528652" y="48692"/>
                </a:lnTo>
                <a:lnTo>
                  <a:pt x="1529174" y="48709"/>
                </a:lnTo>
                <a:lnTo>
                  <a:pt x="1529687" y="48737"/>
                </a:lnTo>
                <a:lnTo>
                  <a:pt x="1530193" y="48776"/>
                </a:lnTo>
                <a:lnTo>
                  <a:pt x="1530690" y="48826"/>
                </a:lnTo>
                <a:lnTo>
                  <a:pt x="1531179" y="48888"/>
                </a:lnTo>
                <a:lnTo>
                  <a:pt x="1531660" y="48960"/>
                </a:lnTo>
                <a:lnTo>
                  <a:pt x="1532132" y="49044"/>
                </a:lnTo>
                <a:lnTo>
                  <a:pt x="1532597" y="49139"/>
                </a:lnTo>
                <a:lnTo>
                  <a:pt x="1533053" y="49245"/>
                </a:lnTo>
                <a:lnTo>
                  <a:pt x="1533501" y="49362"/>
                </a:lnTo>
                <a:lnTo>
                  <a:pt x="1533941" y="49491"/>
                </a:lnTo>
                <a:lnTo>
                  <a:pt x="1534372" y="49630"/>
                </a:lnTo>
                <a:lnTo>
                  <a:pt x="1534796" y="49781"/>
                </a:lnTo>
                <a:lnTo>
                  <a:pt x="1535211" y="49943"/>
                </a:lnTo>
                <a:lnTo>
                  <a:pt x="1535618" y="50116"/>
                </a:lnTo>
                <a:lnTo>
                  <a:pt x="1536017" y="50300"/>
                </a:lnTo>
                <a:lnTo>
                  <a:pt x="1536408" y="50495"/>
                </a:lnTo>
                <a:lnTo>
                  <a:pt x="1536790" y="50702"/>
                </a:lnTo>
                <a:lnTo>
                  <a:pt x="1537165" y="50920"/>
                </a:lnTo>
                <a:lnTo>
                  <a:pt x="1537531" y="51149"/>
                </a:lnTo>
                <a:lnTo>
                  <a:pt x="1537889" y="51389"/>
                </a:lnTo>
                <a:lnTo>
                  <a:pt x="1538239" y="51640"/>
                </a:lnTo>
                <a:lnTo>
                  <a:pt x="1538580" y="51902"/>
                </a:lnTo>
                <a:lnTo>
                  <a:pt x="1538911" y="52180"/>
                </a:lnTo>
                <a:lnTo>
                  <a:pt x="1539227" y="52476"/>
                </a:lnTo>
                <a:lnTo>
                  <a:pt x="1539529" y="52792"/>
                </a:lnTo>
                <a:lnTo>
                  <a:pt x="1539818" y="53127"/>
                </a:lnTo>
                <a:lnTo>
                  <a:pt x="1540092" y="53481"/>
                </a:lnTo>
                <a:lnTo>
                  <a:pt x="1540352" y="53854"/>
                </a:lnTo>
                <a:lnTo>
                  <a:pt x="1540598" y="54247"/>
                </a:lnTo>
                <a:lnTo>
                  <a:pt x="1540830" y="54658"/>
                </a:lnTo>
                <a:lnTo>
                  <a:pt x="1541048" y="55089"/>
                </a:lnTo>
                <a:lnTo>
                  <a:pt x="1541252" y="55539"/>
                </a:lnTo>
                <a:lnTo>
                  <a:pt x="1541442" y="56008"/>
                </a:lnTo>
                <a:lnTo>
                  <a:pt x="1541618" y="56496"/>
                </a:lnTo>
                <a:lnTo>
                  <a:pt x="1541779" y="57003"/>
                </a:lnTo>
                <a:lnTo>
                  <a:pt x="1541927" y="57529"/>
                </a:lnTo>
                <a:lnTo>
                  <a:pt x="1542060" y="58075"/>
                </a:lnTo>
                <a:lnTo>
                  <a:pt x="1542180" y="58640"/>
                </a:lnTo>
                <a:lnTo>
                  <a:pt x="1542285" y="59223"/>
                </a:lnTo>
                <a:lnTo>
                  <a:pt x="1542377" y="59826"/>
                </a:lnTo>
                <a:lnTo>
                  <a:pt x="1542454" y="60448"/>
                </a:lnTo>
                <a:lnTo>
                  <a:pt x="1542518" y="61090"/>
                </a:lnTo>
                <a:lnTo>
                  <a:pt x="1542567" y="61750"/>
                </a:lnTo>
                <a:lnTo>
                  <a:pt x="1542602" y="62429"/>
                </a:lnTo>
                <a:lnTo>
                  <a:pt x="1542623" y="63128"/>
                </a:lnTo>
                <a:lnTo>
                  <a:pt x="1542630" y="63846"/>
                </a:lnTo>
                <a:lnTo>
                  <a:pt x="1542630" y="68622"/>
                </a:lnTo>
                <a:lnTo>
                  <a:pt x="1541206" y="68655"/>
                </a:lnTo>
                <a:lnTo>
                  <a:pt x="1539796" y="68694"/>
                </a:lnTo>
                <a:lnTo>
                  <a:pt x="1538401" y="68740"/>
                </a:lnTo>
                <a:lnTo>
                  <a:pt x="1537021" y="68792"/>
                </a:lnTo>
                <a:lnTo>
                  <a:pt x="1535656" y="68851"/>
                </a:lnTo>
                <a:lnTo>
                  <a:pt x="1534305" y="68916"/>
                </a:lnTo>
                <a:lnTo>
                  <a:pt x="1532969" y="68988"/>
                </a:lnTo>
                <a:lnTo>
                  <a:pt x="1531648" y="69066"/>
                </a:lnTo>
                <a:lnTo>
                  <a:pt x="1530341" y="69150"/>
                </a:lnTo>
                <a:lnTo>
                  <a:pt x="1529049" y="69241"/>
                </a:lnTo>
                <a:lnTo>
                  <a:pt x="1527771" y="69338"/>
                </a:lnTo>
                <a:lnTo>
                  <a:pt x="1526509" y="69441"/>
                </a:lnTo>
                <a:lnTo>
                  <a:pt x="1525261" y="69551"/>
                </a:lnTo>
                <a:lnTo>
                  <a:pt x="1524027" y="69668"/>
                </a:lnTo>
                <a:lnTo>
                  <a:pt x="1522809" y="69791"/>
                </a:lnTo>
                <a:lnTo>
                  <a:pt x="1521605" y="69920"/>
                </a:lnTo>
                <a:lnTo>
                  <a:pt x="1520415" y="70055"/>
                </a:lnTo>
                <a:lnTo>
                  <a:pt x="1519241" y="70197"/>
                </a:lnTo>
                <a:lnTo>
                  <a:pt x="1518081" y="70346"/>
                </a:lnTo>
                <a:lnTo>
                  <a:pt x="1516935" y="70500"/>
                </a:lnTo>
                <a:lnTo>
                  <a:pt x="1515805" y="70661"/>
                </a:lnTo>
                <a:lnTo>
                  <a:pt x="1514689" y="70829"/>
                </a:lnTo>
                <a:lnTo>
                  <a:pt x="1513588" y="71003"/>
                </a:lnTo>
                <a:lnTo>
                  <a:pt x="1512501" y="71183"/>
                </a:lnTo>
                <a:lnTo>
                  <a:pt x="1511432" y="71374"/>
                </a:lnTo>
                <a:lnTo>
                  <a:pt x="1510383" y="71578"/>
                </a:lnTo>
                <a:lnTo>
                  <a:pt x="1509353" y="71796"/>
                </a:lnTo>
                <a:lnTo>
                  <a:pt x="1508344" y="72028"/>
                </a:lnTo>
                <a:lnTo>
                  <a:pt x="1507354" y="72273"/>
                </a:lnTo>
                <a:lnTo>
                  <a:pt x="1506385" y="72532"/>
                </a:lnTo>
                <a:lnTo>
                  <a:pt x="1505435" y="72805"/>
                </a:lnTo>
                <a:lnTo>
                  <a:pt x="1504505" y="73091"/>
                </a:lnTo>
                <a:lnTo>
                  <a:pt x="1503596" y="73392"/>
                </a:lnTo>
                <a:lnTo>
                  <a:pt x="1502706" y="73706"/>
                </a:lnTo>
                <a:lnTo>
                  <a:pt x="1501836" y="74034"/>
                </a:lnTo>
                <a:lnTo>
                  <a:pt x="1500986" y="74375"/>
                </a:lnTo>
                <a:lnTo>
                  <a:pt x="1500156" y="74730"/>
                </a:lnTo>
                <a:lnTo>
                  <a:pt x="1499346" y="75099"/>
                </a:lnTo>
                <a:lnTo>
                  <a:pt x="1498556" y="75482"/>
                </a:lnTo>
                <a:lnTo>
                  <a:pt x="1497785" y="75878"/>
                </a:lnTo>
                <a:lnTo>
                  <a:pt x="1497035" y="76289"/>
                </a:lnTo>
                <a:lnTo>
                  <a:pt x="1496305" y="76713"/>
                </a:lnTo>
                <a:lnTo>
                  <a:pt x="1495594" y="77150"/>
                </a:lnTo>
                <a:lnTo>
                  <a:pt x="1494904" y="77602"/>
                </a:lnTo>
                <a:lnTo>
                  <a:pt x="1494233" y="78067"/>
                </a:lnTo>
                <a:lnTo>
                  <a:pt x="1493582" y="78546"/>
                </a:lnTo>
                <a:lnTo>
                  <a:pt x="1492952" y="79038"/>
                </a:lnTo>
                <a:lnTo>
                  <a:pt x="1492341" y="79544"/>
                </a:lnTo>
                <a:lnTo>
                  <a:pt x="1491753" y="80068"/>
                </a:lnTo>
                <a:lnTo>
                  <a:pt x="1491190" y="80612"/>
                </a:lnTo>
                <a:lnTo>
                  <a:pt x="1490651" y="81177"/>
                </a:lnTo>
                <a:lnTo>
                  <a:pt x="1490138" y="81762"/>
                </a:lnTo>
                <a:lnTo>
                  <a:pt x="1489650" y="82369"/>
                </a:lnTo>
                <a:lnTo>
                  <a:pt x="1489187" y="82996"/>
                </a:lnTo>
                <a:lnTo>
                  <a:pt x="1488749" y="83644"/>
                </a:lnTo>
                <a:lnTo>
                  <a:pt x="1488336" y="84312"/>
                </a:lnTo>
                <a:lnTo>
                  <a:pt x="1487948" y="85002"/>
                </a:lnTo>
                <a:lnTo>
                  <a:pt x="1487585" y="85712"/>
                </a:lnTo>
                <a:lnTo>
                  <a:pt x="1487247" y="86443"/>
                </a:lnTo>
                <a:lnTo>
                  <a:pt x="1486934" y="87194"/>
                </a:lnTo>
                <a:lnTo>
                  <a:pt x="1486646" y="87967"/>
                </a:lnTo>
                <a:lnTo>
                  <a:pt x="1486383" y="88760"/>
                </a:lnTo>
                <a:lnTo>
                  <a:pt x="1486145" y="89574"/>
                </a:lnTo>
                <a:lnTo>
                  <a:pt x="1485933" y="90408"/>
                </a:lnTo>
                <a:lnTo>
                  <a:pt x="1485745" y="91264"/>
                </a:lnTo>
                <a:lnTo>
                  <a:pt x="1485582" y="92140"/>
                </a:lnTo>
                <a:lnTo>
                  <a:pt x="1485444" y="93037"/>
                </a:lnTo>
                <a:lnTo>
                  <a:pt x="1485332" y="93954"/>
                </a:lnTo>
                <a:lnTo>
                  <a:pt x="1485244" y="94893"/>
                </a:lnTo>
                <a:lnTo>
                  <a:pt x="1485182" y="95852"/>
                </a:lnTo>
                <a:lnTo>
                  <a:pt x="1485144" y="96832"/>
                </a:lnTo>
                <a:lnTo>
                  <a:pt x="1485131" y="97833"/>
                </a:lnTo>
                <a:lnTo>
                  <a:pt x="1485138" y="98554"/>
                </a:lnTo>
                <a:lnTo>
                  <a:pt x="1485159" y="99265"/>
                </a:lnTo>
                <a:lnTo>
                  <a:pt x="1485193" y="99966"/>
                </a:lnTo>
                <a:lnTo>
                  <a:pt x="1485241" y="100657"/>
                </a:lnTo>
                <a:lnTo>
                  <a:pt x="1485303" y="101338"/>
                </a:lnTo>
                <a:lnTo>
                  <a:pt x="1485379" y="102009"/>
                </a:lnTo>
                <a:lnTo>
                  <a:pt x="1485468" y="102669"/>
                </a:lnTo>
                <a:lnTo>
                  <a:pt x="1485572" y="103320"/>
                </a:lnTo>
                <a:lnTo>
                  <a:pt x="1485688" y="103960"/>
                </a:lnTo>
                <a:lnTo>
                  <a:pt x="1485819" y="104590"/>
                </a:lnTo>
                <a:lnTo>
                  <a:pt x="1485964" y="105210"/>
                </a:lnTo>
                <a:lnTo>
                  <a:pt x="1486122" y="105820"/>
                </a:lnTo>
                <a:lnTo>
                  <a:pt x="1486294" y="106420"/>
                </a:lnTo>
                <a:lnTo>
                  <a:pt x="1486479" y="107010"/>
                </a:lnTo>
                <a:lnTo>
                  <a:pt x="1486679" y="107589"/>
                </a:lnTo>
                <a:lnTo>
                  <a:pt x="1486892" y="108159"/>
                </a:lnTo>
                <a:lnTo>
                  <a:pt x="1487119" y="108718"/>
                </a:lnTo>
                <a:lnTo>
                  <a:pt x="1487359" y="109267"/>
                </a:lnTo>
                <a:lnTo>
                  <a:pt x="1487614" y="109806"/>
                </a:lnTo>
                <a:lnTo>
                  <a:pt x="1487882" y="110335"/>
                </a:lnTo>
                <a:lnTo>
                  <a:pt x="1488164" y="110854"/>
                </a:lnTo>
                <a:lnTo>
                  <a:pt x="1488460" y="111362"/>
                </a:lnTo>
                <a:lnTo>
                  <a:pt x="1488769" y="111861"/>
                </a:lnTo>
                <a:lnTo>
                  <a:pt x="1489092" y="112349"/>
                </a:lnTo>
                <a:lnTo>
                  <a:pt x="1489427" y="112827"/>
                </a:lnTo>
                <a:lnTo>
                  <a:pt x="1489769" y="113295"/>
                </a:lnTo>
                <a:lnTo>
                  <a:pt x="1490121" y="113753"/>
                </a:lnTo>
                <a:lnTo>
                  <a:pt x="1490481" y="114200"/>
                </a:lnTo>
                <a:lnTo>
                  <a:pt x="1490849" y="114638"/>
                </a:lnTo>
                <a:lnTo>
                  <a:pt x="1491226" y="115065"/>
                </a:lnTo>
                <a:lnTo>
                  <a:pt x="1491611" y="115482"/>
                </a:lnTo>
                <a:lnTo>
                  <a:pt x="1492005" y="115889"/>
                </a:lnTo>
                <a:lnTo>
                  <a:pt x="1492407" y="116286"/>
                </a:lnTo>
                <a:lnTo>
                  <a:pt x="1492818" y="116673"/>
                </a:lnTo>
                <a:lnTo>
                  <a:pt x="1493237" y="117049"/>
                </a:lnTo>
                <a:lnTo>
                  <a:pt x="1493665" y="117416"/>
                </a:lnTo>
                <a:lnTo>
                  <a:pt x="1494101" y="117772"/>
                </a:lnTo>
                <a:lnTo>
                  <a:pt x="1494546" y="118118"/>
                </a:lnTo>
                <a:lnTo>
                  <a:pt x="1494999" y="118454"/>
                </a:lnTo>
                <a:lnTo>
                  <a:pt x="1495461" y="118780"/>
                </a:lnTo>
                <a:lnTo>
                  <a:pt x="1495932" y="119096"/>
                </a:lnTo>
                <a:lnTo>
                  <a:pt x="1496410" y="119401"/>
                </a:lnTo>
                <a:lnTo>
                  <a:pt x="1496898" y="119697"/>
                </a:lnTo>
                <a:lnTo>
                  <a:pt x="1497393" y="119982"/>
                </a:lnTo>
                <a:lnTo>
                  <a:pt x="1497898" y="120257"/>
                </a:lnTo>
                <a:lnTo>
                  <a:pt x="1498411" y="120522"/>
                </a:lnTo>
                <a:lnTo>
                  <a:pt x="1498932" y="120777"/>
                </a:lnTo>
                <a:lnTo>
                  <a:pt x="1499462" y="121022"/>
                </a:lnTo>
                <a:lnTo>
                  <a:pt x="1499997" y="121256"/>
                </a:lnTo>
                <a:lnTo>
                  <a:pt x="1500536" y="121481"/>
                </a:lnTo>
                <a:lnTo>
                  <a:pt x="1501079" y="121696"/>
                </a:lnTo>
                <a:lnTo>
                  <a:pt x="1501625" y="121901"/>
                </a:lnTo>
                <a:lnTo>
                  <a:pt x="1502174" y="122095"/>
                </a:lnTo>
                <a:lnTo>
                  <a:pt x="1502727" y="122280"/>
                </a:lnTo>
                <a:lnTo>
                  <a:pt x="1503283" y="122455"/>
                </a:lnTo>
                <a:lnTo>
                  <a:pt x="1503843" y="122620"/>
                </a:lnTo>
                <a:lnTo>
                  <a:pt x="1504406" y="122774"/>
                </a:lnTo>
                <a:lnTo>
                  <a:pt x="1504972" y="122919"/>
                </a:lnTo>
                <a:lnTo>
                  <a:pt x="1505542" y="123054"/>
                </a:lnTo>
                <a:lnTo>
                  <a:pt x="1506115" y="123179"/>
                </a:lnTo>
                <a:lnTo>
                  <a:pt x="1506691" y="123294"/>
                </a:lnTo>
                <a:lnTo>
                  <a:pt x="1507271" y="123398"/>
                </a:lnTo>
                <a:lnTo>
                  <a:pt x="1507855" y="123493"/>
                </a:lnTo>
                <a:lnTo>
                  <a:pt x="1508441" y="123578"/>
                </a:lnTo>
                <a:lnTo>
                  <a:pt x="1509032" y="123653"/>
                </a:lnTo>
                <a:lnTo>
                  <a:pt x="1509625" y="123718"/>
                </a:lnTo>
                <a:lnTo>
                  <a:pt x="1510222" y="123773"/>
                </a:lnTo>
                <a:lnTo>
                  <a:pt x="1510822" y="123818"/>
                </a:lnTo>
                <a:lnTo>
                  <a:pt x="1511426" y="123853"/>
                </a:lnTo>
                <a:lnTo>
                  <a:pt x="1512033" y="123878"/>
                </a:lnTo>
                <a:lnTo>
                  <a:pt x="1512644" y="123893"/>
                </a:lnTo>
                <a:lnTo>
                  <a:pt x="1513258" y="123898"/>
                </a:lnTo>
                <a:lnTo>
                  <a:pt x="1514047" y="123892"/>
                </a:lnTo>
                <a:lnTo>
                  <a:pt x="1514830" y="123875"/>
                </a:lnTo>
                <a:lnTo>
                  <a:pt x="1515604" y="123847"/>
                </a:lnTo>
                <a:lnTo>
                  <a:pt x="1516370" y="123808"/>
                </a:lnTo>
                <a:lnTo>
                  <a:pt x="1517129" y="123757"/>
                </a:lnTo>
                <a:close/>
                <a:moveTo>
                  <a:pt x="1518826" y="107580"/>
                </a:moveTo>
                <a:lnTo>
                  <a:pt x="1518412" y="107528"/>
                </a:lnTo>
                <a:lnTo>
                  <a:pt x="1518004" y="107467"/>
                </a:lnTo>
                <a:lnTo>
                  <a:pt x="1517604" y="107396"/>
                </a:lnTo>
                <a:lnTo>
                  <a:pt x="1517211" y="107315"/>
                </a:lnTo>
                <a:lnTo>
                  <a:pt x="1516824" y="107225"/>
                </a:lnTo>
                <a:lnTo>
                  <a:pt x="1516445" y="107126"/>
                </a:lnTo>
                <a:lnTo>
                  <a:pt x="1516073" y="107017"/>
                </a:lnTo>
                <a:lnTo>
                  <a:pt x="1515707" y="106899"/>
                </a:lnTo>
                <a:lnTo>
                  <a:pt x="1515348" y="106771"/>
                </a:lnTo>
                <a:lnTo>
                  <a:pt x="1514997" y="106634"/>
                </a:lnTo>
                <a:lnTo>
                  <a:pt x="1514652" y="106487"/>
                </a:lnTo>
                <a:lnTo>
                  <a:pt x="1514314" y="106331"/>
                </a:lnTo>
                <a:lnTo>
                  <a:pt x="1513984" y="106165"/>
                </a:lnTo>
                <a:lnTo>
                  <a:pt x="1513660" y="105990"/>
                </a:lnTo>
                <a:lnTo>
                  <a:pt x="1513343" y="105806"/>
                </a:lnTo>
                <a:lnTo>
                  <a:pt x="1513033" y="105612"/>
                </a:lnTo>
                <a:lnTo>
                  <a:pt x="1512730" y="105408"/>
                </a:lnTo>
                <a:lnTo>
                  <a:pt x="1512434" y="105195"/>
                </a:lnTo>
                <a:lnTo>
                  <a:pt x="1512145" y="104973"/>
                </a:lnTo>
                <a:lnTo>
                  <a:pt x="1511865" y="104740"/>
                </a:lnTo>
                <a:lnTo>
                  <a:pt x="1511598" y="104498"/>
                </a:lnTo>
                <a:lnTo>
                  <a:pt x="1511342" y="104246"/>
                </a:lnTo>
                <a:lnTo>
                  <a:pt x="1511098" y="103983"/>
                </a:lnTo>
                <a:lnTo>
                  <a:pt x="1510866" y="103711"/>
                </a:lnTo>
                <a:lnTo>
                  <a:pt x="1510646" y="103428"/>
                </a:lnTo>
                <a:lnTo>
                  <a:pt x="1510438" y="103135"/>
                </a:lnTo>
                <a:lnTo>
                  <a:pt x="1510241" y="102832"/>
                </a:lnTo>
                <a:lnTo>
                  <a:pt x="1510057" y="102519"/>
                </a:lnTo>
                <a:lnTo>
                  <a:pt x="1509884" y="102196"/>
                </a:lnTo>
                <a:lnTo>
                  <a:pt x="1509724" y="101863"/>
                </a:lnTo>
                <a:lnTo>
                  <a:pt x="1509575" y="101519"/>
                </a:lnTo>
                <a:lnTo>
                  <a:pt x="1509438" y="101166"/>
                </a:lnTo>
                <a:lnTo>
                  <a:pt x="1509313" y="100803"/>
                </a:lnTo>
                <a:lnTo>
                  <a:pt x="1509200" y="100429"/>
                </a:lnTo>
                <a:lnTo>
                  <a:pt x="1509099" y="100045"/>
                </a:lnTo>
                <a:lnTo>
                  <a:pt x="1509010" y="99651"/>
                </a:lnTo>
                <a:lnTo>
                  <a:pt x="1508932" y="99247"/>
                </a:lnTo>
                <a:lnTo>
                  <a:pt x="1508867" y="98833"/>
                </a:lnTo>
                <a:lnTo>
                  <a:pt x="1508814" y="98409"/>
                </a:lnTo>
                <a:lnTo>
                  <a:pt x="1508772" y="97975"/>
                </a:lnTo>
                <a:lnTo>
                  <a:pt x="1508742" y="97531"/>
                </a:lnTo>
                <a:lnTo>
                  <a:pt x="1508724" y="97076"/>
                </a:lnTo>
                <a:lnTo>
                  <a:pt x="1508718" y="96612"/>
                </a:lnTo>
                <a:lnTo>
                  <a:pt x="1508731" y="95968"/>
                </a:lnTo>
                <a:lnTo>
                  <a:pt x="1508770" y="95339"/>
                </a:lnTo>
                <a:lnTo>
                  <a:pt x="1508835" y="94725"/>
                </a:lnTo>
                <a:lnTo>
                  <a:pt x="1508926" y="94126"/>
                </a:lnTo>
                <a:lnTo>
                  <a:pt x="1509043" y="93542"/>
                </a:lnTo>
                <a:lnTo>
                  <a:pt x="1509186" y="92973"/>
                </a:lnTo>
                <a:lnTo>
                  <a:pt x="1509354" y="92420"/>
                </a:lnTo>
                <a:lnTo>
                  <a:pt x="1509549" y="91881"/>
                </a:lnTo>
                <a:lnTo>
                  <a:pt x="1509770" y="91357"/>
                </a:lnTo>
                <a:lnTo>
                  <a:pt x="1510016" y="90848"/>
                </a:lnTo>
                <a:lnTo>
                  <a:pt x="1510289" y="90354"/>
                </a:lnTo>
                <a:lnTo>
                  <a:pt x="1510587" y="89875"/>
                </a:lnTo>
                <a:lnTo>
                  <a:pt x="1510912" y="89411"/>
                </a:lnTo>
                <a:lnTo>
                  <a:pt x="1511262" y="88962"/>
                </a:lnTo>
                <a:lnTo>
                  <a:pt x="1511639" y="88528"/>
                </a:lnTo>
                <a:lnTo>
                  <a:pt x="1512041" y="88109"/>
                </a:lnTo>
                <a:lnTo>
                  <a:pt x="1512470" y="87705"/>
                </a:lnTo>
                <a:lnTo>
                  <a:pt x="1512924" y="87316"/>
                </a:lnTo>
                <a:lnTo>
                  <a:pt x="1513404" y="86942"/>
                </a:lnTo>
                <a:lnTo>
                  <a:pt x="1513910" y="86583"/>
                </a:lnTo>
                <a:lnTo>
                  <a:pt x="1514443" y="86239"/>
                </a:lnTo>
                <a:lnTo>
                  <a:pt x="1515001" y="85910"/>
                </a:lnTo>
                <a:lnTo>
                  <a:pt x="1515585" y="85596"/>
                </a:lnTo>
                <a:lnTo>
                  <a:pt x="1516195" y="85297"/>
                </a:lnTo>
                <a:lnTo>
                  <a:pt x="1516837" y="85011"/>
                </a:lnTo>
                <a:lnTo>
                  <a:pt x="1517519" y="84737"/>
                </a:lnTo>
                <a:lnTo>
                  <a:pt x="1518239" y="84475"/>
                </a:lnTo>
                <a:lnTo>
                  <a:pt x="1518999" y="84225"/>
                </a:lnTo>
                <a:lnTo>
                  <a:pt x="1519797" y="83986"/>
                </a:lnTo>
                <a:lnTo>
                  <a:pt x="1520634" y="83760"/>
                </a:lnTo>
                <a:lnTo>
                  <a:pt x="1521510" y="83545"/>
                </a:lnTo>
                <a:lnTo>
                  <a:pt x="1522425" y="83342"/>
                </a:lnTo>
                <a:lnTo>
                  <a:pt x="1523379" y="83151"/>
                </a:lnTo>
                <a:lnTo>
                  <a:pt x="1524372" y="82972"/>
                </a:lnTo>
                <a:lnTo>
                  <a:pt x="1525404" y="82805"/>
                </a:lnTo>
                <a:lnTo>
                  <a:pt x="1526475" y="82649"/>
                </a:lnTo>
                <a:lnTo>
                  <a:pt x="1527585" y="82506"/>
                </a:lnTo>
                <a:lnTo>
                  <a:pt x="1528734" y="82374"/>
                </a:lnTo>
                <a:lnTo>
                  <a:pt x="1529921" y="82254"/>
                </a:lnTo>
                <a:lnTo>
                  <a:pt x="1531148" y="82145"/>
                </a:lnTo>
                <a:lnTo>
                  <a:pt x="1532414" y="82049"/>
                </a:lnTo>
                <a:lnTo>
                  <a:pt x="1533718" y="81965"/>
                </a:lnTo>
                <a:lnTo>
                  <a:pt x="1535062" y="81892"/>
                </a:lnTo>
                <a:lnTo>
                  <a:pt x="1536444" y="81831"/>
                </a:lnTo>
                <a:lnTo>
                  <a:pt x="1537865" y="81782"/>
                </a:lnTo>
                <a:lnTo>
                  <a:pt x="1539326" y="81745"/>
                </a:lnTo>
                <a:lnTo>
                  <a:pt x="1540825" y="81719"/>
                </a:lnTo>
                <a:lnTo>
                  <a:pt x="1542363" y="81706"/>
                </a:lnTo>
                <a:lnTo>
                  <a:pt x="1542363" y="96066"/>
                </a:lnTo>
                <a:lnTo>
                  <a:pt x="1542077" y="96443"/>
                </a:lnTo>
                <a:lnTo>
                  <a:pt x="1541784" y="96817"/>
                </a:lnTo>
                <a:lnTo>
                  <a:pt x="1541482" y="97186"/>
                </a:lnTo>
                <a:lnTo>
                  <a:pt x="1541173" y="97553"/>
                </a:lnTo>
                <a:lnTo>
                  <a:pt x="1540855" y="97916"/>
                </a:lnTo>
                <a:lnTo>
                  <a:pt x="1540530" y="98275"/>
                </a:lnTo>
                <a:lnTo>
                  <a:pt x="1540197" y="98631"/>
                </a:lnTo>
                <a:lnTo>
                  <a:pt x="1539856" y="98984"/>
                </a:lnTo>
                <a:lnTo>
                  <a:pt x="1539507" y="99333"/>
                </a:lnTo>
                <a:lnTo>
                  <a:pt x="1539150" y="99679"/>
                </a:lnTo>
                <a:lnTo>
                  <a:pt x="1538786" y="100021"/>
                </a:lnTo>
                <a:lnTo>
                  <a:pt x="1538413" y="100360"/>
                </a:lnTo>
                <a:lnTo>
                  <a:pt x="1538033" y="100695"/>
                </a:lnTo>
                <a:lnTo>
                  <a:pt x="1537645" y="101027"/>
                </a:lnTo>
                <a:lnTo>
                  <a:pt x="1537249" y="101355"/>
                </a:lnTo>
                <a:lnTo>
                  <a:pt x="1536845" y="101680"/>
                </a:lnTo>
                <a:lnTo>
                  <a:pt x="1536433" y="102001"/>
                </a:lnTo>
                <a:lnTo>
                  <a:pt x="1536013" y="102319"/>
                </a:lnTo>
                <a:lnTo>
                  <a:pt x="1535585" y="102634"/>
                </a:lnTo>
                <a:lnTo>
                  <a:pt x="1535150" y="102945"/>
                </a:lnTo>
                <a:lnTo>
                  <a:pt x="1534706" y="103253"/>
                </a:lnTo>
                <a:lnTo>
                  <a:pt x="1534255" y="103557"/>
                </a:lnTo>
                <a:lnTo>
                  <a:pt x="1533796" y="103858"/>
                </a:lnTo>
                <a:lnTo>
                  <a:pt x="1533329" y="104155"/>
                </a:lnTo>
                <a:lnTo>
                  <a:pt x="1532856" y="104444"/>
                </a:lnTo>
                <a:lnTo>
                  <a:pt x="1532380" y="104721"/>
                </a:lnTo>
                <a:lnTo>
                  <a:pt x="1531900" y="104985"/>
                </a:lnTo>
                <a:lnTo>
                  <a:pt x="1531416" y="105238"/>
                </a:lnTo>
                <a:lnTo>
                  <a:pt x="1530929" y="105478"/>
                </a:lnTo>
                <a:lnTo>
                  <a:pt x="1530439" y="105705"/>
                </a:lnTo>
                <a:lnTo>
                  <a:pt x="1529945" y="105921"/>
                </a:lnTo>
                <a:lnTo>
                  <a:pt x="1529447" y="106124"/>
                </a:lnTo>
                <a:lnTo>
                  <a:pt x="1528946" y="106314"/>
                </a:lnTo>
                <a:lnTo>
                  <a:pt x="1528441" y="106493"/>
                </a:lnTo>
                <a:lnTo>
                  <a:pt x="1527933" y="106659"/>
                </a:lnTo>
                <a:lnTo>
                  <a:pt x="1527421" y="106813"/>
                </a:lnTo>
                <a:lnTo>
                  <a:pt x="1526906" y="106954"/>
                </a:lnTo>
                <a:lnTo>
                  <a:pt x="1526387" y="107083"/>
                </a:lnTo>
                <a:lnTo>
                  <a:pt x="1525864" y="107200"/>
                </a:lnTo>
                <a:lnTo>
                  <a:pt x="1525338" y="107305"/>
                </a:lnTo>
                <a:lnTo>
                  <a:pt x="1524808" y="107397"/>
                </a:lnTo>
                <a:lnTo>
                  <a:pt x="1524275" y="107477"/>
                </a:lnTo>
                <a:lnTo>
                  <a:pt x="1523738" y="107545"/>
                </a:lnTo>
                <a:lnTo>
                  <a:pt x="1523198" y="107600"/>
                </a:lnTo>
                <a:lnTo>
                  <a:pt x="1522654" y="107643"/>
                </a:lnTo>
                <a:lnTo>
                  <a:pt x="1522107" y="107674"/>
                </a:lnTo>
                <a:lnTo>
                  <a:pt x="1521556" y="107692"/>
                </a:lnTo>
                <a:lnTo>
                  <a:pt x="1521001" y="107699"/>
                </a:lnTo>
                <a:lnTo>
                  <a:pt x="1520552" y="107694"/>
                </a:lnTo>
                <a:lnTo>
                  <a:pt x="1520110" y="107680"/>
                </a:lnTo>
                <a:lnTo>
                  <a:pt x="1519675" y="107656"/>
                </a:lnTo>
                <a:lnTo>
                  <a:pt x="1519247" y="107623"/>
                </a:lnTo>
                <a:lnTo>
                  <a:pt x="1518826" y="107580"/>
                </a:lnTo>
                <a:close/>
                <a:moveTo>
                  <a:pt x="1632112" y="123721"/>
                </a:moveTo>
                <a:lnTo>
                  <a:pt x="1633027" y="123643"/>
                </a:lnTo>
                <a:lnTo>
                  <a:pt x="1633933" y="123551"/>
                </a:lnTo>
                <a:lnTo>
                  <a:pt x="1634830" y="123445"/>
                </a:lnTo>
                <a:lnTo>
                  <a:pt x="1635718" y="123324"/>
                </a:lnTo>
                <a:lnTo>
                  <a:pt x="1636597" y="123190"/>
                </a:lnTo>
                <a:lnTo>
                  <a:pt x="1637467" y="123041"/>
                </a:lnTo>
                <a:lnTo>
                  <a:pt x="1638328" y="122878"/>
                </a:lnTo>
                <a:lnTo>
                  <a:pt x="1639180" y="122701"/>
                </a:lnTo>
                <a:lnTo>
                  <a:pt x="1640024" y="122510"/>
                </a:lnTo>
                <a:lnTo>
                  <a:pt x="1640858" y="122305"/>
                </a:lnTo>
                <a:lnTo>
                  <a:pt x="1641683" y="122086"/>
                </a:lnTo>
                <a:lnTo>
                  <a:pt x="1642500" y="121852"/>
                </a:lnTo>
                <a:lnTo>
                  <a:pt x="1643307" y="121604"/>
                </a:lnTo>
                <a:lnTo>
                  <a:pt x="1644105" y="121342"/>
                </a:lnTo>
                <a:lnTo>
                  <a:pt x="1644895" y="121066"/>
                </a:lnTo>
                <a:lnTo>
                  <a:pt x="1645675" y="120776"/>
                </a:lnTo>
                <a:lnTo>
                  <a:pt x="1646447" y="120471"/>
                </a:lnTo>
                <a:lnTo>
                  <a:pt x="1647210" y="120153"/>
                </a:lnTo>
                <a:lnTo>
                  <a:pt x="1647963" y="119820"/>
                </a:lnTo>
                <a:lnTo>
                  <a:pt x="1648706" y="119474"/>
                </a:lnTo>
                <a:lnTo>
                  <a:pt x="1649435" y="119114"/>
                </a:lnTo>
                <a:lnTo>
                  <a:pt x="1650151" y="118741"/>
                </a:lnTo>
                <a:lnTo>
                  <a:pt x="1650855" y="118355"/>
                </a:lnTo>
                <a:lnTo>
                  <a:pt x="1651545" y="117956"/>
                </a:lnTo>
                <a:lnTo>
                  <a:pt x="1652222" y="117544"/>
                </a:lnTo>
                <a:lnTo>
                  <a:pt x="1652885" y="117118"/>
                </a:lnTo>
                <a:lnTo>
                  <a:pt x="1653536" y="116679"/>
                </a:lnTo>
                <a:lnTo>
                  <a:pt x="1654173" y="116227"/>
                </a:lnTo>
                <a:lnTo>
                  <a:pt x="1654798" y="115762"/>
                </a:lnTo>
                <a:lnTo>
                  <a:pt x="1655409" y="115284"/>
                </a:lnTo>
                <a:lnTo>
                  <a:pt x="1656007" y="114792"/>
                </a:lnTo>
                <a:lnTo>
                  <a:pt x="1656592" y="114287"/>
                </a:lnTo>
                <a:lnTo>
                  <a:pt x="1657164" y="113769"/>
                </a:lnTo>
                <a:lnTo>
                  <a:pt x="1657723" y="113238"/>
                </a:lnTo>
                <a:lnTo>
                  <a:pt x="1658268" y="112693"/>
                </a:lnTo>
                <a:lnTo>
                  <a:pt x="1658801" y="112136"/>
                </a:lnTo>
                <a:lnTo>
                  <a:pt x="1659320" y="111565"/>
                </a:lnTo>
                <a:lnTo>
                  <a:pt x="1659826" y="110981"/>
                </a:lnTo>
                <a:lnTo>
                  <a:pt x="1660319" y="110384"/>
                </a:lnTo>
                <a:lnTo>
                  <a:pt x="1660799" y="109773"/>
                </a:lnTo>
                <a:lnTo>
                  <a:pt x="1661266" y="109150"/>
                </a:lnTo>
                <a:lnTo>
                  <a:pt x="1661719" y="108513"/>
                </a:lnTo>
                <a:lnTo>
                  <a:pt x="1662160" y="107863"/>
                </a:lnTo>
                <a:lnTo>
                  <a:pt x="1662585" y="107199"/>
                </a:lnTo>
                <a:lnTo>
                  <a:pt x="1662993" y="106524"/>
                </a:lnTo>
                <a:lnTo>
                  <a:pt x="1663384" y="105835"/>
                </a:lnTo>
                <a:lnTo>
                  <a:pt x="1663758" y="105134"/>
                </a:lnTo>
                <a:lnTo>
                  <a:pt x="1664115" y="104421"/>
                </a:lnTo>
                <a:lnTo>
                  <a:pt x="1664454" y="103695"/>
                </a:lnTo>
                <a:lnTo>
                  <a:pt x="1664777" y="102956"/>
                </a:lnTo>
                <a:lnTo>
                  <a:pt x="1665082" y="102205"/>
                </a:lnTo>
                <a:lnTo>
                  <a:pt x="1665370" y="101441"/>
                </a:lnTo>
                <a:lnTo>
                  <a:pt x="1665641" y="100664"/>
                </a:lnTo>
                <a:lnTo>
                  <a:pt x="1665895" y="99875"/>
                </a:lnTo>
                <a:lnTo>
                  <a:pt x="1666132" y="99074"/>
                </a:lnTo>
                <a:lnTo>
                  <a:pt x="1666351" y="98260"/>
                </a:lnTo>
                <a:lnTo>
                  <a:pt x="1666554" y="97433"/>
                </a:lnTo>
                <a:lnTo>
                  <a:pt x="1666739" y="96594"/>
                </a:lnTo>
                <a:lnTo>
                  <a:pt x="1666907" y="95742"/>
                </a:lnTo>
                <a:lnTo>
                  <a:pt x="1667058" y="94877"/>
                </a:lnTo>
                <a:lnTo>
                  <a:pt x="1667191" y="94000"/>
                </a:lnTo>
                <a:lnTo>
                  <a:pt x="1667308" y="93110"/>
                </a:lnTo>
                <a:lnTo>
                  <a:pt x="1667407" y="92208"/>
                </a:lnTo>
                <a:lnTo>
                  <a:pt x="1667490" y="91293"/>
                </a:lnTo>
                <a:lnTo>
                  <a:pt x="1667555" y="90366"/>
                </a:lnTo>
                <a:lnTo>
                  <a:pt x="1667603" y="89426"/>
                </a:lnTo>
                <a:lnTo>
                  <a:pt x="1667634" y="88473"/>
                </a:lnTo>
                <a:lnTo>
                  <a:pt x="1644759" y="88473"/>
                </a:lnTo>
                <a:lnTo>
                  <a:pt x="1644736" y="89151"/>
                </a:lnTo>
                <a:lnTo>
                  <a:pt x="1644699" y="89817"/>
                </a:lnTo>
                <a:lnTo>
                  <a:pt x="1644646" y="90469"/>
                </a:lnTo>
                <a:lnTo>
                  <a:pt x="1644577" y="91109"/>
                </a:lnTo>
                <a:lnTo>
                  <a:pt x="1644494" y="91735"/>
                </a:lnTo>
                <a:lnTo>
                  <a:pt x="1644395" y="92349"/>
                </a:lnTo>
                <a:lnTo>
                  <a:pt x="1644280" y="92950"/>
                </a:lnTo>
                <a:lnTo>
                  <a:pt x="1644151" y="93537"/>
                </a:lnTo>
                <a:lnTo>
                  <a:pt x="1644006" y="94112"/>
                </a:lnTo>
                <a:lnTo>
                  <a:pt x="1643846" y="94673"/>
                </a:lnTo>
                <a:lnTo>
                  <a:pt x="1643670" y="95222"/>
                </a:lnTo>
                <a:lnTo>
                  <a:pt x="1643479" y="95758"/>
                </a:lnTo>
                <a:lnTo>
                  <a:pt x="1643273" y="96280"/>
                </a:lnTo>
                <a:lnTo>
                  <a:pt x="1643052" y="96790"/>
                </a:lnTo>
                <a:lnTo>
                  <a:pt x="1642815" y="97287"/>
                </a:lnTo>
                <a:lnTo>
                  <a:pt x="1642563" y="97771"/>
                </a:lnTo>
                <a:lnTo>
                  <a:pt x="1642296" y="98241"/>
                </a:lnTo>
                <a:lnTo>
                  <a:pt x="1642014" y="98699"/>
                </a:lnTo>
                <a:lnTo>
                  <a:pt x="1641716" y="99144"/>
                </a:lnTo>
                <a:lnTo>
                  <a:pt x="1641403" y="99576"/>
                </a:lnTo>
                <a:lnTo>
                  <a:pt x="1641074" y="99995"/>
                </a:lnTo>
                <a:lnTo>
                  <a:pt x="1640730" y="100400"/>
                </a:lnTo>
                <a:lnTo>
                  <a:pt x="1640371" y="100793"/>
                </a:lnTo>
                <a:lnTo>
                  <a:pt x="1639997" y="101173"/>
                </a:lnTo>
                <a:lnTo>
                  <a:pt x="1639609" y="101539"/>
                </a:lnTo>
                <a:lnTo>
                  <a:pt x="1639210" y="101888"/>
                </a:lnTo>
                <a:lnTo>
                  <a:pt x="1638799" y="102223"/>
                </a:lnTo>
                <a:lnTo>
                  <a:pt x="1638376" y="102542"/>
                </a:lnTo>
                <a:lnTo>
                  <a:pt x="1637942" y="102845"/>
                </a:lnTo>
                <a:lnTo>
                  <a:pt x="1637496" y="103132"/>
                </a:lnTo>
                <a:lnTo>
                  <a:pt x="1637039" y="103404"/>
                </a:lnTo>
                <a:lnTo>
                  <a:pt x="1636570" y="103661"/>
                </a:lnTo>
                <a:lnTo>
                  <a:pt x="1636090" y="103902"/>
                </a:lnTo>
                <a:lnTo>
                  <a:pt x="1635598" y="104128"/>
                </a:lnTo>
                <a:lnTo>
                  <a:pt x="1635094" y="104337"/>
                </a:lnTo>
                <a:lnTo>
                  <a:pt x="1634579" y="104532"/>
                </a:lnTo>
                <a:lnTo>
                  <a:pt x="1634052" y="104711"/>
                </a:lnTo>
                <a:lnTo>
                  <a:pt x="1633513" y="104874"/>
                </a:lnTo>
                <a:lnTo>
                  <a:pt x="1632963" y="105022"/>
                </a:lnTo>
                <a:lnTo>
                  <a:pt x="1632402" y="105154"/>
                </a:lnTo>
                <a:lnTo>
                  <a:pt x="1631829" y="105270"/>
                </a:lnTo>
                <a:lnTo>
                  <a:pt x="1631244" y="105371"/>
                </a:lnTo>
                <a:lnTo>
                  <a:pt x="1630647" y="105457"/>
                </a:lnTo>
                <a:lnTo>
                  <a:pt x="1630039" y="105527"/>
                </a:lnTo>
                <a:lnTo>
                  <a:pt x="1629420" y="105581"/>
                </a:lnTo>
                <a:lnTo>
                  <a:pt x="1628789" y="105620"/>
                </a:lnTo>
                <a:lnTo>
                  <a:pt x="1628146" y="105644"/>
                </a:lnTo>
                <a:lnTo>
                  <a:pt x="1627492" y="105651"/>
                </a:lnTo>
                <a:lnTo>
                  <a:pt x="1626932" y="105646"/>
                </a:lnTo>
                <a:lnTo>
                  <a:pt x="1626381" y="105629"/>
                </a:lnTo>
                <a:lnTo>
                  <a:pt x="1625839" y="105602"/>
                </a:lnTo>
                <a:lnTo>
                  <a:pt x="1625305" y="105564"/>
                </a:lnTo>
                <a:lnTo>
                  <a:pt x="1624779" y="105515"/>
                </a:lnTo>
                <a:lnTo>
                  <a:pt x="1624262" y="105454"/>
                </a:lnTo>
                <a:lnTo>
                  <a:pt x="1623754" y="105383"/>
                </a:lnTo>
                <a:lnTo>
                  <a:pt x="1623254" y="105301"/>
                </a:lnTo>
                <a:lnTo>
                  <a:pt x="1622762" y="105208"/>
                </a:lnTo>
                <a:lnTo>
                  <a:pt x="1622279" y="105104"/>
                </a:lnTo>
                <a:lnTo>
                  <a:pt x="1621805" y="104989"/>
                </a:lnTo>
                <a:lnTo>
                  <a:pt x="1621339" y="104863"/>
                </a:lnTo>
                <a:lnTo>
                  <a:pt x="1620881" y="104727"/>
                </a:lnTo>
                <a:lnTo>
                  <a:pt x="1620432" y="104579"/>
                </a:lnTo>
                <a:lnTo>
                  <a:pt x="1619992" y="104420"/>
                </a:lnTo>
                <a:lnTo>
                  <a:pt x="1619560" y="104251"/>
                </a:lnTo>
                <a:lnTo>
                  <a:pt x="1619137" y="104070"/>
                </a:lnTo>
                <a:lnTo>
                  <a:pt x="1618722" y="103879"/>
                </a:lnTo>
                <a:lnTo>
                  <a:pt x="1618315" y="103676"/>
                </a:lnTo>
                <a:lnTo>
                  <a:pt x="1617917" y="103463"/>
                </a:lnTo>
                <a:lnTo>
                  <a:pt x="1617528" y="103239"/>
                </a:lnTo>
                <a:lnTo>
                  <a:pt x="1617147" y="103003"/>
                </a:lnTo>
                <a:lnTo>
                  <a:pt x="1616774" y="102757"/>
                </a:lnTo>
                <a:lnTo>
                  <a:pt x="1616410" y="102500"/>
                </a:lnTo>
                <a:lnTo>
                  <a:pt x="1616054" y="102232"/>
                </a:lnTo>
                <a:lnTo>
                  <a:pt x="1615707" y="101955"/>
                </a:lnTo>
                <a:lnTo>
                  <a:pt x="1615367" y="101667"/>
                </a:lnTo>
                <a:lnTo>
                  <a:pt x="1615036" y="101370"/>
                </a:lnTo>
                <a:lnTo>
                  <a:pt x="1614712" y="101063"/>
                </a:lnTo>
                <a:lnTo>
                  <a:pt x="1614396" y="100746"/>
                </a:lnTo>
                <a:lnTo>
                  <a:pt x="1614089" y="100419"/>
                </a:lnTo>
                <a:lnTo>
                  <a:pt x="1613789" y="100083"/>
                </a:lnTo>
                <a:lnTo>
                  <a:pt x="1613498" y="99736"/>
                </a:lnTo>
                <a:lnTo>
                  <a:pt x="1613215" y="99380"/>
                </a:lnTo>
                <a:lnTo>
                  <a:pt x="1612939" y="99014"/>
                </a:lnTo>
                <a:lnTo>
                  <a:pt x="1612672" y="98638"/>
                </a:lnTo>
                <a:lnTo>
                  <a:pt x="1612413" y="98252"/>
                </a:lnTo>
                <a:lnTo>
                  <a:pt x="1612161" y="97857"/>
                </a:lnTo>
                <a:lnTo>
                  <a:pt x="1611918" y="97451"/>
                </a:lnTo>
                <a:lnTo>
                  <a:pt x="1611683" y="97036"/>
                </a:lnTo>
                <a:lnTo>
                  <a:pt x="1611456" y="96611"/>
                </a:lnTo>
                <a:lnTo>
                  <a:pt x="1611237" y="96176"/>
                </a:lnTo>
                <a:lnTo>
                  <a:pt x="1611026" y="95731"/>
                </a:lnTo>
                <a:lnTo>
                  <a:pt x="1610823" y="95277"/>
                </a:lnTo>
                <a:lnTo>
                  <a:pt x="1610627" y="94812"/>
                </a:lnTo>
                <a:lnTo>
                  <a:pt x="1610441" y="94338"/>
                </a:lnTo>
                <a:lnTo>
                  <a:pt x="1610262" y="93854"/>
                </a:lnTo>
                <a:lnTo>
                  <a:pt x="1610091" y="93360"/>
                </a:lnTo>
                <a:lnTo>
                  <a:pt x="1609927" y="92857"/>
                </a:lnTo>
                <a:lnTo>
                  <a:pt x="1609771" y="92345"/>
                </a:lnTo>
                <a:lnTo>
                  <a:pt x="1609621" y="91824"/>
                </a:lnTo>
                <a:lnTo>
                  <a:pt x="1609479" y="91294"/>
                </a:lnTo>
                <a:lnTo>
                  <a:pt x="1609343" y="90756"/>
                </a:lnTo>
                <a:lnTo>
                  <a:pt x="1609215" y="90209"/>
                </a:lnTo>
                <a:lnTo>
                  <a:pt x="1609093" y="89653"/>
                </a:lnTo>
                <a:lnTo>
                  <a:pt x="1608978" y="89089"/>
                </a:lnTo>
                <a:lnTo>
                  <a:pt x="1608870" y="88515"/>
                </a:lnTo>
                <a:lnTo>
                  <a:pt x="1608769" y="87934"/>
                </a:lnTo>
                <a:lnTo>
                  <a:pt x="1608676" y="87343"/>
                </a:lnTo>
                <a:lnTo>
                  <a:pt x="1608589" y="86744"/>
                </a:lnTo>
                <a:lnTo>
                  <a:pt x="1608509" y="86136"/>
                </a:lnTo>
                <a:lnTo>
                  <a:pt x="1608436" y="85519"/>
                </a:lnTo>
                <a:lnTo>
                  <a:pt x="1608370" y="84893"/>
                </a:lnTo>
                <a:lnTo>
                  <a:pt x="1608311" y="84259"/>
                </a:lnTo>
                <a:lnTo>
                  <a:pt x="1608258" y="83616"/>
                </a:lnTo>
                <a:lnTo>
                  <a:pt x="1608213" y="82964"/>
                </a:lnTo>
                <a:lnTo>
                  <a:pt x="1608175" y="82304"/>
                </a:lnTo>
                <a:lnTo>
                  <a:pt x="1608144" y="81635"/>
                </a:lnTo>
                <a:lnTo>
                  <a:pt x="1608119" y="80957"/>
                </a:lnTo>
                <a:lnTo>
                  <a:pt x="1608102" y="80271"/>
                </a:lnTo>
                <a:lnTo>
                  <a:pt x="1608091" y="79575"/>
                </a:lnTo>
                <a:lnTo>
                  <a:pt x="1608088" y="78871"/>
                </a:lnTo>
                <a:lnTo>
                  <a:pt x="1608096" y="77785"/>
                </a:lnTo>
                <a:lnTo>
                  <a:pt x="1608120" y="76719"/>
                </a:lnTo>
                <a:lnTo>
                  <a:pt x="1608160" y="75674"/>
                </a:lnTo>
                <a:lnTo>
                  <a:pt x="1608215" y="74649"/>
                </a:lnTo>
                <a:lnTo>
                  <a:pt x="1608287" y="73645"/>
                </a:lnTo>
                <a:lnTo>
                  <a:pt x="1608375" y="72662"/>
                </a:lnTo>
                <a:lnTo>
                  <a:pt x="1608478" y="71699"/>
                </a:lnTo>
                <a:lnTo>
                  <a:pt x="1608597" y="70757"/>
                </a:lnTo>
                <a:lnTo>
                  <a:pt x="1608733" y="69835"/>
                </a:lnTo>
                <a:lnTo>
                  <a:pt x="1608884" y="68935"/>
                </a:lnTo>
                <a:lnTo>
                  <a:pt x="1609051" y="68054"/>
                </a:lnTo>
                <a:lnTo>
                  <a:pt x="1609234" y="67195"/>
                </a:lnTo>
                <a:lnTo>
                  <a:pt x="1609433" y="66356"/>
                </a:lnTo>
                <a:lnTo>
                  <a:pt x="1609648" y="65537"/>
                </a:lnTo>
                <a:lnTo>
                  <a:pt x="1609879" y="64740"/>
                </a:lnTo>
                <a:lnTo>
                  <a:pt x="1610125" y="63963"/>
                </a:lnTo>
                <a:lnTo>
                  <a:pt x="1610388" y="63206"/>
                </a:lnTo>
                <a:lnTo>
                  <a:pt x="1610666" y="62470"/>
                </a:lnTo>
                <a:lnTo>
                  <a:pt x="1610961" y="61755"/>
                </a:lnTo>
                <a:lnTo>
                  <a:pt x="1611271" y="61061"/>
                </a:lnTo>
                <a:lnTo>
                  <a:pt x="1611598" y="60387"/>
                </a:lnTo>
                <a:lnTo>
                  <a:pt x="1611940" y="59733"/>
                </a:lnTo>
                <a:lnTo>
                  <a:pt x="1612298" y="59101"/>
                </a:lnTo>
                <a:lnTo>
                  <a:pt x="1612672" y="58489"/>
                </a:lnTo>
                <a:lnTo>
                  <a:pt x="1613064" y="57900"/>
                </a:lnTo>
                <a:lnTo>
                  <a:pt x="1613475" y="57335"/>
                </a:lnTo>
                <a:lnTo>
                  <a:pt x="1613906" y="56796"/>
                </a:lnTo>
                <a:lnTo>
                  <a:pt x="1614357" y="56282"/>
                </a:lnTo>
                <a:lnTo>
                  <a:pt x="1614827" y="55794"/>
                </a:lnTo>
                <a:lnTo>
                  <a:pt x="1615317" y="55330"/>
                </a:lnTo>
                <a:lnTo>
                  <a:pt x="1615827" y="54891"/>
                </a:lnTo>
                <a:lnTo>
                  <a:pt x="1616356" y="54477"/>
                </a:lnTo>
                <a:lnTo>
                  <a:pt x="1616905" y="54089"/>
                </a:lnTo>
                <a:lnTo>
                  <a:pt x="1617473" y="53725"/>
                </a:lnTo>
                <a:lnTo>
                  <a:pt x="1618061" y="53387"/>
                </a:lnTo>
                <a:lnTo>
                  <a:pt x="1618669" y="53073"/>
                </a:lnTo>
                <a:lnTo>
                  <a:pt x="1619296" y="52785"/>
                </a:lnTo>
                <a:lnTo>
                  <a:pt x="1619943" y="52522"/>
                </a:lnTo>
                <a:lnTo>
                  <a:pt x="1620609" y="52283"/>
                </a:lnTo>
                <a:lnTo>
                  <a:pt x="1621296" y="52070"/>
                </a:lnTo>
                <a:lnTo>
                  <a:pt x="1622001" y="51882"/>
                </a:lnTo>
                <a:lnTo>
                  <a:pt x="1622727" y="51719"/>
                </a:lnTo>
                <a:lnTo>
                  <a:pt x="1623472" y="51581"/>
                </a:lnTo>
                <a:lnTo>
                  <a:pt x="1624237" y="51469"/>
                </a:lnTo>
                <a:lnTo>
                  <a:pt x="1625021" y="51381"/>
                </a:lnTo>
                <a:lnTo>
                  <a:pt x="1625825" y="51318"/>
                </a:lnTo>
                <a:lnTo>
                  <a:pt x="1626648" y="51281"/>
                </a:lnTo>
                <a:lnTo>
                  <a:pt x="1627492" y="51268"/>
                </a:lnTo>
                <a:lnTo>
                  <a:pt x="1628131" y="51275"/>
                </a:lnTo>
                <a:lnTo>
                  <a:pt x="1628758" y="51297"/>
                </a:lnTo>
                <a:lnTo>
                  <a:pt x="1629373" y="51332"/>
                </a:lnTo>
                <a:lnTo>
                  <a:pt x="1629976" y="51382"/>
                </a:lnTo>
                <a:lnTo>
                  <a:pt x="1630567" y="51446"/>
                </a:lnTo>
                <a:lnTo>
                  <a:pt x="1631146" y="51525"/>
                </a:lnTo>
                <a:lnTo>
                  <a:pt x="1631713" y="51617"/>
                </a:lnTo>
                <a:lnTo>
                  <a:pt x="1632268" y="51724"/>
                </a:lnTo>
                <a:lnTo>
                  <a:pt x="1632811" y="51845"/>
                </a:lnTo>
                <a:lnTo>
                  <a:pt x="1633342" y="51981"/>
                </a:lnTo>
                <a:lnTo>
                  <a:pt x="1633861" y="52130"/>
                </a:lnTo>
                <a:lnTo>
                  <a:pt x="1634367" y="52294"/>
                </a:lnTo>
                <a:lnTo>
                  <a:pt x="1634862" y="52473"/>
                </a:lnTo>
                <a:lnTo>
                  <a:pt x="1635345" y="52665"/>
                </a:lnTo>
                <a:lnTo>
                  <a:pt x="1635815" y="52872"/>
                </a:lnTo>
                <a:lnTo>
                  <a:pt x="1636274" y="53093"/>
                </a:lnTo>
                <a:lnTo>
                  <a:pt x="1636720" y="53328"/>
                </a:lnTo>
                <a:lnTo>
                  <a:pt x="1637154" y="53577"/>
                </a:lnTo>
                <a:lnTo>
                  <a:pt x="1637577" y="53841"/>
                </a:lnTo>
                <a:lnTo>
                  <a:pt x="1637987" y="54119"/>
                </a:lnTo>
                <a:lnTo>
                  <a:pt x="1638385" y="54411"/>
                </a:lnTo>
                <a:lnTo>
                  <a:pt x="1638771" y="54718"/>
                </a:lnTo>
                <a:lnTo>
                  <a:pt x="1639145" y="55039"/>
                </a:lnTo>
                <a:lnTo>
                  <a:pt x="1639507" y="55373"/>
                </a:lnTo>
                <a:lnTo>
                  <a:pt x="1639856" y="55721"/>
                </a:lnTo>
                <a:lnTo>
                  <a:pt x="1640191" y="56077"/>
                </a:lnTo>
                <a:lnTo>
                  <a:pt x="1640512" y="56444"/>
                </a:lnTo>
                <a:lnTo>
                  <a:pt x="1640818" y="56820"/>
                </a:lnTo>
                <a:lnTo>
                  <a:pt x="1641110" y="57206"/>
                </a:lnTo>
                <a:lnTo>
                  <a:pt x="1641388" y="57602"/>
                </a:lnTo>
                <a:lnTo>
                  <a:pt x="1641651" y="58008"/>
                </a:lnTo>
                <a:lnTo>
                  <a:pt x="1641901" y="58423"/>
                </a:lnTo>
                <a:lnTo>
                  <a:pt x="1642136" y="58848"/>
                </a:lnTo>
                <a:lnTo>
                  <a:pt x="1642357" y="59283"/>
                </a:lnTo>
                <a:lnTo>
                  <a:pt x="1642564" y="59728"/>
                </a:lnTo>
                <a:lnTo>
                  <a:pt x="1642756" y="60183"/>
                </a:lnTo>
                <a:lnTo>
                  <a:pt x="1642935" y="60647"/>
                </a:lnTo>
                <a:lnTo>
                  <a:pt x="1643099" y="61121"/>
                </a:lnTo>
                <a:lnTo>
                  <a:pt x="1643249" y="61605"/>
                </a:lnTo>
                <a:lnTo>
                  <a:pt x="1643384" y="62098"/>
                </a:lnTo>
                <a:lnTo>
                  <a:pt x="1643506" y="62602"/>
                </a:lnTo>
                <a:lnTo>
                  <a:pt x="1643613" y="63115"/>
                </a:lnTo>
                <a:lnTo>
                  <a:pt x="1643706" y="63638"/>
                </a:lnTo>
                <a:lnTo>
                  <a:pt x="1643785" y="64171"/>
                </a:lnTo>
                <a:lnTo>
                  <a:pt x="1643849" y="64713"/>
                </a:lnTo>
                <a:lnTo>
                  <a:pt x="1643900" y="65265"/>
                </a:lnTo>
                <a:lnTo>
                  <a:pt x="1643936" y="65827"/>
                </a:lnTo>
                <a:lnTo>
                  <a:pt x="1643958" y="66399"/>
                </a:lnTo>
                <a:lnTo>
                  <a:pt x="1666833" y="66399"/>
                </a:lnTo>
                <a:lnTo>
                  <a:pt x="1666816" y="65471"/>
                </a:lnTo>
                <a:lnTo>
                  <a:pt x="1666782" y="64556"/>
                </a:lnTo>
                <a:lnTo>
                  <a:pt x="1666730" y="63655"/>
                </a:lnTo>
                <a:lnTo>
                  <a:pt x="1666660" y="62767"/>
                </a:lnTo>
                <a:lnTo>
                  <a:pt x="1666571" y="61892"/>
                </a:lnTo>
                <a:lnTo>
                  <a:pt x="1666465" y="61031"/>
                </a:lnTo>
                <a:lnTo>
                  <a:pt x="1666342" y="60183"/>
                </a:lnTo>
                <a:lnTo>
                  <a:pt x="1666200" y="59348"/>
                </a:lnTo>
                <a:lnTo>
                  <a:pt x="1666040" y="58527"/>
                </a:lnTo>
                <a:lnTo>
                  <a:pt x="1665862" y="57719"/>
                </a:lnTo>
                <a:lnTo>
                  <a:pt x="1665667" y="56924"/>
                </a:lnTo>
                <a:lnTo>
                  <a:pt x="1665453" y="56143"/>
                </a:lnTo>
                <a:lnTo>
                  <a:pt x="1665222" y="55375"/>
                </a:lnTo>
                <a:lnTo>
                  <a:pt x="1664972" y="54621"/>
                </a:lnTo>
                <a:lnTo>
                  <a:pt x="1664705" y="53880"/>
                </a:lnTo>
                <a:lnTo>
                  <a:pt x="1664420" y="53152"/>
                </a:lnTo>
                <a:lnTo>
                  <a:pt x="1664116" y="52438"/>
                </a:lnTo>
                <a:lnTo>
                  <a:pt x="1663795" y="51737"/>
                </a:lnTo>
                <a:lnTo>
                  <a:pt x="1663456" y="51049"/>
                </a:lnTo>
                <a:lnTo>
                  <a:pt x="1663099" y="50375"/>
                </a:lnTo>
                <a:lnTo>
                  <a:pt x="1662724" y="49714"/>
                </a:lnTo>
                <a:lnTo>
                  <a:pt x="1662332" y="49066"/>
                </a:lnTo>
                <a:lnTo>
                  <a:pt x="1661921" y="48432"/>
                </a:lnTo>
                <a:lnTo>
                  <a:pt x="1661492" y="47811"/>
                </a:lnTo>
                <a:lnTo>
                  <a:pt x="1661048" y="47203"/>
                </a:lnTo>
                <a:lnTo>
                  <a:pt x="1660592" y="46608"/>
                </a:lnTo>
                <a:lnTo>
                  <a:pt x="1660122" y="46025"/>
                </a:lnTo>
                <a:lnTo>
                  <a:pt x="1659640" y="45455"/>
                </a:lnTo>
                <a:lnTo>
                  <a:pt x="1659146" y="44898"/>
                </a:lnTo>
                <a:lnTo>
                  <a:pt x="1658638" y="44354"/>
                </a:lnTo>
                <a:lnTo>
                  <a:pt x="1658118" y="43823"/>
                </a:lnTo>
                <a:lnTo>
                  <a:pt x="1657586" y="43304"/>
                </a:lnTo>
                <a:lnTo>
                  <a:pt x="1657040" y="42798"/>
                </a:lnTo>
                <a:lnTo>
                  <a:pt x="1656482" y="42304"/>
                </a:lnTo>
                <a:lnTo>
                  <a:pt x="1655912" y="41824"/>
                </a:lnTo>
                <a:lnTo>
                  <a:pt x="1655328" y="41356"/>
                </a:lnTo>
                <a:lnTo>
                  <a:pt x="1654732" y="40900"/>
                </a:lnTo>
                <a:lnTo>
                  <a:pt x="1654124" y="40458"/>
                </a:lnTo>
                <a:lnTo>
                  <a:pt x="1653502" y="40028"/>
                </a:lnTo>
                <a:lnTo>
                  <a:pt x="1652868" y="39611"/>
                </a:lnTo>
                <a:lnTo>
                  <a:pt x="1652222" y="39207"/>
                </a:lnTo>
                <a:lnTo>
                  <a:pt x="1651562" y="38815"/>
                </a:lnTo>
                <a:lnTo>
                  <a:pt x="1650890" y="38436"/>
                </a:lnTo>
                <a:lnTo>
                  <a:pt x="1650206" y="38070"/>
                </a:lnTo>
                <a:lnTo>
                  <a:pt x="1649508" y="37716"/>
                </a:lnTo>
                <a:lnTo>
                  <a:pt x="1648798" y="37375"/>
                </a:lnTo>
                <a:lnTo>
                  <a:pt x="1648075" y="37047"/>
                </a:lnTo>
                <a:lnTo>
                  <a:pt x="1647340" y="36732"/>
                </a:lnTo>
                <a:lnTo>
                  <a:pt x="1646595" y="36429"/>
                </a:lnTo>
                <a:lnTo>
                  <a:pt x="1645842" y="36139"/>
                </a:lnTo>
                <a:lnTo>
                  <a:pt x="1645082" y="35862"/>
                </a:lnTo>
                <a:lnTo>
                  <a:pt x="1644314" y="35598"/>
                </a:lnTo>
                <a:lnTo>
                  <a:pt x="1643539" y="35347"/>
                </a:lnTo>
                <a:lnTo>
                  <a:pt x="1642756" y="35109"/>
                </a:lnTo>
                <a:lnTo>
                  <a:pt x="1641966" y="34883"/>
                </a:lnTo>
                <a:lnTo>
                  <a:pt x="1641169" y="34671"/>
                </a:lnTo>
                <a:lnTo>
                  <a:pt x="1640364" y="34471"/>
                </a:lnTo>
                <a:lnTo>
                  <a:pt x="1639552" y="34284"/>
                </a:lnTo>
                <a:lnTo>
                  <a:pt x="1638732" y="34110"/>
                </a:lnTo>
                <a:lnTo>
                  <a:pt x="1637905" y="33949"/>
                </a:lnTo>
                <a:lnTo>
                  <a:pt x="1637071" y="33801"/>
                </a:lnTo>
                <a:lnTo>
                  <a:pt x="1636229" y="33666"/>
                </a:lnTo>
                <a:lnTo>
                  <a:pt x="1635380" y="33543"/>
                </a:lnTo>
                <a:lnTo>
                  <a:pt x="1634523" y="33434"/>
                </a:lnTo>
                <a:lnTo>
                  <a:pt x="1633659" y="33337"/>
                </a:lnTo>
                <a:lnTo>
                  <a:pt x="1632787" y="33254"/>
                </a:lnTo>
                <a:lnTo>
                  <a:pt x="1631909" y="33183"/>
                </a:lnTo>
                <a:lnTo>
                  <a:pt x="1631022" y="33125"/>
                </a:lnTo>
                <a:lnTo>
                  <a:pt x="1630128" y="33080"/>
                </a:lnTo>
                <a:lnTo>
                  <a:pt x="1629227" y="33047"/>
                </a:lnTo>
                <a:lnTo>
                  <a:pt x="1628319" y="33028"/>
                </a:lnTo>
                <a:lnTo>
                  <a:pt x="1627403" y="33022"/>
                </a:lnTo>
                <a:lnTo>
                  <a:pt x="1626347" y="33030"/>
                </a:lnTo>
                <a:lnTo>
                  <a:pt x="1625301" y="33056"/>
                </a:lnTo>
                <a:lnTo>
                  <a:pt x="1624266" y="33099"/>
                </a:lnTo>
                <a:lnTo>
                  <a:pt x="1623240" y="33159"/>
                </a:lnTo>
                <a:lnTo>
                  <a:pt x="1622225" y="33236"/>
                </a:lnTo>
                <a:lnTo>
                  <a:pt x="1621219" y="33330"/>
                </a:lnTo>
                <a:lnTo>
                  <a:pt x="1620224" y="33441"/>
                </a:lnTo>
                <a:lnTo>
                  <a:pt x="1619239" y="33569"/>
                </a:lnTo>
                <a:lnTo>
                  <a:pt x="1618263" y="33715"/>
                </a:lnTo>
                <a:lnTo>
                  <a:pt x="1617298" y="33877"/>
                </a:lnTo>
                <a:lnTo>
                  <a:pt x="1616343" y="34057"/>
                </a:lnTo>
                <a:lnTo>
                  <a:pt x="1615398" y="34254"/>
                </a:lnTo>
                <a:lnTo>
                  <a:pt x="1614463" y="34468"/>
                </a:lnTo>
                <a:lnTo>
                  <a:pt x="1613538" y="34699"/>
                </a:lnTo>
                <a:lnTo>
                  <a:pt x="1612622" y="34947"/>
                </a:lnTo>
                <a:lnTo>
                  <a:pt x="1611718" y="35212"/>
                </a:lnTo>
                <a:lnTo>
                  <a:pt x="1610823" y="35495"/>
                </a:lnTo>
                <a:lnTo>
                  <a:pt x="1609938" y="35794"/>
                </a:lnTo>
                <a:lnTo>
                  <a:pt x="1609063" y="36111"/>
                </a:lnTo>
                <a:lnTo>
                  <a:pt x="1608198" y="36444"/>
                </a:lnTo>
                <a:lnTo>
                  <a:pt x="1607343" y="36795"/>
                </a:lnTo>
                <a:lnTo>
                  <a:pt x="1606499" y="37163"/>
                </a:lnTo>
                <a:lnTo>
                  <a:pt x="1605664" y="37548"/>
                </a:lnTo>
                <a:lnTo>
                  <a:pt x="1604839" y="37950"/>
                </a:lnTo>
                <a:lnTo>
                  <a:pt x="1604027" y="38370"/>
                </a:lnTo>
                <a:lnTo>
                  <a:pt x="1603230" y="38808"/>
                </a:lnTo>
                <a:lnTo>
                  <a:pt x="1602448" y="39264"/>
                </a:lnTo>
                <a:lnTo>
                  <a:pt x="1601681" y="39738"/>
                </a:lnTo>
                <a:lnTo>
                  <a:pt x="1600929" y="40230"/>
                </a:lnTo>
                <a:lnTo>
                  <a:pt x="1600191" y="40740"/>
                </a:lnTo>
                <a:lnTo>
                  <a:pt x="1599469" y="41268"/>
                </a:lnTo>
                <a:lnTo>
                  <a:pt x="1598762" y="41814"/>
                </a:lnTo>
                <a:lnTo>
                  <a:pt x="1598070" y="42378"/>
                </a:lnTo>
                <a:lnTo>
                  <a:pt x="1597393" y="42960"/>
                </a:lnTo>
                <a:lnTo>
                  <a:pt x="1596730" y="43560"/>
                </a:lnTo>
                <a:lnTo>
                  <a:pt x="1596083" y="44179"/>
                </a:lnTo>
                <a:lnTo>
                  <a:pt x="1595451" y="44815"/>
                </a:lnTo>
                <a:lnTo>
                  <a:pt x="1594834" y="45470"/>
                </a:lnTo>
                <a:lnTo>
                  <a:pt x="1594231" y="46142"/>
                </a:lnTo>
                <a:lnTo>
                  <a:pt x="1593644" y="46833"/>
                </a:lnTo>
                <a:lnTo>
                  <a:pt x="1593072" y="47541"/>
                </a:lnTo>
                <a:lnTo>
                  <a:pt x="1592515" y="48268"/>
                </a:lnTo>
                <a:lnTo>
                  <a:pt x="1591972" y="49012"/>
                </a:lnTo>
                <a:lnTo>
                  <a:pt x="1591445" y="49775"/>
                </a:lnTo>
                <a:lnTo>
                  <a:pt x="1590933" y="50556"/>
                </a:lnTo>
                <a:lnTo>
                  <a:pt x="1590435" y="51355"/>
                </a:lnTo>
                <a:lnTo>
                  <a:pt x="1589953" y="52172"/>
                </a:lnTo>
                <a:lnTo>
                  <a:pt x="1589486" y="53006"/>
                </a:lnTo>
                <a:lnTo>
                  <a:pt x="1589035" y="53860"/>
                </a:lnTo>
                <a:lnTo>
                  <a:pt x="1588604" y="54733"/>
                </a:lnTo>
                <a:lnTo>
                  <a:pt x="1588192" y="55626"/>
                </a:lnTo>
                <a:lnTo>
                  <a:pt x="1587799" y="56538"/>
                </a:lnTo>
                <a:lnTo>
                  <a:pt x="1587426" y="57469"/>
                </a:lnTo>
                <a:lnTo>
                  <a:pt x="1587071" y="58420"/>
                </a:lnTo>
                <a:lnTo>
                  <a:pt x="1586736" y="59391"/>
                </a:lnTo>
                <a:lnTo>
                  <a:pt x="1586420" y="60381"/>
                </a:lnTo>
                <a:lnTo>
                  <a:pt x="1586123" y="61390"/>
                </a:lnTo>
                <a:lnTo>
                  <a:pt x="1585845" y="62419"/>
                </a:lnTo>
                <a:lnTo>
                  <a:pt x="1585586" y="63467"/>
                </a:lnTo>
                <a:lnTo>
                  <a:pt x="1585347" y="64535"/>
                </a:lnTo>
                <a:lnTo>
                  <a:pt x="1585126" y="65622"/>
                </a:lnTo>
                <a:lnTo>
                  <a:pt x="1584925" y="66729"/>
                </a:lnTo>
                <a:lnTo>
                  <a:pt x="1584743" y="67855"/>
                </a:lnTo>
                <a:lnTo>
                  <a:pt x="1584580" y="69001"/>
                </a:lnTo>
                <a:lnTo>
                  <a:pt x="1584437" y="70166"/>
                </a:lnTo>
                <a:lnTo>
                  <a:pt x="1584312" y="71350"/>
                </a:lnTo>
                <a:lnTo>
                  <a:pt x="1584207" y="72554"/>
                </a:lnTo>
                <a:lnTo>
                  <a:pt x="1584120" y="73777"/>
                </a:lnTo>
                <a:lnTo>
                  <a:pt x="1584053" y="75020"/>
                </a:lnTo>
                <a:lnTo>
                  <a:pt x="1584005" y="76283"/>
                </a:lnTo>
                <a:lnTo>
                  <a:pt x="1583977" y="77565"/>
                </a:lnTo>
                <a:lnTo>
                  <a:pt x="1583967" y="78866"/>
                </a:lnTo>
                <a:lnTo>
                  <a:pt x="1583977" y="80167"/>
                </a:lnTo>
                <a:lnTo>
                  <a:pt x="1584007" y="81448"/>
                </a:lnTo>
                <a:lnTo>
                  <a:pt x="1584058" y="82709"/>
                </a:lnTo>
                <a:lnTo>
                  <a:pt x="1584128" y="83950"/>
                </a:lnTo>
                <a:lnTo>
                  <a:pt x="1584218" y="85171"/>
                </a:lnTo>
                <a:lnTo>
                  <a:pt x="1584329" y="86371"/>
                </a:lnTo>
                <a:lnTo>
                  <a:pt x="1584459" y="87552"/>
                </a:lnTo>
                <a:lnTo>
                  <a:pt x="1584610" y="88713"/>
                </a:lnTo>
                <a:lnTo>
                  <a:pt x="1584781" y="89853"/>
                </a:lnTo>
                <a:lnTo>
                  <a:pt x="1584972" y="90973"/>
                </a:lnTo>
                <a:lnTo>
                  <a:pt x="1585182" y="92073"/>
                </a:lnTo>
                <a:lnTo>
                  <a:pt x="1585413" y="93154"/>
                </a:lnTo>
                <a:lnTo>
                  <a:pt x="1585665" y="94214"/>
                </a:lnTo>
                <a:lnTo>
                  <a:pt x="1585936" y="95253"/>
                </a:lnTo>
                <a:lnTo>
                  <a:pt x="1586227" y="96273"/>
                </a:lnTo>
                <a:lnTo>
                  <a:pt x="1586538" y="97273"/>
                </a:lnTo>
                <a:lnTo>
                  <a:pt x="1586870" y="98253"/>
                </a:lnTo>
                <a:lnTo>
                  <a:pt x="1587221" y="99212"/>
                </a:lnTo>
                <a:lnTo>
                  <a:pt x="1587593" y="100151"/>
                </a:lnTo>
                <a:lnTo>
                  <a:pt x="1587985" y="101071"/>
                </a:lnTo>
                <a:lnTo>
                  <a:pt x="1588397" y="101970"/>
                </a:lnTo>
                <a:lnTo>
                  <a:pt x="1588828" y="102849"/>
                </a:lnTo>
                <a:lnTo>
                  <a:pt x="1589280" y="103708"/>
                </a:lnTo>
                <a:lnTo>
                  <a:pt x="1589753" y="104547"/>
                </a:lnTo>
                <a:lnTo>
                  <a:pt x="1590242" y="105367"/>
                </a:lnTo>
                <a:lnTo>
                  <a:pt x="1590745" y="106168"/>
                </a:lnTo>
                <a:lnTo>
                  <a:pt x="1591263" y="106952"/>
                </a:lnTo>
                <a:lnTo>
                  <a:pt x="1591795" y="107717"/>
                </a:lnTo>
                <a:lnTo>
                  <a:pt x="1592341" y="108464"/>
                </a:lnTo>
                <a:lnTo>
                  <a:pt x="1592901" y="109193"/>
                </a:lnTo>
                <a:lnTo>
                  <a:pt x="1593476" y="109903"/>
                </a:lnTo>
                <a:lnTo>
                  <a:pt x="1594064" y="110596"/>
                </a:lnTo>
                <a:lnTo>
                  <a:pt x="1594667" y="111270"/>
                </a:lnTo>
                <a:lnTo>
                  <a:pt x="1595285" y="111926"/>
                </a:lnTo>
                <a:lnTo>
                  <a:pt x="1595916" y="112563"/>
                </a:lnTo>
                <a:lnTo>
                  <a:pt x="1596562" y="113183"/>
                </a:lnTo>
                <a:lnTo>
                  <a:pt x="1597221" y="113784"/>
                </a:lnTo>
                <a:lnTo>
                  <a:pt x="1597895" y="114367"/>
                </a:lnTo>
                <a:lnTo>
                  <a:pt x="1598584" y="114932"/>
                </a:lnTo>
                <a:lnTo>
                  <a:pt x="1599286" y="115479"/>
                </a:lnTo>
                <a:lnTo>
                  <a:pt x="1600003" y="116007"/>
                </a:lnTo>
                <a:lnTo>
                  <a:pt x="1600734" y="116518"/>
                </a:lnTo>
                <a:lnTo>
                  <a:pt x="1601479" y="117010"/>
                </a:lnTo>
                <a:lnTo>
                  <a:pt x="1602238" y="117484"/>
                </a:lnTo>
                <a:lnTo>
                  <a:pt x="1603012" y="117939"/>
                </a:lnTo>
                <a:lnTo>
                  <a:pt x="1603800" y="118377"/>
                </a:lnTo>
                <a:lnTo>
                  <a:pt x="1604602" y="118796"/>
                </a:lnTo>
                <a:lnTo>
                  <a:pt x="1605418" y="119197"/>
                </a:lnTo>
                <a:lnTo>
                  <a:pt x="1606245" y="119581"/>
                </a:lnTo>
                <a:lnTo>
                  <a:pt x="1607080" y="119948"/>
                </a:lnTo>
                <a:lnTo>
                  <a:pt x="1607923" y="120299"/>
                </a:lnTo>
                <a:lnTo>
                  <a:pt x="1608773" y="120633"/>
                </a:lnTo>
                <a:lnTo>
                  <a:pt x="1609631" y="120952"/>
                </a:lnTo>
                <a:lnTo>
                  <a:pt x="1610497" y="121254"/>
                </a:lnTo>
                <a:lnTo>
                  <a:pt x="1611370" y="121539"/>
                </a:lnTo>
                <a:lnTo>
                  <a:pt x="1612252" y="121809"/>
                </a:lnTo>
                <a:lnTo>
                  <a:pt x="1613141" y="122062"/>
                </a:lnTo>
                <a:lnTo>
                  <a:pt x="1614037" y="122298"/>
                </a:lnTo>
                <a:lnTo>
                  <a:pt x="1614942" y="122519"/>
                </a:lnTo>
                <a:lnTo>
                  <a:pt x="1615854" y="122723"/>
                </a:lnTo>
                <a:lnTo>
                  <a:pt x="1616774" y="122910"/>
                </a:lnTo>
                <a:lnTo>
                  <a:pt x="1617701" y="123082"/>
                </a:lnTo>
                <a:lnTo>
                  <a:pt x="1618637" y="123237"/>
                </a:lnTo>
                <a:lnTo>
                  <a:pt x="1619580" y="123375"/>
                </a:lnTo>
                <a:lnTo>
                  <a:pt x="1620531" y="123498"/>
                </a:lnTo>
                <a:lnTo>
                  <a:pt x="1621489" y="123604"/>
                </a:lnTo>
                <a:lnTo>
                  <a:pt x="1622455" y="123694"/>
                </a:lnTo>
                <a:lnTo>
                  <a:pt x="1623429" y="123767"/>
                </a:lnTo>
                <a:lnTo>
                  <a:pt x="1624411" y="123824"/>
                </a:lnTo>
                <a:lnTo>
                  <a:pt x="1625400" y="123865"/>
                </a:lnTo>
                <a:lnTo>
                  <a:pt x="1626398" y="123890"/>
                </a:lnTo>
                <a:lnTo>
                  <a:pt x="1627403" y="123898"/>
                </a:lnTo>
                <a:lnTo>
                  <a:pt x="1628362" y="123891"/>
                </a:lnTo>
                <a:lnTo>
                  <a:pt x="1629313" y="123869"/>
                </a:lnTo>
                <a:lnTo>
                  <a:pt x="1630255" y="123834"/>
                </a:lnTo>
                <a:lnTo>
                  <a:pt x="1631188" y="123785"/>
                </a:lnTo>
                <a:lnTo>
                  <a:pt x="1632112" y="123721"/>
                </a:lnTo>
                <a:close/>
                <a:moveTo>
                  <a:pt x="1845006" y="123667"/>
                </a:moveTo>
                <a:lnTo>
                  <a:pt x="1846053" y="123566"/>
                </a:lnTo>
                <a:lnTo>
                  <a:pt x="1847088" y="123446"/>
                </a:lnTo>
                <a:lnTo>
                  <a:pt x="1848111" y="123307"/>
                </a:lnTo>
                <a:lnTo>
                  <a:pt x="1849123" y="123151"/>
                </a:lnTo>
                <a:lnTo>
                  <a:pt x="1850122" y="122975"/>
                </a:lnTo>
                <a:lnTo>
                  <a:pt x="1851110" y="122782"/>
                </a:lnTo>
                <a:lnTo>
                  <a:pt x="1852086" y="122570"/>
                </a:lnTo>
                <a:lnTo>
                  <a:pt x="1853050" y="122339"/>
                </a:lnTo>
                <a:lnTo>
                  <a:pt x="1854002" y="122090"/>
                </a:lnTo>
                <a:lnTo>
                  <a:pt x="1854942" y="121823"/>
                </a:lnTo>
                <a:lnTo>
                  <a:pt x="1855870" y="121537"/>
                </a:lnTo>
                <a:lnTo>
                  <a:pt x="1856786" y="121232"/>
                </a:lnTo>
                <a:lnTo>
                  <a:pt x="1857691" y="120909"/>
                </a:lnTo>
                <a:lnTo>
                  <a:pt x="1858583" y="120568"/>
                </a:lnTo>
                <a:lnTo>
                  <a:pt x="1859464" y="120208"/>
                </a:lnTo>
                <a:lnTo>
                  <a:pt x="1860332" y="119830"/>
                </a:lnTo>
                <a:lnTo>
                  <a:pt x="1861189" y="119434"/>
                </a:lnTo>
                <a:lnTo>
                  <a:pt x="1862034" y="119019"/>
                </a:lnTo>
                <a:lnTo>
                  <a:pt x="1862867" y="118585"/>
                </a:lnTo>
                <a:lnTo>
                  <a:pt x="1863686" y="118134"/>
                </a:lnTo>
                <a:lnTo>
                  <a:pt x="1864490" y="117666"/>
                </a:lnTo>
                <a:lnTo>
                  <a:pt x="1865279" y="117182"/>
                </a:lnTo>
                <a:lnTo>
                  <a:pt x="1866053" y="116681"/>
                </a:lnTo>
                <a:lnTo>
                  <a:pt x="1866811" y="116163"/>
                </a:lnTo>
                <a:lnTo>
                  <a:pt x="1867554" y="115629"/>
                </a:lnTo>
                <a:lnTo>
                  <a:pt x="1868281" y="115079"/>
                </a:lnTo>
                <a:lnTo>
                  <a:pt x="1868994" y="114512"/>
                </a:lnTo>
                <a:lnTo>
                  <a:pt x="1869691" y="113928"/>
                </a:lnTo>
                <a:lnTo>
                  <a:pt x="1870372" y="113328"/>
                </a:lnTo>
                <a:lnTo>
                  <a:pt x="1871039" y="112711"/>
                </a:lnTo>
                <a:lnTo>
                  <a:pt x="1871690" y="112077"/>
                </a:lnTo>
                <a:lnTo>
                  <a:pt x="1872325" y="111427"/>
                </a:lnTo>
                <a:lnTo>
                  <a:pt x="1872946" y="110761"/>
                </a:lnTo>
                <a:lnTo>
                  <a:pt x="1873551" y="110078"/>
                </a:lnTo>
                <a:lnTo>
                  <a:pt x="1874141" y="109378"/>
                </a:lnTo>
                <a:lnTo>
                  <a:pt x="1874716" y="108662"/>
                </a:lnTo>
                <a:lnTo>
                  <a:pt x="1875275" y="107929"/>
                </a:lnTo>
                <a:lnTo>
                  <a:pt x="1875819" y="107179"/>
                </a:lnTo>
                <a:lnTo>
                  <a:pt x="1876348" y="106414"/>
                </a:lnTo>
                <a:lnTo>
                  <a:pt x="1876861" y="105631"/>
                </a:lnTo>
                <a:lnTo>
                  <a:pt x="1877359" y="104832"/>
                </a:lnTo>
                <a:lnTo>
                  <a:pt x="1877842" y="104016"/>
                </a:lnTo>
                <a:lnTo>
                  <a:pt x="1878310" y="103184"/>
                </a:lnTo>
                <a:lnTo>
                  <a:pt x="1878760" y="102336"/>
                </a:lnTo>
                <a:lnTo>
                  <a:pt x="1879191" y="101473"/>
                </a:lnTo>
                <a:lnTo>
                  <a:pt x="1879603" y="100596"/>
                </a:lnTo>
                <a:lnTo>
                  <a:pt x="1879996" y="99704"/>
                </a:lnTo>
                <a:lnTo>
                  <a:pt x="1880369" y="98797"/>
                </a:lnTo>
                <a:lnTo>
                  <a:pt x="1880724" y="97875"/>
                </a:lnTo>
                <a:lnTo>
                  <a:pt x="1881059" y="96939"/>
                </a:lnTo>
                <a:lnTo>
                  <a:pt x="1881375" y="95988"/>
                </a:lnTo>
                <a:lnTo>
                  <a:pt x="1881672" y="95023"/>
                </a:lnTo>
                <a:lnTo>
                  <a:pt x="1881950" y="94042"/>
                </a:lnTo>
                <a:lnTo>
                  <a:pt x="1882209" y="93047"/>
                </a:lnTo>
                <a:lnTo>
                  <a:pt x="1882448" y="92037"/>
                </a:lnTo>
                <a:lnTo>
                  <a:pt x="1882669" y="91013"/>
                </a:lnTo>
                <a:lnTo>
                  <a:pt x="1882870" y="89974"/>
                </a:lnTo>
                <a:lnTo>
                  <a:pt x="1883052" y="88920"/>
                </a:lnTo>
                <a:lnTo>
                  <a:pt x="1883215" y="87851"/>
                </a:lnTo>
                <a:lnTo>
                  <a:pt x="1883359" y="86768"/>
                </a:lnTo>
                <a:lnTo>
                  <a:pt x="1883483" y="85670"/>
                </a:lnTo>
                <a:lnTo>
                  <a:pt x="1883589" y="84558"/>
                </a:lnTo>
                <a:lnTo>
                  <a:pt x="1883675" y="83430"/>
                </a:lnTo>
                <a:lnTo>
                  <a:pt x="1883742" y="82288"/>
                </a:lnTo>
                <a:lnTo>
                  <a:pt x="1883790" y="81132"/>
                </a:lnTo>
                <a:lnTo>
                  <a:pt x="1883818" y="79960"/>
                </a:lnTo>
                <a:lnTo>
                  <a:pt x="1883828" y="78774"/>
                </a:lnTo>
                <a:lnTo>
                  <a:pt x="1883818" y="77566"/>
                </a:lnTo>
                <a:lnTo>
                  <a:pt x="1883790" y="76373"/>
                </a:lnTo>
                <a:lnTo>
                  <a:pt x="1883742" y="75195"/>
                </a:lnTo>
                <a:lnTo>
                  <a:pt x="1883675" y="74032"/>
                </a:lnTo>
                <a:lnTo>
                  <a:pt x="1883589" y="72885"/>
                </a:lnTo>
                <a:lnTo>
                  <a:pt x="1883483" y="71753"/>
                </a:lnTo>
                <a:lnTo>
                  <a:pt x="1883359" y="70635"/>
                </a:lnTo>
                <a:lnTo>
                  <a:pt x="1883215" y="69533"/>
                </a:lnTo>
                <a:lnTo>
                  <a:pt x="1883052" y="68446"/>
                </a:lnTo>
                <a:lnTo>
                  <a:pt x="1882870" y="67375"/>
                </a:lnTo>
                <a:lnTo>
                  <a:pt x="1882669" y="66318"/>
                </a:lnTo>
                <a:lnTo>
                  <a:pt x="1882448" y="65277"/>
                </a:lnTo>
                <a:lnTo>
                  <a:pt x="1882209" y="64251"/>
                </a:lnTo>
                <a:lnTo>
                  <a:pt x="1881950" y="63240"/>
                </a:lnTo>
                <a:lnTo>
                  <a:pt x="1881672" y="62244"/>
                </a:lnTo>
                <a:lnTo>
                  <a:pt x="1881375" y="61263"/>
                </a:lnTo>
                <a:lnTo>
                  <a:pt x="1881059" y="60298"/>
                </a:lnTo>
                <a:lnTo>
                  <a:pt x="1880724" y="59347"/>
                </a:lnTo>
                <a:lnTo>
                  <a:pt x="1880369" y="58412"/>
                </a:lnTo>
                <a:lnTo>
                  <a:pt x="1879996" y="57492"/>
                </a:lnTo>
                <a:lnTo>
                  <a:pt x="1879603" y="56587"/>
                </a:lnTo>
                <a:lnTo>
                  <a:pt x="1879191" y="55697"/>
                </a:lnTo>
                <a:lnTo>
                  <a:pt x="1878760" y="54823"/>
                </a:lnTo>
                <a:lnTo>
                  <a:pt x="1878310" y="53963"/>
                </a:lnTo>
                <a:lnTo>
                  <a:pt x="1877842" y="53120"/>
                </a:lnTo>
                <a:lnTo>
                  <a:pt x="1877359" y="52293"/>
                </a:lnTo>
                <a:lnTo>
                  <a:pt x="1876861" y="51483"/>
                </a:lnTo>
                <a:lnTo>
                  <a:pt x="1876348" y="50690"/>
                </a:lnTo>
                <a:lnTo>
                  <a:pt x="1875819" y="49914"/>
                </a:lnTo>
                <a:lnTo>
                  <a:pt x="1875275" y="49155"/>
                </a:lnTo>
                <a:lnTo>
                  <a:pt x="1874716" y="48413"/>
                </a:lnTo>
                <a:lnTo>
                  <a:pt x="1874141" y="47688"/>
                </a:lnTo>
                <a:lnTo>
                  <a:pt x="1873551" y="46979"/>
                </a:lnTo>
                <a:lnTo>
                  <a:pt x="1872946" y="46288"/>
                </a:lnTo>
                <a:lnTo>
                  <a:pt x="1872325" y="45613"/>
                </a:lnTo>
                <a:lnTo>
                  <a:pt x="1871690" y="44956"/>
                </a:lnTo>
                <a:lnTo>
                  <a:pt x="1871039" y="44315"/>
                </a:lnTo>
                <a:lnTo>
                  <a:pt x="1870372" y="43691"/>
                </a:lnTo>
                <a:lnTo>
                  <a:pt x="1869691" y="43084"/>
                </a:lnTo>
                <a:lnTo>
                  <a:pt x="1868994" y="42494"/>
                </a:lnTo>
                <a:lnTo>
                  <a:pt x="1868281" y="41921"/>
                </a:lnTo>
                <a:lnTo>
                  <a:pt x="1867554" y="41364"/>
                </a:lnTo>
                <a:lnTo>
                  <a:pt x="1866811" y="40825"/>
                </a:lnTo>
                <a:lnTo>
                  <a:pt x="1866053" y="40302"/>
                </a:lnTo>
                <a:lnTo>
                  <a:pt x="1865279" y="39797"/>
                </a:lnTo>
                <a:lnTo>
                  <a:pt x="1864490" y="39308"/>
                </a:lnTo>
                <a:lnTo>
                  <a:pt x="1863686" y="38836"/>
                </a:lnTo>
                <a:lnTo>
                  <a:pt x="1862867" y="38382"/>
                </a:lnTo>
                <a:lnTo>
                  <a:pt x="1862034" y="37944"/>
                </a:lnTo>
                <a:lnTo>
                  <a:pt x="1861189" y="37525"/>
                </a:lnTo>
                <a:lnTo>
                  <a:pt x="1860332" y="37125"/>
                </a:lnTo>
                <a:lnTo>
                  <a:pt x="1859464" y="36744"/>
                </a:lnTo>
                <a:lnTo>
                  <a:pt x="1858583" y="36381"/>
                </a:lnTo>
                <a:lnTo>
                  <a:pt x="1857691" y="36037"/>
                </a:lnTo>
                <a:lnTo>
                  <a:pt x="1856786" y="35711"/>
                </a:lnTo>
                <a:lnTo>
                  <a:pt x="1855870" y="35404"/>
                </a:lnTo>
                <a:lnTo>
                  <a:pt x="1854942" y="35115"/>
                </a:lnTo>
                <a:lnTo>
                  <a:pt x="1854002" y="34845"/>
                </a:lnTo>
                <a:lnTo>
                  <a:pt x="1853050" y="34594"/>
                </a:lnTo>
                <a:lnTo>
                  <a:pt x="1852086" y="34362"/>
                </a:lnTo>
                <a:lnTo>
                  <a:pt x="1851110" y="34148"/>
                </a:lnTo>
                <a:lnTo>
                  <a:pt x="1850122" y="33952"/>
                </a:lnTo>
                <a:lnTo>
                  <a:pt x="1849123" y="33775"/>
                </a:lnTo>
                <a:lnTo>
                  <a:pt x="1848111" y="33617"/>
                </a:lnTo>
                <a:lnTo>
                  <a:pt x="1847088" y="33478"/>
                </a:lnTo>
                <a:lnTo>
                  <a:pt x="1846053" y="33357"/>
                </a:lnTo>
                <a:lnTo>
                  <a:pt x="1845006" y="33254"/>
                </a:lnTo>
                <a:lnTo>
                  <a:pt x="1843947" y="33170"/>
                </a:lnTo>
                <a:lnTo>
                  <a:pt x="1842876" y="33105"/>
                </a:lnTo>
                <a:lnTo>
                  <a:pt x="1841793" y="33059"/>
                </a:lnTo>
                <a:lnTo>
                  <a:pt x="1840698" y="33031"/>
                </a:lnTo>
                <a:lnTo>
                  <a:pt x="1839592" y="33022"/>
                </a:lnTo>
                <a:lnTo>
                  <a:pt x="1838499" y="33031"/>
                </a:lnTo>
                <a:lnTo>
                  <a:pt x="1837419" y="33059"/>
                </a:lnTo>
                <a:lnTo>
                  <a:pt x="1836349" y="33105"/>
                </a:lnTo>
                <a:lnTo>
                  <a:pt x="1835291" y="33170"/>
                </a:lnTo>
                <a:lnTo>
                  <a:pt x="1834244" y="33254"/>
                </a:lnTo>
                <a:lnTo>
                  <a:pt x="1833208" y="33357"/>
                </a:lnTo>
                <a:lnTo>
                  <a:pt x="1832184" y="33478"/>
                </a:lnTo>
                <a:lnTo>
                  <a:pt x="1831170" y="33617"/>
                </a:lnTo>
                <a:lnTo>
                  <a:pt x="1830169" y="33775"/>
                </a:lnTo>
                <a:lnTo>
                  <a:pt x="1829178" y="33952"/>
                </a:lnTo>
                <a:lnTo>
                  <a:pt x="1828199" y="34148"/>
                </a:lnTo>
                <a:lnTo>
                  <a:pt x="1827231" y="34362"/>
                </a:lnTo>
                <a:lnTo>
                  <a:pt x="1826274" y="34594"/>
                </a:lnTo>
                <a:lnTo>
                  <a:pt x="1825328" y="34845"/>
                </a:lnTo>
                <a:lnTo>
                  <a:pt x="1824394" y="35115"/>
                </a:lnTo>
                <a:lnTo>
                  <a:pt x="1823471" y="35404"/>
                </a:lnTo>
                <a:lnTo>
                  <a:pt x="1822560" y="35711"/>
                </a:lnTo>
                <a:lnTo>
                  <a:pt x="1821659" y="36037"/>
                </a:lnTo>
                <a:lnTo>
                  <a:pt x="1820770" y="36381"/>
                </a:lnTo>
                <a:lnTo>
                  <a:pt x="1819893" y="36744"/>
                </a:lnTo>
                <a:lnTo>
                  <a:pt x="1819026" y="37125"/>
                </a:lnTo>
                <a:lnTo>
                  <a:pt x="1818171" y="37525"/>
                </a:lnTo>
                <a:lnTo>
                  <a:pt x="1817327" y="37944"/>
                </a:lnTo>
                <a:lnTo>
                  <a:pt x="1816494" y="38382"/>
                </a:lnTo>
                <a:lnTo>
                  <a:pt x="1815675" y="38836"/>
                </a:lnTo>
                <a:lnTo>
                  <a:pt x="1814871" y="39308"/>
                </a:lnTo>
                <a:lnTo>
                  <a:pt x="1814083" y="39797"/>
                </a:lnTo>
                <a:lnTo>
                  <a:pt x="1813311" y="40302"/>
                </a:lnTo>
                <a:lnTo>
                  <a:pt x="1812554" y="40825"/>
                </a:lnTo>
                <a:lnTo>
                  <a:pt x="1811813" y="41364"/>
                </a:lnTo>
                <a:lnTo>
                  <a:pt x="1811087" y="41921"/>
                </a:lnTo>
                <a:lnTo>
                  <a:pt x="1810377" y="42494"/>
                </a:lnTo>
                <a:lnTo>
                  <a:pt x="1809683" y="43084"/>
                </a:lnTo>
                <a:lnTo>
                  <a:pt x="1809004" y="43691"/>
                </a:lnTo>
                <a:lnTo>
                  <a:pt x="1808341" y="44315"/>
                </a:lnTo>
                <a:lnTo>
                  <a:pt x="1807694" y="44956"/>
                </a:lnTo>
                <a:lnTo>
                  <a:pt x="1807062" y="45613"/>
                </a:lnTo>
                <a:lnTo>
                  <a:pt x="1806445" y="46288"/>
                </a:lnTo>
                <a:lnTo>
                  <a:pt x="1805845" y="46979"/>
                </a:lnTo>
                <a:lnTo>
                  <a:pt x="1805260" y="47688"/>
                </a:lnTo>
                <a:lnTo>
                  <a:pt x="1804690" y="48413"/>
                </a:lnTo>
                <a:lnTo>
                  <a:pt x="1804136" y="49155"/>
                </a:lnTo>
                <a:lnTo>
                  <a:pt x="1803598" y="49914"/>
                </a:lnTo>
                <a:lnTo>
                  <a:pt x="1803075" y="50690"/>
                </a:lnTo>
                <a:lnTo>
                  <a:pt x="1802568" y="51483"/>
                </a:lnTo>
                <a:lnTo>
                  <a:pt x="1802077" y="52293"/>
                </a:lnTo>
                <a:lnTo>
                  <a:pt x="1801601" y="53120"/>
                </a:lnTo>
                <a:lnTo>
                  <a:pt x="1801140" y="53963"/>
                </a:lnTo>
                <a:lnTo>
                  <a:pt x="1800697" y="54823"/>
                </a:lnTo>
                <a:lnTo>
                  <a:pt x="1800273" y="55697"/>
                </a:lnTo>
                <a:lnTo>
                  <a:pt x="1799868" y="56587"/>
                </a:lnTo>
                <a:lnTo>
                  <a:pt x="1799482" y="57492"/>
                </a:lnTo>
                <a:lnTo>
                  <a:pt x="1799114" y="58412"/>
                </a:lnTo>
                <a:lnTo>
                  <a:pt x="1798765" y="59347"/>
                </a:lnTo>
                <a:lnTo>
                  <a:pt x="1798435" y="60298"/>
                </a:lnTo>
                <a:lnTo>
                  <a:pt x="1798124" y="61263"/>
                </a:lnTo>
                <a:lnTo>
                  <a:pt x="1797832" y="62244"/>
                </a:lnTo>
                <a:lnTo>
                  <a:pt x="1797559" y="63240"/>
                </a:lnTo>
                <a:lnTo>
                  <a:pt x="1797304" y="64251"/>
                </a:lnTo>
                <a:lnTo>
                  <a:pt x="1797068" y="65277"/>
                </a:lnTo>
                <a:lnTo>
                  <a:pt x="1796852" y="66318"/>
                </a:lnTo>
                <a:lnTo>
                  <a:pt x="1796654" y="67375"/>
                </a:lnTo>
                <a:lnTo>
                  <a:pt x="1796475" y="68446"/>
                </a:lnTo>
                <a:lnTo>
                  <a:pt x="1796314" y="69533"/>
                </a:lnTo>
                <a:lnTo>
                  <a:pt x="1796173" y="70635"/>
                </a:lnTo>
                <a:lnTo>
                  <a:pt x="1796050" y="71753"/>
                </a:lnTo>
                <a:lnTo>
                  <a:pt x="1795947" y="72885"/>
                </a:lnTo>
                <a:lnTo>
                  <a:pt x="1795862" y="74032"/>
                </a:lnTo>
                <a:lnTo>
                  <a:pt x="1795796" y="75195"/>
                </a:lnTo>
                <a:lnTo>
                  <a:pt x="1795749" y="76373"/>
                </a:lnTo>
                <a:lnTo>
                  <a:pt x="1795720" y="77566"/>
                </a:lnTo>
                <a:lnTo>
                  <a:pt x="1795711" y="78774"/>
                </a:lnTo>
                <a:lnTo>
                  <a:pt x="1795720" y="79960"/>
                </a:lnTo>
                <a:lnTo>
                  <a:pt x="1795749" y="81132"/>
                </a:lnTo>
                <a:lnTo>
                  <a:pt x="1795796" y="82288"/>
                </a:lnTo>
                <a:lnTo>
                  <a:pt x="1795862" y="83430"/>
                </a:lnTo>
                <a:lnTo>
                  <a:pt x="1795947" y="84558"/>
                </a:lnTo>
                <a:lnTo>
                  <a:pt x="1796050" y="85670"/>
                </a:lnTo>
                <a:lnTo>
                  <a:pt x="1796173" y="86768"/>
                </a:lnTo>
                <a:lnTo>
                  <a:pt x="1796314" y="87851"/>
                </a:lnTo>
                <a:lnTo>
                  <a:pt x="1796475" y="88920"/>
                </a:lnTo>
                <a:lnTo>
                  <a:pt x="1796654" y="89974"/>
                </a:lnTo>
                <a:lnTo>
                  <a:pt x="1796852" y="91013"/>
                </a:lnTo>
                <a:lnTo>
                  <a:pt x="1797068" y="92037"/>
                </a:lnTo>
                <a:lnTo>
                  <a:pt x="1797304" y="93047"/>
                </a:lnTo>
                <a:lnTo>
                  <a:pt x="1797559" y="94042"/>
                </a:lnTo>
                <a:lnTo>
                  <a:pt x="1797832" y="95023"/>
                </a:lnTo>
                <a:lnTo>
                  <a:pt x="1798124" y="95988"/>
                </a:lnTo>
                <a:lnTo>
                  <a:pt x="1798435" y="96939"/>
                </a:lnTo>
                <a:lnTo>
                  <a:pt x="1798765" y="97875"/>
                </a:lnTo>
                <a:lnTo>
                  <a:pt x="1799114" y="98797"/>
                </a:lnTo>
                <a:lnTo>
                  <a:pt x="1799482" y="99704"/>
                </a:lnTo>
                <a:lnTo>
                  <a:pt x="1799868" y="100596"/>
                </a:lnTo>
                <a:lnTo>
                  <a:pt x="1800273" y="101473"/>
                </a:lnTo>
                <a:lnTo>
                  <a:pt x="1800697" y="102336"/>
                </a:lnTo>
                <a:lnTo>
                  <a:pt x="1801140" y="103184"/>
                </a:lnTo>
                <a:lnTo>
                  <a:pt x="1801601" y="104016"/>
                </a:lnTo>
                <a:lnTo>
                  <a:pt x="1802077" y="104832"/>
                </a:lnTo>
                <a:lnTo>
                  <a:pt x="1802568" y="105631"/>
                </a:lnTo>
                <a:lnTo>
                  <a:pt x="1803075" y="106414"/>
                </a:lnTo>
                <a:lnTo>
                  <a:pt x="1803598" y="107179"/>
                </a:lnTo>
                <a:lnTo>
                  <a:pt x="1804136" y="107929"/>
                </a:lnTo>
                <a:lnTo>
                  <a:pt x="1804690" y="108662"/>
                </a:lnTo>
                <a:lnTo>
                  <a:pt x="1805260" y="109378"/>
                </a:lnTo>
                <a:lnTo>
                  <a:pt x="1805845" y="110078"/>
                </a:lnTo>
                <a:lnTo>
                  <a:pt x="1806445" y="110761"/>
                </a:lnTo>
                <a:lnTo>
                  <a:pt x="1807062" y="111427"/>
                </a:lnTo>
                <a:lnTo>
                  <a:pt x="1807694" y="112077"/>
                </a:lnTo>
                <a:lnTo>
                  <a:pt x="1808341" y="112711"/>
                </a:lnTo>
                <a:lnTo>
                  <a:pt x="1809004" y="113328"/>
                </a:lnTo>
                <a:lnTo>
                  <a:pt x="1809683" y="113928"/>
                </a:lnTo>
                <a:lnTo>
                  <a:pt x="1810377" y="114512"/>
                </a:lnTo>
                <a:lnTo>
                  <a:pt x="1811087" y="115079"/>
                </a:lnTo>
                <a:lnTo>
                  <a:pt x="1811813" y="115629"/>
                </a:lnTo>
                <a:lnTo>
                  <a:pt x="1812554" y="116163"/>
                </a:lnTo>
                <a:lnTo>
                  <a:pt x="1813311" y="116681"/>
                </a:lnTo>
                <a:lnTo>
                  <a:pt x="1814083" y="117182"/>
                </a:lnTo>
                <a:lnTo>
                  <a:pt x="1814871" y="117666"/>
                </a:lnTo>
                <a:lnTo>
                  <a:pt x="1815675" y="118134"/>
                </a:lnTo>
                <a:lnTo>
                  <a:pt x="1816494" y="118585"/>
                </a:lnTo>
                <a:lnTo>
                  <a:pt x="1817327" y="119019"/>
                </a:lnTo>
                <a:lnTo>
                  <a:pt x="1818171" y="119434"/>
                </a:lnTo>
                <a:lnTo>
                  <a:pt x="1819026" y="119830"/>
                </a:lnTo>
                <a:lnTo>
                  <a:pt x="1819893" y="120208"/>
                </a:lnTo>
                <a:lnTo>
                  <a:pt x="1820770" y="120568"/>
                </a:lnTo>
                <a:lnTo>
                  <a:pt x="1821659" y="120909"/>
                </a:lnTo>
                <a:lnTo>
                  <a:pt x="1822560" y="121232"/>
                </a:lnTo>
                <a:lnTo>
                  <a:pt x="1823471" y="121537"/>
                </a:lnTo>
                <a:lnTo>
                  <a:pt x="1824394" y="121823"/>
                </a:lnTo>
                <a:lnTo>
                  <a:pt x="1825328" y="122090"/>
                </a:lnTo>
                <a:lnTo>
                  <a:pt x="1826274" y="122339"/>
                </a:lnTo>
                <a:lnTo>
                  <a:pt x="1827231" y="122570"/>
                </a:lnTo>
                <a:lnTo>
                  <a:pt x="1828199" y="122782"/>
                </a:lnTo>
                <a:lnTo>
                  <a:pt x="1829178" y="122975"/>
                </a:lnTo>
                <a:lnTo>
                  <a:pt x="1830169" y="123151"/>
                </a:lnTo>
                <a:lnTo>
                  <a:pt x="1831170" y="123307"/>
                </a:lnTo>
                <a:lnTo>
                  <a:pt x="1832184" y="123446"/>
                </a:lnTo>
                <a:lnTo>
                  <a:pt x="1833208" y="123566"/>
                </a:lnTo>
                <a:lnTo>
                  <a:pt x="1834244" y="123667"/>
                </a:lnTo>
                <a:lnTo>
                  <a:pt x="1835291" y="123750"/>
                </a:lnTo>
                <a:lnTo>
                  <a:pt x="1836349" y="123815"/>
                </a:lnTo>
                <a:lnTo>
                  <a:pt x="1837419" y="123861"/>
                </a:lnTo>
                <a:lnTo>
                  <a:pt x="1838499" y="123889"/>
                </a:lnTo>
                <a:lnTo>
                  <a:pt x="1839592" y="123898"/>
                </a:lnTo>
                <a:lnTo>
                  <a:pt x="1840698" y="123889"/>
                </a:lnTo>
                <a:lnTo>
                  <a:pt x="1841793" y="123861"/>
                </a:lnTo>
                <a:lnTo>
                  <a:pt x="1842876" y="123815"/>
                </a:lnTo>
                <a:lnTo>
                  <a:pt x="1843947" y="123750"/>
                </a:lnTo>
                <a:lnTo>
                  <a:pt x="1845006" y="123667"/>
                </a:lnTo>
                <a:close/>
                <a:moveTo>
                  <a:pt x="1836580" y="105759"/>
                </a:moveTo>
                <a:lnTo>
                  <a:pt x="1836012" y="105689"/>
                </a:lnTo>
                <a:lnTo>
                  <a:pt x="1835455" y="105606"/>
                </a:lnTo>
                <a:lnTo>
                  <a:pt x="1834909" y="105510"/>
                </a:lnTo>
                <a:lnTo>
                  <a:pt x="1834374" y="105401"/>
                </a:lnTo>
                <a:lnTo>
                  <a:pt x="1833851" y="105280"/>
                </a:lnTo>
                <a:lnTo>
                  <a:pt x="1833339" y="105146"/>
                </a:lnTo>
                <a:lnTo>
                  <a:pt x="1832838" y="104999"/>
                </a:lnTo>
                <a:lnTo>
                  <a:pt x="1832349" y="104839"/>
                </a:lnTo>
                <a:lnTo>
                  <a:pt x="1831870" y="104667"/>
                </a:lnTo>
                <a:lnTo>
                  <a:pt x="1831404" y="104482"/>
                </a:lnTo>
                <a:lnTo>
                  <a:pt x="1830948" y="104284"/>
                </a:lnTo>
                <a:lnTo>
                  <a:pt x="1830504" y="104073"/>
                </a:lnTo>
                <a:lnTo>
                  <a:pt x="1830071" y="103850"/>
                </a:lnTo>
                <a:lnTo>
                  <a:pt x="1829649" y="103614"/>
                </a:lnTo>
                <a:lnTo>
                  <a:pt x="1829238" y="103365"/>
                </a:lnTo>
                <a:lnTo>
                  <a:pt x="1828839" y="103103"/>
                </a:lnTo>
                <a:lnTo>
                  <a:pt x="1828451" y="102829"/>
                </a:lnTo>
                <a:lnTo>
                  <a:pt x="1828074" y="102541"/>
                </a:lnTo>
                <a:lnTo>
                  <a:pt x="1827709" y="102241"/>
                </a:lnTo>
                <a:lnTo>
                  <a:pt x="1827354" y="101931"/>
                </a:lnTo>
                <a:lnTo>
                  <a:pt x="1827007" y="101611"/>
                </a:lnTo>
                <a:lnTo>
                  <a:pt x="1826670" y="101283"/>
                </a:lnTo>
                <a:lnTo>
                  <a:pt x="1826341" y="100946"/>
                </a:lnTo>
                <a:lnTo>
                  <a:pt x="1826021" y="100601"/>
                </a:lnTo>
                <a:lnTo>
                  <a:pt x="1825709" y="100247"/>
                </a:lnTo>
                <a:lnTo>
                  <a:pt x="1825407" y="99884"/>
                </a:lnTo>
                <a:lnTo>
                  <a:pt x="1825113" y="99513"/>
                </a:lnTo>
                <a:lnTo>
                  <a:pt x="1824828" y="99133"/>
                </a:lnTo>
                <a:lnTo>
                  <a:pt x="1824552" y="98744"/>
                </a:lnTo>
                <a:lnTo>
                  <a:pt x="1824285" y="98346"/>
                </a:lnTo>
                <a:lnTo>
                  <a:pt x="1824026" y="97940"/>
                </a:lnTo>
                <a:lnTo>
                  <a:pt x="1823777" y="97526"/>
                </a:lnTo>
                <a:lnTo>
                  <a:pt x="1823536" y="97102"/>
                </a:lnTo>
                <a:lnTo>
                  <a:pt x="1823304" y="96670"/>
                </a:lnTo>
                <a:lnTo>
                  <a:pt x="1823081" y="96230"/>
                </a:lnTo>
                <a:lnTo>
                  <a:pt x="1822866" y="95780"/>
                </a:lnTo>
                <a:lnTo>
                  <a:pt x="1822661" y="95322"/>
                </a:lnTo>
                <a:lnTo>
                  <a:pt x="1822464" y="94855"/>
                </a:lnTo>
                <a:lnTo>
                  <a:pt x="1822276" y="94380"/>
                </a:lnTo>
                <a:lnTo>
                  <a:pt x="1822097" y="93896"/>
                </a:lnTo>
                <a:lnTo>
                  <a:pt x="1821926" y="93403"/>
                </a:lnTo>
                <a:lnTo>
                  <a:pt x="1821765" y="92902"/>
                </a:lnTo>
                <a:lnTo>
                  <a:pt x="1821612" y="92392"/>
                </a:lnTo>
                <a:lnTo>
                  <a:pt x="1821467" y="91876"/>
                </a:lnTo>
                <a:lnTo>
                  <a:pt x="1821328" y="91355"/>
                </a:lnTo>
                <a:lnTo>
                  <a:pt x="1821195" y="90829"/>
                </a:lnTo>
                <a:lnTo>
                  <a:pt x="1821068" y="90299"/>
                </a:lnTo>
                <a:lnTo>
                  <a:pt x="1820948" y="89765"/>
                </a:lnTo>
                <a:lnTo>
                  <a:pt x="1820833" y="89227"/>
                </a:lnTo>
                <a:lnTo>
                  <a:pt x="1820725" y="88684"/>
                </a:lnTo>
                <a:lnTo>
                  <a:pt x="1820623" y="88136"/>
                </a:lnTo>
                <a:lnTo>
                  <a:pt x="1820527" y="87584"/>
                </a:lnTo>
                <a:lnTo>
                  <a:pt x="1820438" y="87028"/>
                </a:lnTo>
                <a:lnTo>
                  <a:pt x="1820354" y="86467"/>
                </a:lnTo>
                <a:lnTo>
                  <a:pt x="1820277" y="85902"/>
                </a:lnTo>
                <a:lnTo>
                  <a:pt x="1820206" y="85333"/>
                </a:lnTo>
                <a:lnTo>
                  <a:pt x="1820141" y="84759"/>
                </a:lnTo>
                <a:lnTo>
                  <a:pt x="1820082" y="84180"/>
                </a:lnTo>
                <a:lnTo>
                  <a:pt x="1820030" y="83598"/>
                </a:lnTo>
                <a:lnTo>
                  <a:pt x="1819983" y="83011"/>
                </a:lnTo>
                <a:lnTo>
                  <a:pt x="1819943" y="82419"/>
                </a:lnTo>
                <a:lnTo>
                  <a:pt x="1819909" y="81823"/>
                </a:lnTo>
                <a:lnTo>
                  <a:pt x="1819881" y="81223"/>
                </a:lnTo>
                <a:lnTo>
                  <a:pt x="1819860" y="80618"/>
                </a:lnTo>
                <a:lnTo>
                  <a:pt x="1819844" y="80008"/>
                </a:lnTo>
                <a:lnTo>
                  <a:pt x="1819835" y="79395"/>
                </a:lnTo>
                <a:lnTo>
                  <a:pt x="1819832" y="78777"/>
                </a:lnTo>
                <a:lnTo>
                  <a:pt x="1819835" y="78144"/>
                </a:lnTo>
                <a:lnTo>
                  <a:pt x="1819844" y="77515"/>
                </a:lnTo>
                <a:lnTo>
                  <a:pt x="1819860" y="76891"/>
                </a:lnTo>
                <a:lnTo>
                  <a:pt x="1819881" y="76272"/>
                </a:lnTo>
                <a:lnTo>
                  <a:pt x="1819909" y="75658"/>
                </a:lnTo>
                <a:lnTo>
                  <a:pt x="1819943" y="75049"/>
                </a:lnTo>
                <a:lnTo>
                  <a:pt x="1819983" y="74444"/>
                </a:lnTo>
                <a:lnTo>
                  <a:pt x="1820030" y="73844"/>
                </a:lnTo>
                <a:lnTo>
                  <a:pt x="1820082" y="73248"/>
                </a:lnTo>
                <a:lnTo>
                  <a:pt x="1820141" y="72658"/>
                </a:lnTo>
                <a:lnTo>
                  <a:pt x="1820206" y="72072"/>
                </a:lnTo>
                <a:lnTo>
                  <a:pt x="1820277" y="71491"/>
                </a:lnTo>
                <a:lnTo>
                  <a:pt x="1820354" y="70914"/>
                </a:lnTo>
                <a:lnTo>
                  <a:pt x="1820438" y="70343"/>
                </a:lnTo>
                <a:lnTo>
                  <a:pt x="1820527" y="69776"/>
                </a:lnTo>
                <a:lnTo>
                  <a:pt x="1820623" y="69213"/>
                </a:lnTo>
                <a:lnTo>
                  <a:pt x="1820725" y="68656"/>
                </a:lnTo>
                <a:lnTo>
                  <a:pt x="1820833" y="68103"/>
                </a:lnTo>
                <a:lnTo>
                  <a:pt x="1820948" y="67555"/>
                </a:lnTo>
                <a:lnTo>
                  <a:pt x="1821068" y="67012"/>
                </a:lnTo>
                <a:lnTo>
                  <a:pt x="1821195" y="66473"/>
                </a:lnTo>
                <a:lnTo>
                  <a:pt x="1821328" y="65940"/>
                </a:lnTo>
                <a:lnTo>
                  <a:pt x="1821467" y="65410"/>
                </a:lnTo>
                <a:lnTo>
                  <a:pt x="1821612" y="64886"/>
                </a:lnTo>
                <a:lnTo>
                  <a:pt x="1821765" y="64369"/>
                </a:lnTo>
                <a:lnTo>
                  <a:pt x="1821926" y="63860"/>
                </a:lnTo>
                <a:lnTo>
                  <a:pt x="1822097" y="63360"/>
                </a:lnTo>
                <a:lnTo>
                  <a:pt x="1822276" y="62869"/>
                </a:lnTo>
                <a:lnTo>
                  <a:pt x="1822464" y="62387"/>
                </a:lnTo>
                <a:lnTo>
                  <a:pt x="1822661" y="61913"/>
                </a:lnTo>
                <a:lnTo>
                  <a:pt x="1822866" y="61448"/>
                </a:lnTo>
                <a:lnTo>
                  <a:pt x="1823081" y="60993"/>
                </a:lnTo>
                <a:lnTo>
                  <a:pt x="1823304" y="60546"/>
                </a:lnTo>
                <a:lnTo>
                  <a:pt x="1823536" y="60108"/>
                </a:lnTo>
                <a:lnTo>
                  <a:pt x="1823777" y="59678"/>
                </a:lnTo>
                <a:lnTo>
                  <a:pt x="1824026" y="59258"/>
                </a:lnTo>
                <a:lnTo>
                  <a:pt x="1824285" y="58846"/>
                </a:lnTo>
                <a:lnTo>
                  <a:pt x="1824552" y="58443"/>
                </a:lnTo>
                <a:lnTo>
                  <a:pt x="1824828" y="58049"/>
                </a:lnTo>
                <a:lnTo>
                  <a:pt x="1825113" y="57664"/>
                </a:lnTo>
                <a:lnTo>
                  <a:pt x="1825407" y="57288"/>
                </a:lnTo>
                <a:lnTo>
                  <a:pt x="1825709" y="56920"/>
                </a:lnTo>
                <a:lnTo>
                  <a:pt x="1826021" y="56562"/>
                </a:lnTo>
                <a:lnTo>
                  <a:pt x="1826341" y="56212"/>
                </a:lnTo>
                <a:lnTo>
                  <a:pt x="1826670" y="55871"/>
                </a:lnTo>
                <a:lnTo>
                  <a:pt x="1827007" y="55539"/>
                </a:lnTo>
                <a:lnTo>
                  <a:pt x="1827354" y="55215"/>
                </a:lnTo>
                <a:lnTo>
                  <a:pt x="1827709" y="54901"/>
                </a:lnTo>
                <a:lnTo>
                  <a:pt x="1828074" y="54597"/>
                </a:lnTo>
                <a:lnTo>
                  <a:pt x="1828451" y="54306"/>
                </a:lnTo>
                <a:lnTo>
                  <a:pt x="1828839" y="54028"/>
                </a:lnTo>
                <a:lnTo>
                  <a:pt x="1829238" y="53763"/>
                </a:lnTo>
                <a:lnTo>
                  <a:pt x="1829649" y="53512"/>
                </a:lnTo>
                <a:lnTo>
                  <a:pt x="1830071" y="53272"/>
                </a:lnTo>
                <a:lnTo>
                  <a:pt x="1830504" y="53046"/>
                </a:lnTo>
                <a:lnTo>
                  <a:pt x="1830948" y="52833"/>
                </a:lnTo>
                <a:lnTo>
                  <a:pt x="1831404" y="52633"/>
                </a:lnTo>
                <a:lnTo>
                  <a:pt x="1831870" y="52445"/>
                </a:lnTo>
                <a:lnTo>
                  <a:pt x="1832349" y="52271"/>
                </a:lnTo>
                <a:lnTo>
                  <a:pt x="1832838" y="52109"/>
                </a:lnTo>
                <a:lnTo>
                  <a:pt x="1833339" y="51961"/>
                </a:lnTo>
                <a:lnTo>
                  <a:pt x="1833851" y="51825"/>
                </a:lnTo>
                <a:lnTo>
                  <a:pt x="1834374" y="51702"/>
                </a:lnTo>
                <a:lnTo>
                  <a:pt x="1834909" y="51593"/>
                </a:lnTo>
                <a:lnTo>
                  <a:pt x="1835455" y="51496"/>
                </a:lnTo>
                <a:lnTo>
                  <a:pt x="1836012" y="51412"/>
                </a:lnTo>
                <a:lnTo>
                  <a:pt x="1836580" y="51341"/>
                </a:lnTo>
                <a:lnTo>
                  <a:pt x="1837160" y="51282"/>
                </a:lnTo>
                <a:lnTo>
                  <a:pt x="1837751" y="51237"/>
                </a:lnTo>
                <a:lnTo>
                  <a:pt x="1838353" y="51205"/>
                </a:lnTo>
                <a:lnTo>
                  <a:pt x="1838967" y="51186"/>
                </a:lnTo>
                <a:lnTo>
                  <a:pt x="1839592" y="51179"/>
                </a:lnTo>
                <a:lnTo>
                  <a:pt x="1840231" y="51186"/>
                </a:lnTo>
                <a:lnTo>
                  <a:pt x="1840859" y="51205"/>
                </a:lnTo>
                <a:lnTo>
                  <a:pt x="1841475" y="51237"/>
                </a:lnTo>
                <a:lnTo>
                  <a:pt x="1842080" y="51282"/>
                </a:lnTo>
                <a:lnTo>
                  <a:pt x="1842673" y="51341"/>
                </a:lnTo>
                <a:lnTo>
                  <a:pt x="1843255" y="51412"/>
                </a:lnTo>
                <a:lnTo>
                  <a:pt x="1843825" y="51496"/>
                </a:lnTo>
                <a:lnTo>
                  <a:pt x="1844383" y="51593"/>
                </a:lnTo>
                <a:lnTo>
                  <a:pt x="1844930" y="51702"/>
                </a:lnTo>
                <a:lnTo>
                  <a:pt x="1845465" y="51825"/>
                </a:lnTo>
                <a:lnTo>
                  <a:pt x="1845989" y="51961"/>
                </a:lnTo>
                <a:lnTo>
                  <a:pt x="1846501" y="52109"/>
                </a:lnTo>
                <a:lnTo>
                  <a:pt x="1847001" y="52271"/>
                </a:lnTo>
                <a:lnTo>
                  <a:pt x="1847490" y="52445"/>
                </a:lnTo>
                <a:lnTo>
                  <a:pt x="1847967" y="52633"/>
                </a:lnTo>
                <a:lnTo>
                  <a:pt x="1848433" y="52833"/>
                </a:lnTo>
                <a:lnTo>
                  <a:pt x="1848887" y="53046"/>
                </a:lnTo>
                <a:lnTo>
                  <a:pt x="1849329" y="53272"/>
                </a:lnTo>
                <a:lnTo>
                  <a:pt x="1849760" y="53512"/>
                </a:lnTo>
                <a:lnTo>
                  <a:pt x="1850180" y="53763"/>
                </a:lnTo>
                <a:lnTo>
                  <a:pt x="1850587" y="54028"/>
                </a:lnTo>
                <a:lnTo>
                  <a:pt x="1850984" y="54306"/>
                </a:lnTo>
                <a:lnTo>
                  <a:pt x="1851368" y="54597"/>
                </a:lnTo>
                <a:lnTo>
                  <a:pt x="1851741" y="54901"/>
                </a:lnTo>
                <a:lnTo>
                  <a:pt x="1852104" y="55215"/>
                </a:lnTo>
                <a:lnTo>
                  <a:pt x="1852457" y="55539"/>
                </a:lnTo>
                <a:lnTo>
                  <a:pt x="1852802" y="55871"/>
                </a:lnTo>
                <a:lnTo>
                  <a:pt x="1853138" y="56212"/>
                </a:lnTo>
                <a:lnTo>
                  <a:pt x="1853465" y="56562"/>
                </a:lnTo>
                <a:lnTo>
                  <a:pt x="1853783" y="56920"/>
                </a:lnTo>
                <a:lnTo>
                  <a:pt x="1854091" y="57288"/>
                </a:lnTo>
                <a:lnTo>
                  <a:pt x="1854391" y="57664"/>
                </a:lnTo>
                <a:lnTo>
                  <a:pt x="1854682" y="58049"/>
                </a:lnTo>
                <a:lnTo>
                  <a:pt x="1854964" y="58443"/>
                </a:lnTo>
                <a:lnTo>
                  <a:pt x="1855237" y="58846"/>
                </a:lnTo>
                <a:lnTo>
                  <a:pt x="1855502" y="59258"/>
                </a:lnTo>
                <a:lnTo>
                  <a:pt x="1855757" y="59678"/>
                </a:lnTo>
                <a:lnTo>
                  <a:pt x="1856003" y="60108"/>
                </a:lnTo>
                <a:lnTo>
                  <a:pt x="1856240" y="60546"/>
                </a:lnTo>
                <a:lnTo>
                  <a:pt x="1856468" y="60993"/>
                </a:lnTo>
                <a:lnTo>
                  <a:pt x="1856688" y="61448"/>
                </a:lnTo>
                <a:lnTo>
                  <a:pt x="1856898" y="61913"/>
                </a:lnTo>
                <a:lnTo>
                  <a:pt x="1857099" y="62387"/>
                </a:lnTo>
                <a:lnTo>
                  <a:pt x="1857292" y="62869"/>
                </a:lnTo>
                <a:lnTo>
                  <a:pt x="1857475" y="63360"/>
                </a:lnTo>
                <a:lnTo>
                  <a:pt x="1857649" y="63860"/>
                </a:lnTo>
                <a:lnTo>
                  <a:pt x="1857815" y="64369"/>
                </a:lnTo>
                <a:lnTo>
                  <a:pt x="1857971" y="64886"/>
                </a:lnTo>
                <a:lnTo>
                  <a:pt x="1858120" y="65410"/>
                </a:lnTo>
                <a:lnTo>
                  <a:pt x="1858263" y="65940"/>
                </a:lnTo>
                <a:lnTo>
                  <a:pt x="1858399" y="66473"/>
                </a:lnTo>
                <a:lnTo>
                  <a:pt x="1858529" y="67012"/>
                </a:lnTo>
                <a:lnTo>
                  <a:pt x="1858653" y="67555"/>
                </a:lnTo>
                <a:lnTo>
                  <a:pt x="1858770" y="68103"/>
                </a:lnTo>
                <a:lnTo>
                  <a:pt x="1858881" y="68656"/>
                </a:lnTo>
                <a:lnTo>
                  <a:pt x="1858985" y="69213"/>
                </a:lnTo>
                <a:lnTo>
                  <a:pt x="1859083" y="69776"/>
                </a:lnTo>
                <a:lnTo>
                  <a:pt x="1859175" y="70343"/>
                </a:lnTo>
                <a:lnTo>
                  <a:pt x="1859261" y="70914"/>
                </a:lnTo>
                <a:lnTo>
                  <a:pt x="1859340" y="71491"/>
                </a:lnTo>
                <a:lnTo>
                  <a:pt x="1859413" y="72072"/>
                </a:lnTo>
                <a:lnTo>
                  <a:pt x="1859479" y="72658"/>
                </a:lnTo>
                <a:lnTo>
                  <a:pt x="1859540" y="73248"/>
                </a:lnTo>
                <a:lnTo>
                  <a:pt x="1859593" y="73844"/>
                </a:lnTo>
                <a:lnTo>
                  <a:pt x="1859641" y="74444"/>
                </a:lnTo>
                <a:lnTo>
                  <a:pt x="1859682" y="75049"/>
                </a:lnTo>
                <a:lnTo>
                  <a:pt x="1859717" y="75658"/>
                </a:lnTo>
                <a:lnTo>
                  <a:pt x="1859745" y="76272"/>
                </a:lnTo>
                <a:lnTo>
                  <a:pt x="1859768" y="76891"/>
                </a:lnTo>
                <a:lnTo>
                  <a:pt x="1859783" y="77515"/>
                </a:lnTo>
                <a:lnTo>
                  <a:pt x="1859793" y="78144"/>
                </a:lnTo>
                <a:lnTo>
                  <a:pt x="1859796" y="78777"/>
                </a:lnTo>
                <a:lnTo>
                  <a:pt x="1859793" y="79395"/>
                </a:lnTo>
                <a:lnTo>
                  <a:pt x="1859783" y="80008"/>
                </a:lnTo>
                <a:lnTo>
                  <a:pt x="1859768" y="80618"/>
                </a:lnTo>
                <a:lnTo>
                  <a:pt x="1859745" y="81223"/>
                </a:lnTo>
                <a:lnTo>
                  <a:pt x="1859717" y="81823"/>
                </a:lnTo>
                <a:lnTo>
                  <a:pt x="1859682" y="82419"/>
                </a:lnTo>
                <a:lnTo>
                  <a:pt x="1859641" y="83011"/>
                </a:lnTo>
                <a:lnTo>
                  <a:pt x="1859593" y="83598"/>
                </a:lnTo>
                <a:lnTo>
                  <a:pt x="1859540" y="84180"/>
                </a:lnTo>
                <a:lnTo>
                  <a:pt x="1859479" y="84759"/>
                </a:lnTo>
                <a:lnTo>
                  <a:pt x="1859413" y="85333"/>
                </a:lnTo>
                <a:lnTo>
                  <a:pt x="1859340" y="85902"/>
                </a:lnTo>
                <a:lnTo>
                  <a:pt x="1859261" y="86467"/>
                </a:lnTo>
                <a:lnTo>
                  <a:pt x="1859175" y="87028"/>
                </a:lnTo>
                <a:lnTo>
                  <a:pt x="1859083" y="87584"/>
                </a:lnTo>
                <a:lnTo>
                  <a:pt x="1858985" y="88136"/>
                </a:lnTo>
                <a:lnTo>
                  <a:pt x="1858881" y="88684"/>
                </a:lnTo>
                <a:lnTo>
                  <a:pt x="1858770" y="89227"/>
                </a:lnTo>
                <a:lnTo>
                  <a:pt x="1858653" y="89765"/>
                </a:lnTo>
                <a:lnTo>
                  <a:pt x="1858529" y="90299"/>
                </a:lnTo>
                <a:lnTo>
                  <a:pt x="1858399" y="90829"/>
                </a:lnTo>
                <a:lnTo>
                  <a:pt x="1858263" y="91355"/>
                </a:lnTo>
                <a:lnTo>
                  <a:pt x="1858120" y="91876"/>
                </a:lnTo>
                <a:lnTo>
                  <a:pt x="1857971" y="92392"/>
                </a:lnTo>
                <a:lnTo>
                  <a:pt x="1857815" y="92902"/>
                </a:lnTo>
                <a:lnTo>
                  <a:pt x="1857649" y="93403"/>
                </a:lnTo>
                <a:lnTo>
                  <a:pt x="1857475" y="93896"/>
                </a:lnTo>
                <a:lnTo>
                  <a:pt x="1857292" y="94380"/>
                </a:lnTo>
                <a:lnTo>
                  <a:pt x="1857099" y="94855"/>
                </a:lnTo>
                <a:lnTo>
                  <a:pt x="1856898" y="95322"/>
                </a:lnTo>
                <a:lnTo>
                  <a:pt x="1856688" y="95780"/>
                </a:lnTo>
                <a:lnTo>
                  <a:pt x="1856468" y="96230"/>
                </a:lnTo>
                <a:lnTo>
                  <a:pt x="1856240" y="96670"/>
                </a:lnTo>
                <a:lnTo>
                  <a:pt x="1856003" y="97102"/>
                </a:lnTo>
                <a:lnTo>
                  <a:pt x="1855757" y="97526"/>
                </a:lnTo>
                <a:lnTo>
                  <a:pt x="1855502" y="97940"/>
                </a:lnTo>
                <a:lnTo>
                  <a:pt x="1855237" y="98346"/>
                </a:lnTo>
                <a:lnTo>
                  <a:pt x="1854964" y="98744"/>
                </a:lnTo>
                <a:lnTo>
                  <a:pt x="1854682" y="99133"/>
                </a:lnTo>
                <a:lnTo>
                  <a:pt x="1854391" y="99513"/>
                </a:lnTo>
                <a:lnTo>
                  <a:pt x="1854091" y="99884"/>
                </a:lnTo>
                <a:lnTo>
                  <a:pt x="1853783" y="100247"/>
                </a:lnTo>
                <a:lnTo>
                  <a:pt x="1853465" y="100601"/>
                </a:lnTo>
                <a:lnTo>
                  <a:pt x="1853138" y="100946"/>
                </a:lnTo>
                <a:lnTo>
                  <a:pt x="1852802" y="101283"/>
                </a:lnTo>
                <a:lnTo>
                  <a:pt x="1852457" y="101611"/>
                </a:lnTo>
                <a:lnTo>
                  <a:pt x="1852104" y="101931"/>
                </a:lnTo>
                <a:lnTo>
                  <a:pt x="1851741" y="102241"/>
                </a:lnTo>
                <a:lnTo>
                  <a:pt x="1851368" y="102541"/>
                </a:lnTo>
                <a:lnTo>
                  <a:pt x="1850984" y="102829"/>
                </a:lnTo>
                <a:lnTo>
                  <a:pt x="1850587" y="103103"/>
                </a:lnTo>
                <a:lnTo>
                  <a:pt x="1850180" y="103365"/>
                </a:lnTo>
                <a:lnTo>
                  <a:pt x="1849760" y="103614"/>
                </a:lnTo>
                <a:lnTo>
                  <a:pt x="1849329" y="103850"/>
                </a:lnTo>
                <a:lnTo>
                  <a:pt x="1848887" y="104073"/>
                </a:lnTo>
                <a:lnTo>
                  <a:pt x="1848433" y="104284"/>
                </a:lnTo>
                <a:lnTo>
                  <a:pt x="1847967" y="104482"/>
                </a:lnTo>
                <a:lnTo>
                  <a:pt x="1847490" y="104667"/>
                </a:lnTo>
                <a:lnTo>
                  <a:pt x="1847001" y="104839"/>
                </a:lnTo>
                <a:lnTo>
                  <a:pt x="1846501" y="104999"/>
                </a:lnTo>
                <a:lnTo>
                  <a:pt x="1845989" y="105146"/>
                </a:lnTo>
                <a:lnTo>
                  <a:pt x="1845465" y="105280"/>
                </a:lnTo>
                <a:lnTo>
                  <a:pt x="1844930" y="105401"/>
                </a:lnTo>
                <a:lnTo>
                  <a:pt x="1844383" y="105510"/>
                </a:lnTo>
                <a:lnTo>
                  <a:pt x="1843825" y="105606"/>
                </a:lnTo>
                <a:lnTo>
                  <a:pt x="1843255" y="105689"/>
                </a:lnTo>
                <a:lnTo>
                  <a:pt x="1842673" y="105759"/>
                </a:lnTo>
                <a:lnTo>
                  <a:pt x="1842080" y="105816"/>
                </a:lnTo>
                <a:lnTo>
                  <a:pt x="1841475" y="105861"/>
                </a:lnTo>
                <a:lnTo>
                  <a:pt x="1840859" y="105893"/>
                </a:lnTo>
                <a:lnTo>
                  <a:pt x="1840231" y="105912"/>
                </a:lnTo>
                <a:lnTo>
                  <a:pt x="1839592" y="105918"/>
                </a:lnTo>
                <a:lnTo>
                  <a:pt x="1838967" y="105912"/>
                </a:lnTo>
                <a:lnTo>
                  <a:pt x="1838353" y="105893"/>
                </a:lnTo>
                <a:lnTo>
                  <a:pt x="1837751" y="105861"/>
                </a:lnTo>
                <a:lnTo>
                  <a:pt x="1837160" y="105816"/>
                </a:lnTo>
                <a:lnTo>
                  <a:pt x="1836580" y="1057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D0746-4911-4155-8BA6-CECC4605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63" y="4887145"/>
            <a:ext cx="2167731" cy="251261"/>
          </a:xfrm>
          <a:custGeom xmlns:a="http://schemas.openxmlformats.org/drawingml/2006/main">
            <a:pathLst>
              <a:path w="2167731" h="251261">
                <a:moveTo>
                  <a:pt x="2167731" y="251261"/>
                </a:moveTo>
                <a:lnTo>
                  <a:pt x="0" y="251261"/>
                </a:lnTo>
                <a:lnTo>
                  <a:pt x="39410" y="0"/>
                </a:lnTo>
                <a:lnTo>
                  <a:pt x="2128321" y="0"/>
                </a:lnTo>
                <a:lnTo>
                  <a:pt x="2167731" y="251261"/>
                </a:lnTo>
                <a:close/>
              </a:path>
            </a:pathLst>
          </a:custGeom>
          <a:solidFill xmlns:a="http://schemas.openxmlformats.org/drawingml/2006/main">
            <a:srgbClr val="E9EF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28A956-03E1-4486-8BEA-B9604519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64" y="4887145"/>
            <a:ext cx="2167730" cy="251261"/>
          </a:xfrm>
          <a:custGeom xmlns:a="http://schemas.openxmlformats.org/drawingml/2006/main">
            <a:pathLst>
              <a:path w="2167730" h="251261" fill="none">
                <a:moveTo>
                  <a:pt x="2167730" y="251261"/>
                </a:moveTo>
                <a:lnTo>
                  <a:pt x="2128320" y="0"/>
                </a:lnTo>
                <a:lnTo>
                  <a:pt x="39409" y="0"/>
                </a:lnTo>
                <a:lnTo>
                  <a:pt x="0" y="251261"/>
                </a:lnTo>
                <a:lnTo>
                  <a:pt x="2167730" y="2512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1" name="Text LogicRelationsExtraction">
            <a:extLst xmlns:a="http://schemas.openxmlformats.org/drawingml/2006/main">
              <a:ext uri="{FF2B5EF4-FFF2-40B4-BE49-F238E27FC236}">
                <a16:creationId xmlns:a16="http://schemas.microsoft.com/office/drawing/2014/main" id="{E8FF0E9B-B448-4804-B2C8-ED25EA75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30" y="4963251"/>
            <a:ext cx="1847073" cy="134790"/>
          </a:xfrm>
          <a:custGeom xmlns:a="http://schemas.openxmlformats.org/drawingml/2006/main">
            <a:pathLst>
              <a:path w="1847073" h="134790">
                <a:moveTo>
                  <a:pt x="265076" y="19737"/>
                </a:moveTo>
                <a:lnTo>
                  <a:pt x="265493" y="19683"/>
                </a:lnTo>
                <a:lnTo>
                  <a:pt x="265901" y="19618"/>
                </a:lnTo>
                <a:lnTo>
                  <a:pt x="266301" y="19544"/>
                </a:lnTo>
                <a:lnTo>
                  <a:pt x="266691" y="19460"/>
                </a:lnTo>
                <a:lnTo>
                  <a:pt x="267071" y="19366"/>
                </a:lnTo>
                <a:lnTo>
                  <a:pt x="267443" y="19262"/>
                </a:lnTo>
                <a:lnTo>
                  <a:pt x="267805" y="19149"/>
                </a:lnTo>
                <a:lnTo>
                  <a:pt x="268158" y="19025"/>
                </a:lnTo>
                <a:lnTo>
                  <a:pt x="268502" y="18891"/>
                </a:lnTo>
                <a:lnTo>
                  <a:pt x="268836" y="18748"/>
                </a:lnTo>
                <a:lnTo>
                  <a:pt x="269162" y="18595"/>
                </a:lnTo>
                <a:lnTo>
                  <a:pt x="269478" y="18432"/>
                </a:lnTo>
                <a:lnTo>
                  <a:pt x="269785" y="18258"/>
                </a:lnTo>
                <a:lnTo>
                  <a:pt x="270082" y="18076"/>
                </a:lnTo>
                <a:lnTo>
                  <a:pt x="270371" y="17883"/>
                </a:lnTo>
                <a:lnTo>
                  <a:pt x="270650" y="17680"/>
                </a:lnTo>
                <a:lnTo>
                  <a:pt x="270920" y="17467"/>
                </a:lnTo>
                <a:lnTo>
                  <a:pt x="271181" y="17245"/>
                </a:lnTo>
                <a:lnTo>
                  <a:pt x="271433" y="17012"/>
                </a:lnTo>
                <a:lnTo>
                  <a:pt x="271674" y="16773"/>
                </a:lnTo>
                <a:lnTo>
                  <a:pt x="271906" y="16528"/>
                </a:lnTo>
                <a:lnTo>
                  <a:pt x="272127" y="16279"/>
                </a:lnTo>
                <a:lnTo>
                  <a:pt x="272338" y="16024"/>
                </a:lnTo>
                <a:lnTo>
                  <a:pt x="272539" y="15765"/>
                </a:lnTo>
                <a:lnTo>
                  <a:pt x="272729" y="15502"/>
                </a:lnTo>
                <a:lnTo>
                  <a:pt x="272909" y="15233"/>
                </a:lnTo>
                <a:lnTo>
                  <a:pt x="273079" y="14960"/>
                </a:lnTo>
                <a:lnTo>
                  <a:pt x="273239" y="14681"/>
                </a:lnTo>
                <a:lnTo>
                  <a:pt x="273388" y="14398"/>
                </a:lnTo>
                <a:lnTo>
                  <a:pt x="273527" y="14110"/>
                </a:lnTo>
                <a:lnTo>
                  <a:pt x="273655" y="13818"/>
                </a:lnTo>
                <a:lnTo>
                  <a:pt x="273774" y="13520"/>
                </a:lnTo>
                <a:lnTo>
                  <a:pt x="273882" y="13218"/>
                </a:lnTo>
                <a:lnTo>
                  <a:pt x="273979" y="12911"/>
                </a:lnTo>
                <a:lnTo>
                  <a:pt x="274067" y="12599"/>
                </a:lnTo>
                <a:lnTo>
                  <a:pt x="274144" y="12282"/>
                </a:lnTo>
                <a:lnTo>
                  <a:pt x="274211" y="11961"/>
                </a:lnTo>
                <a:lnTo>
                  <a:pt x="274268" y="11634"/>
                </a:lnTo>
                <a:lnTo>
                  <a:pt x="274314" y="11303"/>
                </a:lnTo>
                <a:lnTo>
                  <a:pt x="274350" y="10967"/>
                </a:lnTo>
                <a:lnTo>
                  <a:pt x="274376" y="10626"/>
                </a:lnTo>
                <a:lnTo>
                  <a:pt x="274391" y="10281"/>
                </a:lnTo>
                <a:lnTo>
                  <a:pt x="274396" y="9930"/>
                </a:lnTo>
                <a:lnTo>
                  <a:pt x="274391" y="9574"/>
                </a:lnTo>
                <a:lnTo>
                  <a:pt x="274376" y="9222"/>
                </a:lnTo>
                <a:lnTo>
                  <a:pt x="274350" y="8876"/>
                </a:lnTo>
                <a:lnTo>
                  <a:pt x="274314" y="8535"/>
                </a:lnTo>
                <a:lnTo>
                  <a:pt x="274268" y="8199"/>
                </a:lnTo>
                <a:lnTo>
                  <a:pt x="274211" y="7869"/>
                </a:lnTo>
                <a:lnTo>
                  <a:pt x="274144" y="7543"/>
                </a:lnTo>
                <a:lnTo>
                  <a:pt x="274067" y="7223"/>
                </a:lnTo>
                <a:lnTo>
                  <a:pt x="273979" y="6908"/>
                </a:lnTo>
                <a:lnTo>
                  <a:pt x="273882" y="6599"/>
                </a:lnTo>
                <a:lnTo>
                  <a:pt x="273774" y="6294"/>
                </a:lnTo>
                <a:lnTo>
                  <a:pt x="273655" y="5995"/>
                </a:lnTo>
                <a:lnTo>
                  <a:pt x="273527" y="5701"/>
                </a:lnTo>
                <a:lnTo>
                  <a:pt x="273388" y="5412"/>
                </a:lnTo>
                <a:lnTo>
                  <a:pt x="273239" y="5128"/>
                </a:lnTo>
                <a:lnTo>
                  <a:pt x="273079" y="4850"/>
                </a:lnTo>
                <a:lnTo>
                  <a:pt x="272909" y="4576"/>
                </a:lnTo>
                <a:lnTo>
                  <a:pt x="272729" y="4308"/>
                </a:lnTo>
                <a:lnTo>
                  <a:pt x="272539" y="4046"/>
                </a:lnTo>
                <a:lnTo>
                  <a:pt x="272338" y="3788"/>
                </a:lnTo>
                <a:lnTo>
                  <a:pt x="272127" y="3536"/>
                </a:lnTo>
                <a:lnTo>
                  <a:pt x="271906" y="3288"/>
                </a:lnTo>
                <a:lnTo>
                  <a:pt x="271674" y="3046"/>
                </a:lnTo>
                <a:lnTo>
                  <a:pt x="271433" y="2810"/>
                </a:lnTo>
                <a:lnTo>
                  <a:pt x="271181" y="2580"/>
                </a:lnTo>
                <a:lnTo>
                  <a:pt x="270920" y="2361"/>
                </a:lnTo>
                <a:lnTo>
                  <a:pt x="270650" y="2151"/>
                </a:lnTo>
                <a:lnTo>
                  <a:pt x="270371" y="1951"/>
                </a:lnTo>
                <a:lnTo>
                  <a:pt x="270082" y="1761"/>
                </a:lnTo>
                <a:lnTo>
                  <a:pt x="269785" y="1580"/>
                </a:lnTo>
                <a:lnTo>
                  <a:pt x="269478" y="1410"/>
                </a:lnTo>
                <a:lnTo>
                  <a:pt x="269162" y="1249"/>
                </a:lnTo>
                <a:lnTo>
                  <a:pt x="268836" y="1098"/>
                </a:lnTo>
                <a:lnTo>
                  <a:pt x="268502" y="956"/>
                </a:lnTo>
                <a:lnTo>
                  <a:pt x="268158" y="824"/>
                </a:lnTo>
                <a:lnTo>
                  <a:pt x="267805" y="702"/>
                </a:lnTo>
                <a:lnTo>
                  <a:pt x="267443" y="590"/>
                </a:lnTo>
                <a:lnTo>
                  <a:pt x="267071" y="488"/>
                </a:lnTo>
                <a:lnTo>
                  <a:pt x="266691" y="395"/>
                </a:lnTo>
                <a:lnTo>
                  <a:pt x="266301" y="312"/>
                </a:lnTo>
                <a:lnTo>
                  <a:pt x="265901" y="239"/>
                </a:lnTo>
                <a:lnTo>
                  <a:pt x="265493" y="176"/>
                </a:lnTo>
                <a:lnTo>
                  <a:pt x="265076" y="122"/>
                </a:lnTo>
                <a:lnTo>
                  <a:pt x="264649" y="78"/>
                </a:lnTo>
                <a:lnTo>
                  <a:pt x="264213" y="44"/>
                </a:lnTo>
                <a:lnTo>
                  <a:pt x="263768" y="20"/>
                </a:lnTo>
                <a:lnTo>
                  <a:pt x="263313" y="5"/>
                </a:lnTo>
                <a:lnTo>
                  <a:pt x="262849" y="0"/>
                </a:lnTo>
                <a:lnTo>
                  <a:pt x="262386" y="5"/>
                </a:lnTo>
                <a:lnTo>
                  <a:pt x="261931" y="20"/>
                </a:lnTo>
                <a:lnTo>
                  <a:pt x="261486" y="44"/>
                </a:lnTo>
                <a:lnTo>
                  <a:pt x="261050" y="78"/>
                </a:lnTo>
                <a:lnTo>
                  <a:pt x="260623" y="122"/>
                </a:lnTo>
                <a:lnTo>
                  <a:pt x="260206" y="176"/>
                </a:lnTo>
                <a:lnTo>
                  <a:pt x="259797" y="239"/>
                </a:lnTo>
                <a:lnTo>
                  <a:pt x="259398" y="312"/>
                </a:lnTo>
                <a:lnTo>
                  <a:pt x="259008" y="395"/>
                </a:lnTo>
                <a:lnTo>
                  <a:pt x="258628" y="488"/>
                </a:lnTo>
                <a:lnTo>
                  <a:pt x="258256" y="590"/>
                </a:lnTo>
                <a:lnTo>
                  <a:pt x="257894" y="702"/>
                </a:lnTo>
                <a:lnTo>
                  <a:pt x="257541" y="824"/>
                </a:lnTo>
                <a:lnTo>
                  <a:pt x="257197" y="956"/>
                </a:lnTo>
                <a:lnTo>
                  <a:pt x="256862" y="1098"/>
                </a:lnTo>
                <a:lnTo>
                  <a:pt x="256537" y="1249"/>
                </a:lnTo>
                <a:lnTo>
                  <a:pt x="256221" y="1410"/>
                </a:lnTo>
                <a:lnTo>
                  <a:pt x="255914" y="1580"/>
                </a:lnTo>
                <a:lnTo>
                  <a:pt x="255616" y="1761"/>
                </a:lnTo>
                <a:lnTo>
                  <a:pt x="255328" y="1951"/>
                </a:lnTo>
                <a:lnTo>
                  <a:pt x="255049" y="2151"/>
                </a:lnTo>
                <a:lnTo>
                  <a:pt x="254779" y="2361"/>
                </a:lnTo>
                <a:lnTo>
                  <a:pt x="254518" y="2580"/>
                </a:lnTo>
                <a:lnTo>
                  <a:pt x="254266" y="2810"/>
                </a:lnTo>
                <a:lnTo>
                  <a:pt x="254024" y="3046"/>
                </a:lnTo>
                <a:lnTo>
                  <a:pt x="253793" y="3288"/>
                </a:lnTo>
                <a:lnTo>
                  <a:pt x="253572" y="3536"/>
                </a:lnTo>
                <a:lnTo>
                  <a:pt x="253361" y="3788"/>
                </a:lnTo>
                <a:lnTo>
                  <a:pt x="253160" y="4046"/>
                </a:lnTo>
                <a:lnTo>
                  <a:pt x="252970" y="4308"/>
                </a:lnTo>
                <a:lnTo>
                  <a:pt x="252790" y="4576"/>
                </a:lnTo>
                <a:lnTo>
                  <a:pt x="252620" y="4850"/>
                </a:lnTo>
                <a:lnTo>
                  <a:pt x="252460" y="5128"/>
                </a:lnTo>
                <a:lnTo>
                  <a:pt x="252311" y="5412"/>
                </a:lnTo>
                <a:lnTo>
                  <a:pt x="252172" y="5701"/>
                </a:lnTo>
                <a:lnTo>
                  <a:pt x="252043" y="5995"/>
                </a:lnTo>
                <a:lnTo>
                  <a:pt x="251925" y="6294"/>
                </a:lnTo>
                <a:lnTo>
                  <a:pt x="251817" y="6599"/>
                </a:lnTo>
                <a:lnTo>
                  <a:pt x="251719" y="6908"/>
                </a:lnTo>
                <a:lnTo>
                  <a:pt x="251632" y="7223"/>
                </a:lnTo>
                <a:lnTo>
                  <a:pt x="251555" y="7543"/>
                </a:lnTo>
                <a:lnTo>
                  <a:pt x="251488" y="7869"/>
                </a:lnTo>
                <a:lnTo>
                  <a:pt x="251431" y="8199"/>
                </a:lnTo>
                <a:lnTo>
                  <a:pt x="251385" y="8535"/>
                </a:lnTo>
                <a:lnTo>
                  <a:pt x="251349" y="8876"/>
                </a:lnTo>
                <a:lnTo>
                  <a:pt x="251323" y="9222"/>
                </a:lnTo>
                <a:lnTo>
                  <a:pt x="251308" y="9574"/>
                </a:lnTo>
                <a:lnTo>
                  <a:pt x="251303" y="9930"/>
                </a:lnTo>
                <a:lnTo>
                  <a:pt x="251308" y="10281"/>
                </a:lnTo>
                <a:lnTo>
                  <a:pt x="251323" y="10626"/>
                </a:lnTo>
                <a:lnTo>
                  <a:pt x="251349" y="10967"/>
                </a:lnTo>
                <a:lnTo>
                  <a:pt x="251385" y="11303"/>
                </a:lnTo>
                <a:lnTo>
                  <a:pt x="251431" y="11634"/>
                </a:lnTo>
                <a:lnTo>
                  <a:pt x="251488" y="11961"/>
                </a:lnTo>
                <a:lnTo>
                  <a:pt x="251555" y="12282"/>
                </a:lnTo>
                <a:lnTo>
                  <a:pt x="251632" y="12599"/>
                </a:lnTo>
                <a:lnTo>
                  <a:pt x="251719" y="12911"/>
                </a:lnTo>
                <a:lnTo>
                  <a:pt x="251817" y="13218"/>
                </a:lnTo>
                <a:lnTo>
                  <a:pt x="251925" y="13520"/>
                </a:lnTo>
                <a:lnTo>
                  <a:pt x="252043" y="13818"/>
                </a:lnTo>
                <a:lnTo>
                  <a:pt x="252172" y="14110"/>
                </a:lnTo>
                <a:lnTo>
                  <a:pt x="252311" y="14398"/>
                </a:lnTo>
                <a:lnTo>
                  <a:pt x="252460" y="14681"/>
                </a:lnTo>
                <a:lnTo>
                  <a:pt x="252620" y="14960"/>
                </a:lnTo>
                <a:lnTo>
                  <a:pt x="252790" y="15233"/>
                </a:lnTo>
                <a:lnTo>
                  <a:pt x="252970" y="15502"/>
                </a:lnTo>
                <a:lnTo>
                  <a:pt x="253160" y="15765"/>
                </a:lnTo>
                <a:lnTo>
                  <a:pt x="253361" y="16024"/>
                </a:lnTo>
                <a:lnTo>
                  <a:pt x="253572" y="16279"/>
                </a:lnTo>
                <a:lnTo>
                  <a:pt x="253793" y="16528"/>
                </a:lnTo>
                <a:lnTo>
                  <a:pt x="254024" y="16773"/>
                </a:lnTo>
                <a:lnTo>
                  <a:pt x="254266" y="17012"/>
                </a:lnTo>
                <a:lnTo>
                  <a:pt x="254518" y="17245"/>
                </a:lnTo>
                <a:lnTo>
                  <a:pt x="254779" y="17467"/>
                </a:lnTo>
                <a:lnTo>
                  <a:pt x="255049" y="17680"/>
                </a:lnTo>
                <a:lnTo>
                  <a:pt x="255328" y="17883"/>
                </a:lnTo>
                <a:lnTo>
                  <a:pt x="255616" y="18076"/>
                </a:lnTo>
                <a:lnTo>
                  <a:pt x="255914" y="18258"/>
                </a:lnTo>
                <a:lnTo>
                  <a:pt x="256221" y="18432"/>
                </a:lnTo>
                <a:lnTo>
                  <a:pt x="256537" y="18595"/>
                </a:lnTo>
                <a:lnTo>
                  <a:pt x="256862" y="18748"/>
                </a:lnTo>
                <a:lnTo>
                  <a:pt x="257197" y="18891"/>
                </a:lnTo>
                <a:lnTo>
                  <a:pt x="257541" y="19025"/>
                </a:lnTo>
                <a:lnTo>
                  <a:pt x="257894" y="19149"/>
                </a:lnTo>
                <a:lnTo>
                  <a:pt x="258256" y="19262"/>
                </a:lnTo>
                <a:lnTo>
                  <a:pt x="258628" y="19366"/>
                </a:lnTo>
                <a:lnTo>
                  <a:pt x="259008" y="19460"/>
                </a:lnTo>
                <a:lnTo>
                  <a:pt x="259398" y="19544"/>
                </a:lnTo>
                <a:lnTo>
                  <a:pt x="259797" y="19618"/>
                </a:lnTo>
                <a:lnTo>
                  <a:pt x="260206" y="19683"/>
                </a:lnTo>
                <a:lnTo>
                  <a:pt x="260623" y="19737"/>
                </a:lnTo>
                <a:lnTo>
                  <a:pt x="261050" y="19781"/>
                </a:lnTo>
                <a:lnTo>
                  <a:pt x="261486" y="19816"/>
                </a:lnTo>
                <a:lnTo>
                  <a:pt x="261931" y="19841"/>
                </a:lnTo>
                <a:lnTo>
                  <a:pt x="262386" y="19856"/>
                </a:lnTo>
                <a:lnTo>
                  <a:pt x="262849" y="19861"/>
                </a:lnTo>
                <a:lnTo>
                  <a:pt x="263313" y="19856"/>
                </a:lnTo>
                <a:lnTo>
                  <a:pt x="263768" y="19841"/>
                </a:lnTo>
                <a:lnTo>
                  <a:pt x="264213" y="19816"/>
                </a:lnTo>
                <a:lnTo>
                  <a:pt x="264649" y="19781"/>
                </a:lnTo>
                <a:lnTo>
                  <a:pt x="265076" y="19737"/>
                </a:lnTo>
                <a:close/>
                <a:moveTo>
                  <a:pt x="804186" y="19737"/>
                </a:moveTo>
                <a:lnTo>
                  <a:pt x="804604" y="19683"/>
                </a:lnTo>
                <a:lnTo>
                  <a:pt x="805012" y="19618"/>
                </a:lnTo>
                <a:lnTo>
                  <a:pt x="805411" y="19544"/>
                </a:lnTo>
                <a:lnTo>
                  <a:pt x="805801" y="19460"/>
                </a:lnTo>
                <a:lnTo>
                  <a:pt x="806182" y="19366"/>
                </a:lnTo>
                <a:lnTo>
                  <a:pt x="806553" y="19262"/>
                </a:lnTo>
                <a:lnTo>
                  <a:pt x="806915" y="19149"/>
                </a:lnTo>
                <a:lnTo>
                  <a:pt x="807268" y="19025"/>
                </a:lnTo>
                <a:lnTo>
                  <a:pt x="807612" y="18891"/>
                </a:lnTo>
                <a:lnTo>
                  <a:pt x="807947" y="18748"/>
                </a:lnTo>
                <a:lnTo>
                  <a:pt x="808272" y="18595"/>
                </a:lnTo>
                <a:lnTo>
                  <a:pt x="808588" y="18432"/>
                </a:lnTo>
                <a:lnTo>
                  <a:pt x="808895" y="18258"/>
                </a:lnTo>
                <a:lnTo>
                  <a:pt x="809193" y="18076"/>
                </a:lnTo>
                <a:lnTo>
                  <a:pt x="809481" y="17883"/>
                </a:lnTo>
                <a:lnTo>
                  <a:pt x="809761" y="17680"/>
                </a:lnTo>
                <a:lnTo>
                  <a:pt x="810031" y="17467"/>
                </a:lnTo>
                <a:lnTo>
                  <a:pt x="810292" y="17245"/>
                </a:lnTo>
                <a:lnTo>
                  <a:pt x="810543" y="17012"/>
                </a:lnTo>
                <a:lnTo>
                  <a:pt x="810785" y="16773"/>
                </a:lnTo>
                <a:lnTo>
                  <a:pt x="811016" y="16528"/>
                </a:lnTo>
                <a:lnTo>
                  <a:pt x="811238" y="16279"/>
                </a:lnTo>
                <a:lnTo>
                  <a:pt x="811449" y="16024"/>
                </a:lnTo>
                <a:lnTo>
                  <a:pt x="811649" y="15765"/>
                </a:lnTo>
                <a:lnTo>
                  <a:pt x="811840" y="15502"/>
                </a:lnTo>
                <a:lnTo>
                  <a:pt x="812020" y="15233"/>
                </a:lnTo>
                <a:lnTo>
                  <a:pt x="812190" y="14960"/>
                </a:lnTo>
                <a:lnTo>
                  <a:pt x="812349" y="14681"/>
                </a:lnTo>
                <a:lnTo>
                  <a:pt x="812498" y="14398"/>
                </a:lnTo>
                <a:lnTo>
                  <a:pt x="812637" y="14110"/>
                </a:lnTo>
                <a:lnTo>
                  <a:pt x="812766" y="13818"/>
                </a:lnTo>
                <a:lnTo>
                  <a:pt x="812884" y="13520"/>
                </a:lnTo>
                <a:lnTo>
                  <a:pt x="812992" y="13218"/>
                </a:lnTo>
                <a:lnTo>
                  <a:pt x="813090" y="12911"/>
                </a:lnTo>
                <a:lnTo>
                  <a:pt x="813177" y="12599"/>
                </a:lnTo>
                <a:lnTo>
                  <a:pt x="813255" y="12282"/>
                </a:lnTo>
                <a:lnTo>
                  <a:pt x="813322" y="11961"/>
                </a:lnTo>
                <a:lnTo>
                  <a:pt x="813378" y="11634"/>
                </a:lnTo>
                <a:lnTo>
                  <a:pt x="813424" y="11303"/>
                </a:lnTo>
                <a:lnTo>
                  <a:pt x="813460" y="10967"/>
                </a:lnTo>
                <a:lnTo>
                  <a:pt x="813486" y="10626"/>
                </a:lnTo>
                <a:lnTo>
                  <a:pt x="813502" y="10281"/>
                </a:lnTo>
                <a:lnTo>
                  <a:pt x="813507" y="9930"/>
                </a:lnTo>
                <a:lnTo>
                  <a:pt x="813502" y="9574"/>
                </a:lnTo>
                <a:lnTo>
                  <a:pt x="813486" y="9222"/>
                </a:lnTo>
                <a:lnTo>
                  <a:pt x="813460" y="8876"/>
                </a:lnTo>
                <a:lnTo>
                  <a:pt x="813424" y="8535"/>
                </a:lnTo>
                <a:lnTo>
                  <a:pt x="813378" y="8199"/>
                </a:lnTo>
                <a:lnTo>
                  <a:pt x="813322" y="7869"/>
                </a:lnTo>
                <a:lnTo>
                  <a:pt x="813255" y="7543"/>
                </a:lnTo>
                <a:lnTo>
                  <a:pt x="813177" y="7223"/>
                </a:lnTo>
                <a:lnTo>
                  <a:pt x="813090" y="6908"/>
                </a:lnTo>
                <a:lnTo>
                  <a:pt x="812992" y="6599"/>
                </a:lnTo>
                <a:lnTo>
                  <a:pt x="812884" y="6294"/>
                </a:lnTo>
                <a:lnTo>
                  <a:pt x="812766" y="5995"/>
                </a:lnTo>
                <a:lnTo>
                  <a:pt x="812637" y="5701"/>
                </a:lnTo>
                <a:lnTo>
                  <a:pt x="812498" y="5412"/>
                </a:lnTo>
                <a:lnTo>
                  <a:pt x="812349" y="5128"/>
                </a:lnTo>
                <a:lnTo>
                  <a:pt x="812190" y="4850"/>
                </a:lnTo>
                <a:lnTo>
                  <a:pt x="812020" y="4576"/>
                </a:lnTo>
                <a:lnTo>
                  <a:pt x="811840" y="4308"/>
                </a:lnTo>
                <a:lnTo>
                  <a:pt x="811649" y="4046"/>
                </a:lnTo>
                <a:lnTo>
                  <a:pt x="811449" y="3788"/>
                </a:lnTo>
                <a:lnTo>
                  <a:pt x="811238" y="3536"/>
                </a:lnTo>
                <a:lnTo>
                  <a:pt x="811016" y="3288"/>
                </a:lnTo>
                <a:lnTo>
                  <a:pt x="810785" y="3046"/>
                </a:lnTo>
                <a:lnTo>
                  <a:pt x="810543" y="2810"/>
                </a:lnTo>
                <a:lnTo>
                  <a:pt x="810292" y="2580"/>
                </a:lnTo>
                <a:lnTo>
                  <a:pt x="810031" y="2361"/>
                </a:lnTo>
                <a:lnTo>
                  <a:pt x="809761" y="2151"/>
                </a:lnTo>
                <a:lnTo>
                  <a:pt x="809481" y="1951"/>
                </a:lnTo>
                <a:lnTo>
                  <a:pt x="809193" y="1761"/>
                </a:lnTo>
                <a:lnTo>
                  <a:pt x="808895" y="1580"/>
                </a:lnTo>
                <a:lnTo>
                  <a:pt x="808588" y="1410"/>
                </a:lnTo>
                <a:lnTo>
                  <a:pt x="808272" y="1249"/>
                </a:lnTo>
                <a:lnTo>
                  <a:pt x="807947" y="1098"/>
                </a:lnTo>
                <a:lnTo>
                  <a:pt x="807612" y="956"/>
                </a:lnTo>
                <a:lnTo>
                  <a:pt x="807268" y="824"/>
                </a:lnTo>
                <a:lnTo>
                  <a:pt x="806915" y="702"/>
                </a:lnTo>
                <a:lnTo>
                  <a:pt x="806553" y="590"/>
                </a:lnTo>
                <a:lnTo>
                  <a:pt x="806182" y="488"/>
                </a:lnTo>
                <a:lnTo>
                  <a:pt x="805801" y="395"/>
                </a:lnTo>
                <a:lnTo>
                  <a:pt x="805411" y="312"/>
                </a:lnTo>
                <a:lnTo>
                  <a:pt x="805012" y="239"/>
                </a:lnTo>
                <a:lnTo>
                  <a:pt x="804604" y="176"/>
                </a:lnTo>
                <a:lnTo>
                  <a:pt x="804186" y="122"/>
                </a:lnTo>
                <a:lnTo>
                  <a:pt x="803759" y="78"/>
                </a:lnTo>
                <a:lnTo>
                  <a:pt x="803323" y="44"/>
                </a:lnTo>
                <a:lnTo>
                  <a:pt x="802878" y="20"/>
                </a:lnTo>
                <a:lnTo>
                  <a:pt x="802424" y="5"/>
                </a:lnTo>
                <a:lnTo>
                  <a:pt x="801960" y="0"/>
                </a:lnTo>
                <a:lnTo>
                  <a:pt x="801496" y="5"/>
                </a:lnTo>
                <a:lnTo>
                  <a:pt x="801042" y="20"/>
                </a:lnTo>
                <a:lnTo>
                  <a:pt x="800597" y="44"/>
                </a:lnTo>
                <a:lnTo>
                  <a:pt x="800161" y="78"/>
                </a:lnTo>
                <a:lnTo>
                  <a:pt x="799734" y="122"/>
                </a:lnTo>
                <a:lnTo>
                  <a:pt x="799316" y="176"/>
                </a:lnTo>
                <a:lnTo>
                  <a:pt x="798908" y="239"/>
                </a:lnTo>
                <a:lnTo>
                  <a:pt x="798509" y="312"/>
                </a:lnTo>
                <a:lnTo>
                  <a:pt x="798119" y="395"/>
                </a:lnTo>
                <a:lnTo>
                  <a:pt x="797738" y="488"/>
                </a:lnTo>
                <a:lnTo>
                  <a:pt x="797367" y="590"/>
                </a:lnTo>
                <a:lnTo>
                  <a:pt x="797004" y="702"/>
                </a:lnTo>
                <a:lnTo>
                  <a:pt x="796651" y="824"/>
                </a:lnTo>
                <a:lnTo>
                  <a:pt x="796308" y="956"/>
                </a:lnTo>
                <a:lnTo>
                  <a:pt x="795973" y="1098"/>
                </a:lnTo>
                <a:lnTo>
                  <a:pt x="795648" y="1249"/>
                </a:lnTo>
                <a:lnTo>
                  <a:pt x="795332" y="1410"/>
                </a:lnTo>
                <a:lnTo>
                  <a:pt x="795025" y="1580"/>
                </a:lnTo>
                <a:lnTo>
                  <a:pt x="794727" y="1761"/>
                </a:lnTo>
                <a:lnTo>
                  <a:pt x="794438" y="1951"/>
                </a:lnTo>
                <a:lnTo>
                  <a:pt x="794159" y="2151"/>
                </a:lnTo>
                <a:lnTo>
                  <a:pt x="793889" y="2361"/>
                </a:lnTo>
                <a:lnTo>
                  <a:pt x="793628" y="2580"/>
                </a:lnTo>
                <a:lnTo>
                  <a:pt x="793377" y="2810"/>
                </a:lnTo>
                <a:lnTo>
                  <a:pt x="793135" y="3046"/>
                </a:lnTo>
                <a:lnTo>
                  <a:pt x="792903" y="3288"/>
                </a:lnTo>
                <a:lnTo>
                  <a:pt x="792682" y="3536"/>
                </a:lnTo>
                <a:lnTo>
                  <a:pt x="792471" y="3788"/>
                </a:lnTo>
                <a:lnTo>
                  <a:pt x="792271" y="4046"/>
                </a:lnTo>
                <a:lnTo>
                  <a:pt x="792080" y="4308"/>
                </a:lnTo>
                <a:lnTo>
                  <a:pt x="791900" y="4576"/>
                </a:lnTo>
                <a:lnTo>
                  <a:pt x="791730" y="4850"/>
                </a:lnTo>
                <a:lnTo>
                  <a:pt x="791571" y="5128"/>
                </a:lnTo>
                <a:lnTo>
                  <a:pt x="791422" y="5412"/>
                </a:lnTo>
                <a:lnTo>
                  <a:pt x="791283" y="5701"/>
                </a:lnTo>
                <a:lnTo>
                  <a:pt x="791154" y="5995"/>
                </a:lnTo>
                <a:lnTo>
                  <a:pt x="791036" y="6294"/>
                </a:lnTo>
                <a:lnTo>
                  <a:pt x="790928" y="6599"/>
                </a:lnTo>
                <a:lnTo>
                  <a:pt x="790830" y="6908"/>
                </a:lnTo>
                <a:lnTo>
                  <a:pt x="790742" y="7223"/>
                </a:lnTo>
                <a:lnTo>
                  <a:pt x="790665" y="7543"/>
                </a:lnTo>
                <a:lnTo>
                  <a:pt x="790598" y="7869"/>
                </a:lnTo>
                <a:lnTo>
                  <a:pt x="790542" y="8199"/>
                </a:lnTo>
                <a:lnTo>
                  <a:pt x="790495" y="8535"/>
                </a:lnTo>
                <a:lnTo>
                  <a:pt x="790459" y="8876"/>
                </a:lnTo>
                <a:lnTo>
                  <a:pt x="790434" y="9222"/>
                </a:lnTo>
                <a:lnTo>
                  <a:pt x="790418" y="9574"/>
                </a:lnTo>
                <a:lnTo>
                  <a:pt x="790413" y="9930"/>
                </a:lnTo>
                <a:lnTo>
                  <a:pt x="790418" y="10281"/>
                </a:lnTo>
                <a:lnTo>
                  <a:pt x="790434" y="10626"/>
                </a:lnTo>
                <a:lnTo>
                  <a:pt x="790459" y="10967"/>
                </a:lnTo>
                <a:lnTo>
                  <a:pt x="790495" y="11303"/>
                </a:lnTo>
                <a:lnTo>
                  <a:pt x="790542" y="11634"/>
                </a:lnTo>
                <a:lnTo>
                  <a:pt x="790598" y="11961"/>
                </a:lnTo>
                <a:lnTo>
                  <a:pt x="790665" y="12282"/>
                </a:lnTo>
                <a:lnTo>
                  <a:pt x="790742" y="12599"/>
                </a:lnTo>
                <a:lnTo>
                  <a:pt x="790830" y="12911"/>
                </a:lnTo>
                <a:lnTo>
                  <a:pt x="790928" y="13218"/>
                </a:lnTo>
                <a:lnTo>
                  <a:pt x="791036" y="13520"/>
                </a:lnTo>
                <a:lnTo>
                  <a:pt x="791154" y="13818"/>
                </a:lnTo>
                <a:lnTo>
                  <a:pt x="791283" y="14110"/>
                </a:lnTo>
                <a:lnTo>
                  <a:pt x="791422" y="14398"/>
                </a:lnTo>
                <a:lnTo>
                  <a:pt x="791571" y="14681"/>
                </a:lnTo>
                <a:lnTo>
                  <a:pt x="791730" y="14960"/>
                </a:lnTo>
                <a:lnTo>
                  <a:pt x="791900" y="15233"/>
                </a:lnTo>
                <a:lnTo>
                  <a:pt x="792080" y="15502"/>
                </a:lnTo>
                <a:lnTo>
                  <a:pt x="792271" y="15765"/>
                </a:lnTo>
                <a:lnTo>
                  <a:pt x="792471" y="16024"/>
                </a:lnTo>
                <a:lnTo>
                  <a:pt x="792682" y="16279"/>
                </a:lnTo>
                <a:lnTo>
                  <a:pt x="792903" y="16528"/>
                </a:lnTo>
                <a:lnTo>
                  <a:pt x="793135" y="16773"/>
                </a:lnTo>
                <a:lnTo>
                  <a:pt x="793377" y="17012"/>
                </a:lnTo>
                <a:lnTo>
                  <a:pt x="793628" y="17245"/>
                </a:lnTo>
                <a:lnTo>
                  <a:pt x="793889" y="17467"/>
                </a:lnTo>
                <a:lnTo>
                  <a:pt x="794159" y="17680"/>
                </a:lnTo>
                <a:lnTo>
                  <a:pt x="794438" y="17883"/>
                </a:lnTo>
                <a:lnTo>
                  <a:pt x="794727" y="18076"/>
                </a:lnTo>
                <a:lnTo>
                  <a:pt x="795025" y="18258"/>
                </a:lnTo>
                <a:lnTo>
                  <a:pt x="795332" y="18432"/>
                </a:lnTo>
                <a:lnTo>
                  <a:pt x="795648" y="18595"/>
                </a:lnTo>
                <a:lnTo>
                  <a:pt x="795973" y="18748"/>
                </a:lnTo>
                <a:lnTo>
                  <a:pt x="796308" y="18891"/>
                </a:lnTo>
                <a:lnTo>
                  <a:pt x="796651" y="19025"/>
                </a:lnTo>
                <a:lnTo>
                  <a:pt x="797004" y="19149"/>
                </a:lnTo>
                <a:lnTo>
                  <a:pt x="797367" y="19262"/>
                </a:lnTo>
                <a:lnTo>
                  <a:pt x="797738" y="19366"/>
                </a:lnTo>
                <a:lnTo>
                  <a:pt x="798119" y="19460"/>
                </a:lnTo>
                <a:lnTo>
                  <a:pt x="798509" y="19544"/>
                </a:lnTo>
                <a:lnTo>
                  <a:pt x="798908" y="19618"/>
                </a:lnTo>
                <a:lnTo>
                  <a:pt x="799316" y="19683"/>
                </a:lnTo>
                <a:lnTo>
                  <a:pt x="799734" y="19737"/>
                </a:lnTo>
                <a:lnTo>
                  <a:pt x="800161" y="19781"/>
                </a:lnTo>
                <a:lnTo>
                  <a:pt x="800597" y="19816"/>
                </a:lnTo>
                <a:lnTo>
                  <a:pt x="801042" y="19841"/>
                </a:lnTo>
                <a:lnTo>
                  <a:pt x="801496" y="19856"/>
                </a:lnTo>
                <a:lnTo>
                  <a:pt x="801960" y="19861"/>
                </a:lnTo>
                <a:lnTo>
                  <a:pt x="802424" y="19856"/>
                </a:lnTo>
                <a:lnTo>
                  <a:pt x="802878" y="19841"/>
                </a:lnTo>
                <a:lnTo>
                  <a:pt x="803323" y="19816"/>
                </a:lnTo>
                <a:lnTo>
                  <a:pt x="803759" y="19781"/>
                </a:lnTo>
                <a:lnTo>
                  <a:pt x="804186" y="19737"/>
                </a:lnTo>
                <a:close/>
                <a:moveTo>
                  <a:pt x="224805" y="36642"/>
                </a:moveTo>
                <a:lnTo>
                  <a:pt x="225154" y="36462"/>
                </a:lnTo>
                <a:lnTo>
                  <a:pt x="225511" y="36293"/>
                </a:lnTo>
                <a:lnTo>
                  <a:pt x="225877" y="36136"/>
                </a:lnTo>
                <a:lnTo>
                  <a:pt x="226252" y="35991"/>
                </a:lnTo>
                <a:lnTo>
                  <a:pt x="226635" y="35857"/>
                </a:lnTo>
                <a:lnTo>
                  <a:pt x="227027" y="35735"/>
                </a:lnTo>
                <a:lnTo>
                  <a:pt x="227428" y="35625"/>
                </a:lnTo>
                <a:lnTo>
                  <a:pt x="227838" y="35526"/>
                </a:lnTo>
                <a:lnTo>
                  <a:pt x="228253" y="35435"/>
                </a:lnTo>
                <a:lnTo>
                  <a:pt x="228672" y="35348"/>
                </a:lnTo>
                <a:lnTo>
                  <a:pt x="229095" y="35264"/>
                </a:lnTo>
                <a:lnTo>
                  <a:pt x="229522" y="35185"/>
                </a:lnTo>
                <a:lnTo>
                  <a:pt x="229952" y="35109"/>
                </a:lnTo>
                <a:lnTo>
                  <a:pt x="230385" y="35037"/>
                </a:lnTo>
                <a:lnTo>
                  <a:pt x="230822" y="34970"/>
                </a:lnTo>
                <a:lnTo>
                  <a:pt x="231263" y="34906"/>
                </a:lnTo>
                <a:lnTo>
                  <a:pt x="231708" y="34846"/>
                </a:lnTo>
                <a:lnTo>
                  <a:pt x="232156" y="34789"/>
                </a:lnTo>
                <a:lnTo>
                  <a:pt x="232607" y="34737"/>
                </a:lnTo>
                <a:lnTo>
                  <a:pt x="233063" y="34689"/>
                </a:lnTo>
                <a:lnTo>
                  <a:pt x="233521" y="34644"/>
                </a:lnTo>
                <a:lnTo>
                  <a:pt x="233984" y="34603"/>
                </a:lnTo>
                <a:lnTo>
                  <a:pt x="234450" y="34567"/>
                </a:lnTo>
                <a:lnTo>
                  <a:pt x="234920" y="34534"/>
                </a:lnTo>
                <a:lnTo>
                  <a:pt x="235393" y="34505"/>
                </a:lnTo>
                <a:lnTo>
                  <a:pt x="235870" y="34479"/>
                </a:lnTo>
                <a:lnTo>
                  <a:pt x="236350" y="34458"/>
                </a:lnTo>
                <a:lnTo>
                  <a:pt x="236835" y="34441"/>
                </a:lnTo>
                <a:lnTo>
                  <a:pt x="237322" y="34427"/>
                </a:lnTo>
                <a:lnTo>
                  <a:pt x="237814" y="34417"/>
                </a:lnTo>
                <a:lnTo>
                  <a:pt x="238309" y="34412"/>
                </a:lnTo>
                <a:lnTo>
                  <a:pt x="238807" y="34410"/>
                </a:lnTo>
                <a:lnTo>
                  <a:pt x="238807" y="19553"/>
                </a:lnTo>
                <a:lnTo>
                  <a:pt x="238074" y="19564"/>
                </a:lnTo>
                <a:lnTo>
                  <a:pt x="237350" y="19585"/>
                </a:lnTo>
                <a:lnTo>
                  <a:pt x="236634" y="19616"/>
                </a:lnTo>
                <a:lnTo>
                  <a:pt x="235928" y="19657"/>
                </a:lnTo>
                <a:lnTo>
                  <a:pt x="235230" y="19708"/>
                </a:lnTo>
                <a:lnTo>
                  <a:pt x="234542" y="19769"/>
                </a:lnTo>
                <a:lnTo>
                  <a:pt x="233862" y="19840"/>
                </a:lnTo>
                <a:lnTo>
                  <a:pt x="233192" y="19920"/>
                </a:lnTo>
                <a:lnTo>
                  <a:pt x="232530" y="20011"/>
                </a:lnTo>
                <a:lnTo>
                  <a:pt x="231878" y="20111"/>
                </a:lnTo>
                <a:lnTo>
                  <a:pt x="231234" y="20222"/>
                </a:lnTo>
                <a:lnTo>
                  <a:pt x="230599" y="20342"/>
                </a:lnTo>
                <a:lnTo>
                  <a:pt x="229973" y="20472"/>
                </a:lnTo>
                <a:lnTo>
                  <a:pt x="229357" y="20612"/>
                </a:lnTo>
                <a:lnTo>
                  <a:pt x="228749" y="20761"/>
                </a:lnTo>
                <a:lnTo>
                  <a:pt x="228150" y="20921"/>
                </a:lnTo>
                <a:lnTo>
                  <a:pt x="227560" y="21091"/>
                </a:lnTo>
                <a:lnTo>
                  <a:pt x="226979" y="21270"/>
                </a:lnTo>
                <a:lnTo>
                  <a:pt x="226407" y="21460"/>
                </a:lnTo>
                <a:lnTo>
                  <a:pt x="225844" y="21659"/>
                </a:lnTo>
                <a:lnTo>
                  <a:pt x="225289" y="21868"/>
                </a:lnTo>
                <a:lnTo>
                  <a:pt x="224744" y="22087"/>
                </a:lnTo>
                <a:lnTo>
                  <a:pt x="224208" y="22316"/>
                </a:lnTo>
                <a:lnTo>
                  <a:pt x="223681" y="22555"/>
                </a:lnTo>
                <a:lnTo>
                  <a:pt x="223164" y="22807"/>
                </a:lnTo>
                <a:lnTo>
                  <a:pt x="222658" y="23078"/>
                </a:lnTo>
                <a:lnTo>
                  <a:pt x="222163" y="23366"/>
                </a:lnTo>
                <a:lnTo>
                  <a:pt x="221680" y="23671"/>
                </a:lnTo>
                <a:lnTo>
                  <a:pt x="221209" y="23994"/>
                </a:lnTo>
                <a:lnTo>
                  <a:pt x="220748" y="24335"/>
                </a:lnTo>
                <a:lnTo>
                  <a:pt x="220299" y="24693"/>
                </a:lnTo>
                <a:lnTo>
                  <a:pt x="219862" y="25070"/>
                </a:lnTo>
                <a:lnTo>
                  <a:pt x="219435" y="25463"/>
                </a:lnTo>
                <a:lnTo>
                  <a:pt x="219021" y="25875"/>
                </a:lnTo>
                <a:lnTo>
                  <a:pt x="218617" y="26304"/>
                </a:lnTo>
                <a:lnTo>
                  <a:pt x="218225" y="26750"/>
                </a:lnTo>
                <a:lnTo>
                  <a:pt x="217844" y="27215"/>
                </a:lnTo>
                <a:lnTo>
                  <a:pt x="217475" y="27696"/>
                </a:lnTo>
                <a:lnTo>
                  <a:pt x="217116" y="28196"/>
                </a:lnTo>
                <a:lnTo>
                  <a:pt x="216770" y="28713"/>
                </a:lnTo>
                <a:lnTo>
                  <a:pt x="216434" y="29248"/>
                </a:lnTo>
                <a:lnTo>
                  <a:pt x="216110" y="29801"/>
                </a:lnTo>
                <a:lnTo>
                  <a:pt x="215798" y="30371"/>
                </a:lnTo>
                <a:lnTo>
                  <a:pt x="215496" y="30958"/>
                </a:lnTo>
                <a:lnTo>
                  <a:pt x="215206" y="31564"/>
                </a:lnTo>
                <a:lnTo>
                  <a:pt x="214928" y="32187"/>
                </a:lnTo>
                <a:lnTo>
                  <a:pt x="214900" y="32254"/>
                </a:lnTo>
                <a:lnTo>
                  <a:pt x="214688" y="32170"/>
                </a:lnTo>
                <a:lnTo>
                  <a:pt x="214044" y="31930"/>
                </a:lnTo>
                <a:lnTo>
                  <a:pt x="213387" y="31703"/>
                </a:lnTo>
                <a:lnTo>
                  <a:pt x="212718" y="31488"/>
                </a:lnTo>
                <a:lnTo>
                  <a:pt x="212036" y="31286"/>
                </a:lnTo>
                <a:lnTo>
                  <a:pt x="211341" y="31095"/>
                </a:lnTo>
                <a:lnTo>
                  <a:pt x="210633" y="30917"/>
                </a:lnTo>
                <a:lnTo>
                  <a:pt x="209913" y="30751"/>
                </a:lnTo>
                <a:lnTo>
                  <a:pt x="209180" y="30598"/>
                </a:lnTo>
                <a:lnTo>
                  <a:pt x="208434" y="30457"/>
                </a:lnTo>
                <a:lnTo>
                  <a:pt x="207676" y="30328"/>
                </a:lnTo>
                <a:lnTo>
                  <a:pt x="206905" y="30211"/>
                </a:lnTo>
                <a:lnTo>
                  <a:pt x="206121" y="30107"/>
                </a:lnTo>
                <a:lnTo>
                  <a:pt x="205325" y="30015"/>
                </a:lnTo>
                <a:lnTo>
                  <a:pt x="204515" y="29935"/>
                </a:lnTo>
                <a:lnTo>
                  <a:pt x="203694" y="29867"/>
                </a:lnTo>
                <a:lnTo>
                  <a:pt x="202859" y="29812"/>
                </a:lnTo>
                <a:lnTo>
                  <a:pt x="202012" y="29769"/>
                </a:lnTo>
                <a:lnTo>
                  <a:pt x="201152" y="29738"/>
                </a:lnTo>
                <a:lnTo>
                  <a:pt x="200279" y="29720"/>
                </a:lnTo>
                <a:lnTo>
                  <a:pt x="199394" y="29714"/>
                </a:lnTo>
                <a:lnTo>
                  <a:pt x="198533" y="29720"/>
                </a:lnTo>
                <a:lnTo>
                  <a:pt x="197684" y="29738"/>
                </a:lnTo>
                <a:lnTo>
                  <a:pt x="196845" y="29769"/>
                </a:lnTo>
                <a:lnTo>
                  <a:pt x="196017" y="29812"/>
                </a:lnTo>
                <a:lnTo>
                  <a:pt x="195201" y="29867"/>
                </a:lnTo>
                <a:lnTo>
                  <a:pt x="194395" y="29935"/>
                </a:lnTo>
                <a:lnTo>
                  <a:pt x="193600" y="30015"/>
                </a:lnTo>
                <a:lnTo>
                  <a:pt x="192816" y="30107"/>
                </a:lnTo>
                <a:lnTo>
                  <a:pt x="192044" y="30211"/>
                </a:lnTo>
                <a:lnTo>
                  <a:pt x="191282" y="30328"/>
                </a:lnTo>
                <a:lnTo>
                  <a:pt x="190531" y="30457"/>
                </a:lnTo>
                <a:lnTo>
                  <a:pt x="189791" y="30598"/>
                </a:lnTo>
                <a:lnTo>
                  <a:pt x="189062" y="30751"/>
                </a:lnTo>
                <a:lnTo>
                  <a:pt x="188344" y="30917"/>
                </a:lnTo>
                <a:lnTo>
                  <a:pt x="187636" y="31095"/>
                </a:lnTo>
                <a:lnTo>
                  <a:pt x="186940" y="31286"/>
                </a:lnTo>
                <a:lnTo>
                  <a:pt x="186255" y="31488"/>
                </a:lnTo>
                <a:lnTo>
                  <a:pt x="185581" y="31703"/>
                </a:lnTo>
                <a:lnTo>
                  <a:pt x="184918" y="31930"/>
                </a:lnTo>
                <a:lnTo>
                  <a:pt x="184265" y="32170"/>
                </a:lnTo>
                <a:lnTo>
                  <a:pt x="183624" y="32421"/>
                </a:lnTo>
                <a:lnTo>
                  <a:pt x="182994" y="32685"/>
                </a:lnTo>
                <a:lnTo>
                  <a:pt x="182374" y="32962"/>
                </a:lnTo>
                <a:lnTo>
                  <a:pt x="181766" y="33250"/>
                </a:lnTo>
                <a:lnTo>
                  <a:pt x="181169" y="33549"/>
                </a:lnTo>
                <a:lnTo>
                  <a:pt x="180584" y="33856"/>
                </a:lnTo>
                <a:lnTo>
                  <a:pt x="180011" y="34171"/>
                </a:lnTo>
                <a:lnTo>
                  <a:pt x="179451" y="34494"/>
                </a:lnTo>
                <a:lnTo>
                  <a:pt x="178903" y="34825"/>
                </a:lnTo>
                <a:lnTo>
                  <a:pt x="178367" y="35165"/>
                </a:lnTo>
                <a:lnTo>
                  <a:pt x="177843" y="35512"/>
                </a:lnTo>
                <a:lnTo>
                  <a:pt x="177331" y="35868"/>
                </a:lnTo>
                <a:lnTo>
                  <a:pt x="176831" y="36232"/>
                </a:lnTo>
                <a:lnTo>
                  <a:pt x="176344" y="36604"/>
                </a:lnTo>
                <a:lnTo>
                  <a:pt x="175868" y="36984"/>
                </a:lnTo>
                <a:lnTo>
                  <a:pt x="175405" y="37372"/>
                </a:lnTo>
                <a:lnTo>
                  <a:pt x="174954" y="37769"/>
                </a:lnTo>
                <a:lnTo>
                  <a:pt x="174515" y="38173"/>
                </a:lnTo>
                <a:lnTo>
                  <a:pt x="174089" y="38586"/>
                </a:lnTo>
                <a:lnTo>
                  <a:pt x="173674" y="39006"/>
                </a:lnTo>
                <a:lnTo>
                  <a:pt x="173272" y="39435"/>
                </a:lnTo>
                <a:lnTo>
                  <a:pt x="172882" y="39872"/>
                </a:lnTo>
                <a:lnTo>
                  <a:pt x="172504" y="40318"/>
                </a:lnTo>
                <a:lnTo>
                  <a:pt x="172138" y="40771"/>
                </a:lnTo>
                <a:lnTo>
                  <a:pt x="171784" y="41232"/>
                </a:lnTo>
                <a:lnTo>
                  <a:pt x="171443" y="41702"/>
                </a:lnTo>
                <a:lnTo>
                  <a:pt x="171113" y="42180"/>
                </a:lnTo>
                <a:lnTo>
                  <a:pt x="170796" y="42666"/>
                </a:lnTo>
                <a:lnTo>
                  <a:pt x="170491" y="43158"/>
                </a:lnTo>
                <a:lnTo>
                  <a:pt x="170200" y="43655"/>
                </a:lnTo>
                <a:lnTo>
                  <a:pt x="169921" y="44158"/>
                </a:lnTo>
                <a:lnTo>
                  <a:pt x="169655" y="44665"/>
                </a:lnTo>
                <a:lnTo>
                  <a:pt x="169403" y="45177"/>
                </a:lnTo>
                <a:lnTo>
                  <a:pt x="169163" y="45694"/>
                </a:lnTo>
                <a:lnTo>
                  <a:pt x="168936" y="46216"/>
                </a:lnTo>
                <a:lnTo>
                  <a:pt x="168722" y="46743"/>
                </a:lnTo>
                <a:lnTo>
                  <a:pt x="168521" y="47275"/>
                </a:lnTo>
                <a:lnTo>
                  <a:pt x="168333" y="47812"/>
                </a:lnTo>
                <a:lnTo>
                  <a:pt x="168158" y="48354"/>
                </a:lnTo>
                <a:lnTo>
                  <a:pt x="167996" y="48901"/>
                </a:lnTo>
                <a:lnTo>
                  <a:pt x="167847" y="49453"/>
                </a:lnTo>
                <a:lnTo>
                  <a:pt x="167711" y="50009"/>
                </a:lnTo>
                <a:lnTo>
                  <a:pt x="167588" y="50571"/>
                </a:lnTo>
                <a:lnTo>
                  <a:pt x="167477" y="51138"/>
                </a:lnTo>
                <a:lnTo>
                  <a:pt x="167380" y="51709"/>
                </a:lnTo>
                <a:lnTo>
                  <a:pt x="167296" y="52286"/>
                </a:lnTo>
                <a:lnTo>
                  <a:pt x="167225" y="52867"/>
                </a:lnTo>
                <a:lnTo>
                  <a:pt x="167166" y="53453"/>
                </a:lnTo>
                <a:lnTo>
                  <a:pt x="167121" y="54045"/>
                </a:lnTo>
                <a:lnTo>
                  <a:pt x="167089" y="54641"/>
                </a:lnTo>
                <a:lnTo>
                  <a:pt x="167069" y="55242"/>
                </a:lnTo>
                <a:lnTo>
                  <a:pt x="167063" y="55848"/>
                </a:lnTo>
                <a:lnTo>
                  <a:pt x="167069" y="56417"/>
                </a:lnTo>
                <a:lnTo>
                  <a:pt x="167088" y="56982"/>
                </a:lnTo>
                <a:lnTo>
                  <a:pt x="167120" y="57544"/>
                </a:lnTo>
                <a:lnTo>
                  <a:pt x="167165" y="58103"/>
                </a:lnTo>
                <a:lnTo>
                  <a:pt x="167223" y="58659"/>
                </a:lnTo>
                <a:lnTo>
                  <a:pt x="167294" y="59211"/>
                </a:lnTo>
                <a:lnTo>
                  <a:pt x="167377" y="59761"/>
                </a:lnTo>
                <a:lnTo>
                  <a:pt x="167473" y="60307"/>
                </a:lnTo>
                <a:lnTo>
                  <a:pt x="167582" y="60850"/>
                </a:lnTo>
                <a:lnTo>
                  <a:pt x="167704" y="61389"/>
                </a:lnTo>
                <a:lnTo>
                  <a:pt x="167839" y="61926"/>
                </a:lnTo>
                <a:lnTo>
                  <a:pt x="167986" y="62459"/>
                </a:lnTo>
                <a:lnTo>
                  <a:pt x="168147" y="62989"/>
                </a:lnTo>
                <a:lnTo>
                  <a:pt x="168320" y="63516"/>
                </a:lnTo>
                <a:lnTo>
                  <a:pt x="168506" y="64039"/>
                </a:lnTo>
                <a:lnTo>
                  <a:pt x="168705" y="64560"/>
                </a:lnTo>
                <a:lnTo>
                  <a:pt x="168917" y="65077"/>
                </a:lnTo>
                <a:lnTo>
                  <a:pt x="169141" y="65591"/>
                </a:lnTo>
                <a:lnTo>
                  <a:pt x="169378" y="66102"/>
                </a:lnTo>
                <a:lnTo>
                  <a:pt x="169629" y="66609"/>
                </a:lnTo>
                <a:lnTo>
                  <a:pt x="169892" y="67114"/>
                </a:lnTo>
                <a:lnTo>
                  <a:pt x="170167" y="67615"/>
                </a:lnTo>
                <a:lnTo>
                  <a:pt x="170456" y="68113"/>
                </a:lnTo>
                <a:lnTo>
                  <a:pt x="170758" y="68608"/>
                </a:lnTo>
                <a:lnTo>
                  <a:pt x="171072" y="69097"/>
                </a:lnTo>
                <a:lnTo>
                  <a:pt x="171398" y="69578"/>
                </a:lnTo>
                <a:lnTo>
                  <a:pt x="171736" y="70051"/>
                </a:lnTo>
                <a:lnTo>
                  <a:pt x="172086" y="70516"/>
                </a:lnTo>
                <a:lnTo>
                  <a:pt x="172448" y="70973"/>
                </a:lnTo>
                <a:lnTo>
                  <a:pt x="172822" y="71422"/>
                </a:lnTo>
                <a:lnTo>
                  <a:pt x="173208" y="71864"/>
                </a:lnTo>
                <a:lnTo>
                  <a:pt x="173606" y="72297"/>
                </a:lnTo>
                <a:lnTo>
                  <a:pt x="174016" y="72722"/>
                </a:lnTo>
                <a:lnTo>
                  <a:pt x="174438" y="73139"/>
                </a:lnTo>
                <a:lnTo>
                  <a:pt x="174872" y="73548"/>
                </a:lnTo>
                <a:lnTo>
                  <a:pt x="175319" y="73949"/>
                </a:lnTo>
                <a:lnTo>
                  <a:pt x="175777" y="74342"/>
                </a:lnTo>
                <a:lnTo>
                  <a:pt x="176247" y="74727"/>
                </a:lnTo>
                <a:lnTo>
                  <a:pt x="176730" y="75105"/>
                </a:lnTo>
                <a:lnTo>
                  <a:pt x="177224" y="75474"/>
                </a:lnTo>
                <a:lnTo>
                  <a:pt x="177730" y="75835"/>
                </a:lnTo>
                <a:lnTo>
                  <a:pt x="178249" y="76188"/>
                </a:lnTo>
                <a:lnTo>
                  <a:pt x="178725" y="76498"/>
                </a:lnTo>
                <a:lnTo>
                  <a:pt x="178524" y="76578"/>
                </a:lnTo>
                <a:lnTo>
                  <a:pt x="177991" y="76799"/>
                </a:lnTo>
                <a:lnTo>
                  <a:pt x="177471" y="77022"/>
                </a:lnTo>
                <a:lnTo>
                  <a:pt x="176963" y="77248"/>
                </a:lnTo>
                <a:lnTo>
                  <a:pt x="176468" y="77478"/>
                </a:lnTo>
                <a:lnTo>
                  <a:pt x="175986" y="77710"/>
                </a:lnTo>
                <a:lnTo>
                  <a:pt x="175516" y="77944"/>
                </a:lnTo>
                <a:lnTo>
                  <a:pt x="175059" y="78182"/>
                </a:lnTo>
                <a:lnTo>
                  <a:pt x="174615" y="78422"/>
                </a:lnTo>
                <a:lnTo>
                  <a:pt x="174183" y="78665"/>
                </a:lnTo>
                <a:lnTo>
                  <a:pt x="173764" y="78911"/>
                </a:lnTo>
                <a:lnTo>
                  <a:pt x="173358" y="79160"/>
                </a:lnTo>
                <a:lnTo>
                  <a:pt x="172964" y="79412"/>
                </a:lnTo>
                <a:lnTo>
                  <a:pt x="172583" y="79666"/>
                </a:lnTo>
                <a:lnTo>
                  <a:pt x="172215" y="79923"/>
                </a:lnTo>
                <a:lnTo>
                  <a:pt x="171860" y="80183"/>
                </a:lnTo>
                <a:lnTo>
                  <a:pt x="171517" y="80446"/>
                </a:lnTo>
                <a:lnTo>
                  <a:pt x="171187" y="80712"/>
                </a:lnTo>
                <a:lnTo>
                  <a:pt x="170870" y="80980"/>
                </a:lnTo>
                <a:lnTo>
                  <a:pt x="170565" y="81251"/>
                </a:lnTo>
                <a:lnTo>
                  <a:pt x="170273" y="81526"/>
                </a:lnTo>
                <a:lnTo>
                  <a:pt x="169993" y="81807"/>
                </a:lnTo>
                <a:lnTo>
                  <a:pt x="169726" y="82092"/>
                </a:lnTo>
                <a:lnTo>
                  <a:pt x="169471" y="82381"/>
                </a:lnTo>
                <a:lnTo>
                  <a:pt x="169229" y="82676"/>
                </a:lnTo>
                <a:lnTo>
                  <a:pt x="168999" y="82976"/>
                </a:lnTo>
                <a:lnTo>
                  <a:pt x="168782" y="83281"/>
                </a:lnTo>
                <a:lnTo>
                  <a:pt x="168577" y="83591"/>
                </a:lnTo>
                <a:lnTo>
                  <a:pt x="168384" y="83905"/>
                </a:lnTo>
                <a:lnTo>
                  <a:pt x="168204" y="84225"/>
                </a:lnTo>
                <a:lnTo>
                  <a:pt x="168036" y="84550"/>
                </a:lnTo>
                <a:lnTo>
                  <a:pt x="167881" y="84879"/>
                </a:lnTo>
                <a:lnTo>
                  <a:pt x="167738" y="85213"/>
                </a:lnTo>
                <a:lnTo>
                  <a:pt x="167607" y="85553"/>
                </a:lnTo>
                <a:lnTo>
                  <a:pt x="167489" y="85897"/>
                </a:lnTo>
                <a:lnTo>
                  <a:pt x="167383" y="86246"/>
                </a:lnTo>
                <a:lnTo>
                  <a:pt x="167290" y="86601"/>
                </a:lnTo>
                <a:lnTo>
                  <a:pt x="167209" y="86960"/>
                </a:lnTo>
                <a:lnTo>
                  <a:pt x="167141" y="87324"/>
                </a:lnTo>
                <a:lnTo>
                  <a:pt x="167085" y="87693"/>
                </a:lnTo>
                <a:lnTo>
                  <a:pt x="167042" y="88067"/>
                </a:lnTo>
                <a:lnTo>
                  <a:pt x="167011" y="88446"/>
                </a:lnTo>
                <a:lnTo>
                  <a:pt x="166992" y="88830"/>
                </a:lnTo>
                <a:lnTo>
                  <a:pt x="166986" y="89219"/>
                </a:lnTo>
                <a:lnTo>
                  <a:pt x="166990" y="89469"/>
                </a:lnTo>
                <a:lnTo>
                  <a:pt x="167002" y="89720"/>
                </a:lnTo>
                <a:lnTo>
                  <a:pt x="167022" y="89970"/>
                </a:lnTo>
                <a:lnTo>
                  <a:pt x="167050" y="90222"/>
                </a:lnTo>
                <a:lnTo>
                  <a:pt x="167086" y="90473"/>
                </a:lnTo>
                <a:lnTo>
                  <a:pt x="167130" y="90725"/>
                </a:lnTo>
                <a:lnTo>
                  <a:pt x="167182" y="90977"/>
                </a:lnTo>
                <a:lnTo>
                  <a:pt x="167242" y="91229"/>
                </a:lnTo>
                <a:lnTo>
                  <a:pt x="167310" y="91481"/>
                </a:lnTo>
                <a:lnTo>
                  <a:pt x="167387" y="91734"/>
                </a:lnTo>
                <a:lnTo>
                  <a:pt x="167471" y="91987"/>
                </a:lnTo>
                <a:lnTo>
                  <a:pt x="167563" y="92240"/>
                </a:lnTo>
                <a:lnTo>
                  <a:pt x="167663" y="92494"/>
                </a:lnTo>
                <a:lnTo>
                  <a:pt x="167771" y="92747"/>
                </a:lnTo>
                <a:lnTo>
                  <a:pt x="167888" y="93002"/>
                </a:lnTo>
                <a:lnTo>
                  <a:pt x="168012" y="93256"/>
                </a:lnTo>
                <a:lnTo>
                  <a:pt x="168144" y="93510"/>
                </a:lnTo>
                <a:lnTo>
                  <a:pt x="168285" y="93765"/>
                </a:lnTo>
                <a:lnTo>
                  <a:pt x="168433" y="94020"/>
                </a:lnTo>
                <a:lnTo>
                  <a:pt x="168589" y="94276"/>
                </a:lnTo>
                <a:lnTo>
                  <a:pt x="168754" y="94531"/>
                </a:lnTo>
                <a:lnTo>
                  <a:pt x="168926" y="94787"/>
                </a:lnTo>
                <a:lnTo>
                  <a:pt x="169107" y="95044"/>
                </a:lnTo>
                <a:lnTo>
                  <a:pt x="169295" y="95300"/>
                </a:lnTo>
                <a:lnTo>
                  <a:pt x="169492" y="95555"/>
                </a:lnTo>
                <a:lnTo>
                  <a:pt x="169699" y="95808"/>
                </a:lnTo>
                <a:lnTo>
                  <a:pt x="169914" y="96058"/>
                </a:lnTo>
                <a:lnTo>
                  <a:pt x="170140" y="96306"/>
                </a:lnTo>
                <a:lnTo>
                  <a:pt x="170374" y="96551"/>
                </a:lnTo>
                <a:lnTo>
                  <a:pt x="170618" y="96794"/>
                </a:lnTo>
                <a:lnTo>
                  <a:pt x="170871" y="97034"/>
                </a:lnTo>
                <a:lnTo>
                  <a:pt x="171134" y="97272"/>
                </a:lnTo>
                <a:lnTo>
                  <a:pt x="171406" y="97507"/>
                </a:lnTo>
                <a:lnTo>
                  <a:pt x="171687" y="97739"/>
                </a:lnTo>
                <a:lnTo>
                  <a:pt x="171978" y="97969"/>
                </a:lnTo>
                <a:lnTo>
                  <a:pt x="172278" y="98196"/>
                </a:lnTo>
                <a:lnTo>
                  <a:pt x="172587" y="98421"/>
                </a:lnTo>
                <a:lnTo>
                  <a:pt x="172906" y="98644"/>
                </a:lnTo>
                <a:lnTo>
                  <a:pt x="173234" y="98863"/>
                </a:lnTo>
                <a:lnTo>
                  <a:pt x="173572" y="99081"/>
                </a:lnTo>
                <a:lnTo>
                  <a:pt x="173918" y="99295"/>
                </a:lnTo>
                <a:lnTo>
                  <a:pt x="174275" y="99507"/>
                </a:lnTo>
                <a:lnTo>
                  <a:pt x="174640" y="99717"/>
                </a:lnTo>
                <a:lnTo>
                  <a:pt x="175015" y="99924"/>
                </a:lnTo>
                <a:lnTo>
                  <a:pt x="175399" y="100129"/>
                </a:lnTo>
                <a:lnTo>
                  <a:pt x="175793" y="100331"/>
                </a:lnTo>
                <a:lnTo>
                  <a:pt x="175987" y="100427"/>
                </a:lnTo>
                <a:lnTo>
                  <a:pt x="175699" y="100546"/>
                </a:lnTo>
                <a:lnTo>
                  <a:pt x="174983" y="100862"/>
                </a:lnTo>
                <a:lnTo>
                  <a:pt x="174292" y="101188"/>
                </a:lnTo>
                <a:lnTo>
                  <a:pt x="173625" y="101525"/>
                </a:lnTo>
                <a:lnTo>
                  <a:pt x="172983" y="101871"/>
                </a:lnTo>
                <a:lnTo>
                  <a:pt x="172366" y="102227"/>
                </a:lnTo>
                <a:lnTo>
                  <a:pt x="171773" y="102594"/>
                </a:lnTo>
                <a:lnTo>
                  <a:pt x="171205" y="102970"/>
                </a:lnTo>
                <a:lnTo>
                  <a:pt x="170661" y="103357"/>
                </a:lnTo>
                <a:lnTo>
                  <a:pt x="170142" y="103753"/>
                </a:lnTo>
                <a:lnTo>
                  <a:pt x="169646" y="104158"/>
                </a:lnTo>
                <a:lnTo>
                  <a:pt x="169170" y="104567"/>
                </a:lnTo>
                <a:lnTo>
                  <a:pt x="168716" y="104983"/>
                </a:lnTo>
                <a:lnTo>
                  <a:pt x="168284" y="105403"/>
                </a:lnTo>
                <a:lnTo>
                  <a:pt x="167872" y="105830"/>
                </a:lnTo>
                <a:lnTo>
                  <a:pt x="167481" y="106261"/>
                </a:lnTo>
                <a:lnTo>
                  <a:pt x="167112" y="106699"/>
                </a:lnTo>
                <a:lnTo>
                  <a:pt x="166763" y="107141"/>
                </a:lnTo>
                <a:lnTo>
                  <a:pt x="166436" y="107590"/>
                </a:lnTo>
                <a:lnTo>
                  <a:pt x="166130" y="108043"/>
                </a:lnTo>
                <a:lnTo>
                  <a:pt x="165845" y="108503"/>
                </a:lnTo>
                <a:lnTo>
                  <a:pt x="165581" y="108967"/>
                </a:lnTo>
                <a:lnTo>
                  <a:pt x="165338" y="109438"/>
                </a:lnTo>
                <a:lnTo>
                  <a:pt x="165116" y="109913"/>
                </a:lnTo>
                <a:lnTo>
                  <a:pt x="164916" y="110395"/>
                </a:lnTo>
                <a:lnTo>
                  <a:pt x="164736" y="110881"/>
                </a:lnTo>
                <a:lnTo>
                  <a:pt x="164578" y="111374"/>
                </a:lnTo>
                <a:lnTo>
                  <a:pt x="164441" y="111871"/>
                </a:lnTo>
                <a:lnTo>
                  <a:pt x="164324" y="112375"/>
                </a:lnTo>
                <a:lnTo>
                  <a:pt x="164229" y="112883"/>
                </a:lnTo>
                <a:lnTo>
                  <a:pt x="164155" y="113397"/>
                </a:lnTo>
                <a:lnTo>
                  <a:pt x="164103" y="113917"/>
                </a:lnTo>
                <a:lnTo>
                  <a:pt x="164071" y="114442"/>
                </a:lnTo>
                <a:lnTo>
                  <a:pt x="164060" y="114973"/>
                </a:lnTo>
                <a:lnTo>
                  <a:pt x="164066" y="115409"/>
                </a:lnTo>
                <a:lnTo>
                  <a:pt x="164085" y="115842"/>
                </a:lnTo>
                <a:lnTo>
                  <a:pt x="164115" y="116273"/>
                </a:lnTo>
                <a:lnTo>
                  <a:pt x="164157" y="116701"/>
                </a:lnTo>
                <a:lnTo>
                  <a:pt x="164211" y="117126"/>
                </a:lnTo>
                <a:lnTo>
                  <a:pt x="164277" y="117549"/>
                </a:lnTo>
                <a:lnTo>
                  <a:pt x="164355" y="117970"/>
                </a:lnTo>
                <a:lnTo>
                  <a:pt x="164445" y="118388"/>
                </a:lnTo>
                <a:lnTo>
                  <a:pt x="164548" y="118803"/>
                </a:lnTo>
                <a:lnTo>
                  <a:pt x="164662" y="119216"/>
                </a:lnTo>
                <a:lnTo>
                  <a:pt x="164788" y="119626"/>
                </a:lnTo>
                <a:lnTo>
                  <a:pt x="164926" y="120034"/>
                </a:lnTo>
                <a:lnTo>
                  <a:pt x="165077" y="120439"/>
                </a:lnTo>
                <a:lnTo>
                  <a:pt x="165239" y="120842"/>
                </a:lnTo>
                <a:lnTo>
                  <a:pt x="165414" y="121242"/>
                </a:lnTo>
                <a:lnTo>
                  <a:pt x="165600" y="121639"/>
                </a:lnTo>
                <a:lnTo>
                  <a:pt x="165799" y="122034"/>
                </a:lnTo>
                <a:lnTo>
                  <a:pt x="166009" y="122427"/>
                </a:lnTo>
                <a:lnTo>
                  <a:pt x="166232" y="122817"/>
                </a:lnTo>
                <a:lnTo>
                  <a:pt x="166466" y="123204"/>
                </a:lnTo>
                <a:lnTo>
                  <a:pt x="166713" y="123589"/>
                </a:lnTo>
                <a:lnTo>
                  <a:pt x="166971" y="123971"/>
                </a:lnTo>
                <a:lnTo>
                  <a:pt x="167242" y="124351"/>
                </a:lnTo>
                <a:lnTo>
                  <a:pt x="167525" y="124728"/>
                </a:lnTo>
                <a:lnTo>
                  <a:pt x="167821" y="125101"/>
                </a:lnTo>
                <a:lnTo>
                  <a:pt x="168133" y="125467"/>
                </a:lnTo>
                <a:lnTo>
                  <a:pt x="168460" y="125828"/>
                </a:lnTo>
                <a:lnTo>
                  <a:pt x="168803" y="126183"/>
                </a:lnTo>
                <a:lnTo>
                  <a:pt x="169162" y="126532"/>
                </a:lnTo>
                <a:lnTo>
                  <a:pt x="169536" y="126875"/>
                </a:lnTo>
                <a:lnTo>
                  <a:pt x="169925" y="127211"/>
                </a:lnTo>
                <a:lnTo>
                  <a:pt x="170330" y="127542"/>
                </a:lnTo>
                <a:lnTo>
                  <a:pt x="170750" y="127867"/>
                </a:lnTo>
                <a:lnTo>
                  <a:pt x="171186" y="128185"/>
                </a:lnTo>
                <a:lnTo>
                  <a:pt x="171638" y="128498"/>
                </a:lnTo>
                <a:lnTo>
                  <a:pt x="172105" y="128805"/>
                </a:lnTo>
                <a:lnTo>
                  <a:pt x="172587" y="129105"/>
                </a:lnTo>
                <a:lnTo>
                  <a:pt x="173085" y="129400"/>
                </a:lnTo>
                <a:lnTo>
                  <a:pt x="173599" y="129688"/>
                </a:lnTo>
                <a:lnTo>
                  <a:pt x="174128" y="129971"/>
                </a:lnTo>
                <a:lnTo>
                  <a:pt x="174672" y="130247"/>
                </a:lnTo>
                <a:lnTo>
                  <a:pt x="175232" y="130518"/>
                </a:lnTo>
                <a:lnTo>
                  <a:pt x="175808" y="130782"/>
                </a:lnTo>
                <a:lnTo>
                  <a:pt x="176398" y="131041"/>
                </a:lnTo>
                <a:lnTo>
                  <a:pt x="177005" y="131293"/>
                </a:lnTo>
                <a:lnTo>
                  <a:pt x="177627" y="131540"/>
                </a:lnTo>
                <a:lnTo>
                  <a:pt x="178264" y="131780"/>
                </a:lnTo>
                <a:lnTo>
                  <a:pt x="178917" y="132014"/>
                </a:lnTo>
                <a:lnTo>
                  <a:pt x="179588" y="132241"/>
                </a:lnTo>
                <a:lnTo>
                  <a:pt x="180277" y="132458"/>
                </a:lnTo>
                <a:lnTo>
                  <a:pt x="180986" y="132665"/>
                </a:lnTo>
                <a:lnTo>
                  <a:pt x="181714" y="132863"/>
                </a:lnTo>
                <a:lnTo>
                  <a:pt x="182462" y="133050"/>
                </a:lnTo>
                <a:lnTo>
                  <a:pt x="183228" y="133229"/>
                </a:lnTo>
                <a:lnTo>
                  <a:pt x="184014" y="133397"/>
                </a:lnTo>
                <a:lnTo>
                  <a:pt x="184819" y="133557"/>
                </a:lnTo>
                <a:lnTo>
                  <a:pt x="185643" y="133706"/>
                </a:lnTo>
                <a:lnTo>
                  <a:pt x="186487" y="133846"/>
                </a:lnTo>
                <a:lnTo>
                  <a:pt x="187350" y="133976"/>
                </a:lnTo>
                <a:lnTo>
                  <a:pt x="188232" y="134096"/>
                </a:lnTo>
                <a:lnTo>
                  <a:pt x="189133" y="134207"/>
                </a:lnTo>
                <a:lnTo>
                  <a:pt x="190054" y="134308"/>
                </a:lnTo>
                <a:lnTo>
                  <a:pt x="190994" y="134400"/>
                </a:lnTo>
                <a:lnTo>
                  <a:pt x="191953" y="134482"/>
                </a:lnTo>
                <a:lnTo>
                  <a:pt x="192931" y="134554"/>
                </a:lnTo>
                <a:lnTo>
                  <a:pt x="193928" y="134617"/>
                </a:lnTo>
                <a:lnTo>
                  <a:pt x="194945" y="134670"/>
                </a:lnTo>
                <a:lnTo>
                  <a:pt x="195981" y="134713"/>
                </a:lnTo>
                <a:lnTo>
                  <a:pt x="197036" y="134747"/>
                </a:lnTo>
                <a:lnTo>
                  <a:pt x="198111" y="134771"/>
                </a:lnTo>
                <a:lnTo>
                  <a:pt x="199205" y="134786"/>
                </a:lnTo>
                <a:lnTo>
                  <a:pt x="200318" y="134790"/>
                </a:lnTo>
                <a:lnTo>
                  <a:pt x="201867" y="134779"/>
                </a:lnTo>
                <a:lnTo>
                  <a:pt x="203386" y="134744"/>
                </a:lnTo>
                <a:lnTo>
                  <a:pt x="204874" y="134687"/>
                </a:lnTo>
                <a:lnTo>
                  <a:pt x="206331" y="134606"/>
                </a:lnTo>
                <a:lnTo>
                  <a:pt x="207756" y="134502"/>
                </a:lnTo>
                <a:lnTo>
                  <a:pt x="209151" y="134376"/>
                </a:lnTo>
                <a:lnTo>
                  <a:pt x="210515" y="134226"/>
                </a:lnTo>
                <a:lnTo>
                  <a:pt x="211847" y="134053"/>
                </a:lnTo>
                <a:lnTo>
                  <a:pt x="213149" y="133858"/>
                </a:lnTo>
                <a:lnTo>
                  <a:pt x="214420" y="133639"/>
                </a:lnTo>
                <a:lnTo>
                  <a:pt x="215659" y="133397"/>
                </a:lnTo>
                <a:lnTo>
                  <a:pt x="216868" y="133132"/>
                </a:lnTo>
                <a:lnTo>
                  <a:pt x="218046" y="132844"/>
                </a:lnTo>
                <a:lnTo>
                  <a:pt x="219192" y="132534"/>
                </a:lnTo>
                <a:lnTo>
                  <a:pt x="220308" y="132200"/>
                </a:lnTo>
                <a:lnTo>
                  <a:pt x="221393" y="131843"/>
                </a:lnTo>
                <a:lnTo>
                  <a:pt x="222446" y="131463"/>
                </a:lnTo>
                <a:lnTo>
                  <a:pt x="223469" y="131060"/>
                </a:lnTo>
                <a:lnTo>
                  <a:pt x="224461" y="130634"/>
                </a:lnTo>
                <a:lnTo>
                  <a:pt x="225421" y="130185"/>
                </a:lnTo>
                <a:lnTo>
                  <a:pt x="226351" y="129713"/>
                </a:lnTo>
                <a:lnTo>
                  <a:pt x="227250" y="129217"/>
                </a:lnTo>
                <a:lnTo>
                  <a:pt x="228117" y="128699"/>
                </a:lnTo>
                <a:lnTo>
                  <a:pt x="228954" y="128158"/>
                </a:lnTo>
                <a:lnTo>
                  <a:pt x="229758" y="127598"/>
                </a:lnTo>
                <a:lnTo>
                  <a:pt x="230528" y="127024"/>
                </a:lnTo>
                <a:lnTo>
                  <a:pt x="231263" y="126436"/>
                </a:lnTo>
                <a:lnTo>
                  <a:pt x="231965" y="125832"/>
                </a:lnTo>
                <a:lnTo>
                  <a:pt x="232632" y="125215"/>
                </a:lnTo>
                <a:lnTo>
                  <a:pt x="233265" y="124583"/>
                </a:lnTo>
                <a:lnTo>
                  <a:pt x="233863" y="123936"/>
                </a:lnTo>
                <a:lnTo>
                  <a:pt x="234428" y="123275"/>
                </a:lnTo>
                <a:lnTo>
                  <a:pt x="234958" y="122600"/>
                </a:lnTo>
                <a:lnTo>
                  <a:pt x="235454" y="121910"/>
                </a:lnTo>
                <a:lnTo>
                  <a:pt x="235916" y="121206"/>
                </a:lnTo>
                <a:lnTo>
                  <a:pt x="236344" y="120487"/>
                </a:lnTo>
                <a:lnTo>
                  <a:pt x="236737" y="119753"/>
                </a:lnTo>
                <a:lnTo>
                  <a:pt x="237096" y="119006"/>
                </a:lnTo>
                <a:lnTo>
                  <a:pt x="237421" y="118243"/>
                </a:lnTo>
                <a:lnTo>
                  <a:pt x="237712" y="117467"/>
                </a:lnTo>
                <a:lnTo>
                  <a:pt x="237969" y="116675"/>
                </a:lnTo>
                <a:lnTo>
                  <a:pt x="238191" y="115870"/>
                </a:lnTo>
                <a:lnTo>
                  <a:pt x="238379" y="115050"/>
                </a:lnTo>
                <a:lnTo>
                  <a:pt x="238533" y="114215"/>
                </a:lnTo>
                <a:lnTo>
                  <a:pt x="238653" y="113366"/>
                </a:lnTo>
                <a:lnTo>
                  <a:pt x="238739" y="112502"/>
                </a:lnTo>
                <a:lnTo>
                  <a:pt x="238790" y="111624"/>
                </a:lnTo>
                <a:lnTo>
                  <a:pt x="238807" y="110732"/>
                </a:lnTo>
                <a:lnTo>
                  <a:pt x="238792" y="109855"/>
                </a:lnTo>
                <a:lnTo>
                  <a:pt x="238748" y="108996"/>
                </a:lnTo>
                <a:lnTo>
                  <a:pt x="238673" y="108157"/>
                </a:lnTo>
                <a:lnTo>
                  <a:pt x="238569" y="107337"/>
                </a:lnTo>
                <a:lnTo>
                  <a:pt x="238435" y="106535"/>
                </a:lnTo>
                <a:lnTo>
                  <a:pt x="238271" y="105753"/>
                </a:lnTo>
                <a:lnTo>
                  <a:pt x="238077" y="104990"/>
                </a:lnTo>
                <a:lnTo>
                  <a:pt x="237853" y="104246"/>
                </a:lnTo>
                <a:lnTo>
                  <a:pt x="237600" y="103520"/>
                </a:lnTo>
                <a:lnTo>
                  <a:pt x="237317" y="102814"/>
                </a:lnTo>
                <a:lnTo>
                  <a:pt x="237004" y="102127"/>
                </a:lnTo>
                <a:lnTo>
                  <a:pt x="236661" y="101459"/>
                </a:lnTo>
                <a:lnTo>
                  <a:pt x="236289" y="100810"/>
                </a:lnTo>
                <a:lnTo>
                  <a:pt x="235886" y="100180"/>
                </a:lnTo>
                <a:lnTo>
                  <a:pt x="235454" y="99569"/>
                </a:lnTo>
                <a:lnTo>
                  <a:pt x="234992" y="98977"/>
                </a:lnTo>
                <a:lnTo>
                  <a:pt x="234501" y="98404"/>
                </a:lnTo>
                <a:lnTo>
                  <a:pt x="233979" y="97850"/>
                </a:lnTo>
                <a:lnTo>
                  <a:pt x="233428" y="97315"/>
                </a:lnTo>
                <a:lnTo>
                  <a:pt x="232847" y="96799"/>
                </a:lnTo>
                <a:lnTo>
                  <a:pt x="232236" y="96302"/>
                </a:lnTo>
                <a:lnTo>
                  <a:pt x="231595" y="95824"/>
                </a:lnTo>
                <a:lnTo>
                  <a:pt x="230924" y="95365"/>
                </a:lnTo>
                <a:lnTo>
                  <a:pt x="230224" y="94925"/>
                </a:lnTo>
                <a:lnTo>
                  <a:pt x="229491" y="94503"/>
                </a:lnTo>
                <a:lnTo>
                  <a:pt x="228723" y="94099"/>
                </a:lnTo>
                <a:lnTo>
                  <a:pt x="227920" y="93714"/>
                </a:lnTo>
                <a:lnTo>
                  <a:pt x="227082" y="93346"/>
                </a:lnTo>
                <a:lnTo>
                  <a:pt x="226208" y="92996"/>
                </a:lnTo>
                <a:lnTo>
                  <a:pt x="225300" y="92664"/>
                </a:lnTo>
                <a:lnTo>
                  <a:pt x="224356" y="92350"/>
                </a:lnTo>
                <a:lnTo>
                  <a:pt x="223377" y="92054"/>
                </a:lnTo>
                <a:lnTo>
                  <a:pt x="222363" y="91776"/>
                </a:lnTo>
                <a:lnTo>
                  <a:pt x="221314" y="91516"/>
                </a:lnTo>
                <a:lnTo>
                  <a:pt x="220230" y="91274"/>
                </a:lnTo>
                <a:lnTo>
                  <a:pt x="219110" y="91049"/>
                </a:lnTo>
                <a:lnTo>
                  <a:pt x="217955" y="90843"/>
                </a:lnTo>
                <a:lnTo>
                  <a:pt x="216766" y="90655"/>
                </a:lnTo>
                <a:lnTo>
                  <a:pt x="215541" y="90484"/>
                </a:lnTo>
                <a:lnTo>
                  <a:pt x="214281" y="90332"/>
                </a:lnTo>
                <a:lnTo>
                  <a:pt x="212986" y="90197"/>
                </a:lnTo>
                <a:lnTo>
                  <a:pt x="211655" y="90081"/>
                </a:lnTo>
                <a:lnTo>
                  <a:pt x="210290" y="89982"/>
                </a:lnTo>
                <a:lnTo>
                  <a:pt x="208889" y="89901"/>
                </a:lnTo>
                <a:lnTo>
                  <a:pt x="207453" y="89838"/>
                </a:lnTo>
                <a:lnTo>
                  <a:pt x="205982" y="89793"/>
                </a:lnTo>
                <a:lnTo>
                  <a:pt x="204476" y="89767"/>
                </a:lnTo>
                <a:lnTo>
                  <a:pt x="202935" y="89758"/>
                </a:lnTo>
                <a:lnTo>
                  <a:pt x="201087" y="89758"/>
                </a:lnTo>
                <a:lnTo>
                  <a:pt x="200490" y="89757"/>
                </a:lnTo>
                <a:lnTo>
                  <a:pt x="199903" y="89754"/>
                </a:lnTo>
                <a:lnTo>
                  <a:pt x="199327" y="89750"/>
                </a:lnTo>
                <a:lnTo>
                  <a:pt x="198762" y="89744"/>
                </a:lnTo>
                <a:lnTo>
                  <a:pt x="198208" y="89736"/>
                </a:lnTo>
                <a:lnTo>
                  <a:pt x="197664" y="89726"/>
                </a:lnTo>
                <a:lnTo>
                  <a:pt x="197132" y="89715"/>
                </a:lnTo>
                <a:lnTo>
                  <a:pt x="196610" y="89702"/>
                </a:lnTo>
                <a:lnTo>
                  <a:pt x="196099" y="89687"/>
                </a:lnTo>
                <a:lnTo>
                  <a:pt x="195599" y="89671"/>
                </a:lnTo>
                <a:lnTo>
                  <a:pt x="195109" y="89652"/>
                </a:lnTo>
                <a:lnTo>
                  <a:pt x="194631" y="89632"/>
                </a:lnTo>
                <a:lnTo>
                  <a:pt x="194163" y="89611"/>
                </a:lnTo>
                <a:lnTo>
                  <a:pt x="193706" y="89587"/>
                </a:lnTo>
                <a:lnTo>
                  <a:pt x="193260" y="89562"/>
                </a:lnTo>
                <a:lnTo>
                  <a:pt x="192825" y="89535"/>
                </a:lnTo>
                <a:lnTo>
                  <a:pt x="192401" y="89507"/>
                </a:lnTo>
                <a:lnTo>
                  <a:pt x="191987" y="89476"/>
                </a:lnTo>
                <a:lnTo>
                  <a:pt x="191584" y="89444"/>
                </a:lnTo>
                <a:lnTo>
                  <a:pt x="191192" y="89410"/>
                </a:lnTo>
                <a:lnTo>
                  <a:pt x="190811" y="89374"/>
                </a:lnTo>
                <a:lnTo>
                  <a:pt x="190441" y="89337"/>
                </a:lnTo>
                <a:lnTo>
                  <a:pt x="190082" y="89298"/>
                </a:lnTo>
                <a:lnTo>
                  <a:pt x="189733" y="89257"/>
                </a:lnTo>
                <a:lnTo>
                  <a:pt x="189394" y="89215"/>
                </a:lnTo>
                <a:lnTo>
                  <a:pt x="189064" y="89170"/>
                </a:lnTo>
                <a:lnTo>
                  <a:pt x="188742" y="89124"/>
                </a:lnTo>
                <a:lnTo>
                  <a:pt x="188429" y="89077"/>
                </a:lnTo>
                <a:lnTo>
                  <a:pt x="188124" y="89027"/>
                </a:lnTo>
                <a:lnTo>
                  <a:pt x="187828" y="88976"/>
                </a:lnTo>
                <a:lnTo>
                  <a:pt x="187540" y="88923"/>
                </a:lnTo>
                <a:lnTo>
                  <a:pt x="187261" y="88868"/>
                </a:lnTo>
                <a:lnTo>
                  <a:pt x="186991" y="88812"/>
                </a:lnTo>
                <a:lnTo>
                  <a:pt x="186729" y="88753"/>
                </a:lnTo>
                <a:lnTo>
                  <a:pt x="186475" y="88693"/>
                </a:lnTo>
                <a:lnTo>
                  <a:pt x="186230" y="88632"/>
                </a:lnTo>
                <a:lnTo>
                  <a:pt x="185994" y="88568"/>
                </a:lnTo>
                <a:lnTo>
                  <a:pt x="185766" y="88503"/>
                </a:lnTo>
                <a:lnTo>
                  <a:pt x="185547" y="88436"/>
                </a:lnTo>
                <a:lnTo>
                  <a:pt x="185337" y="88368"/>
                </a:lnTo>
                <a:lnTo>
                  <a:pt x="185135" y="88297"/>
                </a:lnTo>
                <a:lnTo>
                  <a:pt x="184941" y="88225"/>
                </a:lnTo>
                <a:lnTo>
                  <a:pt x="184756" y="88151"/>
                </a:lnTo>
                <a:lnTo>
                  <a:pt x="184580" y="88076"/>
                </a:lnTo>
                <a:lnTo>
                  <a:pt x="184412" y="87998"/>
                </a:lnTo>
                <a:lnTo>
                  <a:pt x="184252" y="87919"/>
                </a:lnTo>
                <a:lnTo>
                  <a:pt x="184102" y="87839"/>
                </a:lnTo>
                <a:lnTo>
                  <a:pt x="183960" y="87756"/>
                </a:lnTo>
                <a:lnTo>
                  <a:pt x="183824" y="87672"/>
                </a:lnTo>
                <a:lnTo>
                  <a:pt x="183695" y="87586"/>
                </a:lnTo>
                <a:lnTo>
                  <a:pt x="183572" y="87499"/>
                </a:lnTo>
                <a:lnTo>
                  <a:pt x="183454" y="87410"/>
                </a:lnTo>
                <a:lnTo>
                  <a:pt x="183342" y="87319"/>
                </a:lnTo>
                <a:lnTo>
                  <a:pt x="183235" y="87227"/>
                </a:lnTo>
                <a:lnTo>
                  <a:pt x="183135" y="87133"/>
                </a:lnTo>
                <a:lnTo>
                  <a:pt x="183040" y="87038"/>
                </a:lnTo>
                <a:lnTo>
                  <a:pt x="182951" y="86941"/>
                </a:lnTo>
                <a:lnTo>
                  <a:pt x="182868" y="86842"/>
                </a:lnTo>
                <a:lnTo>
                  <a:pt x="182790" y="86742"/>
                </a:lnTo>
                <a:lnTo>
                  <a:pt x="182718" y="86640"/>
                </a:lnTo>
                <a:lnTo>
                  <a:pt x="182652" y="86536"/>
                </a:lnTo>
                <a:lnTo>
                  <a:pt x="182592" y="86431"/>
                </a:lnTo>
                <a:lnTo>
                  <a:pt x="182537" y="86325"/>
                </a:lnTo>
                <a:lnTo>
                  <a:pt x="182488" y="86217"/>
                </a:lnTo>
                <a:lnTo>
                  <a:pt x="182445" y="86107"/>
                </a:lnTo>
                <a:lnTo>
                  <a:pt x="182408" y="85995"/>
                </a:lnTo>
                <a:lnTo>
                  <a:pt x="182376" y="85882"/>
                </a:lnTo>
                <a:lnTo>
                  <a:pt x="182350" y="85767"/>
                </a:lnTo>
                <a:lnTo>
                  <a:pt x="182330" y="85651"/>
                </a:lnTo>
                <a:lnTo>
                  <a:pt x="182316" y="85533"/>
                </a:lnTo>
                <a:lnTo>
                  <a:pt x="182307" y="85414"/>
                </a:lnTo>
                <a:lnTo>
                  <a:pt x="182304" y="85293"/>
                </a:lnTo>
                <a:lnTo>
                  <a:pt x="182309" y="85121"/>
                </a:lnTo>
                <a:lnTo>
                  <a:pt x="182324" y="84951"/>
                </a:lnTo>
                <a:lnTo>
                  <a:pt x="182348" y="84783"/>
                </a:lnTo>
                <a:lnTo>
                  <a:pt x="182381" y="84618"/>
                </a:lnTo>
                <a:lnTo>
                  <a:pt x="182425" y="84455"/>
                </a:lnTo>
                <a:lnTo>
                  <a:pt x="182478" y="84294"/>
                </a:lnTo>
                <a:lnTo>
                  <a:pt x="182540" y="84136"/>
                </a:lnTo>
                <a:lnTo>
                  <a:pt x="182612" y="83980"/>
                </a:lnTo>
                <a:lnTo>
                  <a:pt x="182694" y="83826"/>
                </a:lnTo>
                <a:lnTo>
                  <a:pt x="182786" y="83674"/>
                </a:lnTo>
                <a:lnTo>
                  <a:pt x="182887" y="83525"/>
                </a:lnTo>
                <a:lnTo>
                  <a:pt x="182997" y="83378"/>
                </a:lnTo>
                <a:lnTo>
                  <a:pt x="183118" y="83233"/>
                </a:lnTo>
                <a:lnTo>
                  <a:pt x="183247" y="83091"/>
                </a:lnTo>
                <a:lnTo>
                  <a:pt x="183387" y="82950"/>
                </a:lnTo>
                <a:lnTo>
                  <a:pt x="183536" y="82812"/>
                </a:lnTo>
                <a:lnTo>
                  <a:pt x="183695" y="82677"/>
                </a:lnTo>
                <a:lnTo>
                  <a:pt x="183863" y="82543"/>
                </a:lnTo>
                <a:lnTo>
                  <a:pt x="184041" y="82412"/>
                </a:lnTo>
                <a:lnTo>
                  <a:pt x="184229" y="82283"/>
                </a:lnTo>
                <a:lnTo>
                  <a:pt x="184426" y="82156"/>
                </a:lnTo>
                <a:lnTo>
                  <a:pt x="184633" y="82032"/>
                </a:lnTo>
                <a:lnTo>
                  <a:pt x="184850" y="81910"/>
                </a:lnTo>
                <a:lnTo>
                  <a:pt x="185076" y="81790"/>
                </a:lnTo>
                <a:lnTo>
                  <a:pt x="185309" y="81672"/>
                </a:lnTo>
                <a:lnTo>
                  <a:pt x="185547" y="81556"/>
                </a:lnTo>
                <a:lnTo>
                  <a:pt x="185790" y="81441"/>
                </a:lnTo>
                <a:lnTo>
                  <a:pt x="186038" y="81327"/>
                </a:lnTo>
                <a:lnTo>
                  <a:pt x="186291" y="81215"/>
                </a:lnTo>
                <a:lnTo>
                  <a:pt x="186548" y="81105"/>
                </a:lnTo>
                <a:lnTo>
                  <a:pt x="186810" y="80996"/>
                </a:lnTo>
                <a:lnTo>
                  <a:pt x="187077" y="80888"/>
                </a:lnTo>
                <a:lnTo>
                  <a:pt x="187349" y="80782"/>
                </a:lnTo>
                <a:lnTo>
                  <a:pt x="187626" y="80677"/>
                </a:lnTo>
                <a:lnTo>
                  <a:pt x="187907" y="80574"/>
                </a:lnTo>
                <a:lnTo>
                  <a:pt x="188072" y="80515"/>
                </a:lnTo>
                <a:lnTo>
                  <a:pt x="188099" y="80522"/>
                </a:lnTo>
                <a:lnTo>
                  <a:pt x="188805" y="80692"/>
                </a:lnTo>
                <a:lnTo>
                  <a:pt x="189521" y="80848"/>
                </a:lnTo>
                <a:lnTo>
                  <a:pt x="190248" y="80993"/>
                </a:lnTo>
                <a:lnTo>
                  <a:pt x="190985" y="81124"/>
                </a:lnTo>
                <a:lnTo>
                  <a:pt x="191733" y="81244"/>
                </a:lnTo>
                <a:lnTo>
                  <a:pt x="192491" y="81350"/>
                </a:lnTo>
                <a:lnTo>
                  <a:pt x="193260" y="81444"/>
                </a:lnTo>
                <a:lnTo>
                  <a:pt x="194039" y="81526"/>
                </a:lnTo>
                <a:lnTo>
                  <a:pt x="194828" y="81595"/>
                </a:lnTo>
                <a:lnTo>
                  <a:pt x="195628" y="81651"/>
                </a:lnTo>
                <a:lnTo>
                  <a:pt x="196439" y="81695"/>
                </a:lnTo>
                <a:lnTo>
                  <a:pt x="197259" y="81727"/>
                </a:lnTo>
                <a:lnTo>
                  <a:pt x="198090" y="81745"/>
                </a:lnTo>
                <a:lnTo>
                  <a:pt x="198932" y="81752"/>
                </a:lnTo>
                <a:lnTo>
                  <a:pt x="199830" y="81746"/>
                </a:lnTo>
                <a:lnTo>
                  <a:pt x="200715" y="81727"/>
                </a:lnTo>
                <a:lnTo>
                  <a:pt x="201587" y="81697"/>
                </a:lnTo>
                <a:lnTo>
                  <a:pt x="202446" y="81654"/>
                </a:lnTo>
                <a:lnTo>
                  <a:pt x="203292" y="81598"/>
                </a:lnTo>
                <a:lnTo>
                  <a:pt x="204126" y="81531"/>
                </a:lnTo>
                <a:lnTo>
                  <a:pt x="204946" y="81451"/>
                </a:lnTo>
                <a:lnTo>
                  <a:pt x="205753" y="81359"/>
                </a:lnTo>
                <a:lnTo>
                  <a:pt x="206547" y="81254"/>
                </a:lnTo>
                <a:lnTo>
                  <a:pt x="207329" y="81138"/>
                </a:lnTo>
                <a:lnTo>
                  <a:pt x="208097" y="81009"/>
                </a:lnTo>
                <a:lnTo>
                  <a:pt x="208853" y="80868"/>
                </a:lnTo>
                <a:lnTo>
                  <a:pt x="209595" y="80714"/>
                </a:lnTo>
                <a:lnTo>
                  <a:pt x="210325" y="80548"/>
                </a:lnTo>
                <a:lnTo>
                  <a:pt x="211041" y="80370"/>
                </a:lnTo>
                <a:lnTo>
                  <a:pt x="211745" y="80180"/>
                </a:lnTo>
                <a:lnTo>
                  <a:pt x="212435" y="79978"/>
                </a:lnTo>
                <a:lnTo>
                  <a:pt x="213113" y="79763"/>
                </a:lnTo>
                <a:lnTo>
                  <a:pt x="213778" y="79535"/>
                </a:lnTo>
                <a:lnTo>
                  <a:pt x="214429" y="79296"/>
                </a:lnTo>
                <a:lnTo>
                  <a:pt x="215068" y="79044"/>
                </a:lnTo>
                <a:lnTo>
                  <a:pt x="215694" y="78780"/>
                </a:lnTo>
                <a:lnTo>
                  <a:pt x="216307" y="78504"/>
                </a:lnTo>
                <a:lnTo>
                  <a:pt x="216907" y="78216"/>
                </a:lnTo>
                <a:lnTo>
                  <a:pt x="217494" y="77917"/>
                </a:lnTo>
                <a:lnTo>
                  <a:pt x="218069" y="77610"/>
                </a:lnTo>
                <a:lnTo>
                  <a:pt x="218631" y="77294"/>
                </a:lnTo>
                <a:lnTo>
                  <a:pt x="219182" y="76971"/>
                </a:lnTo>
                <a:lnTo>
                  <a:pt x="219720" y="76639"/>
                </a:lnTo>
                <a:lnTo>
                  <a:pt x="220246" y="76299"/>
                </a:lnTo>
                <a:lnTo>
                  <a:pt x="220759" y="75950"/>
                </a:lnTo>
                <a:lnTo>
                  <a:pt x="221260" y="75593"/>
                </a:lnTo>
                <a:lnTo>
                  <a:pt x="221749" y="75228"/>
                </a:lnTo>
                <a:lnTo>
                  <a:pt x="222226" y="74855"/>
                </a:lnTo>
                <a:lnTo>
                  <a:pt x="222690" y="74474"/>
                </a:lnTo>
                <a:lnTo>
                  <a:pt x="223142" y="74084"/>
                </a:lnTo>
                <a:lnTo>
                  <a:pt x="223582" y="73686"/>
                </a:lnTo>
                <a:lnTo>
                  <a:pt x="224009" y="73280"/>
                </a:lnTo>
                <a:lnTo>
                  <a:pt x="224424" y="72865"/>
                </a:lnTo>
                <a:lnTo>
                  <a:pt x="224827" y="72442"/>
                </a:lnTo>
                <a:lnTo>
                  <a:pt x="225217" y="72011"/>
                </a:lnTo>
                <a:lnTo>
                  <a:pt x="225596" y="71572"/>
                </a:lnTo>
                <a:lnTo>
                  <a:pt x="225962" y="71124"/>
                </a:lnTo>
                <a:lnTo>
                  <a:pt x="226315" y="70668"/>
                </a:lnTo>
                <a:lnTo>
                  <a:pt x="226656" y="70204"/>
                </a:lnTo>
                <a:lnTo>
                  <a:pt x="226985" y="69731"/>
                </a:lnTo>
                <a:lnTo>
                  <a:pt x="227302" y="69251"/>
                </a:lnTo>
                <a:lnTo>
                  <a:pt x="227607" y="68762"/>
                </a:lnTo>
                <a:lnTo>
                  <a:pt x="227899" y="68267"/>
                </a:lnTo>
                <a:lnTo>
                  <a:pt x="228178" y="67768"/>
                </a:lnTo>
                <a:lnTo>
                  <a:pt x="228446" y="67265"/>
                </a:lnTo>
                <a:lnTo>
                  <a:pt x="228700" y="66759"/>
                </a:lnTo>
                <a:lnTo>
                  <a:pt x="228943" y="66249"/>
                </a:lnTo>
                <a:lnTo>
                  <a:pt x="229173" y="65735"/>
                </a:lnTo>
                <a:lnTo>
                  <a:pt x="229390" y="65218"/>
                </a:lnTo>
                <a:lnTo>
                  <a:pt x="229595" y="64697"/>
                </a:lnTo>
                <a:lnTo>
                  <a:pt x="229788" y="64172"/>
                </a:lnTo>
                <a:lnTo>
                  <a:pt x="229968" y="63643"/>
                </a:lnTo>
                <a:lnTo>
                  <a:pt x="230136" y="63111"/>
                </a:lnTo>
                <a:lnTo>
                  <a:pt x="230291" y="62574"/>
                </a:lnTo>
                <a:lnTo>
                  <a:pt x="230434" y="62034"/>
                </a:lnTo>
                <a:lnTo>
                  <a:pt x="230565" y="61491"/>
                </a:lnTo>
                <a:lnTo>
                  <a:pt x="230683" y="60943"/>
                </a:lnTo>
                <a:lnTo>
                  <a:pt x="230788" y="60392"/>
                </a:lnTo>
                <a:lnTo>
                  <a:pt x="230882" y="59837"/>
                </a:lnTo>
                <a:lnTo>
                  <a:pt x="230962" y="59279"/>
                </a:lnTo>
                <a:lnTo>
                  <a:pt x="231031" y="58716"/>
                </a:lnTo>
                <a:lnTo>
                  <a:pt x="231087" y="58150"/>
                </a:lnTo>
                <a:lnTo>
                  <a:pt x="231130" y="57580"/>
                </a:lnTo>
                <a:lnTo>
                  <a:pt x="231161" y="57007"/>
                </a:lnTo>
                <a:lnTo>
                  <a:pt x="231180" y="56429"/>
                </a:lnTo>
                <a:lnTo>
                  <a:pt x="231186" y="55848"/>
                </a:lnTo>
                <a:lnTo>
                  <a:pt x="231180" y="55242"/>
                </a:lnTo>
                <a:lnTo>
                  <a:pt x="231162" y="54641"/>
                </a:lnTo>
                <a:lnTo>
                  <a:pt x="231131" y="54045"/>
                </a:lnTo>
                <a:lnTo>
                  <a:pt x="231089" y="53453"/>
                </a:lnTo>
                <a:lnTo>
                  <a:pt x="231034" y="52867"/>
                </a:lnTo>
                <a:lnTo>
                  <a:pt x="230967" y="52286"/>
                </a:lnTo>
                <a:lnTo>
                  <a:pt x="230888" y="51709"/>
                </a:lnTo>
                <a:lnTo>
                  <a:pt x="230797" y="51138"/>
                </a:lnTo>
                <a:lnTo>
                  <a:pt x="230694" y="50571"/>
                </a:lnTo>
                <a:lnTo>
                  <a:pt x="230578" y="50009"/>
                </a:lnTo>
                <a:lnTo>
                  <a:pt x="230450" y="49453"/>
                </a:lnTo>
                <a:lnTo>
                  <a:pt x="230311" y="48901"/>
                </a:lnTo>
                <a:lnTo>
                  <a:pt x="230159" y="48354"/>
                </a:lnTo>
                <a:lnTo>
                  <a:pt x="229994" y="47812"/>
                </a:lnTo>
                <a:lnTo>
                  <a:pt x="229818" y="47275"/>
                </a:lnTo>
                <a:lnTo>
                  <a:pt x="229630" y="46743"/>
                </a:lnTo>
                <a:lnTo>
                  <a:pt x="229429" y="46216"/>
                </a:lnTo>
                <a:lnTo>
                  <a:pt x="229216" y="45694"/>
                </a:lnTo>
                <a:lnTo>
                  <a:pt x="228991" y="45177"/>
                </a:lnTo>
                <a:lnTo>
                  <a:pt x="228754" y="44665"/>
                </a:lnTo>
                <a:lnTo>
                  <a:pt x="228505" y="44158"/>
                </a:lnTo>
                <a:lnTo>
                  <a:pt x="228243" y="43655"/>
                </a:lnTo>
                <a:lnTo>
                  <a:pt x="227969" y="43158"/>
                </a:lnTo>
                <a:lnTo>
                  <a:pt x="227684" y="42666"/>
                </a:lnTo>
                <a:lnTo>
                  <a:pt x="227386" y="42180"/>
                </a:lnTo>
                <a:lnTo>
                  <a:pt x="227075" y="41702"/>
                </a:lnTo>
                <a:lnTo>
                  <a:pt x="226753" y="41232"/>
                </a:lnTo>
                <a:lnTo>
                  <a:pt x="226418" y="40771"/>
                </a:lnTo>
                <a:lnTo>
                  <a:pt x="226071" y="40318"/>
                </a:lnTo>
                <a:lnTo>
                  <a:pt x="225711" y="39872"/>
                </a:lnTo>
                <a:lnTo>
                  <a:pt x="225339" y="39435"/>
                </a:lnTo>
                <a:lnTo>
                  <a:pt x="224955" y="39006"/>
                </a:lnTo>
                <a:lnTo>
                  <a:pt x="224559" y="38586"/>
                </a:lnTo>
                <a:lnTo>
                  <a:pt x="224150" y="38173"/>
                </a:lnTo>
                <a:lnTo>
                  <a:pt x="223729" y="37769"/>
                </a:lnTo>
                <a:lnTo>
                  <a:pt x="223452" y="37515"/>
                </a:lnTo>
                <a:lnTo>
                  <a:pt x="223498" y="37479"/>
                </a:lnTo>
                <a:lnTo>
                  <a:pt x="223812" y="37252"/>
                </a:lnTo>
                <a:lnTo>
                  <a:pt x="224134" y="37037"/>
                </a:lnTo>
                <a:lnTo>
                  <a:pt x="224466" y="36834"/>
                </a:lnTo>
                <a:lnTo>
                  <a:pt x="224805" y="36642"/>
                </a:lnTo>
                <a:close/>
                <a:moveTo>
                  <a:pt x="196500" y="69296"/>
                </a:moveTo>
                <a:lnTo>
                  <a:pt x="196108" y="69218"/>
                </a:lnTo>
                <a:lnTo>
                  <a:pt x="195720" y="69128"/>
                </a:lnTo>
                <a:lnTo>
                  <a:pt x="195336" y="69026"/>
                </a:lnTo>
                <a:lnTo>
                  <a:pt x="194956" y="68912"/>
                </a:lnTo>
                <a:lnTo>
                  <a:pt x="194580" y="68786"/>
                </a:lnTo>
                <a:lnTo>
                  <a:pt x="194207" y="68648"/>
                </a:lnTo>
                <a:lnTo>
                  <a:pt x="193839" y="68499"/>
                </a:lnTo>
                <a:lnTo>
                  <a:pt x="193474" y="68337"/>
                </a:lnTo>
                <a:lnTo>
                  <a:pt x="193113" y="68163"/>
                </a:lnTo>
                <a:lnTo>
                  <a:pt x="192757" y="67977"/>
                </a:lnTo>
                <a:lnTo>
                  <a:pt x="192404" y="67779"/>
                </a:lnTo>
                <a:lnTo>
                  <a:pt x="192054" y="67569"/>
                </a:lnTo>
                <a:lnTo>
                  <a:pt x="191709" y="67347"/>
                </a:lnTo>
                <a:lnTo>
                  <a:pt x="191368" y="67113"/>
                </a:lnTo>
                <a:lnTo>
                  <a:pt x="191030" y="66867"/>
                </a:lnTo>
                <a:lnTo>
                  <a:pt x="190697" y="66609"/>
                </a:lnTo>
                <a:lnTo>
                  <a:pt x="190367" y="66340"/>
                </a:lnTo>
                <a:lnTo>
                  <a:pt x="190041" y="66058"/>
                </a:lnTo>
                <a:lnTo>
                  <a:pt x="189724" y="65764"/>
                </a:lnTo>
                <a:lnTo>
                  <a:pt x="189420" y="65459"/>
                </a:lnTo>
                <a:lnTo>
                  <a:pt x="189130" y="65142"/>
                </a:lnTo>
                <a:lnTo>
                  <a:pt x="188853" y="64814"/>
                </a:lnTo>
                <a:lnTo>
                  <a:pt x="188590" y="64475"/>
                </a:lnTo>
                <a:lnTo>
                  <a:pt x="188340" y="64124"/>
                </a:lnTo>
                <a:lnTo>
                  <a:pt x="188104" y="63762"/>
                </a:lnTo>
                <a:lnTo>
                  <a:pt x="187881" y="63388"/>
                </a:lnTo>
                <a:lnTo>
                  <a:pt x="187672" y="63003"/>
                </a:lnTo>
                <a:lnTo>
                  <a:pt x="187476" y="62606"/>
                </a:lnTo>
                <a:lnTo>
                  <a:pt x="187294" y="62198"/>
                </a:lnTo>
                <a:lnTo>
                  <a:pt x="187125" y="61778"/>
                </a:lnTo>
                <a:lnTo>
                  <a:pt x="186970" y="61347"/>
                </a:lnTo>
                <a:lnTo>
                  <a:pt x="186828" y="60904"/>
                </a:lnTo>
                <a:lnTo>
                  <a:pt x="186700" y="60450"/>
                </a:lnTo>
                <a:lnTo>
                  <a:pt x="186585" y="59985"/>
                </a:lnTo>
                <a:lnTo>
                  <a:pt x="186484" y="59508"/>
                </a:lnTo>
                <a:lnTo>
                  <a:pt x="186396" y="59019"/>
                </a:lnTo>
                <a:lnTo>
                  <a:pt x="186322" y="58520"/>
                </a:lnTo>
                <a:lnTo>
                  <a:pt x="186261" y="58008"/>
                </a:lnTo>
                <a:lnTo>
                  <a:pt x="186214" y="57485"/>
                </a:lnTo>
                <a:lnTo>
                  <a:pt x="186180" y="56951"/>
                </a:lnTo>
                <a:lnTo>
                  <a:pt x="186160" y="56405"/>
                </a:lnTo>
                <a:lnTo>
                  <a:pt x="186153" y="55848"/>
                </a:lnTo>
                <a:lnTo>
                  <a:pt x="186160" y="55285"/>
                </a:lnTo>
                <a:lnTo>
                  <a:pt x="186180" y="54732"/>
                </a:lnTo>
                <a:lnTo>
                  <a:pt x="186212" y="54191"/>
                </a:lnTo>
                <a:lnTo>
                  <a:pt x="186258" y="53662"/>
                </a:lnTo>
                <a:lnTo>
                  <a:pt x="186317" y="53143"/>
                </a:lnTo>
                <a:lnTo>
                  <a:pt x="186389" y="52636"/>
                </a:lnTo>
                <a:lnTo>
                  <a:pt x="186474" y="52141"/>
                </a:lnTo>
                <a:lnTo>
                  <a:pt x="186573" y="51656"/>
                </a:lnTo>
                <a:lnTo>
                  <a:pt x="186684" y="51183"/>
                </a:lnTo>
                <a:lnTo>
                  <a:pt x="186808" y="50721"/>
                </a:lnTo>
                <a:lnTo>
                  <a:pt x="186946" y="50271"/>
                </a:lnTo>
                <a:lnTo>
                  <a:pt x="187096" y="49832"/>
                </a:lnTo>
                <a:lnTo>
                  <a:pt x="187260" y="49404"/>
                </a:lnTo>
                <a:lnTo>
                  <a:pt x="187437" y="48988"/>
                </a:lnTo>
                <a:lnTo>
                  <a:pt x="187627" y="48583"/>
                </a:lnTo>
                <a:lnTo>
                  <a:pt x="187830" y="48189"/>
                </a:lnTo>
                <a:lnTo>
                  <a:pt x="188046" y="47806"/>
                </a:lnTo>
                <a:lnTo>
                  <a:pt x="188275" y="47435"/>
                </a:lnTo>
                <a:lnTo>
                  <a:pt x="188517" y="47076"/>
                </a:lnTo>
                <a:lnTo>
                  <a:pt x="188773" y="46727"/>
                </a:lnTo>
                <a:lnTo>
                  <a:pt x="189041" y="46390"/>
                </a:lnTo>
                <a:lnTo>
                  <a:pt x="189323" y="46064"/>
                </a:lnTo>
                <a:lnTo>
                  <a:pt x="189618" y="45750"/>
                </a:lnTo>
                <a:lnTo>
                  <a:pt x="189925" y="45447"/>
                </a:lnTo>
                <a:lnTo>
                  <a:pt x="190243" y="45155"/>
                </a:lnTo>
                <a:lnTo>
                  <a:pt x="190568" y="44876"/>
                </a:lnTo>
                <a:lnTo>
                  <a:pt x="190900" y="44610"/>
                </a:lnTo>
                <a:lnTo>
                  <a:pt x="191238" y="44356"/>
                </a:lnTo>
                <a:lnTo>
                  <a:pt x="191584" y="44114"/>
                </a:lnTo>
                <a:lnTo>
                  <a:pt x="191936" y="43885"/>
                </a:lnTo>
                <a:lnTo>
                  <a:pt x="192296" y="43668"/>
                </a:lnTo>
                <a:lnTo>
                  <a:pt x="192662" y="43463"/>
                </a:lnTo>
                <a:lnTo>
                  <a:pt x="193036" y="43271"/>
                </a:lnTo>
                <a:lnTo>
                  <a:pt x="193416" y="43091"/>
                </a:lnTo>
                <a:lnTo>
                  <a:pt x="193804" y="42924"/>
                </a:lnTo>
                <a:lnTo>
                  <a:pt x="194198" y="42769"/>
                </a:lnTo>
                <a:lnTo>
                  <a:pt x="194599" y="42627"/>
                </a:lnTo>
                <a:lnTo>
                  <a:pt x="195007" y="42496"/>
                </a:lnTo>
                <a:lnTo>
                  <a:pt x="195422" y="42379"/>
                </a:lnTo>
                <a:lnTo>
                  <a:pt x="195844" y="42273"/>
                </a:lnTo>
                <a:lnTo>
                  <a:pt x="196273" y="42180"/>
                </a:lnTo>
                <a:lnTo>
                  <a:pt x="196709" y="42100"/>
                </a:lnTo>
                <a:lnTo>
                  <a:pt x="197152" y="42032"/>
                </a:lnTo>
                <a:lnTo>
                  <a:pt x="197602" y="41976"/>
                </a:lnTo>
                <a:lnTo>
                  <a:pt x="198059" y="41932"/>
                </a:lnTo>
                <a:lnTo>
                  <a:pt x="198522" y="41901"/>
                </a:lnTo>
                <a:lnTo>
                  <a:pt x="198993" y="41883"/>
                </a:lnTo>
                <a:lnTo>
                  <a:pt x="199471" y="41877"/>
                </a:lnTo>
                <a:lnTo>
                  <a:pt x="199942" y="41883"/>
                </a:lnTo>
                <a:lnTo>
                  <a:pt x="200405" y="41901"/>
                </a:lnTo>
                <a:lnTo>
                  <a:pt x="200861" y="41931"/>
                </a:lnTo>
                <a:lnTo>
                  <a:pt x="201310" y="41973"/>
                </a:lnTo>
                <a:lnTo>
                  <a:pt x="201751" y="42027"/>
                </a:lnTo>
                <a:lnTo>
                  <a:pt x="202184" y="42093"/>
                </a:lnTo>
                <a:lnTo>
                  <a:pt x="202610" y="42170"/>
                </a:lnTo>
                <a:lnTo>
                  <a:pt x="203029" y="42260"/>
                </a:lnTo>
                <a:lnTo>
                  <a:pt x="203440" y="42362"/>
                </a:lnTo>
                <a:lnTo>
                  <a:pt x="203844" y="42476"/>
                </a:lnTo>
                <a:lnTo>
                  <a:pt x="204240" y="42602"/>
                </a:lnTo>
                <a:lnTo>
                  <a:pt x="204628" y="42740"/>
                </a:lnTo>
                <a:lnTo>
                  <a:pt x="205010" y="42890"/>
                </a:lnTo>
                <a:lnTo>
                  <a:pt x="205383" y="43052"/>
                </a:lnTo>
                <a:lnTo>
                  <a:pt x="205749" y="43226"/>
                </a:lnTo>
                <a:lnTo>
                  <a:pt x="206108" y="43412"/>
                </a:lnTo>
                <a:lnTo>
                  <a:pt x="206459" y="43610"/>
                </a:lnTo>
                <a:lnTo>
                  <a:pt x="206803" y="43820"/>
                </a:lnTo>
                <a:lnTo>
                  <a:pt x="207139" y="44042"/>
                </a:lnTo>
                <a:lnTo>
                  <a:pt x="207468" y="44276"/>
                </a:lnTo>
                <a:lnTo>
                  <a:pt x="207789" y="44521"/>
                </a:lnTo>
                <a:lnTo>
                  <a:pt x="208103" y="44779"/>
                </a:lnTo>
                <a:lnTo>
                  <a:pt x="208409" y="45049"/>
                </a:lnTo>
                <a:lnTo>
                  <a:pt x="208708" y="45331"/>
                </a:lnTo>
                <a:lnTo>
                  <a:pt x="208997" y="45625"/>
                </a:lnTo>
                <a:lnTo>
                  <a:pt x="209274" y="45932"/>
                </a:lnTo>
                <a:lnTo>
                  <a:pt x="209538" y="46251"/>
                </a:lnTo>
                <a:lnTo>
                  <a:pt x="209790" y="46583"/>
                </a:lnTo>
                <a:lnTo>
                  <a:pt x="210030" y="46927"/>
                </a:lnTo>
                <a:lnTo>
                  <a:pt x="210258" y="47284"/>
                </a:lnTo>
                <a:lnTo>
                  <a:pt x="210473" y="47653"/>
                </a:lnTo>
                <a:lnTo>
                  <a:pt x="210676" y="48035"/>
                </a:lnTo>
                <a:lnTo>
                  <a:pt x="210866" y="48429"/>
                </a:lnTo>
                <a:lnTo>
                  <a:pt x="211044" y="48836"/>
                </a:lnTo>
                <a:lnTo>
                  <a:pt x="211210" y="49256"/>
                </a:lnTo>
                <a:lnTo>
                  <a:pt x="211364" y="49688"/>
                </a:lnTo>
                <a:lnTo>
                  <a:pt x="211505" y="50132"/>
                </a:lnTo>
                <a:lnTo>
                  <a:pt x="211635" y="50589"/>
                </a:lnTo>
                <a:lnTo>
                  <a:pt x="211751" y="51059"/>
                </a:lnTo>
                <a:lnTo>
                  <a:pt x="211856" y="51541"/>
                </a:lnTo>
                <a:lnTo>
                  <a:pt x="211948" y="52035"/>
                </a:lnTo>
                <a:lnTo>
                  <a:pt x="212028" y="52542"/>
                </a:lnTo>
                <a:lnTo>
                  <a:pt x="212096" y="53062"/>
                </a:lnTo>
                <a:lnTo>
                  <a:pt x="212151" y="53594"/>
                </a:lnTo>
                <a:lnTo>
                  <a:pt x="212194" y="54139"/>
                </a:lnTo>
                <a:lnTo>
                  <a:pt x="212225" y="54696"/>
                </a:lnTo>
                <a:lnTo>
                  <a:pt x="212243" y="55266"/>
                </a:lnTo>
                <a:lnTo>
                  <a:pt x="212249" y="55848"/>
                </a:lnTo>
                <a:lnTo>
                  <a:pt x="212243" y="56399"/>
                </a:lnTo>
                <a:lnTo>
                  <a:pt x="212223" y="56939"/>
                </a:lnTo>
                <a:lnTo>
                  <a:pt x="212190" y="57468"/>
                </a:lnTo>
                <a:lnTo>
                  <a:pt x="212144" y="57986"/>
                </a:lnTo>
                <a:lnTo>
                  <a:pt x="212084" y="58493"/>
                </a:lnTo>
                <a:lnTo>
                  <a:pt x="212011" y="58988"/>
                </a:lnTo>
                <a:lnTo>
                  <a:pt x="211925" y="59473"/>
                </a:lnTo>
                <a:lnTo>
                  <a:pt x="211826" y="59946"/>
                </a:lnTo>
                <a:lnTo>
                  <a:pt x="211714" y="60409"/>
                </a:lnTo>
                <a:lnTo>
                  <a:pt x="211588" y="60860"/>
                </a:lnTo>
                <a:lnTo>
                  <a:pt x="211449" y="61301"/>
                </a:lnTo>
                <a:lnTo>
                  <a:pt x="211297" y="61730"/>
                </a:lnTo>
                <a:lnTo>
                  <a:pt x="211131" y="62148"/>
                </a:lnTo>
                <a:lnTo>
                  <a:pt x="210953" y="62555"/>
                </a:lnTo>
                <a:lnTo>
                  <a:pt x="210761" y="62952"/>
                </a:lnTo>
                <a:lnTo>
                  <a:pt x="210556" y="63337"/>
                </a:lnTo>
                <a:lnTo>
                  <a:pt x="210337" y="63711"/>
                </a:lnTo>
                <a:lnTo>
                  <a:pt x="210106" y="64074"/>
                </a:lnTo>
                <a:lnTo>
                  <a:pt x="209861" y="64426"/>
                </a:lnTo>
                <a:lnTo>
                  <a:pt x="209603" y="64766"/>
                </a:lnTo>
                <a:lnTo>
                  <a:pt x="209332" y="65096"/>
                </a:lnTo>
                <a:lnTo>
                  <a:pt x="209047" y="65415"/>
                </a:lnTo>
                <a:lnTo>
                  <a:pt x="208750" y="65723"/>
                </a:lnTo>
                <a:lnTo>
                  <a:pt x="208439" y="66019"/>
                </a:lnTo>
                <a:lnTo>
                  <a:pt x="208118" y="66304"/>
                </a:lnTo>
                <a:lnTo>
                  <a:pt x="207791" y="66577"/>
                </a:lnTo>
                <a:lnTo>
                  <a:pt x="207457" y="66838"/>
                </a:lnTo>
                <a:lnTo>
                  <a:pt x="207116" y="67086"/>
                </a:lnTo>
                <a:lnTo>
                  <a:pt x="206769" y="67323"/>
                </a:lnTo>
                <a:lnTo>
                  <a:pt x="206416" y="67547"/>
                </a:lnTo>
                <a:lnTo>
                  <a:pt x="206056" y="67760"/>
                </a:lnTo>
                <a:lnTo>
                  <a:pt x="205689" y="67960"/>
                </a:lnTo>
                <a:lnTo>
                  <a:pt x="205316" y="68148"/>
                </a:lnTo>
                <a:lnTo>
                  <a:pt x="204936" y="68324"/>
                </a:lnTo>
                <a:lnTo>
                  <a:pt x="204550" y="68487"/>
                </a:lnTo>
                <a:lnTo>
                  <a:pt x="204157" y="68639"/>
                </a:lnTo>
                <a:lnTo>
                  <a:pt x="203758" y="68778"/>
                </a:lnTo>
                <a:lnTo>
                  <a:pt x="203352" y="68906"/>
                </a:lnTo>
                <a:lnTo>
                  <a:pt x="202939" y="69021"/>
                </a:lnTo>
                <a:lnTo>
                  <a:pt x="202520" y="69124"/>
                </a:lnTo>
                <a:lnTo>
                  <a:pt x="202094" y="69215"/>
                </a:lnTo>
                <a:lnTo>
                  <a:pt x="201662" y="69294"/>
                </a:lnTo>
                <a:lnTo>
                  <a:pt x="201224" y="69360"/>
                </a:lnTo>
                <a:lnTo>
                  <a:pt x="200778" y="69415"/>
                </a:lnTo>
                <a:lnTo>
                  <a:pt x="200327" y="69458"/>
                </a:lnTo>
                <a:lnTo>
                  <a:pt x="199868" y="69488"/>
                </a:lnTo>
                <a:lnTo>
                  <a:pt x="199403" y="69506"/>
                </a:lnTo>
                <a:lnTo>
                  <a:pt x="198932" y="69512"/>
                </a:lnTo>
                <a:lnTo>
                  <a:pt x="198517" y="69506"/>
                </a:lnTo>
                <a:lnTo>
                  <a:pt x="198106" y="69488"/>
                </a:lnTo>
                <a:lnTo>
                  <a:pt x="197699" y="69458"/>
                </a:lnTo>
                <a:lnTo>
                  <a:pt x="197295" y="69416"/>
                </a:lnTo>
                <a:lnTo>
                  <a:pt x="196896" y="69362"/>
                </a:lnTo>
                <a:lnTo>
                  <a:pt x="196500" y="69296"/>
                </a:lnTo>
                <a:close/>
                <a:moveTo>
                  <a:pt x="196474" y="121891"/>
                </a:moveTo>
                <a:lnTo>
                  <a:pt x="195819" y="121838"/>
                </a:lnTo>
                <a:lnTo>
                  <a:pt x="195182" y="121775"/>
                </a:lnTo>
                <a:lnTo>
                  <a:pt x="194561" y="121703"/>
                </a:lnTo>
                <a:lnTo>
                  <a:pt x="193958" y="121620"/>
                </a:lnTo>
                <a:lnTo>
                  <a:pt x="193373" y="121529"/>
                </a:lnTo>
                <a:lnTo>
                  <a:pt x="192805" y="121427"/>
                </a:lnTo>
                <a:lnTo>
                  <a:pt x="192254" y="121316"/>
                </a:lnTo>
                <a:lnTo>
                  <a:pt x="191721" y="121195"/>
                </a:lnTo>
                <a:lnTo>
                  <a:pt x="191205" y="121065"/>
                </a:lnTo>
                <a:lnTo>
                  <a:pt x="190706" y="120925"/>
                </a:lnTo>
                <a:lnTo>
                  <a:pt x="190225" y="120775"/>
                </a:lnTo>
                <a:lnTo>
                  <a:pt x="189761" y="120615"/>
                </a:lnTo>
                <a:lnTo>
                  <a:pt x="189314" y="120446"/>
                </a:lnTo>
                <a:lnTo>
                  <a:pt x="188885" y="120267"/>
                </a:lnTo>
                <a:lnTo>
                  <a:pt x="188474" y="120079"/>
                </a:lnTo>
                <a:lnTo>
                  <a:pt x="188079" y="119881"/>
                </a:lnTo>
                <a:lnTo>
                  <a:pt x="187702" y="119673"/>
                </a:lnTo>
                <a:lnTo>
                  <a:pt x="187342" y="119456"/>
                </a:lnTo>
                <a:lnTo>
                  <a:pt x="187000" y="119229"/>
                </a:lnTo>
                <a:lnTo>
                  <a:pt x="186674" y="118996"/>
                </a:lnTo>
                <a:lnTo>
                  <a:pt x="186361" y="118761"/>
                </a:lnTo>
                <a:lnTo>
                  <a:pt x="186062" y="118525"/>
                </a:lnTo>
                <a:lnTo>
                  <a:pt x="185777" y="118288"/>
                </a:lnTo>
                <a:lnTo>
                  <a:pt x="185506" y="118049"/>
                </a:lnTo>
                <a:lnTo>
                  <a:pt x="185249" y="117808"/>
                </a:lnTo>
                <a:lnTo>
                  <a:pt x="185006" y="117565"/>
                </a:lnTo>
                <a:lnTo>
                  <a:pt x="184776" y="117321"/>
                </a:lnTo>
                <a:lnTo>
                  <a:pt x="184561" y="117075"/>
                </a:lnTo>
                <a:lnTo>
                  <a:pt x="184359" y="116828"/>
                </a:lnTo>
                <a:lnTo>
                  <a:pt x="184172" y="116579"/>
                </a:lnTo>
                <a:lnTo>
                  <a:pt x="183998" y="116329"/>
                </a:lnTo>
                <a:lnTo>
                  <a:pt x="183838" y="116076"/>
                </a:lnTo>
                <a:lnTo>
                  <a:pt x="183692" y="115823"/>
                </a:lnTo>
                <a:lnTo>
                  <a:pt x="183560" y="115567"/>
                </a:lnTo>
                <a:lnTo>
                  <a:pt x="183442" y="115310"/>
                </a:lnTo>
                <a:lnTo>
                  <a:pt x="183338" y="115051"/>
                </a:lnTo>
                <a:lnTo>
                  <a:pt x="183247" y="114791"/>
                </a:lnTo>
                <a:lnTo>
                  <a:pt x="183171" y="114529"/>
                </a:lnTo>
                <a:lnTo>
                  <a:pt x="183108" y="114266"/>
                </a:lnTo>
                <a:lnTo>
                  <a:pt x="183060" y="114000"/>
                </a:lnTo>
                <a:lnTo>
                  <a:pt x="183025" y="113734"/>
                </a:lnTo>
                <a:lnTo>
                  <a:pt x="183004" y="113465"/>
                </a:lnTo>
                <a:lnTo>
                  <a:pt x="182997" y="113195"/>
                </a:lnTo>
                <a:lnTo>
                  <a:pt x="183001" y="112964"/>
                </a:lnTo>
                <a:lnTo>
                  <a:pt x="183010" y="112736"/>
                </a:lnTo>
                <a:lnTo>
                  <a:pt x="183027" y="112510"/>
                </a:lnTo>
                <a:lnTo>
                  <a:pt x="183050" y="112286"/>
                </a:lnTo>
                <a:lnTo>
                  <a:pt x="183079" y="112064"/>
                </a:lnTo>
                <a:lnTo>
                  <a:pt x="183115" y="111845"/>
                </a:lnTo>
                <a:lnTo>
                  <a:pt x="183158" y="111628"/>
                </a:lnTo>
                <a:lnTo>
                  <a:pt x="183207" y="111413"/>
                </a:lnTo>
                <a:lnTo>
                  <a:pt x="183263" y="111200"/>
                </a:lnTo>
                <a:lnTo>
                  <a:pt x="183325" y="110990"/>
                </a:lnTo>
                <a:lnTo>
                  <a:pt x="183393" y="110782"/>
                </a:lnTo>
                <a:lnTo>
                  <a:pt x="183469" y="110576"/>
                </a:lnTo>
                <a:lnTo>
                  <a:pt x="183551" y="110373"/>
                </a:lnTo>
                <a:lnTo>
                  <a:pt x="183639" y="110172"/>
                </a:lnTo>
                <a:lnTo>
                  <a:pt x="183734" y="109973"/>
                </a:lnTo>
                <a:lnTo>
                  <a:pt x="183836" y="109776"/>
                </a:lnTo>
                <a:lnTo>
                  <a:pt x="183944" y="109582"/>
                </a:lnTo>
                <a:lnTo>
                  <a:pt x="184058" y="109390"/>
                </a:lnTo>
                <a:lnTo>
                  <a:pt x="184179" y="109200"/>
                </a:lnTo>
                <a:lnTo>
                  <a:pt x="184307" y="109013"/>
                </a:lnTo>
                <a:lnTo>
                  <a:pt x="184441" y="108827"/>
                </a:lnTo>
                <a:lnTo>
                  <a:pt x="184582" y="108644"/>
                </a:lnTo>
                <a:lnTo>
                  <a:pt x="184729" y="108464"/>
                </a:lnTo>
                <a:lnTo>
                  <a:pt x="184883" y="108285"/>
                </a:lnTo>
                <a:lnTo>
                  <a:pt x="185042" y="108110"/>
                </a:lnTo>
                <a:lnTo>
                  <a:pt x="185205" y="107938"/>
                </a:lnTo>
                <a:lnTo>
                  <a:pt x="185372" y="107769"/>
                </a:lnTo>
                <a:lnTo>
                  <a:pt x="185543" y="107603"/>
                </a:lnTo>
                <a:lnTo>
                  <a:pt x="185718" y="107441"/>
                </a:lnTo>
                <a:lnTo>
                  <a:pt x="185896" y="107283"/>
                </a:lnTo>
                <a:lnTo>
                  <a:pt x="186078" y="107127"/>
                </a:lnTo>
                <a:lnTo>
                  <a:pt x="186265" y="106975"/>
                </a:lnTo>
                <a:lnTo>
                  <a:pt x="186455" y="106827"/>
                </a:lnTo>
                <a:lnTo>
                  <a:pt x="186649" y="106681"/>
                </a:lnTo>
                <a:lnTo>
                  <a:pt x="186847" y="106539"/>
                </a:lnTo>
                <a:lnTo>
                  <a:pt x="187048" y="106401"/>
                </a:lnTo>
                <a:lnTo>
                  <a:pt x="187254" y="106265"/>
                </a:lnTo>
                <a:lnTo>
                  <a:pt x="187463" y="106134"/>
                </a:lnTo>
                <a:lnTo>
                  <a:pt x="187677" y="106005"/>
                </a:lnTo>
                <a:lnTo>
                  <a:pt x="187894" y="105880"/>
                </a:lnTo>
                <a:lnTo>
                  <a:pt x="188115" y="105758"/>
                </a:lnTo>
                <a:lnTo>
                  <a:pt x="188340" y="105640"/>
                </a:lnTo>
                <a:lnTo>
                  <a:pt x="188569" y="105525"/>
                </a:lnTo>
                <a:lnTo>
                  <a:pt x="188802" y="105413"/>
                </a:lnTo>
                <a:lnTo>
                  <a:pt x="189038" y="105304"/>
                </a:lnTo>
                <a:lnTo>
                  <a:pt x="189279" y="105199"/>
                </a:lnTo>
                <a:lnTo>
                  <a:pt x="189523" y="105098"/>
                </a:lnTo>
                <a:lnTo>
                  <a:pt x="189771" y="104999"/>
                </a:lnTo>
                <a:lnTo>
                  <a:pt x="203474" y="104999"/>
                </a:lnTo>
                <a:lnTo>
                  <a:pt x="203938" y="105001"/>
                </a:lnTo>
                <a:lnTo>
                  <a:pt x="204395" y="105006"/>
                </a:lnTo>
                <a:lnTo>
                  <a:pt x="204844" y="105014"/>
                </a:lnTo>
                <a:lnTo>
                  <a:pt x="205285" y="105025"/>
                </a:lnTo>
                <a:lnTo>
                  <a:pt x="205718" y="105040"/>
                </a:lnTo>
                <a:lnTo>
                  <a:pt x="206144" y="105057"/>
                </a:lnTo>
                <a:lnTo>
                  <a:pt x="206562" y="105078"/>
                </a:lnTo>
                <a:lnTo>
                  <a:pt x="206972" y="105102"/>
                </a:lnTo>
                <a:lnTo>
                  <a:pt x="207374" y="105130"/>
                </a:lnTo>
                <a:lnTo>
                  <a:pt x="207769" y="105160"/>
                </a:lnTo>
                <a:lnTo>
                  <a:pt x="208156" y="105194"/>
                </a:lnTo>
                <a:lnTo>
                  <a:pt x="208535" y="105231"/>
                </a:lnTo>
                <a:lnTo>
                  <a:pt x="208907" y="105271"/>
                </a:lnTo>
                <a:lnTo>
                  <a:pt x="209270" y="105315"/>
                </a:lnTo>
                <a:lnTo>
                  <a:pt x="209626" y="105361"/>
                </a:lnTo>
                <a:lnTo>
                  <a:pt x="209974" y="105411"/>
                </a:lnTo>
                <a:lnTo>
                  <a:pt x="210315" y="105464"/>
                </a:lnTo>
                <a:lnTo>
                  <a:pt x="210647" y="105520"/>
                </a:lnTo>
                <a:lnTo>
                  <a:pt x="210972" y="105580"/>
                </a:lnTo>
                <a:lnTo>
                  <a:pt x="211289" y="105643"/>
                </a:lnTo>
                <a:lnTo>
                  <a:pt x="211599" y="105709"/>
                </a:lnTo>
                <a:lnTo>
                  <a:pt x="211900" y="105778"/>
                </a:lnTo>
                <a:lnTo>
                  <a:pt x="212194" y="105850"/>
                </a:lnTo>
                <a:lnTo>
                  <a:pt x="212480" y="105926"/>
                </a:lnTo>
                <a:lnTo>
                  <a:pt x="212759" y="106004"/>
                </a:lnTo>
                <a:lnTo>
                  <a:pt x="213031" y="106086"/>
                </a:lnTo>
                <a:lnTo>
                  <a:pt x="213297" y="106170"/>
                </a:lnTo>
                <a:lnTo>
                  <a:pt x="213556" y="106257"/>
                </a:lnTo>
                <a:lnTo>
                  <a:pt x="213808" y="106346"/>
                </a:lnTo>
                <a:lnTo>
                  <a:pt x="214054" y="106438"/>
                </a:lnTo>
                <a:lnTo>
                  <a:pt x="214292" y="106533"/>
                </a:lnTo>
                <a:lnTo>
                  <a:pt x="214525" y="106630"/>
                </a:lnTo>
                <a:lnTo>
                  <a:pt x="214750" y="106731"/>
                </a:lnTo>
                <a:lnTo>
                  <a:pt x="214969" y="106833"/>
                </a:lnTo>
                <a:lnTo>
                  <a:pt x="215181" y="106939"/>
                </a:lnTo>
                <a:lnTo>
                  <a:pt x="215386" y="107047"/>
                </a:lnTo>
                <a:lnTo>
                  <a:pt x="215585" y="107158"/>
                </a:lnTo>
                <a:lnTo>
                  <a:pt x="215777" y="107272"/>
                </a:lnTo>
                <a:lnTo>
                  <a:pt x="215962" y="107388"/>
                </a:lnTo>
                <a:lnTo>
                  <a:pt x="216141" y="107507"/>
                </a:lnTo>
                <a:lnTo>
                  <a:pt x="216313" y="107628"/>
                </a:lnTo>
                <a:lnTo>
                  <a:pt x="216478" y="107753"/>
                </a:lnTo>
                <a:lnTo>
                  <a:pt x="216637" y="107880"/>
                </a:lnTo>
                <a:lnTo>
                  <a:pt x="216789" y="108009"/>
                </a:lnTo>
                <a:lnTo>
                  <a:pt x="216934" y="108142"/>
                </a:lnTo>
                <a:lnTo>
                  <a:pt x="217073" y="108277"/>
                </a:lnTo>
                <a:lnTo>
                  <a:pt x="217205" y="108415"/>
                </a:lnTo>
                <a:lnTo>
                  <a:pt x="217330" y="108555"/>
                </a:lnTo>
                <a:lnTo>
                  <a:pt x="217449" y="108698"/>
                </a:lnTo>
                <a:lnTo>
                  <a:pt x="217564" y="108844"/>
                </a:lnTo>
                <a:lnTo>
                  <a:pt x="217673" y="108993"/>
                </a:lnTo>
                <a:lnTo>
                  <a:pt x="217777" y="109144"/>
                </a:lnTo>
                <a:lnTo>
                  <a:pt x="217876" y="109298"/>
                </a:lnTo>
                <a:lnTo>
                  <a:pt x="217970" y="109455"/>
                </a:lnTo>
                <a:lnTo>
                  <a:pt x="218059" y="109614"/>
                </a:lnTo>
                <a:lnTo>
                  <a:pt x="218143" y="109776"/>
                </a:lnTo>
                <a:lnTo>
                  <a:pt x="218221" y="109941"/>
                </a:lnTo>
                <a:lnTo>
                  <a:pt x="218295" y="110108"/>
                </a:lnTo>
                <a:lnTo>
                  <a:pt x="218363" y="110278"/>
                </a:lnTo>
                <a:lnTo>
                  <a:pt x="218427" y="110451"/>
                </a:lnTo>
                <a:lnTo>
                  <a:pt x="218485" y="110627"/>
                </a:lnTo>
                <a:lnTo>
                  <a:pt x="218539" y="110805"/>
                </a:lnTo>
                <a:lnTo>
                  <a:pt x="218587" y="110985"/>
                </a:lnTo>
                <a:lnTo>
                  <a:pt x="218630" y="111169"/>
                </a:lnTo>
                <a:lnTo>
                  <a:pt x="218668" y="111355"/>
                </a:lnTo>
                <a:lnTo>
                  <a:pt x="218701" y="111544"/>
                </a:lnTo>
                <a:lnTo>
                  <a:pt x="218729" y="111736"/>
                </a:lnTo>
                <a:lnTo>
                  <a:pt x="218752" y="111930"/>
                </a:lnTo>
                <a:lnTo>
                  <a:pt x="218770" y="112127"/>
                </a:lnTo>
                <a:lnTo>
                  <a:pt x="218782" y="112326"/>
                </a:lnTo>
                <a:lnTo>
                  <a:pt x="218790" y="112528"/>
                </a:lnTo>
                <a:lnTo>
                  <a:pt x="218793" y="112733"/>
                </a:lnTo>
                <a:lnTo>
                  <a:pt x="218785" y="113054"/>
                </a:lnTo>
                <a:lnTo>
                  <a:pt x="218763" y="113370"/>
                </a:lnTo>
                <a:lnTo>
                  <a:pt x="218726" y="113682"/>
                </a:lnTo>
                <a:lnTo>
                  <a:pt x="218675" y="113990"/>
                </a:lnTo>
                <a:lnTo>
                  <a:pt x="218609" y="114294"/>
                </a:lnTo>
                <a:lnTo>
                  <a:pt x="218528" y="114594"/>
                </a:lnTo>
                <a:lnTo>
                  <a:pt x="218432" y="114890"/>
                </a:lnTo>
                <a:lnTo>
                  <a:pt x="218322" y="115182"/>
                </a:lnTo>
                <a:lnTo>
                  <a:pt x="218197" y="115470"/>
                </a:lnTo>
                <a:lnTo>
                  <a:pt x="218058" y="115754"/>
                </a:lnTo>
                <a:lnTo>
                  <a:pt x="217903" y="116033"/>
                </a:lnTo>
                <a:lnTo>
                  <a:pt x="217734" y="116309"/>
                </a:lnTo>
                <a:lnTo>
                  <a:pt x="217550" y="116581"/>
                </a:lnTo>
                <a:lnTo>
                  <a:pt x="217352" y="116849"/>
                </a:lnTo>
                <a:lnTo>
                  <a:pt x="217139" y="117113"/>
                </a:lnTo>
                <a:lnTo>
                  <a:pt x="216911" y="117372"/>
                </a:lnTo>
                <a:lnTo>
                  <a:pt x="216668" y="117628"/>
                </a:lnTo>
                <a:lnTo>
                  <a:pt x="216411" y="117880"/>
                </a:lnTo>
                <a:lnTo>
                  <a:pt x="216139" y="118128"/>
                </a:lnTo>
                <a:lnTo>
                  <a:pt x="215852" y="118371"/>
                </a:lnTo>
                <a:lnTo>
                  <a:pt x="215551" y="118611"/>
                </a:lnTo>
                <a:lnTo>
                  <a:pt x="215235" y="118846"/>
                </a:lnTo>
                <a:lnTo>
                  <a:pt x="214904" y="119078"/>
                </a:lnTo>
                <a:lnTo>
                  <a:pt x="214559" y="119306"/>
                </a:lnTo>
                <a:lnTo>
                  <a:pt x="214195" y="119526"/>
                </a:lnTo>
                <a:lnTo>
                  <a:pt x="213811" y="119738"/>
                </a:lnTo>
                <a:lnTo>
                  <a:pt x="213405" y="119940"/>
                </a:lnTo>
                <a:lnTo>
                  <a:pt x="212979" y="120132"/>
                </a:lnTo>
                <a:lnTo>
                  <a:pt x="212531" y="120316"/>
                </a:lnTo>
                <a:lnTo>
                  <a:pt x="212062" y="120490"/>
                </a:lnTo>
                <a:lnTo>
                  <a:pt x="211572" y="120654"/>
                </a:lnTo>
                <a:lnTo>
                  <a:pt x="211060" y="120809"/>
                </a:lnTo>
                <a:lnTo>
                  <a:pt x="210528" y="120955"/>
                </a:lnTo>
                <a:lnTo>
                  <a:pt x="209975" y="121091"/>
                </a:lnTo>
                <a:lnTo>
                  <a:pt x="209400" y="121218"/>
                </a:lnTo>
                <a:lnTo>
                  <a:pt x="208805" y="121335"/>
                </a:lnTo>
                <a:lnTo>
                  <a:pt x="208188" y="121443"/>
                </a:lnTo>
                <a:lnTo>
                  <a:pt x="207550" y="121542"/>
                </a:lnTo>
                <a:lnTo>
                  <a:pt x="206891" y="121631"/>
                </a:lnTo>
                <a:lnTo>
                  <a:pt x="206211" y="121711"/>
                </a:lnTo>
                <a:lnTo>
                  <a:pt x="205510" y="121782"/>
                </a:lnTo>
                <a:lnTo>
                  <a:pt x="204787" y="121843"/>
                </a:lnTo>
                <a:lnTo>
                  <a:pt x="204044" y="121894"/>
                </a:lnTo>
                <a:lnTo>
                  <a:pt x="203279" y="121937"/>
                </a:lnTo>
                <a:lnTo>
                  <a:pt x="202493" y="121970"/>
                </a:lnTo>
                <a:lnTo>
                  <a:pt x="201687" y="121993"/>
                </a:lnTo>
                <a:lnTo>
                  <a:pt x="200859" y="122007"/>
                </a:lnTo>
                <a:lnTo>
                  <a:pt x="200010" y="122012"/>
                </a:lnTo>
                <a:lnTo>
                  <a:pt x="199268" y="122007"/>
                </a:lnTo>
                <a:lnTo>
                  <a:pt x="198543" y="121992"/>
                </a:lnTo>
                <a:lnTo>
                  <a:pt x="197836" y="121968"/>
                </a:lnTo>
                <a:lnTo>
                  <a:pt x="197146" y="121934"/>
                </a:lnTo>
                <a:lnTo>
                  <a:pt x="196474" y="121891"/>
                </a:lnTo>
                <a:close/>
                <a:moveTo>
                  <a:pt x="0" y="2155"/>
                </a:moveTo>
                <a:lnTo>
                  <a:pt x="0" y="105769"/>
                </a:lnTo>
                <a:lnTo>
                  <a:pt x="65355" y="105769"/>
                </a:lnTo>
                <a:lnTo>
                  <a:pt x="65355" y="86755"/>
                </a:lnTo>
                <a:lnTo>
                  <a:pt x="21631" y="86755"/>
                </a:lnTo>
                <a:lnTo>
                  <a:pt x="21631" y="2155"/>
                </a:lnTo>
                <a:lnTo>
                  <a:pt x="0" y="2155"/>
                </a:lnTo>
                <a:close/>
                <a:moveTo>
                  <a:pt x="454447" y="66063"/>
                </a:moveTo>
                <a:lnTo>
                  <a:pt x="454925" y="66081"/>
                </a:lnTo>
                <a:lnTo>
                  <a:pt x="455394" y="66107"/>
                </a:lnTo>
                <a:lnTo>
                  <a:pt x="455854" y="66140"/>
                </a:lnTo>
                <a:lnTo>
                  <a:pt x="456305" y="66181"/>
                </a:lnTo>
                <a:lnTo>
                  <a:pt x="456747" y="66229"/>
                </a:lnTo>
                <a:lnTo>
                  <a:pt x="457180" y="66284"/>
                </a:lnTo>
                <a:lnTo>
                  <a:pt x="457605" y="66346"/>
                </a:lnTo>
                <a:lnTo>
                  <a:pt x="458020" y="66416"/>
                </a:lnTo>
                <a:lnTo>
                  <a:pt x="458426" y="66494"/>
                </a:lnTo>
                <a:lnTo>
                  <a:pt x="458824" y="66578"/>
                </a:lnTo>
                <a:lnTo>
                  <a:pt x="459212" y="66671"/>
                </a:lnTo>
                <a:lnTo>
                  <a:pt x="459592" y="66770"/>
                </a:lnTo>
                <a:lnTo>
                  <a:pt x="459962" y="66877"/>
                </a:lnTo>
                <a:lnTo>
                  <a:pt x="460324" y="66991"/>
                </a:lnTo>
                <a:lnTo>
                  <a:pt x="460676" y="67113"/>
                </a:lnTo>
                <a:lnTo>
                  <a:pt x="461020" y="67242"/>
                </a:lnTo>
                <a:lnTo>
                  <a:pt x="461355" y="67378"/>
                </a:lnTo>
                <a:lnTo>
                  <a:pt x="461681" y="67521"/>
                </a:lnTo>
                <a:lnTo>
                  <a:pt x="461997" y="67672"/>
                </a:lnTo>
                <a:lnTo>
                  <a:pt x="462305" y="67831"/>
                </a:lnTo>
                <a:lnTo>
                  <a:pt x="462604" y="67997"/>
                </a:lnTo>
                <a:lnTo>
                  <a:pt x="462894" y="68170"/>
                </a:lnTo>
                <a:lnTo>
                  <a:pt x="463177" y="68350"/>
                </a:lnTo>
                <a:lnTo>
                  <a:pt x="463455" y="68538"/>
                </a:lnTo>
                <a:lnTo>
                  <a:pt x="463728" y="68734"/>
                </a:lnTo>
                <a:lnTo>
                  <a:pt x="463996" y="68937"/>
                </a:lnTo>
                <a:lnTo>
                  <a:pt x="464260" y="69148"/>
                </a:lnTo>
                <a:lnTo>
                  <a:pt x="464518" y="69367"/>
                </a:lnTo>
                <a:lnTo>
                  <a:pt x="464771" y="69593"/>
                </a:lnTo>
                <a:lnTo>
                  <a:pt x="465019" y="69827"/>
                </a:lnTo>
                <a:lnTo>
                  <a:pt x="465263" y="70069"/>
                </a:lnTo>
                <a:lnTo>
                  <a:pt x="465501" y="70318"/>
                </a:lnTo>
                <a:lnTo>
                  <a:pt x="465735" y="70575"/>
                </a:lnTo>
                <a:lnTo>
                  <a:pt x="465964" y="70839"/>
                </a:lnTo>
                <a:lnTo>
                  <a:pt x="466187" y="71112"/>
                </a:lnTo>
                <a:lnTo>
                  <a:pt x="466406" y="71391"/>
                </a:lnTo>
                <a:lnTo>
                  <a:pt x="466620" y="71679"/>
                </a:lnTo>
                <a:lnTo>
                  <a:pt x="466828" y="71974"/>
                </a:lnTo>
                <a:lnTo>
                  <a:pt x="467032" y="72277"/>
                </a:lnTo>
                <a:lnTo>
                  <a:pt x="467231" y="72587"/>
                </a:lnTo>
                <a:lnTo>
                  <a:pt x="467425" y="72905"/>
                </a:lnTo>
                <a:lnTo>
                  <a:pt x="467614" y="73231"/>
                </a:lnTo>
                <a:lnTo>
                  <a:pt x="467798" y="73564"/>
                </a:lnTo>
                <a:lnTo>
                  <a:pt x="467978" y="73905"/>
                </a:lnTo>
                <a:lnTo>
                  <a:pt x="468152" y="74253"/>
                </a:lnTo>
                <a:lnTo>
                  <a:pt x="468321" y="74610"/>
                </a:lnTo>
                <a:lnTo>
                  <a:pt x="468487" y="74974"/>
                </a:lnTo>
                <a:lnTo>
                  <a:pt x="468651" y="75346"/>
                </a:lnTo>
                <a:lnTo>
                  <a:pt x="468814" y="75728"/>
                </a:lnTo>
                <a:lnTo>
                  <a:pt x="468975" y="76118"/>
                </a:lnTo>
                <a:lnTo>
                  <a:pt x="469135" y="76516"/>
                </a:lnTo>
                <a:lnTo>
                  <a:pt x="469293" y="76923"/>
                </a:lnTo>
                <a:lnTo>
                  <a:pt x="469449" y="77339"/>
                </a:lnTo>
                <a:lnTo>
                  <a:pt x="469604" y="77763"/>
                </a:lnTo>
                <a:lnTo>
                  <a:pt x="469757" y="78195"/>
                </a:lnTo>
                <a:lnTo>
                  <a:pt x="469909" y="78637"/>
                </a:lnTo>
                <a:lnTo>
                  <a:pt x="470059" y="79087"/>
                </a:lnTo>
                <a:lnTo>
                  <a:pt x="470207" y="79545"/>
                </a:lnTo>
                <a:lnTo>
                  <a:pt x="470354" y="80012"/>
                </a:lnTo>
                <a:lnTo>
                  <a:pt x="470499" y="80488"/>
                </a:lnTo>
                <a:lnTo>
                  <a:pt x="470642" y="80972"/>
                </a:lnTo>
                <a:lnTo>
                  <a:pt x="470784" y="81465"/>
                </a:lnTo>
                <a:lnTo>
                  <a:pt x="470925" y="81966"/>
                </a:lnTo>
                <a:lnTo>
                  <a:pt x="471063" y="82476"/>
                </a:lnTo>
                <a:lnTo>
                  <a:pt x="471201" y="82995"/>
                </a:lnTo>
                <a:lnTo>
                  <a:pt x="471336" y="83522"/>
                </a:lnTo>
                <a:lnTo>
                  <a:pt x="471470" y="84058"/>
                </a:lnTo>
                <a:lnTo>
                  <a:pt x="471602" y="84602"/>
                </a:lnTo>
                <a:lnTo>
                  <a:pt x="471733" y="85155"/>
                </a:lnTo>
                <a:lnTo>
                  <a:pt x="471862" y="85716"/>
                </a:lnTo>
                <a:lnTo>
                  <a:pt x="476712" y="105769"/>
                </a:lnTo>
                <a:lnTo>
                  <a:pt x="499344" y="105769"/>
                </a:lnTo>
                <a:lnTo>
                  <a:pt x="492492" y="81405"/>
                </a:lnTo>
                <a:lnTo>
                  <a:pt x="492325" y="80799"/>
                </a:lnTo>
                <a:lnTo>
                  <a:pt x="492156" y="80201"/>
                </a:lnTo>
                <a:lnTo>
                  <a:pt x="491985" y="79610"/>
                </a:lnTo>
                <a:lnTo>
                  <a:pt x="491814" y="79028"/>
                </a:lnTo>
                <a:lnTo>
                  <a:pt x="491640" y="78454"/>
                </a:lnTo>
                <a:lnTo>
                  <a:pt x="491465" y="77887"/>
                </a:lnTo>
                <a:lnTo>
                  <a:pt x="491289" y="77329"/>
                </a:lnTo>
                <a:lnTo>
                  <a:pt x="491111" y="76779"/>
                </a:lnTo>
                <a:lnTo>
                  <a:pt x="490932" y="76237"/>
                </a:lnTo>
                <a:lnTo>
                  <a:pt x="490751" y="75703"/>
                </a:lnTo>
                <a:lnTo>
                  <a:pt x="490569" y="75177"/>
                </a:lnTo>
                <a:lnTo>
                  <a:pt x="490385" y="74659"/>
                </a:lnTo>
                <a:lnTo>
                  <a:pt x="490200" y="74149"/>
                </a:lnTo>
                <a:lnTo>
                  <a:pt x="490013" y="73647"/>
                </a:lnTo>
                <a:lnTo>
                  <a:pt x="489825" y="73153"/>
                </a:lnTo>
                <a:lnTo>
                  <a:pt x="489636" y="72667"/>
                </a:lnTo>
                <a:lnTo>
                  <a:pt x="489445" y="72189"/>
                </a:lnTo>
                <a:lnTo>
                  <a:pt x="489252" y="71720"/>
                </a:lnTo>
                <a:lnTo>
                  <a:pt x="489058" y="71258"/>
                </a:lnTo>
                <a:lnTo>
                  <a:pt x="488863" y="70804"/>
                </a:lnTo>
                <a:lnTo>
                  <a:pt x="488666" y="70358"/>
                </a:lnTo>
                <a:lnTo>
                  <a:pt x="488467" y="69921"/>
                </a:lnTo>
                <a:lnTo>
                  <a:pt x="488267" y="69491"/>
                </a:lnTo>
                <a:lnTo>
                  <a:pt x="488066" y="69069"/>
                </a:lnTo>
                <a:lnTo>
                  <a:pt x="487861" y="68655"/>
                </a:lnTo>
                <a:lnTo>
                  <a:pt x="487652" y="68248"/>
                </a:lnTo>
                <a:lnTo>
                  <a:pt x="487436" y="67849"/>
                </a:lnTo>
                <a:lnTo>
                  <a:pt x="487216" y="67456"/>
                </a:lnTo>
                <a:lnTo>
                  <a:pt x="486991" y="67070"/>
                </a:lnTo>
                <a:lnTo>
                  <a:pt x="486760" y="66692"/>
                </a:lnTo>
                <a:lnTo>
                  <a:pt x="486524" y="66320"/>
                </a:lnTo>
                <a:lnTo>
                  <a:pt x="486283" y="65956"/>
                </a:lnTo>
                <a:lnTo>
                  <a:pt x="486036" y="65599"/>
                </a:lnTo>
                <a:lnTo>
                  <a:pt x="485785" y="65248"/>
                </a:lnTo>
                <a:lnTo>
                  <a:pt x="485528" y="64905"/>
                </a:lnTo>
                <a:lnTo>
                  <a:pt x="485266" y="64569"/>
                </a:lnTo>
                <a:lnTo>
                  <a:pt x="484999" y="64240"/>
                </a:lnTo>
                <a:lnTo>
                  <a:pt x="484726" y="63918"/>
                </a:lnTo>
                <a:lnTo>
                  <a:pt x="484449" y="63604"/>
                </a:lnTo>
                <a:lnTo>
                  <a:pt x="484166" y="63296"/>
                </a:lnTo>
                <a:lnTo>
                  <a:pt x="483878" y="62995"/>
                </a:lnTo>
                <a:lnTo>
                  <a:pt x="483585" y="62702"/>
                </a:lnTo>
                <a:lnTo>
                  <a:pt x="483286" y="62416"/>
                </a:lnTo>
                <a:lnTo>
                  <a:pt x="482982" y="62136"/>
                </a:lnTo>
                <a:lnTo>
                  <a:pt x="482673" y="61864"/>
                </a:lnTo>
                <a:lnTo>
                  <a:pt x="482359" y="61599"/>
                </a:lnTo>
                <a:lnTo>
                  <a:pt x="482040" y="61341"/>
                </a:lnTo>
                <a:lnTo>
                  <a:pt x="481715" y="61090"/>
                </a:lnTo>
                <a:lnTo>
                  <a:pt x="481384" y="60846"/>
                </a:lnTo>
                <a:lnTo>
                  <a:pt x="481043" y="60609"/>
                </a:lnTo>
                <a:lnTo>
                  <a:pt x="480693" y="60379"/>
                </a:lnTo>
                <a:lnTo>
                  <a:pt x="480334" y="60155"/>
                </a:lnTo>
                <a:lnTo>
                  <a:pt x="479966" y="59939"/>
                </a:lnTo>
                <a:lnTo>
                  <a:pt x="479589" y="59729"/>
                </a:lnTo>
                <a:lnTo>
                  <a:pt x="479203" y="59526"/>
                </a:lnTo>
                <a:lnTo>
                  <a:pt x="478807" y="59329"/>
                </a:lnTo>
                <a:lnTo>
                  <a:pt x="478403" y="59140"/>
                </a:lnTo>
                <a:lnTo>
                  <a:pt x="477989" y="58958"/>
                </a:lnTo>
                <a:lnTo>
                  <a:pt x="477567" y="58782"/>
                </a:lnTo>
                <a:lnTo>
                  <a:pt x="477135" y="58613"/>
                </a:lnTo>
                <a:lnTo>
                  <a:pt x="476694" y="58451"/>
                </a:lnTo>
                <a:lnTo>
                  <a:pt x="476245" y="58296"/>
                </a:lnTo>
                <a:lnTo>
                  <a:pt x="475786" y="58147"/>
                </a:lnTo>
                <a:lnTo>
                  <a:pt x="475318" y="58006"/>
                </a:lnTo>
                <a:lnTo>
                  <a:pt x="474840" y="57871"/>
                </a:lnTo>
                <a:lnTo>
                  <a:pt x="474354" y="57743"/>
                </a:lnTo>
                <a:lnTo>
                  <a:pt x="473859" y="57622"/>
                </a:lnTo>
                <a:lnTo>
                  <a:pt x="473355" y="57507"/>
                </a:lnTo>
                <a:lnTo>
                  <a:pt x="472841" y="57400"/>
                </a:lnTo>
                <a:lnTo>
                  <a:pt x="472319" y="57299"/>
                </a:lnTo>
                <a:lnTo>
                  <a:pt x="471787" y="57205"/>
                </a:lnTo>
                <a:lnTo>
                  <a:pt x="471246" y="57118"/>
                </a:lnTo>
                <a:lnTo>
                  <a:pt x="472128" y="56868"/>
                </a:lnTo>
                <a:lnTo>
                  <a:pt x="472992" y="56604"/>
                </a:lnTo>
                <a:lnTo>
                  <a:pt x="473836" y="56327"/>
                </a:lnTo>
                <a:lnTo>
                  <a:pt x="474662" y="56036"/>
                </a:lnTo>
                <a:lnTo>
                  <a:pt x="475469" y="55731"/>
                </a:lnTo>
                <a:lnTo>
                  <a:pt x="476257" y="55413"/>
                </a:lnTo>
                <a:lnTo>
                  <a:pt x="477026" y="55081"/>
                </a:lnTo>
                <a:lnTo>
                  <a:pt x="477777" y="54736"/>
                </a:lnTo>
                <a:lnTo>
                  <a:pt x="478508" y="54377"/>
                </a:lnTo>
                <a:lnTo>
                  <a:pt x="479221" y="54004"/>
                </a:lnTo>
                <a:lnTo>
                  <a:pt x="479915" y="53618"/>
                </a:lnTo>
                <a:lnTo>
                  <a:pt x="480590" y="53218"/>
                </a:lnTo>
                <a:lnTo>
                  <a:pt x="481246" y="52804"/>
                </a:lnTo>
                <a:lnTo>
                  <a:pt x="481883" y="52377"/>
                </a:lnTo>
                <a:lnTo>
                  <a:pt x="482501" y="51936"/>
                </a:lnTo>
                <a:lnTo>
                  <a:pt x="483101" y="51482"/>
                </a:lnTo>
                <a:lnTo>
                  <a:pt x="483682" y="51014"/>
                </a:lnTo>
                <a:lnTo>
                  <a:pt x="484244" y="50532"/>
                </a:lnTo>
                <a:lnTo>
                  <a:pt x="484787" y="50037"/>
                </a:lnTo>
                <a:lnTo>
                  <a:pt x="485311" y="49528"/>
                </a:lnTo>
                <a:lnTo>
                  <a:pt x="485816" y="49006"/>
                </a:lnTo>
                <a:lnTo>
                  <a:pt x="486303" y="48470"/>
                </a:lnTo>
                <a:lnTo>
                  <a:pt x="486771" y="47920"/>
                </a:lnTo>
                <a:lnTo>
                  <a:pt x="487219" y="47357"/>
                </a:lnTo>
                <a:lnTo>
                  <a:pt x="487650" y="46781"/>
                </a:lnTo>
                <a:lnTo>
                  <a:pt x="488062" y="46195"/>
                </a:lnTo>
                <a:lnTo>
                  <a:pt x="488455" y="45599"/>
                </a:lnTo>
                <a:lnTo>
                  <a:pt x="488831" y="44993"/>
                </a:lnTo>
                <a:lnTo>
                  <a:pt x="489188" y="44376"/>
                </a:lnTo>
                <a:lnTo>
                  <a:pt x="489526" y="43748"/>
                </a:lnTo>
                <a:lnTo>
                  <a:pt x="489847" y="43110"/>
                </a:lnTo>
                <a:lnTo>
                  <a:pt x="490149" y="42462"/>
                </a:lnTo>
                <a:lnTo>
                  <a:pt x="490433" y="41804"/>
                </a:lnTo>
                <a:lnTo>
                  <a:pt x="490698" y="41134"/>
                </a:lnTo>
                <a:lnTo>
                  <a:pt x="490945" y="40455"/>
                </a:lnTo>
                <a:lnTo>
                  <a:pt x="491174" y="39765"/>
                </a:lnTo>
                <a:lnTo>
                  <a:pt x="491385" y="39065"/>
                </a:lnTo>
                <a:lnTo>
                  <a:pt x="491577" y="38354"/>
                </a:lnTo>
                <a:lnTo>
                  <a:pt x="491751" y="37633"/>
                </a:lnTo>
                <a:lnTo>
                  <a:pt x="491907" y="36901"/>
                </a:lnTo>
                <a:lnTo>
                  <a:pt x="492044" y="36159"/>
                </a:lnTo>
                <a:lnTo>
                  <a:pt x="492163" y="35407"/>
                </a:lnTo>
                <a:lnTo>
                  <a:pt x="492264" y="34644"/>
                </a:lnTo>
                <a:lnTo>
                  <a:pt x="492346" y="33871"/>
                </a:lnTo>
                <a:lnTo>
                  <a:pt x="492410" y="33087"/>
                </a:lnTo>
                <a:lnTo>
                  <a:pt x="492456" y="32293"/>
                </a:lnTo>
                <a:lnTo>
                  <a:pt x="492483" y="31489"/>
                </a:lnTo>
                <a:lnTo>
                  <a:pt x="492492" y="30674"/>
                </a:lnTo>
                <a:lnTo>
                  <a:pt x="492484" y="29816"/>
                </a:lnTo>
                <a:lnTo>
                  <a:pt x="492461" y="28973"/>
                </a:lnTo>
                <a:lnTo>
                  <a:pt x="492421" y="28144"/>
                </a:lnTo>
                <a:lnTo>
                  <a:pt x="492365" y="27329"/>
                </a:lnTo>
                <a:lnTo>
                  <a:pt x="492294" y="26528"/>
                </a:lnTo>
                <a:lnTo>
                  <a:pt x="492206" y="25742"/>
                </a:lnTo>
                <a:lnTo>
                  <a:pt x="492103" y="24970"/>
                </a:lnTo>
                <a:lnTo>
                  <a:pt x="491984" y="24212"/>
                </a:lnTo>
                <a:lnTo>
                  <a:pt x="491848" y="23469"/>
                </a:lnTo>
                <a:lnTo>
                  <a:pt x="491697" y="22740"/>
                </a:lnTo>
                <a:lnTo>
                  <a:pt x="491530" y="22025"/>
                </a:lnTo>
                <a:lnTo>
                  <a:pt x="491347" y="21324"/>
                </a:lnTo>
                <a:lnTo>
                  <a:pt x="491149" y="20638"/>
                </a:lnTo>
                <a:lnTo>
                  <a:pt x="490934" y="19966"/>
                </a:lnTo>
                <a:lnTo>
                  <a:pt x="490703" y="19308"/>
                </a:lnTo>
                <a:lnTo>
                  <a:pt x="490457" y="18665"/>
                </a:lnTo>
                <a:lnTo>
                  <a:pt x="490194" y="18036"/>
                </a:lnTo>
                <a:lnTo>
                  <a:pt x="489916" y="17421"/>
                </a:lnTo>
                <a:lnTo>
                  <a:pt x="489622" y="16820"/>
                </a:lnTo>
                <a:lnTo>
                  <a:pt x="489312" y="16234"/>
                </a:lnTo>
                <a:lnTo>
                  <a:pt x="488986" y="15662"/>
                </a:lnTo>
                <a:lnTo>
                  <a:pt x="488644" y="15104"/>
                </a:lnTo>
                <a:lnTo>
                  <a:pt x="488286" y="14561"/>
                </a:lnTo>
                <a:lnTo>
                  <a:pt x="487912" y="14032"/>
                </a:lnTo>
                <a:lnTo>
                  <a:pt x="487525" y="13516"/>
                </a:lnTo>
                <a:lnTo>
                  <a:pt x="487126" y="13012"/>
                </a:lnTo>
                <a:lnTo>
                  <a:pt x="486716" y="12520"/>
                </a:lnTo>
                <a:lnTo>
                  <a:pt x="486295" y="12040"/>
                </a:lnTo>
                <a:lnTo>
                  <a:pt x="485862" y="11572"/>
                </a:lnTo>
                <a:lnTo>
                  <a:pt x="485418" y="11116"/>
                </a:lnTo>
                <a:lnTo>
                  <a:pt x="484962" y="10672"/>
                </a:lnTo>
                <a:lnTo>
                  <a:pt x="484495" y="10240"/>
                </a:lnTo>
                <a:lnTo>
                  <a:pt x="484017" y="9820"/>
                </a:lnTo>
                <a:lnTo>
                  <a:pt x="483527" y="9412"/>
                </a:lnTo>
                <a:lnTo>
                  <a:pt x="483026" y="9016"/>
                </a:lnTo>
                <a:lnTo>
                  <a:pt x="482514" y="8632"/>
                </a:lnTo>
                <a:lnTo>
                  <a:pt x="481990" y="8261"/>
                </a:lnTo>
                <a:lnTo>
                  <a:pt x="481455" y="7901"/>
                </a:lnTo>
                <a:lnTo>
                  <a:pt x="480909" y="7553"/>
                </a:lnTo>
                <a:lnTo>
                  <a:pt x="480351" y="7217"/>
                </a:lnTo>
                <a:lnTo>
                  <a:pt x="479782" y="6893"/>
                </a:lnTo>
                <a:lnTo>
                  <a:pt x="479202" y="6581"/>
                </a:lnTo>
                <a:lnTo>
                  <a:pt x="478610" y="6282"/>
                </a:lnTo>
                <a:lnTo>
                  <a:pt x="478006" y="5994"/>
                </a:lnTo>
                <a:lnTo>
                  <a:pt x="477392" y="5718"/>
                </a:lnTo>
                <a:lnTo>
                  <a:pt x="476766" y="5454"/>
                </a:lnTo>
                <a:lnTo>
                  <a:pt x="476129" y="5202"/>
                </a:lnTo>
                <a:lnTo>
                  <a:pt x="475480" y="4963"/>
                </a:lnTo>
                <a:lnTo>
                  <a:pt x="474822" y="4734"/>
                </a:lnTo>
                <a:lnTo>
                  <a:pt x="474156" y="4514"/>
                </a:lnTo>
                <a:lnTo>
                  <a:pt x="473483" y="4305"/>
                </a:lnTo>
                <a:lnTo>
                  <a:pt x="472803" y="4105"/>
                </a:lnTo>
                <a:lnTo>
                  <a:pt x="472115" y="3915"/>
                </a:lnTo>
                <a:lnTo>
                  <a:pt x="471419" y="3735"/>
                </a:lnTo>
                <a:lnTo>
                  <a:pt x="470716" y="3564"/>
                </a:lnTo>
                <a:lnTo>
                  <a:pt x="470006" y="3403"/>
                </a:lnTo>
                <a:lnTo>
                  <a:pt x="469288" y="3252"/>
                </a:lnTo>
                <a:lnTo>
                  <a:pt x="468563" y="3111"/>
                </a:lnTo>
                <a:lnTo>
                  <a:pt x="467830" y="2979"/>
                </a:lnTo>
                <a:lnTo>
                  <a:pt x="467089" y="2857"/>
                </a:lnTo>
                <a:lnTo>
                  <a:pt x="466341" y="2745"/>
                </a:lnTo>
                <a:lnTo>
                  <a:pt x="465586" y="2643"/>
                </a:lnTo>
                <a:lnTo>
                  <a:pt x="464823" y="2550"/>
                </a:lnTo>
                <a:lnTo>
                  <a:pt x="464053" y="2467"/>
                </a:lnTo>
                <a:lnTo>
                  <a:pt x="463275" y="2394"/>
                </a:lnTo>
                <a:lnTo>
                  <a:pt x="462490" y="2331"/>
                </a:lnTo>
                <a:lnTo>
                  <a:pt x="461697" y="2277"/>
                </a:lnTo>
                <a:lnTo>
                  <a:pt x="460897" y="2233"/>
                </a:lnTo>
                <a:lnTo>
                  <a:pt x="460089" y="2199"/>
                </a:lnTo>
                <a:lnTo>
                  <a:pt x="459274" y="2175"/>
                </a:lnTo>
                <a:lnTo>
                  <a:pt x="458451" y="2160"/>
                </a:lnTo>
                <a:lnTo>
                  <a:pt x="457621" y="2155"/>
                </a:lnTo>
                <a:lnTo>
                  <a:pt x="414975" y="2155"/>
                </a:lnTo>
                <a:lnTo>
                  <a:pt x="414975" y="105769"/>
                </a:lnTo>
                <a:lnTo>
                  <a:pt x="436606" y="105769"/>
                </a:lnTo>
                <a:lnTo>
                  <a:pt x="436606" y="66048"/>
                </a:lnTo>
                <a:lnTo>
                  <a:pt x="453464" y="66048"/>
                </a:lnTo>
                <a:lnTo>
                  <a:pt x="453960" y="66052"/>
                </a:lnTo>
                <a:lnTo>
                  <a:pt x="454447" y="66063"/>
                </a:lnTo>
                <a:close/>
                <a:moveTo>
                  <a:pt x="456905" y="20146"/>
                </a:moveTo>
                <a:lnTo>
                  <a:pt x="457443" y="20187"/>
                </a:lnTo>
                <a:lnTo>
                  <a:pt x="457972" y="20241"/>
                </a:lnTo>
                <a:lnTo>
                  <a:pt x="458492" y="20307"/>
                </a:lnTo>
                <a:lnTo>
                  <a:pt x="459002" y="20385"/>
                </a:lnTo>
                <a:lnTo>
                  <a:pt x="459503" y="20475"/>
                </a:lnTo>
                <a:lnTo>
                  <a:pt x="459994" y="20577"/>
                </a:lnTo>
                <a:lnTo>
                  <a:pt x="460476" y="20691"/>
                </a:lnTo>
                <a:lnTo>
                  <a:pt x="460949" y="20817"/>
                </a:lnTo>
                <a:lnTo>
                  <a:pt x="461412" y="20955"/>
                </a:lnTo>
                <a:lnTo>
                  <a:pt x="461866" y="21105"/>
                </a:lnTo>
                <a:lnTo>
                  <a:pt x="462311" y="21267"/>
                </a:lnTo>
                <a:lnTo>
                  <a:pt x="462746" y="21441"/>
                </a:lnTo>
                <a:lnTo>
                  <a:pt x="463172" y="21627"/>
                </a:lnTo>
                <a:lnTo>
                  <a:pt x="463589" y="21825"/>
                </a:lnTo>
                <a:lnTo>
                  <a:pt x="463996" y="22035"/>
                </a:lnTo>
                <a:lnTo>
                  <a:pt x="464394" y="22257"/>
                </a:lnTo>
                <a:lnTo>
                  <a:pt x="464782" y="22490"/>
                </a:lnTo>
                <a:lnTo>
                  <a:pt x="465161" y="22736"/>
                </a:lnTo>
                <a:lnTo>
                  <a:pt x="465531" y="22994"/>
                </a:lnTo>
                <a:lnTo>
                  <a:pt x="465892" y="23264"/>
                </a:lnTo>
                <a:lnTo>
                  <a:pt x="466243" y="23546"/>
                </a:lnTo>
                <a:lnTo>
                  <a:pt x="466582" y="23840"/>
                </a:lnTo>
                <a:lnTo>
                  <a:pt x="466907" y="24145"/>
                </a:lnTo>
                <a:lnTo>
                  <a:pt x="467217" y="24462"/>
                </a:lnTo>
                <a:lnTo>
                  <a:pt x="467513" y="24791"/>
                </a:lnTo>
                <a:lnTo>
                  <a:pt x="467794" y="25132"/>
                </a:lnTo>
                <a:lnTo>
                  <a:pt x="468061" y="25484"/>
                </a:lnTo>
                <a:lnTo>
                  <a:pt x="468314" y="25848"/>
                </a:lnTo>
                <a:lnTo>
                  <a:pt x="468552" y="26224"/>
                </a:lnTo>
                <a:lnTo>
                  <a:pt x="468776" y="26612"/>
                </a:lnTo>
                <a:lnTo>
                  <a:pt x="468985" y="27011"/>
                </a:lnTo>
                <a:lnTo>
                  <a:pt x="469180" y="27422"/>
                </a:lnTo>
                <a:lnTo>
                  <a:pt x="469360" y="27845"/>
                </a:lnTo>
                <a:lnTo>
                  <a:pt x="469526" y="28279"/>
                </a:lnTo>
                <a:lnTo>
                  <a:pt x="469678" y="28725"/>
                </a:lnTo>
                <a:lnTo>
                  <a:pt x="469815" y="29183"/>
                </a:lnTo>
                <a:lnTo>
                  <a:pt x="469938" y="29653"/>
                </a:lnTo>
                <a:lnTo>
                  <a:pt x="470046" y="30134"/>
                </a:lnTo>
                <a:lnTo>
                  <a:pt x="470140" y="30627"/>
                </a:lnTo>
                <a:lnTo>
                  <a:pt x="470219" y="31132"/>
                </a:lnTo>
                <a:lnTo>
                  <a:pt x="470284" y="31649"/>
                </a:lnTo>
                <a:lnTo>
                  <a:pt x="470335" y="32177"/>
                </a:lnTo>
                <a:lnTo>
                  <a:pt x="470371" y="32717"/>
                </a:lnTo>
                <a:lnTo>
                  <a:pt x="470392" y="33269"/>
                </a:lnTo>
                <a:lnTo>
                  <a:pt x="470399" y="33832"/>
                </a:lnTo>
                <a:lnTo>
                  <a:pt x="470396" y="34220"/>
                </a:lnTo>
                <a:lnTo>
                  <a:pt x="470386" y="34603"/>
                </a:lnTo>
                <a:lnTo>
                  <a:pt x="470368" y="34980"/>
                </a:lnTo>
                <a:lnTo>
                  <a:pt x="470344" y="35353"/>
                </a:lnTo>
                <a:lnTo>
                  <a:pt x="470313" y="35721"/>
                </a:lnTo>
                <a:lnTo>
                  <a:pt x="470274" y="36083"/>
                </a:lnTo>
                <a:lnTo>
                  <a:pt x="470229" y="36440"/>
                </a:lnTo>
                <a:lnTo>
                  <a:pt x="470177" y="36793"/>
                </a:lnTo>
                <a:lnTo>
                  <a:pt x="470118" y="37140"/>
                </a:lnTo>
                <a:lnTo>
                  <a:pt x="470052" y="37482"/>
                </a:lnTo>
                <a:lnTo>
                  <a:pt x="469979" y="37819"/>
                </a:lnTo>
                <a:lnTo>
                  <a:pt x="469899" y="38152"/>
                </a:lnTo>
                <a:lnTo>
                  <a:pt x="469812" y="38479"/>
                </a:lnTo>
                <a:lnTo>
                  <a:pt x="469718" y="38801"/>
                </a:lnTo>
                <a:lnTo>
                  <a:pt x="469618" y="39117"/>
                </a:lnTo>
                <a:lnTo>
                  <a:pt x="469510" y="39429"/>
                </a:lnTo>
                <a:lnTo>
                  <a:pt x="469395" y="39736"/>
                </a:lnTo>
                <a:lnTo>
                  <a:pt x="469274" y="40038"/>
                </a:lnTo>
                <a:lnTo>
                  <a:pt x="469145" y="40334"/>
                </a:lnTo>
                <a:lnTo>
                  <a:pt x="469010" y="40626"/>
                </a:lnTo>
                <a:lnTo>
                  <a:pt x="468867" y="40913"/>
                </a:lnTo>
                <a:lnTo>
                  <a:pt x="468718" y="41194"/>
                </a:lnTo>
                <a:lnTo>
                  <a:pt x="468561" y="41471"/>
                </a:lnTo>
                <a:lnTo>
                  <a:pt x="468398" y="41742"/>
                </a:lnTo>
                <a:lnTo>
                  <a:pt x="468228" y="42008"/>
                </a:lnTo>
                <a:lnTo>
                  <a:pt x="468053" y="42268"/>
                </a:lnTo>
                <a:lnTo>
                  <a:pt x="467872" y="42523"/>
                </a:lnTo>
                <a:lnTo>
                  <a:pt x="467685" y="42772"/>
                </a:lnTo>
                <a:lnTo>
                  <a:pt x="467492" y="43015"/>
                </a:lnTo>
                <a:lnTo>
                  <a:pt x="467294" y="43253"/>
                </a:lnTo>
                <a:lnTo>
                  <a:pt x="467090" y="43485"/>
                </a:lnTo>
                <a:lnTo>
                  <a:pt x="466880" y="43712"/>
                </a:lnTo>
                <a:lnTo>
                  <a:pt x="466664" y="43933"/>
                </a:lnTo>
                <a:lnTo>
                  <a:pt x="466443" y="44148"/>
                </a:lnTo>
                <a:lnTo>
                  <a:pt x="466216" y="44358"/>
                </a:lnTo>
                <a:lnTo>
                  <a:pt x="465983" y="44562"/>
                </a:lnTo>
                <a:lnTo>
                  <a:pt x="465744" y="44761"/>
                </a:lnTo>
                <a:lnTo>
                  <a:pt x="465500" y="44954"/>
                </a:lnTo>
                <a:lnTo>
                  <a:pt x="465250" y="45142"/>
                </a:lnTo>
                <a:lnTo>
                  <a:pt x="464994" y="45324"/>
                </a:lnTo>
                <a:lnTo>
                  <a:pt x="464732" y="45500"/>
                </a:lnTo>
                <a:lnTo>
                  <a:pt x="464465" y="45671"/>
                </a:lnTo>
                <a:lnTo>
                  <a:pt x="464192" y="45836"/>
                </a:lnTo>
                <a:lnTo>
                  <a:pt x="463913" y="45995"/>
                </a:lnTo>
                <a:lnTo>
                  <a:pt x="463628" y="46149"/>
                </a:lnTo>
                <a:lnTo>
                  <a:pt x="463338" y="46297"/>
                </a:lnTo>
                <a:lnTo>
                  <a:pt x="463042" y="46440"/>
                </a:lnTo>
                <a:lnTo>
                  <a:pt x="462740" y="46577"/>
                </a:lnTo>
                <a:lnTo>
                  <a:pt x="462433" y="46709"/>
                </a:lnTo>
                <a:lnTo>
                  <a:pt x="462121" y="46835"/>
                </a:lnTo>
                <a:lnTo>
                  <a:pt x="461804" y="46955"/>
                </a:lnTo>
                <a:lnTo>
                  <a:pt x="461482" y="47070"/>
                </a:lnTo>
                <a:lnTo>
                  <a:pt x="461155" y="47179"/>
                </a:lnTo>
                <a:lnTo>
                  <a:pt x="460823" y="47282"/>
                </a:lnTo>
                <a:lnTo>
                  <a:pt x="460486" y="47380"/>
                </a:lnTo>
                <a:lnTo>
                  <a:pt x="460144" y="47473"/>
                </a:lnTo>
                <a:lnTo>
                  <a:pt x="459797" y="47559"/>
                </a:lnTo>
                <a:lnTo>
                  <a:pt x="459446" y="47640"/>
                </a:lnTo>
                <a:lnTo>
                  <a:pt x="459089" y="47716"/>
                </a:lnTo>
                <a:lnTo>
                  <a:pt x="458728" y="47786"/>
                </a:lnTo>
                <a:lnTo>
                  <a:pt x="458361" y="47850"/>
                </a:lnTo>
                <a:lnTo>
                  <a:pt x="457990" y="47909"/>
                </a:lnTo>
                <a:lnTo>
                  <a:pt x="457613" y="47962"/>
                </a:lnTo>
                <a:lnTo>
                  <a:pt x="457232" y="48010"/>
                </a:lnTo>
                <a:lnTo>
                  <a:pt x="456845" y="48052"/>
                </a:lnTo>
                <a:lnTo>
                  <a:pt x="456454" y="48088"/>
                </a:lnTo>
                <a:lnTo>
                  <a:pt x="456058" y="48119"/>
                </a:lnTo>
                <a:lnTo>
                  <a:pt x="455657" y="48144"/>
                </a:lnTo>
                <a:lnTo>
                  <a:pt x="455251" y="48164"/>
                </a:lnTo>
                <a:lnTo>
                  <a:pt x="454840" y="48178"/>
                </a:lnTo>
                <a:lnTo>
                  <a:pt x="454424" y="48186"/>
                </a:lnTo>
                <a:lnTo>
                  <a:pt x="454003" y="48189"/>
                </a:lnTo>
                <a:lnTo>
                  <a:pt x="436606" y="48189"/>
                </a:lnTo>
                <a:lnTo>
                  <a:pt x="436606" y="20092"/>
                </a:lnTo>
                <a:lnTo>
                  <a:pt x="455235" y="20092"/>
                </a:lnTo>
                <a:lnTo>
                  <a:pt x="455801" y="20098"/>
                </a:lnTo>
                <a:lnTo>
                  <a:pt x="456358" y="20116"/>
                </a:lnTo>
                <a:lnTo>
                  <a:pt x="456905" y="20146"/>
                </a:lnTo>
                <a:close/>
                <a:moveTo>
                  <a:pt x="627595" y="89815"/>
                </a:moveTo>
                <a:lnTo>
                  <a:pt x="627139" y="89791"/>
                </a:lnTo>
                <a:lnTo>
                  <a:pt x="626697" y="89758"/>
                </a:lnTo>
                <a:lnTo>
                  <a:pt x="626271" y="89714"/>
                </a:lnTo>
                <a:lnTo>
                  <a:pt x="625859" y="89661"/>
                </a:lnTo>
                <a:lnTo>
                  <a:pt x="625463" y="89599"/>
                </a:lnTo>
                <a:lnTo>
                  <a:pt x="625081" y="89527"/>
                </a:lnTo>
                <a:lnTo>
                  <a:pt x="624714" y="89445"/>
                </a:lnTo>
                <a:lnTo>
                  <a:pt x="624362" y="89353"/>
                </a:lnTo>
                <a:lnTo>
                  <a:pt x="624026" y="89252"/>
                </a:lnTo>
                <a:lnTo>
                  <a:pt x="623704" y="89142"/>
                </a:lnTo>
                <a:lnTo>
                  <a:pt x="623397" y="89021"/>
                </a:lnTo>
                <a:lnTo>
                  <a:pt x="623105" y="88892"/>
                </a:lnTo>
                <a:lnTo>
                  <a:pt x="622828" y="88752"/>
                </a:lnTo>
                <a:lnTo>
                  <a:pt x="622566" y="88603"/>
                </a:lnTo>
                <a:lnTo>
                  <a:pt x="622319" y="88444"/>
                </a:lnTo>
                <a:lnTo>
                  <a:pt x="622087" y="88276"/>
                </a:lnTo>
                <a:lnTo>
                  <a:pt x="621870" y="88098"/>
                </a:lnTo>
                <a:lnTo>
                  <a:pt x="621668" y="87910"/>
                </a:lnTo>
                <a:lnTo>
                  <a:pt x="621481" y="87713"/>
                </a:lnTo>
                <a:lnTo>
                  <a:pt x="621309" y="87506"/>
                </a:lnTo>
                <a:lnTo>
                  <a:pt x="621152" y="87289"/>
                </a:lnTo>
                <a:lnTo>
                  <a:pt x="621010" y="87063"/>
                </a:lnTo>
                <a:lnTo>
                  <a:pt x="620878" y="86827"/>
                </a:lnTo>
                <a:lnTo>
                  <a:pt x="620751" y="86580"/>
                </a:lnTo>
                <a:lnTo>
                  <a:pt x="620631" y="86321"/>
                </a:lnTo>
                <a:lnTo>
                  <a:pt x="620516" y="86052"/>
                </a:lnTo>
                <a:lnTo>
                  <a:pt x="620406" y="85772"/>
                </a:lnTo>
                <a:lnTo>
                  <a:pt x="620302" y="85480"/>
                </a:lnTo>
                <a:lnTo>
                  <a:pt x="620204" y="85178"/>
                </a:lnTo>
                <a:lnTo>
                  <a:pt x="620111" y="84865"/>
                </a:lnTo>
                <a:lnTo>
                  <a:pt x="620024" y="84541"/>
                </a:lnTo>
                <a:lnTo>
                  <a:pt x="619943" y="84206"/>
                </a:lnTo>
                <a:lnTo>
                  <a:pt x="619867" y="83860"/>
                </a:lnTo>
                <a:lnTo>
                  <a:pt x="619797" y="83503"/>
                </a:lnTo>
                <a:lnTo>
                  <a:pt x="619733" y="83135"/>
                </a:lnTo>
                <a:lnTo>
                  <a:pt x="619674" y="82756"/>
                </a:lnTo>
                <a:lnTo>
                  <a:pt x="619620" y="82366"/>
                </a:lnTo>
                <a:lnTo>
                  <a:pt x="619573" y="81966"/>
                </a:lnTo>
                <a:lnTo>
                  <a:pt x="619530" y="81554"/>
                </a:lnTo>
                <a:lnTo>
                  <a:pt x="619494" y="81131"/>
                </a:lnTo>
                <a:lnTo>
                  <a:pt x="619463" y="80697"/>
                </a:lnTo>
                <a:lnTo>
                  <a:pt x="619438" y="80253"/>
                </a:lnTo>
                <a:lnTo>
                  <a:pt x="619418" y="79797"/>
                </a:lnTo>
                <a:lnTo>
                  <a:pt x="619404" y="79331"/>
                </a:lnTo>
                <a:lnTo>
                  <a:pt x="619396" y="78853"/>
                </a:lnTo>
                <a:lnTo>
                  <a:pt x="619393" y="78365"/>
                </a:lnTo>
                <a:lnTo>
                  <a:pt x="619393" y="2155"/>
                </a:lnTo>
                <a:lnTo>
                  <a:pt x="599070" y="2155"/>
                </a:lnTo>
                <a:lnTo>
                  <a:pt x="599070" y="79596"/>
                </a:lnTo>
                <a:lnTo>
                  <a:pt x="599075" y="80360"/>
                </a:lnTo>
                <a:lnTo>
                  <a:pt x="599088" y="81112"/>
                </a:lnTo>
                <a:lnTo>
                  <a:pt x="599109" y="81851"/>
                </a:lnTo>
                <a:lnTo>
                  <a:pt x="599139" y="82578"/>
                </a:lnTo>
                <a:lnTo>
                  <a:pt x="599177" y="83293"/>
                </a:lnTo>
                <a:lnTo>
                  <a:pt x="599224" y="83996"/>
                </a:lnTo>
                <a:lnTo>
                  <a:pt x="599280" y="84687"/>
                </a:lnTo>
                <a:lnTo>
                  <a:pt x="599344" y="85365"/>
                </a:lnTo>
                <a:lnTo>
                  <a:pt x="599417" y="86032"/>
                </a:lnTo>
                <a:lnTo>
                  <a:pt x="599498" y="86686"/>
                </a:lnTo>
                <a:lnTo>
                  <a:pt x="599588" y="87328"/>
                </a:lnTo>
                <a:lnTo>
                  <a:pt x="599686" y="87958"/>
                </a:lnTo>
                <a:lnTo>
                  <a:pt x="599793" y="88576"/>
                </a:lnTo>
                <a:lnTo>
                  <a:pt x="599909" y="89182"/>
                </a:lnTo>
                <a:lnTo>
                  <a:pt x="600033" y="89775"/>
                </a:lnTo>
                <a:lnTo>
                  <a:pt x="600165" y="90356"/>
                </a:lnTo>
                <a:lnTo>
                  <a:pt x="600306" y="90925"/>
                </a:lnTo>
                <a:lnTo>
                  <a:pt x="600456" y="91482"/>
                </a:lnTo>
                <a:lnTo>
                  <a:pt x="600614" y="92027"/>
                </a:lnTo>
                <a:lnTo>
                  <a:pt x="600781" y="92560"/>
                </a:lnTo>
                <a:lnTo>
                  <a:pt x="600956" y="93080"/>
                </a:lnTo>
                <a:lnTo>
                  <a:pt x="601140" y="93589"/>
                </a:lnTo>
                <a:lnTo>
                  <a:pt x="601333" y="94085"/>
                </a:lnTo>
                <a:lnTo>
                  <a:pt x="601534" y="94569"/>
                </a:lnTo>
                <a:lnTo>
                  <a:pt x="601746" y="95041"/>
                </a:lnTo>
                <a:lnTo>
                  <a:pt x="601971" y="95504"/>
                </a:lnTo>
                <a:lnTo>
                  <a:pt x="602209" y="95956"/>
                </a:lnTo>
                <a:lnTo>
                  <a:pt x="602460" y="96397"/>
                </a:lnTo>
                <a:lnTo>
                  <a:pt x="602724" y="96828"/>
                </a:lnTo>
                <a:lnTo>
                  <a:pt x="603001" y="97249"/>
                </a:lnTo>
                <a:lnTo>
                  <a:pt x="603292" y="97659"/>
                </a:lnTo>
                <a:lnTo>
                  <a:pt x="603595" y="98058"/>
                </a:lnTo>
                <a:lnTo>
                  <a:pt x="603912" y="98448"/>
                </a:lnTo>
                <a:lnTo>
                  <a:pt x="604241" y="98827"/>
                </a:lnTo>
                <a:lnTo>
                  <a:pt x="604584" y="99195"/>
                </a:lnTo>
                <a:lnTo>
                  <a:pt x="604940" y="99553"/>
                </a:lnTo>
                <a:lnTo>
                  <a:pt x="605309" y="99901"/>
                </a:lnTo>
                <a:lnTo>
                  <a:pt x="605691" y="100238"/>
                </a:lnTo>
                <a:lnTo>
                  <a:pt x="606086" y="100565"/>
                </a:lnTo>
                <a:lnTo>
                  <a:pt x="606495" y="100881"/>
                </a:lnTo>
                <a:lnTo>
                  <a:pt x="606916" y="101187"/>
                </a:lnTo>
                <a:lnTo>
                  <a:pt x="607351" y="101482"/>
                </a:lnTo>
                <a:lnTo>
                  <a:pt x="607798" y="101768"/>
                </a:lnTo>
                <a:lnTo>
                  <a:pt x="608259" y="102042"/>
                </a:lnTo>
                <a:lnTo>
                  <a:pt x="608733" y="102306"/>
                </a:lnTo>
                <a:lnTo>
                  <a:pt x="609219" y="102560"/>
                </a:lnTo>
                <a:lnTo>
                  <a:pt x="609719" y="102804"/>
                </a:lnTo>
                <a:lnTo>
                  <a:pt x="610232" y="103036"/>
                </a:lnTo>
                <a:lnTo>
                  <a:pt x="610761" y="103259"/>
                </a:lnTo>
                <a:lnTo>
                  <a:pt x="611308" y="103473"/>
                </a:lnTo>
                <a:lnTo>
                  <a:pt x="611873" y="103677"/>
                </a:lnTo>
                <a:lnTo>
                  <a:pt x="612456" y="103871"/>
                </a:lnTo>
                <a:lnTo>
                  <a:pt x="613058" y="104057"/>
                </a:lnTo>
                <a:lnTo>
                  <a:pt x="613677" y="104232"/>
                </a:lnTo>
                <a:lnTo>
                  <a:pt x="614315" y="104398"/>
                </a:lnTo>
                <a:lnTo>
                  <a:pt x="614971" y="104555"/>
                </a:lnTo>
                <a:lnTo>
                  <a:pt x="615645" y="104702"/>
                </a:lnTo>
                <a:lnTo>
                  <a:pt x="616337" y="104839"/>
                </a:lnTo>
                <a:lnTo>
                  <a:pt x="617048" y="104967"/>
                </a:lnTo>
                <a:lnTo>
                  <a:pt x="617776" y="105086"/>
                </a:lnTo>
                <a:lnTo>
                  <a:pt x="618523" y="105195"/>
                </a:lnTo>
                <a:lnTo>
                  <a:pt x="619288" y="105295"/>
                </a:lnTo>
                <a:lnTo>
                  <a:pt x="620071" y="105385"/>
                </a:lnTo>
                <a:lnTo>
                  <a:pt x="620873" y="105466"/>
                </a:lnTo>
                <a:lnTo>
                  <a:pt x="621692" y="105537"/>
                </a:lnTo>
                <a:lnTo>
                  <a:pt x="622530" y="105598"/>
                </a:lnTo>
                <a:lnTo>
                  <a:pt x="623386" y="105651"/>
                </a:lnTo>
                <a:lnTo>
                  <a:pt x="624260" y="105693"/>
                </a:lnTo>
                <a:lnTo>
                  <a:pt x="625152" y="105727"/>
                </a:lnTo>
                <a:lnTo>
                  <a:pt x="626062" y="105750"/>
                </a:lnTo>
                <a:lnTo>
                  <a:pt x="626991" y="105764"/>
                </a:lnTo>
                <a:lnTo>
                  <a:pt x="627938" y="105769"/>
                </a:lnTo>
                <a:lnTo>
                  <a:pt x="633249" y="105769"/>
                </a:lnTo>
                <a:lnTo>
                  <a:pt x="633249" y="89835"/>
                </a:lnTo>
                <a:lnTo>
                  <a:pt x="628553" y="89835"/>
                </a:lnTo>
                <a:lnTo>
                  <a:pt x="628067" y="89830"/>
                </a:lnTo>
                <a:lnTo>
                  <a:pt x="627595" y="89815"/>
                </a:lnTo>
                <a:close/>
                <a:moveTo>
                  <a:pt x="766646" y="89943"/>
                </a:moveTo>
                <a:lnTo>
                  <a:pt x="766210" y="89908"/>
                </a:lnTo>
                <a:lnTo>
                  <a:pt x="765788" y="89862"/>
                </a:lnTo>
                <a:lnTo>
                  <a:pt x="765380" y="89807"/>
                </a:lnTo>
                <a:lnTo>
                  <a:pt x="764987" y="89741"/>
                </a:lnTo>
                <a:lnTo>
                  <a:pt x="764609" y="89665"/>
                </a:lnTo>
                <a:lnTo>
                  <a:pt x="764246" y="89580"/>
                </a:lnTo>
                <a:lnTo>
                  <a:pt x="763896" y="89484"/>
                </a:lnTo>
                <a:lnTo>
                  <a:pt x="763562" y="89378"/>
                </a:lnTo>
                <a:lnTo>
                  <a:pt x="763242" y="89261"/>
                </a:lnTo>
                <a:lnTo>
                  <a:pt x="762936" y="89135"/>
                </a:lnTo>
                <a:lnTo>
                  <a:pt x="762645" y="88999"/>
                </a:lnTo>
                <a:lnTo>
                  <a:pt x="762369" y="88852"/>
                </a:lnTo>
                <a:lnTo>
                  <a:pt x="762107" y="88696"/>
                </a:lnTo>
                <a:lnTo>
                  <a:pt x="761860" y="88529"/>
                </a:lnTo>
                <a:lnTo>
                  <a:pt x="761628" y="88353"/>
                </a:lnTo>
                <a:lnTo>
                  <a:pt x="761410" y="88166"/>
                </a:lnTo>
                <a:lnTo>
                  <a:pt x="761206" y="87969"/>
                </a:lnTo>
                <a:lnTo>
                  <a:pt x="761017" y="87762"/>
                </a:lnTo>
                <a:lnTo>
                  <a:pt x="760843" y="87545"/>
                </a:lnTo>
                <a:lnTo>
                  <a:pt x="760683" y="87317"/>
                </a:lnTo>
                <a:lnTo>
                  <a:pt x="760538" y="87080"/>
                </a:lnTo>
                <a:lnTo>
                  <a:pt x="760403" y="86832"/>
                </a:lnTo>
                <a:lnTo>
                  <a:pt x="760274" y="86574"/>
                </a:lnTo>
                <a:lnTo>
                  <a:pt x="760150" y="86304"/>
                </a:lnTo>
                <a:lnTo>
                  <a:pt x="760032" y="86023"/>
                </a:lnTo>
                <a:lnTo>
                  <a:pt x="759920" y="85732"/>
                </a:lnTo>
                <a:lnTo>
                  <a:pt x="759814" y="85429"/>
                </a:lnTo>
                <a:lnTo>
                  <a:pt x="759713" y="85116"/>
                </a:lnTo>
                <a:lnTo>
                  <a:pt x="759618" y="84792"/>
                </a:lnTo>
                <a:lnTo>
                  <a:pt x="759529" y="84457"/>
                </a:lnTo>
                <a:lnTo>
                  <a:pt x="759446" y="84111"/>
                </a:lnTo>
                <a:lnTo>
                  <a:pt x="759368" y="83754"/>
                </a:lnTo>
                <a:lnTo>
                  <a:pt x="759297" y="83386"/>
                </a:lnTo>
                <a:lnTo>
                  <a:pt x="759231" y="83007"/>
                </a:lnTo>
                <a:lnTo>
                  <a:pt x="759170" y="82617"/>
                </a:lnTo>
                <a:lnTo>
                  <a:pt x="759116" y="82217"/>
                </a:lnTo>
                <a:lnTo>
                  <a:pt x="759067" y="81805"/>
                </a:lnTo>
                <a:lnTo>
                  <a:pt x="759024" y="81382"/>
                </a:lnTo>
                <a:lnTo>
                  <a:pt x="758986" y="80949"/>
                </a:lnTo>
                <a:lnTo>
                  <a:pt x="758955" y="80505"/>
                </a:lnTo>
                <a:lnTo>
                  <a:pt x="758929" y="80049"/>
                </a:lnTo>
                <a:lnTo>
                  <a:pt x="758909" y="79583"/>
                </a:lnTo>
                <a:lnTo>
                  <a:pt x="758894" y="79106"/>
                </a:lnTo>
                <a:lnTo>
                  <a:pt x="758886" y="78618"/>
                </a:lnTo>
                <a:lnTo>
                  <a:pt x="758883" y="78119"/>
                </a:lnTo>
                <a:lnTo>
                  <a:pt x="758883" y="45418"/>
                </a:lnTo>
                <a:lnTo>
                  <a:pt x="775279" y="45418"/>
                </a:lnTo>
                <a:lnTo>
                  <a:pt x="775279" y="29714"/>
                </a:lnTo>
                <a:lnTo>
                  <a:pt x="758883" y="29714"/>
                </a:lnTo>
                <a:lnTo>
                  <a:pt x="758883" y="12009"/>
                </a:lnTo>
                <a:lnTo>
                  <a:pt x="738483" y="12009"/>
                </a:lnTo>
                <a:lnTo>
                  <a:pt x="738483" y="29714"/>
                </a:lnTo>
                <a:lnTo>
                  <a:pt x="726013" y="29714"/>
                </a:lnTo>
                <a:lnTo>
                  <a:pt x="726013" y="45418"/>
                </a:lnTo>
                <a:lnTo>
                  <a:pt x="738483" y="45418"/>
                </a:lnTo>
                <a:lnTo>
                  <a:pt x="738483" y="79190"/>
                </a:lnTo>
                <a:lnTo>
                  <a:pt x="738488" y="79965"/>
                </a:lnTo>
                <a:lnTo>
                  <a:pt x="738500" y="80729"/>
                </a:lnTo>
                <a:lnTo>
                  <a:pt x="738522" y="81480"/>
                </a:lnTo>
                <a:lnTo>
                  <a:pt x="738552" y="82218"/>
                </a:lnTo>
                <a:lnTo>
                  <a:pt x="738590" y="82944"/>
                </a:lnTo>
                <a:lnTo>
                  <a:pt x="738637" y="83658"/>
                </a:lnTo>
                <a:lnTo>
                  <a:pt x="738693" y="84360"/>
                </a:lnTo>
                <a:lnTo>
                  <a:pt x="738757" y="85049"/>
                </a:lnTo>
                <a:lnTo>
                  <a:pt x="738830" y="85726"/>
                </a:lnTo>
                <a:lnTo>
                  <a:pt x="738911" y="86390"/>
                </a:lnTo>
                <a:lnTo>
                  <a:pt x="739001" y="87042"/>
                </a:lnTo>
                <a:lnTo>
                  <a:pt x="739099" y="87682"/>
                </a:lnTo>
                <a:lnTo>
                  <a:pt x="739206" y="88310"/>
                </a:lnTo>
                <a:lnTo>
                  <a:pt x="739322" y="88925"/>
                </a:lnTo>
                <a:lnTo>
                  <a:pt x="739446" y="89527"/>
                </a:lnTo>
                <a:lnTo>
                  <a:pt x="739578" y="90118"/>
                </a:lnTo>
                <a:lnTo>
                  <a:pt x="739719" y="90696"/>
                </a:lnTo>
                <a:lnTo>
                  <a:pt x="739869" y="91261"/>
                </a:lnTo>
                <a:lnTo>
                  <a:pt x="740027" y="91814"/>
                </a:lnTo>
                <a:lnTo>
                  <a:pt x="740194" y="92355"/>
                </a:lnTo>
                <a:lnTo>
                  <a:pt x="740369" y="92884"/>
                </a:lnTo>
                <a:lnTo>
                  <a:pt x="740553" y="93400"/>
                </a:lnTo>
                <a:lnTo>
                  <a:pt x="740746" y="93904"/>
                </a:lnTo>
                <a:lnTo>
                  <a:pt x="740947" y="94396"/>
                </a:lnTo>
                <a:lnTo>
                  <a:pt x="741159" y="94876"/>
                </a:lnTo>
                <a:lnTo>
                  <a:pt x="741384" y="95345"/>
                </a:lnTo>
                <a:lnTo>
                  <a:pt x="741622" y="95804"/>
                </a:lnTo>
                <a:lnTo>
                  <a:pt x="741874" y="96252"/>
                </a:lnTo>
                <a:lnTo>
                  <a:pt x="742138" y="96690"/>
                </a:lnTo>
                <a:lnTo>
                  <a:pt x="742417" y="97117"/>
                </a:lnTo>
                <a:lnTo>
                  <a:pt x="742708" y="97534"/>
                </a:lnTo>
                <a:lnTo>
                  <a:pt x="743012" y="97940"/>
                </a:lnTo>
                <a:lnTo>
                  <a:pt x="743330" y="98335"/>
                </a:lnTo>
                <a:lnTo>
                  <a:pt x="743661" y="98720"/>
                </a:lnTo>
                <a:lnTo>
                  <a:pt x="744005" y="99094"/>
                </a:lnTo>
                <a:lnTo>
                  <a:pt x="744363" y="99458"/>
                </a:lnTo>
                <a:lnTo>
                  <a:pt x="744733" y="99811"/>
                </a:lnTo>
                <a:lnTo>
                  <a:pt x="745117" y="100153"/>
                </a:lnTo>
                <a:lnTo>
                  <a:pt x="745514" y="100485"/>
                </a:lnTo>
                <a:lnTo>
                  <a:pt x="745925" y="100806"/>
                </a:lnTo>
                <a:lnTo>
                  <a:pt x="746348" y="101117"/>
                </a:lnTo>
                <a:lnTo>
                  <a:pt x="746785" y="101417"/>
                </a:lnTo>
                <a:lnTo>
                  <a:pt x="747235" y="101707"/>
                </a:lnTo>
                <a:lnTo>
                  <a:pt x="747698" y="101986"/>
                </a:lnTo>
                <a:lnTo>
                  <a:pt x="748175" y="102254"/>
                </a:lnTo>
                <a:lnTo>
                  <a:pt x="748665" y="102512"/>
                </a:lnTo>
                <a:lnTo>
                  <a:pt x="749168" y="102759"/>
                </a:lnTo>
                <a:lnTo>
                  <a:pt x="749684" y="102996"/>
                </a:lnTo>
                <a:lnTo>
                  <a:pt x="750216" y="103222"/>
                </a:lnTo>
                <a:lnTo>
                  <a:pt x="750765" y="103439"/>
                </a:lnTo>
                <a:lnTo>
                  <a:pt x="751332" y="103646"/>
                </a:lnTo>
                <a:lnTo>
                  <a:pt x="751917" y="103843"/>
                </a:lnTo>
                <a:lnTo>
                  <a:pt x="752520" y="104031"/>
                </a:lnTo>
                <a:lnTo>
                  <a:pt x="753141" y="104209"/>
                </a:lnTo>
                <a:lnTo>
                  <a:pt x="753779" y="104378"/>
                </a:lnTo>
                <a:lnTo>
                  <a:pt x="754435" y="104536"/>
                </a:lnTo>
                <a:lnTo>
                  <a:pt x="755109" y="104686"/>
                </a:lnTo>
                <a:lnTo>
                  <a:pt x="755801" y="104825"/>
                </a:lnTo>
                <a:lnTo>
                  <a:pt x="756510" y="104955"/>
                </a:lnTo>
                <a:lnTo>
                  <a:pt x="757237" y="105076"/>
                </a:lnTo>
                <a:lnTo>
                  <a:pt x="757982" y="105187"/>
                </a:lnTo>
                <a:lnTo>
                  <a:pt x="758745" y="105288"/>
                </a:lnTo>
                <a:lnTo>
                  <a:pt x="759526" y="105379"/>
                </a:lnTo>
                <a:lnTo>
                  <a:pt x="760324" y="105461"/>
                </a:lnTo>
                <a:lnTo>
                  <a:pt x="761140" y="105533"/>
                </a:lnTo>
                <a:lnTo>
                  <a:pt x="761974" y="105596"/>
                </a:lnTo>
                <a:lnTo>
                  <a:pt x="762826" y="105649"/>
                </a:lnTo>
                <a:lnTo>
                  <a:pt x="763695" y="105692"/>
                </a:lnTo>
                <a:lnTo>
                  <a:pt x="764582" y="105726"/>
                </a:lnTo>
                <a:lnTo>
                  <a:pt x="765487" y="105750"/>
                </a:lnTo>
                <a:lnTo>
                  <a:pt x="766410" y="105764"/>
                </a:lnTo>
                <a:lnTo>
                  <a:pt x="767351" y="105769"/>
                </a:lnTo>
                <a:lnTo>
                  <a:pt x="775279" y="105769"/>
                </a:lnTo>
                <a:lnTo>
                  <a:pt x="775279" y="89989"/>
                </a:lnTo>
                <a:lnTo>
                  <a:pt x="768043" y="89989"/>
                </a:lnTo>
                <a:lnTo>
                  <a:pt x="767563" y="89983"/>
                </a:lnTo>
                <a:lnTo>
                  <a:pt x="767097" y="89968"/>
                </a:lnTo>
                <a:lnTo>
                  <a:pt x="766646" y="89943"/>
                </a:lnTo>
                <a:close/>
                <a:moveTo>
                  <a:pt x="273011" y="105769"/>
                </a:moveTo>
                <a:lnTo>
                  <a:pt x="273011" y="29714"/>
                </a:lnTo>
                <a:lnTo>
                  <a:pt x="252611" y="29714"/>
                </a:lnTo>
                <a:lnTo>
                  <a:pt x="252611" y="105769"/>
                </a:lnTo>
                <a:lnTo>
                  <a:pt x="273011" y="105769"/>
                </a:lnTo>
                <a:close/>
                <a:moveTo>
                  <a:pt x="812121" y="105769"/>
                </a:moveTo>
                <a:lnTo>
                  <a:pt x="812121" y="29714"/>
                </a:lnTo>
                <a:lnTo>
                  <a:pt x="791722" y="29714"/>
                </a:lnTo>
                <a:lnTo>
                  <a:pt x="791722" y="105769"/>
                </a:lnTo>
                <a:lnTo>
                  <a:pt x="812121" y="105769"/>
                </a:lnTo>
                <a:close/>
                <a:moveTo>
                  <a:pt x="119175" y="106955"/>
                </a:moveTo>
                <a:lnTo>
                  <a:pt x="120081" y="106868"/>
                </a:lnTo>
                <a:lnTo>
                  <a:pt x="120976" y="106764"/>
                </a:lnTo>
                <a:lnTo>
                  <a:pt x="121861" y="106644"/>
                </a:lnTo>
                <a:lnTo>
                  <a:pt x="122736" y="106509"/>
                </a:lnTo>
                <a:lnTo>
                  <a:pt x="123600" y="106357"/>
                </a:lnTo>
                <a:lnTo>
                  <a:pt x="124455" y="106190"/>
                </a:lnTo>
                <a:lnTo>
                  <a:pt x="125299" y="106006"/>
                </a:lnTo>
                <a:lnTo>
                  <a:pt x="126132" y="105807"/>
                </a:lnTo>
                <a:lnTo>
                  <a:pt x="126955" y="105591"/>
                </a:lnTo>
                <a:lnTo>
                  <a:pt x="127768" y="105360"/>
                </a:lnTo>
                <a:lnTo>
                  <a:pt x="128571" y="105113"/>
                </a:lnTo>
                <a:lnTo>
                  <a:pt x="129364" y="104850"/>
                </a:lnTo>
                <a:lnTo>
                  <a:pt x="130146" y="104570"/>
                </a:lnTo>
                <a:lnTo>
                  <a:pt x="130918" y="104275"/>
                </a:lnTo>
                <a:lnTo>
                  <a:pt x="131679" y="103964"/>
                </a:lnTo>
                <a:lnTo>
                  <a:pt x="132431" y="103637"/>
                </a:lnTo>
                <a:lnTo>
                  <a:pt x="133172" y="103294"/>
                </a:lnTo>
                <a:lnTo>
                  <a:pt x="133902" y="102935"/>
                </a:lnTo>
                <a:lnTo>
                  <a:pt x="134623" y="102560"/>
                </a:lnTo>
                <a:lnTo>
                  <a:pt x="135331" y="102170"/>
                </a:lnTo>
                <a:lnTo>
                  <a:pt x="136027" y="101765"/>
                </a:lnTo>
                <a:lnTo>
                  <a:pt x="136709" y="101346"/>
                </a:lnTo>
                <a:lnTo>
                  <a:pt x="137378" y="100913"/>
                </a:lnTo>
                <a:lnTo>
                  <a:pt x="138034" y="100466"/>
                </a:lnTo>
                <a:lnTo>
                  <a:pt x="138676" y="100004"/>
                </a:lnTo>
                <a:lnTo>
                  <a:pt x="139305" y="99528"/>
                </a:lnTo>
                <a:lnTo>
                  <a:pt x="139921" y="99037"/>
                </a:lnTo>
                <a:lnTo>
                  <a:pt x="140524" y="98532"/>
                </a:lnTo>
                <a:lnTo>
                  <a:pt x="141114" y="98013"/>
                </a:lnTo>
                <a:lnTo>
                  <a:pt x="141690" y="97479"/>
                </a:lnTo>
                <a:lnTo>
                  <a:pt x="142253" y="96932"/>
                </a:lnTo>
                <a:lnTo>
                  <a:pt x="142803" y="96370"/>
                </a:lnTo>
                <a:lnTo>
                  <a:pt x="143340" y="95793"/>
                </a:lnTo>
                <a:lnTo>
                  <a:pt x="143863" y="95202"/>
                </a:lnTo>
                <a:lnTo>
                  <a:pt x="144373" y="94597"/>
                </a:lnTo>
                <a:lnTo>
                  <a:pt x="144870" y="93978"/>
                </a:lnTo>
                <a:lnTo>
                  <a:pt x="145354" y="93344"/>
                </a:lnTo>
                <a:lnTo>
                  <a:pt x="145824" y="92696"/>
                </a:lnTo>
                <a:lnTo>
                  <a:pt x="146282" y="92033"/>
                </a:lnTo>
                <a:lnTo>
                  <a:pt x="146726" y="91357"/>
                </a:lnTo>
                <a:lnTo>
                  <a:pt x="147157" y="90666"/>
                </a:lnTo>
                <a:lnTo>
                  <a:pt x="147574" y="89960"/>
                </a:lnTo>
                <a:lnTo>
                  <a:pt x="147978" y="89240"/>
                </a:lnTo>
                <a:lnTo>
                  <a:pt x="148368" y="88507"/>
                </a:lnTo>
                <a:lnTo>
                  <a:pt x="148741" y="87761"/>
                </a:lnTo>
                <a:lnTo>
                  <a:pt x="149097" y="87002"/>
                </a:lnTo>
                <a:lnTo>
                  <a:pt x="149437" y="86230"/>
                </a:lnTo>
                <a:lnTo>
                  <a:pt x="149760" y="85446"/>
                </a:lnTo>
                <a:lnTo>
                  <a:pt x="150067" y="84649"/>
                </a:lnTo>
                <a:lnTo>
                  <a:pt x="150357" y="83839"/>
                </a:lnTo>
                <a:lnTo>
                  <a:pt x="150630" y="83017"/>
                </a:lnTo>
                <a:lnTo>
                  <a:pt x="150887" y="82182"/>
                </a:lnTo>
                <a:lnTo>
                  <a:pt x="151127" y="81334"/>
                </a:lnTo>
                <a:lnTo>
                  <a:pt x="151351" y="80473"/>
                </a:lnTo>
                <a:lnTo>
                  <a:pt x="151558" y="79600"/>
                </a:lnTo>
                <a:lnTo>
                  <a:pt x="151749" y="78714"/>
                </a:lnTo>
                <a:lnTo>
                  <a:pt x="151923" y="77815"/>
                </a:lnTo>
                <a:lnTo>
                  <a:pt x="152080" y="76904"/>
                </a:lnTo>
                <a:lnTo>
                  <a:pt x="152221" y="75980"/>
                </a:lnTo>
                <a:lnTo>
                  <a:pt x="152345" y="75043"/>
                </a:lnTo>
                <a:lnTo>
                  <a:pt x="152453" y="74093"/>
                </a:lnTo>
                <a:lnTo>
                  <a:pt x="152544" y="73131"/>
                </a:lnTo>
                <a:lnTo>
                  <a:pt x="152619" y="72156"/>
                </a:lnTo>
                <a:lnTo>
                  <a:pt x="152677" y="71168"/>
                </a:lnTo>
                <a:lnTo>
                  <a:pt x="152718" y="70168"/>
                </a:lnTo>
                <a:lnTo>
                  <a:pt x="152743" y="69155"/>
                </a:lnTo>
                <a:lnTo>
                  <a:pt x="152751" y="68129"/>
                </a:lnTo>
                <a:lnTo>
                  <a:pt x="152743" y="67084"/>
                </a:lnTo>
                <a:lnTo>
                  <a:pt x="152718" y="66052"/>
                </a:lnTo>
                <a:lnTo>
                  <a:pt x="152677" y="65034"/>
                </a:lnTo>
                <a:lnTo>
                  <a:pt x="152619" y="64028"/>
                </a:lnTo>
                <a:lnTo>
                  <a:pt x="152544" y="63036"/>
                </a:lnTo>
                <a:lnTo>
                  <a:pt x="152453" y="62056"/>
                </a:lnTo>
                <a:lnTo>
                  <a:pt x="152345" y="61090"/>
                </a:lnTo>
                <a:lnTo>
                  <a:pt x="152221" y="60137"/>
                </a:lnTo>
                <a:lnTo>
                  <a:pt x="152080" y="59197"/>
                </a:lnTo>
                <a:lnTo>
                  <a:pt x="151923" y="58270"/>
                </a:lnTo>
                <a:lnTo>
                  <a:pt x="151749" y="57356"/>
                </a:lnTo>
                <a:lnTo>
                  <a:pt x="151558" y="56456"/>
                </a:lnTo>
                <a:lnTo>
                  <a:pt x="151351" y="55568"/>
                </a:lnTo>
                <a:lnTo>
                  <a:pt x="151127" y="54694"/>
                </a:lnTo>
                <a:lnTo>
                  <a:pt x="150887" y="53832"/>
                </a:lnTo>
                <a:lnTo>
                  <a:pt x="150630" y="52984"/>
                </a:lnTo>
                <a:lnTo>
                  <a:pt x="150357" y="52149"/>
                </a:lnTo>
                <a:lnTo>
                  <a:pt x="150067" y="51327"/>
                </a:lnTo>
                <a:lnTo>
                  <a:pt x="149760" y="50518"/>
                </a:lnTo>
                <a:lnTo>
                  <a:pt x="149437" y="49723"/>
                </a:lnTo>
                <a:lnTo>
                  <a:pt x="149097" y="48940"/>
                </a:lnTo>
                <a:lnTo>
                  <a:pt x="148741" y="48171"/>
                </a:lnTo>
                <a:lnTo>
                  <a:pt x="148368" y="47414"/>
                </a:lnTo>
                <a:lnTo>
                  <a:pt x="147978" y="46671"/>
                </a:lnTo>
                <a:lnTo>
                  <a:pt x="147574" y="45941"/>
                </a:lnTo>
                <a:lnTo>
                  <a:pt x="147157" y="45226"/>
                </a:lnTo>
                <a:lnTo>
                  <a:pt x="146726" y="44526"/>
                </a:lnTo>
                <a:lnTo>
                  <a:pt x="146282" y="43840"/>
                </a:lnTo>
                <a:lnTo>
                  <a:pt x="145824" y="43169"/>
                </a:lnTo>
                <a:lnTo>
                  <a:pt x="145354" y="42513"/>
                </a:lnTo>
                <a:lnTo>
                  <a:pt x="144870" y="41871"/>
                </a:lnTo>
                <a:lnTo>
                  <a:pt x="144373" y="41243"/>
                </a:lnTo>
                <a:lnTo>
                  <a:pt x="143863" y="40631"/>
                </a:lnTo>
                <a:lnTo>
                  <a:pt x="143340" y="40033"/>
                </a:lnTo>
                <a:lnTo>
                  <a:pt x="142803" y="39449"/>
                </a:lnTo>
                <a:lnTo>
                  <a:pt x="142253" y="38880"/>
                </a:lnTo>
                <a:lnTo>
                  <a:pt x="141690" y="38326"/>
                </a:lnTo>
                <a:lnTo>
                  <a:pt x="141114" y="37787"/>
                </a:lnTo>
                <a:lnTo>
                  <a:pt x="140524" y="37262"/>
                </a:lnTo>
                <a:lnTo>
                  <a:pt x="139921" y="36751"/>
                </a:lnTo>
                <a:lnTo>
                  <a:pt x="139305" y="36256"/>
                </a:lnTo>
                <a:lnTo>
                  <a:pt x="138676" y="35775"/>
                </a:lnTo>
                <a:lnTo>
                  <a:pt x="138034" y="35308"/>
                </a:lnTo>
                <a:lnTo>
                  <a:pt x="137378" y="34856"/>
                </a:lnTo>
                <a:lnTo>
                  <a:pt x="136709" y="34419"/>
                </a:lnTo>
                <a:lnTo>
                  <a:pt x="136027" y="33996"/>
                </a:lnTo>
                <a:lnTo>
                  <a:pt x="135331" y="33588"/>
                </a:lnTo>
                <a:lnTo>
                  <a:pt x="134623" y="33195"/>
                </a:lnTo>
                <a:lnTo>
                  <a:pt x="133902" y="32817"/>
                </a:lnTo>
                <a:lnTo>
                  <a:pt x="133172" y="32454"/>
                </a:lnTo>
                <a:lnTo>
                  <a:pt x="132431" y="32108"/>
                </a:lnTo>
                <a:lnTo>
                  <a:pt x="131679" y="31778"/>
                </a:lnTo>
                <a:lnTo>
                  <a:pt x="130918" y="31465"/>
                </a:lnTo>
                <a:lnTo>
                  <a:pt x="130146" y="31167"/>
                </a:lnTo>
                <a:lnTo>
                  <a:pt x="129364" y="30885"/>
                </a:lnTo>
                <a:lnTo>
                  <a:pt x="128571" y="30619"/>
                </a:lnTo>
                <a:lnTo>
                  <a:pt x="127768" y="30370"/>
                </a:lnTo>
                <a:lnTo>
                  <a:pt x="126955" y="30137"/>
                </a:lnTo>
                <a:lnTo>
                  <a:pt x="126132" y="29919"/>
                </a:lnTo>
                <a:lnTo>
                  <a:pt x="125299" y="29718"/>
                </a:lnTo>
                <a:lnTo>
                  <a:pt x="124455" y="29533"/>
                </a:lnTo>
                <a:lnTo>
                  <a:pt x="123600" y="29364"/>
                </a:lnTo>
                <a:lnTo>
                  <a:pt x="122736" y="29211"/>
                </a:lnTo>
                <a:lnTo>
                  <a:pt x="121861" y="29074"/>
                </a:lnTo>
                <a:lnTo>
                  <a:pt x="120976" y="28954"/>
                </a:lnTo>
                <a:lnTo>
                  <a:pt x="120081" y="28849"/>
                </a:lnTo>
                <a:lnTo>
                  <a:pt x="119175" y="28760"/>
                </a:lnTo>
                <a:lnTo>
                  <a:pt x="118259" y="28688"/>
                </a:lnTo>
                <a:lnTo>
                  <a:pt x="117333" y="28632"/>
                </a:lnTo>
                <a:lnTo>
                  <a:pt x="116396" y="28591"/>
                </a:lnTo>
                <a:lnTo>
                  <a:pt x="115450" y="28567"/>
                </a:lnTo>
                <a:lnTo>
                  <a:pt x="114493" y="28559"/>
                </a:lnTo>
                <a:lnTo>
                  <a:pt x="113548" y="28567"/>
                </a:lnTo>
                <a:lnTo>
                  <a:pt x="112613" y="28591"/>
                </a:lnTo>
                <a:lnTo>
                  <a:pt x="111688" y="28632"/>
                </a:lnTo>
                <a:lnTo>
                  <a:pt x="110773" y="28688"/>
                </a:lnTo>
                <a:lnTo>
                  <a:pt x="109868" y="28760"/>
                </a:lnTo>
                <a:lnTo>
                  <a:pt x="108972" y="28849"/>
                </a:lnTo>
                <a:lnTo>
                  <a:pt x="108086" y="28954"/>
                </a:lnTo>
                <a:lnTo>
                  <a:pt x="107210" y="29074"/>
                </a:lnTo>
                <a:lnTo>
                  <a:pt x="106343" y="29211"/>
                </a:lnTo>
                <a:lnTo>
                  <a:pt x="105486" y="29364"/>
                </a:lnTo>
                <a:lnTo>
                  <a:pt x="104639" y="29533"/>
                </a:lnTo>
                <a:lnTo>
                  <a:pt x="103802" y="29718"/>
                </a:lnTo>
                <a:lnTo>
                  <a:pt x="102975" y="29919"/>
                </a:lnTo>
                <a:lnTo>
                  <a:pt x="102157" y="30137"/>
                </a:lnTo>
                <a:lnTo>
                  <a:pt x="101349" y="30370"/>
                </a:lnTo>
                <a:lnTo>
                  <a:pt x="100551" y="30619"/>
                </a:lnTo>
                <a:lnTo>
                  <a:pt x="99762" y="30885"/>
                </a:lnTo>
                <a:lnTo>
                  <a:pt x="98984" y="31167"/>
                </a:lnTo>
                <a:lnTo>
                  <a:pt x="98215" y="31465"/>
                </a:lnTo>
                <a:lnTo>
                  <a:pt x="97456" y="31778"/>
                </a:lnTo>
                <a:lnTo>
                  <a:pt x="96706" y="32108"/>
                </a:lnTo>
                <a:lnTo>
                  <a:pt x="95967" y="32454"/>
                </a:lnTo>
                <a:lnTo>
                  <a:pt x="95237" y="32817"/>
                </a:lnTo>
                <a:lnTo>
                  <a:pt x="94517" y="33195"/>
                </a:lnTo>
                <a:lnTo>
                  <a:pt x="93808" y="33588"/>
                </a:lnTo>
                <a:lnTo>
                  <a:pt x="93113" y="33996"/>
                </a:lnTo>
                <a:lnTo>
                  <a:pt x="92431" y="34419"/>
                </a:lnTo>
                <a:lnTo>
                  <a:pt x="91763" y="34856"/>
                </a:lnTo>
                <a:lnTo>
                  <a:pt x="91109" y="35308"/>
                </a:lnTo>
                <a:lnTo>
                  <a:pt x="90468" y="35775"/>
                </a:lnTo>
                <a:lnTo>
                  <a:pt x="89840" y="36256"/>
                </a:lnTo>
                <a:lnTo>
                  <a:pt x="89226" y="36751"/>
                </a:lnTo>
                <a:lnTo>
                  <a:pt x="88626" y="37262"/>
                </a:lnTo>
                <a:lnTo>
                  <a:pt x="88039" y="37787"/>
                </a:lnTo>
                <a:lnTo>
                  <a:pt x="87465" y="38326"/>
                </a:lnTo>
                <a:lnTo>
                  <a:pt x="86905" y="38880"/>
                </a:lnTo>
                <a:lnTo>
                  <a:pt x="86359" y="39449"/>
                </a:lnTo>
                <a:lnTo>
                  <a:pt x="85826" y="40033"/>
                </a:lnTo>
                <a:lnTo>
                  <a:pt x="85306" y="40631"/>
                </a:lnTo>
                <a:lnTo>
                  <a:pt x="84800" y="41243"/>
                </a:lnTo>
                <a:lnTo>
                  <a:pt x="84308" y="41871"/>
                </a:lnTo>
                <a:lnTo>
                  <a:pt x="83828" y="42513"/>
                </a:lnTo>
                <a:lnTo>
                  <a:pt x="83363" y="43169"/>
                </a:lnTo>
                <a:lnTo>
                  <a:pt x="82911" y="43840"/>
                </a:lnTo>
                <a:lnTo>
                  <a:pt x="82472" y="44526"/>
                </a:lnTo>
                <a:lnTo>
                  <a:pt x="82047" y="45226"/>
                </a:lnTo>
                <a:lnTo>
                  <a:pt x="81636" y="45941"/>
                </a:lnTo>
                <a:lnTo>
                  <a:pt x="81238" y="46671"/>
                </a:lnTo>
                <a:lnTo>
                  <a:pt x="80854" y="47414"/>
                </a:lnTo>
                <a:lnTo>
                  <a:pt x="80488" y="48171"/>
                </a:lnTo>
                <a:lnTo>
                  <a:pt x="80137" y="48940"/>
                </a:lnTo>
                <a:lnTo>
                  <a:pt x="79803" y="49723"/>
                </a:lnTo>
                <a:lnTo>
                  <a:pt x="79485" y="50518"/>
                </a:lnTo>
                <a:lnTo>
                  <a:pt x="79183" y="51327"/>
                </a:lnTo>
                <a:lnTo>
                  <a:pt x="78898" y="52149"/>
                </a:lnTo>
                <a:lnTo>
                  <a:pt x="78629" y="52984"/>
                </a:lnTo>
                <a:lnTo>
                  <a:pt x="78376" y="53832"/>
                </a:lnTo>
                <a:lnTo>
                  <a:pt x="78140" y="54694"/>
                </a:lnTo>
                <a:lnTo>
                  <a:pt x="77920" y="55568"/>
                </a:lnTo>
                <a:lnTo>
                  <a:pt x="77716" y="56456"/>
                </a:lnTo>
                <a:lnTo>
                  <a:pt x="77528" y="57356"/>
                </a:lnTo>
                <a:lnTo>
                  <a:pt x="77357" y="58270"/>
                </a:lnTo>
                <a:lnTo>
                  <a:pt x="77202" y="59197"/>
                </a:lnTo>
                <a:lnTo>
                  <a:pt x="77064" y="60137"/>
                </a:lnTo>
                <a:lnTo>
                  <a:pt x="76941" y="61090"/>
                </a:lnTo>
                <a:lnTo>
                  <a:pt x="76835" y="62056"/>
                </a:lnTo>
                <a:lnTo>
                  <a:pt x="76746" y="63036"/>
                </a:lnTo>
                <a:lnTo>
                  <a:pt x="76672" y="64028"/>
                </a:lnTo>
                <a:lnTo>
                  <a:pt x="76615" y="65034"/>
                </a:lnTo>
                <a:lnTo>
                  <a:pt x="76575" y="66052"/>
                </a:lnTo>
                <a:lnTo>
                  <a:pt x="76550" y="67084"/>
                </a:lnTo>
                <a:lnTo>
                  <a:pt x="76542" y="68129"/>
                </a:lnTo>
                <a:lnTo>
                  <a:pt x="76550" y="69155"/>
                </a:lnTo>
                <a:lnTo>
                  <a:pt x="76575" y="70168"/>
                </a:lnTo>
                <a:lnTo>
                  <a:pt x="76615" y="71168"/>
                </a:lnTo>
                <a:lnTo>
                  <a:pt x="76672" y="72156"/>
                </a:lnTo>
                <a:lnTo>
                  <a:pt x="76746" y="73131"/>
                </a:lnTo>
                <a:lnTo>
                  <a:pt x="76835" y="74093"/>
                </a:lnTo>
                <a:lnTo>
                  <a:pt x="76941" y="75043"/>
                </a:lnTo>
                <a:lnTo>
                  <a:pt x="77064" y="75980"/>
                </a:lnTo>
                <a:lnTo>
                  <a:pt x="77202" y="76904"/>
                </a:lnTo>
                <a:lnTo>
                  <a:pt x="77357" y="77815"/>
                </a:lnTo>
                <a:lnTo>
                  <a:pt x="77528" y="78714"/>
                </a:lnTo>
                <a:lnTo>
                  <a:pt x="77716" y="79600"/>
                </a:lnTo>
                <a:lnTo>
                  <a:pt x="77920" y="80473"/>
                </a:lnTo>
                <a:lnTo>
                  <a:pt x="78140" y="81334"/>
                </a:lnTo>
                <a:lnTo>
                  <a:pt x="78376" y="82182"/>
                </a:lnTo>
                <a:lnTo>
                  <a:pt x="78629" y="83017"/>
                </a:lnTo>
                <a:lnTo>
                  <a:pt x="78898" y="83839"/>
                </a:lnTo>
                <a:lnTo>
                  <a:pt x="79183" y="84649"/>
                </a:lnTo>
                <a:lnTo>
                  <a:pt x="79485" y="85446"/>
                </a:lnTo>
                <a:lnTo>
                  <a:pt x="79803" y="86230"/>
                </a:lnTo>
                <a:lnTo>
                  <a:pt x="80137" y="87002"/>
                </a:lnTo>
                <a:lnTo>
                  <a:pt x="80488" y="87761"/>
                </a:lnTo>
                <a:lnTo>
                  <a:pt x="80854" y="88507"/>
                </a:lnTo>
                <a:lnTo>
                  <a:pt x="81238" y="89240"/>
                </a:lnTo>
                <a:lnTo>
                  <a:pt x="81636" y="89960"/>
                </a:lnTo>
                <a:lnTo>
                  <a:pt x="82047" y="90666"/>
                </a:lnTo>
                <a:lnTo>
                  <a:pt x="82472" y="91357"/>
                </a:lnTo>
                <a:lnTo>
                  <a:pt x="82911" y="92033"/>
                </a:lnTo>
                <a:lnTo>
                  <a:pt x="83363" y="92696"/>
                </a:lnTo>
                <a:lnTo>
                  <a:pt x="83828" y="93344"/>
                </a:lnTo>
                <a:lnTo>
                  <a:pt x="84308" y="93978"/>
                </a:lnTo>
                <a:lnTo>
                  <a:pt x="84800" y="94597"/>
                </a:lnTo>
                <a:lnTo>
                  <a:pt x="85306" y="95202"/>
                </a:lnTo>
                <a:lnTo>
                  <a:pt x="85826" y="95793"/>
                </a:lnTo>
                <a:lnTo>
                  <a:pt x="86359" y="96370"/>
                </a:lnTo>
                <a:lnTo>
                  <a:pt x="86905" y="96932"/>
                </a:lnTo>
                <a:lnTo>
                  <a:pt x="87465" y="97479"/>
                </a:lnTo>
                <a:lnTo>
                  <a:pt x="88039" y="98013"/>
                </a:lnTo>
                <a:lnTo>
                  <a:pt x="88626" y="98532"/>
                </a:lnTo>
                <a:lnTo>
                  <a:pt x="89226" y="99037"/>
                </a:lnTo>
                <a:lnTo>
                  <a:pt x="89840" y="99528"/>
                </a:lnTo>
                <a:lnTo>
                  <a:pt x="90468" y="100004"/>
                </a:lnTo>
                <a:lnTo>
                  <a:pt x="91109" y="100466"/>
                </a:lnTo>
                <a:lnTo>
                  <a:pt x="91763" y="100913"/>
                </a:lnTo>
                <a:lnTo>
                  <a:pt x="92431" y="101346"/>
                </a:lnTo>
                <a:lnTo>
                  <a:pt x="93113" y="101765"/>
                </a:lnTo>
                <a:lnTo>
                  <a:pt x="93808" y="102170"/>
                </a:lnTo>
                <a:lnTo>
                  <a:pt x="94517" y="102560"/>
                </a:lnTo>
                <a:lnTo>
                  <a:pt x="95237" y="102935"/>
                </a:lnTo>
                <a:lnTo>
                  <a:pt x="95967" y="103294"/>
                </a:lnTo>
                <a:lnTo>
                  <a:pt x="96706" y="103637"/>
                </a:lnTo>
                <a:lnTo>
                  <a:pt x="97456" y="103964"/>
                </a:lnTo>
                <a:lnTo>
                  <a:pt x="98215" y="104275"/>
                </a:lnTo>
                <a:lnTo>
                  <a:pt x="98984" y="104570"/>
                </a:lnTo>
                <a:lnTo>
                  <a:pt x="99762" y="104850"/>
                </a:lnTo>
                <a:lnTo>
                  <a:pt x="100551" y="105113"/>
                </a:lnTo>
                <a:lnTo>
                  <a:pt x="101349" y="105360"/>
                </a:lnTo>
                <a:lnTo>
                  <a:pt x="102157" y="105591"/>
                </a:lnTo>
                <a:lnTo>
                  <a:pt x="102975" y="105807"/>
                </a:lnTo>
                <a:lnTo>
                  <a:pt x="103802" y="106006"/>
                </a:lnTo>
                <a:lnTo>
                  <a:pt x="104639" y="106190"/>
                </a:lnTo>
                <a:lnTo>
                  <a:pt x="105486" y="106357"/>
                </a:lnTo>
                <a:lnTo>
                  <a:pt x="106343" y="106509"/>
                </a:lnTo>
                <a:lnTo>
                  <a:pt x="107210" y="106644"/>
                </a:lnTo>
                <a:lnTo>
                  <a:pt x="108086" y="106764"/>
                </a:lnTo>
                <a:lnTo>
                  <a:pt x="108972" y="106868"/>
                </a:lnTo>
                <a:lnTo>
                  <a:pt x="109868" y="106955"/>
                </a:lnTo>
                <a:lnTo>
                  <a:pt x="110773" y="107027"/>
                </a:lnTo>
                <a:lnTo>
                  <a:pt x="111688" y="107083"/>
                </a:lnTo>
                <a:lnTo>
                  <a:pt x="112613" y="107123"/>
                </a:lnTo>
                <a:lnTo>
                  <a:pt x="113548" y="107147"/>
                </a:lnTo>
                <a:lnTo>
                  <a:pt x="114493" y="107155"/>
                </a:lnTo>
                <a:lnTo>
                  <a:pt x="115450" y="107147"/>
                </a:lnTo>
                <a:lnTo>
                  <a:pt x="116396" y="107123"/>
                </a:lnTo>
                <a:lnTo>
                  <a:pt x="117333" y="107083"/>
                </a:lnTo>
                <a:lnTo>
                  <a:pt x="118259" y="107027"/>
                </a:lnTo>
                <a:lnTo>
                  <a:pt x="119175" y="106955"/>
                </a:lnTo>
                <a:close/>
                <a:moveTo>
                  <a:pt x="111888" y="91467"/>
                </a:moveTo>
                <a:lnTo>
                  <a:pt x="111397" y="91406"/>
                </a:lnTo>
                <a:lnTo>
                  <a:pt x="110915" y="91335"/>
                </a:lnTo>
                <a:lnTo>
                  <a:pt x="110443" y="91252"/>
                </a:lnTo>
                <a:lnTo>
                  <a:pt x="109980" y="91158"/>
                </a:lnTo>
                <a:lnTo>
                  <a:pt x="109528" y="91053"/>
                </a:lnTo>
                <a:lnTo>
                  <a:pt x="109085" y="90937"/>
                </a:lnTo>
                <a:lnTo>
                  <a:pt x="108652" y="90810"/>
                </a:lnTo>
                <a:lnTo>
                  <a:pt x="108228" y="90672"/>
                </a:lnTo>
                <a:lnTo>
                  <a:pt x="107815" y="90523"/>
                </a:lnTo>
                <a:lnTo>
                  <a:pt x="107411" y="90363"/>
                </a:lnTo>
                <a:lnTo>
                  <a:pt x="107017" y="90192"/>
                </a:lnTo>
                <a:lnTo>
                  <a:pt x="106633" y="90009"/>
                </a:lnTo>
                <a:lnTo>
                  <a:pt x="106258" y="89816"/>
                </a:lnTo>
                <a:lnTo>
                  <a:pt x="105893" y="89612"/>
                </a:lnTo>
                <a:lnTo>
                  <a:pt x="105538" y="89397"/>
                </a:lnTo>
                <a:lnTo>
                  <a:pt x="105193" y="89170"/>
                </a:lnTo>
                <a:lnTo>
                  <a:pt x="104858" y="88933"/>
                </a:lnTo>
                <a:lnTo>
                  <a:pt x="104532" y="88684"/>
                </a:lnTo>
                <a:lnTo>
                  <a:pt x="104216" y="88425"/>
                </a:lnTo>
                <a:lnTo>
                  <a:pt x="103909" y="88156"/>
                </a:lnTo>
                <a:lnTo>
                  <a:pt x="103609" y="87880"/>
                </a:lnTo>
                <a:lnTo>
                  <a:pt x="103317" y="87596"/>
                </a:lnTo>
                <a:lnTo>
                  <a:pt x="103032" y="87305"/>
                </a:lnTo>
                <a:lnTo>
                  <a:pt x="102755" y="87006"/>
                </a:lnTo>
                <a:lnTo>
                  <a:pt x="102486" y="86700"/>
                </a:lnTo>
                <a:lnTo>
                  <a:pt x="102225" y="86386"/>
                </a:lnTo>
                <a:lnTo>
                  <a:pt x="101971" y="86065"/>
                </a:lnTo>
                <a:lnTo>
                  <a:pt x="101724" y="85736"/>
                </a:lnTo>
                <a:lnTo>
                  <a:pt x="101486" y="85400"/>
                </a:lnTo>
                <a:lnTo>
                  <a:pt x="101254" y="85056"/>
                </a:lnTo>
                <a:lnTo>
                  <a:pt x="101031" y="84705"/>
                </a:lnTo>
                <a:lnTo>
                  <a:pt x="100815" y="84347"/>
                </a:lnTo>
                <a:lnTo>
                  <a:pt x="100607" y="83980"/>
                </a:lnTo>
                <a:lnTo>
                  <a:pt x="100406" y="83607"/>
                </a:lnTo>
                <a:lnTo>
                  <a:pt x="100213" y="83226"/>
                </a:lnTo>
                <a:lnTo>
                  <a:pt x="100028" y="82837"/>
                </a:lnTo>
                <a:lnTo>
                  <a:pt x="99850" y="82441"/>
                </a:lnTo>
                <a:lnTo>
                  <a:pt x="99680" y="82037"/>
                </a:lnTo>
                <a:lnTo>
                  <a:pt x="99517" y="81626"/>
                </a:lnTo>
                <a:lnTo>
                  <a:pt x="99362" y="81207"/>
                </a:lnTo>
                <a:lnTo>
                  <a:pt x="99215" y="80781"/>
                </a:lnTo>
                <a:lnTo>
                  <a:pt x="99075" y="80348"/>
                </a:lnTo>
                <a:lnTo>
                  <a:pt x="98943" y="79907"/>
                </a:lnTo>
                <a:lnTo>
                  <a:pt x="98817" y="79460"/>
                </a:lnTo>
                <a:lnTo>
                  <a:pt x="98697" y="79009"/>
                </a:lnTo>
                <a:lnTo>
                  <a:pt x="98582" y="78555"/>
                </a:lnTo>
                <a:lnTo>
                  <a:pt x="98472" y="78097"/>
                </a:lnTo>
                <a:lnTo>
                  <a:pt x="98368" y="77635"/>
                </a:lnTo>
                <a:lnTo>
                  <a:pt x="98269" y="77169"/>
                </a:lnTo>
                <a:lnTo>
                  <a:pt x="98176" y="76699"/>
                </a:lnTo>
                <a:lnTo>
                  <a:pt x="98088" y="76226"/>
                </a:lnTo>
                <a:lnTo>
                  <a:pt x="98005" y="75749"/>
                </a:lnTo>
                <a:lnTo>
                  <a:pt x="97927" y="75267"/>
                </a:lnTo>
                <a:lnTo>
                  <a:pt x="97855" y="74783"/>
                </a:lnTo>
                <a:lnTo>
                  <a:pt x="97788" y="74294"/>
                </a:lnTo>
                <a:lnTo>
                  <a:pt x="97727" y="73801"/>
                </a:lnTo>
                <a:lnTo>
                  <a:pt x="97671" y="73305"/>
                </a:lnTo>
                <a:lnTo>
                  <a:pt x="97620" y="72805"/>
                </a:lnTo>
                <a:lnTo>
                  <a:pt x="97574" y="72301"/>
                </a:lnTo>
                <a:lnTo>
                  <a:pt x="97534" y="71793"/>
                </a:lnTo>
                <a:lnTo>
                  <a:pt x="97499" y="71281"/>
                </a:lnTo>
                <a:lnTo>
                  <a:pt x="97470" y="70766"/>
                </a:lnTo>
                <a:lnTo>
                  <a:pt x="97446" y="70247"/>
                </a:lnTo>
                <a:lnTo>
                  <a:pt x="97427" y="69723"/>
                </a:lnTo>
                <a:lnTo>
                  <a:pt x="97414" y="69197"/>
                </a:lnTo>
                <a:lnTo>
                  <a:pt x="97406" y="68666"/>
                </a:lnTo>
                <a:lnTo>
                  <a:pt x="97403" y="68131"/>
                </a:lnTo>
                <a:lnTo>
                  <a:pt x="97406" y="67584"/>
                </a:lnTo>
                <a:lnTo>
                  <a:pt x="97414" y="67040"/>
                </a:lnTo>
                <a:lnTo>
                  <a:pt x="97427" y="66501"/>
                </a:lnTo>
                <a:lnTo>
                  <a:pt x="97446" y="65965"/>
                </a:lnTo>
                <a:lnTo>
                  <a:pt x="97470" y="65434"/>
                </a:lnTo>
                <a:lnTo>
                  <a:pt x="97499" y="64907"/>
                </a:lnTo>
                <a:lnTo>
                  <a:pt x="97534" y="64384"/>
                </a:lnTo>
                <a:lnTo>
                  <a:pt x="97574" y="63865"/>
                </a:lnTo>
                <a:lnTo>
                  <a:pt x="97620" y="63350"/>
                </a:lnTo>
                <a:lnTo>
                  <a:pt x="97671" y="62839"/>
                </a:lnTo>
                <a:lnTo>
                  <a:pt x="97727" y="62332"/>
                </a:lnTo>
                <a:lnTo>
                  <a:pt x="97788" y="61830"/>
                </a:lnTo>
                <a:lnTo>
                  <a:pt x="97855" y="61331"/>
                </a:lnTo>
                <a:lnTo>
                  <a:pt x="97927" y="60837"/>
                </a:lnTo>
                <a:lnTo>
                  <a:pt x="98005" y="60347"/>
                </a:lnTo>
                <a:lnTo>
                  <a:pt x="98088" y="59860"/>
                </a:lnTo>
                <a:lnTo>
                  <a:pt x="98176" y="59378"/>
                </a:lnTo>
                <a:lnTo>
                  <a:pt x="98269" y="58900"/>
                </a:lnTo>
                <a:lnTo>
                  <a:pt x="98368" y="58426"/>
                </a:lnTo>
                <a:lnTo>
                  <a:pt x="98472" y="57956"/>
                </a:lnTo>
                <a:lnTo>
                  <a:pt x="98582" y="57491"/>
                </a:lnTo>
                <a:lnTo>
                  <a:pt x="98697" y="57029"/>
                </a:lnTo>
                <a:lnTo>
                  <a:pt x="98817" y="56571"/>
                </a:lnTo>
                <a:lnTo>
                  <a:pt x="98943" y="56118"/>
                </a:lnTo>
                <a:lnTo>
                  <a:pt x="99075" y="55670"/>
                </a:lnTo>
                <a:lnTo>
                  <a:pt x="99215" y="55230"/>
                </a:lnTo>
                <a:lnTo>
                  <a:pt x="99362" y="54798"/>
                </a:lnTo>
                <a:lnTo>
                  <a:pt x="99517" y="54373"/>
                </a:lnTo>
                <a:lnTo>
                  <a:pt x="99680" y="53956"/>
                </a:lnTo>
                <a:lnTo>
                  <a:pt x="99850" y="53546"/>
                </a:lnTo>
                <a:lnTo>
                  <a:pt x="100028" y="53145"/>
                </a:lnTo>
                <a:lnTo>
                  <a:pt x="100213" y="52750"/>
                </a:lnTo>
                <a:lnTo>
                  <a:pt x="100406" y="52364"/>
                </a:lnTo>
                <a:lnTo>
                  <a:pt x="100607" y="51985"/>
                </a:lnTo>
                <a:lnTo>
                  <a:pt x="100815" y="51614"/>
                </a:lnTo>
                <a:lnTo>
                  <a:pt x="101031" y="51250"/>
                </a:lnTo>
                <a:lnTo>
                  <a:pt x="101254" y="50894"/>
                </a:lnTo>
                <a:lnTo>
                  <a:pt x="101486" y="50546"/>
                </a:lnTo>
                <a:lnTo>
                  <a:pt x="101724" y="50205"/>
                </a:lnTo>
                <a:lnTo>
                  <a:pt x="101971" y="49872"/>
                </a:lnTo>
                <a:lnTo>
                  <a:pt x="102225" y="49546"/>
                </a:lnTo>
                <a:lnTo>
                  <a:pt x="102486" y="49228"/>
                </a:lnTo>
                <a:lnTo>
                  <a:pt x="102755" y="48918"/>
                </a:lnTo>
                <a:lnTo>
                  <a:pt x="103032" y="48616"/>
                </a:lnTo>
                <a:lnTo>
                  <a:pt x="103317" y="48321"/>
                </a:lnTo>
                <a:lnTo>
                  <a:pt x="103609" y="48033"/>
                </a:lnTo>
                <a:lnTo>
                  <a:pt x="103909" y="47754"/>
                </a:lnTo>
                <a:lnTo>
                  <a:pt x="104216" y="47482"/>
                </a:lnTo>
                <a:lnTo>
                  <a:pt x="104532" y="47219"/>
                </a:lnTo>
                <a:lnTo>
                  <a:pt x="104858" y="46968"/>
                </a:lnTo>
                <a:lnTo>
                  <a:pt x="105193" y="46727"/>
                </a:lnTo>
                <a:lnTo>
                  <a:pt x="105538" y="46498"/>
                </a:lnTo>
                <a:lnTo>
                  <a:pt x="105893" y="46280"/>
                </a:lnTo>
                <a:lnTo>
                  <a:pt x="106258" y="46073"/>
                </a:lnTo>
                <a:lnTo>
                  <a:pt x="106633" y="45878"/>
                </a:lnTo>
                <a:lnTo>
                  <a:pt x="107017" y="45693"/>
                </a:lnTo>
                <a:lnTo>
                  <a:pt x="107411" y="45520"/>
                </a:lnTo>
                <a:lnTo>
                  <a:pt x="107815" y="45358"/>
                </a:lnTo>
                <a:lnTo>
                  <a:pt x="108228" y="45207"/>
                </a:lnTo>
                <a:lnTo>
                  <a:pt x="108652" y="45068"/>
                </a:lnTo>
                <a:lnTo>
                  <a:pt x="109085" y="44939"/>
                </a:lnTo>
                <a:lnTo>
                  <a:pt x="109528" y="44822"/>
                </a:lnTo>
                <a:lnTo>
                  <a:pt x="109980" y="44716"/>
                </a:lnTo>
                <a:lnTo>
                  <a:pt x="110443" y="44621"/>
                </a:lnTo>
                <a:lnTo>
                  <a:pt x="110915" y="44537"/>
                </a:lnTo>
                <a:lnTo>
                  <a:pt x="111397" y="44464"/>
                </a:lnTo>
                <a:lnTo>
                  <a:pt x="111888" y="44403"/>
                </a:lnTo>
                <a:lnTo>
                  <a:pt x="112390" y="44352"/>
                </a:lnTo>
                <a:lnTo>
                  <a:pt x="112901" y="44313"/>
                </a:lnTo>
                <a:lnTo>
                  <a:pt x="113422" y="44285"/>
                </a:lnTo>
                <a:lnTo>
                  <a:pt x="113952" y="44269"/>
                </a:lnTo>
                <a:lnTo>
                  <a:pt x="114493" y="44263"/>
                </a:lnTo>
                <a:lnTo>
                  <a:pt x="115046" y="44269"/>
                </a:lnTo>
                <a:lnTo>
                  <a:pt x="115589" y="44285"/>
                </a:lnTo>
                <a:lnTo>
                  <a:pt x="116122" y="44313"/>
                </a:lnTo>
                <a:lnTo>
                  <a:pt x="116645" y="44352"/>
                </a:lnTo>
                <a:lnTo>
                  <a:pt x="117158" y="44403"/>
                </a:lnTo>
                <a:lnTo>
                  <a:pt x="117661" y="44464"/>
                </a:lnTo>
                <a:lnTo>
                  <a:pt x="118154" y="44537"/>
                </a:lnTo>
                <a:lnTo>
                  <a:pt x="118637" y="44621"/>
                </a:lnTo>
                <a:lnTo>
                  <a:pt x="119110" y="44716"/>
                </a:lnTo>
                <a:lnTo>
                  <a:pt x="119572" y="44822"/>
                </a:lnTo>
                <a:lnTo>
                  <a:pt x="120025" y="44939"/>
                </a:lnTo>
                <a:lnTo>
                  <a:pt x="120468" y="45068"/>
                </a:lnTo>
                <a:lnTo>
                  <a:pt x="120901" y="45207"/>
                </a:lnTo>
                <a:lnTo>
                  <a:pt x="121324" y="45358"/>
                </a:lnTo>
                <a:lnTo>
                  <a:pt x="121736" y="45520"/>
                </a:lnTo>
                <a:lnTo>
                  <a:pt x="122139" y="45693"/>
                </a:lnTo>
                <a:lnTo>
                  <a:pt x="122532" y="45878"/>
                </a:lnTo>
                <a:lnTo>
                  <a:pt x="122915" y="46073"/>
                </a:lnTo>
                <a:lnTo>
                  <a:pt x="123287" y="46280"/>
                </a:lnTo>
                <a:lnTo>
                  <a:pt x="123650" y="46498"/>
                </a:lnTo>
                <a:lnTo>
                  <a:pt x="124003" y="46727"/>
                </a:lnTo>
                <a:lnTo>
                  <a:pt x="124345" y="46968"/>
                </a:lnTo>
                <a:lnTo>
                  <a:pt x="124678" y="47219"/>
                </a:lnTo>
                <a:lnTo>
                  <a:pt x="125000" y="47482"/>
                </a:lnTo>
                <a:lnTo>
                  <a:pt x="125314" y="47754"/>
                </a:lnTo>
                <a:lnTo>
                  <a:pt x="125620" y="48033"/>
                </a:lnTo>
                <a:lnTo>
                  <a:pt x="125918" y="48321"/>
                </a:lnTo>
                <a:lnTo>
                  <a:pt x="126208" y="48616"/>
                </a:lnTo>
                <a:lnTo>
                  <a:pt x="126491" y="48918"/>
                </a:lnTo>
                <a:lnTo>
                  <a:pt x="126766" y="49228"/>
                </a:lnTo>
                <a:lnTo>
                  <a:pt x="127033" y="49546"/>
                </a:lnTo>
                <a:lnTo>
                  <a:pt x="127293" y="49872"/>
                </a:lnTo>
                <a:lnTo>
                  <a:pt x="127544" y="50205"/>
                </a:lnTo>
                <a:lnTo>
                  <a:pt x="127788" y="50546"/>
                </a:lnTo>
                <a:lnTo>
                  <a:pt x="128024" y="50894"/>
                </a:lnTo>
                <a:lnTo>
                  <a:pt x="128253" y="51250"/>
                </a:lnTo>
                <a:lnTo>
                  <a:pt x="128473" y="51614"/>
                </a:lnTo>
                <a:lnTo>
                  <a:pt x="128686" y="51985"/>
                </a:lnTo>
                <a:lnTo>
                  <a:pt x="128891" y="52364"/>
                </a:lnTo>
                <a:lnTo>
                  <a:pt x="129089" y="52750"/>
                </a:lnTo>
                <a:lnTo>
                  <a:pt x="129278" y="53145"/>
                </a:lnTo>
                <a:lnTo>
                  <a:pt x="129460" y="53546"/>
                </a:lnTo>
                <a:lnTo>
                  <a:pt x="129634" y="53956"/>
                </a:lnTo>
                <a:lnTo>
                  <a:pt x="129801" y="54373"/>
                </a:lnTo>
                <a:lnTo>
                  <a:pt x="129959" y="54798"/>
                </a:lnTo>
                <a:lnTo>
                  <a:pt x="130110" y="55230"/>
                </a:lnTo>
                <a:lnTo>
                  <a:pt x="130253" y="55670"/>
                </a:lnTo>
                <a:lnTo>
                  <a:pt x="130389" y="56118"/>
                </a:lnTo>
                <a:lnTo>
                  <a:pt x="130518" y="56571"/>
                </a:lnTo>
                <a:lnTo>
                  <a:pt x="130641" y="57029"/>
                </a:lnTo>
                <a:lnTo>
                  <a:pt x="130759" y="57491"/>
                </a:lnTo>
                <a:lnTo>
                  <a:pt x="130871" y="57956"/>
                </a:lnTo>
                <a:lnTo>
                  <a:pt x="130978" y="58426"/>
                </a:lnTo>
                <a:lnTo>
                  <a:pt x="131079" y="58900"/>
                </a:lnTo>
                <a:lnTo>
                  <a:pt x="131175" y="59378"/>
                </a:lnTo>
                <a:lnTo>
                  <a:pt x="131265" y="59860"/>
                </a:lnTo>
                <a:lnTo>
                  <a:pt x="131350" y="60347"/>
                </a:lnTo>
                <a:lnTo>
                  <a:pt x="131430" y="60837"/>
                </a:lnTo>
                <a:lnTo>
                  <a:pt x="131504" y="61331"/>
                </a:lnTo>
                <a:lnTo>
                  <a:pt x="131572" y="61830"/>
                </a:lnTo>
                <a:lnTo>
                  <a:pt x="131635" y="62332"/>
                </a:lnTo>
                <a:lnTo>
                  <a:pt x="131693" y="62839"/>
                </a:lnTo>
                <a:lnTo>
                  <a:pt x="131745" y="63350"/>
                </a:lnTo>
                <a:lnTo>
                  <a:pt x="131792" y="63865"/>
                </a:lnTo>
                <a:lnTo>
                  <a:pt x="131833" y="64384"/>
                </a:lnTo>
                <a:lnTo>
                  <a:pt x="131868" y="64907"/>
                </a:lnTo>
                <a:lnTo>
                  <a:pt x="131898" y="65434"/>
                </a:lnTo>
                <a:lnTo>
                  <a:pt x="131923" y="65965"/>
                </a:lnTo>
                <a:lnTo>
                  <a:pt x="131942" y="66501"/>
                </a:lnTo>
                <a:lnTo>
                  <a:pt x="131956" y="67040"/>
                </a:lnTo>
                <a:lnTo>
                  <a:pt x="131964" y="67584"/>
                </a:lnTo>
                <a:lnTo>
                  <a:pt x="131967" y="68131"/>
                </a:lnTo>
                <a:lnTo>
                  <a:pt x="131964" y="68666"/>
                </a:lnTo>
                <a:lnTo>
                  <a:pt x="131956" y="69197"/>
                </a:lnTo>
                <a:lnTo>
                  <a:pt x="131942" y="69723"/>
                </a:lnTo>
                <a:lnTo>
                  <a:pt x="131923" y="70247"/>
                </a:lnTo>
                <a:lnTo>
                  <a:pt x="131898" y="70766"/>
                </a:lnTo>
                <a:lnTo>
                  <a:pt x="131868" y="71281"/>
                </a:lnTo>
                <a:lnTo>
                  <a:pt x="131833" y="71793"/>
                </a:lnTo>
                <a:lnTo>
                  <a:pt x="131792" y="72301"/>
                </a:lnTo>
                <a:lnTo>
                  <a:pt x="131745" y="72805"/>
                </a:lnTo>
                <a:lnTo>
                  <a:pt x="131693" y="73305"/>
                </a:lnTo>
                <a:lnTo>
                  <a:pt x="131635" y="73801"/>
                </a:lnTo>
                <a:lnTo>
                  <a:pt x="131572" y="74294"/>
                </a:lnTo>
                <a:lnTo>
                  <a:pt x="131504" y="74783"/>
                </a:lnTo>
                <a:lnTo>
                  <a:pt x="131430" y="75267"/>
                </a:lnTo>
                <a:lnTo>
                  <a:pt x="131350" y="75749"/>
                </a:lnTo>
                <a:lnTo>
                  <a:pt x="131265" y="76226"/>
                </a:lnTo>
                <a:lnTo>
                  <a:pt x="131175" y="76699"/>
                </a:lnTo>
                <a:lnTo>
                  <a:pt x="131079" y="77169"/>
                </a:lnTo>
                <a:lnTo>
                  <a:pt x="130978" y="77635"/>
                </a:lnTo>
                <a:lnTo>
                  <a:pt x="130871" y="78097"/>
                </a:lnTo>
                <a:lnTo>
                  <a:pt x="130759" y="78555"/>
                </a:lnTo>
                <a:lnTo>
                  <a:pt x="130641" y="79009"/>
                </a:lnTo>
                <a:lnTo>
                  <a:pt x="130518" y="79460"/>
                </a:lnTo>
                <a:lnTo>
                  <a:pt x="130389" y="79907"/>
                </a:lnTo>
                <a:lnTo>
                  <a:pt x="130253" y="80348"/>
                </a:lnTo>
                <a:lnTo>
                  <a:pt x="130110" y="80781"/>
                </a:lnTo>
                <a:lnTo>
                  <a:pt x="129959" y="81207"/>
                </a:lnTo>
                <a:lnTo>
                  <a:pt x="129801" y="81626"/>
                </a:lnTo>
                <a:lnTo>
                  <a:pt x="129634" y="82037"/>
                </a:lnTo>
                <a:lnTo>
                  <a:pt x="129460" y="82441"/>
                </a:lnTo>
                <a:lnTo>
                  <a:pt x="129278" y="82837"/>
                </a:lnTo>
                <a:lnTo>
                  <a:pt x="129089" y="83226"/>
                </a:lnTo>
                <a:lnTo>
                  <a:pt x="128891" y="83607"/>
                </a:lnTo>
                <a:lnTo>
                  <a:pt x="128686" y="83980"/>
                </a:lnTo>
                <a:lnTo>
                  <a:pt x="128473" y="84347"/>
                </a:lnTo>
                <a:lnTo>
                  <a:pt x="128253" y="84705"/>
                </a:lnTo>
                <a:lnTo>
                  <a:pt x="128024" y="85056"/>
                </a:lnTo>
                <a:lnTo>
                  <a:pt x="127788" y="85400"/>
                </a:lnTo>
                <a:lnTo>
                  <a:pt x="127544" y="85736"/>
                </a:lnTo>
                <a:lnTo>
                  <a:pt x="127293" y="86065"/>
                </a:lnTo>
                <a:lnTo>
                  <a:pt x="127033" y="86386"/>
                </a:lnTo>
                <a:lnTo>
                  <a:pt x="126766" y="86700"/>
                </a:lnTo>
                <a:lnTo>
                  <a:pt x="126491" y="87006"/>
                </a:lnTo>
                <a:lnTo>
                  <a:pt x="126208" y="87305"/>
                </a:lnTo>
                <a:lnTo>
                  <a:pt x="125918" y="87596"/>
                </a:lnTo>
                <a:lnTo>
                  <a:pt x="125620" y="87880"/>
                </a:lnTo>
                <a:lnTo>
                  <a:pt x="125314" y="88156"/>
                </a:lnTo>
                <a:lnTo>
                  <a:pt x="125000" y="88425"/>
                </a:lnTo>
                <a:lnTo>
                  <a:pt x="124678" y="88684"/>
                </a:lnTo>
                <a:lnTo>
                  <a:pt x="124345" y="88933"/>
                </a:lnTo>
                <a:lnTo>
                  <a:pt x="124003" y="89170"/>
                </a:lnTo>
                <a:lnTo>
                  <a:pt x="123650" y="89397"/>
                </a:lnTo>
                <a:lnTo>
                  <a:pt x="123287" y="89612"/>
                </a:lnTo>
                <a:lnTo>
                  <a:pt x="122915" y="89816"/>
                </a:lnTo>
                <a:lnTo>
                  <a:pt x="122532" y="90009"/>
                </a:lnTo>
                <a:lnTo>
                  <a:pt x="122139" y="90192"/>
                </a:lnTo>
                <a:lnTo>
                  <a:pt x="121736" y="90363"/>
                </a:lnTo>
                <a:lnTo>
                  <a:pt x="121324" y="90523"/>
                </a:lnTo>
                <a:lnTo>
                  <a:pt x="120901" y="90672"/>
                </a:lnTo>
                <a:lnTo>
                  <a:pt x="120468" y="90810"/>
                </a:lnTo>
                <a:lnTo>
                  <a:pt x="120025" y="90937"/>
                </a:lnTo>
                <a:lnTo>
                  <a:pt x="119572" y="91053"/>
                </a:lnTo>
                <a:lnTo>
                  <a:pt x="119110" y="91158"/>
                </a:lnTo>
                <a:lnTo>
                  <a:pt x="118637" y="91252"/>
                </a:lnTo>
                <a:lnTo>
                  <a:pt x="118154" y="91335"/>
                </a:lnTo>
                <a:lnTo>
                  <a:pt x="117661" y="91406"/>
                </a:lnTo>
                <a:lnTo>
                  <a:pt x="117158" y="91467"/>
                </a:lnTo>
                <a:lnTo>
                  <a:pt x="116645" y="91517"/>
                </a:lnTo>
                <a:lnTo>
                  <a:pt x="116122" y="91555"/>
                </a:lnTo>
                <a:lnTo>
                  <a:pt x="115589" y="91583"/>
                </a:lnTo>
                <a:lnTo>
                  <a:pt x="115046" y="91600"/>
                </a:lnTo>
                <a:lnTo>
                  <a:pt x="114493" y="91605"/>
                </a:lnTo>
                <a:lnTo>
                  <a:pt x="113952" y="91600"/>
                </a:lnTo>
                <a:lnTo>
                  <a:pt x="113422" y="91583"/>
                </a:lnTo>
                <a:lnTo>
                  <a:pt x="112901" y="91555"/>
                </a:lnTo>
                <a:lnTo>
                  <a:pt x="112390" y="91517"/>
                </a:lnTo>
                <a:lnTo>
                  <a:pt x="111888" y="91467"/>
                </a:lnTo>
                <a:close/>
                <a:moveTo>
                  <a:pt x="332683" y="107002"/>
                </a:moveTo>
                <a:lnTo>
                  <a:pt x="333475" y="106934"/>
                </a:lnTo>
                <a:lnTo>
                  <a:pt x="334258" y="106855"/>
                </a:lnTo>
                <a:lnTo>
                  <a:pt x="335034" y="106763"/>
                </a:lnTo>
                <a:lnTo>
                  <a:pt x="335802" y="106659"/>
                </a:lnTo>
                <a:lnTo>
                  <a:pt x="336562" y="106543"/>
                </a:lnTo>
                <a:lnTo>
                  <a:pt x="337315" y="106414"/>
                </a:lnTo>
                <a:lnTo>
                  <a:pt x="338060" y="106273"/>
                </a:lnTo>
                <a:lnTo>
                  <a:pt x="338797" y="106120"/>
                </a:lnTo>
                <a:lnTo>
                  <a:pt x="339526" y="105955"/>
                </a:lnTo>
                <a:lnTo>
                  <a:pt x="340248" y="105777"/>
                </a:lnTo>
                <a:lnTo>
                  <a:pt x="340961" y="105587"/>
                </a:lnTo>
                <a:lnTo>
                  <a:pt x="341667" y="105385"/>
                </a:lnTo>
                <a:lnTo>
                  <a:pt x="342366" y="105171"/>
                </a:lnTo>
                <a:lnTo>
                  <a:pt x="343056" y="104945"/>
                </a:lnTo>
                <a:lnTo>
                  <a:pt x="343739" y="104706"/>
                </a:lnTo>
                <a:lnTo>
                  <a:pt x="344414" y="104455"/>
                </a:lnTo>
                <a:lnTo>
                  <a:pt x="345081" y="104192"/>
                </a:lnTo>
                <a:lnTo>
                  <a:pt x="345741" y="103916"/>
                </a:lnTo>
                <a:lnTo>
                  <a:pt x="346393" y="103628"/>
                </a:lnTo>
                <a:lnTo>
                  <a:pt x="347035" y="103329"/>
                </a:lnTo>
                <a:lnTo>
                  <a:pt x="347666" y="103018"/>
                </a:lnTo>
                <a:lnTo>
                  <a:pt x="348285" y="102695"/>
                </a:lnTo>
                <a:lnTo>
                  <a:pt x="348893" y="102361"/>
                </a:lnTo>
                <a:lnTo>
                  <a:pt x="349490" y="102016"/>
                </a:lnTo>
                <a:lnTo>
                  <a:pt x="350076" y="101659"/>
                </a:lnTo>
                <a:lnTo>
                  <a:pt x="350650" y="101291"/>
                </a:lnTo>
                <a:lnTo>
                  <a:pt x="351212" y="100912"/>
                </a:lnTo>
                <a:lnTo>
                  <a:pt x="351764" y="100521"/>
                </a:lnTo>
                <a:lnTo>
                  <a:pt x="352304" y="100118"/>
                </a:lnTo>
                <a:lnTo>
                  <a:pt x="352832" y="99705"/>
                </a:lnTo>
                <a:lnTo>
                  <a:pt x="353350" y="99280"/>
                </a:lnTo>
                <a:lnTo>
                  <a:pt x="353856" y="98843"/>
                </a:lnTo>
                <a:lnTo>
                  <a:pt x="354350" y="98395"/>
                </a:lnTo>
                <a:lnTo>
                  <a:pt x="354833" y="97935"/>
                </a:lnTo>
                <a:lnTo>
                  <a:pt x="355305" y="97465"/>
                </a:lnTo>
                <a:lnTo>
                  <a:pt x="355766" y="96982"/>
                </a:lnTo>
                <a:lnTo>
                  <a:pt x="356215" y="96489"/>
                </a:lnTo>
                <a:lnTo>
                  <a:pt x="356652" y="95983"/>
                </a:lnTo>
                <a:lnTo>
                  <a:pt x="357079" y="95467"/>
                </a:lnTo>
                <a:lnTo>
                  <a:pt x="357494" y="94939"/>
                </a:lnTo>
                <a:lnTo>
                  <a:pt x="357898" y="94400"/>
                </a:lnTo>
                <a:lnTo>
                  <a:pt x="358290" y="93849"/>
                </a:lnTo>
                <a:lnTo>
                  <a:pt x="358671" y="93287"/>
                </a:lnTo>
                <a:lnTo>
                  <a:pt x="359039" y="92713"/>
                </a:lnTo>
                <a:lnTo>
                  <a:pt x="359392" y="92129"/>
                </a:lnTo>
                <a:lnTo>
                  <a:pt x="359730" y="91533"/>
                </a:lnTo>
                <a:lnTo>
                  <a:pt x="360053" y="90927"/>
                </a:lnTo>
                <a:lnTo>
                  <a:pt x="360362" y="90310"/>
                </a:lnTo>
                <a:lnTo>
                  <a:pt x="360655" y="89682"/>
                </a:lnTo>
                <a:lnTo>
                  <a:pt x="360934" y="89043"/>
                </a:lnTo>
                <a:lnTo>
                  <a:pt x="361198" y="88393"/>
                </a:lnTo>
                <a:lnTo>
                  <a:pt x="361447" y="87733"/>
                </a:lnTo>
                <a:lnTo>
                  <a:pt x="361682" y="87061"/>
                </a:lnTo>
                <a:lnTo>
                  <a:pt x="361901" y="86379"/>
                </a:lnTo>
                <a:lnTo>
                  <a:pt x="362106" y="85686"/>
                </a:lnTo>
                <a:lnTo>
                  <a:pt x="362296" y="84981"/>
                </a:lnTo>
                <a:lnTo>
                  <a:pt x="362471" y="84266"/>
                </a:lnTo>
                <a:lnTo>
                  <a:pt x="362631" y="83540"/>
                </a:lnTo>
                <a:lnTo>
                  <a:pt x="362776" y="82804"/>
                </a:lnTo>
                <a:lnTo>
                  <a:pt x="362907" y="82056"/>
                </a:lnTo>
                <a:lnTo>
                  <a:pt x="363023" y="81297"/>
                </a:lnTo>
                <a:lnTo>
                  <a:pt x="363123" y="80528"/>
                </a:lnTo>
                <a:lnTo>
                  <a:pt x="363209" y="79747"/>
                </a:lnTo>
                <a:lnTo>
                  <a:pt x="363281" y="78956"/>
                </a:lnTo>
                <a:lnTo>
                  <a:pt x="363337" y="78154"/>
                </a:lnTo>
                <a:lnTo>
                  <a:pt x="363378" y="77341"/>
                </a:lnTo>
                <a:lnTo>
                  <a:pt x="363405" y="76517"/>
                </a:lnTo>
                <a:lnTo>
                  <a:pt x="343621" y="76517"/>
                </a:lnTo>
                <a:lnTo>
                  <a:pt x="343602" y="77104"/>
                </a:lnTo>
                <a:lnTo>
                  <a:pt x="343569" y="77679"/>
                </a:lnTo>
                <a:lnTo>
                  <a:pt x="343523" y="78244"/>
                </a:lnTo>
                <a:lnTo>
                  <a:pt x="343464" y="78797"/>
                </a:lnTo>
                <a:lnTo>
                  <a:pt x="343392" y="79339"/>
                </a:lnTo>
                <a:lnTo>
                  <a:pt x="343306" y="79869"/>
                </a:lnTo>
                <a:lnTo>
                  <a:pt x="343207" y="80389"/>
                </a:lnTo>
                <a:lnTo>
                  <a:pt x="343095" y="80897"/>
                </a:lnTo>
                <a:lnTo>
                  <a:pt x="342970" y="81394"/>
                </a:lnTo>
                <a:lnTo>
                  <a:pt x="342832" y="81880"/>
                </a:lnTo>
                <a:lnTo>
                  <a:pt x="342680" y="82354"/>
                </a:lnTo>
                <a:lnTo>
                  <a:pt x="342515" y="82817"/>
                </a:lnTo>
                <a:lnTo>
                  <a:pt x="342337" y="83269"/>
                </a:lnTo>
                <a:lnTo>
                  <a:pt x="342145" y="83710"/>
                </a:lnTo>
                <a:lnTo>
                  <a:pt x="341941" y="84140"/>
                </a:lnTo>
                <a:lnTo>
                  <a:pt x="341723" y="84558"/>
                </a:lnTo>
                <a:lnTo>
                  <a:pt x="341491" y="84965"/>
                </a:lnTo>
                <a:lnTo>
                  <a:pt x="341247" y="85361"/>
                </a:lnTo>
                <a:lnTo>
                  <a:pt x="340990" y="85746"/>
                </a:lnTo>
                <a:lnTo>
                  <a:pt x="340719" y="86120"/>
                </a:lnTo>
                <a:lnTo>
                  <a:pt x="340435" y="86482"/>
                </a:lnTo>
                <a:lnTo>
                  <a:pt x="340137" y="86833"/>
                </a:lnTo>
                <a:lnTo>
                  <a:pt x="339827" y="87173"/>
                </a:lnTo>
                <a:lnTo>
                  <a:pt x="339503" y="87501"/>
                </a:lnTo>
                <a:lnTo>
                  <a:pt x="339168" y="87817"/>
                </a:lnTo>
                <a:lnTo>
                  <a:pt x="338822" y="88120"/>
                </a:lnTo>
                <a:lnTo>
                  <a:pt x="338467" y="88409"/>
                </a:lnTo>
                <a:lnTo>
                  <a:pt x="338101" y="88685"/>
                </a:lnTo>
                <a:lnTo>
                  <a:pt x="337726" y="88947"/>
                </a:lnTo>
                <a:lnTo>
                  <a:pt x="337340" y="89196"/>
                </a:lnTo>
                <a:lnTo>
                  <a:pt x="336945" y="89431"/>
                </a:lnTo>
                <a:lnTo>
                  <a:pt x="336539" y="89653"/>
                </a:lnTo>
                <a:lnTo>
                  <a:pt x="336124" y="89861"/>
                </a:lnTo>
                <a:lnTo>
                  <a:pt x="335698" y="90056"/>
                </a:lnTo>
                <a:lnTo>
                  <a:pt x="335263" y="90238"/>
                </a:lnTo>
                <a:lnTo>
                  <a:pt x="334817" y="90406"/>
                </a:lnTo>
                <a:lnTo>
                  <a:pt x="334361" y="90561"/>
                </a:lnTo>
                <a:lnTo>
                  <a:pt x="333896" y="90702"/>
                </a:lnTo>
                <a:lnTo>
                  <a:pt x="333420" y="90829"/>
                </a:lnTo>
                <a:lnTo>
                  <a:pt x="332934" y="90944"/>
                </a:lnTo>
                <a:lnTo>
                  <a:pt x="332438" y="91045"/>
                </a:lnTo>
                <a:lnTo>
                  <a:pt x="331933" y="91132"/>
                </a:lnTo>
                <a:lnTo>
                  <a:pt x="331417" y="91206"/>
                </a:lnTo>
                <a:lnTo>
                  <a:pt x="330891" y="91267"/>
                </a:lnTo>
                <a:lnTo>
                  <a:pt x="330355" y="91314"/>
                </a:lnTo>
                <a:lnTo>
                  <a:pt x="329809" y="91347"/>
                </a:lnTo>
                <a:lnTo>
                  <a:pt x="329253" y="91367"/>
                </a:lnTo>
                <a:lnTo>
                  <a:pt x="328687" y="91374"/>
                </a:lnTo>
                <a:lnTo>
                  <a:pt x="328204" y="91369"/>
                </a:lnTo>
                <a:lnTo>
                  <a:pt x="327727" y="91355"/>
                </a:lnTo>
                <a:lnTo>
                  <a:pt x="327258" y="91332"/>
                </a:lnTo>
                <a:lnTo>
                  <a:pt x="326796" y="91298"/>
                </a:lnTo>
                <a:lnTo>
                  <a:pt x="326342" y="91256"/>
                </a:lnTo>
                <a:lnTo>
                  <a:pt x="325895" y="91204"/>
                </a:lnTo>
                <a:lnTo>
                  <a:pt x="325455" y="91142"/>
                </a:lnTo>
                <a:lnTo>
                  <a:pt x="325022" y="91071"/>
                </a:lnTo>
                <a:lnTo>
                  <a:pt x="324597" y="90991"/>
                </a:lnTo>
                <a:lnTo>
                  <a:pt x="324180" y="90901"/>
                </a:lnTo>
                <a:lnTo>
                  <a:pt x="323769" y="90802"/>
                </a:lnTo>
                <a:lnTo>
                  <a:pt x="323366" y="90693"/>
                </a:lnTo>
                <a:lnTo>
                  <a:pt x="322971" y="90574"/>
                </a:lnTo>
                <a:lnTo>
                  <a:pt x="322582" y="90447"/>
                </a:lnTo>
                <a:lnTo>
                  <a:pt x="322201" y="90309"/>
                </a:lnTo>
                <a:lnTo>
                  <a:pt x="321828" y="90163"/>
                </a:lnTo>
                <a:lnTo>
                  <a:pt x="321462" y="90007"/>
                </a:lnTo>
                <a:lnTo>
                  <a:pt x="321103" y="89841"/>
                </a:lnTo>
                <a:lnTo>
                  <a:pt x="320751" y="89666"/>
                </a:lnTo>
                <a:lnTo>
                  <a:pt x="320407" y="89481"/>
                </a:lnTo>
                <a:lnTo>
                  <a:pt x="320070" y="89287"/>
                </a:lnTo>
                <a:lnTo>
                  <a:pt x="319741" y="89084"/>
                </a:lnTo>
                <a:lnTo>
                  <a:pt x="319418" y="88871"/>
                </a:lnTo>
                <a:lnTo>
                  <a:pt x="319104" y="88649"/>
                </a:lnTo>
                <a:lnTo>
                  <a:pt x="318796" y="88417"/>
                </a:lnTo>
                <a:lnTo>
                  <a:pt x="318495" y="88177"/>
                </a:lnTo>
                <a:lnTo>
                  <a:pt x="318202" y="87928"/>
                </a:lnTo>
                <a:lnTo>
                  <a:pt x="317915" y="87671"/>
                </a:lnTo>
                <a:lnTo>
                  <a:pt x="317635" y="87406"/>
                </a:lnTo>
                <a:lnTo>
                  <a:pt x="317362" y="87132"/>
                </a:lnTo>
                <a:lnTo>
                  <a:pt x="317096" y="86849"/>
                </a:lnTo>
                <a:lnTo>
                  <a:pt x="316837" y="86558"/>
                </a:lnTo>
                <a:lnTo>
                  <a:pt x="316585" y="86258"/>
                </a:lnTo>
                <a:lnTo>
                  <a:pt x="316340" y="85950"/>
                </a:lnTo>
                <a:lnTo>
                  <a:pt x="316102" y="85634"/>
                </a:lnTo>
                <a:lnTo>
                  <a:pt x="315870" y="85308"/>
                </a:lnTo>
                <a:lnTo>
                  <a:pt x="315646" y="84975"/>
                </a:lnTo>
                <a:lnTo>
                  <a:pt x="315429" y="84633"/>
                </a:lnTo>
                <a:lnTo>
                  <a:pt x="315219" y="84282"/>
                </a:lnTo>
                <a:lnTo>
                  <a:pt x="315015" y="83923"/>
                </a:lnTo>
                <a:lnTo>
                  <a:pt x="314819" y="83555"/>
                </a:lnTo>
                <a:lnTo>
                  <a:pt x="314629" y="83179"/>
                </a:lnTo>
                <a:lnTo>
                  <a:pt x="314447" y="82795"/>
                </a:lnTo>
                <a:lnTo>
                  <a:pt x="314271" y="82401"/>
                </a:lnTo>
                <a:lnTo>
                  <a:pt x="314102" y="82000"/>
                </a:lnTo>
                <a:lnTo>
                  <a:pt x="313941" y="81590"/>
                </a:lnTo>
                <a:lnTo>
                  <a:pt x="313786" y="81171"/>
                </a:lnTo>
                <a:lnTo>
                  <a:pt x="313638" y="80744"/>
                </a:lnTo>
                <a:lnTo>
                  <a:pt x="313497" y="80308"/>
                </a:lnTo>
                <a:lnTo>
                  <a:pt x="313361" y="79866"/>
                </a:lnTo>
                <a:lnTo>
                  <a:pt x="313232" y="79415"/>
                </a:lnTo>
                <a:lnTo>
                  <a:pt x="313109" y="78957"/>
                </a:lnTo>
                <a:lnTo>
                  <a:pt x="312992" y="78492"/>
                </a:lnTo>
                <a:lnTo>
                  <a:pt x="312880" y="78018"/>
                </a:lnTo>
                <a:lnTo>
                  <a:pt x="312775" y="77538"/>
                </a:lnTo>
                <a:lnTo>
                  <a:pt x="312676" y="77050"/>
                </a:lnTo>
                <a:lnTo>
                  <a:pt x="312583" y="76554"/>
                </a:lnTo>
                <a:lnTo>
                  <a:pt x="312495" y="76051"/>
                </a:lnTo>
                <a:lnTo>
                  <a:pt x="312414" y="75540"/>
                </a:lnTo>
                <a:lnTo>
                  <a:pt x="312339" y="75022"/>
                </a:lnTo>
                <a:lnTo>
                  <a:pt x="312270" y="74496"/>
                </a:lnTo>
                <a:lnTo>
                  <a:pt x="312207" y="73962"/>
                </a:lnTo>
                <a:lnTo>
                  <a:pt x="312150" y="73421"/>
                </a:lnTo>
                <a:lnTo>
                  <a:pt x="312099" y="72873"/>
                </a:lnTo>
                <a:lnTo>
                  <a:pt x="312053" y="72317"/>
                </a:lnTo>
                <a:lnTo>
                  <a:pt x="312014" y="71753"/>
                </a:lnTo>
                <a:lnTo>
                  <a:pt x="311981" y="71182"/>
                </a:lnTo>
                <a:lnTo>
                  <a:pt x="311954" y="70603"/>
                </a:lnTo>
                <a:lnTo>
                  <a:pt x="311933" y="70017"/>
                </a:lnTo>
                <a:lnTo>
                  <a:pt x="311918" y="69423"/>
                </a:lnTo>
                <a:lnTo>
                  <a:pt x="311909" y="68822"/>
                </a:lnTo>
                <a:lnTo>
                  <a:pt x="311906" y="68213"/>
                </a:lnTo>
                <a:lnTo>
                  <a:pt x="311913" y="67273"/>
                </a:lnTo>
                <a:lnTo>
                  <a:pt x="311934" y="66352"/>
                </a:lnTo>
                <a:lnTo>
                  <a:pt x="311968" y="65448"/>
                </a:lnTo>
                <a:lnTo>
                  <a:pt x="312016" y="64561"/>
                </a:lnTo>
                <a:lnTo>
                  <a:pt x="312078" y="63693"/>
                </a:lnTo>
                <a:lnTo>
                  <a:pt x="312154" y="62843"/>
                </a:lnTo>
                <a:lnTo>
                  <a:pt x="312243" y="62010"/>
                </a:lnTo>
                <a:lnTo>
                  <a:pt x="312347" y="61195"/>
                </a:lnTo>
                <a:lnTo>
                  <a:pt x="312464" y="60398"/>
                </a:lnTo>
                <a:lnTo>
                  <a:pt x="312594" y="59619"/>
                </a:lnTo>
                <a:lnTo>
                  <a:pt x="312739" y="58858"/>
                </a:lnTo>
                <a:lnTo>
                  <a:pt x="312897" y="58114"/>
                </a:lnTo>
                <a:lnTo>
                  <a:pt x="313069" y="57389"/>
                </a:lnTo>
                <a:lnTo>
                  <a:pt x="313255" y="56681"/>
                </a:lnTo>
                <a:lnTo>
                  <a:pt x="313455" y="55991"/>
                </a:lnTo>
                <a:lnTo>
                  <a:pt x="313668" y="55319"/>
                </a:lnTo>
                <a:lnTo>
                  <a:pt x="313895" y="54665"/>
                </a:lnTo>
                <a:lnTo>
                  <a:pt x="314136" y="54028"/>
                </a:lnTo>
                <a:lnTo>
                  <a:pt x="314391" y="53410"/>
                </a:lnTo>
                <a:lnTo>
                  <a:pt x="314659" y="52809"/>
                </a:lnTo>
                <a:lnTo>
                  <a:pt x="314941" y="52226"/>
                </a:lnTo>
                <a:lnTo>
                  <a:pt x="315237" y="51661"/>
                </a:lnTo>
                <a:lnTo>
                  <a:pt x="315547" y="51114"/>
                </a:lnTo>
                <a:lnTo>
                  <a:pt x="315870" y="50585"/>
                </a:lnTo>
                <a:lnTo>
                  <a:pt x="316209" y="50075"/>
                </a:lnTo>
                <a:lnTo>
                  <a:pt x="316565" y="49587"/>
                </a:lnTo>
                <a:lnTo>
                  <a:pt x="316938" y="49121"/>
                </a:lnTo>
                <a:lnTo>
                  <a:pt x="317328" y="48677"/>
                </a:lnTo>
                <a:lnTo>
                  <a:pt x="317734" y="48254"/>
                </a:lnTo>
                <a:lnTo>
                  <a:pt x="318158" y="47853"/>
                </a:lnTo>
                <a:lnTo>
                  <a:pt x="318599" y="47473"/>
                </a:lnTo>
                <a:lnTo>
                  <a:pt x="319057" y="47115"/>
                </a:lnTo>
                <a:lnTo>
                  <a:pt x="319531" y="46779"/>
                </a:lnTo>
                <a:lnTo>
                  <a:pt x="320023" y="46465"/>
                </a:lnTo>
                <a:lnTo>
                  <a:pt x="320531" y="46172"/>
                </a:lnTo>
                <a:lnTo>
                  <a:pt x="321057" y="45901"/>
                </a:lnTo>
                <a:lnTo>
                  <a:pt x="321599" y="45652"/>
                </a:lnTo>
                <a:lnTo>
                  <a:pt x="322159" y="45424"/>
                </a:lnTo>
                <a:lnTo>
                  <a:pt x="322735" y="45218"/>
                </a:lnTo>
                <a:lnTo>
                  <a:pt x="323329" y="45034"/>
                </a:lnTo>
                <a:lnTo>
                  <a:pt x="323939" y="44871"/>
                </a:lnTo>
                <a:lnTo>
                  <a:pt x="324567" y="44730"/>
                </a:lnTo>
                <a:lnTo>
                  <a:pt x="325211" y="44611"/>
                </a:lnTo>
                <a:lnTo>
                  <a:pt x="325872" y="44513"/>
                </a:lnTo>
                <a:lnTo>
                  <a:pt x="326551" y="44438"/>
                </a:lnTo>
                <a:lnTo>
                  <a:pt x="327246" y="44383"/>
                </a:lnTo>
                <a:lnTo>
                  <a:pt x="327958" y="44351"/>
                </a:lnTo>
                <a:lnTo>
                  <a:pt x="328687" y="44340"/>
                </a:lnTo>
                <a:lnTo>
                  <a:pt x="329240" y="44346"/>
                </a:lnTo>
                <a:lnTo>
                  <a:pt x="329783" y="44365"/>
                </a:lnTo>
                <a:lnTo>
                  <a:pt x="330315" y="44395"/>
                </a:lnTo>
                <a:lnTo>
                  <a:pt x="330836" y="44439"/>
                </a:lnTo>
                <a:lnTo>
                  <a:pt x="331348" y="44494"/>
                </a:lnTo>
                <a:lnTo>
                  <a:pt x="331848" y="44562"/>
                </a:lnTo>
                <a:lnTo>
                  <a:pt x="332339" y="44642"/>
                </a:lnTo>
                <a:lnTo>
                  <a:pt x="332819" y="44734"/>
                </a:lnTo>
                <a:lnTo>
                  <a:pt x="333288" y="44839"/>
                </a:lnTo>
                <a:lnTo>
                  <a:pt x="333747" y="44956"/>
                </a:lnTo>
                <a:lnTo>
                  <a:pt x="334196" y="45086"/>
                </a:lnTo>
                <a:lnTo>
                  <a:pt x="334634" y="45228"/>
                </a:lnTo>
                <a:lnTo>
                  <a:pt x="335062" y="45382"/>
                </a:lnTo>
                <a:lnTo>
                  <a:pt x="335479" y="45548"/>
                </a:lnTo>
                <a:lnTo>
                  <a:pt x="335886" y="45727"/>
                </a:lnTo>
                <a:lnTo>
                  <a:pt x="336283" y="45918"/>
                </a:lnTo>
                <a:lnTo>
                  <a:pt x="336669" y="46121"/>
                </a:lnTo>
                <a:lnTo>
                  <a:pt x="337045" y="46337"/>
                </a:lnTo>
                <a:lnTo>
                  <a:pt x="337410" y="46565"/>
                </a:lnTo>
                <a:lnTo>
                  <a:pt x="337765" y="46806"/>
                </a:lnTo>
                <a:lnTo>
                  <a:pt x="338109" y="47058"/>
                </a:lnTo>
                <a:lnTo>
                  <a:pt x="338443" y="47323"/>
                </a:lnTo>
                <a:lnTo>
                  <a:pt x="338767" y="47601"/>
                </a:lnTo>
                <a:lnTo>
                  <a:pt x="339080" y="47891"/>
                </a:lnTo>
                <a:lnTo>
                  <a:pt x="339381" y="48191"/>
                </a:lnTo>
                <a:lnTo>
                  <a:pt x="339671" y="48499"/>
                </a:lnTo>
                <a:lnTo>
                  <a:pt x="339948" y="48816"/>
                </a:lnTo>
                <a:lnTo>
                  <a:pt x="340213" y="49142"/>
                </a:lnTo>
                <a:lnTo>
                  <a:pt x="340466" y="49476"/>
                </a:lnTo>
                <a:lnTo>
                  <a:pt x="340706" y="49818"/>
                </a:lnTo>
                <a:lnTo>
                  <a:pt x="340934" y="50169"/>
                </a:lnTo>
                <a:lnTo>
                  <a:pt x="341150" y="50528"/>
                </a:lnTo>
                <a:lnTo>
                  <a:pt x="341353" y="50896"/>
                </a:lnTo>
                <a:lnTo>
                  <a:pt x="341544" y="51272"/>
                </a:lnTo>
                <a:lnTo>
                  <a:pt x="341723" y="51657"/>
                </a:lnTo>
                <a:lnTo>
                  <a:pt x="341889" y="52050"/>
                </a:lnTo>
                <a:lnTo>
                  <a:pt x="342044" y="52451"/>
                </a:lnTo>
                <a:lnTo>
                  <a:pt x="342186" y="52861"/>
                </a:lnTo>
                <a:lnTo>
                  <a:pt x="342315" y="53280"/>
                </a:lnTo>
                <a:lnTo>
                  <a:pt x="342433" y="53707"/>
                </a:lnTo>
                <a:lnTo>
                  <a:pt x="342538" y="54142"/>
                </a:lnTo>
                <a:lnTo>
                  <a:pt x="342630" y="54586"/>
                </a:lnTo>
                <a:lnTo>
                  <a:pt x="342711" y="55038"/>
                </a:lnTo>
                <a:lnTo>
                  <a:pt x="342779" y="55499"/>
                </a:lnTo>
                <a:lnTo>
                  <a:pt x="342835" y="55968"/>
                </a:lnTo>
                <a:lnTo>
                  <a:pt x="342878" y="56446"/>
                </a:lnTo>
                <a:lnTo>
                  <a:pt x="342910" y="56932"/>
                </a:lnTo>
                <a:lnTo>
                  <a:pt x="342929" y="57426"/>
                </a:lnTo>
                <a:lnTo>
                  <a:pt x="362712" y="57426"/>
                </a:lnTo>
                <a:lnTo>
                  <a:pt x="362698" y="56624"/>
                </a:lnTo>
                <a:lnTo>
                  <a:pt x="362668" y="55833"/>
                </a:lnTo>
                <a:lnTo>
                  <a:pt x="362623" y="55053"/>
                </a:lnTo>
                <a:lnTo>
                  <a:pt x="362563" y="54285"/>
                </a:lnTo>
                <a:lnTo>
                  <a:pt x="362486" y="53528"/>
                </a:lnTo>
                <a:lnTo>
                  <a:pt x="362395" y="52783"/>
                </a:lnTo>
                <a:lnTo>
                  <a:pt x="362288" y="52050"/>
                </a:lnTo>
                <a:lnTo>
                  <a:pt x="362165" y="51328"/>
                </a:lnTo>
                <a:lnTo>
                  <a:pt x="362027" y="50618"/>
                </a:lnTo>
                <a:lnTo>
                  <a:pt x="361873" y="49919"/>
                </a:lnTo>
                <a:lnTo>
                  <a:pt x="361704" y="49232"/>
                </a:lnTo>
                <a:lnTo>
                  <a:pt x="361519" y="48556"/>
                </a:lnTo>
                <a:lnTo>
                  <a:pt x="361319" y="47892"/>
                </a:lnTo>
                <a:lnTo>
                  <a:pt x="361103" y="47240"/>
                </a:lnTo>
                <a:lnTo>
                  <a:pt x="360872" y="46599"/>
                </a:lnTo>
                <a:lnTo>
                  <a:pt x="360625" y="45969"/>
                </a:lnTo>
                <a:lnTo>
                  <a:pt x="360363" y="45351"/>
                </a:lnTo>
                <a:lnTo>
                  <a:pt x="360085" y="44745"/>
                </a:lnTo>
                <a:lnTo>
                  <a:pt x="359792" y="44150"/>
                </a:lnTo>
                <a:lnTo>
                  <a:pt x="359483" y="43567"/>
                </a:lnTo>
                <a:lnTo>
                  <a:pt x="359159" y="42995"/>
                </a:lnTo>
                <a:lnTo>
                  <a:pt x="358819" y="42435"/>
                </a:lnTo>
                <a:lnTo>
                  <a:pt x="358464" y="41887"/>
                </a:lnTo>
                <a:lnTo>
                  <a:pt x="358093" y="41350"/>
                </a:lnTo>
                <a:lnTo>
                  <a:pt x="357710" y="40824"/>
                </a:lnTo>
                <a:lnTo>
                  <a:pt x="357315" y="40309"/>
                </a:lnTo>
                <a:lnTo>
                  <a:pt x="356909" y="39806"/>
                </a:lnTo>
                <a:lnTo>
                  <a:pt x="356492" y="39313"/>
                </a:lnTo>
                <a:lnTo>
                  <a:pt x="356064" y="38831"/>
                </a:lnTo>
                <a:lnTo>
                  <a:pt x="355625" y="38360"/>
                </a:lnTo>
                <a:lnTo>
                  <a:pt x="355176" y="37901"/>
                </a:lnTo>
                <a:lnTo>
                  <a:pt x="354715" y="37452"/>
                </a:lnTo>
                <a:lnTo>
                  <a:pt x="354243" y="37014"/>
                </a:lnTo>
                <a:lnTo>
                  <a:pt x="353761" y="36587"/>
                </a:lnTo>
                <a:lnTo>
                  <a:pt x="353267" y="36172"/>
                </a:lnTo>
                <a:lnTo>
                  <a:pt x="352763" y="35767"/>
                </a:lnTo>
                <a:lnTo>
                  <a:pt x="352247" y="35373"/>
                </a:lnTo>
                <a:lnTo>
                  <a:pt x="351721" y="34991"/>
                </a:lnTo>
                <a:lnTo>
                  <a:pt x="351183" y="34619"/>
                </a:lnTo>
                <a:lnTo>
                  <a:pt x="350635" y="34258"/>
                </a:lnTo>
                <a:lnTo>
                  <a:pt x="350076" y="33908"/>
                </a:lnTo>
                <a:lnTo>
                  <a:pt x="349506" y="33570"/>
                </a:lnTo>
                <a:lnTo>
                  <a:pt x="348924" y="33242"/>
                </a:lnTo>
                <a:lnTo>
                  <a:pt x="348332" y="32925"/>
                </a:lnTo>
                <a:lnTo>
                  <a:pt x="347729" y="32619"/>
                </a:lnTo>
                <a:lnTo>
                  <a:pt x="347115" y="32325"/>
                </a:lnTo>
                <a:lnTo>
                  <a:pt x="346490" y="32041"/>
                </a:lnTo>
                <a:lnTo>
                  <a:pt x="345854" y="31768"/>
                </a:lnTo>
                <a:lnTo>
                  <a:pt x="345209" y="31506"/>
                </a:lnTo>
                <a:lnTo>
                  <a:pt x="344558" y="31256"/>
                </a:lnTo>
                <a:lnTo>
                  <a:pt x="343900" y="31016"/>
                </a:lnTo>
                <a:lnTo>
                  <a:pt x="343237" y="30788"/>
                </a:lnTo>
                <a:lnTo>
                  <a:pt x="342566" y="30570"/>
                </a:lnTo>
                <a:lnTo>
                  <a:pt x="341889" y="30364"/>
                </a:lnTo>
                <a:lnTo>
                  <a:pt x="341206" y="30169"/>
                </a:lnTo>
                <a:lnTo>
                  <a:pt x="340517" y="29985"/>
                </a:lnTo>
                <a:lnTo>
                  <a:pt x="339821" y="29813"/>
                </a:lnTo>
                <a:lnTo>
                  <a:pt x="339118" y="29651"/>
                </a:lnTo>
                <a:lnTo>
                  <a:pt x="338409" y="29501"/>
                </a:lnTo>
                <a:lnTo>
                  <a:pt x="337694" y="29361"/>
                </a:lnTo>
                <a:lnTo>
                  <a:pt x="336972" y="29233"/>
                </a:lnTo>
                <a:lnTo>
                  <a:pt x="336244" y="29116"/>
                </a:lnTo>
                <a:lnTo>
                  <a:pt x="335510" y="29011"/>
                </a:lnTo>
                <a:lnTo>
                  <a:pt x="334769" y="28916"/>
                </a:lnTo>
                <a:lnTo>
                  <a:pt x="334022" y="28832"/>
                </a:lnTo>
                <a:lnTo>
                  <a:pt x="333268" y="28760"/>
                </a:lnTo>
                <a:lnTo>
                  <a:pt x="332508" y="28699"/>
                </a:lnTo>
                <a:lnTo>
                  <a:pt x="331741" y="28648"/>
                </a:lnTo>
                <a:lnTo>
                  <a:pt x="330968" y="28609"/>
                </a:lnTo>
                <a:lnTo>
                  <a:pt x="330189" y="28582"/>
                </a:lnTo>
                <a:lnTo>
                  <a:pt x="329403" y="28565"/>
                </a:lnTo>
                <a:lnTo>
                  <a:pt x="328611" y="28559"/>
                </a:lnTo>
                <a:lnTo>
                  <a:pt x="327698" y="28567"/>
                </a:lnTo>
                <a:lnTo>
                  <a:pt x="326793" y="28589"/>
                </a:lnTo>
                <a:lnTo>
                  <a:pt x="325898" y="28626"/>
                </a:lnTo>
                <a:lnTo>
                  <a:pt x="325011" y="28678"/>
                </a:lnTo>
                <a:lnTo>
                  <a:pt x="324132" y="28744"/>
                </a:lnTo>
                <a:lnTo>
                  <a:pt x="323263" y="28826"/>
                </a:lnTo>
                <a:lnTo>
                  <a:pt x="322402" y="28922"/>
                </a:lnTo>
                <a:lnTo>
                  <a:pt x="321550" y="29033"/>
                </a:lnTo>
                <a:lnTo>
                  <a:pt x="320706" y="29159"/>
                </a:lnTo>
                <a:lnTo>
                  <a:pt x="319872" y="29299"/>
                </a:lnTo>
                <a:lnTo>
                  <a:pt x="319045" y="29455"/>
                </a:lnTo>
                <a:lnTo>
                  <a:pt x="318228" y="29625"/>
                </a:lnTo>
                <a:lnTo>
                  <a:pt x="317419" y="29810"/>
                </a:lnTo>
                <a:lnTo>
                  <a:pt x="316619" y="30010"/>
                </a:lnTo>
                <a:lnTo>
                  <a:pt x="315828" y="30224"/>
                </a:lnTo>
                <a:lnTo>
                  <a:pt x="315045" y="30454"/>
                </a:lnTo>
                <a:lnTo>
                  <a:pt x="314271" y="30698"/>
                </a:lnTo>
                <a:lnTo>
                  <a:pt x="313506" y="30957"/>
                </a:lnTo>
                <a:lnTo>
                  <a:pt x="312749" y="31231"/>
                </a:lnTo>
                <a:lnTo>
                  <a:pt x="312001" y="31519"/>
                </a:lnTo>
                <a:lnTo>
                  <a:pt x="311262" y="31823"/>
                </a:lnTo>
                <a:lnTo>
                  <a:pt x="310531" y="32141"/>
                </a:lnTo>
                <a:lnTo>
                  <a:pt x="309810" y="32474"/>
                </a:lnTo>
                <a:lnTo>
                  <a:pt x="309096" y="32822"/>
                </a:lnTo>
                <a:lnTo>
                  <a:pt x="308394" y="33185"/>
                </a:lnTo>
                <a:lnTo>
                  <a:pt x="307705" y="33564"/>
                </a:lnTo>
                <a:lnTo>
                  <a:pt x="307028" y="33958"/>
                </a:lnTo>
                <a:lnTo>
                  <a:pt x="306365" y="34368"/>
                </a:lnTo>
                <a:lnTo>
                  <a:pt x="305714" y="34793"/>
                </a:lnTo>
                <a:lnTo>
                  <a:pt x="305077" y="35234"/>
                </a:lnTo>
                <a:lnTo>
                  <a:pt x="304452" y="35691"/>
                </a:lnTo>
                <a:lnTo>
                  <a:pt x="303840" y="36163"/>
                </a:lnTo>
                <a:lnTo>
                  <a:pt x="303242" y="36651"/>
                </a:lnTo>
                <a:lnTo>
                  <a:pt x="302656" y="37155"/>
                </a:lnTo>
                <a:lnTo>
                  <a:pt x="302083" y="37674"/>
                </a:lnTo>
                <a:lnTo>
                  <a:pt x="301524" y="38209"/>
                </a:lnTo>
                <a:lnTo>
                  <a:pt x="300977" y="38759"/>
                </a:lnTo>
                <a:lnTo>
                  <a:pt x="300443" y="39325"/>
                </a:lnTo>
                <a:lnTo>
                  <a:pt x="299922" y="39907"/>
                </a:lnTo>
                <a:lnTo>
                  <a:pt x="299414" y="40504"/>
                </a:lnTo>
                <a:lnTo>
                  <a:pt x="298919" y="41117"/>
                </a:lnTo>
                <a:lnTo>
                  <a:pt x="298437" y="41745"/>
                </a:lnTo>
                <a:lnTo>
                  <a:pt x="297968" y="42389"/>
                </a:lnTo>
                <a:lnTo>
                  <a:pt x="297512" y="43049"/>
                </a:lnTo>
                <a:lnTo>
                  <a:pt x="297069" y="43724"/>
                </a:lnTo>
                <a:lnTo>
                  <a:pt x="296639" y="44415"/>
                </a:lnTo>
                <a:lnTo>
                  <a:pt x="296222" y="45121"/>
                </a:lnTo>
                <a:lnTo>
                  <a:pt x="295817" y="45843"/>
                </a:lnTo>
                <a:lnTo>
                  <a:pt x="295428" y="46582"/>
                </a:lnTo>
                <a:lnTo>
                  <a:pt x="295055" y="47337"/>
                </a:lnTo>
                <a:lnTo>
                  <a:pt x="294699" y="48109"/>
                </a:lnTo>
                <a:lnTo>
                  <a:pt x="294359" y="48898"/>
                </a:lnTo>
                <a:lnTo>
                  <a:pt x="294036" y="49703"/>
                </a:lnTo>
                <a:lnTo>
                  <a:pt x="293729" y="50526"/>
                </a:lnTo>
                <a:lnTo>
                  <a:pt x="293439" y="51365"/>
                </a:lnTo>
                <a:lnTo>
                  <a:pt x="293166" y="52221"/>
                </a:lnTo>
                <a:lnTo>
                  <a:pt x="292909" y="53094"/>
                </a:lnTo>
                <a:lnTo>
                  <a:pt x="292669" y="53984"/>
                </a:lnTo>
                <a:lnTo>
                  <a:pt x="292445" y="54891"/>
                </a:lnTo>
                <a:lnTo>
                  <a:pt x="292238" y="55814"/>
                </a:lnTo>
                <a:lnTo>
                  <a:pt x="292047" y="56754"/>
                </a:lnTo>
                <a:lnTo>
                  <a:pt x="291873" y="57711"/>
                </a:lnTo>
                <a:lnTo>
                  <a:pt x="291716" y="58685"/>
                </a:lnTo>
                <a:lnTo>
                  <a:pt x="291575" y="59676"/>
                </a:lnTo>
                <a:lnTo>
                  <a:pt x="291451" y="60684"/>
                </a:lnTo>
                <a:lnTo>
                  <a:pt x="291343" y="61708"/>
                </a:lnTo>
                <a:lnTo>
                  <a:pt x="291252" y="62749"/>
                </a:lnTo>
                <a:lnTo>
                  <a:pt x="291177" y="63808"/>
                </a:lnTo>
                <a:lnTo>
                  <a:pt x="291119" y="64882"/>
                </a:lnTo>
                <a:lnTo>
                  <a:pt x="291078" y="65974"/>
                </a:lnTo>
                <a:lnTo>
                  <a:pt x="291053" y="67083"/>
                </a:lnTo>
                <a:lnTo>
                  <a:pt x="291045" y="68208"/>
                </a:lnTo>
                <a:lnTo>
                  <a:pt x="291053" y="69334"/>
                </a:lnTo>
                <a:lnTo>
                  <a:pt x="291079" y="70442"/>
                </a:lnTo>
                <a:lnTo>
                  <a:pt x="291123" y="71532"/>
                </a:lnTo>
                <a:lnTo>
                  <a:pt x="291184" y="72605"/>
                </a:lnTo>
                <a:lnTo>
                  <a:pt x="291262" y="73661"/>
                </a:lnTo>
                <a:lnTo>
                  <a:pt x="291357" y="74700"/>
                </a:lnTo>
                <a:lnTo>
                  <a:pt x="291470" y="75721"/>
                </a:lnTo>
                <a:lnTo>
                  <a:pt x="291601" y="76724"/>
                </a:lnTo>
                <a:lnTo>
                  <a:pt x="291748" y="77711"/>
                </a:lnTo>
                <a:lnTo>
                  <a:pt x="291913" y="78680"/>
                </a:lnTo>
                <a:lnTo>
                  <a:pt x="292096" y="79631"/>
                </a:lnTo>
                <a:lnTo>
                  <a:pt x="292296" y="80565"/>
                </a:lnTo>
                <a:lnTo>
                  <a:pt x="292513" y="81482"/>
                </a:lnTo>
                <a:lnTo>
                  <a:pt x="292747" y="82381"/>
                </a:lnTo>
                <a:lnTo>
                  <a:pt x="292999" y="83263"/>
                </a:lnTo>
                <a:lnTo>
                  <a:pt x="293269" y="84128"/>
                </a:lnTo>
                <a:lnTo>
                  <a:pt x="293555" y="84975"/>
                </a:lnTo>
                <a:lnTo>
                  <a:pt x="293859" y="85805"/>
                </a:lnTo>
                <a:lnTo>
                  <a:pt x="294181" y="86618"/>
                </a:lnTo>
                <a:lnTo>
                  <a:pt x="294519" y="87413"/>
                </a:lnTo>
                <a:lnTo>
                  <a:pt x="294876" y="88190"/>
                </a:lnTo>
                <a:lnTo>
                  <a:pt x="295249" y="88951"/>
                </a:lnTo>
                <a:lnTo>
                  <a:pt x="295640" y="89694"/>
                </a:lnTo>
                <a:lnTo>
                  <a:pt x="296048" y="90419"/>
                </a:lnTo>
                <a:lnTo>
                  <a:pt x="296471" y="91128"/>
                </a:lnTo>
                <a:lnTo>
                  <a:pt x="296907" y="91821"/>
                </a:lnTo>
                <a:lnTo>
                  <a:pt x="297355" y="92499"/>
                </a:lnTo>
                <a:lnTo>
                  <a:pt x="297815" y="93161"/>
                </a:lnTo>
                <a:lnTo>
                  <a:pt x="298287" y="93807"/>
                </a:lnTo>
                <a:lnTo>
                  <a:pt x="298772" y="94437"/>
                </a:lnTo>
                <a:lnTo>
                  <a:pt x="299268" y="95051"/>
                </a:lnTo>
                <a:lnTo>
                  <a:pt x="299778" y="95650"/>
                </a:lnTo>
                <a:lnTo>
                  <a:pt x="300299" y="96233"/>
                </a:lnTo>
                <a:lnTo>
                  <a:pt x="300833" y="96801"/>
                </a:lnTo>
                <a:lnTo>
                  <a:pt x="301379" y="97352"/>
                </a:lnTo>
                <a:lnTo>
                  <a:pt x="301937" y="97888"/>
                </a:lnTo>
                <a:lnTo>
                  <a:pt x="302508" y="98408"/>
                </a:lnTo>
                <a:lnTo>
                  <a:pt x="303091" y="98912"/>
                </a:lnTo>
                <a:lnTo>
                  <a:pt x="303686" y="99401"/>
                </a:lnTo>
                <a:lnTo>
                  <a:pt x="304294" y="99874"/>
                </a:lnTo>
                <a:lnTo>
                  <a:pt x="304914" y="100331"/>
                </a:lnTo>
                <a:lnTo>
                  <a:pt x="305546" y="100772"/>
                </a:lnTo>
                <a:lnTo>
                  <a:pt x="306190" y="101198"/>
                </a:lnTo>
                <a:lnTo>
                  <a:pt x="306847" y="101607"/>
                </a:lnTo>
                <a:lnTo>
                  <a:pt x="307516" y="102002"/>
                </a:lnTo>
                <a:lnTo>
                  <a:pt x="308197" y="102380"/>
                </a:lnTo>
                <a:lnTo>
                  <a:pt x="308891" y="102743"/>
                </a:lnTo>
                <a:lnTo>
                  <a:pt x="309597" y="103089"/>
                </a:lnTo>
                <a:lnTo>
                  <a:pt x="310312" y="103421"/>
                </a:lnTo>
                <a:lnTo>
                  <a:pt x="311034" y="103739"/>
                </a:lnTo>
                <a:lnTo>
                  <a:pt x="311763" y="104042"/>
                </a:lnTo>
                <a:lnTo>
                  <a:pt x="312498" y="104332"/>
                </a:lnTo>
                <a:lnTo>
                  <a:pt x="313240" y="104607"/>
                </a:lnTo>
                <a:lnTo>
                  <a:pt x="313989" y="104868"/>
                </a:lnTo>
                <a:lnTo>
                  <a:pt x="314745" y="105115"/>
                </a:lnTo>
                <a:lnTo>
                  <a:pt x="315507" y="105348"/>
                </a:lnTo>
                <a:lnTo>
                  <a:pt x="316276" y="105567"/>
                </a:lnTo>
                <a:lnTo>
                  <a:pt x="317051" y="105771"/>
                </a:lnTo>
                <a:lnTo>
                  <a:pt x="317834" y="105962"/>
                </a:lnTo>
                <a:lnTo>
                  <a:pt x="318622" y="106138"/>
                </a:lnTo>
                <a:lnTo>
                  <a:pt x="319418" y="106301"/>
                </a:lnTo>
                <a:lnTo>
                  <a:pt x="320220" y="106449"/>
                </a:lnTo>
                <a:lnTo>
                  <a:pt x="321029" y="106583"/>
                </a:lnTo>
                <a:lnTo>
                  <a:pt x="321845" y="106703"/>
                </a:lnTo>
                <a:lnTo>
                  <a:pt x="322667" y="106809"/>
                </a:lnTo>
                <a:lnTo>
                  <a:pt x="323496" y="106901"/>
                </a:lnTo>
                <a:lnTo>
                  <a:pt x="324332" y="106978"/>
                </a:lnTo>
                <a:lnTo>
                  <a:pt x="325174" y="107042"/>
                </a:lnTo>
                <a:lnTo>
                  <a:pt x="326023" y="107091"/>
                </a:lnTo>
                <a:lnTo>
                  <a:pt x="326879" y="107127"/>
                </a:lnTo>
                <a:lnTo>
                  <a:pt x="327741" y="107148"/>
                </a:lnTo>
                <a:lnTo>
                  <a:pt x="328611" y="107155"/>
                </a:lnTo>
                <a:lnTo>
                  <a:pt x="329441" y="107149"/>
                </a:lnTo>
                <a:lnTo>
                  <a:pt x="330263" y="107130"/>
                </a:lnTo>
                <a:lnTo>
                  <a:pt x="331077" y="107100"/>
                </a:lnTo>
                <a:lnTo>
                  <a:pt x="331884" y="107057"/>
                </a:lnTo>
                <a:lnTo>
                  <a:pt x="332683" y="107002"/>
                </a:lnTo>
                <a:close/>
                <a:moveTo>
                  <a:pt x="550952" y="107028"/>
                </a:moveTo>
                <a:lnTo>
                  <a:pt x="551756" y="106972"/>
                </a:lnTo>
                <a:lnTo>
                  <a:pt x="552551" y="106906"/>
                </a:lnTo>
                <a:lnTo>
                  <a:pt x="553337" y="106830"/>
                </a:lnTo>
                <a:lnTo>
                  <a:pt x="554114" y="106743"/>
                </a:lnTo>
                <a:lnTo>
                  <a:pt x="554882" y="106647"/>
                </a:lnTo>
                <a:lnTo>
                  <a:pt x="555641" y="106540"/>
                </a:lnTo>
                <a:lnTo>
                  <a:pt x="556391" y="106424"/>
                </a:lnTo>
                <a:lnTo>
                  <a:pt x="557133" y="106297"/>
                </a:lnTo>
                <a:lnTo>
                  <a:pt x="557865" y="106159"/>
                </a:lnTo>
                <a:lnTo>
                  <a:pt x="558588" y="106012"/>
                </a:lnTo>
                <a:lnTo>
                  <a:pt x="559303" y="105855"/>
                </a:lnTo>
                <a:lnTo>
                  <a:pt x="560008" y="105687"/>
                </a:lnTo>
                <a:lnTo>
                  <a:pt x="560705" y="105509"/>
                </a:lnTo>
                <a:lnTo>
                  <a:pt x="561392" y="105322"/>
                </a:lnTo>
                <a:lnTo>
                  <a:pt x="562071" y="105123"/>
                </a:lnTo>
                <a:lnTo>
                  <a:pt x="562740" y="104915"/>
                </a:lnTo>
                <a:lnTo>
                  <a:pt x="563401" y="104697"/>
                </a:lnTo>
                <a:lnTo>
                  <a:pt x="564053" y="104468"/>
                </a:lnTo>
                <a:lnTo>
                  <a:pt x="564696" y="104230"/>
                </a:lnTo>
                <a:lnTo>
                  <a:pt x="565328" y="103981"/>
                </a:lnTo>
                <a:lnTo>
                  <a:pt x="565950" y="103721"/>
                </a:lnTo>
                <a:lnTo>
                  <a:pt x="566560" y="103451"/>
                </a:lnTo>
                <a:lnTo>
                  <a:pt x="567159" y="103171"/>
                </a:lnTo>
                <a:lnTo>
                  <a:pt x="567747" y="102881"/>
                </a:lnTo>
                <a:lnTo>
                  <a:pt x="568323" y="102579"/>
                </a:lnTo>
                <a:lnTo>
                  <a:pt x="568888" y="102268"/>
                </a:lnTo>
                <a:lnTo>
                  <a:pt x="569443" y="101946"/>
                </a:lnTo>
                <a:lnTo>
                  <a:pt x="569985" y="101614"/>
                </a:lnTo>
                <a:lnTo>
                  <a:pt x="570517" y="101271"/>
                </a:lnTo>
                <a:lnTo>
                  <a:pt x="571037" y="100918"/>
                </a:lnTo>
                <a:lnTo>
                  <a:pt x="571547" y="100554"/>
                </a:lnTo>
                <a:lnTo>
                  <a:pt x="572045" y="100180"/>
                </a:lnTo>
                <a:lnTo>
                  <a:pt x="572531" y="99795"/>
                </a:lnTo>
                <a:lnTo>
                  <a:pt x="573007" y="99400"/>
                </a:lnTo>
                <a:lnTo>
                  <a:pt x="573471" y="98995"/>
                </a:lnTo>
                <a:lnTo>
                  <a:pt x="573924" y="98579"/>
                </a:lnTo>
                <a:lnTo>
                  <a:pt x="574366" y="98153"/>
                </a:lnTo>
                <a:lnTo>
                  <a:pt x="574797" y="97716"/>
                </a:lnTo>
                <a:lnTo>
                  <a:pt x="575216" y="97269"/>
                </a:lnTo>
                <a:lnTo>
                  <a:pt x="575624" y="96812"/>
                </a:lnTo>
                <a:lnTo>
                  <a:pt x="576021" y="96344"/>
                </a:lnTo>
                <a:lnTo>
                  <a:pt x="576407" y="95866"/>
                </a:lnTo>
                <a:lnTo>
                  <a:pt x="576781" y="95377"/>
                </a:lnTo>
                <a:lnTo>
                  <a:pt x="577143" y="94878"/>
                </a:lnTo>
                <a:lnTo>
                  <a:pt x="577491" y="94369"/>
                </a:lnTo>
                <a:lnTo>
                  <a:pt x="577825" y="93849"/>
                </a:lnTo>
                <a:lnTo>
                  <a:pt x="578144" y="93319"/>
                </a:lnTo>
                <a:lnTo>
                  <a:pt x="578450" y="92779"/>
                </a:lnTo>
                <a:lnTo>
                  <a:pt x="578742" y="92228"/>
                </a:lnTo>
                <a:lnTo>
                  <a:pt x="579019" y="91667"/>
                </a:lnTo>
                <a:lnTo>
                  <a:pt x="579283" y="91096"/>
                </a:lnTo>
                <a:lnTo>
                  <a:pt x="579533" y="90515"/>
                </a:lnTo>
                <a:lnTo>
                  <a:pt x="579768" y="89923"/>
                </a:lnTo>
                <a:lnTo>
                  <a:pt x="579990" y="89321"/>
                </a:lnTo>
                <a:lnTo>
                  <a:pt x="580197" y="88709"/>
                </a:lnTo>
                <a:lnTo>
                  <a:pt x="580391" y="88086"/>
                </a:lnTo>
                <a:lnTo>
                  <a:pt x="580570" y="87453"/>
                </a:lnTo>
                <a:lnTo>
                  <a:pt x="580735" y="86810"/>
                </a:lnTo>
                <a:lnTo>
                  <a:pt x="580887" y="86157"/>
                </a:lnTo>
                <a:lnTo>
                  <a:pt x="581024" y="85493"/>
                </a:lnTo>
                <a:lnTo>
                  <a:pt x="581147" y="84819"/>
                </a:lnTo>
                <a:lnTo>
                  <a:pt x="581257" y="84135"/>
                </a:lnTo>
                <a:lnTo>
                  <a:pt x="581352" y="83440"/>
                </a:lnTo>
                <a:lnTo>
                  <a:pt x="581433" y="82735"/>
                </a:lnTo>
                <a:lnTo>
                  <a:pt x="581500" y="82020"/>
                </a:lnTo>
                <a:lnTo>
                  <a:pt x="581553" y="81294"/>
                </a:lnTo>
                <a:lnTo>
                  <a:pt x="581592" y="80559"/>
                </a:lnTo>
                <a:lnTo>
                  <a:pt x="561501" y="80559"/>
                </a:lnTo>
                <a:lnTo>
                  <a:pt x="561488" y="81043"/>
                </a:lnTo>
                <a:lnTo>
                  <a:pt x="561461" y="81517"/>
                </a:lnTo>
                <a:lnTo>
                  <a:pt x="561420" y="81981"/>
                </a:lnTo>
                <a:lnTo>
                  <a:pt x="561366" y="82435"/>
                </a:lnTo>
                <a:lnTo>
                  <a:pt x="561298" y="82879"/>
                </a:lnTo>
                <a:lnTo>
                  <a:pt x="561217" y="83312"/>
                </a:lnTo>
                <a:lnTo>
                  <a:pt x="561122" y="83736"/>
                </a:lnTo>
                <a:lnTo>
                  <a:pt x="561013" y="84150"/>
                </a:lnTo>
                <a:lnTo>
                  <a:pt x="560891" y="84554"/>
                </a:lnTo>
                <a:lnTo>
                  <a:pt x="560755" y="84947"/>
                </a:lnTo>
                <a:lnTo>
                  <a:pt x="560606" y="85331"/>
                </a:lnTo>
                <a:lnTo>
                  <a:pt x="560442" y="85704"/>
                </a:lnTo>
                <a:lnTo>
                  <a:pt x="560266" y="86068"/>
                </a:lnTo>
                <a:lnTo>
                  <a:pt x="560075" y="86421"/>
                </a:lnTo>
                <a:lnTo>
                  <a:pt x="559871" y="86764"/>
                </a:lnTo>
                <a:lnTo>
                  <a:pt x="559653" y="87098"/>
                </a:lnTo>
                <a:lnTo>
                  <a:pt x="559422" y="87421"/>
                </a:lnTo>
                <a:lnTo>
                  <a:pt x="559177" y="87734"/>
                </a:lnTo>
                <a:lnTo>
                  <a:pt x="558918" y="88037"/>
                </a:lnTo>
                <a:lnTo>
                  <a:pt x="558646" y="88330"/>
                </a:lnTo>
                <a:lnTo>
                  <a:pt x="558360" y="88613"/>
                </a:lnTo>
                <a:lnTo>
                  <a:pt x="558061" y="88886"/>
                </a:lnTo>
                <a:lnTo>
                  <a:pt x="557748" y="89149"/>
                </a:lnTo>
                <a:lnTo>
                  <a:pt x="557421" y="89402"/>
                </a:lnTo>
                <a:lnTo>
                  <a:pt x="557083" y="89644"/>
                </a:lnTo>
                <a:lnTo>
                  <a:pt x="556736" y="89876"/>
                </a:lnTo>
                <a:lnTo>
                  <a:pt x="556379" y="90098"/>
                </a:lnTo>
                <a:lnTo>
                  <a:pt x="556014" y="90310"/>
                </a:lnTo>
                <a:lnTo>
                  <a:pt x="555640" y="90511"/>
                </a:lnTo>
                <a:lnTo>
                  <a:pt x="555256" y="90702"/>
                </a:lnTo>
                <a:lnTo>
                  <a:pt x="554863" y="90883"/>
                </a:lnTo>
                <a:lnTo>
                  <a:pt x="554462" y="91053"/>
                </a:lnTo>
                <a:lnTo>
                  <a:pt x="554051" y="91213"/>
                </a:lnTo>
                <a:lnTo>
                  <a:pt x="553631" y="91363"/>
                </a:lnTo>
                <a:lnTo>
                  <a:pt x="553202" y="91502"/>
                </a:lnTo>
                <a:lnTo>
                  <a:pt x="552764" y="91632"/>
                </a:lnTo>
                <a:lnTo>
                  <a:pt x="552317" y="91750"/>
                </a:lnTo>
                <a:lnTo>
                  <a:pt x="551860" y="91859"/>
                </a:lnTo>
                <a:lnTo>
                  <a:pt x="551395" y="91957"/>
                </a:lnTo>
                <a:lnTo>
                  <a:pt x="550921" y="92044"/>
                </a:lnTo>
                <a:lnTo>
                  <a:pt x="550437" y="92122"/>
                </a:lnTo>
                <a:lnTo>
                  <a:pt x="549944" y="92189"/>
                </a:lnTo>
                <a:lnTo>
                  <a:pt x="549443" y="92246"/>
                </a:lnTo>
                <a:lnTo>
                  <a:pt x="548932" y="92292"/>
                </a:lnTo>
                <a:lnTo>
                  <a:pt x="548412" y="92328"/>
                </a:lnTo>
                <a:lnTo>
                  <a:pt x="547883" y="92354"/>
                </a:lnTo>
                <a:lnTo>
                  <a:pt x="547345" y="92370"/>
                </a:lnTo>
                <a:lnTo>
                  <a:pt x="546798" y="92375"/>
                </a:lnTo>
                <a:lnTo>
                  <a:pt x="546270" y="92370"/>
                </a:lnTo>
                <a:lnTo>
                  <a:pt x="545750" y="92355"/>
                </a:lnTo>
                <a:lnTo>
                  <a:pt x="545239" y="92330"/>
                </a:lnTo>
                <a:lnTo>
                  <a:pt x="544737" y="92295"/>
                </a:lnTo>
                <a:lnTo>
                  <a:pt x="544243" y="92250"/>
                </a:lnTo>
                <a:lnTo>
                  <a:pt x="543757" y="92195"/>
                </a:lnTo>
                <a:lnTo>
                  <a:pt x="543280" y="92131"/>
                </a:lnTo>
                <a:lnTo>
                  <a:pt x="542812" y="92056"/>
                </a:lnTo>
                <a:lnTo>
                  <a:pt x="542352" y="91971"/>
                </a:lnTo>
                <a:lnTo>
                  <a:pt x="541901" y="91876"/>
                </a:lnTo>
                <a:lnTo>
                  <a:pt x="541459" y="91771"/>
                </a:lnTo>
                <a:lnTo>
                  <a:pt x="541024" y="91657"/>
                </a:lnTo>
                <a:lnTo>
                  <a:pt x="540599" y="91532"/>
                </a:lnTo>
                <a:lnTo>
                  <a:pt x="540182" y="91397"/>
                </a:lnTo>
                <a:lnTo>
                  <a:pt x="539774" y="91253"/>
                </a:lnTo>
                <a:lnTo>
                  <a:pt x="539374" y="91098"/>
                </a:lnTo>
                <a:lnTo>
                  <a:pt x="538982" y="90934"/>
                </a:lnTo>
                <a:lnTo>
                  <a:pt x="538600" y="90759"/>
                </a:lnTo>
                <a:lnTo>
                  <a:pt x="538225" y="90575"/>
                </a:lnTo>
                <a:lnTo>
                  <a:pt x="537860" y="90380"/>
                </a:lnTo>
                <a:lnTo>
                  <a:pt x="537503" y="90176"/>
                </a:lnTo>
                <a:lnTo>
                  <a:pt x="537154" y="89961"/>
                </a:lnTo>
                <a:lnTo>
                  <a:pt x="536814" y="89737"/>
                </a:lnTo>
                <a:lnTo>
                  <a:pt x="536483" y="89503"/>
                </a:lnTo>
                <a:lnTo>
                  <a:pt x="536159" y="89260"/>
                </a:lnTo>
                <a:lnTo>
                  <a:pt x="535843" y="89011"/>
                </a:lnTo>
                <a:lnTo>
                  <a:pt x="535534" y="88755"/>
                </a:lnTo>
                <a:lnTo>
                  <a:pt x="535233" y="88493"/>
                </a:lnTo>
                <a:lnTo>
                  <a:pt x="534939" y="88225"/>
                </a:lnTo>
                <a:lnTo>
                  <a:pt x="534652" y="87950"/>
                </a:lnTo>
                <a:lnTo>
                  <a:pt x="534373" y="87668"/>
                </a:lnTo>
                <a:lnTo>
                  <a:pt x="534101" y="87381"/>
                </a:lnTo>
                <a:lnTo>
                  <a:pt x="533836" y="87086"/>
                </a:lnTo>
                <a:lnTo>
                  <a:pt x="533579" y="86786"/>
                </a:lnTo>
                <a:lnTo>
                  <a:pt x="533329" y="86479"/>
                </a:lnTo>
                <a:lnTo>
                  <a:pt x="533086" y="86165"/>
                </a:lnTo>
                <a:lnTo>
                  <a:pt x="532851" y="85846"/>
                </a:lnTo>
                <a:lnTo>
                  <a:pt x="532623" y="85519"/>
                </a:lnTo>
                <a:lnTo>
                  <a:pt x="532402" y="85187"/>
                </a:lnTo>
                <a:lnTo>
                  <a:pt x="532189" y="84847"/>
                </a:lnTo>
                <a:lnTo>
                  <a:pt x="531983" y="84502"/>
                </a:lnTo>
                <a:lnTo>
                  <a:pt x="531785" y="84150"/>
                </a:lnTo>
                <a:lnTo>
                  <a:pt x="531593" y="83792"/>
                </a:lnTo>
                <a:lnTo>
                  <a:pt x="531410" y="83427"/>
                </a:lnTo>
                <a:lnTo>
                  <a:pt x="531233" y="83056"/>
                </a:lnTo>
                <a:lnTo>
                  <a:pt x="531064" y="82678"/>
                </a:lnTo>
                <a:lnTo>
                  <a:pt x="530902" y="82294"/>
                </a:lnTo>
                <a:lnTo>
                  <a:pt x="530748" y="81903"/>
                </a:lnTo>
                <a:lnTo>
                  <a:pt x="530600" y="81508"/>
                </a:lnTo>
                <a:lnTo>
                  <a:pt x="530458" y="81111"/>
                </a:lnTo>
                <a:lnTo>
                  <a:pt x="530321" y="80711"/>
                </a:lnTo>
                <a:lnTo>
                  <a:pt x="530191" y="80309"/>
                </a:lnTo>
                <a:lnTo>
                  <a:pt x="530066" y="79904"/>
                </a:lnTo>
                <a:lnTo>
                  <a:pt x="529947" y="79497"/>
                </a:lnTo>
                <a:lnTo>
                  <a:pt x="529833" y="79087"/>
                </a:lnTo>
                <a:lnTo>
                  <a:pt x="529726" y="78675"/>
                </a:lnTo>
                <a:lnTo>
                  <a:pt x="529624" y="78260"/>
                </a:lnTo>
                <a:lnTo>
                  <a:pt x="529528" y="77843"/>
                </a:lnTo>
                <a:lnTo>
                  <a:pt x="529437" y="77423"/>
                </a:lnTo>
                <a:lnTo>
                  <a:pt x="529352" y="77001"/>
                </a:lnTo>
                <a:lnTo>
                  <a:pt x="529274" y="76577"/>
                </a:lnTo>
                <a:lnTo>
                  <a:pt x="529200" y="76150"/>
                </a:lnTo>
                <a:lnTo>
                  <a:pt x="529133" y="75720"/>
                </a:lnTo>
                <a:lnTo>
                  <a:pt x="529071" y="75288"/>
                </a:lnTo>
                <a:lnTo>
                  <a:pt x="529015" y="74854"/>
                </a:lnTo>
                <a:lnTo>
                  <a:pt x="528965" y="74417"/>
                </a:lnTo>
                <a:lnTo>
                  <a:pt x="528921" y="73978"/>
                </a:lnTo>
                <a:lnTo>
                  <a:pt x="528882" y="73536"/>
                </a:lnTo>
                <a:lnTo>
                  <a:pt x="528849" y="73092"/>
                </a:lnTo>
                <a:lnTo>
                  <a:pt x="528822" y="72645"/>
                </a:lnTo>
                <a:lnTo>
                  <a:pt x="528800" y="72196"/>
                </a:lnTo>
                <a:lnTo>
                  <a:pt x="528785" y="71744"/>
                </a:lnTo>
                <a:lnTo>
                  <a:pt x="581515" y="71744"/>
                </a:lnTo>
                <a:lnTo>
                  <a:pt x="581528" y="71672"/>
                </a:lnTo>
                <a:lnTo>
                  <a:pt x="581541" y="71597"/>
                </a:lnTo>
                <a:lnTo>
                  <a:pt x="581553" y="71519"/>
                </a:lnTo>
                <a:lnTo>
                  <a:pt x="581565" y="71439"/>
                </a:lnTo>
                <a:lnTo>
                  <a:pt x="581576" y="71356"/>
                </a:lnTo>
                <a:lnTo>
                  <a:pt x="581588" y="71270"/>
                </a:lnTo>
                <a:lnTo>
                  <a:pt x="581599" y="71182"/>
                </a:lnTo>
                <a:lnTo>
                  <a:pt x="581610" y="71091"/>
                </a:lnTo>
                <a:lnTo>
                  <a:pt x="581620" y="70998"/>
                </a:lnTo>
                <a:lnTo>
                  <a:pt x="581630" y="70903"/>
                </a:lnTo>
                <a:lnTo>
                  <a:pt x="581640" y="70804"/>
                </a:lnTo>
                <a:lnTo>
                  <a:pt x="581650" y="70703"/>
                </a:lnTo>
                <a:lnTo>
                  <a:pt x="581660" y="70600"/>
                </a:lnTo>
                <a:lnTo>
                  <a:pt x="581669" y="70494"/>
                </a:lnTo>
                <a:lnTo>
                  <a:pt x="581678" y="70386"/>
                </a:lnTo>
                <a:lnTo>
                  <a:pt x="581686" y="70274"/>
                </a:lnTo>
                <a:lnTo>
                  <a:pt x="581695" y="70161"/>
                </a:lnTo>
                <a:lnTo>
                  <a:pt x="581703" y="70044"/>
                </a:lnTo>
                <a:lnTo>
                  <a:pt x="581711" y="69926"/>
                </a:lnTo>
                <a:lnTo>
                  <a:pt x="581719" y="69804"/>
                </a:lnTo>
                <a:lnTo>
                  <a:pt x="581726" y="69680"/>
                </a:lnTo>
                <a:lnTo>
                  <a:pt x="581733" y="69554"/>
                </a:lnTo>
                <a:lnTo>
                  <a:pt x="581740" y="69425"/>
                </a:lnTo>
                <a:lnTo>
                  <a:pt x="581746" y="69293"/>
                </a:lnTo>
                <a:lnTo>
                  <a:pt x="581753" y="69161"/>
                </a:lnTo>
                <a:lnTo>
                  <a:pt x="581759" y="69032"/>
                </a:lnTo>
                <a:lnTo>
                  <a:pt x="581764" y="68905"/>
                </a:lnTo>
                <a:lnTo>
                  <a:pt x="581770" y="68780"/>
                </a:lnTo>
                <a:lnTo>
                  <a:pt x="581775" y="68657"/>
                </a:lnTo>
                <a:lnTo>
                  <a:pt x="581780" y="68537"/>
                </a:lnTo>
                <a:lnTo>
                  <a:pt x="581785" y="68419"/>
                </a:lnTo>
                <a:lnTo>
                  <a:pt x="581789" y="68303"/>
                </a:lnTo>
                <a:lnTo>
                  <a:pt x="581793" y="68190"/>
                </a:lnTo>
                <a:lnTo>
                  <a:pt x="581797" y="68079"/>
                </a:lnTo>
                <a:lnTo>
                  <a:pt x="581801" y="67970"/>
                </a:lnTo>
                <a:lnTo>
                  <a:pt x="581804" y="67864"/>
                </a:lnTo>
                <a:lnTo>
                  <a:pt x="581807" y="67759"/>
                </a:lnTo>
                <a:lnTo>
                  <a:pt x="581810" y="67658"/>
                </a:lnTo>
                <a:lnTo>
                  <a:pt x="581813" y="67558"/>
                </a:lnTo>
                <a:lnTo>
                  <a:pt x="581815" y="67461"/>
                </a:lnTo>
                <a:lnTo>
                  <a:pt x="581817" y="67366"/>
                </a:lnTo>
                <a:lnTo>
                  <a:pt x="581819" y="67273"/>
                </a:lnTo>
                <a:lnTo>
                  <a:pt x="581820" y="67183"/>
                </a:lnTo>
                <a:lnTo>
                  <a:pt x="581821" y="67094"/>
                </a:lnTo>
                <a:lnTo>
                  <a:pt x="581822" y="67009"/>
                </a:lnTo>
                <a:lnTo>
                  <a:pt x="581823" y="66925"/>
                </a:lnTo>
                <a:lnTo>
                  <a:pt x="581823" y="66844"/>
                </a:lnTo>
                <a:lnTo>
                  <a:pt x="581823" y="66765"/>
                </a:lnTo>
                <a:lnTo>
                  <a:pt x="581806" y="65249"/>
                </a:lnTo>
                <a:lnTo>
                  <a:pt x="581756" y="63763"/>
                </a:lnTo>
                <a:lnTo>
                  <a:pt x="581671" y="62306"/>
                </a:lnTo>
                <a:lnTo>
                  <a:pt x="581553" y="60878"/>
                </a:lnTo>
                <a:lnTo>
                  <a:pt x="581401" y="59480"/>
                </a:lnTo>
                <a:lnTo>
                  <a:pt x="581215" y="58110"/>
                </a:lnTo>
                <a:lnTo>
                  <a:pt x="580995" y="56771"/>
                </a:lnTo>
                <a:lnTo>
                  <a:pt x="580741" y="55460"/>
                </a:lnTo>
                <a:lnTo>
                  <a:pt x="580454" y="54179"/>
                </a:lnTo>
                <a:lnTo>
                  <a:pt x="580133" y="52927"/>
                </a:lnTo>
                <a:lnTo>
                  <a:pt x="579778" y="51705"/>
                </a:lnTo>
                <a:lnTo>
                  <a:pt x="579389" y="50511"/>
                </a:lnTo>
                <a:lnTo>
                  <a:pt x="578966" y="49348"/>
                </a:lnTo>
                <a:lnTo>
                  <a:pt x="578510" y="48213"/>
                </a:lnTo>
                <a:lnTo>
                  <a:pt x="578019" y="47108"/>
                </a:lnTo>
                <a:lnTo>
                  <a:pt x="577495" y="46032"/>
                </a:lnTo>
                <a:lnTo>
                  <a:pt x="576938" y="44985"/>
                </a:lnTo>
                <a:lnTo>
                  <a:pt x="576346" y="43968"/>
                </a:lnTo>
                <a:lnTo>
                  <a:pt x="575720" y="42980"/>
                </a:lnTo>
                <a:lnTo>
                  <a:pt x="575061" y="42021"/>
                </a:lnTo>
                <a:lnTo>
                  <a:pt x="574368" y="41092"/>
                </a:lnTo>
                <a:lnTo>
                  <a:pt x="573641" y="40192"/>
                </a:lnTo>
                <a:lnTo>
                  <a:pt x="572880" y="39321"/>
                </a:lnTo>
                <a:lnTo>
                  <a:pt x="572085" y="38480"/>
                </a:lnTo>
                <a:lnTo>
                  <a:pt x="571262" y="37670"/>
                </a:lnTo>
                <a:lnTo>
                  <a:pt x="570414" y="36895"/>
                </a:lnTo>
                <a:lnTo>
                  <a:pt x="569541" y="36155"/>
                </a:lnTo>
                <a:lnTo>
                  <a:pt x="568644" y="35449"/>
                </a:lnTo>
                <a:lnTo>
                  <a:pt x="567722" y="34777"/>
                </a:lnTo>
                <a:lnTo>
                  <a:pt x="566776" y="34140"/>
                </a:lnTo>
                <a:lnTo>
                  <a:pt x="565806" y="33537"/>
                </a:lnTo>
                <a:lnTo>
                  <a:pt x="564811" y="32968"/>
                </a:lnTo>
                <a:lnTo>
                  <a:pt x="563792" y="32434"/>
                </a:lnTo>
                <a:lnTo>
                  <a:pt x="562748" y="31935"/>
                </a:lnTo>
                <a:lnTo>
                  <a:pt x="561679" y="31470"/>
                </a:lnTo>
                <a:lnTo>
                  <a:pt x="560587" y="31039"/>
                </a:lnTo>
                <a:lnTo>
                  <a:pt x="559470" y="30643"/>
                </a:lnTo>
                <a:lnTo>
                  <a:pt x="558328" y="30282"/>
                </a:lnTo>
                <a:lnTo>
                  <a:pt x="557162" y="29954"/>
                </a:lnTo>
                <a:lnTo>
                  <a:pt x="555971" y="29662"/>
                </a:lnTo>
                <a:lnTo>
                  <a:pt x="554756" y="29403"/>
                </a:lnTo>
                <a:lnTo>
                  <a:pt x="553517" y="29179"/>
                </a:lnTo>
                <a:lnTo>
                  <a:pt x="552253" y="28990"/>
                </a:lnTo>
                <a:lnTo>
                  <a:pt x="550964" y="28835"/>
                </a:lnTo>
                <a:lnTo>
                  <a:pt x="549652" y="28714"/>
                </a:lnTo>
                <a:lnTo>
                  <a:pt x="548314" y="28628"/>
                </a:lnTo>
                <a:lnTo>
                  <a:pt x="546952" y="28576"/>
                </a:lnTo>
                <a:lnTo>
                  <a:pt x="545566" y="28559"/>
                </a:lnTo>
                <a:lnTo>
                  <a:pt x="544566" y="28567"/>
                </a:lnTo>
                <a:lnTo>
                  <a:pt x="543578" y="28592"/>
                </a:lnTo>
                <a:lnTo>
                  <a:pt x="542604" y="28633"/>
                </a:lnTo>
                <a:lnTo>
                  <a:pt x="541643" y="28690"/>
                </a:lnTo>
                <a:lnTo>
                  <a:pt x="540696" y="28764"/>
                </a:lnTo>
                <a:lnTo>
                  <a:pt x="539762" y="28854"/>
                </a:lnTo>
                <a:lnTo>
                  <a:pt x="538840" y="28960"/>
                </a:lnTo>
                <a:lnTo>
                  <a:pt x="537932" y="29083"/>
                </a:lnTo>
                <a:lnTo>
                  <a:pt x="537038" y="29222"/>
                </a:lnTo>
                <a:lnTo>
                  <a:pt x="536156" y="29377"/>
                </a:lnTo>
                <a:lnTo>
                  <a:pt x="535288" y="29549"/>
                </a:lnTo>
                <a:lnTo>
                  <a:pt x="534433" y="29737"/>
                </a:lnTo>
                <a:lnTo>
                  <a:pt x="533591" y="29942"/>
                </a:lnTo>
                <a:lnTo>
                  <a:pt x="532763" y="30163"/>
                </a:lnTo>
                <a:lnTo>
                  <a:pt x="531948" y="30400"/>
                </a:lnTo>
                <a:lnTo>
                  <a:pt x="531145" y="30654"/>
                </a:lnTo>
                <a:lnTo>
                  <a:pt x="530357" y="30924"/>
                </a:lnTo>
                <a:lnTo>
                  <a:pt x="529581" y="31210"/>
                </a:lnTo>
                <a:lnTo>
                  <a:pt x="528819" y="31513"/>
                </a:lnTo>
                <a:lnTo>
                  <a:pt x="528070" y="31832"/>
                </a:lnTo>
                <a:lnTo>
                  <a:pt x="527334" y="32167"/>
                </a:lnTo>
                <a:lnTo>
                  <a:pt x="526611" y="32519"/>
                </a:lnTo>
                <a:lnTo>
                  <a:pt x="525901" y="32887"/>
                </a:lnTo>
                <a:lnTo>
                  <a:pt x="525205" y="33272"/>
                </a:lnTo>
                <a:lnTo>
                  <a:pt x="524523" y="33671"/>
                </a:lnTo>
                <a:lnTo>
                  <a:pt x="523854" y="34085"/>
                </a:lnTo>
                <a:lnTo>
                  <a:pt x="523199" y="34513"/>
                </a:lnTo>
                <a:lnTo>
                  <a:pt x="522558" y="34954"/>
                </a:lnTo>
                <a:lnTo>
                  <a:pt x="521931" y="35410"/>
                </a:lnTo>
                <a:lnTo>
                  <a:pt x="521318" y="35879"/>
                </a:lnTo>
                <a:lnTo>
                  <a:pt x="520719" y="36362"/>
                </a:lnTo>
                <a:lnTo>
                  <a:pt x="520133" y="36859"/>
                </a:lnTo>
                <a:lnTo>
                  <a:pt x="519562" y="37370"/>
                </a:lnTo>
                <a:lnTo>
                  <a:pt x="519004" y="37896"/>
                </a:lnTo>
                <a:lnTo>
                  <a:pt x="518460" y="38435"/>
                </a:lnTo>
                <a:lnTo>
                  <a:pt x="517931" y="38987"/>
                </a:lnTo>
                <a:lnTo>
                  <a:pt x="517415" y="39554"/>
                </a:lnTo>
                <a:lnTo>
                  <a:pt x="516913" y="40135"/>
                </a:lnTo>
                <a:lnTo>
                  <a:pt x="516425" y="40730"/>
                </a:lnTo>
                <a:lnTo>
                  <a:pt x="515951" y="41339"/>
                </a:lnTo>
                <a:lnTo>
                  <a:pt x="515490" y="41961"/>
                </a:lnTo>
                <a:lnTo>
                  <a:pt x="515044" y="42598"/>
                </a:lnTo>
                <a:lnTo>
                  <a:pt x="514612" y="43248"/>
                </a:lnTo>
                <a:lnTo>
                  <a:pt x="514193" y="43913"/>
                </a:lnTo>
                <a:lnTo>
                  <a:pt x="513788" y="44591"/>
                </a:lnTo>
                <a:lnTo>
                  <a:pt x="513398" y="45283"/>
                </a:lnTo>
                <a:lnTo>
                  <a:pt x="513021" y="45989"/>
                </a:lnTo>
                <a:lnTo>
                  <a:pt x="512658" y="46709"/>
                </a:lnTo>
                <a:lnTo>
                  <a:pt x="512309" y="47442"/>
                </a:lnTo>
                <a:lnTo>
                  <a:pt x="511975" y="48186"/>
                </a:lnTo>
                <a:lnTo>
                  <a:pt x="511656" y="48942"/>
                </a:lnTo>
                <a:lnTo>
                  <a:pt x="511352" y="49710"/>
                </a:lnTo>
                <a:lnTo>
                  <a:pt x="511063" y="50489"/>
                </a:lnTo>
                <a:lnTo>
                  <a:pt x="510789" y="51280"/>
                </a:lnTo>
                <a:lnTo>
                  <a:pt x="510529" y="52083"/>
                </a:lnTo>
                <a:lnTo>
                  <a:pt x="510284" y="52897"/>
                </a:lnTo>
                <a:lnTo>
                  <a:pt x="510054" y="53723"/>
                </a:lnTo>
                <a:lnTo>
                  <a:pt x="509839" y="54560"/>
                </a:lnTo>
                <a:lnTo>
                  <a:pt x="509639" y="55409"/>
                </a:lnTo>
                <a:lnTo>
                  <a:pt x="509453" y="56270"/>
                </a:lnTo>
                <a:lnTo>
                  <a:pt x="509283" y="57142"/>
                </a:lnTo>
                <a:lnTo>
                  <a:pt x="509127" y="58026"/>
                </a:lnTo>
                <a:lnTo>
                  <a:pt x="508986" y="58922"/>
                </a:lnTo>
                <a:lnTo>
                  <a:pt x="508860" y="59829"/>
                </a:lnTo>
                <a:lnTo>
                  <a:pt x="508749" y="60748"/>
                </a:lnTo>
                <a:lnTo>
                  <a:pt x="508652" y="61678"/>
                </a:lnTo>
                <a:lnTo>
                  <a:pt x="508571" y="62621"/>
                </a:lnTo>
                <a:lnTo>
                  <a:pt x="508504" y="63574"/>
                </a:lnTo>
                <a:lnTo>
                  <a:pt x="508452" y="64540"/>
                </a:lnTo>
                <a:lnTo>
                  <a:pt x="508415" y="65517"/>
                </a:lnTo>
                <a:lnTo>
                  <a:pt x="508393" y="66505"/>
                </a:lnTo>
                <a:lnTo>
                  <a:pt x="508385" y="67506"/>
                </a:lnTo>
                <a:lnTo>
                  <a:pt x="508393" y="68538"/>
                </a:lnTo>
                <a:lnTo>
                  <a:pt x="508416" y="69558"/>
                </a:lnTo>
                <a:lnTo>
                  <a:pt x="508454" y="70566"/>
                </a:lnTo>
                <a:lnTo>
                  <a:pt x="508507" y="71561"/>
                </a:lnTo>
                <a:lnTo>
                  <a:pt x="508576" y="72543"/>
                </a:lnTo>
                <a:lnTo>
                  <a:pt x="508660" y="73514"/>
                </a:lnTo>
                <a:lnTo>
                  <a:pt x="508759" y="74471"/>
                </a:lnTo>
                <a:lnTo>
                  <a:pt x="508873" y="75417"/>
                </a:lnTo>
                <a:lnTo>
                  <a:pt x="509002" y="76350"/>
                </a:lnTo>
                <a:lnTo>
                  <a:pt x="509147" y="77270"/>
                </a:lnTo>
                <a:lnTo>
                  <a:pt x="509307" y="78178"/>
                </a:lnTo>
                <a:lnTo>
                  <a:pt x="509482" y="79074"/>
                </a:lnTo>
                <a:lnTo>
                  <a:pt x="509673" y="79957"/>
                </a:lnTo>
                <a:lnTo>
                  <a:pt x="509878" y="80828"/>
                </a:lnTo>
                <a:lnTo>
                  <a:pt x="510099" y="81686"/>
                </a:lnTo>
                <a:lnTo>
                  <a:pt x="510335" y="82532"/>
                </a:lnTo>
                <a:lnTo>
                  <a:pt x="510587" y="83365"/>
                </a:lnTo>
                <a:lnTo>
                  <a:pt x="510853" y="84186"/>
                </a:lnTo>
                <a:lnTo>
                  <a:pt x="511135" y="84995"/>
                </a:lnTo>
                <a:lnTo>
                  <a:pt x="511432" y="85791"/>
                </a:lnTo>
                <a:lnTo>
                  <a:pt x="511745" y="86574"/>
                </a:lnTo>
                <a:lnTo>
                  <a:pt x="512072" y="87346"/>
                </a:lnTo>
                <a:lnTo>
                  <a:pt x="512415" y="88104"/>
                </a:lnTo>
                <a:lnTo>
                  <a:pt x="512773" y="88851"/>
                </a:lnTo>
                <a:lnTo>
                  <a:pt x="513146" y="89583"/>
                </a:lnTo>
                <a:lnTo>
                  <a:pt x="513533" y="90302"/>
                </a:lnTo>
                <a:lnTo>
                  <a:pt x="513935" y="91005"/>
                </a:lnTo>
                <a:lnTo>
                  <a:pt x="514351" y="91695"/>
                </a:lnTo>
                <a:lnTo>
                  <a:pt x="514782" y="92369"/>
                </a:lnTo>
                <a:lnTo>
                  <a:pt x="515227" y="93030"/>
                </a:lnTo>
                <a:lnTo>
                  <a:pt x="515686" y="93676"/>
                </a:lnTo>
                <a:lnTo>
                  <a:pt x="516160" y="94307"/>
                </a:lnTo>
                <a:lnTo>
                  <a:pt x="516649" y="94924"/>
                </a:lnTo>
                <a:lnTo>
                  <a:pt x="517151" y="95527"/>
                </a:lnTo>
                <a:lnTo>
                  <a:pt x="517669" y="96115"/>
                </a:lnTo>
                <a:lnTo>
                  <a:pt x="518200" y="96688"/>
                </a:lnTo>
                <a:lnTo>
                  <a:pt x="518746" y="97247"/>
                </a:lnTo>
                <a:lnTo>
                  <a:pt x="519307" y="97792"/>
                </a:lnTo>
                <a:lnTo>
                  <a:pt x="519882" y="98322"/>
                </a:lnTo>
                <a:lnTo>
                  <a:pt x="520471" y="98838"/>
                </a:lnTo>
                <a:lnTo>
                  <a:pt x="521075" y="99339"/>
                </a:lnTo>
                <a:lnTo>
                  <a:pt x="521693" y="99826"/>
                </a:lnTo>
                <a:lnTo>
                  <a:pt x="522326" y="100298"/>
                </a:lnTo>
                <a:lnTo>
                  <a:pt x="522973" y="100756"/>
                </a:lnTo>
                <a:lnTo>
                  <a:pt x="523634" y="101199"/>
                </a:lnTo>
                <a:lnTo>
                  <a:pt x="524310" y="101628"/>
                </a:lnTo>
                <a:lnTo>
                  <a:pt x="525001" y="102042"/>
                </a:lnTo>
                <a:lnTo>
                  <a:pt x="525706" y="102442"/>
                </a:lnTo>
                <a:lnTo>
                  <a:pt x="526425" y="102827"/>
                </a:lnTo>
                <a:lnTo>
                  <a:pt x="527158" y="103195"/>
                </a:lnTo>
                <a:lnTo>
                  <a:pt x="527904" y="103547"/>
                </a:lnTo>
                <a:lnTo>
                  <a:pt x="528665" y="103882"/>
                </a:lnTo>
                <a:lnTo>
                  <a:pt x="529440" y="104201"/>
                </a:lnTo>
                <a:lnTo>
                  <a:pt x="530228" y="104504"/>
                </a:lnTo>
                <a:lnTo>
                  <a:pt x="531031" y="104790"/>
                </a:lnTo>
                <a:lnTo>
                  <a:pt x="531847" y="105060"/>
                </a:lnTo>
                <a:lnTo>
                  <a:pt x="532677" y="105314"/>
                </a:lnTo>
                <a:lnTo>
                  <a:pt x="533521" y="105551"/>
                </a:lnTo>
                <a:lnTo>
                  <a:pt x="534379" y="105772"/>
                </a:lnTo>
                <a:lnTo>
                  <a:pt x="535251" y="105977"/>
                </a:lnTo>
                <a:lnTo>
                  <a:pt x="536137" y="106165"/>
                </a:lnTo>
                <a:lnTo>
                  <a:pt x="537037" y="106337"/>
                </a:lnTo>
                <a:lnTo>
                  <a:pt x="537950" y="106492"/>
                </a:lnTo>
                <a:lnTo>
                  <a:pt x="538878" y="106631"/>
                </a:lnTo>
                <a:lnTo>
                  <a:pt x="539819" y="106754"/>
                </a:lnTo>
                <a:lnTo>
                  <a:pt x="540774" y="106860"/>
                </a:lnTo>
                <a:lnTo>
                  <a:pt x="541743" y="106950"/>
                </a:lnTo>
                <a:lnTo>
                  <a:pt x="542727" y="107024"/>
                </a:lnTo>
                <a:lnTo>
                  <a:pt x="543724" y="107081"/>
                </a:lnTo>
                <a:lnTo>
                  <a:pt x="544734" y="107122"/>
                </a:lnTo>
                <a:lnTo>
                  <a:pt x="545759" y="107147"/>
                </a:lnTo>
                <a:lnTo>
                  <a:pt x="546798" y="107155"/>
                </a:lnTo>
                <a:lnTo>
                  <a:pt x="547647" y="107150"/>
                </a:lnTo>
                <a:lnTo>
                  <a:pt x="548486" y="107135"/>
                </a:lnTo>
                <a:lnTo>
                  <a:pt x="549317" y="107109"/>
                </a:lnTo>
                <a:lnTo>
                  <a:pt x="550139" y="107074"/>
                </a:lnTo>
                <a:lnTo>
                  <a:pt x="550952" y="107028"/>
                </a:lnTo>
                <a:close/>
                <a:moveTo>
                  <a:pt x="529384" y="55704"/>
                </a:moveTo>
                <a:lnTo>
                  <a:pt x="529499" y="55121"/>
                </a:lnTo>
                <a:lnTo>
                  <a:pt x="529629" y="54552"/>
                </a:lnTo>
                <a:lnTo>
                  <a:pt x="529773" y="53995"/>
                </a:lnTo>
                <a:lnTo>
                  <a:pt x="529930" y="53451"/>
                </a:lnTo>
                <a:lnTo>
                  <a:pt x="530102" y="52920"/>
                </a:lnTo>
                <a:lnTo>
                  <a:pt x="530288" y="52402"/>
                </a:lnTo>
                <a:lnTo>
                  <a:pt x="530488" y="51897"/>
                </a:lnTo>
                <a:lnTo>
                  <a:pt x="530702" y="51404"/>
                </a:lnTo>
                <a:lnTo>
                  <a:pt x="530930" y="50925"/>
                </a:lnTo>
                <a:lnTo>
                  <a:pt x="531172" y="50459"/>
                </a:lnTo>
                <a:lnTo>
                  <a:pt x="531428" y="50005"/>
                </a:lnTo>
                <a:lnTo>
                  <a:pt x="531698" y="49565"/>
                </a:lnTo>
                <a:lnTo>
                  <a:pt x="531982" y="49137"/>
                </a:lnTo>
                <a:lnTo>
                  <a:pt x="532280" y="48723"/>
                </a:lnTo>
                <a:lnTo>
                  <a:pt x="532592" y="48321"/>
                </a:lnTo>
                <a:lnTo>
                  <a:pt x="532918" y="47933"/>
                </a:lnTo>
                <a:lnTo>
                  <a:pt x="533258" y="47557"/>
                </a:lnTo>
                <a:lnTo>
                  <a:pt x="533613" y="47194"/>
                </a:lnTo>
                <a:lnTo>
                  <a:pt x="533981" y="46844"/>
                </a:lnTo>
                <a:lnTo>
                  <a:pt x="534361" y="46508"/>
                </a:lnTo>
                <a:lnTo>
                  <a:pt x="534749" y="46186"/>
                </a:lnTo>
                <a:lnTo>
                  <a:pt x="535147" y="45878"/>
                </a:lnTo>
                <a:lnTo>
                  <a:pt x="535554" y="45585"/>
                </a:lnTo>
                <a:lnTo>
                  <a:pt x="535969" y="45306"/>
                </a:lnTo>
                <a:lnTo>
                  <a:pt x="536394" y="45041"/>
                </a:lnTo>
                <a:lnTo>
                  <a:pt x="536827" y="44791"/>
                </a:lnTo>
                <a:lnTo>
                  <a:pt x="537270" y="44555"/>
                </a:lnTo>
                <a:lnTo>
                  <a:pt x="537721" y="44333"/>
                </a:lnTo>
                <a:lnTo>
                  <a:pt x="538181" y="44126"/>
                </a:lnTo>
                <a:lnTo>
                  <a:pt x="538651" y="43932"/>
                </a:lnTo>
                <a:lnTo>
                  <a:pt x="539129" y="43754"/>
                </a:lnTo>
                <a:lnTo>
                  <a:pt x="539616" y="43589"/>
                </a:lnTo>
                <a:lnTo>
                  <a:pt x="540112" y="43439"/>
                </a:lnTo>
                <a:lnTo>
                  <a:pt x="540617" y="43303"/>
                </a:lnTo>
                <a:lnTo>
                  <a:pt x="541131" y="43181"/>
                </a:lnTo>
                <a:lnTo>
                  <a:pt x="541654" y="43074"/>
                </a:lnTo>
                <a:lnTo>
                  <a:pt x="542186" y="42981"/>
                </a:lnTo>
                <a:lnTo>
                  <a:pt x="542727" y="42902"/>
                </a:lnTo>
                <a:lnTo>
                  <a:pt x="543277" y="42838"/>
                </a:lnTo>
                <a:lnTo>
                  <a:pt x="543836" y="42788"/>
                </a:lnTo>
                <a:lnTo>
                  <a:pt x="544404" y="42752"/>
                </a:lnTo>
                <a:lnTo>
                  <a:pt x="544981" y="42731"/>
                </a:lnTo>
                <a:lnTo>
                  <a:pt x="545566" y="42723"/>
                </a:lnTo>
                <a:lnTo>
                  <a:pt x="546139" y="42730"/>
                </a:lnTo>
                <a:lnTo>
                  <a:pt x="546704" y="42751"/>
                </a:lnTo>
                <a:lnTo>
                  <a:pt x="547259" y="42786"/>
                </a:lnTo>
                <a:lnTo>
                  <a:pt x="547806" y="42835"/>
                </a:lnTo>
                <a:lnTo>
                  <a:pt x="548344" y="42897"/>
                </a:lnTo>
                <a:lnTo>
                  <a:pt x="548874" y="42974"/>
                </a:lnTo>
                <a:lnTo>
                  <a:pt x="549395" y="43064"/>
                </a:lnTo>
                <a:lnTo>
                  <a:pt x="549907" y="43168"/>
                </a:lnTo>
                <a:lnTo>
                  <a:pt x="550410" y="43286"/>
                </a:lnTo>
                <a:lnTo>
                  <a:pt x="550905" y="43418"/>
                </a:lnTo>
                <a:lnTo>
                  <a:pt x="551391" y="43564"/>
                </a:lnTo>
                <a:lnTo>
                  <a:pt x="551869" y="43724"/>
                </a:lnTo>
                <a:lnTo>
                  <a:pt x="552338" y="43898"/>
                </a:lnTo>
                <a:lnTo>
                  <a:pt x="552798" y="44085"/>
                </a:lnTo>
                <a:lnTo>
                  <a:pt x="553249" y="44287"/>
                </a:lnTo>
                <a:lnTo>
                  <a:pt x="553692" y="44502"/>
                </a:lnTo>
                <a:lnTo>
                  <a:pt x="554126" y="44732"/>
                </a:lnTo>
                <a:lnTo>
                  <a:pt x="554551" y="44975"/>
                </a:lnTo>
                <a:lnTo>
                  <a:pt x="554968" y="45232"/>
                </a:lnTo>
                <a:lnTo>
                  <a:pt x="555376" y="45503"/>
                </a:lnTo>
                <a:lnTo>
                  <a:pt x="555775" y="45788"/>
                </a:lnTo>
                <a:lnTo>
                  <a:pt x="556166" y="46087"/>
                </a:lnTo>
                <a:lnTo>
                  <a:pt x="556547" y="46400"/>
                </a:lnTo>
                <a:lnTo>
                  <a:pt x="556921" y="46726"/>
                </a:lnTo>
                <a:lnTo>
                  <a:pt x="557282" y="47067"/>
                </a:lnTo>
                <a:lnTo>
                  <a:pt x="557629" y="47422"/>
                </a:lnTo>
                <a:lnTo>
                  <a:pt x="557962" y="47791"/>
                </a:lnTo>
                <a:lnTo>
                  <a:pt x="558280" y="48174"/>
                </a:lnTo>
                <a:lnTo>
                  <a:pt x="558583" y="48571"/>
                </a:lnTo>
                <a:lnTo>
                  <a:pt x="558872" y="48983"/>
                </a:lnTo>
                <a:lnTo>
                  <a:pt x="559146" y="49408"/>
                </a:lnTo>
                <a:lnTo>
                  <a:pt x="559405" y="49848"/>
                </a:lnTo>
                <a:lnTo>
                  <a:pt x="559650" y="50302"/>
                </a:lnTo>
                <a:lnTo>
                  <a:pt x="559881" y="50770"/>
                </a:lnTo>
                <a:lnTo>
                  <a:pt x="560097" y="51253"/>
                </a:lnTo>
                <a:lnTo>
                  <a:pt x="560298" y="51749"/>
                </a:lnTo>
                <a:lnTo>
                  <a:pt x="560485" y="52260"/>
                </a:lnTo>
                <a:lnTo>
                  <a:pt x="560657" y="52785"/>
                </a:lnTo>
                <a:lnTo>
                  <a:pt x="560815" y="53324"/>
                </a:lnTo>
                <a:lnTo>
                  <a:pt x="560958" y="53877"/>
                </a:lnTo>
                <a:lnTo>
                  <a:pt x="561086" y="54444"/>
                </a:lnTo>
                <a:lnTo>
                  <a:pt x="561200" y="55026"/>
                </a:lnTo>
                <a:lnTo>
                  <a:pt x="561300" y="55621"/>
                </a:lnTo>
                <a:lnTo>
                  <a:pt x="561384" y="56231"/>
                </a:lnTo>
                <a:lnTo>
                  <a:pt x="561455" y="56855"/>
                </a:lnTo>
                <a:lnTo>
                  <a:pt x="561510" y="57493"/>
                </a:lnTo>
                <a:lnTo>
                  <a:pt x="561551" y="58146"/>
                </a:lnTo>
                <a:lnTo>
                  <a:pt x="561578" y="58812"/>
                </a:lnTo>
                <a:lnTo>
                  <a:pt x="529016" y="58812"/>
                </a:lnTo>
                <a:lnTo>
                  <a:pt x="529061" y="58165"/>
                </a:lnTo>
                <a:lnTo>
                  <a:pt x="529121" y="57530"/>
                </a:lnTo>
                <a:lnTo>
                  <a:pt x="529194" y="56908"/>
                </a:lnTo>
                <a:lnTo>
                  <a:pt x="529282" y="56300"/>
                </a:lnTo>
                <a:lnTo>
                  <a:pt x="529384" y="55704"/>
                </a:lnTo>
                <a:close/>
                <a:moveTo>
                  <a:pt x="671546" y="107033"/>
                </a:moveTo>
                <a:lnTo>
                  <a:pt x="672196" y="106979"/>
                </a:lnTo>
                <a:lnTo>
                  <a:pt x="672839" y="106916"/>
                </a:lnTo>
                <a:lnTo>
                  <a:pt x="673475" y="106843"/>
                </a:lnTo>
                <a:lnTo>
                  <a:pt x="674105" y="106760"/>
                </a:lnTo>
                <a:lnTo>
                  <a:pt x="674728" y="106667"/>
                </a:lnTo>
                <a:lnTo>
                  <a:pt x="675344" y="106565"/>
                </a:lnTo>
                <a:lnTo>
                  <a:pt x="675953" y="106452"/>
                </a:lnTo>
                <a:lnTo>
                  <a:pt x="676556" y="106330"/>
                </a:lnTo>
                <a:lnTo>
                  <a:pt x="677152" y="106199"/>
                </a:lnTo>
                <a:lnTo>
                  <a:pt x="677742" y="106057"/>
                </a:lnTo>
                <a:lnTo>
                  <a:pt x="678325" y="105906"/>
                </a:lnTo>
                <a:lnTo>
                  <a:pt x="678901" y="105745"/>
                </a:lnTo>
                <a:lnTo>
                  <a:pt x="679470" y="105574"/>
                </a:lnTo>
                <a:lnTo>
                  <a:pt x="680033" y="105394"/>
                </a:lnTo>
                <a:lnTo>
                  <a:pt x="680589" y="105204"/>
                </a:lnTo>
                <a:lnTo>
                  <a:pt x="681139" y="105004"/>
                </a:lnTo>
                <a:lnTo>
                  <a:pt x="681681" y="104794"/>
                </a:lnTo>
                <a:lnTo>
                  <a:pt x="682217" y="104574"/>
                </a:lnTo>
                <a:lnTo>
                  <a:pt x="682747" y="104345"/>
                </a:lnTo>
                <a:lnTo>
                  <a:pt x="683270" y="104106"/>
                </a:lnTo>
                <a:lnTo>
                  <a:pt x="683788" y="103858"/>
                </a:lnTo>
                <a:lnTo>
                  <a:pt x="684301" y="103601"/>
                </a:lnTo>
                <a:lnTo>
                  <a:pt x="684808" y="103335"/>
                </a:lnTo>
                <a:lnTo>
                  <a:pt x="685310" y="103059"/>
                </a:lnTo>
                <a:lnTo>
                  <a:pt x="685807" y="102774"/>
                </a:lnTo>
                <a:lnTo>
                  <a:pt x="686298" y="102480"/>
                </a:lnTo>
                <a:lnTo>
                  <a:pt x="686784" y="102177"/>
                </a:lnTo>
                <a:lnTo>
                  <a:pt x="687265" y="101864"/>
                </a:lnTo>
                <a:lnTo>
                  <a:pt x="687740" y="101543"/>
                </a:lnTo>
                <a:lnTo>
                  <a:pt x="688210" y="101212"/>
                </a:lnTo>
                <a:lnTo>
                  <a:pt x="688674" y="100871"/>
                </a:lnTo>
                <a:lnTo>
                  <a:pt x="689133" y="100522"/>
                </a:lnTo>
                <a:lnTo>
                  <a:pt x="689587" y="100163"/>
                </a:lnTo>
                <a:lnTo>
                  <a:pt x="690036" y="99796"/>
                </a:lnTo>
                <a:lnTo>
                  <a:pt x="690479" y="99418"/>
                </a:lnTo>
                <a:lnTo>
                  <a:pt x="690917" y="99032"/>
                </a:lnTo>
                <a:lnTo>
                  <a:pt x="691349" y="98637"/>
                </a:lnTo>
                <a:lnTo>
                  <a:pt x="691776" y="98232"/>
                </a:lnTo>
                <a:lnTo>
                  <a:pt x="692198" y="97818"/>
                </a:lnTo>
                <a:lnTo>
                  <a:pt x="692615" y="97395"/>
                </a:lnTo>
                <a:lnTo>
                  <a:pt x="693026" y="96962"/>
                </a:lnTo>
                <a:lnTo>
                  <a:pt x="693431" y="96521"/>
                </a:lnTo>
                <a:lnTo>
                  <a:pt x="693832" y="96070"/>
                </a:lnTo>
                <a:lnTo>
                  <a:pt x="694448" y="105769"/>
                </a:lnTo>
                <a:lnTo>
                  <a:pt x="713538" y="105769"/>
                </a:lnTo>
                <a:lnTo>
                  <a:pt x="713538" y="54737"/>
                </a:lnTo>
                <a:lnTo>
                  <a:pt x="713534" y="54105"/>
                </a:lnTo>
                <a:lnTo>
                  <a:pt x="713522" y="53482"/>
                </a:lnTo>
                <a:lnTo>
                  <a:pt x="713501" y="52868"/>
                </a:lnTo>
                <a:lnTo>
                  <a:pt x="713472" y="52262"/>
                </a:lnTo>
                <a:lnTo>
                  <a:pt x="713435" y="51665"/>
                </a:lnTo>
                <a:lnTo>
                  <a:pt x="713389" y="51078"/>
                </a:lnTo>
                <a:lnTo>
                  <a:pt x="713335" y="50498"/>
                </a:lnTo>
                <a:lnTo>
                  <a:pt x="713273" y="49928"/>
                </a:lnTo>
                <a:lnTo>
                  <a:pt x="713203" y="49367"/>
                </a:lnTo>
                <a:lnTo>
                  <a:pt x="713124" y="48814"/>
                </a:lnTo>
                <a:lnTo>
                  <a:pt x="713037" y="48270"/>
                </a:lnTo>
                <a:lnTo>
                  <a:pt x="712942" y="47735"/>
                </a:lnTo>
                <a:lnTo>
                  <a:pt x="712838" y="47208"/>
                </a:lnTo>
                <a:lnTo>
                  <a:pt x="712726" y="46691"/>
                </a:lnTo>
                <a:lnTo>
                  <a:pt x="712606" y="46182"/>
                </a:lnTo>
                <a:lnTo>
                  <a:pt x="712478" y="45682"/>
                </a:lnTo>
                <a:lnTo>
                  <a:pt x="712341" y="45191"/>
                </a:lnTo>
                <a:lnTo>
                  <a:pt x="712196" y="44709"/>
                </a:lnTo>
                <a:lnTo>
                  <a:pt x="712043" y="44235"/>
                </a:lnTo>
                <a:lnTo>
                  <a:pt x="711881" y="43770"/>
                </a:lnTo>
                <a:lnTo>
                  <a:pt x="711711" y="43314"/>
                </a:lnTo>
                <a:lnTo>
                  <a:pt x="711533" y="42867"/>
                </a:lnTo>
                <a:lnTo>
                  <a:pt x="711347" y="42429"/>
                </a:lnTo>
                <a:lnTo>
                  <a:pt x="711152" y="41999"/>
                </a:lnTo>
                <a:lnTo>
                  <a:pt x="710950" y="41578"/>
                </a:lnTo>
                <a:lnTo>
                  <a:pt x="710741" y="41163"/>
                </a:lnTo>
                <a:lnTo>
                  <a:pt x="710525" y="40757"/>
                </a:lnTo>
                <a:lnTo>
                  <a:pt x="710302" y="40357"/>
                </a:lnTo>
                <a:lnTo>
                  <a:pt x="710073" y="39965"/>
                </a:lnTo>
                <a:lnTo>
                  <a:pt x="709836" y="39581"/>
                </a:lnTo>
                <a:lnTo>
                  <a:pt x="709593" y="39204"/>
                </a:lnTo>
                <a:lnTo>
                  <a:pt x="709343" y="38835"/>
                </a:lnTo>
                <a:lnTo>
                  <a:pt x="709086" y="38473"/>
                </a:lnTo>
                <a:lnTo>
                  <a:pt x="708823" y="38118"/>
                </a:lnTo>
                <a:lnTo>
                  <a:pt x="708552" y="37771"/>
                </a:lnTo>
                <a:lnTo>
                  <a:pt x="708275" y="37431"/>
                </a:lnTo>
                <a:lnTo>
                  <a:pt x="707991" y="37099"/>
                </a:lnTo>
                <a:lnTo>
                  <a:pt x="707700" y="36774"/>
                </a:lnTo>
                <a:lnTo>
                  <a:pt x="707402" y="36457"/>
                </a:lnTo>
                <a:lnTo>
                  <a:pt x="707098" y="36147"/>
                </a:lnTo>
                <a:lnTo>
                  <a:pt x="706787" y="35844"/>
                </a:lnTo>
                <a:lnTo>
                  <a:pt x="706468" y="35549"/>
                </a:lnTo>
                <a:lnTo>
                  <a:pt x="706143" y="35262"/>
                </a:lnTo>
                <a:lnTo>
                  <a:pt x="705812" y="34982"/>
                </a:lnTo>
                <a:lnTo>
                  <a:pt x="705473" y="34709"/>
                </a:lnTo>
                <a:lnTo>
                  <a:pt x="705128" y="34444"/>
                </a:lnTo>
                <a:lnTo>
                  <a:pt x="704775" y="34186"/>
                </a:lnTo>
                <a:lnTo>
                  <a:pt x="704416" y="33936"/>
                </a:lnTo>
                <a:lnTo>
                  <a:pt x="704051" y="33692"/>
                </a:lnTo>
                <a:lnTo>
                  <a:pt x="703681" y="33454"/>
                </a:lnTo>
                <a:lnTo>
                  <a:pt x="703304" y="33223"/>
                </a:lnTo>
                <a:lnTo>
                  <a:pt x="702923" y="32997"/>
                </a:lnTo>
                <a:lnTo>
                  <a:pt x="702536" y="32778"/>
                </a:lnTo>
                <a:lnTo>
                  <a:pt x="702143" y="32565"/>
                </a:lnTo>
                <a:lnTo>
                  <a:pt x="701745" y="32358"/>
                </a:lnTo>
                <a:lnTo>
                  <a:pt x="701342" y="32156"/>
                </a:lnTo>
                <a:lnTo>
                  <a:pt x="700933" y="31961"/>
                </a:lnTo>
                <a:lnTo>
                  <a:pt x="700518" y="31772"/>
                </a:lnTo>
                <a:lnTo>
                  <a:pt x="700098" y="31590"/>
                </a:lnTo>
                <a:lnTo>
                  <a:pt x="699673" y="31413"/>
                </a:lnTo>
                <a:lnTo>
                  <a:pt x="699242" y="31242"/>
                </a:lnTo>
                <a:lnTo>
                  <a:pt x="698805" y="31078"/>
                </a:lnTo>
                <a:lnTo>
                  <a:pt x="698363" y="30919"/>
                </a:lnTo>
                <a:lnTo>
                  <a:pt x="697916" y="30767"/>
                </a:lnTo>
                <a:lnTo>
                  <a:pt x="697463" y="30620"/>
                </a:lnTo>
                <a:lnTo>
                  <a:pt x="697005" y="30480"/>
                </a:lnTo>
                <a:lnTo>
                  <a:pt x="696541" y="30346"/>
                </a:lnTo>
                <a:lnTo>
                  <a:pt x="696072" y="30218"/>
                </a:lnTo>
                <a:lnTo>
                  <a:pt x="695597" y="30096"/>
                </a:lnTo>
                <a:lnTo>
                  <a:pt x="695117" y="29980"/>
                </a:lnTo>
                <a:lnTo>
                  <a:pt x="694631" y="29871"/>
                </a:lnTo>
                <a:lnTo>
                  <a:pt x="694140" y="29767"/>
                </a:lnTo>
                <a:lnTo>
                  <a:pt x="693644" y="29668"/>
                </a:lnTo>
                <a:lnTo>
                  <a:pt x="693143" y="29574"/>
                </a:lnTo>
                <a:lnTo>
                  <a:pt x="692639" y="29484"/>
                </a:lnTo>
                <a:lnTo>
                  <a:pt x="692130" y="29398"/>
                </a:lnTo>
                <a:lnTo>
                  <a:pt x="691617" y="29316"/>
                </a:lnTo>
                <a:lnTo>
                  <a:pt x="691099" y="29239"/>
                </a:lnTo>
                <a:lnTo>
                  <a:pt x="690577" y="29165"/>
                </a:lnTo>
                <a:lnTo>
                  <a:pt x="690051" y="29096"/>
                </a:lnTo>
                <a:lnTo>
                  <a:pt x="689521" y="29031"/>
                </a:lnTo>
                <a:lnTo>
                  <a:pt x="688986" y="28970"/>
                </a:lnTo>
                <a:lnTo>
                  <a:pt x="688448" y="28914"/>
                </a:lnTo>
                <a:lnTo>
                  <a:pt x="687904" y="28861"/>
                </a:lnTo>
                <a:lnTo>
                  <a:pt x="687357" y="28813"/>
                </a:lnTo>
                <a:lnTo>
                  <a:pt x="686805" y="28769"/>
                </a:lnTo>
                <a:lnTo>
                  <a:pt x="686249" y="28729"/>
                </a:lnTo>
                <a:lnTo>
                  <a:pt x="685689" y="28693"/>
                </a:lnTo>
                <a:lnTo>
                  <a:pt x="685125" y="28662"/>
                </a:lnTo>
                <a:lnTo>
                  <a:pt x="684556" y="28635"/>
                </a:lnTo>
                <a:lnTo>
                  <a:pt x="683983" y="28612"/>
                </a:lnTo>
                <a:lnTo>
                  <a:pt x="683405" y="28593"/>
                </a:lnTo>
                <a:lnTo>
                  <a:pt x="682824" y="28578"/>
                </a:lnTo>
                <a:lnTo>
                  <a:pt x="682238" y="28568"/>
                </a:lnTo>
                <a:lnTo>
                  <a:pt x="681648" y="28561"/>
                </a:lnTo>
                <a:lnTo>
                  <a:pt x="681053" y="28559"/>
                </a:lnTo>
                <a:lnTo>
                  <a:pt x="680243" y="28564"/>
                </a:lnTo>
                <a:lnTo>
                  <a:pt x="679440" y="28577"/>
                </a:lnTo>
                <a:lnTo>
                  <a:pt x="678646" y="28598"/>
                </a:lnTo>
                <a:lnTo>
                  <a:pt x="677860" y="28629"/>
                </a:lnTo>
                <a:lnTo>
                  <a:pt x="677082" y="28668"/>
                </a:lnTo>
                <a:lnTo>
                  <a:pt x="676312" y="28715"/>
                </a:lnTo>
                <a:lnTo>
                  <a:pt x="675550" y="28771"/>
                </a:lnTo>
                <a:lnTo>
                  <a:pt x="674797" y="28836"/>
                </a:lnTo>
                <a:lnTo>
                  <a:pt x="674051" y="28910"/>
                </a:lnTo>
                <a:lnTo>
                  <a:pt x="673314" y="28992"/>
                </a:lnTo>
                <a:lnTo>
                  <a:pt x="672585" y="29083"/>
                </a:lnTo>
                <a:lnTo>
                  <a:pt x="671864" y="29183"/>
                </a:lnTo>
                <a:lnTo>
                  <a:pt x="671151" y="29291"/>
                </a:lnTo>
                <a:lnTo>
                  <a:pt x="670446" y="29408"/>
                </a:lnTo>
                <a:lnTo>
                  <a:pt x="669750" y="29534"/>
                </a:lnTo>
                <a:lnTo>
                  <a:pt x="669062" y="29668"/>
                </a:lnTo>
                <a:lnTo>
                  <a:pt x="668381" y="29811"/>
                </a:lnTo>
                <a:lnTo>
                  <a:pt x="667709" y="29962"/>
                </a:lnTo>
                <a:lnTo>
                  <a:pt x="667046" y="30123"/>
                </a:lnTo>
                <a:lnTo>
                  <a:pt x="666390" y="30292"/>
                </a:lnTo>
                <a:lnTo>
                  <a:pt x="665742" y="30469"/>
                </a:lnTo>
                <a:lnTo>
                  <a:pt x="665103" y="30655"/>
                </a:lnTo>
                <a:lnTo>
                  <a:pt x="664472" y="30850"/>
                </a:lnTo>
                <a:lnTo>
                  <a:pt x="663848" y="31054"/>
                </a:lnTo>
                <a:lnTo>
                  <a:pt x="663235" y="31267"/>
                </a:lnTo>
                <a:lnTo>
                  <a:pt x="662633" y="31492"/>
                </a:lnTo>
                <a:lnTo>
                  <a:pt x="662042" y="31727"/>
                </a:lnTo>
                <a:lnTo>
                  <a:pt x="661462" y="31974"/>
                </a:lnTo>
                <a:lnTo>
                  <a:pt x="660894" y="32232"/>
                </a:lnTo>
                <a:lnTo>
                  <a:pt x="660336" y="32501"/>
                </a:lnTo>
                <a:lnTo>
                  <a:pt x="659790" y="32781"/>
                </a:lnTo>
                <a:lnTo>
                  <a:pt x="659255" y="33072"/>
                </a:lnTo>
                <a:lnTo>
                  <a:pt x="658732" y="33375"/>
                </a:lnTo>
                <a:lnTo>
                  <a:pt x="658219" y="33688"/>
                </a:lnTo>
                <a:lnTo>
                  <a:pt x="657718" y="34013"/>
                </a:lnTo>
                <a:lnTo>
                  <a:pt x="657228" y="34348"/>
                </a:lnTo>
                <a:lnTo>
                  <a:pt x="656750" y="34695"/>
                </a:lnTo>
                <a:lnTo>
                  <a:pt x="656282" y="35053"/>
                </a:lnTo>
                <a:lnTo>
                  <a:pt x="655826" y="35422"/>
                </a:lnTo>
                <a:lnTo>
                  <a:pt x="655381" y="35802"/>
                </a:lnTo>
                <a:lnTo>
                  <a:pt x="654947" y="36193"/>
                </a:lnTo>
                <a:lnTo>
                  <a:pt x="654524" y="36595"/>
                </a:lnTo>
                <a:lnTo>
                  <a:pt x="654113" y="37009"/>
                </a:lnTo>
                <a:lnTo>
                  <a:pt x="653713" y="37433"/>
                </a:lnTo>
                <a:lnTo>
                  <a:pt x="653324" y="37869"/>
                </a:lnTo>
                <a:lnTo>
                  <a:pt x="652946" y="38316"/>
                </a:lnTo>
                <a:lnTo>
                  <a:pt x="652580" y="38774"/>
                </a:lnTo>
                <a:lnTo>
                  <a:pt x="652225" y="39242"/>
                </a:lnTo>
                <a:lnTo>
                  <a:pt x="651882" y="39724"/>
                </a:lnTo>
                <a:lnTo>
                  <a:pt x="651555" y="40219"/>
                </a:lnTo>
                <a:lnTo>
                  <a:pt x="651241" y="40729"/>
                </a:lnTo>
                <a:lnTo>
                  <a:pt x="650943" y="41252"/>
                </a:lnTo>
                <a:lnTo>
                  <a:pt x="650659" y="41790"/>
                </a:lnTo>
                <a:lnTo>
                  <a:pt x="650389" y="42342"/>
                </a:lnTo>
                <a:lnTo>
                  <a:pt x="650134" y="42907"/>
                </a:lnTo>
                <a:lnTo>
                  <a:pt x="649894" y="43487"/>
                </a:lnTo>
                <a:lnTo>
                  <a:pt x="649668" y="44081"/>
                </a:lnTo>
                <a:lnTo>
                  <a:pt x="649457" y="44689"/>
                </a:lnTo>
                <a:lnTo>
                  <a:pt x="649260" y="45311"/>
                </a:lnTo>
                <a:lnTo>
                  <a:pt x="649078" y="45947"/>
                </a:lnTo>
                <a:lnTo>
                  <a:pt x="648911" y="46598"/>
                </a:lnTo>
                <a:lnTo>
                  <a:pt x="648758" y="47262"/>
                </a:lnTo>
                <a:lnTo>
                  <a:pt x="648619" y="47940"/>
                </a:lnTo>
                <a:lnTo>
                  <a:pt x="648495" y="48633"/>
                </a:lnTo>
                <a:lnTo>
                  <a:pt x="648386" y="49339"/>
                </a:lnTo>
                <a:lnTo>
                  <a:pt x="648291" y="50060"/>
                </a:lnTo>
                <a:lnTo>
                  <a:pt x="648211" y="50795"/>
                </a:lnTo>
                <a:lnTo>
                  <a:pt x="648146" y="51543"/>
                </a:lnTo>
                <a:lnTo>
                  <a:pt x="648095" y="52306"/>
                </a:lnTo>
                <a:lnTo>
                  <a:pt x="648058" y="53083"/>
                </a:lnTo>
                <a:lnTo>
                  <a:pt x="648037" y="53874"/>
                </a:lnTo>
                <a:lnTo>
                  <a:pt x="648029" y="54679"/>
                </a:lnTo>
                <a:lnTo>
                  <a:pt x="667120" y="54679"/>
                </a:lnTo>
                <a:lnTo>
                  <a:pt x="667127" y="54132"/>
                </a:lnTo>
                <a:lnTo>
                  <a:pt x="667147" y="53598"/>
                </a:lnTo>
                <a:lnTo>
                  <a:pt x="667181" y="53076"/>
                </a:lnTo>
                <a:lnTo>
                  <a:pt x="667229" y="52567"/>
                </a:lnTo>
                <a:lnTo>
                  <a:pt x="667290" y="52071"/>
                </a:lnTo>
                <a:lnTo>
                  <a:pt x="667365" y="51588"/>
                </a:lnTo>
                <a:lnTo>
                  <a:pt x="667454" y="51118"/>
                </a:lnTo>
                <a:lnTo>
                  <a:pt x="667556" y="50660"/>
                </a:lnTo>
                <a:lnTo>
                  <a:pt x="667672" y="50215"/>
                </a:lnTo>
                <a:lnTo>
                  <a:pt x="667802" y="49783"/>
                </a:lnTo>
                <a:lnTo>
                  <a:pt x="667945" y="49363"/>
                </a:lnTo>
                <a:lnTo>
                  <a:pt x="668102" y="48957"/>
                </a:lnTo>
                <a:lnTo>
                  <a:pt x="668272" y="48563"/>
                </a:lnTo>
                <a:lnTo>
                  <a:pt x="668456" y="48182"/>
                </a:lnTo>
                <a:lnTo>
                  <a:pt x="668654" y="47814"/>
                </a:lnTo>
                <a:lnTo>
                  <a:pt x="668865" y="47458"/>
                </a:lnTo>
                <a:lnTo>
                  <a:pt x="669090" y="47115"/>
                </a:lnTo>
                <a:lnTo>
                  <a:pt x="669328" y="46785"/>
                </a:lnTo>
                <a:lnTo>
                  <a:pt x="669581" y="46468"/>
                </a:lnTo>
                <a:lnTo>
                  <a:pt x="669846" y="46164"/>
                </a:lnTo>
                <a:lnTo>
                  <a:pt x="670126" y="45872"/>
                </a:lnTo>
                <a:lnTo>
                  <a:pt x="670419" y="45593"/>
                </a:lnTo>
                <a:lnTo>
                  <a:pt x="670726" y="45327"/>
                </a:lnTo>
                <a:lnTo>
                  <a:pt x="671046" y="45074"/>
                </a:lnTo>
                <a:lnTo>
                  <a:pt x="671377" y="44832"/>
                </a:lnTo>
                <a:lnTo>
                  <a:pt x="671715" y="44600"/>
                </a:lnTo>
                <a:lnTo>
                  <a:pt x="672061" y="44378"/>
                </a:lnTo>
                <a:lnTo>
                  <a:pt x="672415" y="44167"/>
                </a:lnTo>
                <a:lnTo>
                  <a:pt x="672775" y="43967"/>
                </a:lnTo>
                <a:lnTo>
                  <a:pt x="673144" y="43776"/>
                </a:lnTo>
                <a:lnTo>
                  <a:pt x="673519" y="43596"/>
                </a:lnTo>
                <a:lnTo>
                  <a:pt x="673903" y="43426"/>
                </a:lnTo>
                <a:lnTo>
                  <a:pt x="674294" y="43266"/>
                </a:lnTo>
                <a:lnTo>
                  <a:pt x="674692" y="43117"/>
                </a:lnTo>
                <a:lnTo>
                  <a:pt x="675098" y="42978"/>
                </a:lnTo>
                <a:lnTo>
                  <a:pt x="675511" y="42849"/>
                </a:lnTo>
                <a:lnTo>
                  <a:pt x="675932" y="42731"/>
                </a:lnTo>
                <a:lnTo>
                  <a:pt x="676360" y="42622"/>
                </a:lnTo>
                <a:lnTo>
                  <a:pt x="676795" y="42525"/>
                </a:lnTo>
                <a:lnTo>
                  <a:pt x="677239" y="42437"/>
                </a:lnTo>
                <a:lnTo>
                  <a:pt x="677689" y="42360"/>
                </a:lnTo>
                <a:lnTo>
                  <a:pt x="678147" y="42293"/>
                </a:lnTo>
                <a:lnTo>
                  <a:pt x="678613" y="42236"/>
                </a:lnTo>
                <a:lnTo>
                  <a:pt x="679086" y="42190"/>
                </a:lnTo>
                <a:lnTo>
                  <a:pt x="679567" y="42154"/>
                </a:lnTo>
                <a:lnTo>
                  <a:pt x="680055" y="42128"/>
                </a:lnTo>
                <a:lnTo>
                  <a:pt x="680550" y="42113"/>
                </a:lnTo>
                <a:lnTo>
                  <a:pt x="681053" y="42108"/>
                </a:lnTo>
                <a:lnTo>
                  <a:pt x="681512" y="42112"/>
                </a:lnTo>
                <a:lnTo>
                  <a:pt x="681963" y="42127"/>
                </a:lnTo>
                <a:lnTo>
                  <a:pt x="682407" y="42151"/>
                </a:lnTo>
                <a:lnTo>
                  <a:pt x="682844" y="42185"/>
                </a:lnTo>
                <a:lnTo>
                  <a:pt x="683274" y="42228"/>
                </a:lnTo>
                <a:lnTo>
                  <a:pt x="683697" y="42281"/>
                </a:lnTo>
                <a:lnTo>
                  <a:pt x="684113" y="42344"/>
                </a:lnTo>
                <a:lnTo>
                  <a:pt x="684522" y="42417"/>
                </a:lnTo>
                <a:lnTo>
                  <a:pt x="684923" y="42499"/>
                </a:lnTo>
                <a:lnTo>
                  <a:pt x="685318" y="42590"/>
                </a:lnTo>
                <a:lnTo>
                  <a:pt x="685705" y="42692"/>
                </a:lnTo>
                <a:lnTo>
                  <a:pt x="686086" y="42803"/>
                </a:lnTo>
                <a:lnTo>
                  <a:pt x="686459" y="42923"/>
                </a:lnTo>
                <a:lnTo>
                  <a:pt x="686825" y="43054"/>
                </a:lnTo>
                <a:lnTo>
                  <a:pt x="687185" y="43194"/>
                </a:lnTo>
                <a:lnTo>
                  <a:pt x="687537" y="43343"/>
                </a:lnTo>
                <a:lnTo>
                  <a:pt x="687882" y="43503"/>
                </a:lnTo>
                <a:lnTo>
                  <a:pt x="688220" y="43672"/>
                </a:lnTo>
                <a:lnTo>
                  <a:pt x="688550" y="43850"/>
                </a:lnTo>
                <a:lnTo>
                  <a:pt x="688874" y="44039"/>
                </a:lnTo>
                <a:lnTo>
                  <a:pt x="689191" y="44237"/>
                </a:lnTo>
                <a:lnTo>
                  <a:pt x="689500" y="44444"/>
                </a:lnTo>
                <a:lnTo>
                  <a:pt x="689803" y="44662"/>
                </a:lnTo>
                <a:lnTo>
                  <a:pt x="690098" y="44888"/>
                </a:lnTo>
                <a:lnTo>
                  <a:pt x="690384" y="45128"/>
                </a:lnTo>
                <a:lnTo>
                  <a:pt x="690658" y="45385"/>
                </a:lnTo>
                <a:lnTo>
                  <a:pt x="690919" y="45658"/>
                </a:lnTo>
                <a:lnTo>
                  <a:pt x="691169" y="45948"/>
                </a:lnTo>
                <a:lnTo>
                  <a:pt x="691406" y="46254"/>
                </a:lnTo>
                <a:lnTo>
                  <a:pt x="691631" y="46577"/>
                </a:lnTo>
                <a:lnTo>
                  <a:pt x="691844" y="46916"/>
                </a:lnTo>
                <a:lnTo>
                  <a:pt x="692044" y="47272"/>
                </a:lnTo>
                <a:lnTo>
                  <a:pt x="692233" y="47645"/>
                </a:lnTo>
                <a:lnTo>
                  <a:pt x="692409" y="48034"/>
                </a:lnTo>
                <a:lnTo>
                  <a:pt x="692573" y="48439"/>
                </a:lnTo>
                <a:lnTo>
                  <a:pt x="692725" y="48861"/>
                </a:lnTo>
                <a:lnTo>
                  <a:pt x="692865" y="49300"/>
                </a:lnTo>
                <a:lnTo>
                  <a:pt x="692993" y="49755"/>
                </a:lnTo>
                <a:lnTo>
                  <a:pt x="693108" y="50227"/>
                </a:lnTo>
                <a:lnTo>
                  <a:pt x="693212" y="50715"/>
                </a:lnTo>
                <a:lnTo>
                  <a:pt x="693303" y="51220"/>
                </a:lnTo>
                <a:lnTo>
                  <a:pt x="693382" y="51742"/>
                </a:lnTo>
                <a:lnTo>
                  <a:pt x="693449" y="52280"/>
                </a:lnTo>
                <a:lnTo>
                  <a:pt x="693504" y="52834"/>
                </a:lnTo>
                <a:lnTo>
                  <a:pt x="693546" y="53405"/>
                </a:lnTo>
                <a:lnTo>
                  <a:pt x="693577" y="53993"/>
                </a:lnTo>
                <a:lnTo>
                  <a:pt x="693595" y="54597"/>
                </a:lnTo>
                <a:lnTo>
                  <a:pt x="693601" y="55218"/>
                </a:lnTo>
                <a:lnTo>
                  <a:pt x="693601" y="59348"/>
                </a:lnTo>
                <a:lnTo>
                  <a:pt x="692369" y="59377"/>
                </a:lnTo>
                <a:lnTo>
                  <a:pt x="691150" y="59411"/>
                </a:lnTo>
                <a:lnTo>
                  <a:pt x="689944" y="59451"/>
                </a:lnTo>
                <a:lnTo>
                  <a:pt x="688750" y="59496"/>
                </a:lnTo>
                <a:lnTo>
                  <a:pt x="687569" y="59547"/>
                </a:lnTo>
                <a:lnTo>
                  <a:pt x="686401" y="59603"/>
                </a:lnTo>
                <a:lnTo>
                  <a:pt x="685245" y="59665"/>
                </a:lnTo>
                <a:lnTo>
                  <a:pt x="684103" y="59733"/>
                </a:lnTo>
                <a:lnTo>
                  <a:pt x="682972" y="59805"/>
                </a:lnTo>
                <a:lnTo>
                  <a:pt x="681855" y="59884"/>
                </a:lnTo>
                <a:lnTo>
                  <a:pt x="680750" y="59968"/>
                </a:lnTo>
                <a:lnTo>
                  <a:pt x="679658" y="60057"/>
                </a:lnTo>
                <a:lnTo>
                  <a:pt x="678579" y="60153"/>
                </a:lnTo>
                <a:lnTo>
                  <a:pt x="677512" y="60253"/>
                </a:lnTo>
                <a:lnTo>
                  <a:pt x="676458" y="60359"/>
                </a:lnTo>
                <a:lnTo>
                  <a:pt x="675417" y="60471"/>
                </a:lnTo>
                <a:lnTo>
                  <a:pt x="674388" y="60588"/>
                </a:lnTo>
                <a:lnTo>
                  <a:pt x="673372" y="60711"/>
                </a:lnTo>
                <a:lnTo>
                  <a:pt x="672369" y="60839"/>
                </a:lnTo>
                <a:lnTo>
                  <a:pt x="671379" y="60973"/>
                </a:lnTo>
                <a:lnTo>
                  <a:pt x="670401" y="61113"/>
                </a:lnTo>
                <a:lnTo>
                  <a:pt x="669436" y="61258"/>
                </a:lnTo>
                <a:lnTo>
                  <a:pt x="668483" y="61408"/>
                </a:lnTo>
                <a:lnTo>
                  <a:pt x="667543" y="61564"/>
                </a:lnTo>
                <a:lnTo>
                  <a:pt x="666619" y="61729"/>
                </a:lnTo>
                <a:lnTo>
                  <a:pt x="665711" y="61905"/>
                </a:lnTo>
                <a:lnTo>
                  <a:pt x="664821" y="62094"/>
                </a:lnTo>
                <a:lnTo>
                  <a:pt x="663948" y="62294"/>
                </a:lnTo>
                <a:lnTo>
                  <a:pt x="663092" y="62506"/>
                </a:lnTo>
                <a:lnTo>
                  <a:pt x="662254" y="62730"/>
                </a:lnTo>
                <a:lnTo>
                  <a:pt x="661432" y="62966"/>
                </a:lnTo>
                <a:lnTo>
                  <a:pt x="660628" y="63214"/>
                </a:lnTo>
                <a:lnTo>
                  <a:pt x="659841" y="63474"/>
                </a:lnTo>
                <a:lnTo>
                  <a:pt x="659072" y="63746"/>
                </a:lnTo>
                <a:lnTo>
                  <a:pt x="658319" y="64029"/>
                </a:lnTo>
                <a:lnTo>
                  <a:pt x="657584" y="64324"/>
                </a:lnTo>
                <a:lnTo>
                  <a:pt x="656866" y="64632"/>
                </a:lnTo>
                <a:lnTo>
                  <a:pt x="656166" y="64951"/>
                </a:lnTo>
                <a:lnTo>
                  <a:pt x="655482" y="65282"/>
                </a:lnTo>
                <a:lnTo>
                  <a:pt x="654816" y="65625"/>
                </a:lnTo>
                <a:lnTo>
                  <a:pt x="654167" y="65979"/>
                </a:lnTo>
                <a:lnTo>
                  <a:pt x="653536" y="66346"/>
                </a:lnTo>
                <a:lnTo>
                  <a:pt x="652921" y="66725"/>
                </a:lnTo>
                <a:lnTo>
                  <a:pt x="652324" y="67115"/>
                </a:lnTo>
                <a:lnTo>
                  <a:pt x="651744" y="67517"/>
                </a:lnTo>
                <a:lnTo>
                  <a:pt x="651181" y="67931"/>
                </a:lnTo>
                <a:lnTo>
                  <a:pt x="650636" y="68357"/>
                </a:lnTo>
                <a:lnTo>
                  <a:pt x="650108" y="68795"/>
                </a:lnTo>
                <a:lnTo>
                  <a:pt x="649599" y="69248"/>
                </a:lnTo>
                <a:lnTo>
                  <a:pt x="649112" y="69718"/>
                </a:lnTo>
                <a:lnTo>
                  <a:pt x="648646" y="70207"/>
                </a:lnTo>
                <a:lnTo>
                  <a:pt x="648202" y="70713"/>
                </a:lnTo>
                <a:lnTo>
                  <a:pt x="647780" y="71238"/>
                </a:lnTo>
                <a:lnTo>
                  <a:pt x="647380" y="71780"/>
                </a:lnTo>
                <a:lnTo>
                  <a:pt x="647001" y="72340"/>
                </a:lnTo>
                <a:lnTo>
                  <a:pt x="646644" y="72919"/>
                </a:lnTo>
                <a:lnTo>
                  <a:pt x="646308" y="73515"/>
                </a:lnTo>
                <a:lnTo>
                  <a:pt x="645994" y="74129"/>
                </a:lnTo>
                <a:lnTo>
                  <a:pt x="645702" y="74761"/>
                </a:lnTo>
                <a:lnTo>
                  <a:pt x="645431" y="75411"/>
                </a:lnTo>
                <a:lnTo>
                  <a:pt x="645182" y="76079"/>
                </a:lnTo>
                <a:lnTo>
                  <a:pt x="644955" y="76765"/>
                </a:lnTo>
                <a:lnTo>
                  <a:pt x="644749" y="77469"/>
                </a:lnTo>
                <a:lnTo>
                  <a:pt x="644565" y="78191"/>
                </a:lnTo>
                <a:lnTo>
                  <a:pt x="644403" y="78931"/>
                </a:lnTo>
                <a:lnTo>
                  <a:pt x="644262" y="79689"/>
                </a:lnTo>
                <a:lnTo>
                  <a:pt x="644143" y="80464"/>
                </a:lnTo>
                <a:lnTo>
                  <a:pt x="644046" y="81258"/>
                </a:lnTo>
                <a:lnTo>
                  <a:pt x="643970" y="82069"/>
                </a:lnTo>
                <a:lnTo>
                  <a:pt x="643916" y="82899"/>
                </a:lnTo>
                <a:lnTo>
                  <a:pt x="643883" y="83747"/>
                </a:lnTo>
                <a:lnTo>
                  <a:pt x="643872" y="84612"/>
                </a:lnTo>
                <a:lnTo>
                  <a:pt x="643878" y="85236"/>
                </a:lnTo>
                <a:lnTo>
                  <a:pt x="643896" y="85851"/>
                </a:lnTo>
                <a:lnTo>
                  <a:pt x="643926" y="86457"/>
                </a:lnTo>
                <a:lnTo>
                  <a:pt x="643968" y="87055"/>
                </a:lnTo>
                <a:lnTo>
                  <a:pt x="644021" y="87644"/>
                </a:lnTo>
                <a:lnTo>
                  <a:pt x="644087" y="88224"/>
                </a:lnTo>
                <a:lnTo>
                  <a:pt x="644164" y="88795"/>
                </a:lnTo>
                <a:lnTo>
                  <a:pt x="644253" y="89358"/>
                </a:lnTo>
                <a:lnTo>
                  <a:pt x="644354" y="89911"/>
                </a:lnTo>
                <a:lnTo>
                  <a:pt x="644467" y="90457"/>
                </a:lnTo>
                <a:lnTo>
                  <a:pt x="644592" y="90993"/>
                </a:lnTo>
                <a:lnTo>
                  <a:pt x="644729" y="91520"/>
                </a:lnTo>
                <a:lnTo>
                  <a:pt x="644877" y="92039"/>
                </a:lnTo>
                <a:lnTo>
                  <a:pt x="645038" y="92549"/>
                </a:lnTo>
                <a:lnTo>
                  <a:pt x="645211" y="93050"/>
                </a:lnTo>
                <a:lnTo>
                  <a:pt x="645395" y="93543"/>
                </a:lnTo>
                <a:lnTo>
                  <a:pt x="645591" y="94026"/>
                </a:lnTo>
                <a:lnTo>
                  <a:pt x="645799" y="94501"/>
                </a:lnTo>
                <a:lnTo>
                  <a:pt x="646019" y="94967"/>
                </a:lnTo>
                <a:lnTo>
                  <a:pt x="646251" y="95425"/>
                </a:lnTo>
                <a:lnTo>
                  <a:pt x="646495" y="95873"/>
                </a:lnTo>
                <a:lnTo>
                  <a:pt x="646751" y="96313"/>
                </a:lnTo>
                <a:lnTo>
                  <a:pt x="647018" y="96744"/>
                </a:lnTo>
                <a:lnTo>
                  <a:pt x="647298" y="97167"/>
                </a:lnTo>
                <a:lnTo>
                  <a:pt x="647587" y="97580"/>
                </a:lnTo>
                <a:lnTo>
                  <a:pt x="647884" y="97985"/>
                </a:lnTo>
                <a:lnTo>
                  <a:pt x="648187" y="98381"/>
                </a:lnTo>
                <a:lnTo>
                  <a:pt x="648499" y="98768"/>
                </a:lnTo>
                <a:lnTo>
                  <a:pt x="648817" y="99146"/>
                </a:lnTo>
                <a:lnTo>
                  <a:pt x="649143" y="99516"/>
                </a:lnTo>
                <a:lnTo>
                  <a:pt x="649476" y="99876"/>
                </a:lnTo>
                <a:lnTo>
                  <a:pt x="649817" y="100228"/>
                </a:lnTo>
                <a:lnTo>
                  <a:pt x="650165" y="100572"/>
                </a:lnTo>
                <a:lnTo>
                  <a:pt x="650520" y="100906"/>
                </a:lnTo>
                <a:lnTo>
                  <a:pt x="650883" y="101232"/>
                </a:lnTo>
                <a:lnTo>
                  <a:pt x="651253" y="101549"/>
                </a:lnTo>
                <a:lnTo>
                  <a:pt x="651630" y="101857"/>
                </a:lnTo>
                <a:lnTo>
                  <a:pt x="652015" y="102156"/>
                </a:lnTo>
                <a:lnTo>
                  <a:pt x="652407" y="102447"/>
                </a:lnTo>
                <a:lnTo>
                  <a:pt x="652806" y="102729"/>
                </a:lnTo>
                <a:lnTo>
                  <a:pt x="653213" y="103002"/>
                </a:lnTo>
                <a:lnTo>
                  <a:pt x="653627" y="103266"/>
                </a:lnTo>
                <a:lnTo>
                  <a:pt x="654049" y="103521"/>
                </a:lnTo>
                <a:lnTo>
                  <a:pt x="654477" y="103768"/>
                </a:lnTo>
                <a:lnTo>
                  <a:pt x="654913" y="104006"/>
                </a:lnTo>
                <a:lnTo>
                  <a:pt x="655357" y="104235"/>
                </a:lnTo>
                <a:lnTo>
                  <a:pt x="655808" y="104456"/>
                </a:lnTo>
                <a:lnTo>
                  <a:pt x="656266" y="104667"/>
                </a:lnTo>
                <a:lnTo>
                  <a:pt x="656729" y="104870"/>
                </a:lnTo>
                <a:lnTo>
                  <a:pt x="657196" y="105065"/>
                </a:lnTo>
                <a:lnTo>
                  <a:pt x="657665" y="105250"/>
                </a:lnTo>
                <a:lnTo>
                  <a:pt x="658137" y="105427"/>
                </a:lnTo>
                <a:lnTo>
                  <a:pt x="658612" y="105596"/>
                </a:lnTo>
                <a:lnTo>
                  <a:pt x="659090" y="105756"/>
                </a:lnTo>
                <a:lnTo>
                  <a:pt x="659571" y="105907"/>
                </a:lnTo>
                <a:lnTo>
                  <a:pt x="660055" y="106049"/>
                </a:lnTo>
                <a:lnTo>
                  <a:pt x="660542" y="106183"/>
                </a:lnTo>
                <a:lnTo>
                  <a:pt x="661032" y="106308"/>
                </a:lnTo>
                <a:lnTo>
                  <a:pt x="661525" y="106425"/>
                </a:lnTo>
                <a:lnTo>
                  <a:pt x="662020" y="106533"/>
                </a:lnTo>
                <a:lnTo>
                  <a:pt x="662519" y="106632"/>
                </a:lnTo>
                <a:lnTo>
                  <a:pt x="663020" y="106723"/>
                </a:lnTo>
                <a:lnTo>
                  <a:pt x="663525" y="106805"/>
                </a:lnTo>
                <a:lnTo>
                  <a:pt x="664032" y="106878"/>
                </a:lnTo>
                <a:lnTo>
                  <a:pt x="664543" y="106943"/>
                </a:lnTo>
                <a:lnTo>
                  <a:pt x="665056" y="106999"/>
                </a:lnTo>
                <a:lnTo>
                  <a:pt x="665572" y="107047"/>
                </a:lnTo>
                <a:lnTo>
                  <a:pt x="666092" y="107086"/>
                </a:lnTo>
                <a:lnTo>
                  <a:pt x="666614" y="107116"/>
                </a:lnTo>
                <a:lnTo>
                  <a:pt x="667139" y="107138"/>
                </a:lnTo>
                <a:lnTo>
                  <a:pt x="667667" y="107151"/>
                </a:lnTo>
                <a:lnTo>
                  <a:pt x="668198" y="107155"/>
                </a:lnTo>
                <a:lnTo>
                  <a:pt x="668881" y="107150"/>
                </a:lnTo>
                <a:lnTo>
                  <a:pt x="669557" y="107135"/>
                </a:lnTo>
                <a:lnTo>
                  <a:pt x="670227" y="107111"/>
                </a:lnTo>
                <a:lnTo>
                  <a:pt x="670890" y="107077"/>
                </a:lnTo>
                <a:lnTo>
                  <a:pt x="671546" y="107033"/>
                </a:lnTo>
                <a:close/>
                <a:moveTo>
                  <a:pt x="673014" y="93042"/>
                </a:moveTo>
                <a:lnTo>
                  <a:pt x="672655" y="92997"/>
                </a:lnTo>
                <a:lnTo>
                  <a:pt x="672303" y="92944"/>
                </a:lnTo>
                <a:lnTo>
                  <a:pt x="671957" y="92883"/>
                </a:lnTo>
                <a:lnTo>
                  <a:pt x="671617" y="92813"/>
                </a:lnTo>
                <a:lnTo>
                  <a:pt x="671283" y="92735"/>
                </a:lnTo>
                <a:lnTo>
                  <a:pt x="670954" y="92649"/>
                </a:lnTo>
                <a:lnTo>
                  <a:pt x="670632" y="92555"/>
                </a:lnTo>
                <a:lnTo>
                  <a:pt x="670316" y="92453"/>
                </a:lnTo>
                <a:lnTo>
                  <a:pt x="670006" y="92342"/>
                </a:lnTo>
                <a:lnTo>
                  <a:pt x="669702" y="92224"/>
                </a:lnTo>
                <a:lnTo>
                  <a:pt x="669404" y="92097"/>
                </a:lnTo>
                <a:lnTo>
                  <a:pt x="669112" y="91962"/>
                </a:lnTo>
                <a:lnTo>
                  <a:pt x="668826" y="91819"/>
                </a:lnTo>
                <a:lnTo>
                  <a:pt x="668546" y="91667"/>
                </a:lnTo>
                <a:lnTo>
                  <a:pt x="668272" y="91508"/>
                </a:lnTo>
                <a:lnTo>
                  <a:pt x="668004" y="91340"/>
                </a:lnTo>
                <a:lnTo>
                  <a:pt x="667742" y="91164"/>
                </a:lnTo>
                <a:lnTo>
                  <a:pt x="667486" y="90980"/>
                </a:lnTo>
                <a:lnTo>
                  <a:pt x="667236" y="90787"/>
                </a:lnTo>
                <a:lnTo>
                  <a:pt x="666994" y="90586"/>
                </a:lnTo>
                <a:lnTo>
                  <a:pt x="666762" y="90377"/>
                </a:lnTo>
                <a:lnTo>
                  <a:pt x="666541" y="90158"/>
                </a:lnTo>
                <a:lnTo>
                  <a:pt x="666330" y="89931"/>
                </a:lnTo>
                <a:lnTo>
                  <a:pt x="666129" y="89696"/>
                </a:lnTo>
                <a:lnTo>
                  <a:pt x="665939" y="89451"/>
                </a:lnTo>
                <a:lnTo>
                  <a:pt x="665759" y="89198"/>
                </a:lnTo>
                <a:lnTo>
                  <a:pt x="665589" y="88936"/>
                </a:lnTo>
                <a:lnTo>
                  <a:pt x="665430" y="88665"/>
                </a:lnTo>
                <a:lnTo>
                  <a:pt x="665280" y="88386"/>
                </a:lnTo>
                <a:lnTo>
                  <a:pt x="665141" y="88098"/>
                </a:lnTo>
                <a:lnTo>
                  <a:pt x="665013" y="87801"/>
                </a:lnTo>
                <a:lnTo>
                  <a:pt x="664894" y="87495"/>
                </a:lnTo>
                <a:lnTo>
                  <a:pt x="664786" y="87181"/>
                </a:lnTo>
                <a:lnTo>
                  <a:pt x="664689" y="86857"/>
                </a:lnTo>
                <a:lnTo>
                  <a:pt x="664601" y="86526"/>
                </a:lnTo>
                <a:lnTo>
                  <a:pt x="664524" y="86185"/>
                </a:lnTo>
                <a:lnTo>
                  <a:pt x="664457" y="85836"/>
                </a:lnTo>
                <a:lnTo>
                  <a:pt x="664400" y="85477"/>
                </a:lnTo>
                <a:lnTo>
                  <a:pt x="664354" y="85111"/>
                </a:lnTo>
                <a:lnTo>
                  <a:pt x="664318" y="84735"/>
                </a:lnTo>
                <a:lnTo>
                  <a:pt x="664292" y="84351"/>
                </a:lnTo>
                <a:lnTo>
                  <a:pt x="664277" y="83958"/>
                </a:lnTo>
                <a:lnTo>
                  <a:pt x="664272" y="83556"/>
                </a:lnTo>
                <a:lnTo>
                  <a:pt x="664283" y="82999"/>
                </a:lnTo>
                <a:lnTo>
                  <a:pt x="664317" y="82455"/>
                </a:lnTo>
                <a:lnTo>
                  <a:pt x="664373" y="81924"/>
                </a:lnTo>
                <a:lnTo>
                  <a:pt x="664451" y="81406"/>
                </a:lnTo>
                <a:lnTo>
                  <a:pt x="664553" y="80901"/>
                </a:lnTo>
                <a:lnTo>
                  <a:pt x="664676" y="80409"/>
                </a:lnTo>
                <a:lnTo>
                  <a:pt x="664822" y="79930"/>
                </a:lnTo>
                <a:lnTo>
                  <a:pt x="664990" y="79464"/>
                </a:lnTo>
                <a:lnTo>
                  <a:pt x="665181" y="79011"/>
                </a:lnTo>
                <a:lnTo>
                  <a:pt x="665394" y="78571"/>
                </a:lnTo>
                <a:lnTo>
                  <a:pt x="665630" y="78144"/>
                </a:lnTo>
                <a:lnTo>
                  <a:pt x="665888" y="77730"/>
                </a:lnTo>
                <a:lnTo>
                  <a:pt x="666169" y="77328"/>
                </a:lnTo>
                <a:lnTo>
                  <a:pt x="666472" y="76940"/>
                </a:lnTo>
                <a:lnTo>
                  <a:pt x="666798" y="76565"/>
                </a:lnTo>
                <a:lnTo>
                  <a:pt x="667146" y="76202"/>
                </a:lnTo>
                <a:lnTo>
                  <a:pt x="667516" y="75853"/>
                </a:lnTo>
                <a:lnTo>
                  <a:pt x="667909" y="75516"/>
                </a:lnTo>
                <a:lnTo>
                  <a:pt x="668324" y="75193"/>
                </a:lnTo>
                <a:lnTo>
                  <a:pt x="668762" y="74882"/>
                </a:lnTo>
                <a:lnTo>
                  <a:pt x="669223" y="74585"/>
                </a:lnTo>
                <a:lnTo>
                  <a:pt x="669705" y="74300"/>
                </a:lnTo>
                <a:lnTo>
                  <a:pt x="670210" y="74029"/>
                </a:lnTo>
                <a:lnTo>
                  <a:pt x="670738" y="73770"/>
                </a:lnTo>
                <a:lnTo>
                  <a:pt x="671294" y="73523"/>
                </a:lnTo>
                <a:lnTo>
                  <a:pt x="671883" y="73286"/>
                </a:lnTo>
                <a:lnTo>
                  <a:pt x="672506" y="73059"/>
                </a:lnTo>
                <a:lnTo>
                  <a:pt x="673163" y="72843"/>
                </a:lnTo>
                <a:lnTo>
                  <a:pt x="673853" y="72637"/>
                </a:lnTo>
                <a:lnTo>
                  <a:pt x="674577" y="72441"/>
                </a:lnTo>
                <a:lnTo>
                  <a:pt x="675335" y="72255"/>
                </a:lnTo>
                <a:lnTo>
                  <a:pt x="676127" y="72080"/>
                </a:lnTo>
                <a:lnTo>
                  <a:pt x="676952" y="71915"/>
                </a:lnTo>
                <a:lnTo>
                  <a:pt x="677811" y="71760"/>
                </a:lnTo>
                <a:lnTo>
                  <a:pt x="678703" y="71615"/>
                </a:lnTo>
                <a:lnTo>
                  <a:pt x="679629" y="71480"/>
                </a:lnTo>
                <a:lnTo>
                  <a:pt x="680589" y="71356"/>
                </a:lnTo>
                <a:lnTo>
                  <a:pt x="681583" y="71242"/>
                </a:lnTo>
                <a:lnTo>
                  <a:pt x="682610" y="71138"/>
                </a:lnTo>
                <a:lnTo>
                  <a:pt x="683671" y="71045"/>
                </a:lnTo>
                <a:lnTo>
                  <a:pt x="684765" y="70961"/>
                </a:lnTo>
                <a:lnTo>
                  <a:pt x="685893" y="70888"/>
                </a:lnTo>
                <a:lnTo>
                  <a:pt x="687055" y="70825"/>
                </a:lnTo>
                <a:lnTo>
                  <a:pt x="688251" y="70773"/>
                </a:lnTo>
                <a:lnTo>
                  <a:pt x="689480" y="70730"/>
                </a:lnTo>
                <a:lnTo>
                  <a:pt x="690743" y="70698"/>
                </a:lnTo>
                <a:lnTo>
                  <a:pt x="692040" y="70676"/>
                </a:lnTo>
                <a:lnTo>
                  <a:pt x="693370" y="70664"/>
                </a:lnTo>
                <a:lnTo>
                  <a:pt x="693370" y="83084"/>
                </a:lnTo>
                <a:lnTo>
                  <a:pt x="693123" y="83410"/>
                </a:lnTo>
                <a:lnTo>
                  <a:pt x="692869" y="83733"/>
                </a:lnTo>
                <a:lnTo>
                  <a:pt x="692608" y="84053"/>
                </a:lnTo>
                <a:lnTo>
                  <a:pt x="692340" y="84370"/>
                </a:lnTo>
                <a:lnTo>
                  <a:pt x="692066" y="84684"/>
                </a:lnTo>
                <a:lnTo>
                  <a:pt x="691785" y="84995"/>
                </a:lnTo>
                <a:lnTo>
                  <a:pt x="691497" y="85303"/>
                </a:lnTo>
                <a:lnTo>
                  <a:pt x="691202" y="85608"/>
                </a:lnTo>
                <a:lnTo>
                  <a:pt x="690900" y="85910"/>
                </a:lnTo>
                <a:lnTo>
                  <a:pt x="690591" y="86209"/>
                </a:lnTo>
                <a:lnTo>
                  <a:pt x="690276" y="86505"/>
                </a:lnTo>
                <a:lnTo>
                  <a:pt x="689954" y="86797"/>
                </a:lnTo>
                <a:lnTo>
                  <a:pt x="689625" y="87087"/>
                </a:lnTo>
                <a:lnTo>
                  <a:pt x="689289" y="87374"/>
                </a:lnTo>
                <a:lnTo>
                  <a:pt x="688947" y="87658"/>
                </a:lnTo>
                <a:lnTo>
                  <a:pt x="688597" y="87939"/>
                </a:lnTo>
                <a:lnTo>
                  <a:pt x="688241" y="88218"/>
                </a:lnTo>
                <a:lnTo>
                  <a:pt x="687878" y="88493"/>
                </a:lnTo>
                <a:lnTo>
                  <a:pt x="687508" y="88765"/>
                </a:lnTo>
                <a:lnTo>
                  <a:pt x="687131" y="89034"/>
                </a:lnTo>
                <a:lnTo>
                  <a:pt x="686748" y="89300"/>
                </a:lnTo>
                <a:lnTo>
                  <a:pt x="686358" y="89563"/>
                </a:lnTo>
                <a:lnTo>
                  <a:pt x="685961" y="89823"/>
                </a:lnTo>
                <a:lnTo>
                  <a:pt x="685557" y="90080"/>
                </a:lnTo>
                <a:lnTo>
                  <a:pt x="685148" y="90330"/>
                </a:lnTo>
                <a:lnTo>
                  <a:pt x="684736" y="90569"/>
                </a:lnTo>
                <a:lnTo>
                  <a:pt x="684321" y="90798"/>
                </a:lnTo>
                <a:lnTo>
                  <a:pt x="683903" y="91016"/>
                </a:lnTo>
                <a:lnTo>
                  <a:pt x="683481" y="91224"/>
                </a:lnTo>
                <a:lnTo>
                  <a:pt x="683057" y="91421"/>
                </a:lnTo>
                <a:lnTo>
                  <a:pt x="682630" y="91607"/>
                </a:lnTo>
                <a:lnTo>
                  <a:pt x="682199" y="91783"/>
                </a:lnTo>
                <a:lnTo>
                  <a:pt x="681766" y="91947"/>
                </a:lnTo>
                <a:lnTo>
                  <a:pt x="681329" y="92102"/>
                </a:lnTo>
                <a:lnTo>
                  <a:pt x="680890" y="92245"/>
                </a:lnTo>
                <a:lnTo>
                  <a:pt x="680447" y="92378"/>
                </a:lnTo>
                <a:lnTo>
                  <a:pt x="680001" y="92501"/>
                </a:lnTo>
                <a:lnTo>
                  <a:pt x="679552" y="92613"/>
                </a:lnTo>
                <a:lnTo>
                  <a:pt x="679101" y="92714"/>
                </a:lnTo>
                <a:lnTo>
                  <a:pt x="678646" y="92804"/>
                </a:lnTo>
                <a:lnTo>
                  <a:pt x="678187" y="92884"/>
                </a:lnTo>
                <a:lnTo>
                  <a:pt x="677726" y="92953"/>
                </a:lnTo>
                <a:lnTo>
                  <a:pt x="677262" y="93012"/>
                </a:lnTo>
                <a:lnTo>
                  <a:pt x="676795" y="93060"/>
                </a:lnTo>
                <a:lnTo>
                  <a:pt x="676324" y="93097"/>
                </a:lnTo>
                <a:lnTo>
                  <a:pt x="675851" y="93123"/>
                </a:lnTo>
                <a:lnTo>
                  <a:pt x="675375" y="93139"/>
                </a:lnTo>
                <a:lnTo>
                  <a:pt x="674895" y="93145"/>
                </a:lnTo>
                <a:lnTo>
                  <a:pt x="674507" y="93141"/>
                </a:lnTo>
                <a:lnTo>
                  <a:pt x="674124" y="93128"/>
                </a:lnTo>
                <a:lnTo>
                  <a:pt x="673748" y="93108"/>
                </a:lnTo>
                <a:lnTo>
                  <a:pt x="673378" y="93079"/>
                </a:lnTo>
                <a:lnTo>
                  <a:pt x="673014" y="93042"/>
                </a:lnTo>
                <a:close/>
                <a:moveTo>
                  <a:pt x="1656837" y="19737"/>
                </a:moveTo>
                <a:lnTo>
                  <a:pt x="1657255" y="19683"/>
                </a:lnTo>
                <a:lnTo>
                  <a:pt x="1657663" y="19618"/>
                </a:lnTo>
                <a:lnTo>
                  <a:pt x="1658062" y="19544"/>
                </a:lnTo>
                <a:lnTo>
                  <a:pt x="1658452" y="19460"/>
                </a:lnTo>
                <a:lnTo>
                  <a:pt x="1658833" y="19366"/>
                </a:lnTo>
                <a:lnTo>
                  <a:pt x="1659204" y="19262"/>
                </a:lnTo>
                <a:lnTo>
                  <a:pt x="1659566" y="19149"/>
                </a:lnTo>
                <a:lnTo>
                  <a:pt x="1659919" y="19025"/>
                </a:lnTo>
                <a:lnTo>
                  <a:pt x="1660263" y="18891"/>
                </a:lnTo>
                <a:lnTo>
                  <a:pt x="1660598" y="18748"/>
                </a:lnTo>
                <a:lnTo>
                  <a:pt x="1660923" y="18595"/>
                </a:lnTo>
                <a:lnTo>
                  <a:pt x="1661239" y="18432"/>
                </a:lnTo>
                <a:lnTo>
                  <a:pt x="1661546" y="18258"/>
                </a:lnTo>
                <a:lnTo>
                  <a:pt x="1661844" y="18076"/>
                </a:lnTo>
                <a:lnTo>
                  <a:pt x="1662132" y="17883"/>
                </a:lnTo>
                <a:lnTo>
                  <a:pt x="1662412" y="17680"/>
                </a:lnTo>
                <a:lnTo>
                  <a:pt x="1662682" y="17467"/>
                </a:lnTo>
                <a:lnTo>
                  <a:pt x="1662942" y="17245"/>
                </a:lnTo>
                <a:lnTo>
                  <a:pt x="1663194" y="17012"/>
                </a:lnTo>
                <a:lnTo>
                  <a:pt x="1663436" y="16773"/>
                </a:lnTo>
                <a:lnTo>
                  <a:pt x="1663667" y="16528"/>
                </a:lnTo>
                <a:lnTo>
                  <a:pt x="1663889" y="16279"/>
                </a:lnTo>
                <a:lnTo>
                  <a:pt x="1664100" y="16024"/>
                </a:lnTo>
                <a:lnTo>
                  <a:pt x="1664300" y="15765"/>
                </a:lnTo>
                <a:lnTo>
                  <a:pt x="1664491" y="15502"/>
                </a:lnTo>
                <a:lnTo>
                  <a:pt x="1664671" y="15233"/>
                </a:lnTo>
                <a:lnTo>
                  <a:pt x="1664840" y="14960"/>
                </a:lnTo>
                <a:lnTo>
                  <a:pt x="1665000" y="14681"/>
                </a:lnTo>
                <a:lnTo>
                  <a:pt x="1665149" y="14398"/>
                </a:lnTo>
                <a:lnTo>
                  <a:pt x="1665288" y="14110"/>
                </a:lnTo>
                <a:lnTo>
                  <a:pt x="1665417" y="13818"/>
                </a:lnTo>
                <a:lnTo>
                  <a:pt x="1665535" y="13520"/>
                </a:lnTo>
                <a:lnTo>
                  <a:pt x="1665643" y="13218"/>
                </a:lnTo>
                <a:lnTo>
                  <a:pt x="1665741" y="12911"/>
                </a:lnTo>
                <a:lnTo>
                  <a:pt x="1665828" y="12599"/>
                </a:lnTo>
                <a:lnTo>
                  <a:pt x="1665906" y="12282"/>
                </a:lnTo>
                <a:lnTo>
                  <a:pt x="1665972" y="11961"/>
                </a:lnTo>
                <a:lnTo>
                  <a:pt x="1666029" y="11634"/>
                </a:lnTo>
                <a:lnTo>
                  <a:pt x="1666075" y="11303"/>
                </a:lnTo>
                <a:lnTo>
                  <a:pt x="1666111" y="10967"/>
                </a:lnTo>
                <a:lnTo>
                  <a:pt x="1666137" y="10626"/>
                </a:lnTo>
                <a:lnTo>
                  <a:pt x="1666153" y="10281"/>
                </a:lnTo>
                <a:lnTo>
                  <a:pt x="1666158" y="9930"/>
                </a:lnTo>
                <a:lnTo>
                  <a:pt x="1666153" y="9574"/>
                </a:lnTo>
                <a:lnTo>
                  <a:pt x="1666137" y="9222"/>
                </a:lnTo>
                <a:lnTo>
                  <a:pt x="1666111" y="8876"/>
                </a:lnTo>
                <a:lnTo>
                  <a:pt x="1666075" y="8535"/>
                </a:lnTo>
                <a:lnTo>
                  <a:pt x="1666029" y="8199"/>
                </a:lnTo>
                <a:lnTo>
                  <a:pt x="1665972" y="7869"/>
                </a:lnTo>
                <a:lnTo>
                  <a:pt x="1665906" y="7543"/>
                </a:lnTo>
                <a:lnTo>
                  <a:pt x="1665828" y="7223"/>
                </a:lnTo>
                <a:lnTo>
                  <a:pt x="1665741" y="6908"/>
                </a:lnTo>
                <a:lnTo>
                  <a:pt x="1665643" y="6599"/>
                </a:lnTo>
                <a:lnTo>
                  <a:pt x="1665535" y="6294"/>
                </a:lnTo>
                <a:lnTo>
                  <a:pt x="1665417" y="5995"/>
                </a:lnTo>
                <a:lnTo>
                  <a:pt x="1665288" y="5701"/>
                </a:lnTo>
                <a:lnTo>
                  <a:pt x="1665149" y="5412"/>
                </a:lnTo>
                <a:lnTo>
                  <a:pt x="1665000" y="5128"/>
                </a:lnTo>
                <a:lnTo>
                  <a:pt x="1664840" y="4850"/>
                </a:lnTo>
                <a:lnTo>
                  <a:pt x="1664671" y="4576"/>
                </a:lnTo>
                <a:lnTo>
                  <a:pt x="1664491" y="4308"/>
                </a:lnTo>
                <a:lnTo>
                  <a:pt x="1664300" y="4046"/>
                </a:lnTo>
                <a:lnTo>
                  <a:pt x="1664100" y="3788"/>
                </a:lnTo>
                <a:lnTo>
                  <a:pt x="1663889" y="3536"/>
                </a:lnTo>
                <a:lnTo>
                  <a:pt x="1663667" y="3288"/>
                </a:lnTo>
                <a:lnTo>
                  <a:pt x="1663436" y="3046"/>
                </a:lnTo>
                <a:lnTo>
                  <a:pt x="1663194" y="2810"/>
                </a:lnTo>
                <a:lnTo>
                  <a:pt x="1662942" y="2580"/>
                </a:lnTo>
                <a:lnTo>
                  <a:pt x="1662682" y="2361"/>
                </a:lnTo>
                <a:lnTo>
                  <a:pt x="1662412" y="2151"/>
                </a:lnTo>
                <a:lnTo>
                  <a:pt x="1662132" y="1951"/>
                </a:lnTo>
                <a:lnTo>
                  <a:pt x="1661844" y="1761"/>
                </a:lnTo>
                <a:lnTo>
                  <a:pt x="1661546" y="1580"/>
                </a:lnTo>
                <a:lnTo>
                  <a:pt x="1661239" y="1410"/>
                </a:lnTo>
                <a:lnTo>
                  <a:pt x="1660923" y="1249"/>
                </a:lnTo>
                <a:lnTo>
                  <a:pt x="1660598" y="1098"/>
                </a:lnTo>
                <a:lnTo>
                  <a:pt x="1660263" y="956"/>
                </a:lnTo>
                <a:lnTo>
                  <a:pt x="1659919" y="824"/>
                </a:lnTo>
                <a:lnTo>
                  <a:pt x="1659566" y="702"/>
                </a:lnTo>
                <a:lnTo>
                  <a:pt x="1659204" y="590"/>
                </a:lnTo>
                <a:lnTo>
                  <a:pt x="1658833" y="488"/>
                </a:lnTo>
                <a:lnTo>
                  <a:pt x="1658452" y="395"/>
                </a:lnTo>
                <a:lnTo>
                  <a:pt x="1658062" y="312"/>
                </a:lnTo>
                <a:lnTo>
                  <a:pt x="1657663" y="239"/>
                </a:lnTo>
                <a:lnTo>
                  <a:pt x="1657255" y="176"/>
                </a:lnTo>
                <a:lnTo>
                  <a:pt x="1656837" y="122"/>
                </a:lnTo>
                <a:lnTo>
                  <a:pt x="1656410" y="78"/>
                </a:lnTo>
                <a:lnTo>
                  <a:pt x="1655974" y="44"/>
                </a:lnTo>
                <a:lnTo>
                  <a:pt x="1655529" y="20"/>
                </a:lnTo>
                <a:lnTo>
                  <a:pt x="1655074" y="5"/>
                </a:lnTo>
                <a:lnTo>
                  <a:pt x="1654611" y="0"/>
                </a:lnTo>
                <a:lnTo>
                  <a:pt x="1654147" y="5"/>
                </a:lnTo>
                <a:lnTo>
                  <a:pt x="1653693" y="20"/>
                </a:lnTo>
                <a:lnTo>
                  <a:pt x="1653247" y="44"/>
                </a:lnTo>
                <a:lnTo>
                  <a:pt x="1652811" y="78"/>
                </a:lnTo>
                <a:lnTo>
                  <a:pt x="1652385" y="122"/>
                </a:lnTo>
                <a:lnTo>
                  <a:pt x="1651967" y="176"/>
                </a:lnTo>
                <a:lnTo>
                  <a:pt x="1651559" y="239"/>
                </a:lnTo>
                <a:lnTo>
                  <a:pt x="1651160" y="312"/>
                </a:lnTo>
                <a:lnTo>
                  <a:pt x="1650770" y="395"/>
                </a:lnTo>
                <a:lnTo>
                  <a:pt x="1650389" y="488"/>
                </a:lnTo>
                <a:lnTo>
                  <a:pt x="1650018" y="590"/>
                </a:lnTo>
                <a:lnTo>
                  <a:pt x="1649655" y="702"/>
                </a:lnTo>
                <a:lnTo>
                  <a:pt x="1649302" y="824"/>
                </a:lnTo>
                <a:lnTo>
                  <a:pt x="1648958" y="956"/>
                </a:lnTo>
                <a:lnTo>
                  <a:pt x="1648624" y="1098"/>
                </a:lnTo>
                <a:lnTo>
                  <a:pt x="1648299" y="1249"/>
                </a:lnTo>
                <a:lnTo>
                  <a:pt x="1647982" y="1410"/>
                </a:lnTo>
                <a:lnTo>
                  <a:pt x="1647675" y="1580"/>
                </a:lnTo>
                <a:lnTo>
                  <a:pt x="1647378" y="1761"/>
                </a:lnTo>
                <a:lnTo>
                  <a:pt x="1647089" y="1951"/>
                </a:lnTo>
                <a:lnTo>
                  <a:pt x="1646810" y="2151"/>
                </a:lnTo>
                <a:lnTo>
                  <a:pt x="1646540" y="2361"/>
                </a:lnTo>
                <a:lnTo>
                  <a:pt x="1646279" y="2580"/>
                </a:lnTo>
                <a:lnTo>
                  <a:pt x="1646028" y="2810"/>
                </a:lnTo>
                <a:lnTo>
                  <a:pt x="1645786" y="3046"/>
                </a:lnTo>
                <a:lnTo>
                  <a:pt x="1645554" y="3288"/>
                </a:lnTo>
                <a:lnTo>
                  <a:pt x="1645333" y="3536"/>
                </a:lnTo>
                <a:lnTo>
                  <a:pt x="1645122" y="3788"/>
                </a:lnTo>
                <a:lnTo>
                  <a:pt x="1644921" y="4046"/>
                </a:lnTo>
                <a:lnTo>
                  <a:pt x="1644731" y="4308"/>
                </a:lnTo>
                <a:lnTo>
                  <a:pt x="1644551" y="4576"/>
                </a:lnTo>
                <a:lnTo>
                  <a:pt x="1644381" y="4850"/>
                </a:lnTo>
                <a:lnTo>
                  <a:pt x="1644222" y="5128"/>
                </a:lnTo>
                <a:lnTo>
                  <a:pt x="1644072" y="5412"/>
                </a:lnTo>
                <a:lnTo>
                  <a:pt x="1643934" y="5701"/>
                </a:lnTo>
                <a:lnTo>
                  <a:pt x="1643805" y="5995"/>
                </a:lnTo>
                <a:lnTo>
                  <a:pt x="1643687" y="6294"/>
                </a:lnTo>
                <a:lnTo>
                  <a:pt x="1643578" y="6599"/>
                </a:lnTo>
                <a:lnTo>
                  <a:pt x="1643481" y="6908"/>
                </a:lnTo>
                <a:lnTo>
                  <a:pt x="1643393" y="7223"/>
                </a:lnTo>
                <a:lnTo>
                  <a:pt x="1643316" y="7543"/>
                </a:lnTo>
                <a:lnTo>
                  <a:pt x="1643249" y="7869"/>
                </a:lnTo>
                <a:lnTo>
                  <a:pt x="1643193" y="8199"/>
                </a:lnTo>
                <a:lnTo>
                  <a:pt x="1643146" y="8535"/>
                </a:lnTo>
                <a:lnTo>
                  <a:pt x="1643110" y="8876"/>
                </a:lnTo>
                <a:lnTo>
                  <a:pt x="1643085" y="9222"/>
                </a:lnTo>
                <a:lnTo>
                  <a:pt x="1643069" y="9574"/>
                </a:lnTo>
                <a:lnTo>
                  <a:pt x="1643064" y="9930"/>
                </a:lnTo>
                <a:lnTo>
                  <a:pt x="1643069" y="10281"/>
                </a:lnTo>
                <a:lnTo>
                  <a:pt x="1643085" y="10626"/>
                </a:lnTo>
                <a:lnTo>
                  <a:pt x="1643110" y="10967"/>
                </a:lnTo>
                <a:lnTo>
                  <a:pt x="1643146" y="11303"/>
                </a:lnTo>
                <a:lnTo>
                  <a:pt x="1643193" y="11634"/>
                </a:lnTo>
                <a:lnTo>
                  <a:pt x="1643249" y="11961"/>
                </a:lnTo>
                <a:lnTo>
                  <a:pt x="1643316" y="12282"/>
                </a:lnTo>
                <a:lnTo>
                  <a:pt x="1643393" y="12599"/>
                </a:lnTo>
                <a:lnTo>
                  <a:pt x="1643481" y="12911"/>
                </a:lnTo>
                <a:lnTo>
                  <a:pt x="1643578" y="13218"/>
                </a:lnTo>
                <a:lnTo>
                  <a:pt x="1643687" y="13520"/>
                </a:lnTo>
                <a:lnTo>
                  <a:pt x="1643805" y="13818"/>
                </a:lnTo>
                <a:lnTo>
                  <a:pt x="1643934" y="14110"/>
                </a:lnTo>
                <a:lnTo>
                  <a:pt x="1644072" y="14398"/>
                </a:lnTo>
                <a:lnTo>
                  <a:pt x="1644222" y="14681"/>
                </a:lnTo>
                <a:lnTo>
                  <a:pt x="1644381" y="14960"/>
                </a:lnTo>
                <a:lnTo>
                  <a:pt x="1644551" y="15233"/>
                </a:lnTo>
                <a:lnTo>
                  <a:pt x="1644731" y="15502"/>
                </a:lnTo>
                <a:lnTo>
                  <a:pt x="1644921" y="15765"/>
                </a:lnTo>
                <a:lnTo>
                  <a:pt x="1645122" y="16024"/>
                </a:lnTo>
                <a:lnTo>
                  <a:pt x="1645333" y="16279"/>
                </a:lnTo>
                <a:lnTo>
                  <a:pt x="1645554" y="16528"/>
                </a:lnTo>
                <a:lnTo>
                  <a:pt x="1645786" y="16773"/>
                </a:lnTo>
                <a:lnTo>
                  <a:pt x="1646028" y="17012"/>
                </a:lnTo>
                <a:lnTo>
                  <a:pt x="1646279" y="17245"/>
                </a:lnTo>
                <a:lnTo>
                  <a:pt x="1646540" y="17467"/>
                </a:lnTo>
                <a:lnTo>
                  <a:pt x="1646810" y="17680"/>
                </a:lnTo>
                <a:lnTo>
                  <a:pt x="1647089" y="17883"/>
                </a:lnTo>
                <a:lnTo>
                  <a:pt x="1647378" y="18076"/>
                </a:lnTo>
                <a:lnTo>
                  <a:pt x="1647675" y="18258"/>
                </a:lnTo>
                <a:lnTo>
                  <a:pt x="1647982" y="18432"/>
                </a:lnTo>
                <a:lnTo>
                  <a:pt x="1648299" y="18595"/>
                </a:lnTo>
                <a:lnTo>
                  <a:pt x="1648624" y="18748"/>
                </a:lnTo>
                <a:lnTo>
                  <a:pt x="1648958" y="18891"/>
                </a:lnTo>
                <a:lnTo>
                  <a:pt x="1649302" y="19025"/>
                </a:lnTo>
                <a:lnTo>
                  <a:pt x="1649655" y="19149"/>
                </a:lnTo>
                <a:lnTo>
                  <a:pt x="1650018" y="19262"/>
                </a:lnTo>
                <a:lnTo>
                  <a:pt x="1650389" y="19366"/>
                </a:lnTo>
                <a:lnTo>
                  <a:pt x="1650770" y="19460"/>
                </a:lnTo>
                <a:lnTo>
                  <a:pt x="1651160" y="19544"/>
                </a:lnTo>
                <a:lnTo>
                  <a:pt x="1651559" y="19618"/>
                </a:lnTo>
                <a:lnTo>
                  <a:pt x="1651967" y="19683"/>
                </a:lnTo>
                <a:lnTo>
                  <a:pt x="1652385" y="19737"/>
                </a:lnTo>
                <a:lnTo>
                  <a:pt x="1652811" y="19781"/>
                </a:lnTo>
                <a:lnTo>
                  <a:pt x="1653247" y="19816"/>
                </a:lnTo>
                <a:lnTo>
                  <a:pt x="1653693" y="19841"/>
                </a:lnTo>
                <a:lnTo>
                  <a:pt x="1654147" y="19856"/>
                </a:lnTo>
                <a:lnTo>
                  <a:pt x="1654611" y="19861"/>
                </a:lnTo>
                <a:lnTo>
                  <a:pt x="1655074" y="19856"/>
                </a:lnTo>
                <a:lnTo>
                  <a:pt x="1655529" y="19841"/>
                </a:lnTo>
                <a:lnTo>
                  <a:pt x="1655974" y="19816"/>
                </a:lnTo>
                <a:lnTo>
                  <a:pt x="1656410" y="19781"/>
                </a:lnTo>
                <a:lnTo>
                  <a:pt x="1656837" y="19737"/>
                </a:lnTo>
                <a:close/>
                <a:moveTo>
                  <a:pt x="1233812" y="65939"/>
                </a:moveTo>
                <a:lnTo>
                  <a:pt x="1207347" y="105769"/>
                </a:lnTo>
                <a:lnTo>
                  <a:pt x="1229055" y="105769"/>
                </a:lnTo>
                <a:lnTo>
                  <a:pt x="1246071" y="78519"/>
                </a:lnTo>
                <a:lnTo>
                  <a:pt x="1263157" y="105769"/>
                </a:lnTo>
                <a:lnTo>
                  <a:pt x="1284942" y="105769"/>
                </a:lnTo>
                <a:lnTo>
                  <a:pt x="1258559" y="66269"/>
                </a:lnTo>
                <a:lnTo>
                  <a:pt x="1282633" y="29714"/>
                </a:lnTo>
                <a:lnTo>
                  <a:pt x="1260847" y="29714"/>
                </a:lnTo>
                <a:lnTo>
                  <a:pt x="1246351" y="54196"/>
                </a:lnTo>
                <a:lnTo>
                  <a:pt x="1231672" y="29714"/>
                </a:lnTo>
                <a:lnTo>
                  <a:pt x="1209887" y="29714"/>
                </a:lnTo>
                <a:lnTo>
                  <a:pt x="1233812" y="65939"/>
                </a:lnTo>
                <a:close/>
                <a:moveTo>
                  <a:pt x="1194190" y="61429"/>
                </a:moveTo>
                <a:lnTo>
                  <a:pt x="1194190" y="44109"/>
                </a:lnTo>
                <a:lnTo>
                  <a:pt x="1150774" y="44109"/>
                </a:lnTo>
                <a:lnTo>
                  <a:pt x="1150774" y="20092"/>
                </a:lnTo>
                <a:lnTo>
                  <a:pt x="1198655" y="20092"/>
                </a:lnTo>
                <a:lnTo>
                  <a:pt x="1198655" y="2155"/>
                </a:lnTo>
                <a:lnTo>
                  <a:pt x="1129143" y="2155"/>
                </a:lnTo>
                <a:lnTo>
                  <a:pt x="1129143" y="105769"/>
                </a:lnTo>
                <a:lnTo>
                  <a:pt x="1198655" y="105769"/>
                </a:lnTo>
                <a:lnTo>
                  <a:pt x="1198655" y="87833"/>
                </a:lnTo>
                <a:lnTo>
                  <a:pt x="1150774" y="87833"/>
                </a:lnTo>
                <a:lnTo>
                  <a:pt x="1150774" y="61429"/>
                </a:lnTo>
                <a:lnTo>
                  <a:pt x="1194190" y="61429"/>
                </a:lnTo>
                <a:close/>
                <a:moveTo>
                  <a:pt x="1328910" y="89968"/>
                </a:moveTo>
                <a:lnTo>
                  <a:pt x="1328459" y="89943"/>
                </a:lnTo>
                <a:lnTo>
                  <a:pt x="1328022" y="89908"/>
                </a:lnTo>
                <a:lnTo>
                  <a:pt x="1327600" y="89862"/>
                </a:lnTo>
                <a:lnTo>
                  <a:pt x="1327193" y="89807"/>
                </a:lnTo>
                <a:lnTo>
                  <a:pt x="1326800" y="89741"/>
                </a:lnTo>
                <a:lnTo>
                  <a:pt x="1326422" y="89665"/>
                </a:lnTo>
                <a:lnTo>
                  <a:pt x="1326058" y="89580"/>
                </a:lnTo>
                <a:lnTo>
                  <a:pt x="1325709" y="89484"/>
                </a:lnTo>
                <a:lnTo>
                  <a:pt x="1325374" y="89378"/>
                </a:lnTo>
                <a:lnTo>
                  <a:pt x="1325054" y="89261"/>
                </a:lnTo>
                <a:lnTo>
                  <a:pt x="1324749" y="89135"/>
                </a:lnTo>
                <a:lnTo>
                  <a:pt x="1324458" y="88999"/>
                </a:lnTo>
                <a:lnTo>
                  <a:pt x="1324182" y="88852"/>
                </a:lnTo>
                <a:lnTo>
                  <a:pt x="1323920" y="88696"/>
                </a:lnTo>
                <a:lnTo>
                  <a:pt x="1323673" y="88529"/>
                </a:lnTo>
                <a:lnTo>
                  <a:pt x="1323440" y="88353"/>
                </a:lnTo>
                <a:lnTo>
                  <a:pt x="1323222" y="88166"/>
                </a:lnTo>
                <a:lnTo>
                  <a:pt x="1323019" y="87969"/>
                </a:lnTo>
                <a:lnTo>
                  <a:pt x="1322830" y="87762"/>
                </a:lnTo>
                <a:lnTo>
                  <a:pt x="1322655" y="87545"/>
                </a:lnTo>
                <a:lnTo>
                  <a:pt x="1322496" y="87317"/>
                </a:lnTo>
                <a:lnTo>
                  <a:pt x="1322350" y="87080"/>
                </a:lnTo>
                <a:lnTo>
                  <a:pt x="1322215" y="86832"/>
                </a:lnTo>
                <a:lnTo>
                  <a:pt x="1322086" y="86574"/>
                </a:lnTo>
                <a:lnTo>
                  <a:pt x="1321962" y="86304"/>
                </a:lnTo>
                <a:lnTo>
                  <a:pt x="1321845" y="86023"/>
                </a:lnTo>
                <a:lnTo>
                  <a:pt x="1321733" y="85732"/>
                </a:lnTo>
                <a:lnTo>
                  <a:pt x="1321626" y="85429"/>
                </a:lnTo>
                <a:lnTo>
                  <a:pt x="1321526" y="85116"/>
                </a:lnTo>
                <a:lnTo>
                  <a:pt x="1321431" y="84792"/>
                </a:lnTo>
                <a:lnTo>
                  <a:pt x="1321342" y="84457"/>
                </a:lnTo>
                <a:lnTo>
                  <a:pt x="1321259" y="84111"/>
                </a:lnTo>
                <a:lnTo>
                  <a:pt x="1321181" y="83754"/>
                </a:lnTo>
                <a:lnTo>
                  <a:pt x="1321109" y="83386"/>
                </a:lnTo>
                <a:lnTo>
                  <a:pt x="1321043" y="83007"/>
                </a:lnTo>
                <a:lnTo>
                  <a:pt x="1320983" y="82617"/>
                </a:lnTo>
                <a:lnTo>
                  <a:pt x="1320928" y="82217"/>
                </a:lnTo>
                <a:lnTo>
                  <a:pt x="1320879" y="81805"/>
                </a:lnTo>
                <a:lnTo>
                  <a:pt x="1320836" y="81382"/>
                </a:lnTo>
                <a:lnTo>
                  <a:pt x="1320799" y="80949"/>
                </a:lnTo>
                <a:lnTo>
                  <a:pt x="1320767" y="80505"/>
                </a:lnTo>
                <a:lnTo>
                  <a:pt x="1320741" y="80049"/>
                </a:lnTo>
                <a:lnTo>
                  <a:pt x="1320721" y="79583"/>
                </a:lnTo>
                <a:lnTo>
                  <a:pt x="1320707" y="79106"/>
                </a:lnTo>
                <a:lnTo>
                  <a:pt x="1320698" y="78618"/>
                </a:lnTo>
                <a:lnTo>
                  <a:pt x="1320695" y="78119"/>
                </a:lnTo>
                <a:lnTo>
                  <a:pt x="1320695" y="45418"/>
                </a:lnTo>
                <a:lnTo>
                  <a:pt x="1337092" y="45418"/>
                </a:lnTo>
                <a:lnTo>
                  <a:pt x="1337092" y="29714"/>
                </a:lnTo>
                <a:lnTo>
                  <a:pt x="1320695" y="29714"/>
                </a:lnTo>
                <a:lnTo>
                  <a:pt x="1320695" y="12009"/>
                </a:lnTo>
                <a:lnTo>
                  <a:pt x="1300296" y="12009"/>
                </a:lnTo>
                <a:lnTo>
                  <a:pt x="1300296" y="29714"/>
                </a:lnTo>
                <a:lnTo>
                  <a:pt x="1287825" y="29714"/>
                </a:lnTo>
                <a:lnTo>
                  <a:pt x="1287825" y="45418"/>
                </a:lnTo>
                <a:lnTo>
                  <a:pt x="1300296" y="45418"/>
                </a:lnTo>
                <a:lnTo>
                  <a:pt x="1300296" y="79190"/>
                </a:lnTo>
                <a:lnTo>
                  <a:pt x="1300300" y="79965"/>
                </a:lnTo>
                <a:lnTo>
                  <a:pt x="1300313" y="80729"/>
                </a:lnTo>
                <a:lnTo>
                  <a:pt x="1300334" y="81480"/>
                </a:lnTo>
                <a:lnTo>
                  <a:pt x="1300364" y="82218"/>
                </a:lnTo>
                <a:lnTo>
                  <a:pt x="1300403" y="82944"/>
                </a:lnTo>
                <a:lnTo>
                  <a:pt x="1300450" y="83658"/>
                </a:lnTo>
                <a:lnTo>
                  <a:pt x="1300505" y="84360"/>
                </a:lnTo>
                <a:lnTo>
                  <a:pt x="1300570" y="85049"/>
                </a:lnTo>
                <a:lnTo>
                  <a:pt x="1300642" y="85726"/>
                </a:lnTo>
                <a:lnTo>
                  <a:pt x="1300724" y="86390"/>
                </a:lnTo>
                <a:lnTo>
                  <a:pt x="1300813" y="87042"/>
                </a:lnTo>
                <a:lnTo>
                  <a:pt x="1300912" y="87682"/>
                </a:lnTo>
                <a:lnTo>
                  <a:pt x="1301019" y="88310"/>
                </a:lnTo>
                <a:lnTo>
                  <a:pt x="1301134" y="88925"/>
                </a:lnTo>
                <a:lnTo>
                  <a:pt x="1301258" y="89527"/>
                </a:lnTo>
                <a:lnTo>
                  <a:pt x="1301391" y="90118"/>
                </a:lnTo>
                <a:lnTo>
                  <a:pt x="1301532" y="90696"/>
                </a:lnTo>
                <a:lnTo>
                  <a:pt x="1301682" y="91261"/>
                </a:lnTo>
                <a:lnTo>
                  <a:pt x="1301840" y="91814"/>
                </a:lnTo>
                <a:lnTo>
                  <a:pt x="1302007" y="92355"/>
                </a:lnTo>
                <a:lnTo>
                  <a:pt x="1302182" y="92884"/>
                </a:lnTo>
                <a:lnTo>
                  <a:pt x="1302366" y="93400"/>
                </a:lnTo>
                <a:lnTo>
                  <a:pt x="1302558" y="93904"/>
                </a:lnTo>
                <a:lnTo>
                  <a:pt x="1302759" y="94396"/>
                </a:lnTo>
                <a:lnTo>
                  <a:pt x="1302971" y="94876"/>
                </a:lnTo>
                <a:lnTo>
                  <a:pt x="1303196" y="95345"/>
                </a:lnTo>
                <a:lnTo>
                  <a:pt x="1303435" y="95804"/>
                </a:lnTo>
                <a:lnTo>
                  <a:pt x="1303686" y="96252"/>
                </a:lnTo>
                <a:lnTo>
                  <a:pt x="1303951" y="96690"/>
                </a:lnTo>
                <a:lnTo>
                  <a:pt x="1304229" y="97117"/>
                </a:lnTo>
                <a:lnTo>
                  <a:pt x="1304520" y="97534"/>
                </a:lnTo>
                <a:lnTo>
                  <a:pt x="1304825" y="97940"/>
                </a:lnTo>
                <a:lnTo>
                  <a:pt x="1305143" y="98335"/>
                </a:lnTo>
                <a:lnTo>
                  <a:pt x="1305474" y="98720"/>
                </a:lnTo>
                <a:lnTo>
                  <a:pt x="1305818" y="99094"/>
                </a:lnTo>
                <a:lnTo>
                  <a:pt x="1306175" y="99458"/>
                </a:lnTo>
                <a:lnTo>
                  <a:pt x="1306546" y="99811"/>
                </a:lnTo>
                <a:lnTo>
                  <a:pt x="1306930" y="100153"/>
                </a:lnTo>
                <a:lnTo>
                  <a:pt x="1307327" y="100485"/>
                </a:lnTo>
                <a:lnTo>
                  <a:pt x="1307737" y="100806"/>
                </a:lnTo>
                <a:lnTo>
                  <a:pt x="1308161" y="101117"/>
                </a:lnTo>
                <a:lnTo>
                  <a:pt x="1308598" y="101417"/>
                </a:lnTo>
                <a:lnTo>
                  <a:pt x="1309048" y="101707"/>
                </a:lnTo>
                <a:lnTo>
                  <a:pt x="1309511" y="101986"/>
                </a:lnTo>
                <a:lnTo>
                  <a:pt x="1309987" y="102254"/>
                </a:lnTo>
                <a:lnTo>
                  <a:pt x="1310477" y="102512"/>
                </a:lnTo>
                <a:lnTo>
                  <a:pt x="1310980" y="102759"/>
                </a:lnTo>
                <a:lnTo>
                  <a:pt x="1311496" y="102996"/>
                </a:lnTo>
                <a:lnTo>
                  <a:pt x="1312028" y="103222"/>
                </a:lnTo>
                <a:lnTo>
                  <a:pt x="1312578" y="103439"/>
                </a:lnTo>
                <a:lnTo>
                  <a:pt x="1313145" y="103646"/>
                </a:lnTo>
                <a:lnTo>
                  <a:pt x="1313730" y="103843"/>
                </a:lnTo>
                <a:lnTo>
                  <a:pt x="1314333" y="104031"/>
                </a:lnTo>
                <a:lnTo>
                  <a:pt x="1314953" y="104209"/>
                </a:lnTo>
                <a:lnTo>
                  <a:pt x="1315592" y="104378"/>
                </a:lnTo>
                <a:lnTo>
                  <a:pt x="1316248" y="104536"/>
                </a:lnTo>
                <a:lnTo>
                  <a:pt x="1316922" y="104686"/>
                </a:lnTo>
                <a:lnTo>
                  <a:pt x="1317613" y="104825"/>
                </a:lnTo>
                <a:lnTo>
                  <a:pt x="1318323" y="104955"/>
                </a:lnTo>
                <a:lnTo>
                  <a:pt x="1319050" y="105076"/>
                </a:lnTo>
                <a:lnTo>
                  <a:pt x="1319795" y="105187"/>
                </a:lnTo>
                <a:lnTo>
                  <a:pt x="1320558" y="105288"/>
                </a:lnTo>
                <a:lnTo>
                  <a:pt x="1321338" y="105379"/>
                </a:lnTo>
                <a:lnTo>
                  <a:pt x="1322137" y="105461"/>
                </a:lnTo>
                <a:lnTo>
                  <a:pt x="1322953" y="105533"/>
                </a:lnTo>
                <a:lnTo>
                  <a:pt x="1323787" y="105596"/>
                </a:lnTo>
                <a:lnTo>
                  <a:pt x="1324638" y="105649"/>
                </a:lnTo>
                <a:lnTo>
                  <a:pt x="1325508" y="105692"/>
                </a:lnTo>
                <a:lnTo>
                  <a:pt x="1326395" y="105726"/>
                </a:lnTo>
                <a:lnTo>
                  <a:pt x="1327300" y="105750"/>
                </a:lnTo>
                <a:lnTo>
                  <a:pt x="1328223" y="105764"/>
                </a:lnTo>
                <a:lnTo>
                  <a:pt x="1329163" y="105769"/>
                </a:lnTo>
                <a:lnTo>
                  <a:pt x="1337092" y="105769"/>
                </a:lnTo>
                <a:lnTo>
                  <a:pt x="1337092" y="89989"/>
                </a:lnTo>
                <a:lnTo>
                  <a:pt x="1329856" y="89989"/>
                </a:lnTo>
                <a:lnTo>
                  <a:pt x="1329376" y="89983"/>
                </a:lnTo>
                <a:lnTo>
                  <a:pt x="1328910" y="89968"/>
                </a:lnTo>
                <a:close/>
                <a:moveTo>
                  <a:pt x="1619748" y="89968"/>
                </a:moveTo>
                <a:lnTo>
                  <a:pt x="1619297" y="89943"/>
                </a:lnTo>
                <a:lnTo>
                  <a:pt x="1618861" y="89908"/>
                </a:lnTo>
                <a:lnTo>
                  <a:pt x="1618439" y="89862"/>
                </a:lnTo>
                <a:lnTo>
                  <a:pt x="1618031" y="89807"/>
                </a:lnTo>
                <a:lnTo>
                  <a:pt x="1617638" y="89741"/>
                </a:lnTo>
                <a:lnTo>
                  <a:pt x="1617260" y="89665"/>
                </a:lnTo>
                <a:lnTo>
                  <a:pt x="1616897" y="89580"/>
                </a:lnTo>
                <a:lnTo>
                  <a:pt x="1616547" y="89484"/>
                </a:lnTo>
                <a:lnTo>
                  <a:pt x="1616213" y="89378"/>
                </a:lnTo>
                <a:lnTo>
                  <a:pt x="1615893" y="89261"/>
                </a:lnTo>
                <a:lnTo>
                  <a:pt x="1615587" y="89135"/>
                </a:lnTo>
                <a:lnTo>
                  <a:pt x="1615296" y="88999"/>
                </a:lnTo>
                <a:lnTo>
                  <a:pt x="1615020" y="88852"/>
                </a:lnTo>
                <a:lnTo>
                  <a:pt x="1614758" y="88696"/>
                </a:lnTo>
                <a:lnTo>
                  <a:pt x="1614511" y="88529"/>
                </a:lnTo>
                <a:lnTo>
                  <a:pt x="1614279" y="88353"/>
                </a:lnTo>
                <a:lnTo>
                  <a:pt x="1614061" y="88166"/>
                </a:lnTo>
                <a:lnTo>
                  <a:pt x="1613857" y="87969"/>
                </a:lnTo>
                <a:lnTo>
                  <a:pt x="1613668" y="87762"/>
                </a:lnTo>
                <a:lnTo>
                  <a:pt x="1613494" y="87545"/>
                </a:lnTo>
                <a:lnTo>
                  <a:pt x="1613334" y="87317"/>
                </a:lnTo>
                <a:lnTo>
                  <a:pt x="1613189" y="87080"/>
                </a:lnTo>
                <a:lnTo>
                  <a:pt x="1613054" y="86832"/>
                </a:lnTo>
                <a:lnTo>
                  <a:pt x="1612925" y="86574"/>
                </a:lnTo>
                <a:lnTo>
                  <a:pt x="1612801" y="86304"/>
                </a:lnTo>
                <a:lnTo>
                  <a:pt x="1612683" y="86023"/>
                </a:lnTo>
                <a:lnTo>
                  <a:pt x="1612571" y="85732"/>
                </a:lnTo>
                <a:lnTo>
                  <a:pt x="1612465" y="85429"/>
                </a:lnTo>
                <a:lnTo>
                  <a:pt x="1612364" y="85116"/>
                </a:lnTo>
                <a:lnTo>
                  <a:pt x="1612269" y="84792"/>
                </a:lnTo>
                <a:lnTo>
                  <a:pt x="1612180" y="84457"/>
                </a:lnTo>
                <a:lnTo>
                  <a:pt x="1612097" y="84111"/>
                </a:lnTo>
                <a:lnTo>
                  <a:pt x="1612019" y="83754"/>
                </a:lnTo>
                <a:lnTo>
                  <a:pt x="1611948" y="83386"/>
                </a:lnTo>
                <a:lnTo>
                  <a:pt x="1611882" y="83007"/>
                </a:lnTo>
                <a:lnTo>
                  <a:pt x="1611821" y="82617"/>
                </a:lnTo>
                <a:lnTo>
                  <a:pt x="1611767" y="82217"/>
                </a:lnTo>
                <a:lnTo>
                  <a:pt x="1611718" y="81805"/>
                </a:lnTo>
                <a:lnTo>
                  <a:pt x="1611675" y="81382"/>
                </a:lnTo>
                <a:lnTo>
                  <a:pt x="1611637" y="80949"/>
                </a:lnTo>
                <a:lnTo>
                  <a:pt x="1611606" y="80505"/>
                </a:lnTo>
                <a:lnTo>
                  <a:pt x="1611580" y="80049"/>
                </a:lnTo>
                <a:lnTo>
                  <a:pt x="1611560" y="79583"/>
                </a:lnTo>
                <a:lnTo>
                  <a:pt x="1611545" y="79106"/>
                </a:lnTo>
                <a:lnTo>
                  <a:pt x="1611537" y="78618"/>
                </a:lnTo>
                <a:lnTo>
                  <a:pt x="1611534" y="78119"/>
                </a:lnTo>
                <a:lnTo>
                  <a:pt x="1611534" y="45418"/>
                </a:lnTo>
                <a:lnTo>
                  <a:pt x="1627930" y="45418"/>
                </a:lnTo>
                <a:lnTo>
                  <a:pt x="1627930" y="29714"/>
                </a:lnTo>
                <a:lnTo>
                  <a:pt x="1611534" y="29714"/>
                </a:lnTo>
                <a:lnTo>
                  <a:pt x="1611534" y="12009"/>
                </a:lnTo>
                <a:lnTo>
                  <a:pt x="1591134" y="12009"/>
                </a:lnTo>
                <a:lnTo>
                  <a:pt x="1591134" y="29714"/>
                </a:lnTo>
                <a:lnTo>
                  <a:pt x="1578664" y="29714"/>
                </a:lnTo>
                <a:lnTo>
                  <a:pt x="1578664" y="45418"/>
                </a:lnTo>
                <a:lnTo>
                  <a:pt x="1591134" y="45418"/>
                </a:lnTo>
                <a:lnTo>
                  <a:pt x="1591134" y="79190"/>
                </a:lnTo>
                <a:lnTo>
                  <a:pt x="1591139" y="79965"/>
                </a:lnTo>
                <a:lnTo>
                  <a:pt x="1591151" y="80729"/>
                </a:lnTo>
                <a:lnTo>
                  <a:pt x="1591173" y="81480"/>
                </a:lnTo>
                <a:lnTo>
                  <a:pt x="1591203" y="82218"/>
                </a:lnTo>
                <a:lnTo>
                  <a:pt x="1591241" y="82944"/>
                </a:lnTo>
                <a:lnTo>
                  <a:pt x="1591288" y="83658"/>
                </a:lnTo>
                <a:lnTo>
                  <a:pt x="1591344" y="84360"/>
                </a:lnTo>
                <a:lnTo>
                  <a:pt x="1591408" y="85049"/>
                </a:lnTo>
                <a:lnTo>
                  <a:pt x="1591481" y="85726"/>
                </a:lnTo>
                <a:lnTo>
                  <a:pt x="1591562" y="86390"/>
                </a:lnTo>
                <a:lnTo>
                  <a:pt x="1591652" y="87042"/>
                </a:lnTo>
                <a:lnTo>
                  <a:pt x="1591750" y="87682"/>
                </a:lnTo>
                <a:lnTo>
                  <a:pt x="1591857" y="88310"/>
                </a:lnTo>
                <a:lnTo>
                  <a:pt x="1591973" y="88925"/>
                </a:lnTo>
                <a:lnTo>
                  <a:pt x="1592097" y="89527"/>
                </a:lnTo>
                <a:lnTo>
                  <a:pt x="1592229" y="90118"/>
                </a:lnTo>
                <a:lnTo>
                  <a:pt x="1592370" y="90696"/>
                </a:lnTo>
                <a:lnTo>
                  <a:pt x="1592520" y="91261"/>
                </a:lnTo>
                <a:lnTo>
                  <a:pt x="1592678" y="91814"/>
                </a:lnTo>
                <a:lnTo>
                  <a:pt x="1592845" y="92355"/>
                </a:lnTo>
                <a:lnTo>
                  <a:pt x="1593020" y="92884"/>
                </a:lnTo>
                <a:lnTo>
                  <a:pt x="1593204" y="93400"/>
                </a:lnTo>
                <a:lnTo>
                  <a:pt x="1593397" y="93904"/>
                </a:lnTo>
                <a:lnTo>
                  <a:pt x="1593598" y="94396"/>
                </a:lnTo>
                <a:lnTo>
                  <a:pt x="1593810" y="94876"/>
                </a:lnTo>
                <a:lnTo>
                  <a:pt x="1594035" y="95345"/>
                </a:lnTo>
                <a:lnTo>
                  <a:pt x="1594273" y="95804"/>
                </a:lnTo>
                <a:lnTo>
                  <a:pt x="1594525" y="96252"/>
                </a:lnTo>
                <a:lnTo>
                  <a:pt x="1594789" y="96690"/>
                </a:lnTo>
                <a:lnTo>
                  <a:pt x="1595068" y="97117"/>
                </a:lnTo>
                <a:lnTo>
                  <a:pt x="1595359" y="97534"/>
                </a:lnTo>
                <a:lnTo>
                  <a:pt x="1595663" y="97940"/>
                </a:lnTo>
                <a:lnTo>
                  <a:pt x="1595981" y="98335"/>
                </a:lnTo>
                <a:lnTo>
                  <a:pt x="1596312" y="98720"/>
                </a:lnTo>
                <a:lnTo>
                  <a:pt x="1596656" y="99094"/>
                </a:lnTo>
                <a:lnTo>
                  <a:pt x="1597014" y="99458"/>
                </a:lnTo>
                <a:lnTo>
                  <a:pt x="1597384" y="99811"/>
                </a:lnTo>
                <a:lnTo>
                  <a:pt x="1597768" y="100153"/>
                </a:lnTo>
                <a:lnTo>
                  <a:pt x="1598165" y="100485"/>
                </a:lnTo>
                <a:lnTo>
                  <a:pt x="1598576" y="100806"/>
                </a:lnTo>
                <a:lnTo>
                  <a:pt x="1598999" y="101117"/>
                </a:lnTo>
                <a:lnTo>
                  <a:pt x="1599436" y="101417"/>
                </a:lnTo>
                <a:lnTo>
                  <a:pt x="1599886" y="101707"/>
                </a:lnTo>
                <a:lnTo>
                  <a:pt x="1600349" y="101986"/>
                </a:lnTo>
                <a:lnTo>
                  <a:pt x="1600826" y="102254"/>
                </a:lnTo>
                <a:lnTo>
                  <a:pt x="1601316" y="102512"/>
                </a:lnTo>
                <a:lnTo>
                  <a:pt x="1601819" y="102759"/>
                </a:lnTo>
                <a:lnTo>
                  <a:pt x="1602335" y="102996"/>
                </a:lnTo>
                <a:lnTo>
                  <a:pt x="1602867" y="103222"/>
                </a:lnTo>
                <a:lnTo>
                  <a:pt x="1603416" y="103439"/>
                </a:lnTo>
                <a:lnTo>
                  <a:pt x="1603983" y="103646"/>
                </a:lnTo>
                <a:lnTo>
                  <a:pt x="1604568" y="103843"/>
                </a:lnTo>
                <a:lnTo>
                  <a:pt x="1605171" y="104031"/>
                </a:lnTo>
                <a:lnTo>
                  <a:pt x="1605792" y="104209"/>
                </a:lnTo>
                <a:lnTo>
                  <a:pt x="1606430" y="104378"/>
                </a:lnTo>
                <a:lnTo>
                  <a:pt x="1607086" y="104536"/>
                </a:lnTo>
                <a:lnTo>
                  <a:pt x="1607760" y="104686"/>
                </a:lnTo>
                <a:lnTo>
                  <a:pt x="1608452" y="104825"/>
                </a:lnTo>
                <a:lnTo>
                  <a:pt x="1609161" y="104955"/>
                </a:lnTo>
                <a:lnTo>
                  <a:pt x="1609888" y="105076"/>
                </a:lnTo>
                <a:lnTo>
                  <a:pt x="1610633" y="105187"/>
                </a:lnTo>
                <a:lnTo>
                  <a:pt x="1611396" y="105288"/>
                </a:lnTo>
                <a:lnTo>
                  <a:pt x="1612177" y="105379"/>
                </a:lnTo>
                <a:lnTo>
                  <a:pt x="1612975" y="105461"/>
                </a:lnTo>
                <a:lnTo>
                  <a:pt x="1613791" y="105533"/>
                </a:lnTo>
                <a:lnTo>
                  <a:pt x="1614625" y="105596"/>
                </a:lnTo>
                <a:lnTo>
                  <a:pt x="1615477" y="105649"/>
                </a:lnTo>
                <a:lnTo>
                  <a:pt x="1616346" y="105692"/>
                </a:lnTo>
                <a:lnTo>
                  <a:pt x="1617233" y="105726"/>
                </a:lnTo>
                <a:lnTo>
                  <a:pt x="1618138" y="105750"/>
                </a:lnTo>
                <a:lnTo>
                  <a:pt x="1619061" y="105764"/>
                </a:lnTo>
                <a:lnTo>
                  <a:pt x="1620002" y="105769"/>
                </a:lnTo>
                <a:lnTo>
                  <a:pt x="1627930" y="105769"/>
                </a:lnTo>
                <a:lnTo>
                  <a:pt x="1627930" y="89989"/>
                </a:lnTo>
                <a:lnTo>
                  <a:pt x="1620694" y="89989"/>
                </a:lnTo>
                <a:lnTo>
                  <a:pt x="1620214" y="89983"/>
                </a:lnTo>
                <a:lnTo>
                  <a:pt x="1619748" y="89968"/>
                </a:lnTo>
                <a:close/>
                <a:moveTo>
                  <a:pt x="945879" y="53471"/>
                </a:moveTo>
                <a:lnTo>
                  <a:pt x="946166" y="53145"/>
                </a:lnTo>
                <a:lnTo>
                  <a:pt x="946457" y="52823"/>
                </a:lnTo>
                <a:lnTo>
                  <a:pt x="946751" y="52506"/>
                </a:lnTo>
                <a:lnTo>
                  <a:pt x="947050" y="52193"/>
                </a:lnTo>
                <a:lnTo>
                  <a:pt x="947352" y="51884"/>
                </a:lnTo>
                <a:lnTo>
                  <a:pt x="947658" y="51580"/>
                </a:lnTo>
                <a:lnTo>
                  <a:pt x="947969" y="51280"/>
                </a:lnTo>
                <a:lnTo>
                  <a:pt x="948283" y="50984"/>
                </a:lnTo>
                <a:lnTo>
                  <a:pt x="948600" y="50693"/>
                </a:lnTo>
                <a:lnTo>
                  <a:pt x="948922" y="50406"/>
                </a:lnTo>
                <a:lnTo>
                  <a:pt x="949248" y="50123"/>
                </a:lnTo>
                <a:lnTo>
                  <a:pt x="949577" y="49845"/>
                </a:lnTo>
                <a:lnTo>
                  <a:pt x="949911" y="49571"/>
                </a:lnTo>
                <a:lnTo>
                  <a:pt x="950248" y="49301"/>
                </a:lnTo>
                <a:lnTo>
                  <a:pt x="950589" y="49036"/>
                </a:lnTo>
                <a:lnTo>
                  <a:pt x="950934" y="48775"/>
                </a:lnTo>
                <a:lnTo>
                  <a:pt x="951283" y="48519"/>
                </a:lnTo>
                <a:lnTo>
                  <a:pt x="951636" y="48267"/>
                </a:lnTo>
                <a:lnTo>
                  <a:pt x="951992" y="48019"/>
                </a:lnTo>
                <a:lnTo>
                  <a:pt x="952353" y="47775"/>
                </a:lnTo>
                <a:lnTo>
                  <a:pt x="952718" y="47539"/>
                </a:lnTo>
                <a:lnTo>
                  <a:pt x="953090" y="47313"/>
                </a:lnTo>
                <a:lnTo>
                  <a:pt x="953467" y="47096"/>
                </a:lnTo>
                <a:lnTo>
                  <a:pt x="953851" y="46890"/>
                </a:lnTo>
                <a:lnTo>
                  <a:pt x="954240" y="46694"/>
                </a:lnTo>
                <a:lnTo>
                  <a:pt x="954636" y="46508"/>
                </a:lnTo>
                <a:lnTo>
                  <a:pt x="955037" y="46332"/>
                </a:lnTo>
                <a:lnTo>
                  <a:pt x="955445" y="46166"/>
                </a:lnTo>
                <a:lnTo>
                  <a:pt x="955858" y="46010"/>
                </a:lnTo>
                <a:lnTo>
                  <a:pt x="956278" y="45864"/>
                </a:lnTo>
                <a:lnTo>
                  <a:pt x="956704" y="45729"/>
                </a:lnTo>
                <a:lnTo>
                  <a:pt x="957135" y="45603"/>
                </a:lnTo>
                <a:lnTo>
                  <a:pt x="957573" y="45487"/>
                </a:lnTo>
                <a:lnTo>
                  <a:pt x="958016" y="45382"/>
                </a:lnTo>
                <a:lnTo>
                  <a:pt x="958466" y="45286"/>
                </a:lnTo>
                <a:lnTo>
                  <a:pt x="958922" y="45201"/>
                </a:lnTo>
                <a:lnTo>
                  <a:pt x="959383" y="45125"/>
                </a:lnTo>
                <a:lnTo>
                  <a:pt x="959851" y="45060"/>
                </a:lnTo>
                <a:lnTo>
                  <a:pt x="960325" y="45004"/>
                </a:lnTo>
                <a:lnTo>
                  <a:pt x="960805" y="44959"/>
                </a:lnTo>
                <a:lnTo>
                  <a:pt x="961290" y="44924"/>
                </a:lnTo>
                <a:lnTo>
                  <a:pt x="961782" y="44899"/>
                </a:lnTo>
                <a:lnTo>
                  <a:pt x="962280" y="44884"/>
                </a:lnTo>
                <a:lnTo>
                  <a:pt x="962784" y="44879"/>
                </a:lnTo>
                <a:lnTo>
                  <a:pt x="963121" y="44882"/>
                </a:lnTo>
                <a:lnTo>
                  <a:pt x="963453" y="44891"/>
                </a:lnTo>
                <a:lnTo>
                  <a:pt x="963779" y="44906"/>
                </a:lnTo>
                <a:lnTo>
                  <a:pt x="964100" y="44927"/>
                </a:lnTo>
                <a:lnTo>
                  <a:pt x="964415" y="44954"/>
                </a:lnTo>
                <a:lnTo>
                  <a:pt x="964725" y="44986"/>
                </a:lnTo>
                <a:lnTo>
                  <a:pt x="965029" y="45025"/>
                </a:lnTo>
                <a:lnTo>
                  <a:pt x="965328" y="45070"/>
                </a:lnTo>
                <a:lnTo>
                  <a:pt x="965622" y="45121"/>
                </a:lnTo>
                <a:lnTo>
                  <a:pt x="965909" y="45178"/>
                </a:lnTo>
                <a:lnTo>
                  <a:pt x="966192" y="45241"/>
                </a:lnTo>
                <a:lnTo>
                  <a:pt x="966469" y="45309"/>
                </a:lnTo>
                <a:lnTo>
                  <a:pt x="966740" y="45384"/>
                </a:lnTo>
                <a:lnTo>
                  <a:pt x="967006" y="45465"/>
                </a:lnTo>
                <a:lnTo>
                  <a:pt x="967267" y="45552"/>
                </a:lnTo>
                <a:lnTo>
                  <a:pt x="967522" y="45644"/>
                </a:lnTo>
                <a:lnTo>
                  <a:pt x="967772" y="45743"/>
                </a:lnTo>
                <a:lnTo>
                  <a:pt x="968016" y="45848"/>
                </a:lnTo>
                <a:lnTo>
                  <a:pt x="968254" y="45958"/>
                </a:lnTo>
                <a:lnTo>
                  <a:pt x="968487" y="46075"/>
                </a:lnTo>
                <a:lnTo>
                  <a:pt x="968715" y="46198"/>
                </a:lnTo>
                <a:lnTo>
                  <a:pt x="968937" y="46326"/>
                </a:lnTo>
                <a:lnTo>
                  <a:pt x="969154" y="46461"/>
                </a:lnTo>
                <a:lnTo>
                  <a:pt x="969365" y="46601"/>
                </a:lnTo>
                <a:lnTo>
                  <a:pt x="969571" y="46747"/>
                </a:lnTo>
                <a:lnTo>
                  <a:pt x="969773" y="46898"/>
                </a:lnTo>
                <a:lnTo>
                  <a:pt x="969970" y="47054"/>
                </a:lnTo>
                <a:lnTo>
                  <a:pt x="970162" y="47214"/>
                </a:lnTo>
                <a:lnTo>
                  <a:pt x="970349" y="47380"/>
                </a:lnTo>
                <a:lnTo>
                  <a:pt x="970532" y="47550"/>
                </a:lnTo>
                <a:lnTo>
                  <a:pt x="970710" y="47726"/>
                </a:lnTo>
                <a:lnTo>
                  <a:pt x="970883" y="47906"/>
                </a:lnTo>
                <a:lnTo>
                  <a:pt x="971052" y="48091"/>
                </a:lnTo>
                <a:lnTo>
                  <a:pt x="971216" y="48281"/>
                </a:lnTo>
                <a:lnTo>
                  <a:pt x="971376" y="48476"/>
                </a:lnTo>
                <a:lnTo>
                  <a:pt x="971530" y="48675"/>
                </a:lnTo>
                <a:lnTo>
                  <a:pt x="971680" y="48880"/>
                </a:lnTo>
                <a:lnTo>
                  <a:pt x="971826" y="49090"/>
                </a:lnTo>
                <a:lnTo>
                  <a:pt x="971966" y="49304"/>
                </a:lnTo>
                <a:lnTo>
                  <a:pt x="972102" y="49523"/>
                </a:lnTo>
                <a:lnTo>
                  <a:pt x="972234" y="49747"/>
                </a:lnTo>
                <a:lnTo>
                  <a:pt x="972360" y="49976"/>
                </a:lnTo>
                <a:lnTo>
                  <a:pt x="972482" y="50210"/>
                </a:lnTo>
                <a:lnTo>
                  <a:pt x="972599" y="50449"/>
                </a:lnTo>
                <a:lnTo>
                  <a:pt x="972712" y="50693"/>
                </a:lnTo>
                <a:lnTo>
                  <a:pt x="972820" y="50941"/>
                </a:lnTo>
                <a:lnTo>
                  <a:pt x="972923" y="51195"/>
                </a:lnTo>
                <a:lnTo>
                  <a:pt x="973022" y="51453"/>
                </a:lnTo>
                <a:lnTo>
                  <a:pt x="973116" y="51716"/>
                </a:lnTo>
                <a:lnTo>
                  <a:pt x="973206" y="51982"/>
                </a:lnTo>
                <a:lnTo>
                  <a:pt x="973292" y="52252"/>
                </a:lnTo>
                <a:lnTo>
                  <a:pt x="973375" y="52525"/>
                </a:lnTo>
                <a:lnTo>
                  <a:pt x="973453" y="52802"/>
                </a:lnTo>
                <a:lnTo>
                  <a:pt x="973527" y="53082"/>
                </a:lnTo>
                <a:lnTo>
                  <a:pt x="973597" y="53366"/>
                </a:lnTo>
                <a:lnTo>
                  <a:pt x="973663" y="53653"/>
                </a:lnTo>
                <a:lnTo>
                  <a:pt x="973725" y="53944"/>
                </a:lnTo>
                <a:lnTo>
                  <a:pt x="973784" y="54238"/>
                </a:lnTo>
                <a:lnTo>
                  <a:pt x="973838" y="54536"/>
                </a:lnTo>
                <a:lnTo>
                  <a:pt x="973888" y="54838"/>
                </a:lnTo>
                <a:lnTo>
                  <a:pt x="973934" y="55143"/>
                </a:lnTo>
                <a:lnTo>
                  <a:pt x="973976" y="55452"/>
                </a:lnTo>
                <a:lnTo>
                  <a:pt x="974014" y="55764"/>
                </a:lnTo>
                <a:lnTo>
                  <a:pt x="974048" y="56080"/>
                </a:lnTo>
                <a:lnTo>
                  <a:pt x="974078" y="56399"/>
                </a:lnTo>
                <a:lnTo>
                  <a:pt x="974104" y="56722"/>
                </a:lnTo>
                <a:lnTo>
                  <a:pt x="974126" y="57048"/>
                </a:lnTo>
                <a:lnTo>
                  <a:pt x="974144" y="57378"/>
                </a:lnTo>
                <a:lnTo>
                  <a:pt x="974158" y="57711"/>
                </a:lnTo>
                <a:lnTo>
                  <a:pt x="974168" y="58048"/>
                </a:lnTo>
                <a:lnTo>
                  <a:pt x="974174" y="58389"/>
                </a:lnTo>
                <a:lnTo>
                  <a:pt x="974176" y="58733"/>
                </a:lnTo>
                <a:lnTo>
                  <a:pt x="974176" y="105769"/>
                </a:lnTo>
                <a:lnTo>
                  <a:pt x="994422" y="105769"/>
                </a:lnTo>
                <a:lnTo>
                  <a:pt x="994422" y="56245"/>
                </a:lnTo>
                <a:lnTo>
                  <a:pt x="994411" y="55126"/>
                </a:lnTo>
                <a:lnTo>
                  <a:pt x="994378" y="54029"/>
                </a:lnTo>
                <a:lnTo>
                  <a:pt x="994323" y="52954"/>
                </a:lnTo>
                <a:lnTo>
                  <a:pt x="994247" y="51903"/>
                </a:lnTo>
                <a:lnTo>
                  <a:pt x="994148" y="50874"/>
                </a:lnTo>
                <a:lnTo>
                  <a:pt x="994027" y="49867"/>
                </a:lnTo>
                <a:lnTo>
                  <a:pt x="993885" y="48883"/>
                </a:lnTo>
                <a:lnTo>
                  <a:pt x="993721" y="47922"/>
                </a:lnTo>
                <a:lnTo>
                  <a:pt x="993534" y="46983"/>
                </a:lnTo>
                <a:lnTo>
                  <a:pt x="993326" y="46067"/>
                </a:lnTo>
                <a:lnTo>
                  <a:pt x="993096" y="45174"/>
                </a:lnTo>
                <a:lnTo>
                  <a:pt x="992844" y="44303"/>
                </a:lnTo>
                <a:lnTo>
                  <a:pt x="992570" y="43455"/>
                </a:lnTo>
                <a:lnTo>
                  <a:pt x="992274" y="42629"/>
                </a:lnTo>
                <a:lnTo>
                  <a:pt x="991956" y="41827"/>
                </a:lnTo>
                <a:lnTo>
                  <a:pt x="991616" y="41046"/>
                </a:lnTo>
                <a:lnTo>
                  <a:pt x="991255" y="40288"/>
                </a:lnTo>
                <a:lnTo>
                  <a:pt x="990871" y="39553"/>
                </a:lnTo>
                <a:lnTo>
                  <a:pt x="990466" y="38841"/>
                </a:lnTo>
                <a:lnTo>
                  <a:pt x="990038" y="38151"/>
                </a:lnTo>
                <a:lnTo>
                  <a:pt x="989589" y="37484"/>
                </a:lnTo>
                <a:lnTo>
                  <a:pt x="989118" y="36839"/>
                </a:lnTo>
                <a:lnTo>
                  <a:pt x="988625" y="36217"/>
                </a:lnTo>
                <a:lnTo>
                  <a:pt x="988110" y="35617"/>
                </a:lnTo>
                <a:lnTo>
                  <a:pt x="987575" y="35041"/>
                </a:lnTo>
                <a:lnTo>
                  <a:pt x="987022" y="34490"/>
                </a:lnTo>
                <a:lnTo>
                  <a:pt x="986451" y="33963"/>
                </a:lnTo>
                <a:lnTo>
                  <a:pt x="985862" y="33461"/>
                </a:lnTo>
                <a:lnTo>
                  <a:pt x="985256" y="32983"/>
                </a:lnTo>
                <a:lnTo>
                  <a:pt x="984631" y="32529"/>
                </a:lnTo>
                <a:lnTo>
                  <a:pt x="983989" y="32100"/>
                </a:lnTo>
                <a:lnTo>
                  <a:pt x="983328" y="31696"/>
                </a:lnTo>
                <a:lnTo>
                  <a:pt x="982650" y="31316"/>
                </a:lnTo>
                <a:lnTo>
                  <a:pt x="981954" y="30961"/>
                </a:lnTo>
                <a:lnTo>
                  <a:pt x="981240" y="30630"/>
                </a:lnTo>
                <a:lnTo>
                  <a:pt x="980508" y="30324"/>
                </a:lnTo>
                <a:lnTo>
                  <a:pt x="979758" y="30042"/>
                </a:lnTo>
                <a:lnTo>
                  <a:pt x="978990" y="29785"/>
                </a:lnTo>
                <a:lnTo>
                  <a:pt x="978205" y="29552"/>
                </a:lnTo>
                <a:lnTo>
                  <a:pt x="977401" y="29343"/>
                </a:lnTo>
                <a:lnTo>
                  <a:pt x="976579" y="29160"/>
                </a:lnTo>
                <a:lnTo>
                  <a:pt x="975740" y="29000"/>
                </a:lnTo>
                <a:lnTo>
                  <a:pt x="974883" y="28866"/>
                </a:lnTo>
                <a:lnTo>
                  <a:pt x="974007" y="28755"/>
                </a:lnTo>
                <a:lnTo>
                  <a:pt x="973114" y="28670"/>
                </a:lnTo>
                <a:lnTo>
                  <a:pt x="972203" y="28608"/>
                </a:lnTo>
                <a:lnTo>
                  <a:pt x="971274" y="28571"/>
                </a:lnTo>
                <a:lnTo>
                  <a:pt x="970327" y="28559"/>
                </a:lnTo>
                <a:lnTo>
                  <a:pt x="969513" y="28566"/>
                </a:lnTo>
                <a:lnTo>
                  <a:pt x="968711" y="28585"/>
                </a:lnTo>
                <a:lnTo>
                  <a:pt x="967922" y="28618"/>
                </a:lnTo>
                <a:lnTo>
                  <a:pt x="967146" y="28663"/>
                </a:lnTo>
                <a:lnTo>
                  <a:pt x="966382" y="28721"/>
                </a:lnTo>
                <a:lnTo>
                  <a:pt x="965632" y="28793"/>
                </a:lnTo>
                <a:lnTo>
                  <a:pt x="964894" y="28877"/>
                </a:lnTo>
                <a:lnTo>
                  <a:pt x="964169" y="28974"/>
                </a:lnTo>
                <a:lnTo>
                  <a:pt x="963457" y="29084"/>
                </a:lnTo>
                <a:lnTo>
                  <a:pt x="962758" y="29207"/>
                </a:lnTo>
                <a:lnTo>
                  <a:pt x="962071" y="29344"/>
                </a:lnTo>
                <a:lnTo>
                  <a:pt x="961398" y="29493"/>
                </a:lnTo>
                <a:lnTo>
                  <a:pt x="960737" y="29655"/>
                </a:lnTo>
                <a:lnTo>
                  <a:pt x="960089" y="29830"/>
                </a:lnTo>
                <a:lnTo>
                  <a:pt x="959454" y="30018"/>
                </a:lnTo>
                <a:lnTo>
                  <a:pt x="958832" y="30219"/>
                </a:lnTo>
                <a:lnTo>
                  <a:pt x="958223" y="30432"/>
                </a:lnTo>
                <a:lnTo>
                  <a:pt x="957626" y="30659"/>
                </a:lnTo>
                <a:lnTo>
                  <a:pt x="957042" y="30899"/>
                </a:lnTo>
                <a:lnTo>
                  <a:pt x="956471" y="31152"/>
                </a:lnTo>
                <a:lnTo>
                  <a:pt x="955913" y="31418"/>
                </a:lnTo>
                <a:lnTo>
                  <a:pt x="955368" y="31696"/>
                </a:lnTo>
                <a:lnTo>
                  <a:pt x="954835" y="31988"/>
                </a:lnTo>
                <a:lnTo>
                  <a:pt x="954316" y="32293"/>
                </a:lnTo>
                <a:lnTo>
                  <a:pt x="953807" y="32606"/>
                </a:lnTo>
                <a:lnTo>
                  <a:pt x="953306" y="32923"/>
                </a:lnTo>
                <a:lnTo>
                  <a:pt x="952814" y="33244"/>
                </a:lnTo>
                <a:lnTo>
                  <a:pt x="952329" y="33568"/>
                </a:lnTo>
                <a:lnTo>
                  <a:pt x="951853" y="33897"/>
                </a:lnTo>
                <a:lnTo>
                  <a:pt x="951386" y="34229"/>
                </a:lnTo>
                <a:lnTo>
                  <a:pt x="950926" y="34566"/>
                </a:lnTo>
                <a:lnTo>
                  <a:pt x="950475" y="34906"/>
                </a:lnTo>
                <a:lnTo>
                  <a:pt x="950033" y="35250"/>
                </a:lnTo>
                <a:lnTo>
                  <a:pt x="949598" y="35598"/>
                </a:lnTo>
                <a:lnTo>
                  <a:pt x="949172" y="35950"/>
                </a:lnTo>
                <a:lnTo>
                  <a:pt x="948754" y="36305"/>
                </a:lnTo>
                <a:lnTo>
                  <a:pt x="948344" y="36665"/>
                </a:lnTo>
                <a:lnTo>
                  <a:pt x="947943" y="37028"/>
                </a:lnTo>
                <a:lnTo>
                  <a:pt x="947550" y="37396"/>
                </a:lnTo>
                <a:lnTo>
                  <a:pt x="947165" y="37767"/>
                </a:lnTo>
                <a:lnTo>
                  <a:pt x="946789" y="38142"/>
                </a:lnTo>
                <a:lnTo>
                  <a:pt x="946421" y="38521"/>
                </a:lnTo>
                <a:lnTo>
                  <a:pt x="946061" y="38904"/>
                </a:lnTo>
                <a:lnTo>
                  <a:pt x="945709" y="39290"/>
                </a:lnTo>
                <a:lnTo>
                  <a:pt x="945366" y="39681"/>
                </a:lnTo>
                <a:lnTo>
                  <a:pt x="945031" y="40075"/>
                </a:lnTo>
                <a:lnTo>
                  <a:pt x="944704" y="40474"/>
                </a:lnTo>
                <a:lnTo>
                  <a:pt x="944386" y="40876"/>
                </a:lnTo>
                <a:lnTo>
                  <a:pt x="944001" y="29714"/>
                </a:lnTo>
                <a:lnTo>
                  <a:pt x="924371" y="29714"/>
                </a:lnTo>
                <a:lnTo>
                  <a:pt x="924371" y="105769"/>
                </a:lnTo>
                <a:lnTo>
                  <a:pt x="944770" y="105769"/>
                </a:lnTo>
                <a:lnTo>
                  <a:pt x="944770" y="54819"/>
                </a:lnTo>
                <a:lnTo>
                  <a:pt x="945042" y="54475"/>
                </a:lnTo>
                <a:lnTo>
                  <a:pt x="945317" y="54136"/>
                </a:lnTo>
                <a:lnTo>
                  <a:pt x="945596" y="53801"/>
                </a:lnTo>
                <a:lnTo>
                  <a:pt x="945879" y="53471"/>
                </a:lnTo>
                <a:close/>
                <a:moveTo>
                  <a:pt x="1374564" y="54038"/>
                </a:moveTo>
                <a:lnTo>
                  <a:pt x="1374780" y="53763"/>
                </a:lnTo>
                <a:lnTo>
                  <a:pt x="1375000" y="53493"/>
                </a:lnTo>
                <a:lnTo>
                  <a:pt x="1375223" y="53228"/>
                </a:lnTo>
                <a:lnTo>
                  <a:pt x="1375449" y="52968"/>
                </a:lnTo>
                <a:lnTo>
                  <a:pt x="1375678" y="52714"/>
                </a:lnTo>
                <a:lnTo>
                  <a:pt x="1375911" y="52466"/>
                </a:lnTo>
                <a:lnTo>
                  <a:pt x="1376147" y="52222"/>
                </a:lnTo>
                <a:lnTo>
                  <a:pt x="1376386" y="51984"/>
                </a:lnTo>
                <a:lnTo>
                  <a:pt x="1376628" y="51751"/>
                </a:lnTo>
                <a:lnTo>
                  <a:pt x="1376873" y="51523"/>
                </a:lnTo>
                <a:lnTo>
                  <a:pt x="1377122" y="51301"/>
                </a:lnTo>
                <a:lnTo>
                  <a:pt x="1377374" y="51084"/>
                </a:lnTo>
                <a:lnTo>
                  <a:pt x="1377629" y="50872"/>
                </a:lnTo>
                <a:lnTo>
                  <a:pt x="1377887" y="50666"/>
                </a:lnTo>
                <a:lnTo>
                  <a:pt x="1378148" y="50465"/>
                </a:lnTo>
                <a:lnTo>
                  <a:pt x="1378413" y="50269"/>
                </a:lnTo>
                <a:lnTo>
                  <a:pt x="1378681" y="50079"/>
                </a:lnTo>
                <a:lnTo>
                  <a:pt x="1378952" y="49894"/>
                </a:lnTo>
                <a:lnTo>
                  <a:pt x="1379226" y="49714"/>
                </a:lnTo>
                <a:lnTo>
                  <a:pt x="1379503" y="49539"/>
                </a:lnTo>
                <a:lnTo>
                  <a:pt x="1379784" y="49370"/>
                </a:lnTo>
                <a:lnTo>
                  <a:pt x="1380068" y="49205"/>
                </a:lnTo>
                <a:lnTo>
                  <a:pt x="1380354" y="49045"/>
                </a:lnTo>
                <a:lnTo>
                  <a:pt x="1380643" y="48889"/>
                </a:lnTo>
                <a:lnTo>
                  <a:pt x="1380934" y="48736"/>
                </a:lnTo>
                <a:lnTo>
                  <a:pt x="1381229" y="48588"/>
                </a:lnTo>
                <a:lnTo>
                  <a:pt x="1381526" y="48444"/>
                </a:lnTo>
                <a:lnTo>
                  <a:pt x="1381825" y="48304"/>
                </a:lnTo>
                <a:lnTo>
                  <a:pt x="1382128" y="48168"/>
                </a:lnTo>
                <a:lnTo>
                  <a:pt x="1382433" y="48036"/>
                </a:lnTo>
                <a:lnTo>
                  <a:pt x="1382740" y="47908"/>
                </a:lnTo>
                <a:lnTo>
                  <a:pt x="1383050" y="47785"/>
                </a:lnTo>
                <a:lnTo>
                  <a:pt x="1383363" y="47665"/>
                </a:lnTo>
                <a:lnTo>
                  <a:pt x="1383679" y="47550"/>
                </a:lnTo>
                <a:lnTo>
                  <a:pt x="1383997" y="47438"/>
                </a:lnTo>
                <a:lnTo>
                  <a:pt x="1384319" y="47331"/>
                </a:lnTo>
                <a:lnTo>
                  <a:pt x="1384642" y="47227"/>
                </a:lnTo>
                <a:lnTo>
                  <a:pt x="1384969" y="47128"/>
                </a:lnTo>
                <a:lnTo>
                  <a:pt x="1385298" y="47033"/>
                </a:lnTo>
                <a:lnTo>
                  <a:pt x="1385629" y="46942"/>
                </a:lnTo>
                <a:lnTo>
                  <a:pt x="1385964" y="46855"/>
                </a:lnTo>
                <a:lnTo>
                  <a:pt x="1386301" y="46772"/>
                </a:lnTo>
                <a:lnTo>
                  <a:pt x="1386640" y="46694"/>
                </a:lnTo>
                <a:lnTo>
                  <a:pt x="1386983" y="46619"/>
                </a:lnTo>
                <a:lnTo>
                  <a:pt x="1387328" y="46548"/>
                </a:lnTo>
                <a:lnTo>
                  <a:pt x="1387675" y="46481"/>
                </a:lnTo>
                <a:lnTo>
                  <a:pt x="1388023" y="46417"/>
                </a:lnTo>
                <a:lnTo>
                  <a:pt x="1388373" y="46355"/>
                </a:lnTo>
                <a:lnTo>
                  <a:pt x="1388724" y="46297"/>
                </a:lnTo>
                <a:lnTo>
                  <a:pt x="1389077" y="46241"/>
                </a:lnTo>
                <a:lnTo>
                  <a:pt x="1389430" y="46188"/>
                </a:lnTo>
                <a:lnTo>
                  <a:pt x="1389785" y="46138"/>
                </a:lnTo>
                <a:lnTo>
                  <a:pt x="1390142" y="46091"/>
                </a:lnTo>
                <a:lnTo>
                  <a:pt x="1390500" y="46047"/>
                </a:lnTo>
                <a:lnTo>
                  <a:pt x="1390859" y="46006"/>
                </a:lnTo>
                <a:lnTo>
                  <a:pt x="1391219" y="45967"/>
                </a:lnTo>
                <a:lnTo>
                  <a:pt x="1391581" y="45931"/>
                </a:lnTo>
                <a:lnTo>
                  <a:pt x="1391944" y="45898"/>
                </a:lnTo>
                <a:lnTo>
                  <a:pt x="1392309" y="45868"/>
                </a:lnTo>
                <a:lnTo>
                  <a:pt x="1392674" y="45841"/>
                </a:lnTo>
                <a:lnTo>
                  <a:pt x="1393041" y="45817"/>
                </a:lnTo>
                <a:lnTo>
                  <a:pt x="1393410" y="45796"/>
                </a:lnTo>
                <a:lnTo>
                  <a:pt x="1393780" y="45777"/>
                </a:lnTo>
                <a:lnTo>
                  <a:pt x="1394151" y="45761"/>
                </a:lnTo>
                <a:lnTo>
                  <a:pt x="1394523" y="45748"/>
                </a:lnTo>
                <a:lnTo>
                  <a:pt x="1394897" y="45738"/>
                </a:lnTo>
                <a:lnTo>
                  <a:pt x="1395272" y="45731"/>
                </a:lnTo>
                <a:lnTo>
                  <a:pt x="1395649" y="45727"/>
                </a:lnTo>
                <a:lnTo>
                  <a:pt x="1396027" y="45726"/>
                </a:lnTo>
                <a:lnTo>
                  <a:pt x="1397951" y="45726"/>
                </a:lnTo>
                <a:lnTo>
                  <a:pt x="1397951" y="28559"/>
                </a:lnTo>
                <a:lnTo>
                  <a:pt x="1396411" y="28559"/>
                </a:lnTo>
                <a:lnTo>
                  <a:pt x="1395723" y="28566"/>
                </a:lnTo>
                <a:lnTo>
                  <a:pt x="1395043" y="28584"/>
                </a:lnTo>
                <a:lnTo>
                  <a:pt x="1394371" y="28616"/>
                </a:lnTo>
                <a:lnTo>
                  <a:pt x="1393709" y="28660"/>
                </a:lnTo>
                <a:lnTo>
                  <a:pt x="1393054" y="28716"/>
                </a:lnTo>
                <a:lnTo>
                  <a:pt x="1392409" y="28785"/>
                </a:lnTo>
                <a:lnTo>
                  <a:pt x="1391771" y="28867"/>
                </a:lnTo>
                <a:lnTo>
                  <a:pt x="1391143" y="28961"/>
                </a:lnTo>
                <a:lnTo>
                  <a:pt x="1390523" y="29068"/>
                </a:lnTo>
                <a:lnTo>
                  <a:pt x="1389911" y="29187"/>
                </a:lnTo>
                <a:lnTo>
                  <a:pt x="1389308" y="29319"/>
                </a:lnTo>
                <a:lnTo>
                  <a:pt x="1388714" y="29464"/>
                </a:lnTo>
                <a:lnTo>
                  <a:pt x="1388128" y="29621"/>
                </a:lnTo>
                <a:lnTo>
                  <a:pt x="1387550" y="29790"/>
                </a:lnTo>
                <a:lnTo>
                  <a:pt x="1386982" y="29973"/>
                </a:lnTo>
                <a:lnTo>
                  <a:pt x="1386421" y="30167"/>
                </a:lnTo>
                <a:lnTo>
                  <a:pt x="1385870" y="30375"/>
                </a:lnTo>
                <a:lnTo>
                  <a:pt x="1385326" y="30594"/>
                </a:lnTo>
                <a:lnTo>
                  <a:pt x="1384792" y="30827"/>
                </a:lnTo>
                <a:lnTo>
                  <a:pt x="1384266" y="31072"/>
                </a:lnTo>
                <a:lnTo>
                  <a:pt x="1383748" y="31329"/>
                </a:lnTo>
                <a:lnTo>
                  <a:pt x="1383239" y="31599"/>
                </a:lnTo>
                <a:lnTo>
                  <a:pt x="1382739" y="31882"/>
                </a:lnTo>
                <a:lnTo>
                  <a:pt x="1382247" y="32177"/>
                </a:lnTo>
                <a:lnTo>
                  <a:pt x="1381765" y="32484"/>
                </a:lnTo>
                <a:lnTo>
                  <a:pt x="1381293" y="32802"/>
                </a:lnTo>
                <a:lnTo>
                  <a:pt x="1380830" y="33131"/>
                </a:lnTo>
                <a:lnTo>
                  <a:pt x="1380378" y="33471"/>
                </a:lnTo>
                <a:lnTo>
                  <a:pt x="1379937" y="33822"/>
                </a:lnTo>
                <a:lnTo>
                  <a:pt x="1379505" y="34184"/>
                </a:lnTo>
                <a:lnTo>
                  <a:pt x="1379083" y="34556"/>
                </a:lnTo>
                <a:lnTo>
                  <a:pt x="1378672" y="34940"/>
                </a:lnTo>
                <a:lnTo>
                  <a:pt x="1378271" y="35335"/>
                </a:lnTo>
                <a:lnTo>
                  <a:pt x="1377880" y="35740"/>
                </a:lnTo>
                <a:lnTo>
                  <a:pt x="1377499" y="36157"/>
                </a:lnTo>
                <a:lnTo>
                  <a:pt x="1377128" y="36584"/>
                </a:lnTo>
                <a:lnTo>
                  <a:pt x="1376768" y="37023"/>
                </a:lnTo>
                <a:lnTo>
                  <a:pt x="1376417" y="37472"/>
                </a:lnTo>
                <a:lnTo>
                  <a:pt x="1376077" y="37933"/>
                </a:lnTo>
                <a:lnTo>
                  <a:pt x="1375747" y="38404"/>
                </a:lnTo>
                <a:lnTo>
                  <a:pt x="1375427" y="38886"/>
                </a:lnTo>
                <a:lnTo>
                  <a:pt x="1375117" y="39380"/>
                </a:lnTo>
                <a:lnTo>
                  <a:pt x="1374817" y="39884"/>
                </a:lnTo>
                <a:lnTo>
                  <a:pt x="1374528" y="40399"/>
                </a:lnTo>
                <a:lnTo>
                  <a:pt x="1374249" y="40925"/>
                </a:lnTo>
                <a:lnTo>
                  <a:pt x="1373980" y="41462"/>
                </a:lnTo>
                <a:lnTo>
                  <a:pt x="1373721" y="42010"/>
                </a:lnTo>
                <a:lnTo>
                  <a:pt x="1373472" y="42569"/>
                </a:lnTo>
                <a:lnTo>
                  <a:pt x="1373087" y="29714"/>
                </a:lnTo>
                <a:lnTo>
                  <a:pt x="1353534" y="29714"/>
                </a:lnTo>
                <a:lnTo>
                  <a:pt x="1353534" y="105769"/>
                </a:lnTo>
                <a:lnTo>
                  <a:pt x="1373934" y="105769"/>
                </a:lnTo>
                <a:lnTo>
                  <a:pt x="1373934" y="54896"/>
                </a:lnTo>
                <a:lnTo>
                  <a:pt x="1374140" y="54604"/>
                </a:lnTo>
                <a:lnTo>
                  <a:pt x="1374351" y="54319"/>
                </a:lnTo>
                <a:lnTo>
                  <a:pt x="1374564" y="54038"/>
                </a:lnTo>
                <a:close/>
                <a:moveTo>
                  <a:pt x="1798247" y="53801"/>
                </a:moveTo>
                <a:lnTo>
                  <a:pt x="1798530" y="53471"/>
                </a:lnTo>
                <a:lnTo>
                  <a:pt x="1798817" y="53145"/>
                </a:lnTo>
                <a:lnTo>
                  <a:pt x="1799108" y="52823"/>
                </a:lnTo>
                <a:lnTo>
                  <a:pt x="1799402" y="52506"/>
                </a:lnTo>
                <a:lnTo>
                  <a:pt x="1799701" y="52193"/>
                </a:lnTo>
                <a:lnTo>
                  <a:pt x="1800003" y="51884"/>
                </a:lnTo>
                <a:lnTo>
                  <a:pt x="1800310" y="51580"/>
                </a:lnTo>
                <a:lnTo>
                  <a:pt x="1800620" y="51280"/>
                </a:lnTo>
                <a:lnTo>
                  <a:pt x="1800934" y="50984"/>
                </a:lnTo>
                <a:lnTo>
                  <a:pt x="1801252" y="50693"/>
                </a:lnTo>
                <a:lnTo>
                  <a:pt x="1801573" y="50406"/>
                </a:lnTo>
                <a:lnTo>
                  <a:pt x="1801899" y="50123"/>
                </a:lnTo>
                <a:lnTo>
                  <a:pt x="1802228" y="49845"/>
                </a:lnTo>
                <a:lnTo>
                  <a:pt x="1802562" y="49571"/>
                </a:lnTo>
                <a:lnTo>
                  <a:pt x="1802899" y="49301"/>
                </a:lnTo>
                <a:lnTo>
                  <a:pt x="1803240" y="49036"/>
                </a:lnTo>
                <a:lnTo>
                  <a:pt x="1803585" y="48775"/>
                </a:lnTo>
                <a:lnTo>
                  <a:pt x="1803934" y="48519"/>
                </a:lnTo>
                <a:lnTo>
                  <a:pt x="1804287" y="48267"/>
                </a:lnTo>
                <a:lnTo>
                  <a:pt x="1804643" y="48019"/>
                </a:lnTo>
                <a:lnTo>
                  <a:pt x="1805004" y="47775"/>
                </a:lnTo>
                <a:lnTo>
                  <a:pt x="1805369" y="47539"/>
                </a:lnTo>
                <a:lnTo>
                  <a:pt x="1805741" y="47313"/>
                </a:lnTo>
                <a:lnTo>
                  <a:pt x="1806118" y="47096"/>
                </a:lnTo>
                <a:lnTo>
                  <a:pt x="1806502" y="46890"/>
                </a:lnTo>
                <a:lnTo>
                  <a:pt x="1806891" y="46694"/>
                </a:lnTo>
                <a:lnTo>
                  <a:pt x="1807287" y="46508"/>
                </a:lnTo>
                <a:lnTo>
                  <a:pt x="1807688" y="46332"/>
                </a:lnTo>
                <a:lnTo>
                  <a:pt x="1808096" y="46166"/>
                </a:lnTo>
                <a:lnTo>
                  <a:pt x="1808509" y="46010"/>
                </a:lnTo>
                <a:lnTo>
                  <a:pt x="1808929" y="45864"/>
                </a:lnTo>
                <a:lnTo>
                  <a:pt x="1809355" y="45729"/>
                </a:lnTo>
                <a:lnTo>
                  <a:pt x="1809786" y="45603"/>
                </a:lnTo>
                <a:lnTo>
                  <a:pt x="1810224" y="45487"/>
                </a:lnTo>
                <a:lnTo>
                  <a:pt x="1810667" y="45382"/>
                </a:lnTo>
                <a:lnTo>
                  <a:pt x="1811117" y="45286"/>
                </a:lnTo>
                <a:lnTo>
                  <a:pt x="1811573" y="45201"/>
                </a:lnTo>
                <a:lnTo>
                  <a:pt x="1812034" y="45125"/>
                </a:lnTo>
                <a:lnTo>
                  <a:pt x="1812502" y="45060"/>
                </a:lnTo>
                <a:lnTo>
                  <a:pt x="1812976" y="45004"/>
                </a:lnTo>
                <a:lnTo>
                  <a:pt x="1813456" y="44959"/>
                </a:lnTo>
                <a:lnTo>
                  <a:pt x="1813941" y="44924"/>
                </a:lnTo>
                <a:lnTo>
                  <a:pt x="1814433" y="44899"/>
                </a:lnTo>
                <a:lnTo>
                  <a:pt x="1814931" y="44884"/>
                </a:lnTo>
                <a:lnTo>
                  <a:pt x="1815435" y="44879"/>
                </a:lnTo>
                <a:lnTo>
                  <a:pt x="1815772" y="44882"/>
                </a:lnTo>
                <a:lnTo>
                  <a:pt x="1816104" y="44891"/>
                </a:lnTo>
                <a:lnTo>
                  <a:pt x="1816430" y="44906"/>
                </a:lnTo>
                <a:lnTo>
                  <a:pt x="1816751" y="44927"/>
                </a:lnTo>
                <a:lnTo>
                  <a:pt x="1817066" y="44954"/>
                </a:lnTo>
                <a:lnTo>
                  <a:pt x="1817376" y="44986"/>
                </a:lnTo>
                <a:lnTo>
                  <a:pt x="1817680" y="45025"/>
                </a:lnTo>
                <a:lnTo>
                  <a:pt x="1817979" y="45070"/>
                </a:lnTo>
                <a:lnTo>
                  <a:pt x="1818273" y="45121"/>
                </a:lnTo>
                <a:lnTo>
                  <a:pt x="1818561" y="45178"/>
                </a:lnTo>
                <a:lnTo>
                  <a:pt x="1818843" y="45241"/>
                </a:lnTo>
                <a:lnTo>
                  <a:pt x="1819120" y="45309"/>
                </a:lnTo>
                <a:lnTo>
                  <a:pt x="1819391" y="45384"/>
                </a:lnTo>
                <a:lnTo>
                  <a:pt x="1819657" y="45465"/>
                </a:lnTo>
                <a:lnTo>
                  <a:pt x="1819918" y="45552"/>
                </a:lnTo>
                <a:lnTo>
                  <a:pt x="1820173" y="45644"/>
                </a:lnTo>
                <a:lnTo>
                  <a:pt x="1820423" y="45743"/>
                </a:lnTo>
                <a:lnTo>
                  <a:pt x="1820667" y="45848"/>
                </a:lnTo>
                <a:lnTo>
                  <a:pt x="1820905" y="45958"/>
                </a:lnTo>
                <a:lnTo>
                  <a:pt x="1821139" y="46075"/>
                </a:lnTo>
                <a:lnTo>
                  <a:pt x="1821366" y="46198"/>
                </a:lnTo>
                <a:lnTo>
                  <a:pt x="1821588" y="46326"/>
                </a:lnTo>
                <a:lnTo>
                  <a:pt x="1821805" y="46461"/>
                </a:lnTo>
                <a:lnTo>
                  <a:pt x="1822016" y="46601"/>
                </a:lnTo>
                <a:lnTo>
                  <a:pt x="1822222" y="46747"/>
                </a:lnTo>
                <a:lnTo>
                  <a:pt x="1822424" y="46898"/>
                </a:lnTo>
                <a:lnTo>
                  <a:pt x="1822621" y="47054"/>
                </a:lnTo>
                <a:lnTo>
                  <a:pt x="1822813" y="47214"/>
                </a:lnTo>
                <a:lnTo>
                  <a:pt x="1823000" y="47380"/>
                </a:lnTo>
                <a:lnTo>
                  <a:pt x="1823183" y="47550"/>
                </a:lnTo>
                <a:lnTo>
                  <a:pt x="1823361" y="47726"/>
                </a:lnTo>
                <a:lnTo>
                  <a:pt x="1823534" y="47906"/>
                </a:lnTo>
                <a:lnTo>
                  <a:pt x="1823703" y="48091"/>
                </a:lnTo>
                <a:lnTo>
                  <a:pt x="1823867" y="48281"/>
                </a:lnTo>
                <a:lnTo>
                  <a:pt x="1824027" y="48476"/>
                </a:lnTo>
                <a:lnTo>
                  <a:pt x="1824181" y="48675"/>
                </a:lnTo>
                <a:lnTo>
                  <a:pt x="1824331" y="48880"/>
                </a:lnTo>
                <a:lnTo>
                  <a:pt x="1824477" y="49090"/>
                </a:lnTo>
                <a:lnTo>
                  <a:pt x="1824617" y="49304"/>
                </a:lnTo>
                <a:lnTo>
                  <a:pt x="1824753" y="49523"/>
                </a:lnTo>
                <a:lnTo>
                  <a:pt x="1824885" y="49747"/>
                </a:lnTo>
                <a:lnTo>
                  <a:pt x="1825011" y="49976"/>
                </a:lnTo>
                <a:lnTo>
                  <a:pt x="1825133" y="50210"/>
                </a:lnTo>
                <a:lnTo>
                  <a:pt x="1825250" y="50449"/>
                </a:lnTo>
                <a:lnTo>
                  <a:pt x="1825363" y="50693"/>
                </a:lnTo>
                <a:lnTo>
                  <a:pt x="1825471" y="50941"/>
                </a:lnTo>
                <a:lnTo>
                  <a:pt x="1825574" y="51195"/>
                </a:lnTo>
                <a:lnTo>
                  <a:pt x="1825673" y="51453"/>
                </a:lnTo>
                <a:lnTo>
                  <a:pt x="1825767" y="51716"/>
                </a:lnTo>
                <a:lnTo>
                  <a:pt x="1825857" y="51982"/>
                </a:lnTo>
                <a:lnTo>
                  <a:pt x="1825943" y="52252"/>
                </a:lnTo>
                <a:lnTo>
                  <a:pt x="1826026" y="52525"/>
                </a:lnTo>
                <a:lnTo>
                  <a:pt x="1826104" y="52802"/>
                </a:lnTo>
                <a:lnTo>
                  <a:pt x="1826178" y="53082"/>
                </a:lnTo>
                <a:lnTo>
                  <a:pt x="1826248" y="53366"/>
                </a:lnTo>
                <a:lnTo>
                  <a:pt x="1826314" y="53653"/>
                </a:lnTo>
                <a:lnTo>
                  <a:pt x="1826376" y="53944"/>
                </a:lnTo>
                <a:lnTo>
                  <a:pt x="1826435" y="54238"/>
                </a:lnTo>
                <a:lnTo>
                  <a:pt x="1826489" y="54536"/>
                </a:lnTo>
                <a:lnTo>
                  <a:pt x="1826539" y="54838"/>
                </a:lnTo>
                <a:lnTo>
                  <a:pt x="1826585" y="55143"/>
                </a:lnTo>
                <a:lnTo>
                  <a:pt x="1826627" y="55452"/>
                </a:lnTo>
                <a:lnTo>
                  <a:pt x="1826665" y="55764"/>
                </a:lnTo>
                <a:lnTo>
                  <a:pt x="1826699" y="56080"/>
                </a:lnTo>
                <a:lnTo>
                  <a:pt x="1826729" y="56399"/>
                </a:lnTo>
                <a:lnTo>
                  <a:pt x="1826755" y="56722"/>
                </a:lnTo>
                <a:lnTo>
                  <a:pt x="1826777" y="57048"/>
                </a:lnTo>
                <a:lnTo>
                  <a:pt x="1826795" y="57378"/>
                </a:lnTo>
                <a:lnTo>
                  <a:pt x="1826809" y="57711"/>
                </a:lnTo>
                <a:lnTo>
                  <a:pt x="1826819" y="58048"/>
                </a:lnTo>
                <a:lnTo>
                  <a:pt x="1826825" y="58389"/>
                </a:lnTo>
                <a:lnTo>
                  <a:pt x="1826827" y="58733"/>
                </a:lnTo>
                <a:lnTo>
                  <a:pt x="1826827" y="105769"/>
                </a:lnTo>
                <a:lnTo>
                  <a:pt x="1847073" y="105769"/>
                </a:lnTo>
                <a:lnTo>
                  <a:pt x="1847073" y="56245"/>
                </a:lnTo>
                <a:lnTo>
                  <a:pt x="1847062" y="55126"/>
                </a:lnTo>
                <a:lnTo>
                  <a:pt x="1847029" y="54029"/>
                </a:lnTo>
                <a:lnTo>
                  <a:pt x="1846974" y="52954"/>
                </a:lnTo>
                <a:lnTo>
                  <a:pt x="1846898" y="51903"/>
                </a:lnTo>
                <a:lnTo>
                  <a:pt x="1846799" y="50874"/>
                </a:lnTo>
                <a:lnTo>
                  <a:pt x="1846678" y="49867"/>
                </a:lnTo>
                <a:lnTo>
                  <a:pt x="1846536" y="48883"/>
                </a:lnTo>
                <a:lnTo>
                  <a:pt x="1846372" y="47922"/>
                </a:lnTo>
                <a:lnTo>
                  <a:pt x="1846185" y="46983"/>
                </a:lnTo>
                <a:lnTo>
                  <a:pt x="1845977" y="46067"/>
                </a:lnTo>
                <a:lnTo>
                  <a:pt x="1845747" y="45174"/>
                </a:lnTo>
                <a:lnTo>
                  <a:pt x="1845495" y="44303"/>
                </a:lnTo>
                <a:lnTo>
                  <a:pt x="1845221" y="43455"/>
                </a:lnTo>
                <a:lnTo>
                  <a:pt x="1844925" y="42629"/>
                </a:lnTo>
                <a:lnTo>
                  <a:pt x="1844607" y="41827"/>
                </a:lnTo>
                <a:lnTo>
                  <a:pt x="1844268" y="41046"/>
                </a:lnTo>
                <a:lnTo>
                  <a:pt x="1843906" y="40288"/>
                </a:lnTo>
                <a:lnTo>
                  <a:pt x="1843522" y="39553"/>
                </a:lnTo>
                <a:lnTo>
                  <a:pt x="1843117" y="38841"/>
                </a:lnTo>
                <a:lnTo>
                  <a:pt x="1842689" y="38151"/>
                </a:lnTo>
                <a:lnTo>
                  <a:pt x="1842240" y="37484"/>
                </a:lnTo>
                <a:lnTo>
                  <a:pt x="1841769" y="36839"/>
                </a:lnTo>
                <a:lnTo>
                  <a:pt x="1841276" y="36217"/>
                </a:lnTo>
                <a:lnTo>
                  <a:pt x="1840761" y="35617"/>
                </a:lnTo>
                <a:lnTo>
                  <a:pt x="1840226" y="35041"/>
                </a:lnTo>
                <a:lnTo>
                  <a:pt x="1839673" y="34490"/>
                </a:lnTo>
                <a:lnTo>
                  <a:pt x="1839102" y="33963"/>
                </a:lnTo>
                <a:lnTo>
                  <a:pt x="1838513" y="33461"/>
                </a:lnTo>
                <a:lnTo>
                  <a:pt x="1837907" y="32983"/>
                </a:lnTo>
                <a:lnTo>
                  <a:pt x="1837282" y="32529"/>
                </a:lnTo>
                <a:lnTo>
                  <a:pt x="1836640" y="32100"/>
                </a:lnTo>
                <a:lnTo>
                  <a:pt x="1835979" y="31696"/>
                </a:lnTo>
                <a:lnTo>
                  <a:pt x="1835301" y="31316"/>
                </a:lnTo>
                <a:lnTo>
                  <a:pt x="1834605" y="30961"/>
                </a:lnTo>
                <a:lnTo>
                  <a:pt x="1833891" y="30630"/>
                </a:lnTo>
                <a:lnTo>
                  <a:pt x="1833159" y="30324"/>
                </a:lnTo>
                <a:lnTo>
                  <a:pt x="1832409" y="30042"/>
                </a:lnTo>
                <a:lnTo>
                  <a:pt x="1831641" y="29785"/>
                </a:lnTo>
                <a:lnTo>
                  <a:pt x="1830856" y="29552"/>
                </a:lnTo>
                <a:lnTo>
                  <a:pt x="1830052" y="29343"/>
                </a:lnTo>
                <a:lnTo>
                  <a:pt x="1829231" y="29160"/>
                </a:lnTo>
                <a:lnTo>
                  <a:pt x="1828391" y="29000"/>
                </a:lnTo>
                <a:lnTo>
                  <a:pt x="1827534" y="28866"/>
                </a:lnTo>
                <a:lnTo>
                  <a:pt x="1826659" y="28755"/>
                </a:lnTo>
                <a:lnTo>
                  <a:pt x="1825765" y="28670"/>
                </a:lnTo>
                <a:lnTo>
                  <a:pt x="1824854" y="28608"/>
                </a:lnTo>
                <a:lnTo>
                  <a:pt x="1823925" y="28571"/>
                </a:lnTo>
                <a:lnTo>
                  <a:pt x="1822979" y="28559"/>
                </a:lnTo>
                <a:lnTo>
                  <a:pt x="1822164" y="28566"/>
                </a:lnTo>
                <a:lnTo>
                  <a:pt x="1821362" y="28585"/>
                </a:lnTo>
                <a:lnTo>
                  <a:pt x="1820573" y="28618"/>
                </a:lnTo>
                <a:lnTo>
                  <a:pt x="1819797" y="28663"/>
                </a:lnTo>
                <a:lnTo>
                  <a:pt x="1819033" y="28721"/>
                </a:lnTo>
                <a:lnTo>
                  <a:pt x="1818283" y="28793"/>
                </a:lnTo>
                <a:lnTo>
                  <a:pt x="1817545" y="28877"/>
                </a:lnTo>
                <a:lnTo>
                  <a:pt x="1816820" y="28974"/>
                </a:lnTo>
                <a:lnTo>
                  <a:pt x="1816108" y="29084"/>
                </a:lnTo>
                <a:lnTo>
                  <a:pt x="1815409" y="29207"/>
                </a:lnTo>
                <a:lnTo>
                  <a:pt x="1814723" y="29344"/>
                </a:lnTo>
                <a:lnTo>
                  <a:pt x="1814049" y="29493"/>
                </a:lnTo>
                <a:lnTo>
                  <a:pt x="1813388" y="29655"/>
                </a:lnTo>
                <a:lnTo>
                  <a:pt x="1812740" y="29830"/>
                </a:lnTo>
                <a:lnTo>
                  <a:pt x="1812105" y="30018"/>
                </a:lnTo>
                <a:lnTo>
                  <a:pt x="1811483" y="30219"/>
                </a:lnTo>
                <a:lnTo>
                  <a:pt x="1810874" y="30432"/>
                </a:lnTo>
                <a:lnTo>
                  <a:pt x="1810277" y="30659"/>
                </a:lnTo>
                <a:lnTo>
                  <a:pt x="1809693" y="30899"/>
                </a:lnTo>
                <a:lnTo>
                  <a:pt x="1809122" y="31152"/>
                </a:lnTo>
                <a:lnTo>
                  <a:pt x="1808564" y="31418"/>
                </a:lnTo>
                <a:lnTo>
                  <a:pt x="1808019" y="31696"/>
                </a:lnTo>
                <a:lnTo>
                  <a:pt x="1807486" y="31988"/>
                </a:lnTo>
                <a:lnTo>
                  <a:pt x="1806967" y="32293"/>
                </a:lnTo>
                <a:lnTo>
                  <a:pt x="1806458" y="32606"/>
                </a:lnTo>
                <a:lnTo>
                  <a:pt x="1805957" y="32923"/>
                </a:lnTo>
                <a:lnTo>
                  <a:pt x="1805465" y="33244"/>
                </a:lnTo>
                <a:lnTo>
                  <a:pt x="1804980" y="33568"/>
                </a:lnTo>
                <a:lnTo>
                  <a:pt x="1804504" y="33897"/>
                </a:lnTo>
                <a:lnTo>
                  <a:pt x="1804037" y="34229"/>
                </a:lnTo>
                <a:lnTo>
                  <a:pt x="1803578" y="34566"/>
                </a:lnTo>
                <a:lnTo>
                  <a:pt x="1803126" y="34906"/>
                </a:lnTo>
                <a:lnTo>
                  <a:pt x="1802684" y="35250"/>
                </a:lnTo>
                <a:lnTo>
                  <a:pt x="1802249" y="35598"/>
                </a:lnTo>
                <a:lnTo>
                  <a:pt x="1801823" y="35950"/>
                </a:lnTo>
                <a:lnTo>
                  <a:pt x="1801405" y="36305"/>
                </a:lnTo>
                <a:lnTo>
                  <a:pt x="1800996" y="36665"/>
                </a:lnTo>
                <a:lnTo>
                  <a:pt x="1800594" y="37028"/>
                </a:lnTo>
                <a:lnTo>
                  <a:pt x="1800201" y="37396"/>
                </a:lnTo>
                <a:lnTo>
                  <a:pt x="1799816" y="37767"/>
                </a:lnTo>
                <a:lnTo>
                  <a:pt x="1799440" y="38142"/>
                </a:lnTo>
                <a:lnTo>
                  <a:pt x="1799072" y="38521"/>
                </a:lnTo>
                <a:lnTo>
                  <a:pt x="1798712" y="38904"/>
                </a:lnTo>
                <a:lnTo>
                  <a:pt x="1798360" y="39290"/>
                </a:lnTo>
                <a:lnTo>
                  <a:pt x="1798017" y="39681"/>
                </a:lnTo>
                <a:lnTo>
                  <a:pt x="1797682" y="40075"/>
                </a:lnTo>
                <a:lnTo>
                  <a:pt x="1797355" y="40474"/>
                </a:lnTo>
                <a:lnTo>
                  <a:pt x="1797037" y="40876"/>
                </a:lnTo>
                <a:lnTo>
                  <a:pt x="1796652" y="29714"/>
                </a:lnTo>
                <a:lnTo>
                  <a:pt x="1777022" y="29714"/>
                </a:lnTo>
                <a:lnTo>
                  <a:pt x="1777022" y="105769"/>
                </a:lnTo>
                <a:lnTo>
                  <a:pt x="1797421" y="105769"/>
                </a:lnTo>
                <a:lnTo>
                  <a:pt x="1797421" y="54819"/>
                </a:lnTo>
                <a:lnTo>
                  <a:pt x="1797693" y="54475"/>
                </a:lnTo>
                <a:lnTo>
                  <a:pt x="1797968" y="54136"/>
                </a:lnTo>
                <a:lnTo>
                  <a:pt x="1798247" y="53801"/>
                </a:lnTo>
                <a:close/>
                <a:moveTo>
                  <a:pt x="1664772" y="105769"/>
                </a:moveTo>
                <a:lnTo>
                  <a:pt x="1664772" y="29714"/>
                </a:lnTo>
                <a:lnTo>
                  <a:pt x="1644373" y="29714"/>
                </a:lnTo>
                <a:lnTo>
                  <a:pt x="1644373" y="105769"/>
                </a:lnTo>
                <a:lnTo>
                  <a:pt x="1664772" y="105769"/>
                </a:lnTo>
                <a:close/>
                <a:moveTo>
                  <a:pt x="873694" y="106868"/>
                </a:moveTo>
                <a:lnTo>
                  <a:pt x="874589" y="106764"/>
                </a:lnTo>
                <a:lnTo>
                  <a:pt x="875475" y="106644"/>
                </a:lnTo>
                <a:lnTo>
                  <a:pt x="876349" y="106509"/>
                </a:lnTo>
                <a:lnTo>
                  <a:pt x="877214" y="106357"/>
                </a:lnTo>
                <a:lnTo>
                  <a:pt x="878068" y="106190"/>
                </a:lnTo>
                <a:lnTo>
                  <a:pt x="878912" y="106006"/>
                </a:lnTo>
                <a:lnTo>
                  <a:pt x="879745" y="105807"/>
                </a:lnTo>
                <a:lnTo>
                  <a:pt x="880569" y="105591"/>
                </a:lnTo>
                <a:lnTo>
                  <a:pt x="881382" y="105360"/>
                </a:lnTo>
                <a:lnTo>
                  <a:pt x="882185" y="105113"/>
                </a:lnTo>
                <a:lnTo>
                  <a:pt x="882977" y="104850"/>
                </a:lnTo>
                <a:lnTo>
                  <a:pt x="883759" y="104570"/>
                </a:lnTo>
                <a:lnTo>
                  <a:pt x="884531" y="104275"/>
                </a:lnTo>
                <a:lnTo>
                  <a:pt x="885293" y="103964"/>
                </a:lnTo>
                <a:lnTo>
                  <a:pt x="886044" y="103637"/>
                </a:lnTo>
                <a:lnTo>
                  <a:pt x="886785" y="103294"/>
                </a:lnTo>
                <a:lnTo>
                  <a:pt x="887516" y="102935"/>
                </a:lnTo>
                <a:lnTo>
                  <a:pt x="888236" y="102560"/>
                </a:lnTo>
                <a:lnTo>
                  <a:pt x="888945" y="102170"/>
                </a:lnTo>
                <a:lnTo>
                  <a:pt x="889640" y="101765"/>
                </a:lnTo>
                <a:lnTo>
                  <a:pt x="890322" y="101346"/>
                </a:lnTo>
                <a:lnTo>
                  <a:pt x="890991" y="100913"/>
                </a:lnTo>
                <a:lnTo>
                  <a:pt x="891647" y="100466"/>
                </a:lnTo>
                <a:lnTo>
                  <a:pt x="892289" y="100004"/>
                </a:lnTo>
                <a:lnTo>
                  <a:pt x="892919" y="99528"/>
                </a:lnTo>
                <a:lnTo>
                  <a:pt x="893535" y="99037"/>
                </a:lnTo>
                <a:lnTo>
                  <a:pt x="894137" y="98532"/>
                </a:lnTo>
                <a:lnTo>
                  <a:pt x="894727" y="98013"/>
                </a:lnTo>
                <a:lnTo>
                  <a:pt x="895303" y="97479"/>
                </a:lnTo>
                <a:lnTo>
                  <a:pt x="895866" y="96932"/>
                </a:lnTo>
                <a:lnTo>
                  <a:pt x="896416" y="96370"/>
                </a:lnTo>
                <a:lnTo>
                  <a:pt x="896953" y="95793"/>
                </a:lnTo>
                <a:lnTo>
                  <a:pt x="897476" y="95202"/>
                </a:lnTo>
                <a:lnTo>
                  <a:pt x="897987" y="94597"/>
                </a:lnTo>
                <a:lnTo>
                  <a:pt x="898484" y="93978"/>
                </a:lnTo>
                <a:lnTo>
                  <a:pt x="898967" y="93344"/>
                </a:lnTo>
                <a:lnTo>
                  <a:pt x="899438" y="92696"/>
                </a:lnTo>
                <a:lnTo>
                  <a:pt x="899895" y="92033"/>
                </a:lnTo>
                <a:lnTo>
                  <a:pt x="900339" y="91357"/>
                </a:lnTo>
                <a:lnTo>
                  <a:pt x="900770" y="90666"/>
                </a:lnTo>
                <a:lnTo>
                  <a:pt x="901187" y="89960"/>
                </a:lnTo>
                <a:lnTo>
                  <a:pt x="901592" y="89240"/>
                </a:lnTo>
                <a:lnTo>
                  <a:pt x="901981" y="88507"/>
                </a:lnTo>
                <a:lnTo>
                  <a:pt x="902354" y="87761"/>
                </a:lnTo>
                <a:lnTo>
                  <a:pt x="902710" y="87002"/>
                </a:lnTo>
                <a:lnTo>
                  <a:pt x="903050" y="86230"/>
                </a:lnTo>
                <a:lnTo>
                  <a:pt x="903373" y="85446"/>
                </a:lnTo>
                <a:lnTo>
                  <a:pt x="903680" y="84649"/>
                </a:lnTo>
                <a:lnTo>
                  <a:pt x="903970" y="83839"/>
                </a:lnTo>
                <a:lnTo>
                  <a:pt x="904243" y="83017"/>
                </a:lnTo>
                <a:lnTo>
                  <a:pt x="904500" y="82182"/>
                </a:lnTo>
                <a:lnTo>
                  <a:pt x="904740" y="81334"/>
                </a:lnTo>
                <a:lnTo>
                  <a:pt x="904964" y="80473"/>
                </a:lnTo>
                <a:lnTo>
                  <a:pt x="905171" y="79600"/>
                </a:lnTo>
                <a:lnTo>
                  <a:pt x="905362" y="78714"/>
                </a:lnTo>
                <a:lnTo>
                  <a:pt x="905536" y="77815"/>
                </a:lnTo>
                <a:lnTo>
                  <a:pt x="905693" y="76904"/>
                </a:lnTo>
                <a:lnTo>
                  <a:pt x="905834" y="75980"/>
                </a:lnTo>
                <a:lnTo>
                  <a:pt x="905958" y="75043"/>
                </a:lnTo>
                <a:lnTo>
                  <a:pt x="906066" y="74093"/>
                </a:lnTo>
                <a:lnTo>
                  <a:pt x="906157" y="73131"/>
                </a:lnTo>
                <a:lnTo>
                  <a:pt x="906232" y="72156"/>
                </a:lnTo>
                <a:lnTo>
                  <a:pt x="906290" y="71168"/>
                </a:lnTo>
                <a:lnTo>
                  <a:pt x="906331" y="70168"/>
                </a:lnTo>
                <a:lnTo>
                  <a:pt x="906356" y="69155"/>
                </a:lnTo>
                <a:lnTo>
                  <a:pt x="906364" y="68129"/>
                </a:lnTo>
                <a:lnTo>
                  <a:pt x="906356" y="67084"/>
                </a:lnTo>
                <a:lnTo>
                  <a:pt x="906331" y="66052"/>
                </a:lnTo>
                <a:lnTo>
                  <a:pt x="906290" y="65034"/>
                </a:lnTo>
                <a:lnTo>
                  <a:pt x="906232" y="64028"/>
                </a:lnTo>
                <a:lnTo>
                  <a:pt x="906157" y="63036"/>
                </a:lnTo>
                <a:lnTo>
                  <a:pt x="906066" y="62056"/>
                </a:lnTo>
                <a:lnTo>
                  <a:pt x="905958" y="61090"/>
                </a:lnTo>
                <a:lnTo>
                  <a:pt x="905834" y="60137"/>
                </a:lnTo>
                <a:lnTo>
                  <a:pt x="905693" y="59197"/>
                </a:lnTo>
                <a:lnTo>
                  <a:pt x="905536" y="58270"/>
                </a:lnTo>
                <a:lnTo>
                  <a:pt x="905362" y="57356"/>
                </a:lnTo>
                <a:lnTo>
                  <a:pt x="905171" y="56456"/>
                </a:lnTo>
                <a:lnTo>
                  <a:pt x="904964" y="55568"/>
                </a:lnTo>
                <a:lnTo>
                  <a:pt x="904740" y="54694"/>
                </a:lnTo>
                <a:lnTo>
                  <a:pt x="904500" y="53832"/>
                </a:lnTo>
                <a:lnTo>
                  <a:pt x="904243" y="52984"/>
                </a:lnTo>
                <a:lnTo>
                  <a:pt x="903970" y="52149"/>
                </a:lnTo>
                <a:lnTo>
                  <a:pt x="903680" y="51327"/>
                </a:lnTo>
                <a:lnTo>
                  <a:pt x="903373" y="50518"/>
                </a:lnTo>
                <a:lnTo>
                  <a:pt x="903050" y="49723"/>
                </a:lnTo>
                <a:lnTo>
                  <a:pt x="902710" y="48940"/>
                </a:lnTo>
                <a:lnTo>
                  <a:pt x="902354" y="48171"/>
                </a:lnTo>
                <a:lnTo>
                  <a:pt x="901981" y="47414"/>
                </a:lnTo>
                <a:lnTo>
                  <a:pt x="901592" y="46671"/>
                </a:lnTo>
                <a:lnTo>
                  <a:pt x="901187" y="45941"/>
                </a:lnTo>
                <a:lnTo>
                  <a:pt x="900770" y="45226"/>
                </a:lnTo>
                <a:lnTo>
                  <a:pt x="900339" y="44526"/>
                </a:lnTo>
                <a:lnTo>
                  <a:pt x="899895" y="43840"/>
                </a:lnTo>
                <a:lnTo>
                  <a:pt x="899438" y="43169"/>
                </a:lnTo>
                <a:lnTo>
                  <a:pt x="898967" y="42513"/>
                </a:lnTo>
                <a:lnTo>
                  <a:pt x="898484" y="41871"/>
                </a:lnTo>
                <a:lnTo>
                  <a:pt x="897987" y="41243"/>
                </a:lnTo>
                <a:lnTo>
                  <a:pt x="897476" y="40631"/>
                </a:lnTo>
                <a:lnTo>
                  <a:pt x="896953" y="40033"/>
                </a:lnTo>
                <a:lnTo>
                  <a:pt x="896416" y="39449"/>
                </a:lnTo>
                <a:lnTo>
                  <a:pt x="895866" y="38880"/>
                </a:lnTo>
                <a:lnTo>
                  <a:pt x="895303" y="38326"/>
                </a:lnTo>
                <a:lnTo>
                  <a:pt x="894727" y="37787"/>
                </a:lnTo>
                <a:lnTo>
                  <a:pt x="894137" y="37262"/>
                </a:lnTo>
                <a:lnTo>
                  <a:pt x="893535" y="36751"/>
                </a:lnTo>
                <a:lnTo>
                  <a:pt x="892919" y="36256"/>
                </a:lnTo>
                <a:lnTo>
                  <a:pt x="892289" y="35775"/>
                </a:lnTo>
                <a:lnTo>
                  <a:pt x="891647" y="35308"/>
                </a:lnTo>
                <a:lnTo>
                  <a:pt x="890991" y="34856"/>
                </a:lnTo>
                <a:lnTo>
                  <a:pt x="890322" y="34419"/>
                </a:lnTo>
                <a:lnTo>
                  <a:pt x="889640" y="33996"/>
                </a:lnTo>
                <a:lnTo>
                  <a:pt x="888945" y="33588"/>
                </a:lnTo>
                <a:lnTo>
                  <a:pt x="888236" y="33195"/>
                </a:lnTo>
                <a:lnTo>
                  <a:pt x="887516" y="32817"/>
                </a:lnTo>
                <a:lnTo>
                  <a:pt x="886785" y="32454"/>
                </a:lnTo>
                <a:lnTo>
                  <a:pt x="886044" y="32108"/>
                </a:lnTo>
                <a:lnTo>
                  <a:pt x="885293" y="31778"/>
                </a:lnTo>
                <a:lnTo>
                  <a:pt x="884531" y="31465"/>
                </a:lnTo>
                <a:lnTo>
                  <a:pt x="883759" y="31167"/>
                </a:lnTo>
                <a:lnTo>
                  <a:pt x="882977" y="30885"/>
                </a:lnTo>
                <a:lnTo>
                  <a:pt x="882185" y="30619"/>
                </a:lnTo>
                <a:lnTo>
                  <a:pt x="881382" y="30370"/>
                </a:lnTo>
                <a:lnTo>
                  <a:pt x="880569" y="30137"/>
                </a:lnTo>
                <a:lnTo>
                  <a:pt x="879745" y="29919"/>
                </a:lnTo>
                <a:lnTo>
                  <a:pt x="878912" y="29718"/>
                </a:lnTo>
                <a:lnTo>
                  <a:pt x="878068" y="29533"/>
                </a:lnTo>
                <a:lnTo>
                  <a:pt x="877214" y="29364"/>
                </a:lnTo>
                <a:lnTo>
                  <a:pt x="876349" y="29211"/>
                </a:lnTo>
                <a:lnTo>
                  <a:pt x="875475" y="29074"/>
                </a:lnTo>
                <a:lnTo>
                  <a:pt x="874589" y="28954"/>
                </a:lnTo>
                <a:lnTo>
                  <a:pt x="873694" y="28849"/>
                </a:lnTo>
                <a:lnTo>
                  <a:pt x="872788" y="28760"/>
                </a:lnTo>
                <a:lnTo>
                  <a:pt x="871873" y="28688"/>
                </a:lnTo>
                <a:lnTo>
                  <a:pt x="870946" y="28632"/>
                </a:lnTo>
                <a:lnTo>
                  <a:pt x="870010" y="28591"/>
                </a:lnTo>
                <a:lnTo>
                  <a:pt x="869063" y="28567"/>
                </a:lnTo>
                <a:lnTo>
                  <a:pt x="868106" y="28559"/>
                </a:lnTo>
                <a:lnTo>
                  <a:pt x="867161" y="28567"/>
                </a:lnTo>
                <a:lnTo>
                  <a:pt x="866227" y="28591"/>
                </a:lnTo>
                <a:lnTo>
                  <a:pt x="865302" y="28632"/>
                </a:lnTo>
                <a:lnTo>
                  <a:pt x="864386" y="28688"/>
                </a:lnTo>
                <a:lnTo>
                  <a:pt x="863481" y="28760"/>
                </a:lnTo>
                <a:lnTo>
                  <a:pt x="862585" y="28849"/>
                </a:lnTo>
                <a:lnTo>
                  <a:pt x="861699" y="28954"/>
                </a:lnTo>
                <a:lnTo>
                  <a:pt x="860823" y="29074"/>
                </a:lnTo>
                <a:lnTo>
                  <a:pt x="859956" y="29211"/>
                </a:lnTo>
                <a:lnTo>
                  <a:pt x="859100" y="29364"/>
                </a:lnTo>
                <a:lnTo>
                  <a:pt x="858253" y="29533"/>
                </a:lnTo>
                <a:lnTo>
                  <a:pt x="857415" y="29718"/>
                </a:lnTo>
                <a:lnTo>
                  <a:pt x="856588" y="29919"/>
                </a:lnTo>
                <a:lnTo>
                  <a:pt x="855770" y="30137"/>
                </a:lnTo>
                <a:lnTo>
                  <a:pt x="854962" y="30370"/>
                </a:lnTo>
                <a:lnTo>
                  <a:pt x="854164" y="30619"/>
                </a:lnTo>
                <a:lnTo>
                  <a:pt x="853376" y="30885"/>
                </a:lnTo>
                <a:lnTo>
                  <a:pt x="852597" y="31167"/>
                </a:lnTo>
                <a:lnTo>
                  <a:pt x="851828" y="31465"/>
                </a:lnTo>
                <a:lnTo>
                  <a:pt x="851069" y="31778"/>
                </a:lnTo>
                <a:lnTo>
                  <a:pt x="850320" y="32108"/>
                </a:lnTo>
                <a:lnTo>
                  <a:pt x="849580" y="32454"/>
                </a:lnTo>
                <a:lnTo>
                  <a:pt x="848850" y="32817"/>
                </a:lnTo>
                <a:lnTo>
                  <a:pt x="848130" y="33195"/>
                </a:lnTo>
                <a:lnTo>
                  <a:pt x="847421" y="33588"/>
                </a:lnTo>
                <a:lnTo>
                  <a:pt x="846726" y="33996"/>
                </a:lnTo>
                <a:lnTo>
                  <a:pt x="846045" y="34419"/>
                </a:lnTo>
                <a:lnTo>
                  <a:pt x="845377" y="34856"/>
                </a:lnTo>
                <a:lnTo>
                  <a:pt x="844722" y="35308"/>
                </a:lnTo>
                <a:lnTo>
                  <a:pt x="844081" y="35775"/>
                </a:lnTo>
                <a:lnTo>
                  <a:pt x="843454" y="36256"/>
                </a:lnTo>
                <a:lnTo>
                  <a:pt x="842840" y="36751"/>
                </a:lnTo>
                <a:lnTo>
                  <a:pt x="842239" y="37262"/>
                </a:lnTo>
                <a:lnTo>
                  <a:pt x="841652" y="37787"/>
                </a:lnTo>
                <a:lnTo>
                  <a:pt x="841079" y="38326"/>
                </a:lnTo>
                <a:lnTo>
                  <a:pt x="840519" y="38880"/>
                </a:lnTo>
                <a:lnTo>
                  <a:pt x="839972" y="39449"/>
                </a:lnTo>
                <a:lnTo>
                  <a:pt x="839439" y="40033"/>
                </a:lnTo>
                <a:lnTo>
                  <a:pt x="838919" y="40631"/>
                </a:lnTo>
                <a:lnTo>
                  <a:pt x="838413" y="41243"/>
                </a:lnTo>
                <a:lnTo>
                  <a:pt x="837921" y="41871"/>
                </a:lnTo>
                <a:lnTo>
                  <a:pt x="837442" y="42513"/>
                </a:lnTo>
                <a:lnTo>
                  <a:pt x="836976" y="43169"/>
                </a:lnTo>
                <a:lnTo>
                  <a:pt x="836524" y="43840"/>
                </a:lnTo>
                <a:lnTo>
                  <a:pt x="836086" y="44526"/>
                </a:lnTo>
                <a:lnTo>
                  <a:pt x="835661" y="45226"/>
                </a:lnTo>
                <a:lnTo>
                  <a:pt x="835249" y="45941"/>
                </a:lnTo>
                <a:lnTo>
                  <a:pt x="834851" y="46671"/>
                </a:lnTo>
                <a:lnTo>
                  <a:pt x="834468" y="47414"/>
                </a:lnTo>
                <a:lnTo>
                  <a:pt x="834101" y="48171"/>
                </a:lnTo>
                <a:lnTo>
                  <a:pt x="833750" y="48940"/>
                </a:lnTo>
                <a:lnTo>
                  <a:pt x="833416" y="49723"/>
                </a:lnTo>
                <a:lnTo>
                  <a:pt x="833098" y="50518"/>
                </a:lnTo>
                <a:lnTo>
                  <a:pt x="832797" y="51327"/>
                </a:lnTo>
                <a:lnTo>
                  <a:pt x="832511" y="52149"/>
                </a:lnTo>
                <a:lnTo>
                  <a:pt x="832242" y="52984"/>
                </a:lnTo>
                <a:lnTo>
                  <a:pt x="831989" y="53832"/>
                </a:lnTo>
                <a:lnTo>
                  <a:pt x="831753" y="54694"/>
                </a:lnTo>
                <a:lnTo>
                  <a:pt x="831533" y="55568"/>
                </a:lnTo>
                <a:lnTo>
                  <a:pt x="831329" y="56456"/>
                </a:lnTo>
                <a:lnTo>
                  <a:pt x="831142" y="57356"/>
                </a:lnTo>
                <a:lnTo>
                  <a:pt x="830970" y="58270"/>
                </a:lnTo>
                <a:lnTo>
                  <a:pt x="830816" y="59197"/>
                </a:lnTo>
                <a:lnTo>
                  <a:pt x="830677" y="60137"/>
                </a:lnTo>
                <a:lnTo>
                  <a:pt x="830555" y="61090"/>
                </a:lnTo>
                <a:lnTo>
                  <a:pt x="830449" y="62056"/>
                </a:lnTo>
                <a:lnTo>
                  <a:pt x="830359" y="63036"/>
                </a:lnTo>
                <a:lnTo>
                  <a:pt x="830286" y="64028"/>
                </a:lnTo>
                <a:lnTo>
                  <a:pt x="830229" y="65034"/>
                </a:lnTo>
                <a:lnTo>
                  <a:pt x="830188" y="66052"/>
                </a:lnTo>
                <a:lnTo>
                  <a:pt x="830163" y="67084"/>
                </a:lnTo>
                <a:lnTo>
                  <a:pt x="830155" y="68129"/>
                </a:lnTo>
                <a:lnTo>
                  <a:pt x="830163" y="69155"/>
                </a:lnTo>
                <a:lnTo>
                  <a:pt x="830188" y="70168"/>
                </a:lnTo>
                <a:lnTo>
                  <a:pt x="830229" y="71168"/>
                </a:lnTo>
                <a:lnTo>
                  <a:pt x="830286" y="72156"/>
                </a:lnTo>
                <a:lnTo>
                  <a:pt x="830359" y="73131"/>
                </a:lnTo>
                <a:lnTo>
                  <a:pt x="830449" y="74093"/>
                </a:lnTo>
                <a:lnTo>
                  <a:pt x="830555" y="75043"/>
                </a:lnTo>
                <a:lnTo>
                  <a:pt x="830677" y="75980"/>
                </a:lnTo>
                <a:lnTo>
                  <a:pt x="830816" y="76904"/>
                </a:lnTo>
                <a:lnTo>
                  <a:pt x="830970" y="77815"/>
                </a:lnTo>
                <a:lnTo>
                  <a:pt x="831142" y="78714"/>
                </a:lnTo>
                <a:lnTo>
                  <a:pt x="831329" y="79600"/>
                </a:lnTo>
                <a:lnTo>
                  <a:pt x="831533" y="80473"/>
                </a:lnTo>
                <a:lnTo>
                  <a:pt x="831753" y="81334"/>
                </a:lnTo>
                <a:lnTo>
                  <a:pt x="831989" y="82182"/>
                </a:lnTo>
                <a:lnTo>
                  <a:pt x="832242" y="83017"/>
                </a:lnTo>
                <a:lnTo>
                  <a:pt x="832511" y="83839"/>
                </a:lnTo>
                <a:lnTo>
                  <a:pt x="832797" y="84649"/>
                </a:lnTo>
                <a:lnTo>
                  <a:pt x="833098" y="85446"/>
                </a:lnTo>
                <a:lnTo>
                  <a:pt x="833416" y="86230"/>
                </a:lnTo>
                <a:lnTo>
                  <a:pt x="833750" y="87002"/>
                </a:lnTo>
                <a:lnTo>
                  <a:pt x="834101" y="87761"/>
                </a:lnTo>
                <a:lnTo>
                  <a:pt x="834468" y="88507"/>
                </a:lnTo>
                <a:lnTo>
                  <a:pt x="834851" y="89240"/>
                </a:lnTo>
                <a:lnTo>
                  <a:pt x="835249" y="89960"/>
                </a:lnTo>
                <a:lnTo>
                  <a:pt x="835661" y="90666"/>
                </a:lnTo>
                <a:lnTo>
                  <a:pt x="836086" y="91357"/>
                </a:lnTo>
                <a:lnTo>
                  <a:pt x="836524" y="92033"/>
                </a:lnTo>
                <a:lnTo>
                  <a:pt x="836976" y="92696"/>
                </a:lnTo>
                <a:lnTo>
                  <a:pt x="837442" y="93344"/>
                </a:lnTo>
                <a:lnTo>
                  <a:pt x="837921" y="93978"/>
                </a:lnTo>
                <a:lnTo>
                  <a:pt x="838413" y="94597"/>
                </a:lnTo>
                <a:lnTo>
                  <a:pt x="838919" y="95202"/>
                </a:lnTo>
                <a:lnTo>
                  <a:pt x="839439" y="95793"/>
                </a:lnTo>
                <a:lnTo>
                  <a:pt x="839972" y="96370"/>
                </a:lnTo>
                <a:lnTo>
                  <a:pt x="840519" y="96932"/>
                </a:lnTo>
                <a:lnTo>
                  <a:pt x="841079" y="97479"/>
                </a:lnTo>
                <a:lnTo>
                  <a:pt x="841652" y="98013"/>
                </a:lnTo>
                <a:lnTo>
                  <a:pt x="842239" y="98532"/>
                </a:lnTo>
                <a:lnTo>
                  <a:pt x="842840" y="99037"/>
                </a:lnTo>
                <a:lnTo>
                  <a:pt x="843454" y="99528"/>
                </a:lnTo>
                <a:lnTo>
                  <a:pt x="844081" y="100004"/>
                </a:lnTo>
                <a:lnTo>
                  <a:pt x="844722" y="100466"/>
                </a:lnTo>
                <a:lnTo>
                  <a:pt x="845377" y="100913"/>
                </a:lnTo>
                <a:lnTo>
                  <a:pt x="846045" y="101346"/>
                </a:lnTo>
                <a:lnTo>
                  <a:pt x="846726" y="101765"/>
                </a:lnTo>
                <a:lnTo>
                  <a:pt x="847421" y="102170"/>
                </a:lnTo>
                <a:lnTo>
                  <a:pt x="848130" y="102560"/>
                </a:lnTo>
                <a:lnTo>
                  <a:pt x="848850" y="102935"/>
                </a:lnTo>
                <a:lnTo>
                  <a:pt x="849580" y="103294"/>
                </a:lnTo>
                <a:lnTo>
                  <a:pt x="850320" y="103637"/>
                </a:lnTo>
                <a:lnTo>
                  <a:pt x="851069" y="103964"/>
                </a:lnTo>
                <a:lnTo>
                  <a:pt x="851828" y="104275"/>
                </a:lnTo>
                <a:lnTo>
                  <a:pt x="852597" y="104570"/>
                </a:lnTo>
                <a:lnTo>
                  <a:pt x="853376" y="104850"/>
                </a:lnTo>
                <a:lnTo>
                  <a:pt x="854164" y="105113"/>
                </a:lnTo>
                <a:lnTo>
                  <a:pt x="854962" y="105360"/>
                </a:lnTo>
                <a:lnTo>
                  <a:pt x="855770" y="105591"/>
                </a:lnTo>
                <a:lnTo>
                  <a:pt x="856588" y="105807"/>
                </a:lnTo>
                <a:lnTo>
                  <a:pt x="857415" y="106006"/>
                </a:lnTo>
                <a:lnTo>
                  <a:pt x="858253" y="106190"/>
                </a:lnTo>
                <a:lnTo>
                  <a:pt x="859100" y="106357"/>
                </a:lnTo>
                <a:lnTo>
                  <a:pt x="859956" y="106509"/>
                </a:lnTo>
                <a:lnTo>
                  <a:pt x="860823" y="106644"/>
                </a:lnTo>
                <a:lnTo>
                  <a:pt x="861699" y="106764"/>
                </a:lnTo>
                <a:lnTo>
                  <a:pt x="862585" y="106868"/>
                </a:lnTo>
                <a:lnTo>
                  <a:pt x="863481" y="106955"/>
                </a:lnTo>
                <a:lnTo>
                  <a:pt x="864386" y="107027"/>
                </a:lnTo>
                <a:lnTo>
                  <a:pt x="865302" y="107083"/>
                </a:lnTo>
                <a:lnTo>
                  <a:pt x="866227" y="107123"/>
                </a:lnTo>
                <a:lnTo>
                  <a:pt x="867161" y="107147"/>
                </a:lnTo>
                <a:lnTo>
                  <a:pt x="868106" y="107155"/>
                </a:lnTo>
                <a:lnTo>
                  <a:pt x="869063" y="107147"/>
                </a:lnTo>
                <a:lnTo>
                  <a:pt x="870010" y="107123"/>
                </a:lnTo>
                <a:lnTo>
                  <a:pt x="870946" y="107083"/>
                </a:lnTo>
                <a:lnTo>
                  <a:pt x="871873" y="107027"/>
                </a:lnTo>
                <a:lnTo>
                  <a:pt x="872788" y="106955"/>
                </a:lnTo>
                <a:lnTo>
                  <a:pt x="873694" y="106868"/>
                </a:lnTo>
                <a:close/>
                <a:moveTo>
                  <a:pt x="865010" y="91406"/>
                </a:moveTo>
                <a:lnTo>
                  <a:pt x="864528" y="91335"/>
                </a:lnTo>
                <a:lnTo>
                  <a:pt x="864056" y="91252"/>
                </a:lnTo>
                <a:lnTo>
                  <a:pt x="863594" y="91158"/>
                </a:lnTo>
                <a:lnTo>
                  <a:pt x="863141" y="91053"/>
                </a:lnTo>
                <a:lnTo>
                  <a:pt x="862698" y="90937"/>
                </a:lnTo>
                <a:lnTo>
                  <a:pt x="862265" y="90810"/>
                </a:lnTo>
                <a:lnTo>
                  <a:pt x="861842" y="90672"/>
                </a:lnTo>
                <a:lnTo>
                  <a:pt x="861428" y="90523"/>
                </a:lnTo>
                <a:lnTo>
                  <a:pt x="861024" y="90363"/>
                </a:lnTo>
                <a:lnTo>
                  <a:pt x="860630" y="90192"/>
                </a:lnTo>
                <a:lnTo>
                  <a:pt x="860246" y="90009"/>
                </a:lnTo>
                <a:lnTo>
                  <a:pt x="859872" y="89816"/>
                </a:lnTo>
                <a:lnTo>
                  <a:pt x="859507" y="89612"/>
                </a:lnTo>
                <a:lnTo>
                  <a:pt x="859152" y="89397"/>
                </a:lnTo>
                <a:lnTo>
                  <a:pt x="858806" y="89170"/>
                </a:lnTo>
                <a:lnTo>
                  <a:pt x="858471" y="88933"/>
                </a:lnTo>
                <a:lnTo>
                  <a:pt x="858145" y="88684"/>
                </a:lnTo>
                <a:lnTo>
                  <a:pt x="857829" y="88425"/>
                </a:lnTo>
                <a:lnTo>
                  <a:pt x="857522" y="88156"/>
                </a:lnTo>
                <a:lnTo>
                  <a:pt x="857222" y="87880"/>
                </a:lnTo>
                <a:lnTo>
                  <a:pt x="856930" y="87596"/>
                </a:lnTo>
                <a:lnTo>
                  <a:pt x="856646" y="87305"/>
                </a:lnTo>
                <a:lnTo>
                  <a:pt x="856369" y="87006"/>
                </a:lnTo>
                <a:lnTo>
                  <a:pt x="856100" y="86700"/>
                </a:lnTo>
                <a:lnTo>
                  <a:pt x="855838" y="86386"/>
                </a:lnTo>
                <a:lnTo>
                  <a:pt x="855584" y="86065"/>
                </a:lnTo>
                <a:lnTo>
                  <a:pt x="855338" y="85736"/>
                </a:lnTo>
                <a:lnTo>
                  <a:pt x="855099" y="85400"/>
                </a:lnTo>
                <a:lnTo>
                  <a:pt x="854868" y="85056"/>
                </a:lnTo>
                <a:lnTo>
                  <a:pt x="854644" y="84705"/>
                </a:lnTo>
                <a:lnTo>
                  <a:pt x="854428" y="84347"/>
                </a:lnTo>
                <a:lnTo>
                  <a:pt x="854220" y="83980"/>
                </a:lnTo>
                <a:lnTo>
                  <a:pt x="854019" y="83607"/>
                </a:lnTo>
                <a:lnTo>
                  <a:pt x="853826" y="83226"/>
                </a:lnTo>
                <a:lnTo>
                  <a:pt x="853641" y="82837"/>
                </a:lnTo>
                <a:lnTo>
                  <a:pt x="853463" y="82441"/>
                </a:lnTo>
                <a:lnTo>
                  <a:pt x="853293" y="82037"/>
                </a:lnTo>
                <a:lnTo>
                  <a:pt x="853130" y="81626"/>
                </a:lnTo>
                <a:lnTo>
                  <a:pt x="852975" y="81207"/>
                </a:lnTo>
                <a:lnTo>
                  <a:pt x="852828" y="80781"/>
                </a:lnTo>
                <a:lnTo>
                  <a:pt x="852688" y="80348"/>
                </a:lnTo>
                <a:lnTo>
                  <a:pt x="852556" y="79907"/>
                </a:lnTo>
                <a:lnTo>
                  <a:pt x="852431" y="79460"/>
                </a:lnTo>
                <a:lnTo>
                  <a:pt x="852310" y="79009"/>
                </a:lnTo>
                <a:lnTo>
                  <a:pt x="852195" y="78555"/>
                </a:lnTo>
                <a:lnTo>
                  <a:pt x="852086" y="78097"/>
                </a:lnTo>
                <a:lnTo>
                  <a:pt x="851981" y="77635"/>
                </a:lnTo>
                <a:lnTo>
                  <a:pt x="851883" y="77169"/>
                </a:lnTo>
                <a:lnTo>
                  <a:pt x="851789" y="76699"/>
                </a:lnTo>
                <a:lnTo>
                  <a:pt x="851701" y="76226"/>
                </a:lnTo>
                <a:lnTo>
                  <a:pt x="851618" y="75749"/>
                </a:lnTo>
                <a:lnTo>
                  <a:pt x="851540" y="75267"/>
                </a:lnTo>
                <a:lnTo>
                  <a:pt x="851468" y="74783"/>
                </a:lnTo>
                <a:lnTo>
                  <a:pt x="851401" y="74294"/>
                </a:lnTo>
                <a:lnTo>
                  <a:pt x="851340" y="73801"/>
                </a:lnTo>
                <a:lnTo>
                  <a:pt x="851284" y="73305"/>
                </a:lnTo>
                <a:lnTo>
                  <a:pt x="851233" y="72805"/>
                </a:lnTo>
                <a:lnTo>
                  <a:pt x="851188" y="72301"/>
                </a:lnTo>
                <a:lnTo>
                  <a:pt x="851148" y="71793"/>
                </a:lnTo>
                <a:lnTo>
                  <a:pt x="851113" y="71281"/>
                </a:lnTo>
                <a:lnTo>
                  <a:pt x="851083" y="70766"/>
                </a:lnTo>
                <a:lnTo>
                  <a:pt x="851059" y="70247"/>
                </a:lnTo>
                <a:lnTo>
                  <a:pt x="851041" y="69723"/>
                </a:lnTo>
                <a:lnTo>
                  <a:pt x="851027" y="69197"/>
                </a:lnTo>
                <a:lnTo>
                  <a:pt x="851019" y="68666"/>
                </a:lnTo>
                <a:lnTo>
                  <a:pt x="851017" y="68131"/>
                </a:lnTo>
                <a:lnTo>
                  <a:pt x="851019" y="67584"/>
                </a:lnTo>
                <a:lnTo>
                  <a:pt x="851027" y="67040"/>
                </a:lnTo>
                <a:lnTo>
                  <a:pt x="851041" y="66501"/>
                </a:lnTo>
                <a:lnTo>
                  <a:pt x="851059" y="65965"/>
                </a:lnTo>
                <a:lnTo>
                  <a:pt x="851083" y="65434"/>
                </a:lnTo>
                <a:lnTo>
                  <a:pt x="851113" y="64907"/>
                </a:lnTo>
                <a:lnTo>
                  <a:pt x="851148" y="64384"/>
                </a:lnTo>
                <a:lnTo>
                  <a:pt x="851188" y="63865"/>
                </a:lnTo>
                <a:lnTo>
                  <a:pt x="851233" y="63350"/>
                </a:lnTo>
                <a:lnTo>
                  <a:pt x="851284" y="62839"/>
                </a:lnTo>
                <a:lnTo>
                  <a:pt x="851340" y="62332"/>
                </a:lnTo>
                <a:lnTo>
                  <a:pt x="851401" y="61830"/>
                </a:lnTo>
                <a:lnTo>
                  <a:pt x="851468" y="61331"/>
                </a:lnTo>
                <a:lnTo>
                  <a:pt x="851540" y="60837"/>
                </a:lnTo>
                <a:lnTo>
                  <a:pt x="851618" y="60347"/>
                </a:lnTo>
                <a:lnTo>
                  <a:pt x="851701" y="59860"/>
                </a:lnTo>
                <a:lnTo>
                  <a:pt x="851789" y="59378"/>
                </a:lnTo>
                <a:lnTo>
                  <a:pt x="851883" y="58900"/>
                </a:lnTo>
                <a:lnTo>
                  <a:pt x="851981" y="58426"/>
                </a:lnTo>
                <a:lnTo>
                  <a:pt x="852086" y="57956"/>
                </a:lnTo>
                <a:lnTo>
                  <a:pt x="852195" y="57491"/>
                </a:lnTo>
                <a:lnTo>
                  <a:pt x="852310" y="57029"/>
                </a:lnTo>
                <a:lnTo>
                  <a:pt x="852431" y="56571"/>
                </a:lnTo>
                <a:lnTo>
                  <a:pt x="852556" y="56118"/>
                </a:lnTo>
                <a:lnTo>
                  <a:pt x="852688" y="55670"/>
                </a:lnTo>
                <a:lnTo>
                  <a:pt x="852828" y="55230"/>
                </a:lnTo>
                <a:lnTo>
                  <a:pt x="852975" y="54798"/>
                </a:lnTo>
                <a:lnTo>
                  <a:pt x="853130" y="54373"/>
                </a:lnTo>
                <a:lnTo>
                  <a:pt x="853293" y="53956"/>
                </a:lnTo>
                <a:lnTo>
                  <a:pt x="853463" y="53546"/>
                </a:lnTo>
                <a:lnTo>
                  <a:pt x="853641" y="53145"/>
                </a:lnTo>
                <a:lnTo>
                  <a:pt x="853826" y="52750"/>
                </a:lnTo>
                <a:lnTo>
                  <a:pt x="854019" y="52364"/>
                </a:lnTo>
                <a:lnTo>
                  <a:pt x="854220" y="51985"/>
                </a:lnTo>
                <a:lnTo>
                  <a:pt x="854428" y="51614"/>
                </a:lnTo>
                <a:lnTo>
                  <a:pt x="854644" y="51250"/>
                </a:lnTo>
                <a:lnTo>
                  <a:pt x="854868" y="50894"/>
                </a:lnTo>
                <a:lnTo>
                  <a:pt x="855099" y="50546"/>
                </a:lnTo>
                <a:lnTo>
                  <a:pt x="855338" y="50205"/>
                </a:lnTo>
                <a:lnTo>
                  <a:pt x="855584" y="49872"/>
                </a:lnTo>
                <a:lnTo>
                  <a:pt x="855838" y="49546"/>
                </a:lnTo>
                <a:lnTo>
                  <a:pt x="856100" y="49228"/>
                </a:lnTo>
                <a:lnTo>
                  <a:pt x="856369" y="48918"/>
                </a:lnTo>
                <a:lnTo>
                  <a:pt x="856646" y="48616"/>
                </a:lnTo>
                <a:lnTo>
                  <a:pt x="856930" y="48321"/>
                </a:lnTo>
                <a:lnTo>
                  <a:pt x="857222" y="48033"/>
                </a:lnTo>
                <a:lnTo>
                  <a:pt x="857522" y="47754"/>
                </a:lnTo>
                <a:lnTo>
                  <a:pt x="857829" y="47482"/>
                </a:lnTo>
                <a:lnTo>
                  <a:pt x="858145" y="47219"/>
                </a:lnTo>
                <a:lnTo>
                  <a:pt x="858471" y="46968"/>
                </a:lnTo>
                <a:lnTo>
                  <a:pt x="858806" y="46727"/>
                </a:lnTo>
                <a:lnTo>
                  <a:pt x="859152" y="46498"/>
                </a:lnTo>
                <a:lnTo>
                  <a:pt x="859507" y="46280"/>
                </a:lnTo>
                <a:lnTo>
                  <a:pt x="859872" y="46073"/>
                </a:lnTo>
                <a:lnTo>
                  <a:pt x="860246" y="45878"/>
                </a:lnTo>
                <a:lnTo>
                  <a:pt x="860630" y="45693"/>
                </a:lnTo>
                <a:lnTo>
                  <a:pt x="861024" y="45520"/>
                </a:lnTo>
                <a:lnTo>
                  <a:pt x="861428" y="45358"/>
                </a:lnTo>
                <a:lnTo>
                  <a:pt x="861842" y="45207"/>
                </a:lnTo>
                <a:lnTo>
                  <a:pt x="862265" y="45068"/>
                </a:lnTo>
                <a:lnTo>
                  <a:pt x="862698" y="44939"/>
                </a:lnTo>
                <a:lnTo>
                  <a:pt x="863141" y="44822"/>
                </a:lnTo>
                <a:lnTo>
                  <a:pt x="863594" y="44716"/>
                </a:lnTo>
                <a:lnTo>
                  <a:pt x="864056" y="44621"/>
                </a:lnTo>
                <a:lnTo>
                  <a:pt x="864528" y="44537"/>
                </a:lnTo>
                <a:lnTo>
                  <a:pt x="865010" y="44464"/>
                </a:lnTo>
                <a:lnTo>
                  <a:pt x="865502" y="44403"/>
                </a:lnTo>
                <a:lnTo>
                  <a:pt x="866003" y="44352"/>
                </a:lnTo>
                <a:lnTo>
                  <a:pt x="866514" y="44313"/>
                </a:lnTo>
                <a:lnTo>
                  <a:pt x="867035" y="44285"/>
                </a:lnTo>
                <a:lnTo>
                  <a:pt x="867566" y="44269"/>
                </a:lnTo>
                <a:lnTo>
                  <a:pt x="868106" y="44263"/>
                </a:lnTo>
                <a:lnTo>
                  <a:pt x="868659" y="44269"/>
                </a:lnTo>
                <a:lnTo>
                  <a:pt x="869202" y="44285"/>
                </a:lnTo>
                <a:lnTo>
                  <a:pt x="869735" y="44313"/>
                </a:lnTo>
                <a:lnTo>
                  <a:pt x="870258" y="44352"/>
                </a:lnTo>
                <a:lnTo>
                  <a:pt x="870771" y="44403"/>
                </a:lnTo>
                <a:lnTo>
                  <a:pt x="871274" y="44464"/>
                </a:lnTo>
                <a:lnTo>
                  <a:pt x="871767" y="44537"/>
                </a:lnTo>
                <a:lnTo>
                  <a:pt x="872250" y="44621"/>
                </a:lnTo>
                <a:lnTo>
                  <a:pt x="872723" y="44716"/>
                </a:lnTo>
                <a:lnTo>
                  <a:pt x="873186" y="44822"/>
                </a:lnTo>
                <a:lnTo>
                  <a:pt x="873639" y="44939"/>
                </a:lnTo>
                <a:lnTo>
                  <a:pt x="874081" y="45068"/>
                </a:lnTo>
                <a:lnTo>
                  <a:pt x="874514" y="45207"/>
                </a:lnTo>
                <a:lnTo>
                  <a:pt x="874937" y="45358"/>
                </a:lnTo>
                <a:lnTo>
                  <a:pt x="875350" y="45520"/>
                </a:lnTo>
                <a:lnTo>
                  <a:pt x="875752" y="45693"/>
                </a:lnTo>
                <a:lnTo>
                  <a:pt x="876145" y="45878"/>
                </a:lnTo>
                <a:lnTo>
                  <a:pt x="876528" y="46073"/>
                </a:lnTo>
                <a:lnTo>
                  <a:pt x="876901" y="46280"/>
                </a:lnTo>
                <a:lnTo>
                  <a:pt x="877263" y="46498"/>
                </a:lnTo>
                <a:lnTo>
                  <a:pt x="877616" y="46727"/>
                </a:lnTo>
                <a:lnTo>
                  <a:pt x="877958" y="46968"/>
                </a:lnTo>
                <a:lnTo>
                  <a:pt x="878291" y="47219"/>
                </a:lnTo>
                <a:lnTo>
                  <a:pt x="878614" y="47482"/>
                </a:lnTo>
                <a:lnTo>
                  <a:pt x="878927" y="47754"/>
                </a:lnTo>
                <a:lnTo>
                  <a:pt x="879233" y="48033"/>
                </a:lnTo>
                <a:lnTo>
                  <a:pt x="879531" y="48321"/>
                </a:lnTo>
                <a:lnTo>
                  <a:pt x="879822" y="48616"/>
                </a:lnTo>
                <a:lnTo>
                  <a:pt x="880104" y="48918"/>
                </a:lnTo>
                <a:lnTo>
                  <a:pt x="880379" y="49228"/>
                </a:lnTo>
                <a:lnTo>
                  <a:pt x="880646" y="49546"/>
                </a:lnTo>
                <a:lnTo>
                  <a:pt x="880906" y="49872"/>
                </a:lnTo>
                <a:lnTo>
                  <a:pt x="881157" y="50205"/>
                </a:lnTo>
                <a:lnTo>
                  <a:pt x="881401" y="50546"/>
                </a:lnTo>
                <a:lnTo>
                  <a:pt x="881638" y="50894"/>
                </a:lnTo>
                <a:lnTo>
                  <a:pt x="881866" y="51250"/>
                </a:lnTo>
                <a:lnTo>
                  <a:pt x="882087" y="51614"/>
                </a:lnTo>
                <a:lnTo>
                  <a:pt x="882299" y="51985"/>
                </a:lnTo>
                <a:lnTo>
                  <a:pt x="882505" y="52364"/>
                </a:lnTo>
                <a:lnTo>
                  <a:pt x="882702" y="52750"/>
                </a:lnTo>
                <a:lnTo>
                  <a:pt x="882892" y="53145"/>
                </a:lnTo>
                <a:lnTo>
                  <a:pt x="883074" y="53546"/>
                </a:lnTo>
                <a:lnTo>
                  <a:pt x="883248" y="53956"/>
                </a:lnTo>
                <a:lnTo>
                  <a:pt x="883414" y="54373"/>
                </a:lnTo>
                <a:lnTo>
                  <a:pt x="883573" y="54798"/>
                </a:lnTo>
                <a:lnTo>
                  <a:pt x="883724" y="55230"/>
                </a:lnTo>
                <a:lnTo>
                  <a:pt x="883867" y="55670"/>
                </a:lnTo>
                <a:lnTo>
                  <a:pt x="884002" y="56118"/>
                </a:lnTo>
                <a:lnTo>
                  <a:pt x="884131" y="56571"/>
                </a:lnTo>
                <a:lnTo>
                  <a:pt x="884254" y="57029"/>
                </a:lnTo>
                <a:lnTo>
                  <a:pt x="884372" y="57491"/>
                </a:lnTo>
                <a:lnTo>
                  <a:pt x="884484" y="57956"/>
                </a:lnTo>
                <a:lnTo>
                  <a:pt x="884591" y="58426"/>
                </a:lnTo>
                <a:lnTo>
                  <a:pt x="884692" y="58900"/>
                </a:lnTo>
                <a:lnTo>
                  <a:pt x="884788" y="59378"/>
                </a:lnTo>
                <a:lnTo>
                  <a:pt x="884879" y="59860"/>
                </a:lnTo>
                <a:lnTo>
                  <a:pt x="884964" y="60347"/>
                </a:lnTo>
                <a:lnTo>
                  <a:pt x="885043" y="60837"/>
                </a:lnTo>
                <a:lnTo>
                  <a:pt x="885117" y="61331"/>
                </a:lnTo>
                <a:lnTo>
                  <a:pt x="885186" y="61830"/>
                </a:lnTo>
                <a:lnTo>
                  <a:pt x="885249" y="62332"/>
                </a:lnTo>
                <a:lnTo>
                  <a:pt x="885306" y="62839"/>
                </a:lnTo>
                <a:lnTo>
                  <a:pt x="885358" y="63350"/>
                </a:lnTo>
                <a:lnTo>
                  <a:pt x="885405" y="63865"/>
                </a:lnTo>
                <a:lnTo>
                  <a:pt x="885446" y="64384"/>
                </a:lnTo>
                <a:lnTo>
                  <a:pt x="885482" y="64907"/>
                </a:lnTo>
                <a:lnTo>
                  <a:pt x="885512" y="65434"/>
                </a:lnTo>
                <a:lnTo>
                  <a:pt x="885536" y="65965"/>
                </a:lnTo>
                <a:lnTo>
                  <a:pt x="885555" y="66501"/>
                </a:lnTo>
                <a:lnTo>
                  <a:pt x="885569" y="67040"/>
                </a:lnTo>
                <a:lnTo>
                  <a:pt x="885577" y="67584"/>
                </a:lnTo>
                <a:lnTo>
                  <a:pt x="885580" y="68131"/>
                </a:lnTo>
                <a:lnTo>
                  <a:pt x="885577" y="68666"/>
                </a:lnTo>
                <a:lnTo>
                  <a:pt x="885569" y="69197"/>
                </a:lnTo>
                <a:lnTo>
                  <a:pt x="885555" y="69723"/>
                </a:lnTo>
                <a:lnTo>
                  <a:pt x="885536" y="70247"/>
                </a:lnTo>
                <a:lnTo>
                  <a:pt x="885512" y="70766"/>
                </a:lnTo>
                <a:lnTo>
                  <a:pt x="885482" y="71281"/>
                </a:lnTo>
                <a:lnTo>
                  <a:pt x="885446" y="71793"/>
                </a:lnTo>
                <a:lnTo>
                  <a:pt x="885405" y="72301"/>
                </a:lnTo>
                <a:lnTo>
                  <a:pt x="885358" y="72805"/>
                </a:lnTo>
                <a:lnTo>
                  <a:pt x="885306" y="73305"/>
                </a:lnTo>
                <a:lnTo>
                  <a:pt x="885249" y="73801"/>
                </a:lnTo>
                <a:lnTo>
                  <a:pt x="885186" y="74294"/>
                </a:lnTo>
                <a:lnTo>
                  <a:pt x="885117" y="74783"/>
                </a:lnTo>
                <a:lnTo>
                  <a:pt x="885043" y="75267"/>
                </a:lnTo>
                <a:lnTo>
                  <a:pt x="884964" y="75749"/>
                </a:lnTo>
                <a:lnTo>
                  <a:pt x="884879" y="76226"/>
                </a:lnTo>
                <a:lnTo>
                  <a:pt x="884788" y="76699"/>
                </a:lnTo>
                <a:lnTo>
                  <a:pt x="884692" y="77169"/>
                </a:lnTo>
                <a:lnTo>
                  <a:pt x="884591" y="77635"/>
                </a:lnTo>
                <a:lnTo>
                  <a:pt x="884484" y="78097"/>
                </a:lnTo>
                <a:lnTo>
                  <a:pt x="884372" y="78555"/>
                </a:lnTo>
                <a:lnTo>
                  <a:pt x="884254" y="79009"/>
                </a:lnTo>
                <a:lnTo>
                  <a:pt x="884131" y="79460"/>
                </a:lnTo>
                <a:lnTo>
                  <a:pt x="884002" y="79907"/>
                </a:lnTo>
                <a:lnTo>
                  <a:pt x="883867" y="80348"/>
                </a:lnTo>
                <a:lnTo>
                  <a:pt x="883724" y="80781"/>
                </a:lnTo>
                <a:lnTo>
                  <a:pt x="883573" y="81207"/>
                </a:lnTo>
                <a:lnTo>
                  <a:pt x="883414" y="81626"/>
                </a:lnTo>
                <a:lnTo>
                  <a:pt x="883248" y="82037"/>
                </a:lnTo>
                <a:lnTo>
                  <a:pt x="883074" y="82441"/>
                </a:lnTo>
                <a:lnTo>
                  <a:pt x="882892" y="82837"/>
                </a:lnTo>
                <a:lnTo>
                  <a:pt x="882702" y="83226"/>
                </a:lnTo>
                <a:lnTo>
                  <a:pt x="882505" y="83607"/>
                </a:lnTo>
                <a:lnTo>
                  <a:pt x="882299" y="83980"/>
                </a:lnTo>
                <a:lnTo>
                  <a:pt x="882087" y="84347"/>
                </a:lnTo>
                <a:lnTo>
                  <a:pt x="881866" y="84705"/>
                </a:lnTo>
                <a:lnTo>
                  <a:pt x="881638" y="85056"/>
                </a:lnTo>
                <a:lnTo>
                  <a:pt x="881401" y="85400"/>
                </a:lnTo>
                <a:lnTo>
                  <a:pt x="881157" y="85736"/>
                </a:lnTo>
                <a:lnTo>
                  <a:pt x="880906" y="86065"/>
                </a:lnTo>
                <a:lnTo>
                  <a:pt x="880646" y="86386"/>
                </a:lnTo>
                <a:lnTo>
                  <a:pt x="880379" y="86700"/>
                </a:lnTo>
                <a:lnTo>
                  <a:pt x="880104" y="87006"/>
                </a:lnTo>
                <a:lnTo>
                  <a:pt x="879822" y="87305"/>
                </a:lnTo>
                <a:lnTo>
                  <a:pt x="879531" y="87596"/>
                </a:lnTo>
                <a:lnTo>
                  <a:pt x="879233" y="87880"/>
                </a:lnTo>
                <a:lnTo>
                  <a:pt x="878927" y="88156"/>
                </a:lnTo>
                <a:lnTo>
                  <a:pt x="878614" y="88425"/>
                </a:lnTo>
                <a:lnTo>
                  <a:pt x="878291" y="88684"/>
                </a:lnTo>
                <a:lnTo>
                  <a:pt x="877958" y="88933"/>
                </a:lnTo>
                <a:lnTo>
                  <a:pt x="877616" y="89170"/>
                </a:lnTo>
                <a:lnTo>
                  <a:pt x="877263" y="89397"/>
                </a:lnTo>
                <a:lnTo>
                  <a:pt x="876901" y="89612"/>
                </a:lnTo>
                <a:lnTo>
                  <a:pt x="876528" y="89816"/>
                </a:lnTo>
                <a:lnTo>
                  <a:pt x="876145" y="90009"/>
                </a:lnTo>
                <a:lnTo>
                  <a:pt x="875752" y="90192"/>
                </a:lnTo>
                <a:lnTo>
                  <a:pt x="875350" y="90363"/>
                </a:lnTo>
                <a:lnTo>
                  <a:pt x="874937" y="90523"/>
                </a:lnTo>
                <a:lnTo>
                  <a:pt x="874514" y="90672"/>
                </a:lnTo>
                <a:lnTo>
                  <a:pt x="874081" y="90810"/>
                </a:lnTo>
                <a:lnTo>
                  <a:pt x="873639" y="90937"/>
                </a:lnTo>
                <a:lnTo>
                  <a:pt x="873186" y="91053"/>
                </a:lnTo>
                <a:lnTo>
                  <a:pt x="872723" y="91158"/>
                </a:lnTo>
                <a:lnTo>
                  <a:pt x="872250" y="91252"/>
                </a:lnTo>
                <a:lnTo>
                  <a:pt x="871767" y="91335"/>
                </a:lnTo>
                <a:lnTo>
                  <a:pt x="871274" y="91406"/>
                </a:lnTo>
                <a:lnTo>
                  <a:pt x="870771" y="91467"/>
                </a:lnTo>
                <a:lnTo>
                  <a:pt x="870258" y="91517"/>
                </a:lnTo>
                <a:lnTo>
                  <a:pt x="869735" y="91555"/>
                </a:lnTo>
                <a:lnTo>
                  <a:pt x="869202" y="91583"/>
                </a:lnTo>
                <a:lnTo>
                  <a:pt x="868659" y="91600"/>
                </a:lnTo>
                <a:lnTo>
                  <a:pt x="868106" y="91605"/>
                </a:lnTo>
                <a:lnTo>
                  <a:pt x="867566" y="91600"/>
                </a:lnTo>
                <a:lnTo>
                  <a:pt x="867035" y="91583"/>
                </a:lnTo>
                <a:lnTo>
                  <a:pt x="866514" y="91555"/>
                </a:lnTo>
                <a:lnTo>
                  <a:pt x="866003" y="91517"/>
                </a:lnTo>
                <a:lnTo>
                  <a:pt x="865502" y="91467"/>
                </a:lnTo>
                <a:lnTo>
                  <a:pt x="865010" y="91406"/>
                </a:lnTo>
                <a:close/>
                <a:moveTo>
                  <a:pt x="1048043" y="107072"/>
                </a:moveTo>
                <a:lnTo>
                  <a:pt x="1048560" y="107042"/>
                </a:lnTo>
                <a:lnTo>
                  <a:pt x="1049075" y="107008"/>
                </a:lnTo>
                <a:lnTo>
                  <a:pt x="1049588" y="106969"/>
                </a:lnTo>
                <a:lnTo>
                  <a:pt x="1050100" y="106925"/>
                </a:lnTo>
                <a:lnTo>
                  <a:pt x="1050611" y="106877"/>
                </a:lnTo>
                <a:lnTo>
                  <a:pt x="1051120" y="106824"/>
                </a:lnTo>
                <a:lnTo>
                  <a:pt x="1051628" y="106767"/>
                </a:lnTo>
                <a:lnTo>
                  <a:pt x="1052134" y="106705"/>
                </a:lnTo>
                <a:lnTo>
                  <a:pt x="1052638" y="106638"/>
                </a:lnTo>
                <a:lnTo>
                  <a:pt x="1053142" y="106567"/>
                </a:lnTo>
                <a:lnTo>
                  <a:pt x="1053643" y="106491"/>
                </a:lnTo>
                <a:lnTo>
                  <a:pt x="1054144" y="106411"/>
                </a:lnTo>
                <a:lnTo>
                  <a:pt x="1054643" y="106326"/>
                </a:lnTo>
                <a:lnTo>
                  <a:pt x="1055140" y="106236"/>
                </a:lnTo>
                <a:lnTo>
                  <a:pt x="1055636" y="106142"/>
                </a:lnTo>
                <a:lnTo>
                  <a:pt x="1056130" y="106043"/>
                </a:lnTo>
                <a:lnTo>
                  <a:pt x="1056623" y="105940"/>
                </a:lnTo>
                <a:lnTo>
                  <a:pt x="1057115" y="105832"/>
                </a:lnTo>
                <a:lnTo>
                  <a:pt x="1057603" y="105719"/>
                </a:lnTo>
                <a:lnTo>
                  <a:pt x="1058087" y="105600"/>
                </a:lnTo>
                <a:lnTo>
                  <a:pt x="1058566" y="105476"/>
                </a:lnTo>
                <a:lnTo>
                  <a:pt x="1059041" y="105346"/>
                </a:lnTo>
                <a:lnTo>
                  <a:pt x="1059512" y="105211"/>
                </a:lnTo>
                <a:lnTo>
                  <a:pt x="1059977" y="105071"/>
                </a:lnTo>
                <a:lnTo>
                  <a:pt x="1060439" y="104924"/>
                </a:lnTo>
                <a:lnTo>
                  <a:pt x="1060895" y="104773"/>
                </a:lnTo>
                <a:lnTo>
                  <a:pt x="1061347" y="104615"/>
                </a:lnTo>
                <a:lnTo>
                  <a:pt x="1061795" y="104452"/>
                </a:lnTo>
                <a:lnTo>
                  <a:pt x="1062238" y="104284"/>
                </a:lnTo>
                <a:lnTo>
                  <a:pt x="1062676" y="104110"/>
                </a:lnTo>
                <a:lnTo>
                  <a:pt x="1063110" y="103930"/>
                </a:lnTo>
                <a:lnTo>
                  <a:pt x="1063540" y="103745"/>
                </a:lnTo>
                <a:lnTo>
                  <a:pt x="1063965" y="103555"/>
                </a:lnTo>
                <a:lnTo>
                  <a:pt x="1064385" y="103359"/>
                </a:lnTo>
                <a:lnTo>
                  <a:pt x="1064801" y="103157"/>
                </a:lnTo>
                <a:lnTo>
                  <a:pt x="1065212" y="102950"/>
                </a:lnTo>
                <a:lnTo>
                  <a:pt x="1065619" y="102737"/>
                </a:lnTo>
                <a:lnTo>
                  <a:pt x="1066021" y="102519"/>
                </a:lnTo>
                <a:lnTo>
                  <a:pt x="1066418" y="102295"/>
                </a:lnTo>
                <a:lnTo>
                  <a:pt x="1066811" y="102066"/>
                </a:lnTo>
                <a:lnTo>
                  <a:pt x="1067200" y="101831"/>
                </a:lnTo>
                <a:lnTo>
                  <a:pt x="1067584" y="101591"/>
                </a:lnTo>
                <a:lnTo>
                  <a:pt x="1067962" y="101344"/>
                </a:lnTo>
                <a:lnTo>
                  <a:pt x="1068334" y="101092"/>
                </a:lnTo>
                <a:lnTo>
                  <a:pt x="1068700" y="100833"/>
                </a:lnTo>
                <a:lnTo>
                  <a:pt x="1069059" y="100567"/>
                </a:lnTo>
                <a:lnTo>
                  <a:pt x="1069412" y="100296"/>
                </a:lnTo>
                <a:lnTo>
                  <a:pt x="1069759" y="100017"/>
                </a:lnTo>
                <a:lnTo>
                  <a:pt x="1070098" y="99733"/>
                </a:lnTo>
                <a:lnTo>
                  <a:pt x="1070432" y="99442"/>
                </a:lnTo>
                <a:lnTo>
                  <a:pt x="1070759" y="99145"/>
                </a:lnTo>
                <a:lnTo>
                  <a:pt x="1071080" y="98842"/>
                </a:lnTo>
                <a:lnTo>
                  <a:pt x="1071394" y="98532"/>
                </a:lnTo>
                <a:lnTo>
                  <a:pt x="1071702" y="98216"/>
                </a:lnTo>
                <a:lnTo>
                  <a:pt x="1072004" y="97893"/>
                </a:lnTo>
                <a:lnTo>
                  <a:pt x="1072299" y="97564"/>
                </a:lnTo>
                <a:lnTo>
                  <a:pt x="1072587" y="97229"/>
                </a:lnTo>
                <a:lnTo>
                  <a:pt x="1072870" y="96887"/>
                </a:lnTo>
                <a:lnTo>
                  <a:pt x="1073146" y="96540"/>
                </a:lnTo>
                <a:lnTo>
                  <a:pt x="1073415" y="96185"/>
                </a:lnTo>
                <a:lnTo>
                  <a:pt x="1073678" y="95825"/>
                </a:lnTo>
                <a:lnTo>
                  <a:pt x="1073935" y="95458"/>
                </a:lnTo>
                <a:lnTo>
                  <a:pt x="1074185" y="95084"/>
                </a:lnTo>
                <a:lnTo>
                  <a:pt x="1074429" y="94705"/>
                </a:lnTo>
                <a:lnTo>
                  <a:pt x="1074666" y="94319"/>
                </a:lnTo>
                <a:lnTo>
                  <a:pt x="1074897" y="93926"/>
                </a:lnTo>
                <a:lnTo>
                  <a:pt x="1075120" y="93527"/>
                </a:lnTo>
                <a:lnTo>
                  <a:pt x="1075333" y="93121"/>
                </a:lnTo>
                <a:lnTo>
                  <a:pt x="1075537" y="92707"/>
                </a:lnTo>
                <a:lnTo>
                  <a:pt x="1075732" y="92286"/>
                </a:lnTo>
                <a:lnTo>
                  <a:pt x="1075917" y="91858"/>
                </a:lnTo>
                <a:lnTo>
                  <a:pt x="1076092" y="91422"/>
                </a:lnTo>
                <a:lnTo>
                  <a:pt x="1076258" y="90979"/>
                </a:lnTo>
                <a:lnTo>
                  <a:pt x="1076415" y="90529"/>
                </a:lnTo>
                <a:lnTo>
                  <a:pt x="1076562" y="90071"/>
                </a:lnTo>
                <a:lnTo>
                  <a:pt x="1076700" y="89606"/>
                </a:lnTo>
                <a:lnTo>
                  <a:pt x="1076828" y="89134"/>
                </a:lnTo>
                <a:lnTo>
                  <a:pt x="1076946" y="88655"/>
                </a:lnTo>
                <a:lnTo>
                  <a:pt x="1077056" y="88168"/>
                </a:lnTo>
                <a:lnTo>
                  <a:pt x="1077155" y="87674"/>
                </a:lnTo>
                <a:lnTo>
                  <a:pt x="1077245" y="87172"/>
                </a:lnTo>
                <a:lnTo>
                  <a:pt x="1077326" y="86664"/>
                </a:lnTo>
                <a:lnTo>
                  <a:pt x="1077397" y="86148"/>
                </a:lnTo>
                <a:lnTo>
                  <a:pt x="1077459" y="85624"/>
                </a:lnTo>
                <a:lnTo>
                  <a:pt x="1077511" y="85094"/>
                </a:lnTo>
                <a:lnTo>
                  <a:pt x="1077554" y="84556"/>
                </a:lnTo>
                <a:lnTo>
                  <a:pt x="1077587" y="84011"/>
                </a:lnTo>
                <a:lnTo>
                  <a:pt x="1077611" y="83458"/>
                </a:lnTo>
                <a:lnTo>
                  <a:pt x="1077625" y="82899"/>
                </a:lnTo>
                <a:lnTo>
                  <a:pt x="1077630" y="82332"/>
                </a:lnTo>
                <a:lnTo>
                  <a:pt x="1077624" y="81727"/>
                </a:lnTo>
                <a:lnTo>
                  <a:pt x="1077606" y="81131"/>
                </a:lnTo>
                <a:lnTo>
                  <a:pt x="1077577" y="80545"/>
                </a:lnTo>
                <a:lnTo>
                  <a:pt x="1077536" y="79969"/>
                </a:lnTo>
                <a:lnTo>
                  <a:pt x="1077483" y="79402"/>
                </a:lnTo>
                <a:lnTo>
                  <a:pt x="1077418" y="78844"/>
                </a:lnTo>
                <a:lnTo>
                  <a:pt x="1077341" y="78296"/>
                </a:lnTo>
                <a:lnTo>
                  <a:pt x="1077253" y="77757"/>
                </a:lnTo>
                <a:lnTo>
                  <a:pt x="1077153" y="77228"/>
                </a:lnTo>
                <a:lnTo>
                  <a:pt x="1077042" y="76709"/>
                </a:lnTo>
                <a:lnTo>
                  <a:pt x="1076918" y="76198"/>
                </a:lnTo>
                <a:lnTo>
                  <a:pt x="1076783" y="75697"/>
                </a:lnTo>
                <a:lnTo>
                  <a:pt x="1076636" y="75206"/>
                </a:lnTo>
                <a:lnTo>
                  <a:pt x="1076477" y="74724"/>
                </a:lnTo>
                <a:lnTo>
                  <a:pt x="1076307" y="74252"/>
                </a:lnTo>
                <a:lnTo>
                  <a:pt x="1076124" y="73789"/>
                </a:lnTo>
                <a:lnTo>
                  <a:pt x="1075930" y="73336"/>
                </a:lnTo>
                <a:lnTo>
                  <a:pt x="1075724" y="72891"/>
                </a:lnTo>
                <a:lnTo>
                  <a:pt x="1075507" y="72457"/>
                </a:lnTo>
                <a:lnTo>
                  <a:pt x="1075277" y="72032"/>
                </a:lnTo>
                <a:lnTo>
                  <a:pt x="1075036" y="71616"/>
                </a:lnTo>
                <a:lnTo>
                  <a:pt x="1074784" y="71210"/>
                </a:lnTo>
                <a:lnTo>
                  <a:pt x="1074519" y="70813"/>
                </a:lnTo>
                <a:lnTo>
                  <a:pt x="1074243" y="70426"/>
                </a:lnTo>
                <a:lnTo>
                  <a:pt x="1073956" y="70047"/>
                </a:lnTo>
                <a:lnTo>
                  <a:pt x="1073661" y="69674"/>
                </a:lnTo>
                <a:lnTo>
                  <a:pt x="1073358" y="69307"/>
                </a:lnTo>
                <a:lnTo>
                  <a:pt x="1073047" y="68947"/>
                </a:lnTo>
                <a:lnTo>
                  <a:pt x="1072728" y="68594"/>
                </a:lnTo>
                <a:lnTo>
                  <a:pt x="1072400" y="68247"/>
                </a:lnTo>
                <a:lnTo>
                  <a:pt x="1072064" y="67906"/>
                </a:lnTo>
                <a:lnTo>
                  <a:pt x="1071719" y="67572"/>
                </a:lnTo>
                <a:lnTo>
                  <a:pt x="1071367" y="67245"/>
                </a:lnTo>
                <a:lnTo>
                  <a:pt x="1071006" y="66924"/>
                </a:lnTo>
                <a:lnTo>
                  <a:pt x="1070636" y="66609"/>
                </a:lnTo>
                <a:lnTo>
                  <a:pt x="1070259" y="66301"/>
                </a:lnTo>
                <a:lnTo>
                  <a:pt x="1069873" y="66000"/>
                </a:lnTo>
                <a:lnTo>
                  <a:pt x="1069479" y="65705"/>
                </a:lnTo>
                <a:lnTo>
                  <a:pt x="1069077" y="65416"/>
                </a:lnTo>
                <a:lnTo>
                  <a:pt x="1068666" y="65134"/>
                </a:lnTo>
                <a:lnTo>
                  <a:pt x="1068247" y="64858"/>
                </a:lnTo>
                <a:lnTo>
                  <a:pt x="1067820" y="64589"/>
                </a:lnTo>
                <a:lnTo>
                  <a:pt x="1067384" y="64327"/>
                </a:lnTo>
                <a:lnTo>
                  <a:pt x="1066940" y="64070"/>
                </a:lnTo>
                <a:lnTo>
                  <a:pt x="1066488" y="63821"/>
                </a:lnTo>
                <a:lnTo>
                  <a:pt x="1066028" y="63578"/>
                </a:lnTo>
                <a:lnTo>
                  <a:pt x="1065559" y="63341"/>
                </a:lnTo>
                <a:lnTo>
                  <a:pt x="1065082" y="63111"/>
                </a:lnTo>
                <a:lnTo>
                  <a:pt x="1064598" y="62886"/>
                </a:lnTo>
                <a:lnTo>
                  <a:pt x="1064109" y="62664"/>
                </a:lnTo>
                <a:lnTo>
                  <a:pt x="1063615" y="62446"/>
                </a:lnTo>
                <a:lnTo>
                  <a:pt x="1063115" y="62231"/>
                </a:lnTo>
                <a:lnTo>
                  <a:pt x="1062610" y="62020"/>
                </a:lnTo>
                <a:lnTo>
                  <a:pt x="1062099" y="61812"/>
                </a:lnTo>
                <a:lnTo>
                  <a:pt x="1061583" y="61608"/>
                </a:lnTo>
                <a:lnTo>
                  <a:pt x="1061062" y="61408"/>
                </a:lnTo>
                <a:lnTo>
                  <a:pt x="1060535" y="61211"/>
                </a:lnTo>
                <a:lnTo>
                  <a:pt x="1060004" y="61017"/>
                </a:lnTo>
                <a:lnTo>
                  <a:pt x="1059466" y="60827"/>
                </a:lnTo>
                <a:lnTo>
                  <a:pt x="1058924" y="60640"/>
                </a:lnTo>
                <a:lnTo>
                  <a:pt x="1058376" y="60457"/>
                </a:lnTo>
                <a:lnTo>
                  <a:pt x="1057822" y="60278"/>
                </a:lnTo>
                <a:lnTo>
                  <a:pt x="1057264" y="60102"/>
                </a:lnTo>
                <a:lnTo>
                  <a:pt x="1056700" y="59929"/>
                </a:lnTo>
                <a:lnTo>
                  <a:pt x="1056131" y="59760"/>
                </a:lnTo>
                <a:lnTo>
                  <a:pt x="1055556" y="59594"/>
                </a:lnTo>
                <a:lnTo>
                  <a:pt x="1054976" y="59432"/>
                </a:lnTo>
                <a:lnTo>
                  <a:pt x="1054390" y="59274"/>
                </a:lnTo>
                <a:lnTo>
                  <a:pt x="1053800" y="59119"/>
                </a:lnTo>
                <a:lnTo>
                  <a:pt x="1053204" y="58967"/>
                </a:lnTo>
                <a:lnTo>
                  <a:pt x="1052602" y="58819"/>
                </a:lnTo>
                <a:lnTo>
                  <a:pt x="1051996" y="58675"/>
                </a:lnTo>
                <a:lnTo>
                  <a:pt x="1051423" y="58546"/>
                </a:lnTo>
                <a:lnTo>
                  <a:pt x="1050860" y="58417"/>
                </a:lnTo>
                <a:lnTo>
                  <a:pt x="1050306" y="58289"/>
                </a:lnTo>
                <a:lnTo>
                  <a:pt x="1049761" y="58161"/>
                </a:lnTo>
                <a:lnTo>
                  <a:pt x="1049226" y="58035"/>
                </a:lnTo>
                <a:lnTo>
                  <a:pt x="1048700" y="57909"/>
                </a:lnTo>
                <a:lnTo>
                  <a:pt x="1048183" y="57784"/>
                </a:lnTo>
                <a:lnTo>
                  <a:pt x="1047676" y="57659"/>
                </a:lnTo>
                <a:lnTo>
                  <a:pt x="1047178" y="57535"/>
                </a:lnTo>
                <a:lnTo>
                  <a:pt x="1046690" y="57412"/>
                </a:lnTo>
                <a:lnTo>
                  <a:pt x="1046211" y="57289"/>
                </a:lnTo>
                <a:lnTo>
                  <a:pt x="1045741" y="57167"/>
                </a:lnTo>
                <a:lnTo>
                  <a:pt x="1045281" y="57046"/>
                </a:lnTo>
                <a:lnTo>
                  <a:pt x="1044830" y="56925"/>
                </a:lnTo>
                <a:lnTo>
                  <a:pt x="1044388" y="56805"/>
                </a:lnTo>
                <a:lnTo>
                  <a:pt x="1043956" y="56686"/>
                </a:lnTo>
                <a:lnTo>
                  <a:pt x="1043533" y="56568"/>
                </a:lnTo>
                <a:lnTo>
                  <a:pt x="1043119" y="56450"/>
                </a:lnTo>
                <a:lnTo>
                  <a:pt x="1042715" y="56333"/>
                </a:lnTo>
                <a:lnTo>
                  <a:pt x="1042320" y="56216"/>
                </a:lnTo>
                <a:lnTo>
                  <a:pt x="1041934" y="56100"/>
                </a:lnTo>
                <a:lnTo>
                  <a:pt x="1041558" y="55985"/>
                </a:lnTo>
                <a:lnTo>
                  <a:pt x="1041191" y="55871"/>
                </a:lnTo>
                <a:lnTo>
                  <a:pt x="1040834" y="55757"/>
                </a:lnTo>
                <a:lnTo>
                  <a:pt x="1040485" y="55643"/>
                </a:lnTo>
                <a:lnTo>
                  <a:pt x="1040144" y="55528"/>
                </a:lnTo>
                <a:lnTo>
                  <a:pt x="1039811" y="55413"/>
                </a:lnTo>
                <a:lnTo>
                  <a:pt x="1039486" y="55297"/>
                </a:lnTo>
                <a:lnTo>
                  <a:pt x="1039170" y="55179"/>
                </a:lnTo>
                <a:lnTo>
                  <a:pt x="1038861" y="55062"/>
                </a:lnTo>
                <a:lnTo>
                  <a:pt x="1038560" y="54943"/>
                </a:lnTo>
                <a:lnTo>
                  <a:pt x="1038268" y="54823"/>
                </a:lnTo>
                <a:lnTo>
                  <a:pt x="1037983" y="54703"/>
                </a:lnTo>
                <a:lnTo>
                  <a:pt x="1037706" y="54582"/>
                </a:lnTo>
                <a:lnTo>
                  <a:pt x="1037438" y="54460"/>
                </a:lnTo>
                <a:lnTo>
                  <a:pt x="1037177" y="54337"/>
                </a:lnTo>
                <a:lnTo>
                  <a:pt x="1036925" y="54213"/>
                </a:lnTo>
                <a:lnTo>
                  <a:pt x="1036680" y="54089"/>
                </a:lnTo>
                <a:lnTo>
                  <a:pt x="1036443" y="53964"/>
                </a:lnTo>
                <a:lnTo>
                  <a:pt x="1036215" y="53838"/>
                </a:lnTo>
                <a:lnTo>
                  <a:pt x="1035994" y="53711"/>
                </a:lnTo>
                <a:lnTo>
                  <a:pt x="1035782" y="53583"/>
                </a:lnTo>
                <a:lnTo>
                  <a:pt x="1035577" y="53455"/>
                </a:lnTo>
                <a:lnTo>
                  <a:pt x="1035381" y="53326"/>
                </a:lnTo>
                <a:lnTo>
                  <a:pt x="1035193" y="53195"/>
                </a:lnTo>
                <a:lnTo>
                  <a:pt x="1035012" y="53065"/>
                </a:lnTo>
                <a:lnTo>
                  <a:pt x="1034840" y="52933"/>
                </a:lnTo>
                <a:lnTo>
                  <a:pt x="1034675" y="52800"/>
                </a:lnTo>
                <a:lnTo>
                  <a:pt x="1034518" y="52666"/>
                </a:lnTo>
                <a:lnTo>
                  <a:pt x="1034368" y="52531"/>
                </a:lnTo>
                <a:lnTo>
                  <a:pt x="1034224" y="52393"/>
                </a:lnTo>
                <a:lnTo>
                  <a:pt x="1034087" y="52254"/>
                </a:lnTo>
                <a:lnTo>
                  <a:pt x="1033957" y="52113"/>
                </a:lnTo>
                <a:lnTo>
                  <a:pt x="1033833" y="51970"/>
                </a:lnTo>
                <a:lnTo>
                  <a:pt x="1033716" y="51826"/>
                </a:lnTo>
                <a:lnTo>
                  <a:pt x="1033606" y="51680"/>
                </a:lnTo>
                <a:lnTo>
                  <a:pt x="1033503" y="51532"/>
                </a:lnTo>
                <a:lnTo>
                  <a:pt x="1033406" y="51382"/>
                </a:lnTo>
                <a:lnTo>
                  <a:pt x="1033315" y="51231"/>
                </a:lnTo>
                <a:lnTo>
                  <a:pt x="1033232" y="51077"/>
                </a:lnTo>
                <a:lnTo>
                  <a:pt x="1033155" y="50922"/>
                </a:lnTo>
                <a:lnTo>
                  <a:pt x="1033085" y="50766"/>
                </a:lnTo>
                <a:lnTo>
                  <a:pt x="1033021" y="50607"/>
                </a:lnTo>
                <a:lnTo>
                  <a:pt x="1032965" y="50447"/>
                </a:lnTo>
                <a:lnTo>
                  <a:pt x="1032915" y="50285"/>
                </a:lnTo>
                <a:lnTo>
                  <a:pt x="1032871" y="50122"/>
                </a:lnTo>
                <a:lnTo>
                  <a:pt x="1032834" y="49956"/>
                </a:lnTo>
                <a:lnTo>
                  <a:pt x="1032804" y="49789"/>
                </a:lnTo>
                <a:lnTo>
                  <a:pt x="1032781" y="49620"/>
                </a:lnTo>
                <a:lnTo>
                  <a:pt x="1032764" y="49450"/>
                </a:lnTo>
                <a:lnTo>
                  <a:pt x="1032754" y="49277"/>
                </a:lnTo>
                <a:lnTo>
                  <a:pt x="1032751" y="49103"/>
                </a:lnTo>
                <a:lnTo>
                  <a:pt x="1032756" y="48802"/>
                </a:lnTo>
                <a:lnTo>
                  <a:pt x="1032772" y="48508"/>
                </a:lnTo>
                <a:lnTo>
                  <a:pt x="1032798" y="48221"/>
                </a:lnTo>
                <a:lnTo>
                  <a:pt x="1032835" y="47941"/>
                </a:lnTo>
                <a:lnTo>
                  <a:pt x="1032883" y="47668"/>
                </a:lnTo>
                <a:lnTo>
                  <a:pt x="1032941" y="47403"/>
                </a:lnTo>
                <a:lnTo>
                  <a:pt x="1033009" y="47145"/>
                </a:lnTo>
                <a:lnTo>
                  <a:pt x="1033089" y="46894"/>
                </a:lnTo>
                <a:lnTo>
                  <a:pt x="1033178" y="46650"/>
                </a:lnTo>
                <a:lnTo>
                  <a:pt x="1033279" y="46413"/>
                </a:lnTo>
                <a:lnTo>
                  <a:pt x="1033390" y="46184"/>
                </a:lnTo>
                <a:lnTo>
                  <a:pt x="1033511" y="45961"/>
                </a:lnTo>
                <a:lnTo>
                  <a:pt x="1033643" y="45746"/>
                </a:lnTo>
                <a:lnTo>
                  <a:pt x="1033785" y="45538"/>
                </a:lnTo>
                <a:lnTo>
                  <a:pt x="1033939" y="45338"/>
                </a:lnTo>
                <a:lnTo>
                  <a:pt x="1034102" y="45144"/>
                </a:lnTo>
                <a:lnTo>
                  <a:pt x="1034276" y="44958"/>
                </a:lnTo>
                <a:lnTo>
                  <a:pt x="1034461" y="44778"/>
                </a:lnTo>
                <a:lnTo>
                  <a:pt x="1034657" y="44606"/>
                </a:lnTo>
                <a:lnTo>
                  <a:pt x="1034862" y="44442"/>
                </a:lnTo>
                <a:lnTo>
                  <a:pt x="1035079" y="44284"/>
                </a:lnTo>
                <a:lnTo>
                  <a:pt x="1035306" y="44133"/>
                </a:lnTo>
                <a:lnTo>
                  <a:pt x="1035543" y="43990"/>
                </a:lnTo>
                <a:lnTo>
                  <a:pt x="1035791" y="43854"/>
                </a:lnTo>
                <a:lnTo>
                  <a:pt x="1036049" y="43724"/>
                </a:lnTo>
                <a:lnTo>
                  <a:pt x="1036314" y="43600"/>
                </a:lnTo>
                <a:lnTo>
                  <a:pt x="1036587" y="43481"/>
                </a:lnTo>
                <a:lnTo>
                  <a:pt x="1036868" y="43367"/>
                </a:lnTo>
                <a:lnTo>
                  <a:pt x="1037157" y="43260"/>
                </a:lnTo>
                <a:lnTo>
                  <a:pt x="1037454" y="43157"/>
                </a:lnTo>
                <a:lnTo>
                  <a:pt x="1037758" y="43061"/>
                </a:lnTo>
                <a:lnTo>
                  <a:pt x="1038071" y="42969"/>
                </a:lnTo>
                <a:lnTo>
                  <a:pt x="1038391" y="42884"/>
                </a:lnTo>
                <a:lnTo>
                  <a:pt x="1038720" y="42803"/>
                </a:lnTo>
                <a:lnTo>
                  <a:pt x="1039056" y="42729"/>
                </a:lnTo>
                <a:lnTo>
                  <a:pt x="1039400" y="42660"/>
                </a:lnTo>
                <a:lnTo>
                  <a:pt x="1039752" y="42596"/>
                </a:lnTo>
                <a:lnTo>
                  <a:pt x="1040112" y="42538"/>
                </a:lnTo>
                <a:lnTo>
                  <a:pt x="1040479" y="42485"/>
                </a:lnTo>
                <a:lnTo>
                  <a:pt x="1040855" y="42438"/>
                </a:lnTo>
                <a:lnTo>
                  <a:pt x="1041239" y="42397"/>
                </a:lnTo>
                <a:lnTo>
                  <a:pt x="1041630" y="42361"/>
                </a:lnTo>
                <a:lnTo>
                  <a:pt x="1042029" y="42331"/>
                </a:lnTo>
                <a:lnTo>
                  <a:pt x="1042436" y="42306"/>
                </a:lnTo>
                <a:lnTo>
                  <a:pt x="1042851" y="42286"/>
                </a:lnTo>
                <a:lnTo>
                  <a:pt x="1043274" y="42273"/>
                </a:lnTo>
                <a:lnTo>
                  <a:pt x="1043705" y="42264"/>
                </a:lnTo>
                <a:lnTo>
                  <a:pt x="1044144" y="42262"/>
                </a:lnTo>
                <a:lnTo>
                  <a:pt x="1044552" y="42265"/>
                </a:lnTo>
                <a:lnTo>
                  <a:pt x="1044956" y="42277"/>
                </a:lnTo>
                <a:lnTo>
                  <a:pt x="1045356" y="42297"/>
                </a:lnTo>
                <a:lnTo>
                  <a:pt x="1045751" y="42325"/>
                </a:lnTo>
                <a:lnTo>
                  <a:pt x="1046141" y="42361"/>
                </a:lnTo>
                <a:lnTo>
                  <a:pt x="1046528" y="42405"/>
                </a:lnTo>
                <a:lnTo>
                  <a:pt x="1046910" y="42456"/>
                </a:lnTo>
                <a:lnTo>
                  <a:pt x="1047287" y="42516"/>
                </a:lnTo>
                <a:lnTo>
                  <a:pt x="1047660" y="42584"/>
                </a:lnTo>
                <a:lnTo>
                  <a:pt x="1048029" y="42659"/>
                </a:lnTo>
                <a:lnTo>
                  <a:pt x="1048393" y="42743"/>
                </a:lnTo>
                <a:lnTo>
                  <a:pt x="1048753" y="42834"/>
                </a:lnTo>
                <a:lnTo>
                  <a:pt x="1049108" y="42933"/>
                </a:lnTo>
                <a:lnTo>
                  <a:pt x="1049459" y="43041"/>
                </a:lnTo>
                <a:lnTo>
                  <a:pt x="1049806" y="43156"/>
                </a:lnTo>
                <a:lnTo>
                  <a:pt x="1050148" y="43279"/>
                </a:lnTo>
                <a:lnTo>
                  <a:pt x="1050486" y="43411"/>
                </a:lnTo>
                <a:lnTo>
                  <a:pt x="1050819" y="43550"/>
                </a:lnTo>
                <a:lnTo>
                  <a:pt x="1051148" y="43697"/>
                </a:lnTo>
                <a:lnTo>
                  <a:pt x="1051473" y="43852"/>
                </a:lnTo>
                <a:lnTo>
                  <a:pt x="1051793" y="44015"/>
                </a:lnTo>
                <a:lnTo>
                  <a:pt x="1052109" y="44186"/>
                </a:lnTo>
                <a:lnTo>
                  <a:pt x="1052420" y="44365"/>
                </a:lnTo>
                <a:lnTo>
                  <a:pt x="1052727" y="44552"/>
                </a:lnTo>
                <a:lnTo>
                  <a:pt x="1053025" y="44749"/>
                </a:lnTo>
                <a:lnTo>
                  <a:pt x="1053311" y="44958"/>
                </a:lnTo>
                <a:lnTo>
                  <a:pt x="1053584" y="45180"/>
                </a:lnTo>
                <a:lnTo>
                  <a:pt x="1053844" y="45415"/>
                </a:lnTo>
                <a:lnTo>
                  <a:pt x="1054092" y="45663"/>
                </a:lnTo>
                <a:lnTo>
                  <a:pt x="1054327" y="45923"/>
                </a:lnTo>
                <a:lnTo>
                  <a:pt x="1054549" y="46195"/>
                </a:lnTo>
                <a:lnTo>
                  <a:pt x="1054758" y="46480"/>
                </a:lnTo>
                <a:lnTo>
                  <a:pt x="1054955" y="46778"/>
                </a:lnTo>
                <a:lnTo>
                  <a:pt x="1055139" y="47089"/>
                </a:lnTo>
                <a:lnTo>
                  <a:pt x="1055311" y="47412"/>
                </a:lnTo>
                <a:lnTo>
                  <a:pt x="1055469" y="47747"/>
                </a:lnTo>
                <a:lnTo>
                  <a:pt x="1055615" y="48096"/>
                </a:lnTo>
                <a:lnTo>
                  <a:pt x="1055749" y="48457"/>
                </a:lnTo>
                <a:lnTo>
                  <a:pt x="1055869" y="48830"/>
                </a:lnTo>
                <a:lnTo>
                  <a:pt x="1055977" y="49216"/>
                </a:lnTo>
                <a:lnTo>
                  <a:pt x="1056072" y="49615"/>
                </a:lnTo>
                <a:lnTo>
                  <a:pt x="1056155" y="50026"/>
                </a:lnTo>
                <a:lnTo>
                  <a:pt x="1056225" y="50450"/>
                </a:lnTo>
                <a:lnTo>
                  <a:pt x="1056282" y="50887"/>
                </a:lnTo>
                <a:lnTo>
                  <a:pt x="1056326" y="51336"/>
                </a:lnTo>
                <a:lnTo>
                  <a:pt x="1056358" y="51798"/>
                </a:lnTo>
                <a:lnTo>
                  <a:pt x="1056377" y="52272"/>
                </a:lnTo>
                <a:lnTo>
                  <a:pt x="1056383" y="52760"/>
                </a:lnTo>
                <a:lnTo>
                  <a:pt x="1075320" y="52760"/>
                </a:lnTo>
                <a:lnTo>
                  <a:pt x="1075316" y="52180"/>
                </a:lnTo>
                <a:lnTo>
                  <a:pt x="1075302" y="51609"/>
                </a:lnTo>
                <a:lnTo>
                  <a:pt x="1075278" y="51045"/>
                </a:lnTo>
                <a:lnTo>
                  <a:pt x="1075245" y="50490"/>
                </a:lnTo>
                <a:lnTo>
                  <a:pt x="1075203" y="49943"/>
                </a:lnTo>
                <a:lnTo>
                  <a:pt x="1075152" y="49404"/>
                </a:lnTo>
                <a:lnTo>
                  <a:pt x="1075091" y="48873"/>
                </a:lnTo>
                <a:lnTo>
                  <a:pt x="1075021" y="48350"/>
                </a:lnTo>
                <a:lnTo>
                  <a:pt x="1074941" y="47836"/>
                </a:lnTo>
                <a:lnTo>
                  <a:pt x="1074852" y="47329"/>
                </a:lnTo>
                <a:lnTo>
                  <a:pt x="1074754" y="46831"/>
                </a:lnTo>
                <a:lnTo>
                  <a:pt x="1074647" y="46340"/>
                </a:lnTo>
                <a:lnTo>
                  <a:pt x="1074530" y="45858"/>
                </a:lnTo>
                <a:lnTo>
                  <a:pt x="1074403" y="45384"/>
                </a:lnTo>
                <a:lnTo>
                  <a:pt x="1074268" y="44918"/>
                </a:lnTo>
                <a:lnTo>
                  <a:pt x="1074123" y="44460"/>
                </a:lnTo>
                <a:lnTo>
                  <a:pt x="1073968" y="44010"/>
                </a:lnTo>
                <a:lnTo>
                  <a:pt x="1073805" y="43568"/>
                </a:lnTo>
                <a:lnTo>
                  <a:pt x="1073632" y="43134"/>
                </a:lnTo>
                <a:lnTo>
                  <a:pt x="1073449" y="42709"/>
                </a:lnTo>
                <a:lnTo>
                  <a:pt x="1073257" y="42291"/>
                </a:lnTo>
                <a:lnTo>
                  <a:pt x="1073056" y="41882"/>
                </a:lnTo>
                <a:lnTo>
                  <a:pt x="1072846" y="41481"/>
                </a:lnTo>
                <a:lnTo>
                  <a:pt x="1072626" y="41088"/>
                </a:lnTo>
                <a:lnTo>
                  <a:pt x="1072398" y="40702"/>
                </a:lnTo>
                <a:lnTo>
                  <a:pt x="1072165" y="40323"/>
                </a:lnTo>
                <a:lnTo>
                  <a:pt x="1071925" y="39950"/>
                </a:lnTo>
                <a:lnTo>
                  <a:pt x="1071679" y="39584"/>
                </a:lnTo>
                <a:lnTo>
                  <a:pt x="1071427" y="39225"/>
                </a:lnTo>
                <a:lnTo>
                  <a:pt x="1071168" y="38872"/>
                </a:lnTo>
                <a:lnTo>
                  <a:pt x="1070904" y="38526"/>
                </a:lnTo>
                <a:lnTo>
                  <a:pt x="1070633" y="38187"/>
                </a:lnTo>
                <a:lnTo>
                  <a:pt x="1070356" y="37854"/>
                </a:lnTo>
                <a:lnTo>
                  <a:pt x="1070073" y="37528"/>
                </a:lnTo>
                <a:lnTo>
                  <a:pt x="1069784" y="37208"/>
                </a:lnTo>
                <a:lnTo>
                  <a:pt x="1069489" y="36895"/>
                </a:lnTo>
                <a:lnTo>
                  <a:pt x="1069188" y="36589"/>
                </a:lnTo>
                <a:lnTo>
                  <a:pt x="1068880" y="36289"/>
                </a:lnTo>
                <a:lnTo>
                  <a:pt x="1068567" y="35996"/>
                </a:lnTo>
                <a:lnTo>
                  <a:pt x="1068247" y="35710"/>
                </a:lnTo>
                <a:lnTo>
                  <a:pt x="1067921" y="35430"/>
                </a:lnTo>
                <a:lnTo>
                  <a:pt x="1067589" y="35157"/>
                </a:lnTo>
                <a:lnTo>
                  <a:pt x="1067250" y="34890"/>
                </a:lnTo>
                <a:lnTo>
                  <a:pt x="1066906" y="34630"/>
                </a:lnTo>
                <a:lnTo>
                  <a:pt x="1066555" y="34377"/>
                </a:lnTo>
                <a:lnTo>
                  <a:pt x="1066199" y="34130"/>
                </a:lnTo>
                <a:lnTo>
                  <a:pt x="1065836" y="33890"/>
                </a:lnTo>
                <a:lnTo>
                  <a:pt x="1065467" y="33657"/>
                </a:lnTo>
                <a:lnTo>
                  <a:pt x="1065093" y="33429"/>
                </a:lnTo>
                <a:lnTo>
                  <a:pt x="1064715" y="33207"/>
                </a:lnTo>
                <a:lnTo>
                  <a:pt x="1064334" y="32991"/>
                </a:lnTo>
                <a:lnTo>
                  <a:pt x="1063949" y="32780"/>
                </a:lnTo>
                <a:lnTo>
                  <a:pt x="1063560" y="32574"/>
                </a:lnTo>
                <a:lnTo>
                  <a:pt x="1063167" y="32375"/>
                </a:lnTo>
                <a:lnTo>
                  <a:pt x="1062771" y="32180"/>
                </a:lnTo>
                <a:lnTo>
                  <a:pt x="1062371" y="31991"/>
                </a:lnTo>
                <a:lnTo>
                  <a:pt x="1061967" y="31808"/>
                </a:lnTo>
                <a:lnTo>
                  <a:pt x="1061559" y="31631"/>
                </a:lnTo>
                <a:lnTo>
                  <a:pt x="1061148" y="31459"/>
                </a:lnTo>
                <a:lnTo>
                  <a:pt x="1060733" y="31292"/>
                </a:lnTo>
                <a:lnTo>
                  <a:pt x="1060314" y="31131"/>
                </a:lnTo>
                <a:lnTo>
                  <a:pt x="1059891" y="30976"/>
                </a:lnTo>
                <a:lnTo>
                  <a:pt x="1059465" y="30826"/>
                </a:lnTo>
                <a:lnTo>
                  <a:pt x="1059035" y="30681"/>
                </a:lnTo>
                <a:lnTo>
                  <a:pt x="1058601" y="30542"/>
                </a:lnTo>
                <a:lnTo>
                  <a:pt x="1058164" y="30409"/>
                </a:lnTo>
                <a:lnTo>
                  <a:pt x="1057722" y="30281"/>
                </a:lnTo>
                <a:lnTo>
                  <a:pt x="1057277" y="30159"/>
                </a:lnTo>
                <a:lnTo>
                  <a:pt x="1056828" y="30043"/>
                </a:lnTo>
                <a:lnTo>
                  <a:pt x="1056376" y="29931"/>
                </a:lnTo>
                <a:lnTo>
                  <a:pt x="1055920" y="29826"/>
                </a:lnTo>
                <a:lnTo>
                  <a:pt x="1055460" y="29726"/>
                </a:lnTo>
                <a:lnTo>
                  <a:pt x="1054997" y="29631"/>
                </a:lnTo>
                <a:lnTo>
                  <a:pt x="1054534" y="29540"/>
                </a:lnTo>
                <a:lnTo>
                  <a:pt x="1054070" y="29452"/>
                </a:lnTo>
                <a:lnTo>
                  <a:pt x="1053606" y="29369"/>
                </a:lnTo>
                <a:lnTo>
                  <a:pt x="1053140" y="29290"/>
                </a:lnTo>
                <a:lnTo>
                  <a:pt x="1052674" y="29216"/>
                </a:lnTo>
                <a:lnTo>
                  <a:pt x="1052207" y="29145"/>
                </a:lnTo>
                <a:lnTo>
                  <a:pt x="1051739" y="29078"/>
                </a:lnTo>
                <a:lnTo>
                  <a:pt x="1051270" y="29015"/>
                </a:lnTo>
                <a:lnTo>
                  <a:pt x="1050801" y="28956"/>
                </a:lnTo>
                <a:lnTo>
                  <a:pt x="1050331" y="28902"/>
                </a:lnTo>
                <a:lnTo>
                  <a:pt x="1049859" y="28851"/>
                </a:lnTo>
                <a:lnTo>
                  <a:pt x="1049388" y="28804"/>
                </a:lnTo>
                <a:lnTo>
                  <a:pt x="1048915" y="28762"/>
                </a:lnTo>
                <a:lnTo>
                  <a:pt x="1048441" y="28723"/>
                </a:lnTo>
                <a:lnTo>
                  <a:pt x="1047967" y="28689"/>
                </a:lnTo>
                <a:lnTo>
                  <a:pt x="1047492" y="28658"/>
                </a:lnTo>
                <a:lnTo>
                  <a:pt x="1047016" y="28632"/>
                </a:lnTo>
                <a:lnTo>
                  <a:pt x="1046539" y="28610"/>
                </a:lnTo>
                <a:lnTo>
                  <a:pt x="1046062" y="28592"/>
                </a:lnTo>
                <a:lnTo>
                  <a:pt x="1045583" y="28577"/>
                </a:lnTo>
                <a:lnTo>
                  <a:pt x="1045104" y="28567"/>
                </a:lnTo>
                <a:lnTo>
                  <a:pt x="1044624" y="28561"/>
                </a:lnTo>
                <a:lnTo>
                  <a:pt x="1044144" y="28559"/>
                </a:lnTo>
                <a:lnTo>
                  <a:pt x="1043650" y="28561"/>
                </a:lnTo>
                <a:lnTo>
                  <a:pt x="1043158" y="28567"/>
                </a:lnTo>
                <a:lnTo>
                  <a:pt x="1042666" y="28577"/>
                </a:lnTo>
                <a:lnTo>
                  <a:pt x="1042175" y="28592"/>
                </a:lnTo>
                <a:lnTo>
                  <a:pt x="1041686" y="28610"/>
                </a:lnTo>
                <a:lnTo>
                  <a:pt x="1041197" y="28632"/>
                </a:lnTo>
                <a:lnTo>
                  <a:pt x="1040709" y="28659"/>
                </a:lnTo>
                <a:lnTo>
                  <a:pt x="1040222" y="28689"/>
                </a:lnTo>
                <a:lnTo>
                  <a:pt x="1039736" y="28724"/>
                </a:lnTo>
                <a:lnTo>
                  <a:pt x="1039251" y="28762"/>
                </a:lnTo>
                <a:lnTo>
                  <a:pt x="1038767" y="28805"/>
                </a:lnTo>
                <a:lnTo>
                  <a:pt x="1038284" y="28852"/>
                </a:lnTo>
                <a:lnTo>
                  <a:pt x="1037801" y="28902"/>
                </a:lnTo>
                <a:lnTo>
                  <a:pt x="1037320" y="28957"/>
                </a:lnTo>
                <a:lnTo>
                  <a:pt x="1036840" y="29016"/>
                </a:lnTo>
                <a:lnTo>
                  <a:pt x="1036360" y="29079"/>
                </a:lnTo>
                <a:lnTo>
                  <a:pt x="1035882" y="29146"/>
                </a:lnTo>
                <a:lnTo>
                  <a:pt x="1035404" y="29217"/>
                </a:lnTo>
                <a:lnTo>
                  <a:pt x="1034928" y="29292"/>
                </a:lnTo>
                <a:lnTo>
                  <a:pt x="1034452" y="29371"/>
                </a:lnTo>
                <a:lnTo>
                  <a:pt x="1033977" y="29454"/>
                </a:lnTo>
                <a:lnTo>
                  <a:pt x="1033503" y="29542"/>
                </a:lnTo>
                <a:lnTo>
                  <a:pt x="1033030" y="29633"/>
                </a:lnTo>
                <a:lnTo>
                  <a:pt x="1032558" y="29728"/>
                </a:lnTo>
                <a:lnTo>
                  <a:pt x="1032089" y="29828"/>
                </a:lnTo>
                <a:lnTo>
                  <a:pt x="1031623" y="29932"/>
                </a:lnTo>
                <a:lnTo>
                  <a:pt x="1031162" y="30041"/>
                </a:lnTo>
                <a:lnTo>
                  <a:pt x="1030704" y="30155"/>
                </a:lnTo>
                <a:lnTo>
                  <a:pt x="1030251" y="30274"/>
                </a:lnTo>
                <a:lnTo>
                  <a:pt x="1029802" y="30397"/>
                </a:lnTo>
                <a:lnTo>
                  <a:pt x="1029356" y="30525"/>
                </a:lnTo>
                <a:lnTo>
                  <a:pt x="1028915" y="30657"/>
                </a:lnTo>
                <a:lnTo>
                  <a:pt x="1028477" y="30795"/>
                </a:lnTo>
                <a:lnTo>
                  <a:pt x="1028044" y="30937"/>
                </a:lnTo>
                <a:lnTo>
                  <a:pt x="1027614" y="31084"/>
                </a:lnTo>
                <a:lnTo>
                  <a:pt x="1027189" y="31235"/>
                </a:lnTo>
                <a:lnTo>
                  <a:pt x="1026768" y="31392"/>
                </a:lnTo>
                <a:lnTo>
                  <a:pt x="1026350" y="31553"/>
                </a:lnTo>
                <a:lnTo>
                  <a:pt x="1025937" y="31719"/>
                </a:lnTo>
                <a:lnTo>
                  <a:pt x="1025528" y="31889"/>
                </a:lnTo>
                <a:lnTo>
                  <a:pt x="1025122" y="32064"/>
                </a:lnTo>
                <a:lnTo>
                  <a:pt x="1024721" y="32244"/>
                </a:lnTo>
                <a:lnTo>
                  <a:pt x="1024324" y="32429"/>
                </a:lnTo>
                <a:lnTo>
                  <a:pt x="1023930" y="32618"/>
                </a:lnTo>
                <a:lnTo>
                  <a:pt x="1023541" y="32813"/>
                </a:lnTo>
                <a:lnTo>
                  <a:pt x="1023156" y="33011"/>
                </a:lnTo>
                <a:lnTo>
                  <a:pt x="1022774" y="33215"/>
                </a:lnTo>
                <a:lnTo>
                  <a:pt x="1022397" y="33423"/>
                </a:lnTo>
                <a:lnTo>
                  <a:pt x="1022025" y="33637"/>
                </a:lnTo>
                <a:lnTo>
                  <a:pt x="1021659" y="33856"/>
                </a:lnTo>
                <a:lnTo>
                  <a:pt x="1021300" y="34080"/>
                </a:lnTo>
                <a:lnTo>
                  <a:pt x="1020946" y="34310"/>
                </a:lnTo>
                <a:lnTo>
                  <a:pt x="1020599" y="34546"/>
                </a:lnTo>
                <a:lnTo>
                  <a:pt x="1020259" y="34787"/>
                </a:lnTo>
                <a:lnTo>
                  <a:pt x="1019924" y="35034"/>
                </a:lnTo>
                <a:lnTo>
                  <a:pt x="1019596" y="35286"/>
                </a:lnTo>
                <a:lnTo>
                  <a:pt x="1019274" y="35544"/>
                </a:lnTo>
                <a:lnTo>
                  <a:pt x="1018958" y="35808"/>
                </a:lnTo>
                <a:lnTo>
                  <a:pt x="1018649" y="36076"/>
                </a:lnTo>
                <a:lnTo>
                  <a:pt x="1018346" y="36351"/>
                </a:lnTo>
                <a:lnTo>
                  <a:pt x="1018049" y="36631"/>
                </a:lnTo>
                <a:lnTo>
                  <a:pt x="1017759" y="36917"/>
                </a:lnTo>
                <a:lnTo>
                  <a:pt x="1017475" y="37208"/>
                </a:lnTo>
                <a:lnTo>
                  <a:pt x="1017197" y="37504"/>
                </a:lnTo>
                <a:lnTo>
                  <a:pt x="1016925" y="37807"/>
                </a:lnTo>
                <a:lnTo>
                  <a:pt x="1016660" y="38114"/>
                </a:lnTo>
                <a:lnTo>
                  <a:pt x="1016401" y="38428"/>
                </a:lnTo>
                <a:lnTo>
                  <a:pt x="1016148" y="38746"/>
                </a:lnTo>
                <a:lnTo>
                  <a:pt x="1015901" y="39071"/>
                </a:lnTo>
                <a:lnTo>
                  <a:pt x="1015661" y="39401"/>
                </a:lnTo>
                <a:lnTo>
                  <a:pt x="1015427" y="39736"/>
                </a:lnTo>
                <a:lnTo>
                  <a:pt x="1015200" y="40077"/>
                </a:lnTo>
                <a:lnTo>
                  <a:pt x="1014980" y="40424"/>
                </a:lnTo>
                <a:lnTo>
                  <a:pt x="1014769" y="40777"/>
                </a:lnTo>
                <a:lnTo>
                  <a:pt x="1014568" y="41136"/>
                </a:lnTo>
                <a:lnTo>
                  <a:pt x="1014376" y="41501"/>
                </a:lnTo>
                <a:lnTo>
                  <a:pt x="1014194" y="41873"/>
                </a:lnTo>
                <a:lnTo>
                  <a:pt x="1014021" y="42251"/>
                </a:lnTo>
                <a:lnTo>
                  <a:pt x="1013857" y="42635"/>
                </a:lnTo>
                <a:lnTo>
                  <a:pt x="1013703" y="43025"/>
                </a:lnTo>
                <a:lnTo>
                  <a:pt x="1013558" y="43422"/>
                </a:lnTo>
                <a:lnTo>
                  <a:pt x="1013422" y="43824"/>
                </a:lnTo>
                <a:lnTo>
                  <a:pt x="1013296" y="44233"/>
                </a:lnTo>
                <a:lnTo>
                  <a:pt x="1013179" y="44648"/>
                </a:lnTo>
                <a:lnTo>
                  <a:pt x="1013071" y="45070"/>
                </a:lnTo>
                <a:lnTo>
                  <a:pt x="1012973" y="45497"/>
                </a:lnTo>
                <a:lnTo>
                  <a:pt x="1012884" y="45931"/>
                </a:lnTo>
                <a:lnTo>
                  <a:pt x="1012805" y="46371"/>
                </a:lnTo>
                <a:lnTo>
                  <a:pt x="1012735" y="46818"/>
                </a:lnTo>
                <a:lnTo>
                  <a:pt x="1012674" y="47270"/>
                </a:lnTo>
                <a:lnTo>
                  <a:pt x="1012622" y="47729"/>
                </a:lnTo>
                <a:lnTo>
                  <a:pt x="1012580" y="48194"/>
                </a:lnTo>
                <a:lnTo>
                  <a:pt x="1012547" y="48665"/>
                </a:lnTo>
                <a:lnTo>
                  <a:pt x="1012524" y="49142"/>
                </a:lnTo>
                <a:lnTo>
                  <a:pt x="1012510" y="49626"/>
                </a:lnTo>
                <a:lnTo>
                  <a:pt x="1012505" y="50116"/>
                </a:lnTo>
                <a:lnTo>
                  <a:pt x="1012511" y="50740"/>
                </a:lnTo>
                <a:lnTo>
                  <a:pt x="1012530" y="51354"/>
                </a:lnTo>
                <a:lnTo>
                  <a:pt x="1012561" y="51957"/>
                </a:lnTo>
                <a:lnTo>
                  <a:pt x="1012604" y="52551"/>
                </a:lnTo>
                <a:lnTo>
                  <a:pt x="1012659" y="53134"/>
                </a:lnTo>
                <a:lnTo>
                  <a:pt x="1012727" y="53708"/>
                </a:lnTo>
                <a:lnTo>
                  <a:pt x="1012807" y="54271"/>
                </a:lnTo>
                <a:lnTo>
                  <a:pt x="1012899" y="54824"/>
                </a:lnTo>
                <a:lnTo>
                  <a:pt x="1013003" y="55367"/>
                </a:lnTo>
                <a:lnTo>
                  <a:pt x="1013120" y="55900"/>
                </a:lnTo>
                <a:lnTo>
                  <a:pt x="1013249" y="56422"/>
                </a:lnTo>
                <a:lnTo>
                  <a:pt x="1013391" y="56935"/>
                </a:lnTo>
                <a:lnTo>
                  <a:pt x="1013544" y="57437"/>
                </a:lnTo>
                <a:lnTo>
                  <a:pt x="1013710" y="57930"/>
                </a:lnTo>
                <a:lnTo>
                  <a:pt x="1013889" y="58412"/>
                </a:lnTo>
                <a:lnTo>
                  <a:pt x="1014079" y="58884"/>
                </a:lnTo>
                <a:lnTo>
                  <a:pt x="1014282" y="59346"/>
                </a:lnTo>
                <a:lnTo>
                  <a:pt x="1014497" y="59798"/>
                </a:lnTo>
                <a:lnTo>
                  <a:pt x="1014725" y="60239"/>
                </a:lnTo>
                <a:lnTo>
                  <a:pt x="1014964" y="60671"/>
                </a:lnTo>
                <a:lnTo>
                  <a:pt x="1015216" y="61092"/>
                </a:lnTo>
                <a:lnTo>
                  <a:pt x="1015481" y="61503"/>
                </a:lnTo>
                <a:lnTo>
                  <a:pt x="1015757" y="61904"/>
                </a:lnTo>
                <a:lnTo>
                  <a:pt x="1016046" y="62295"/>
                </a:lnTo>
                <a:lnTo>
                  <a:pt x="1016346" y="62678"/>
                </a:lnTo>
                <a:lnTo>
                  <a:pt x="1016656" y="63054"/>
                </a:lnTo>
                <a:lnTo>
                  <a:pt x="1016974" y="63423"/>
                </a:lnTo>
                <a:lnTo>
                  <a:pt x="1017303" y="63786"/>
                </a:lnTo>
                <a:lnTo>
                  <a:pt x="1017640" y="64143"/>
                </a:lnTo>
                <a:lnTo>
                  <a:pt x="1017988" y="64493"/>
                </a:lnTo>
                <a:lnTo>
                  <a:pt x="1018344" y="64836"/>
                </a:lnTo>
                <a:lnTo>
                  <a:pt x="1018711" y="65173"/>
                </a:lnTo>
                <a:lnTo>
                  <a:pt x="1019086" y="65504"/>
                </a:lnTo>
                <a:lnTo>
                  <a:pt x="1019472" y="65828"/>
                </a:lnTo>
                <a:lnTo>
                  <a:pt x="1019866" y="66146"/>
                </a:lnTo>
                <a:lnTo>
                  <a:pt x="1020271" y="66457"/>
                </a:lnTo>
                <a:lnTo>
                  <a:pt x="1020684" y="66762"/>
                </a:lnTo>
                <a:lnTo>
                  <a:pt x="1021107" y="67060"/>
                </a:lnTo>
                <a:lnTo>
                  <a:pt x="1021540" y="67352"/>
                </a:lnTo>
                <a:lnTo>
                  <a:pt x="1021982" y="67637"/>
                </a:lnTo>
                <a:lnTo>
                  <a:pt x="1022434" y="67916"/>
                </a:lnTo>
                <a:lnTo>
                  <a:pt x="1022895" y="68188"/>
                </a:lnTo>
                <a:lnTo>
                  <a:pt x="1023366" y="68454"/>
                </a:lnTo>
                <a:lnTo>
                  <a:pt x="1023846" y="68713"/>
                </a:lnTo>
                <a:lnTo>
                  <a:pt x="1024335" y="68966"/>
                </a:lnTo>
                <a:lnTo>
                  <a:pt x="1024835" y="69212"/>
                </a:lnTo>
                <a:lnTo>
                  <a:pt x="1025343" y="69452"/>
                </a:lnTo>
                <a:lnTo>
                  <a:pt x="1025861" y="69685"/>
                </a:lnTo>
                <a:lnTo>
                  <a:pt x="1026387" y="69914"/>
                </a:lnTo>
                <a:lnTo>
                  <a:pt x="1026919" y="70140"/>
                </a:lnTo>
                <a:lnTo>
                  <a:pt x="1027457" y="70363"/>
                </a:lnTo>
                <a:lnTo>
                  <a:pt x="1028001" y="70583"/>
                </a:lnTo>
                <a:lnTo>
                  <a:pt x="1028550" y="70801"/>
                </a:lnTo>
                <a:lnTo>
                  <a:pt x="1029106" y="71015"/>
                </a:lnTo>
                <a:lnTo>
                  <a:pt x="1029668" y="71227"/>
                </a:lnTo>
                <a:lnTo>
                  <a:pt x="1030236" y="71436"/>
                </a:lnTo>
                <a:lnTo>
                  <a:pt x="1030810" y="71642"/>
                </a:lnTo>
                <a:lnTo>
                  <a:pt x="1031390" y="71845"/>
                </a:lnTo>
                <a:lnTo>
                  <a:pt x="1031976" y="72045"/>
                </a:lnTo>
                <a:lnTo>
                  <a:pt x="1032568" y="72243"/>
                </a:lnTo>
                <a:lnTo>
                  <a:pt x="1033166" y="72438"/>
                </a:lnTo>
                <a:lnTo>
                  <a:pt x="1033770" y="72630"/>
                </a:lnTo>
                <a:lnTo>
                  <a:pt x="1034380" y="72819"/>
                </a:lnTo>
                <a:lnTo>
                  <a:pt x="1034996" y="73005"/>
                </a:lnTo>
                <a:lnTo>
                  <a:pt x="1035618" y="73188"/>
                </a:lnTo>
                <a:lnTo>
                  <a:pt x="1036246" y="73369"/>
                </a:lnTo>
                <a:lnTo>
                  <a:pt x="1036880" y="73547"/>
                </a:lnTo>
                <a:lnTo>
                  <a:pt x="1037520" y="73722"/>
                </a:lnTo>
                <a:lnTo>
                  <a:pt x="1038166" y="73894"/>
                </a:lnTo>
                <a:lnTo>
                  <a:pt x="1038819" y="74063"/>
                </a:lnTo>
                <a:lnTo>
                  <a:pt x="1039477" y="74229"/>
                </a:lnTo>
                <a:lnTo>
                  <a:pt x="1040141" y="74393"/>
                </a:lnTo>
                <a:lnTo>
                  <a:pt x="1040926" y="74575"/>
                </a:lnTo>
                <a:lnTo>
                  <a:pt x="1041692" y="74756"/>
                </a:lnTo>
                <a:lnTo>
                  <a:pt x="1042438" y="74937"/>
                </a:lnTo>
                <a:lnTo>
                  <a:pt x="1043163" y="75117"/>
                </a:lnTo>
                <a:lnTo>
                  <a:pt x="1043869" y="75298"/>
                </a:lnTo>
                <a:lnTo>
                  <a:pt x="1044555" y="75478"/>
                </a:lnTo>
                <a:lnTo>
                  <a:pt x="1045221" y="75658"/>
                </a:lnTo>
                <a:lnTo>
                  <a:pt x="1045867" y="75837"/>
                </a:lnTo>
                <a:lnTo>
                  <a:pt x="1046493" y="76017"/>
                </a:lnTo>
                <a:lnTo>
                  <a:pt x="1047100" y="76196"/>
                </a:lnTo>
                <a:lnTo>
                  <a:pt x="1047686" y="76375"/>
                </a:lnTo>
                <a:lnTo>
                  <a:pt x="1048252" y="76553"/>
                </a:lnTo>
                <a:lnTo>
                  <a:pt x="1048799" y="76732"/>
                </a:lnTo>
                <a:lnTo>
                  <a:pt x="1049326" y="76910"/>
                </a:lnTo>
                <a:lnTo>
                  <a:pt x="1049832" y="77087"/>
                </a:lnTo>
                <a:lnTo>
                  <a:pt x="1050319" y="77265"/>
                </a:lnTo>
                <a:lnTo>
                  <a:pt x="1050786" y="77442"/>
                </a:lnTo>
                <a:lnTo>
                  <a:pt x="1051233" y="77619"/>
                </a:lnTo>
                <a:lnTo>
                  <a:pt x="1051660" y="77796"/>
                </a:lnTo>
                <a:lnTo>
                  <a:pt x="1052067" y="77972"/>
                </a:lnTo>
                <a:lnTo>
                  <a:pt x="1052454" y="78148"/>
                </a:lnTo>
                <a:lnTo>
                  <a:pt x="1052822" y="78324"/>
                </a:lnTo>
                <a:lnTo>
                  <a:pt x="1053169" y="78500"/>
                </a:lnTo>
                <a:lnTo>
                  <a:pt x="1053497" y="78675"/>
                </a:lnTo>
                <a:lnTo>
                  <a:pt x="1053808" y="78854"/>
                </a:lnTo>
                <a:lnTo>
                  <a:pt x="1054105" y="79040"/>
                </a:lnTo>
                <a:lnTo>
                  <a:pt x="1054390" y="79234"/>
                </a:lnTo>
                <a:lnTo>
                  <a:pt x="1054661" y="79436"/>
                </a:lnTo>
                <a:lnTo>
                  <a:pt x="1054919" y="79645"/>
                </a:lnTo>
                <a:lnTo>
                  <a:pt x="1055164" y="79861"/>
                </a:lnTo>
                <a:lnTo>
                  <a:pt x="1055395" y="80085"/>
                </a:lnTo>
                <a:lnTo>
                  <a:pt x="1055614" y="80317"/>
                </a:lnTo>
                <a:lnTo>
                  <a:pt x="1055819" y="80557"/>
                </a:lnTo>
                <a:lnTo>
                  <a:pt x="1056011" y="80803"/>
                </a:lnTo>
                <a:lnTo>
                  <a:pt x="1056189" y="81058"/>
                </a:lnTo>
                <a:lnTo>
                  <a:pt x="1056355" y="81320"/>
                </a:lnTo>
                <a:lnTo>
                  <a:pt x="1056507" y="81590"/>
                </a:lnTo>
                <a:lnTo>
                  <a:pt x="1056646" y="81867"/>
                </a:lnTo>
                <a:lnTo>
                  <a:pt x="1056771" y="82151"/>
                </a:lnTo>
                <a:lnTo>
                  <a:pt x="1056884" y="82444"/>
                </a:lnTo>
                <a:lnTo>
                  <a:pt x="1056983" y="82744"/>
                </a:lnTo>
                <a:lnTo>
                  <a:pt x="1057069" y="83051"/>
                </a:lnTo>
                <a:lnTo>
                  <a:pt x="1057142" y="83366"/>
                </a:lnTo>
                <a:lnTo>
                  <a:pt x="1057201" y="83689"/>
                </a:lnTo>
                <a:lnTo>
                  <a:pt x="1057248" y="84019"/>
                </a:lnTo>
                <a:lnTo>
                  <a:pt x="1057281" y="84357"/>
                </a:lnTo>
                <a:lnTo>
                  <a:pt x="1057301" y="84702"/>
                </a:lnTo>
                <a:lnTo>
                  <a:pt x="1057307" y="85055"/>
                </a:lnTo>
                <a:lnTo>
                  <a:pt x="1057302" y="85433"/>
                </a:lnTo>
                <a:lnTo>
                  <a:pt x="1057285" y="85802"/>
                </a:lnTo>
                <a:lnTo>
                  <a:pt x="1057257" y="86162"/>
                </a:lnTo>
                <a:lnTo>
                  <a:pt x="1057217" y="86512"/>
                </a:lnTo>
                <a:lnTo>
                  <a:pt x="1057167" y="86854"/>
                </a:lnTo>
                <a:lnTo>
                  <a:pt x="1057105" y="87186"/>
                </a:lnTo>
                <a:lnTo>
                  <a:pt x="1057032" y="87509"/>
                </a:lnTo>
                <a:lnTo>
                  <a:pt x="1056948" y="87823"/>
                </a:lnTo>
                <a:lnTo>
                  <a:pt x="1056852" y="88128"/>
                </a:lnTo>
                <a:lnTo>
                  <a:pt x="1056746" y="88423"/>
                </a:lnTo>
                <a:lnTo>
                  <a:pt x="1056628" y="88709"/>
                </a:lnTo>
                <a:lnTo>
                  <a:pt x="1056499" y="88986"/>
                </a:lnTo>
                <a:lnTo>
                  <a:pt x="1056359" y="89254"/>
                </a:lnTo>
                <a:lnTo>
                  <a:pt x="1056207" y="89512"/>
                </a:lnTo>
                <a:lnTo>
                  <a:pt x="1056044" y="89762"/>
                </a:lnTo>
                <a:lnTo>
                  <a:pt x="1055870" y="90002"/>
                </a:lnTo>
                <a:lnTo>
                  <a:pt x="1055685" y="90232"/>
                </a:lnTo>
                <a:lnTo>
                  <a:pt x="1055489" y="90454"/>
                </a:lnTo>
                <a:lnTo>
                  <a:pt x="1055281" y="90667"/>
                </a:lnTo>
                <a:lnTo>
                  <a:pt x="1055062" y="90870"/>
                </a:lnTo>
                <a:lnTo>
                  <a:pt x="1054832" y="91064"/>
                </a:lnTo>
                <a:lnTo>
                  <a:pt x="1054590" y="91249"/>
                </a:lnTo>
                <a:lnTo>
                  <a:pt x="1054338" y="91424"/>
                </a:lnTo>
                <a:lnTo>
                  <a:pt x="1054074" y="91591"/>
                </a:lnTo>
                <a:lnTo>
                  <a:pt x="1053800" y="91749"/>
                </a:lnTo>
                <a:lnTo>
                  <a:pt x="1053517" y="91900"/>
                </a:lnTo>
                <a:lnTo>
                  <a:pt x="1053225" y="92045"/>
                </a:lnTo>
                <a:lnTo>
                  <a:pt x="1052924" y="92183"/>
                </a:lnTo>
                <a:lnTo>
                  <a:pt x="1052613" y="92314"/>
                </a:lnTo>
                <a:lnTo>
                  <a:pt x="1052294" y="92439"/>
                </a:lnTo>
                <a:lnTo>
                  <a:pt x="1051965" y="92557"/>
                </a:lnTo>
                <a:lnTo>
                  <a:pt x="1051628" y="92668"/>
                </a:lnTo>
                <a:lnTo>
                  <a:pt x="1051281" y="92772"/>
                </a:lnTo>
                <a:lnTo>
                  <a:pt x="1050925" y="92870"/>
                </a:lnTo>
                <a:lnTo>
                  <a:pt x="1050561" y="92961"/>
                </a:lnTo>
                <a:lnTo>
                  <a:pt x="1050187" y="93045"/>
                </a:lnTo>
                <a:lnTo>
                  <a:pt x="1049804" y="93122"/>
                </a:lnTo>
                <a:lnTo>
                  <a:pt x="1049411" y="93193"/>
                </a:lnTo>
                <a:lnTo>
                  <a:pt x="1049010" y="93257"/>
                </a:lnTo>
                <a:lnTo>
                  <a:pt x="1048600" y="93314"/>
                </a:lnTo>
                <a:lnTo>
                  <a:pt x="1048181" y="93365"/>
                </a:lnTo>
                <a:lnTo>
                  <a:pt x="1047752" y="93408"/>
                </a:lnTo>
                <a:lnTo>
                  <a:pt x="1047315" y="93445"/>
                </a:lnTo>
                <a:lnTo>
                  <a:pt x="1046868" y="93476"/>
                </a:lnTo>
                <a:lnTo>
                  <a:pt x="1046412" y="93499"/>
                </a:lnTo>
                <a:lnTo>
                  <a:pt x="1045947" y="93516"/>
                </a:lnTo>
                <a:lnTo>
                  <a:pt x="1045473" y="93526"/>
                </a:lnTo>
                <a:lnTo>
                  <a:pt x="1044990" y="93530"/>
                </a:lnTo>
                <a:lnTo>
                  <a:pt x="1044499" y="93525"/>
                </a:lnTo>
                <a:lnTo>
                  <a:pt x="1044013" y="93512"/>
                </a:lnTo>
                <a:lnTo>
                  <a:pt x="1043532" y="93490"/>
                </a:lnTo>
                <a:lnTo>
                  <a:pt x="1043056" y="93459"/>
                </a:lnTo>
                <a:lnTo>
                  <a:pt x="1042586" y="93420"/>
                </a:lnTo>
                <a:lnTo>
                  <a:pt x="1042121" y="93372"/>
                </a:lnTo>
                <a:lnTo>
                  <a:pt x="1041661" y="93315"/>
                </a:lnTo>
                <a:lnTo>
                  <a:pt x="1041206" y="93249"/>
                </a:lnTo>
                <a:lnTo>
                  <a:pt x="1040756" y="93175"/>
                </a:lnTo>
                <a:lnTo>
                  <a:pt x="1040312" y="93091"/>
                </a:lnTo>
                <a:lnTo>
                  <a:pt x="1039872" y="92999"/>
                </a:lnTo>
                <a:lnTo>
                  <a:pt x="1039438" y="92899"/>
                </a:lnTo>
                <a:lnTo>
                  <a:pt x="1039010" y="92789"/>
                </a:lnTo>
                <a:lnTo>
                  <a:pt x="1038586" y="92671"/>
                </a:lnTo>
                <a:lnTo>
                  <a:pt x="1038168" y="92544"/>
                </a:lnTo>
                <a:lnTo>
                  <a:pt x="1037754" y="92408"/>
                </a:lnTo>
                <a:lnTo>
                  <a:pt x="1037347" y="92263"/>
                </a:lnTo>
                <a:lnTo>
                  <a:pt x="1036944" y="92110"/>
                </a:lnTo>
                <a:lnTo>
                  <a:pt x="1036546" y="91948"/>
                </a:lnTo>
                <a:lnTo>
                  <a:pt x="1036154" y="91777"/>
                </a:lnTo>
                <a:lnTo>
                  <a:pt x="1035767" y="91598"/>
                </a:lnTo>
                <a:lnTo>
                  <a:pt x="1035385" y="91409"/>
                </a:lnTo>
                <a:lnTo>
                  <a:pt x="1035008" y="91212"/>
                </a:lnTo>
                <a:lnTo>
                  <a:pt x="1034637" y="91006"/>
                </a:lnTo>
                <a:lnTo>
                  <a:pt x="1034276" y="90789"/>
                </a:lnTo>
                <a:lnTo>
                  <a:pt x="1033930" y="90558"/>
                </a:lnTo>
                <a:lnTo>
                  <a:pt x="1033599" y="90314"/>
                </a:lnTo>
                <a:lnTo>
                  <a:pt x="1033284" y="90055"/>
                </a:lnTo>
                <a:lnTo>
                  <a:pt x="1032985" y="89784"/>
                </a:lnTo>
                <a:lnTo>
                  <a:pt x="1032700" y="89498"/>
                </a:lnTo>
                <a:lnTo>
                  <a:pt x="1032431" y="89199"/>
                </a:lnTo>
                <a:lnTo>
                  <a:pt x="1032178" y="88886"/>
                </a:lnTo>
                <a:lnTo>
                  <a:pt x="1031940" y="88559"/>
                </a:lnTo>
                <a:lnTo>
                  <a:pt x="1031717" y="88219"/>
                </a:lnTo>
                <a:lnTo>
                  <a:pt x="1031509" y="87865"/>
                </a:lnTo>
                <a:lnTo>
                  <a:pt x="1031317" y="87498"/>
                </a:lnTo>
                <a:lnTo>
                  <a:pt x="1031140" y="87116"/>
                </a:lnTo>
                <a:lnTo>
                  <a:pt x="1030979" y="86721"/>
                </a:lnTo>
                <a:lnTo>
                  <a:pt x="1030833" y="86313"/>
                </a:lnTo>
                <a:lnTo>
                  <a:pt x="1030702" y="85890"/>
                </a:lnTo>
                <a:lnTo>
                  <a:pt x="1030587" y="85454"/>
                </a:lnTo>
                <a:lnTo>
                  <a:pt x="1030487" y="85004"/>
                </a:lnTo>
                <a:lnTo>
                  <a:pt x="1030403" y="84541"/>
                </a:lnTo>
                <a:lnTo>
                  <a:pt x="1030333" y="84064"/>
                </a:lnTo>
                <a:lnTo>
                  <a:pt x="1030280" y="83573"/>
                </a:lnTo>
                <a:lnTo>
                  <a:pt x="1030241" y="83069"/>
                </a:lnTo>
                <a:lnTo>
                  <a:pt x="1030218" y="82551"/>
                </a:lnTo>
                <a:lnTo>
                  <a:pt x="1030211" y="82019"/>
                </a:lnTo>
                <a:lnTo>
                  <a:pt x="1011274" y="82019"/>
                </a:lnTo>
                <a:lnTo>
                  <a:pt x="1011279" y="82624"/>
                </a:lnTo>
                <a:lnTo>
                  <a:pt x="1011293" y="83221"/>
                </a:lnTo>
                <a:lnTo>
                  <a:pt x="1011318" y="83810"/>
                </a:lnTo>
                <a:lnTo>
                  <a:pt x="1011353" y="84390"/>
                </a:lnTo>
                <a:lnTo>
                  <a:pt x="1011397" y="84962"/>
                </a:lnTo>
                <a:lnTo>
                  <a:pt x="1011452" y="85526"/>
                </a:lnTo>
                <a:lnTo>
                  <a:pt x="1011516" y="86081"/>
                </a:lnTo>
                <a:lnTo>
                  <a:pt x="1011590" y="86628"/>
                </a:lnTo>
                <a:lnTo>
                  <a:pt x="1011674" y="87166"/>
                </a:lnTo>
                <a:lnTo>
                  <a:pt x="1011768" y="87696"/>
                </a:lnTo>
                <a:lnTo>
                  <a:pt x="1011872" y="88218"/>
                </a:lnTo>
                <a:lnTo>
                  <a:pt x="1011986" y="88731"/>
                </a:lnTo>
                <a:lnTo>
                  <a:pt x="1012109" y="89236"/>
                </a:lnTo>
                <a:lnTo>
                  <a:pt x="1012243" y="89732"/>
                </a:lnTo>
                <a:lnTo>
                  <a:pt x="1012386" y="90221"/>
                </a:lnTo>
                <a:lnTo>
                  <a:pt x="1012540" y="90700"/>
                </a:lnTo>
                <a:lnTo>
                  <a:pt x="1012703" y="91172"/>
                </a:lnTo>
                <a:lnTo>
                  <a:pt x="1012876" y="91635"/>
                </a:lnTo>
                <a:lnTo>
                  <a:pt x="1013059" y="92089"/>
                </a:lnTo>
                <a:lnTo>
                  <a:pt x="1013252" y="92536"/>
                </a:lnTo>
                <a:lnTo>
                  <a:pt x="1013454" y="92973"/>
                </a:lnTo>
                <a:lnTo>
                  <a:pt x="1013667" y="93403"/>
                </a:lnTo>
                <a:lnTo>
                  <a:pt x="1013889" y="93824"/>
                </a:lnTo>
                <a:lnTo>
                  <a:pt x="1014122" y="94237"/>
                </a:lnTo>
                <a:lnTo>
                  <a:pt x="1014363" y="94642"/>
                </a:lnTo>
                <a:lnTo>
                  <a:pt x="1014610" y="95040"/>
                </a:lnTo>
                <a:lnTo>
                  <a:pt x="1014865" y="95430"/>
                </a:lnTo>
                <a:lnTo>
                  <a:pt x="1015127" y="95814"/>
                </a:lnTo>
                <a:lnTo>
                  <a:pt x="1015396" y="96190"/>
                </a:lnTo>
                <a:lnTo>
                  <a:pt x="1015671" y="96559"/>
                </a:lnTo>
                <a:lnTo>
                  <a:pt x="1015954" y="96921"/>
                </a:lnTo>
                <a:lnTo>
                  <a:pt x="1016243" y="97276"/>
                </a:lnTo>
                <a:lnTo>
                  <a:pt x="1016540" y="97624"/>
                </a:lnTo>
                <a:lnTo>
                  <a:pt x="1016843" y="97964"/>
                </a:lnTo>
                <a:lnTo>
                  <a:pt x="1017153" y="98298"/>
                </a:lnTo>
                <a:lnTo>
                  <a:pt x="1017470" y="98624"/>
                </a:lnTo>
                <a:lnTo>
                  <a:pt x="1017795" y="98943"/>
                </a:lnTo>
                <a:lnTo>
                  <a:pt x="1018126" y="99255"/>
                </a:lnTo>
                <a:lnTo>
                  <a:pt x="1018464" y="99560"/>
                </a:lnTo>
                <a:lnTo>
                  <a:pt x="1018809" y="99857"/>
                </a:lnTo>
                <a:lnTo>
                  <a:pt x="1019161" y="100148"/>
                </a:lnTo>
                <a:lnTo>
                  <a:pt x="1019520" y="100431"/>
                </a:lnTo>
                <a:lnTo>
                  <a:pt x="1019886" y="100707"/>
                </a:lnTo>
                <a:lnTo>
                  <a:pt x="1020259" y="100976"/>
                </a:lnTo>
                <a:lnTo>
                  <a:pt x="1020639" y="101238"/>
                </a:lnTo>
                <a:lnTo>
                  <a:pt x="1021025" y="101493"/>
                </a:lnTo>
                <a:lnTo>
                  <a:pt x="1021419" y="101740"/>
                </a:lnTo>
                <a:lnTo>
                  <a:pt x="1021820" y="101980"/>
                </a:lnTo>
                <a:lnTo>
                  <a:pt x="1022226" y="102214"/>
                </a:lnTo>
                <a:lnTo>
                  <a:pt x="1022636" y="102442"/>
                </a:lnTo>
                <a:lnTo>
                  <a:pt x="1023050" y="102664"/>
                </a:lnTo>
                <a:lnTo>
                  <a:pt x="1023468" y="102881"/>
                </a:lnTo>
                <a:lnTo>
                  <a:pt x="1023891" y="103091"/>
                </a:lnTo>
                <a:lnTo>
                  <a:pt x="1024317" y="103296"/>
                </a:lnTo>
                <a:lnTo>
                  <a:pt x="1024747" y="103495"/>
                </a:lnTo>
                <a:lnTo>
                  <a:pt x="1025181" y="103688"/>
                </a:lnTo>
                <a:lnTo>
                  <a:pt x="1025619" y="103876"/>
                </a:lnTo>
                <a:lnTo>
                  <a:pt x="1026062" y="104057"/>
                </a:lnTo>
                <a:lnTo>
                  <a:pt x="1026508" y="104233"/>
                </a:lnTo>
                <a:lnTo>
                  <a:pt x="1026958" y="104403"/>
                </a:lnTo>
                <a:lnTo>
                  <a:pt x="1027412" y="104567"/>
                </a:lnTo>
                <a:lnTo>
                  <a:pt x="1027871" y="104725"/>
                </a:lnTo>
                <a:lnTo>
                  <a:pt x="1028333" y="104878"/>
                </a:lnTo>
                <a:lnTo>
                  <a:pt x="1028799" y="105024"/>
                </a:lnTo>
                <a:lnTo>
                  <a:pt x="1029270" y="105165"/>
                </a:lnTo>
                <a:lnTo>
                  <a:pt x="1029744" y="105300"/>
                </a:lnTo>
                <a:lnTo>
                  <a:pt x="1030222" y="105429"/>
                </a:lnTo>
                <a:lnTo>
                  <a:pt x="1030704" y="105553"/>
                </a:lnTo>
                <a:lnTo>
                  <a:pt x="1031191" y="105670"/>
                </a:lnTo>
                <a:lnTo>
                  <a:pt x="1031681" y="105782"/>
                </a:lnTo>
                <a:lnTo>
                  <a:pt x="1032175" y="105888"/>
                </a:lnTo>
                <a:lnTo>
                  <a:pt x="1032674" y="105988"/>
                </a:lnTo>
                <a:lnTo>
                  <a:pt x="1033175" y="106083"/>
                </a:lnTo>
                <a:lnTo>
                  <a:pt x="1033676" y="106174"/>
                </a:lnTo>
                <a:lnTo>
                  <a:pt x="1034179" y="106262"/>
                </a:lnTo>
                <a:lnTo>
                  <a:pt x="1034682" y="106345"/>
                </a:lnTo>
                <a:lnTo>
                  <a:pt x="1035186" y="106424"/>
                </a:lnTo>
                <a:lnTo>
                  <a:pt x="1035690" y="106499"/>
                </a:lnTo>
                <a:lnTo>
                  <a:pt x="1036196" y="106569"/>
                </a:lnTo>
                <a:lnTo>
                  <a:pt x="1036702" y="106636"/>
                </a:lnTo>
                <a:lnTo>
                  <a:pt x="1037210" y="106699"/>
                </a:lnTo>
                <a:lnTo>
                  <a:pt x="1037718" y="106758"/>
                </a:lnTo>
                <a:lnTo>
                  <a:pt x="1038226" y="106813"/>
                </a:lnTo>
                <a:lnTo>
                  <a:pt x="1038736" y="106863"/>
                </a:lnTo>
                <a:lnTo>
                  <a:pt x="1039246" y="106910"/>
                </a:lnTo>
                <a:lnTo>
                  <a:pt x="1039758" y="106952"/>
                </a:lnTo>
                <a:lnTo>
                  <a:pt x="1040270" y="106991"/>
                </a:lnTo>
                <a:lnTo>
                  <a:pt x="1040782" y="107025"/>
                </a:lnTo>
                <a:lnTo>
                  <a:pt x="1041296" y="107056"/>
                </a:lnTo>
                <a:lnTo>
                  <a:pt x="1041810" y="107082"/>
                </a:lnTo>
                <a:lnTo>
                  <a:pt x="1042325" y="107104"/>
                </a:lnTo>
                <a:lnTo>
                  <a:pt x="1042841" y="107122"/>
                </a:lnTo>
                <a:lnTo>
                  <a:pt x="1043358" y="107137"/>
                </a:lnTo>
                <a:lnTo>
                  <a:pt x="1043876" y="107147"/>
                </a:lnTo>
                <a:lnTo>
                  <a:pt x="1044394" y="107153"/>
                </a:lnTo>
                <a:lnTo>
                  <a:pt x="1044914" y="107155"/>
                </a:lnTo>
                <a:lnTo>
                  <a:pt x="1045439" y="107153"/>
                </a:lnTo>
                <a:lnTo>
                  <a:pt x="1045963" y="107146"/>
                </a:lnTo>
                <a:lnTo>
                  <a:pt x="1046485" y="107134"/>
                </a:lnTo>
                <a:lnTo>
                  <a:pt x="1047006" y="107118"/>
                </a:lnTo>
                <a:lnTo>
                  <a:pt x="1047525" y="107097"/>
                </a:lnTo>
                <a:lnTo>
                  <a:pt x="1048043" y="107072"/>
                </a:lnTo>
                <a:close/>
                <a:moveTo>
                  <a:pt x="1436668" y="107033"/>
                </a:moveTo>
                <a:lnTo>
                  <a:pt x="1437318" y="106979"/>
                </a:lnTo>
                <a:lnTo>
                  <a:pt x="1437961" y="106916"/>
                </a:lnTo>
                <a:lnTo>
                  <a:pt x="1438597" y="106843"/>
                </a:lnTo>
                <a:lnTo>
                  <a:pt x="1439227" y="106760"/>
                </a:lnTo>
                <a:lnTo>
                  <a:pt x="1439850" y="106667"/>
                </a:lnTo>
                <a:lnTo>
                  <a:pt x="1440466" y="106565"/>
                </a:lnTo>
                <a:lnTo>
                  <a:pt x="1441075" y="106452"/>
                </a:lnTo>
                <a:lnTo>
                  <a:pt x="1441678" y="106330"/>
                </a:lnTo>
                <a:lnTo>
                  <a:pt x="1442274" y="106199"/>
                </a:lnTo>
                <a:lnTo>
                  <a:pt x="1442864" y="106057"/>
                </a:lnTo>
                <a:lnTo>
                  <a:pt x="1443447" y="105906"/>
                </a:lnTo>
                <a:lnTo>
                  <a:pt x="1444023" y="105745"/>
                </a:lnTo>
                <a:lnTo>
                  <a:pt x="1444592" y="105574"/>
                </a:lnTo>
                <a:lnTo>
                  <a:pt x="1445155" y="105394"/>
                </a:lnTo>
                <a:lnTo>
                  <a:pt x="1445711" y="105204"/>
                </a:lnTo>
                <a:lnTo>
                  <a:pt x="1446261" y="105004"/>
                </a:lnTo>
                <a:lnTo>
                  <a:pt x="1446803" y="104794"/>
                </a:lnTo>
                <a:lnTo>
                  <a:pt x="1447339" y="104574"/>
                </a:lnTo>
                <a:lnTo>
                  <a:pt x="1447869" y="104345"/>
                </a:lnTo>
                <a:lnTo>
                  <a:pt x="1448392" y="104106"/>
                </a:lnTo>
                <a:lnTo>
                  <a:pt x="1448910" y="103858"/>
                </a:lnTo>
                <a:lnTo>
                  <a:pt x="1449423" y="103601"/>
                </a:lnTo>
                <a:lnTo>
                  <a:pt x="1449930" y="103335"/>
                </a:lnTo>
                <a:lnTo>
                  <a:pt x="1450432" y="103059"/>
                </a:lnTo>
                <a:lnTo>
                  <a:pt x="1450929" y="102774"/>
                </a:lnTo>
                <a:lnTo>
                  <a:pt x="1451420" y="102480"/>
                </a:lnTo>
                <a:lnTo>
                  <a:pt x="1451906" y="102177"/>
                </a:lnTo>
                <a:lnTo>
                  <a:pt x="1452386" y="101864"/>
                </a:lnTo>
                <a:lnTo>
                  <a:pt x="1452862" y="101543"/>
                </a:lnTo>
                <a:lnTo>
                  <a:pt x="1453332" y="101212"/>
                </a:lnTo>
                <a:lnTo>
                  <a:pt x="1453796" y="100871"/>
                </a:lnTo>
                <a:lnTo>
                  <a:pt x="1454255" y="100522"/>
                </a:lnTo>
                <a:lnTo>
                  <a:pt x="1454709" y="100163"/>
                </a:lnTo>
                <a:lnTo>
                  <a:pt x="1455158" y="99796"/>
                </a:lnTo>
                <a:lnTo>
                  <a:pt x="1455601" y="99418"/>
                </a:lnTo>
                <a:lnTo>
                  <a:pt x="1456039" y="99032"/>
                </a:lnTo>
                <a:lnTo>
                  <a:pt x="1456471" y="98637"/>
                </a:lnTo>
                <a:lnTo>
                  <a:pt x="1456898" y="98232"/>
                </a:lnTo>
                <a:lnTo>
                  <a:pt x="1457320" y="97818"/>
                </a:lnTo>
                <a:lnTo>
                  <a:pt x="1457737" y="97395"/>
                </a:lnTo>
                <a:lnTo>
                  <a:pt x="1458148" y="96962"/>
                </a:lnTo>
                <a:lnTo>
                  <a:pt x="1458553" y="96521"/>
                </a:lnTo>
                <a:lnTo>
                  <a:pt x="1458954" y="96070"/>
                </a:lnTo>
                <a:lnTo>
                  <a:pt x="1459570" y="105769"/>
                </a:lnTo>
                <a:lnTo>
                  <a:pt x="1478660" y="105769"/>
                </a:lnTo>
                <a:lnTo>
                  <a:pt x="1478660" y="54737"/>
                </a:lnTo>
                <a:lnTo>
                  <a:pt x="1478656" y="54105"/>
                </a:lnTo>
                <a:lnTo>
                  <a:pt x="1478644" y="53482"/>
                </a:lnTo>
                <a:lnTo>
                  <a:pt x="1478623" y="52868"/>
                </a:lnTo>
                <a:lnTo>
                  <a:pt x="1478594" y="52262"/>
                </a:lnTo>
                <a:lnTo>
                  <a:pt x="1478557" y="51665"/>
                </a:lnTo>
                <a:lnTo>
                  <a:pt x="1478511" y="51078"/>
                </a:lnTo>
                <a:lnTo>
                  <a:pt x="1478457" y="50498"/>
                </a:lnTo>
                <a:lnTo>
                  <a:pt x="1478395" y="49928"/>
                </a:lnTo>
                <a:lnTo>
                  <a:pt x="1478325" y="49367"/>
                </a:lnTo>
                <a:lnTo>
                  <a:pt x="1478246" y="48814"/>
                </a:lnTo>
                <a:lnTo>
                  <a:pt x="1478159" y="48270"/>
                </a:lnTo>
                <a:lnTo>
                  <a:pt x="1478064" y="47735"/>
                </a:lnTo>
                <a:lnTo>
                  <a:pt x="1477960" y="47208"/>
                </a:lnTo>
                <a:lnTo>
                  <a:pt x="1477848" y="46691"/>
                </a:lnTo>
                <a:lnTo>
                  <a:pt x="1477728" y="46182"/>
                </a:lnTo>
                <a:lnTo>
                  <a:pt x="1477600" y="45682"/>
                </a:lnTo>
                <a:lnTo>
                  <a:pt x="1477463" y="45191"/>
                </a:lnTo>
                <a:lnTo>
                  <a:pt x="1477318" y="44709"/>
                </a:lnTo>
                <a:lnTo>
                  <a:pt x="1477165" y="44235"/>
                </a:lnTo>
                <a:lnTo>
                  <a:pt x="1477003" y="43770"/>
                </a:lnTo>
                <a:lnTo>
                  <a:pt x="1476833" y="43314"/>
                </a:lnTo>
                <a:lnTo>
                  <a:pt x="1476655" y="42867"/>
                </a:lnTo>
                <a:lnTo>
                  <a:pt x="1476469" y="42429"/>
                </a:lnTo>
                <a:lnTo>
                  <a:pt x="1476274" y="41999"/>
                </a:lnTo>
                <a:lnTo>
                  <a:pt x="1476072" y="41578"/>
                </a:lnTo>
                <a:lnTo>
                  <a:pt x="1475863" y="41163"/>
                </a:lnTo>
                <a:lnTo>
                  <a:pt x="1475647" y="40757"/>
                </a:lnTo>
                <a:lnTo>
                  <a:pt x="1475424" y="40357"/>
                </a:lnTo>
                <a:lnTo>
                  <a:pt x="1475195" y="39965"/>
                </a:lnTo>
                <a:lnTo>
                  <a:pt x="1474958" y="39581"/>
                </a:lnTo>
                <a:lnTo>
                  <a:pt x="1474715" y="39204"/>
                </a:lnTo>
                <a:lnTo>
                  <a:pt x="1474465" y="38835"/>
                </a:lnTo>
                <a:lnTo>
                  <a:pt x="1474208" y="38473"/>
                </a:lnTo>
                <a:lnTo>
                  <a:pt x="1473945" y="38118"/>
                </a:lnTo>
                <a:lnTo>
                  <a:pt x="1473674" y="37771"/>
                </a:lnTo>
                <a:lnTo>
                  <a:pt x="1473397" y="37431"/>
                </a:lnTo>
                <a:lnTo>
                  <a:pt x="1473113" y="37099"/>
                </a:lnTo>
                <a:lnTo>
                  <a:pt x="1472822" y="36774"/>
                </a:lnTo>
                <a:lnTo>
                  <a:pt x="1472524" y="36457"/>
                </a:lnTo>
                <a:lnTo>
                  <a:pt x="1472220" y="36147"/>
                </a:lnTo>
                <a:lnTo>
                  <a:pt x="1471908" y="35844"/>
                </a:lnTo>
                <a:lnTo>
                  <a:pt x="1471590" y="35549"/>
                </a:lnTo>
                <a:lnTo>
                  <a:pt x="1471265" y="35262"/>
                </a:lnTo>
                <a:lnTo>
                  <a:pt x="1470934" y="34982"/>
                </a:lnTo>
                <a:lnTo>
                  <a:pt x="1470595" y="34709"/>
                </a:lnTo>
                <a:lnTo>
                  <a:pt x="1470250" y="34444"/>
                </a:lnTo>
                <a:lnTo>
                  <a:pt x="1469897" y="34186"/>
                </a:lnTo>
                <a:lnTo>
                  <a:pt x="1469538" y="33936"/>
                </a:lnTo>
                <a:lnTo>
                  <a:pt x="1469173" y="33692"/>
                </a:lnTo>
                <a:lnTo>
                  <a:pt x="1468803" y="33454"/>
                </a:lnTo>
                <a:lnTo>
                  <a:pt x="1468426" y="33223"/>
                </a:lnTo>
                <a:lnTo>
                  <a:pt x="1468045" y="32997"/>
                </a:lnTo>
                <a:lnTo>
                  <a:pt x="1467658" y="32778"/>
                </a:lnTo>
                <a:lnTo>
                  <a:pt x="1467265" y="32565"/>
                </a:lnTo>
                <a:lnTo>
                  <a:pt x="1466867" y="32358"/>
                </a:lnTo>
                <a:lnTo>
                  <a:pt x="1466463" y="32156"/>
                </a:lnTo>
                <a:lnTo>
                  <a:pt x="1466054" y="31961"/>
                </a:lnTo>
                <a:lnTo>
                  <a:pt x="1465640" y="31772"/>
                </a:lnTo>
                <a:lnTo>
                  <a:pt x="1465220" y="31590"/>
                </a:lnTo>
                <a:lnTo>
                  <a:pt x="1464795" y="31413"/>
                </a:lnTo>
                <a:lnTo>
                  <a:pt x="1464364" y="31242"/>
                </a:lnTo>
                <a:lnTo>
                  <a:pt x="1463927" y="31078"/>
                </a:lnTo>
                <a:lnTo>
                  <a:pt x="1463485" y="30919"/>
                </a:lnTo>
                <a:lnTo>
                  <a:pt x="1463038" y="30767"/>
                </a:lnTo>
                <a:lnTo>
                  <a:pt x="1462585" y="30620"/>
                </a:lnTo>
                <a:lnTo>
                  <a:pt x="1462127" y="30480"/>
                </a:lnTo>
                <a:lnTo>
                  <a:pt x="1461663" y="30346"/>
                </a:lnTo>
                <a:lnTo>
                  <a:pt x="1461194" y="30218"/>
                </a:lnTo>
                <a:lnTo>
                  <a:pt x="1460719" y="30096"/>
                </a:lnTo>
                <a:lnTo>
                  <a:pt x="1460239" y="29980"/>
                </a:lnTo>
                <a:lnTo>
                  <a:pt x="1459753" y="29871"/>
                </a:lnTo>
                <a:lnTo>
                  <a:pt x="1459262" y="29767"/>
                </a:lnTo>
                <a:lnTo>
                  <a:pt x="1458766" y="29668"/>
                </a:lnTo>
                <a:lnTo>
                  <a:pt x="1458265" y="29574"/>
                </a:lnTo>
                <a:lnTo>
                  <a:pt x="1457761" y="29484"/>
                </a:lnTo>
                <a:lnTo>
                  <a:pt x="1457252" y="29398"/>
                </a:lnTo>
                <a:lnTo>
                  <a:pt x="1456738" y="29316"/>
                </a:lnTo>
                <a:lnTo>
                  <a:pt x="1456221" y="29239"/>
                </a:lnTo>
                <a:lnTo>
                  <a:pt x="1455699" y="29165"/>
                </a:lnTo>
                <a:lnTo>
                  <a:pt x="1455173" y="29096"/>
                </a:lnTo>
                <a:lnTo>
                  <a:pt x="1454643" y="29031"/>
                </a:lnTo>
                <a:lnTo>
                  <a:pt x="1454108" y="28970"/>
                </a:lnTo>
                <a:lnTo>
                  <a:pt x="1453570" y="28914"/>
                </a:lnTo>
                <a:lnTo>
                  <a:pt x="1453026" y="28861"/>
                </a:lnTo>
                <a:lnTo>
                  <a:pt x="1452479" y="28813"/>
                </a:lnTo>
                <a:lnTo>
                  <a:pt x="1451927" y="28769"/>
                </a:lnTo>
                <a:lnTo>
                  <a:pt x="1451371" y="28729"/>
                </a:lnTo>
                <a:lnTo>
                  <a:pt x="1450811" y="28693"/>
                </a:lnTo>
                <a:lnTo>
                  <a:pt x="1450247" y="28662"/>
                </a:lnTo>
                <a:lnTo>
                  <a:pt x="1449678" y="28635"/>
                </a:lnTo>
                <a:lnTo>
                  <a:pt x="1449105" y="28612"/>
                </a:lnTo>
                <a:lnTo>
                  <a:pt x="1448527" y="28593"/>
                </a:lnTo>
                <a:lnTo>
                  <a:pt x="1447946" y="28578"/>
                </a:lnTo>
                <a:lnTo>
                  <a:pt x="1447360" y="28568"/>
                </a:lnTo>
                <a:lnTo>
                  <a:pt x="1446770" y="28561"/>
                </a:lnTo>
                <a:lnTo>
                  <a:pt x="1446175" y="28559"/>
                </a:lnTo>
                <a:lnTo>
                  <a:pt x="1445365" y="28564"/>
                </a:lnTo>
                <a:lnTo>
                  <a:pt x="1444562" y="28577"/>
                </a:lnTo>
                <a:lnTo>
                  <a:pt x="1443768" y="28598"/>
                </a:lnTo>
                <a:lnTo>
                  <a:pt x="1442982" y="28629"/>
                </a:lnTo>
                <a:lnTo>
                  <a:pt x="1442204" y="28668"/>
                </a:lnTo>
                <a:lnTo>
                  <a:pt x="1441434" y="28715"/>
                </a:lnTo>
                <a:lnTo>
                  <a:pt x="1440672" y="28771"/>
                </a:lnTo>
                <a:lnTo>
                  <a:pt x="1439919" y="28836"/>
                </a:lnTo>
                <a:lnTo>
                  <a:pt x="1439173" y="28910"/>
                </a:lnTo>
                <a:lnTo>
                  <a:pt x="1438436" y="28992"/>
                </a:lnTo>
                <a:lnTo>
                  <a:pt x="1437707" y="29083"/>
                </a:lnTo>
                <a:lnTo>
                  <a:pt x="1436986" y="29183"/>
                </a:lnTo>
                <a:lnTo>
                  <a:pt x="1436273" y="29291"/>
                </a:lnTo>
                <a:lnTo>
                  <a:pt x="1435568" y="29408"/>
                </a:lnTo>
                <a:lnTo>
                  <a:pt x="1434872" y="29534"/>
                </a:lnTo>
                <a:lnTo>
                  <a:pt x="1434184" y="29668"/>
                </a:lnTo>
                <a:lnTo>
                  <a:pt x="1433503" y="29811"/>
                </a:lnTo>
                <a:lnTo>
                  <a:pt x="1432831" y="29962"/>
                </a:lnTo>
                <a:lnTo>
                  <a:pt x="1432168" y="30123"/>
                </a:lnTo>
                <a:lnTo>
                  <a:pt x="1431512" y="30292"/>
                </a:lnTo>
                <a:lnTo>
                  <a:pt x="1430864" y="30469"/>
                </a:lnTo>
                <a:lnTo>
                  <a:pt x="1430225" y="30655"/>
                </a:lnTo>
                <a:lnTo>
                  <a:pt x="1429594" y="30850"/>
                </a:lnTo>
                <a:lnTo>
                  <a:pt x="1428970" y="31054"/>
                </a:lnTo>
                <a:lnTo>
                  <a:pt x="1428357" y="31267"/>
                </a:lnTo>
                <a:lnTo>
                  <a:pt x="1427755" y="31492"/>
                </a:lnTo>
                <a:lnTo>
                  <a:pt x="1427164" y="31727"/>
                </a:lnTo>
                <a:lnTo>
                  <a:pt x="1426584" y="31974"/>
                </a:lnTo>
                <a:lnTo>
                  <a:pt x="1426016" y="32232"/>
                </a:lnTo>
                <a:lnTo>
                  <a:pt x="1425458" y="32501"/>
                </a:lnTo>
                <a:lnTo>
                  <a:pt x="1424912" y="32781"/>
                </a:lnTo>
                <a:lnTo>
                  <a:pt x="1424377" y="33072"/>
                </a:lnTo>
                <a:lnTo>
                  <a:pt x="1423854" y="33375"/>
                </a:lnTo>
                <a:lnTo>
                  <a:pt x="1423341" y="33688"/>
                </a:lnTo>
                <a:lnTo>
                  <a:pt x="1422840" y="34013"/>
                </a:lnTo>
                <a:lnTo>
                  <a:pt x="1422350" y="34348"/>
                </a:lnTo>
                <a:lnTo>
                  <a:pt x="1421872" y="34695"/>
                </a:lnTo>
                <a:lnTo>
                  <a:pt x="1421404" y="35053"/>
                </a:lnTo>
                <a:lnTo>
                  <a:pt x="1420948" y="35422"/>
                </a:lnTo>
                <a:lnTo>
                  <a:pt x="1420503" y="35802"/>
                </a:lnTo>
                <a:lnTo>
                  <a:pt x="1420069" y="36193"/>
                </a:lnTo>
                <a:lnTo>
                  <a:pt x="1419646" y="36595"/>
                </a:lnTo>
                <a:lnTo>
                  <a:pt x="1419235" y="37009"/>
                </a:lnTo>
                <a:lnTo>
                  <a:pt x="1418835" y="37433"/>
                </a:lnTo>
                <a:lnTo>
                  <a:pt x="1418446" y="37869"/>
                </a:lnTo>
                <a:lnTo>
                  <a:pt x="1418068" y="38316"/>
                </a:lnTo>
                <a:lnTo>
                  <a:pt x="1417702" y="38774"/>
                </a:lnTo>
                <a:lnTo>
                  <a:pt x="1417347" y="39242"/>
                </a:lnTo>
                <a:lnTo>
                  <a:pt x="1417004" y="39724"/>
                </a:lnTo>
                <a:lnTo>
                  <a:pt x="1416676" y="40219"/>
                </a:lnTo>
                <a:lnTo>
                  <a:pt x="1416363" y="40729"/>
                </a:lnTo>
                <a:lnTo>
                  <a:pt x="1416065" y="41252"/>
                </a:lnTo>
                <a:lnTo>
                  <a:pt x="1415781" y="41790"/>
                </a:lnTo>
                <a:lnTo>
                  <a:pt x="1415511" y="42342"/>
                </a:lnTo>
                <a:lnTo>
                  <a:pt x="1415256" y="42907"/>
                </a:lnTo>
                <a:lnTo>
                  <a:pt x="1415016" y="43487"/>
                </a:lnTo>
                <a:lnTo>
                  <a:pt x="1414790" y="44081"/>
                </a:lnTo>
                <a:lnTo>
                  <a:pt x="1414579" y="44689"/>
                </a:lnTo>
                <a:lnTo>
                  <a:pt x="1414382" y="45311"/>
                </a:lnTo>
                <a:lnTo>
                  <a:pt x="1414200" y="45947"/>
                </a:lnTo>
                <a:lnTo>
                  <a:pt x="1414033" y="46598"/>
                </a:lnTo>
                <a:lnTo>
                  <a:pt x="1413880" y="47262"/>
                </a:lnTo>
                <a:lnTo>
                  <a:pt x="1413741" y="47940"/>
                </a:lnTo>
                <a:lnTo>
                  <a:pt x="1413617" y="48633"/>
                </a:lnTo>
                <a:lnTo>
                  <a:pt x="1413508" y="49339"/>
                </a:lnTo>
                <a:lnTo>
                  <a:pt x="1413413" y="50060"/>
                </a:lnTo>
                <a:lnTo>
                  <a:pt x="1413333" y="50795"/>
                </a:lnTo>
                <a:lnTo>
                  <a:pt x="1413268" y="51543"/>
                </a:lnTo>
                <a:lnTo>
                  <a:pt x="1413217" y="52306"/>
                </a:lnTo>
                <a:lnTo>
                  <a:pt x="1413180" y="53083"/>
                </a:lnTo>
                <a:lnTo>
                  <a:pt x="1413159" y="53874"/>
                </a:lnTo>
                <a:lnTo>
                  <a:pt x="1413151" y="54679"/>
                </a:lnTo>
                <a:lnTo>
                  <a:pt x="1432242" y="54679"/>
                </a:lnTo>
                <a:lnTo>
                  <a:pt x="1432249" y="54132"/>
                </a:lnTo>
                <a:lnTo>
                  <a:pt x="1432269" y="53598"/>
                </a:lnTo>
                <a:lnTo>
                  <a:pt x="1432303" y="53076"/>
                </a:lnTo>
                <a:lnTo>
                  <a:pt x="1432351" y="52567"/>
                </a:lnTo>
                <a:lnTo>
                  <a:pt x="1432412" y="52071"/>
                </a:lnTo>
                <a:lnTo>
                  <a:pt x="1432487" y="51588"/>
                </a:lnTo>
                <a:lnTo>
                  <a:pt x="1432576" y="51118"/>
                </a:lnTo>
                <a:lnTo>
                  <a:pt x="1432678" y="50660"/>
                </a:lnTo>
                <a:lnTo>
                  <a:pt x="1432794" y="50215"/>
                </a:lnTo>
                <a:lnTo>
                  <a:pt x="1432924" y="49783"/>
                </a:lnTo>
                <a:lnTo>
                  <a:pt x="1433067" y="49363"/>
                </a:lnTo>
                <a:lnTo>
                  <a:pt x="1433224" y="48957"/>
                </a:lnTo>
                <a:lnTo>
                  <a:pt x="1433394" y="48563"/>
                </a:lnTo>
                <a:lnTo>
                  <a:pt x="1433578" y="48182"/>
                </a:lnTo>
                <a:lnTo>
                  <a:pt x="1433776" y="47814"/>
                </a:lnTo>
                <a:lnTo>
                  <a:pt x="1433987" y="47458"/>
                </a:lnTo>
                <a:lnTo>
                  <a:pt x="1434212" y="47115"/>
                </a:lnTo>
                <a:lnTo>
                  <a:pt x="1434450" y="46785"/>
                </a:lnTo>
                <a:lnTo>
                  <a:pt x="1434703" y="46468"/>
                </a:lnTo>
                <a:lnTo>
                  <a:pt x="1434968" y="46164"/>
                </a:lnTo>
                <a:lnTo>
                  <a:pt x="1435248" y="45872"/>
                </a:lnTo>
                <a:lnTo>
                  <a:pt x="1435541" y="45593"/>
                </a:lnTo>
                <a:lnTo>
                  <a:pt x="1435848" y="45327"/>
                </a:lnTo>
                <a:lnTo>
                  <a:pt x="1436168" y="45074"/>
                </a:lnTo>
                <a:lnTo>
                  <a:pt x="1436499" y="44832"/>
                </a:lnTo>
                <a:lnTo>
                  <a:pt x="1436837" y="44600"/>
                </a:lnTo>
                <a:lnTo>
                  <a:pt x="1437183" y="44378"/>
                </a:lnTo>
                <a:lnTo>
                  <a:pt x="1437536" y="44167"/>
                </a:lnTo>
                <a:lnTo>
                  <a:pt x="1437897" y="43967"/>
                </a:lnTo>
                <a:lnTo>
                  <a:pt x="1438266" y="43776"/>
                </a:lnTo>
                <a:lnTo>
                  <a:pt x="1438641" y="43596"/>
                </a:lnTo>
                <a:lnTo>
                  <a:pt x="1439025" y="43426"/>
                </a:lnTo>
                <a:lnTo>
                  <a:pt x="1439416" y="43266"/>
                </a:lnTo>
                <a:lnTo>
                  <a:pt x="1439814" y="43117"/>
                </a:lnTo>
                <a:lnTo>
                  <a:pt x="1440220" y="42978"/>
                </a:lnTo>
                <a:lnTo>
                  <a:pt x="1440633" y="42849"/>
                </a:lnTo>
                <a:lnTo>
                  <a:pt x="1441053" y="42731"/>
                </a:lnTo>
                <a:lnTo>
                  <a:pt x="1441482" y="42622"/>
                </a:lnTo>
                <a:lnTo>
                  <a:pt x="1441917" y="42525"/>
                </a:lnTo>
                <a:lnTo>
                  <a:pt x="1442360" y="42437"/>
                </a:lnTo>
                <a:lnTo>
                  <a:pt x="1442811" y="42360"/>
                </a:lnTo>
                <a:lnTo>
                  <a:pt x="1443269" y="42293"/>
                </a:lnTo>
                <a:lnTo>
                  <a:pt x="1443735" y="42236"/>
                </a:lnTo>
                <a:lnTo>
                  <a:pt x="1444208" y="42190"/>
                </a:lnTo>
                <a:lnTo>
                  <a:pt x="1444689" y="42154"/>
                </a:lnTo>
                <a:lnTo>
                  <a:pt x="1445177" y="42128"/>
                </a:lnTo>
                <a:lnTo>
                  <a:pt x="1445672" y="42113"/>
                </a:lnTo>
                <a:lnTo>
                  <a:pt x="1446175" y="42108"/>
                </a:lnTo>
                <a:lnTo>
                  <a:pt x="1446634" y="42112"/>
                </a:lnTo>
                <a:lnTo>
                  <a:pt x="1447085" y="42127"/>
                </a:lnTo>
                <a:lnTo>
                  <a:pt x="1447529" y="42151"/>
                </a:lnTo>
                <a:lnTo>
                  <a:pt x="1447966" y="42185"/>
                </a:lnTo>
                <a:lnTo>
                  <a:pt x="1448396" y="42228"/>
                </a:lnTo>
                <a:lnTo>
                  <a:pt x="1448819" y="42281"/>
                </a:lnTo>
                <a:lnTo>
                  <a:pt x="1449235" y="42344"/>
                </a:lnTo>
                <a:lnTo>
                  <a:pt x="1449644" y="42417"/>
                </a:lnTo>
                <a:lnTo>
                  <a:pt x="1450045" y="42499"/>
                </a:lnTo>
                <a:lnTo>
                  <a:pt x="1450440" y="42590"/>
                </a:lnTo>
                <a:lnTo>
                  <a:pt x="1450827" y="42692"/>
                </a:lnTo>
                <a:lnTo>
                  <a:pt x="1451208" y="42803"/>
                </a:lnTo>
                <a:lnTo>
                  <a:pt x="1451581" y="42923"/>
                </a:lnTo>
                <a:lnTo>
                  <a:pt x="1451947" y="43054"/>
                </a:lnTo>
                <a:lnTo>
                  <a:pt x="1452307" y="43194"/>
                </a:lnTo>
                <a:lnTo>
                  <a:pt x="1452659" y="43343"/>
                </a:lnTo>
                <a:lnTo>
                  <a:pt x="1453004" y="43503"/>
                </a:lnTo>
                <a:lnTo>
                  <a:pt x="1453342" y="43672"/>
                </a:lnTo>
                <a:lnTo>
                  <a:pt x="1453672" y="43850"/>
                </a:lnTo>
                <a:lnTo>
                  <a:pt x="1453996" y="44039"/>
                </a:lnTo>
                <a:lnTo>
                  <a:pt x="1454313" y="44237"/>
                </a:lnTo>
                <a:lnTo>
                  <a:pt x="1454622" y="44444"/>
                </a:lnTo>
                <a:lnTo>
                  <a:pt x="1454925" y="44662"/>
                </a:lnTo>
                <a:lnTo>
                  <a:pt x="1455220" y="44888"/>
                </a:lnTo>
                <a:lnTo>
                  <a:pt x="1455506" y="45128"/>
                </a:lnTo>
                <a:lnTo>
                  <a:pt x="1455780" y="45385"/>
                </a:lnTo>
                <a:lnTo>
                  <a:pt x="1456041" y="45658"/>
                </a:lnTo>
                <a:lnTo>
                  <a:pt x="1456290" y="45948"/>
                </a:lnTo>
                <a:lnTo>
                  <a:pt x="1456528" y="46254"/>
                </a:lnTo>
                <a:lnTo>
                  <a:pt x="1456753" y="46577"/>
                </a:lnTo>
                <a:lnTo>
                  <a:pt x="1456965" y="46916"/>
                </a:lnTo>
                <a:lnTo>
                  <a:pt x="1457166" y="47272"/>
                </a:lnTo>
                <a:lnTo>
                  <a:pt x="1457355" y="47645"/>
                </a:lnTo>
                <a:lnTo>
                  <a:pt x="1457531" y="48034"/>
                </a:lnTo>
                <a:lnTo>
                  <a:pt x="1457695" y="48439"/>
                </a:lnTo>
                <a:lnTo>
                  <a:pt x="1457847" y="48861"/>
                </a:lnTo>
                <a:lnTo>
                  <a:pt x="1457987" y="49300"/>
                </a:lnTo>
                <a:lnTo>
                  <a:pt x="1458115" y="49755"/>
                </a:lnTo>
                <a:lnTo>
                  <a:pt x="1458230" y="50227"/>
                </a:lnTo>
                <a:lnTo>
                  <a:pt x="1458334" y="50715"/>
                </a:lnTo>
                <a:lnTo>
                  <a:pt x="1458425" y="51220"/>
                </a:lnTo>
                <a:lnTo>
                  <a:pt x="1458504" y="51742"/>
                </a:lnTo>
                <a:lnTo>
                  <a:pt x="1458571" y="52280"/>
                </a:lnTo>
                <a:lnTo>
                  <a:pt x="1458626" y="52834"/>
                </a:lnTo>
                <a:lnTo>
                  <a:pt x="1458668" y="53405"/>
                </a:lnTo>
                <a:lnTo>
                  <a:pt x="1458698" y="53993"/>
                </a:lnTo>
                <a:lnTo>
                  <a:pt x="1458717" y="54597"/>
                </a:lnTo>
                <a:lnTo>
                  <a:pt x="1458723" y="55218"/>
                </a:lnTo>
                <a:lnTo>
                  <a:pt x="1458723" y="59348"/>
                </a:lnTo>
                <a:lnTo>
                  <a:pt x="1457491" y="59377"/>
                </a:lnTo>
                <a:lnTo>
                  <a:pt x="1456272" y="59411"/>
                </a:lnTo>
                <a:lnTo>
                  <a:pt x="1455066" y="59451"/>
                </a:lnTo>
                <a:lnTo>
                  <a:pt x="1453872" y="59496"/>
                </a:lnTo>
                <a:lnTo>
                  <a:pt x="1452691" y="59547"/>
                </a:lnTo>
                <a:lnTo>
                  <a:pt x="1451523" y="59603"/>
                </a:lnTo>
                <a:lnTo>
                  <a:pt x="1450367" y="59665"/>
                </a:lnTo>
                <a:lnTo>
                  <a:pt x="1449224" y="59733"/>
                </a:lnTo>
                <a:lnTo>
                  <a:pt x="1448094" y="59805"/>
                </a:lnTo>
                <a:lnTo>
                  <a:pt x="1446977" y="59884"/>
                </a:lnTo>
                <a:lnTo>
                  <a:pt x="1445872" y="59968"/>
                </a:lnTo>
                <a:lnTo>
                  <a:pt x="1444780" y="60057"/>
                </a:lnTo>
                <a:lnTo>
                  <a:pt x="1443701" y="60153"/>
                </a:lnTo>
                <a:lnTo>
                  <a:pt x="1442634" y="60253"/>
                </a:lnTo>
                <a:lnTo>
                  <a:pt x="1441580" y="60359"/>
                </a:lnTo>
                <a:lnTo>
                  <a:pt x="1440539" y="60471"/>
                </a:lnTo>
                <a:lnTo>
                  <a:pt x="1439510" y="60588"/>
                </a:lnTo>
                <a:lnTo>
                  <a:pt x="1438494" y="60711"/>
                </a:lnTo>
                <a:lnTo>
                  <a:pt x="1437491" y="60839"/>
                </a:lnTo>
                <a:lnTo>
                  <a:pt x="1436500" y="60973"/>
                </a:lnTo>
                <a:lnTo>
                  <a:pt x="1435523" y="61113"/>
                </a:lnTo>
                <a:lnTo>
                  <a:pt x="1434558" y="61258"/>
                </a:lnTo>
                <a:lnTo>
                  <a:pt x="1433605" y="61408"/>
                </a:lnTo>
                <a:lnTo>
                  <a:pt x="1432665" y="61564"/>
                </a:lnTo>
                <a:lnTo>
                  <a:pt x="1431741" y="61729"/>
                </a:lnTo>
                <a:lnTo>
                  <a:pt x="1430833" y="61905"/>
                </a:lnTo>
                <a:lnTo>
                  <a:pt x="1429943" y="62094"/>
                </a:lnTo>
                <a:lnTo>
                  <a:pt x="1429070" y="62294"/>
                </a:lnTo>
                <a:lnTo>
                  <a:pt x="1428214" y="62506"/>
                </a:lnTo>
                <a:lnTo>
                  <a:pt x="1427376" y="62730"/>
                </a:lnTo>
                <a:lnTo>
                  <a:pt x="1426554" y="62966"/>
                </a:lnTo>
                <a:lnTo>
                  <a:pt x="1425750" y="63214"/>
                </a:lnTo>
                <a:lnTo>
                  <a:pt x="1424963" y="63474"/>
                </a:lnTo>
                <a:lnTo>
                  <a:pt x="1424194" y="63746"/>
                </a:lnTo>
                <a:lnTo>
                  <a:pt x="1423441" y="64029"/>
                </a:lnTo>
                <a:lnTo>
                  <a:pt x="1422706" y="64324"/>
                </a:lnTo>
                <a:lnTo>
                  <a:pt x="1421988" y="64632"/>
                </a:lnTo>
                <a:lnTo>
                  <a:pt x="1421288" y="64951"/>
                </a:lnTo>
                <a:lnTo>
                  <a:pt x="1420604" y="65282"/>
                </a:lnTo>
                <a:lnTo>
                  <a:pt x="1419938" y="65625"/>
                </a:lnTo>
                <a:lnTo>
                  <a:pt x="1419289" y="65979"/>
                </a:lnTo>
                <a:lnTo>
                  <a:pt x="1418658" y="66346"/>
                </a:lnTo>
                <a:lnTo>
                  <a:pt x="1418043" y="66725"/>
                </a:lnTo>
                <a:lnTo>
                  <a:pt x="1417446" y="67115"/>
                </a:lnTo>
                <a:lnTo>
                  <a:pt x="1416866" y="67517"/>
                </a:lnTo>
                <a:lnTo>
                  <a:pt x="1416303" y="67931"/>
                </a:lnTo>
                <a:lnTo>
                  <a:pt x="1415758" y="68357"/>
                </a:lnTo>
                <a:lnTo>
                  <a:pt x="1415230" y="68795"/>
                </a:lnTo>
                <a:lnTo>
                  <a:pt x="1414721" y="69248"/>
                </a:lnTo>
                <a:lnTo>
                  <a:pt x="1414234" y="69718"/>
                </a:lnTo>
                <a:lnTo>
                  <a:pt x="1413768" y="70207"/>
                </a:lnTo>
                <a:lnTo>
                  <a:pt x="1413324" y="70713"/>
                </a:lnTo>
                <a:lnTo>
                  <a:pt x="1412902" y="71238"/>
                </a:lnTo>
                <a:lnTo>
                  <a:pt x="1412502" y="71780"/>
                </a:lnTo>
                <a:lnTo>
                  <a:pt x="1412123" y="72340"/>
                </a:lnTo>
                <a:lnTo>
                  <a:pt x="1411766" y="72919"/>
                </a:lnTo>
                <a:lnTo>
                  <a:pt x="1411430" y="73515"/>
                </a:lnTo>
                <a:lnTo>
                  <a:pt x="1411116" y="74129"/>
                </a:lnTo>
                <a:lnTo>
                  <a:pt x="1410824" y="74761"/>
                </a:lnTo>
                <a:lnTo>
                  <a:pt x="1410553" y="75411"/>
                </a:lnTo>
                <a:lnTo>
                  <a:pt x="1410304" y="76079"/>
                </a:lnTo>
                <a:lnTo>
                  <a:pt x="1410077" y="76765"/>
                </a:lnTo>
                <a:lnTo>
                  <a:pt x="1409871" y="77469"/>
                </a:lnTo>
                <a:lnTo>
                  <a:pt x="1409687" y="78191"/>
                </a:lnTo>
                <a:lnTo>
                  <a:pt x="1409525" y="78931"/>
                </a:lnTo>
                <a:lnTo>
                  <a:pt x="1409384" y="79689"/>
                </a:lnTo>
                <a:lnTo>
                  <a:pt x="1409265" y="80464"/>
                </a:lnTo>
                <a:lnTo>
                  <a:pt x="1409168" y="81258"/>
                </a:lnTo>
                <a:lnTo>
                  <a:pt x="1409092" y="82069"/>
                </a:lnTo>
                <a:lnTo>
                  <a:pt x="1409038" y="82899"/>
                </a:lnTo>
                <a:lnTo>
                  <a:pt x="1409005" y="83747"/>
                </a:lnTo>
                <a:lnTo>
                  <a:pt x="1408994" y="84612"/>
                </a:lnTo>
                <a:lnTo>
                  <a:pt x="1409000" y="85236"/>
                </a:lnTo>
                <a:lnTo>
                  <a:pt x="1409018" y="85851"/>
                </a:lnTo>
                <a:lnTo>
                  <a:pt x="1409048" y="86457"/>
                </a:lnTo>
                <a:lnTo>
                  <a:pt x="1409090" y="87055"/>
                </a:lnTo>
                <a:lnTo>
                  <a:pt x="1409143" y="87644"/>
                </a:lnTo>
                <a:lnTo>
                  <a:pt x="1409208" y="88224"/>
                </a:lnTo>
                <a:lnTo>
                  <a:pt x="1409286" y="88795"/>
                </a:lnTo>
                <a:lnTo>
                  <a:pt x="1409375" y="89358"/>
                </a:lnTo>
                <a:lnTo>
                  <a:pt x="1409476" y="89911"/>
                </a:lnTo>
                <a:lnTo>
                  <a:pt x="1409589" y="90457"/>
                </a:lnTo>
                <a:lnTo>
                  <a:pt x="1409714" y="90993"/>
                </a:lnTo>
                <a:lnTo>
                  <a:pt x="1409851" y="91520"/>
                </a:lnTo>
                <a:lnTo>
                  <a:pt x="1409999" y="92039"/>
                </a:lnTo>
                <a:lnTo>
                  <a:pt x="1410160" y="92549"/>
                </a:lnTo>
                <a:lnTo>
                  <a:pt x="1410332" y="93050"/>
                </a:lnTo>
                <a:lnTo>
                  <a:pt x="1410517" y="93543"/>
                </a:lnTo>
                <a:lnTo>
                  <a:pt x="1410713" y="94026"/>
                </a:lnTo>
                <a:lnTo>
                  <a:pt x="1410921" y="94501"/>
                </a:lnTo>
                <a:lnTo>
                  <a:pt x="1411141" y="94967"/>
                </a:lnTo>
                <a:lnTo>
                  <a:pt x="1411373" y="95425"/>
                </a:lnTo>
                <a:lnTo>
                  <a:pt x="1411617" y="95873"/>
                </a:lnTo>
                <a:lnTo>
                  <a:pt x="1411873" y="96313"/>
                </a:lnTo>
                <a:lnTo>
                  <a:pt x="1412140" y="96744"/>
                </a:lnTo>
                <a:lnTo>
                  <a:pt x="1412420" y="97167"/>
                </a:lnTo>
                <a:lnTo>
                  <a:pt x="1412709" y="97580"/>
                </a:lnTo>
                <a:lnTo>
                  <a:pt x="1413006" y="97985"/>
                </a:lnTo>
                <a:lnTo>
                  <a:pt x="1413309" y="98381"/>
                </a:lnTo>
                <a:lnTo>
                  <a:pt x="1413621" y="98768"/>
                </a:lnTo>
                <a:lnTo>
                  <a:pt x="1413939" y="99146"/>
                </a:lnTo>
                <a:lnTo>
                  <a:pt x="1414265" y="99516"/>
                </a:lnTo>
                <a:lnTo>
                  <a:pt x="1414598" y="99876"/>
                </a:lnTo>
                <a:lnTo>
                  <a:pt x="1414939" y="100228"/>
                </a:lnTo>
                <a:lnTo>
                  <a:pt x="1415287" y="100572"/>
                </a:lnTo>
                <a:lnTo>
                  <a:pt x="1415642" y="100906"/>
                </a:lnTo>
                <a:lnTo>
                  <a:pt x="1416005" y="101232"/>
                </a:lnTo>
                <a:lnTo>
                  <a:pt x="1416375" y="101549"/>
                </a:lnTo>
                <a:lnTo>
                  <a:pt x="1416752" y="101857"/>
                </a:lnTo>
                <a:lnTo>
                  <a:pt x="1417137" y="102156"/>
                </a:lnTo>
                <a:lnTo>
                  <a:pt x="1417529" y="102447"/>
                </a:lnTo>
                <a:lnTo>
                  <a:pt x="1417928" y="102729"/>
                </a:lnTo>
                <a:lnTo>
                  <a:pt x="1418335" y="103002"/>
                </a:lnTo>
                <a:lnTo>
                  <a:pt x="1418749" y="103266"/>
                </a:lnTo>
                <a:lnTo>
                  <a:pt x="1419170" y="103521"/>
                </a:lnTo>
                <a:lnTo>
                  <a:pt x="1419599" y="103768"/>
                </a:lnTo>
                <a:lnTo>
                  <a:pt x="1420035" y="104006"/>
                </a:lnTo>
                <a:lnTo>
                  <a:pt x="1420479" y="104235"/>
                </a:lnTo>
                <a:lnTo>
                  <a:pt x="1420930" y="104456"/>
                </a:lnTo>
                <a:lnTo>
                  <a:pt x="1421388" y="104667"/>
                </a:lnTo>
                <a:lnTo>
                  <a:pt x="1421851" y="104870"/>
                </a:lnTo>
                <a:lnTo>
                  <a:pt x="1422318" y="105065"/>
                </a:lnTo>
                <a:lnTo>
                  <a:pt x="1422787" y="105250"/>
                </a:lnTo>
                <a:lnTo>
                  <a:pt x="1423259" y="105427"/>
                </a:lnTo>
                <a:lnTo>
                  <a:pt x="1423734" y="105596"/>
                </a:lnTo>
                <a:lnTo>
                  <a:pt x="1424212" y="105756"/>
                </a:lnTo>
                <a:lnTo>
                  <a:pt x="1424693" y="105907"/>
                </a:lnTo>
                <a:lnTo>
                  <a:pt x="1425177" y="106049"/>
                </a:lnTo>
                <a:lnTo>
                  <a:pt x="1425664" y="106183"/>
                </a:lnTo>
                <a:lnTo>
                  <a:pt x="1426154" y="106308"/>
                </a:lnTo>
                <a:lnTo>
                  <a:pt x="1426646" y="106425"/>
                </a:lnTo>
                <a:lnTo>
                  <a:pt x="1427142" y="106533"/>
                </a:lnTo>
                <a:lnTo>
                  <a:pt x="1427641" y="106632"/>
                </a:lnTo>
                <a:lnTo>
                  <a:pt x="1428142" y="106723"/>
                </a:lnTo>
                <a:lnTo>
                  <a:pt x="1428647" y="106805"/>
                </a:lnTo>
                <a:lnTo>
                  <a:pt x="1429154" y="106878"/>
                </a:lnTo>
                <a:lnTo>
                  <a:pt x="1429665" y="106943"/>
                </a:lnTo>
                <a:lnTo>
                  <a:pt x="1430178" y="106999"/>
                </a:lnTo>
                <a:lnTo>
                  <a:pt x="1430694" y="107047"/>
                </a:lnTo>
                <a:lnTo>
                  <a:pt x="1431214" y="107086"/>
                </a:lnTo>
                <a:lnTo>
                  <a:pt x="1431736" y="107116"/>
                </a:lnTo>
                <a:lnTo>
                  <a:pt x="1432261" y="107138"/>
                </a:lnTo>
                <a:lnTo>
                  <a:pt x="1432789" y="107151"/>
                </a:lnTo>
                <a:lnTo>
                  <a:pt x="1433320" y="107155"/>
                </a:lnTo>
                <a:lnTo>
                  <a:pt x="1434003" y="107150"/>
                </a:lnTo>
                <a:lnTo>
                  <a:pt x="1434679" y="107135"/>
                </a:lnTo>
                <a:lnTo>
                  <a:pt x="1435349" y="107111"/>
                </a:lnTo>
                <a:lnTo>
                  <a:pt x="1436012" y="107077"/>
                </a:lnTo>
                <a:lnTo>
                  <a:pt x="1436668" y="107033"/>
                </a:lnTo>
                <a:close/>
                <a:moveTo>
                  <a:pt x="1438136" y="93042"/>
                </a:moveTo>
                <a:lnTo>
                  <a:pt x="1437777" y="92997"/>
                </a:lnTo>
                <a:lnTo>
                  <a:pt x="1437425" y="92944"/>
                </a:lnTo>
                <a:lnTo>
                  <a:pt x="1437079" y="92883"/>
                </a:lnTo>
                <a:lnTo>
                  <a:pt x="1436739" y="92813"/>
                </a:lnTo>
                <a:lnTo>
                  <a:pt x="1436405" y="92735"/>
                </a:lnTo>
                <a:lnTo>
                  <a:pt x="1436076" y="92649"/>
                </a:lnTo>
                <a:lnTo>
                  <a:pt x="1435754" y="92555"/>
                </a:lnTo>
                <a:lnTo>
                  <a:pt x="1435438" y="92453"/>
                </a:lnTo>
                <a:lnTo>
                  <a:pt x="1435128" y="92342"/>
                </a:lnTo>
                <a:lnTo>
                  <a:pt x="1434824" y="92224"/>
                </a:lnTo>
                <a:lnTo>
                  <a:pt x="1434526" y="92097"/>
                </a:lnTo>
                <a:lnTo>
                  <a:pt x="1434234" y="91962"/>
                </a:lnTo>
                <a:lnTo>
                  <a:pt x="1433948" y="91819"/>
                </a:lnTo>
                <a:lnTo>
                  <a:pt x="1433668" y="91667"/>
                </a:lnTo>
                <a:lnTo>
                  <a:pt x="1433394" y="91508"/>
                </a:lnTo>
                <a:lnTo>
                  <a:pt x="1433125" y="91340"/>
                </a:lnTo>
                <a:lnTo>
                  <a:pt x="1432863" y="91164"/>
                </a:lnTo>
                <a:lnTo>
                  <a:pt x="1432607" y="90980"/>
                </a:lnTo>
                <a:lnTo>
                  <a:pt x="1432357" y="90787"/>
                </a:lnTo>
                <a:lnTo>
                  <a:pt x="1432116" y="90586"/>
                </a:lnTo>
                <a:lnTo>
                  <a:pt x="1431884" y="90377"/>
                </a:lnTo>
                <a:lnTo>
                  <a:pt x="1431663" y="90158"/>
                </a:lnTo>
                <a:lnTo>
                  <a:pt x="1431452" y="89931"/>
                </a:lnTo>
                <a:lnTo>
                  <a:pt x="1431251" y="89696"/>
                </a:lnTo>
                <a:lnTo>
                  <a:pt x="1431061" y="89451"/>
                </a:lnTo>
                <a:lnTo>
                  <a:pt x="1430881" y="89198"/>
                </a:lnTo>
                <a:lnTo>
                  <a:pt x="1430711" y="88936"/>
                </a:lnTo>
                <a:lnTo>
                  <a:pt x="1430551" y="88665"/>
                </a:lnTo>
                <a:lnTo>
                  <a:pt x="1430402" y="88386"/>
                </a:lnTo>
                <a:lnTo>
                  <a:pt x="1430263" y="88098"/>
                </a:lnTo>
                <a:lnTo>
                  <a:pt x="1430135" y="87801"/>
                </a:lnTo>
                <a:lnTo>
                  <a:pt x="1430016" y="87495"/>
                </a:lnTo>
                <a:lnTo>
                  <a:pt x="1429908" y="87181"/>
                </a:lnTo>
                <a:lnTo>
                  <a:pt x="1429811" y="86857"/>
                </a:lnTo>
                <a:lnTo>
                  <a:pt x="1429723" y="86526"/>
                </a:lnTo>
                <a:lnTo>
                  <a:pt x="1429646" y="86185"/>
                </a:lnTo>
                <a:lnTo>
                  <a:pt x="1429579" y="85836"/>
                </a:lnTo>
                <a:lnTo>
                  <a:pt x="1429522" y="85477"/>
                </a:lnTo>
                <a:lnTo>
                  <a:pt x="1429476" y="85111"/>
                </a:lnTo>
                <a:lnTo>
                  <a:pt x="1429440" y="84735"/>
                </a:lnTo>
                <a:lnTo>
                  <a:pt x="1429414" y="84351"/>
                </a:lnTo>
                <a:lnTo>
                  <a:pt x="1429399" y="83958"/>
                </a:lnTo>
                <a:lnTo>
                  <a:pt x="1429394" y="83556"/>
                </a:lnTo>
                <a:lnTo>
                  <a:pt x="1429405" y="82999"/>
                </a:lnTo>
                <a:lnTo>
                  <a:pt x="1429439" y="82455"/>
                </a:lnTo>
                <a:lnTo>
                  <a:pt x="1429495" y="81924"/>
                </a:lnTo>
                <a:lnTo>
                  <a:pt x="1429573" y="81406"/>
                </a:lnTo>
                <a:lnTo>
                  <a:pt x="1429674" y="80901"/>
                </a:lnTo>
                <a:lnTo>
                  <a:pt x="1429798" y="80409"/>
                </a:lnTo>
                <a:lnTo>
                  <a:pt x="1429944" y="79930"/>
                </a:lnTo>
                <a:lnTo>
                  <a:pt x="1430112" y="79464"/>
                </a:lnTo>
                <a:lnTo>
                  <a:pt x="1430303" y="79011"/>
                </a:lnTo>
                <a:lnTo>
                  <a:pt x="1430516" y="78571"/>
                </a:lnTo>
                <a:lnTo>
                  <a:pt x="1430752" y="78144"/>
                </a:lnTo>
                <a:lnTo>
                  <a:pt x="1431010" y="77730"/>
                </a:lnTo>
                <a:lnTo>
                  <a:pt x="1431291" y="77328"/>
                </a:lnTo>
                <a:lnTo>
                  <a:pt x="1431594" y="76940"/>
                </a:lnTo>
                <a:lnTo>
                  <a:pt x="1431920" y="76565"/>
                </a:lnTo>
                <a:lnTo>
                  <a:pt x="1432268" y="76202"/>
                </a:lnTo>
                <a:lnTo>
                  <a:pt x="1432638" y="75853"/>
                </a:lnTo>
                <a:lnTo>
                  <a:pt x="1433031" y="75516"/>
                </a:lnTo>
                <a:lnTo>
                  <a:pt x="1433446" y="75193"/>
                </a:lnTo>
                <a:lnTo>
                  <a:pt x="1433884" y="74882"/>
                </a:lnTo>
                <a:lnTo>
                  <a:pt x="1434345" y="74585"/>
                </a:lnTo>
                <a:lnTo>
                  <a:pt x="1434827" y="74300"/>
                </a:lnTo>
                <a:lnTo>
                  <a:pt x="1435332" y="74029"/>
                </a:lnTo>
                <a:lnTo>
                  <a:pt x="1435860" y="73770"/>
                </a:lnTo>
                <a:lnTo>
                  <a:pt x="1436416" y="73523"/>
                </a:lnTo>
                <a:lnTo>
                  <a:pt x="1437005" y="73286"/>
                </a:lnTo>
                <a:lnTo>
                  <a:pt x="1437628" y="73059"/>
                </a:lnTo>
                <a:lnTo>
                  <a:pt x="1438285" y="72843"/>
                </a:lnTo>
                <a:lnTo>
                  <a:pt x="1438975" y="72637"/>
                </a:lnTo>
                <a:lnTo>
                  <a:pt x="1439699" y="72441"/>
                </a:lnTo>
                <a:lnTo>
                  <a:pt x="1440457" y="72255"/>
                </a:lnTo>
                <a:lnTo>
                  <a:pt x="1441249" y="72080"/>
                </a:lnTo>
                <a:lnTo>
                  <a:pt x="1442074" y="71915"/>
                </a:lnTo>
                <a:lnTo>
                  <a:pt x="1442932" y="71760"/>
                </a:lnTo>
                <a:lnTo>
                  <a:pt x="1443825" y="71615"/>
                </a:lnTo>
                <a:lnTo>
                  <a:pt x="1444751" y="71480"/>
                </a:lnTo>
                <a:lnTo>
                  <a:pt x="1445711" y="71356"/>
                </a:lnTo>
                <a:lnTo>
                  <a:pt x="1446704" y="71242"/>
                </a:lnTo>
                <a:lnTo>
                  <a:pt x="1447732" y="71138"/>
                </a:lnTo>
                <a:lnTo>
                  <a:pt x="1448793" y="71045"/>
                </a:lnTo>
                <a:lnTo>
                  <a:pt x="1449887" y="70961"/>
                </a:lnTo>
                <a:lnTo>
                  <a:pt x="1451015" y="70888"/>
                </a:lnTo>
                <a:lnTo>
                  <a:pt x="1452177" y="70825"/>
                </a:lnTo>
                <a:lnTo>
                  <a:pt x="1453373" y="70773"/>
                </a:lnTo>
                <a:lnTo>
                  <a:pt x="1454602" y="70730"/>
                </a:lnTo>
                <a:lnTo>
                  <a:pt x="1455865" y="70698"/>
                </a:lnTo>
                <a:lnTo>
                  <a:pt x="1457162" y="70676"/>
                </a:lnTo>
                <a:lnTo>
                  <a:pt x="1458492" y="70664"/>
                </a:lnTo>
                <a:lnTo>
                  <a:pt x="1458492" y="83084"/>
                </a:lnTo>
                <a:lnTo>
                  <a:pt x="1458245" y="83410"/>
                </a:lnTo>
                <a:lnTo>
                  <a:pt x="1457991" y="83733"/>
                </a:lnTo>
                <a:lnTo>
                  <a:pt x="1457730" y="84053"/>
                </a:lnTo>
                <a:lnTo>
                  <a:pt x="1457462" y="84370"/>
                </a:lnTo>
                <a:lnTo>
                  <a:pt x="1457188" y="84684"/>
                </a:lnTo>
                <a:lnTo>
                  <a:pt x="1456907" y="84995"/>
                </a:lnTo>
                <a:lnTo>
                  <a:pt x="1456619" y="85303"/>
                </a:lnTo>
                <a:lnTo>
                  <a:pt x="1456324" y="85608"/>
                </a:lnTo>
                <a:lnTo>
                  <a:pt x="1456022" y="85910"/>
                </a:lnTo>
                <a:lnTo>
                  <a:pt x="1455713" y="86209"/>
                </a:lnTo>
                <a:lnTo>
                  <a:pt x="1455398" y="86505"/>
                </a:lnTo>
                <a:lnTo>
                  <a:pt x="1455076" y="86797"/>
                </a:lnTo>
                <a:lnTo>
                  <a:pt x="1454747" y="87087"/>
                </a:lnTo>
                <a:lnTo>
                  <a:pt x="1454411" y="87374"/>
                </a:lnTo>
                <a:lnTo>
                  <a:pt x="1454069" y="87658"/>
                </a:lnTo>
                <a:lnTo>
                  <a:pt x="1453719" y="87939"/>
                </a:lnTo>
                <a:lnTo>
                  <a:pt x="1453363" y="88218"/>
                </a:lnTo>
                <a:lnTo>
                  <a:pt x="1453000" y="88493"/>
                </a:lnTo>
                <a:lnTo>
                  <a:pt x="1452630" y="88765"/>
                </a:lnTo>
                <a:lnTo>
                  <a:pt x="1452253" y="89034"/>
                </a:lnTo>
                <a:lnTo>
                  <a:pt x="1451870" y="89300"/>
                </a:lnTo>
                <a:lnTo>
                  <a:pt x="1451480" y="89563"/>
                </a:lnTo>
                <a:lnTo>
                  <a:pt x="1451082" y="89823"/>
                </a:lnTo>
                <a:lnTo>
                  <a:pt x="1450679" y="90080"/>
                </a:lnTo>
                <a:lnTo>
                  <a:pt x="1450270" y="90330"/>
                </a:lnTo>
                <a:lnTo>
                  <a:pt x="1449858" y="90569"/>
                </a:lnTo>
                <a:lnTo>
                  <a:pt x="1449443" y="90798"/>
                </a:lnTo>
                <a:lnTo>
                  <a:pt x="1449025" y="91016"/>
                </a:lnTo>
                <a:lnTo>
                  <a:pt x="1448603" y="91224"/>
                </a:lnTo>
                <a:lnTo>
                  <a:pt x="1448179" y="91421"/>
                </a:lnTo>
                <a:lnTo>
                  <a:pt x="1447752" y="91607"/>
                </a:lnTo>
                <a:lnTo>
                  <a:pt x="1447321" y="91783"/>
                </a:lnTo>
                <a:lnTo>
                  <a:pt x="1446888" y="91947"/>
                </a:lnTo>
                <a:lnTo>
                  <a:pt x="1446451" y="92102"/>
                </a:lnTo>
                <a:lnTo>
                  <a:pt x="1446012" y="92245"/>
                </a:lnTo>
                <a:lnTo>
                  <a:pt x="1445569" y="92378"/>
                </a:lnTo>
                <a:lnTo>
                  <a:pt x="1445123" y="92501"/>
                </a:lnTo>
                <a:lnTo>
                  <a:pt x="1444674" y="92613"/>
                </a:lnTo>
                <a:lnTo>
                  <a:pt x="1444222" y="92714"/>
                </a:lnTo>
                <a:lnTo>
                  <a:pt x="1443768" y="92804"/>
                </a:lnTo>
                <a:lnTo>
                  <a:pt x="1443309" y="92884"/>
                </a:lnTo>
                <a:lnTo>
                  <a:pt x="1442848" y="92953"/>
                </a:lnTo>
                <a:lnTo>
                  <a:pt x="1442384" y="93012"/>
                </a:lnTo>
                <a:lnTo>
                  <a:pt x="1441917" y="93060"/>
                </a:lnTo>
                <a:lnTo>
                  <a:pt x="1441446" y="93097"/>
                </a:lnTo>
                <a:lnTo>
                  <a:pt x="1440973" y="93123"/>
                </a:lnTo>
                <a:lnTo>
                  <a:pt x="1440496" y="93139"/>
                </a:lnTo>
                <a:lnTo>
                  <a:pt x="1440017" y="93145"/>
                </a:lnTo>
                <a:lnTo>
                  <a:pt x="1439629" y="93141"/>
                </a:lnTo>
                <a:lnTo>
                  <a:pt x="1439246" y="93128"/>
                </a:lnTo>
                <a:lnTo>
                  <a:pt x="1438870" y="93108"/>
                </a:lnTo>
                <a:lnTo>
                  <a:pt x="1438500" y="93079"/>
                </a:lnTo>
                <a:lnTo>
                  <a:pt x="1438136" y="93042"/>
                </a:lnTo>
                <a:close/>
                <a:moveTo>
                  <a:pt x="1538162" y="107002"/>
                </a:moveTo>
                <a:lnTo>
                  <a:pt x="1538953" y="106934"/>
                </a:lnTo>
                <a:lnTo>
                  <a:pt x="1539737" y="106855"/>
                </a:lnTo>
                <a:lnTo>
                  <a:pt x="1540512" y="106763"/>
                </a:lnTo>
                <a:lnTo>
                  <a:pt x="1541280" y="106659"/>
                </a:lnTo>
                <a:lnTo>
                  <a:pt x="1542041" y="106543"/>
                </a:lnTo>
                <a:lnTo>
                  <a:pt x="1542793" y="106414"/>
                </a:lnTo>
                <a:lnTo>
                  <a:pt x="1543538" y="106273"/>
                </a:lnTo>
                <a:lnTo>
                  <a:pt x="1544275" y="106120"/>
                </a:lnTo>
                <a:lnTo>
                  <a:pt x="1545004" y="105955"/>
                </a:lnTo>
                <a:lnTo>
                  <a:pt x="1545726" y="105777"/>
                </a:lnTo>
                <a:lnTo>
                  <a:pt x="1546440" y="105587"/>
                </a:lnTo>
                <a:lnTo>
                  <a:pt x="1547146" y="105385"/>
                </a:lnTo>
                <a:lnTo>
                  <a:pt x="1547844" y="105171"/>
                </a:lnTo>
                <a:lnTo>
                  <a:pt x="1548535" y="104945"/>
                </a:lnTo>
                <a:lnTo>
                  <a:pt x="1549217" y="104706"/>
                </a:lnTo>
                <a:lnTo>
                  <a:pt x="1549892" y="104455"/>
                </a:lnTo>
                <a:lnTo>
                  <a:pt x="1550560" y="104192"/>
                </a:lnTo>
                <a:lnTo>
                  <a:pt x="1551219" y="103916"/>
                </a:lnTo>
                <a:lnTo>
                  <a:pt x="1551871" y="103628"/>
                </a:lnTo>
                <a:lnTo>
                  <a:pt x="1552513" y="103329"/>
                </a:lnTo>
                <a:lnTo>
                  <a:pt x="1553144" y="103018"/>
                </a:lnTo>
                <a:lnTo>
                  <a:pt x="1553764" y="102695"/>
                </a:lnTo>
                <a:lnTo>
                  <a:pt x="1554372" y="102361"/>
                </a:lnTo>
                <a:lnTo>
                  <a:pt x="1554969" y="102016"/>
                </a:lnTo>
                <a:lnTo>
                  <a:pt x="1555554" y="101659"/>
                </a:lnTo>
                <a:lnTo>
                  <a:pt x="1556128" y="101291"/>
                </a:lnTo>
                <a:lnTo>
                  <a:pt x="1556691" y="100912"/>
                </a:lnTo>
                <a:lnTo>
                  <a:pt x="1557242" y="100521"/>
                </a:lnTo>
                <a:lnTo>
                  <a:pt x="1557782" y="100118"/>
                </a:lnTo>
                <a:lnTo>
                  <a:pt x="1558311" y="99705"/>
                </a:lnTo>
                <a:lnTo>
                  <a:pt x="1558828" y="99280"/>
                </a:lnTo>
                <a:lnTo>
                  <a:pt x="1559334" y="98843"/>
                </a:lnTo>
                <a:lnTo>
                  <a:pt x="1559829" y="98395"/>
                </a:lnTo>
                <a:lnTo>
                  <a:pt x="1560312" y="97935"/>
                </a:lnTo>
                <a:lnTo>
                  <a:pt x="1560784" y="97465"/>
                </a:lnTo>
                <a:lnTo>
                  <a:pt x="1561244" y="96982"/>
                </a:lnTo>
                <a:lnTo>
                  <a:pt x="1561693" y="96489"/>
                </a:lnTo>
                <a:lnTo>
                  <a:pt x="1562131" y="95983"/>
                </a:lnTo>
                <a:lnTo>
                  <a:pt x="1562557" y="95467"/>
                </a:lnTo>
                <a:lnTo>
                  <a:pt x="1562972" y="94939"/>
                </a:lnTo>
                <a:lnTo>
                  <a:pt x="1563376" y="94400"/>
                </a:lnTo>
                <a:lnTo>
                  <a:pt x="1563768" y="93849"/>
                </a:lnTo>
                <a:lnTo>
                  <a:pt x="1564149" y="93287"/>
                </a:lnTo>
                <a:lnTo>
                  <a:pt x="1564517" y="92713"/>
                </a:lnTo>
                <a:lnTo>
                  <a:pt x="1564870" y="92129"/>
                </a:lnTo>
                <a:lnTo>
                  <a:pt x="1565208" y="91533"/>
                </a:lnTo>
                <a:lnTo>
                  <a:pt x="1565532" y="90927"/>
                </a:lnTo>
                <a:lnTo>
                  <a:pt x="1565840" y="90310"/>
                </a:lnTo>
                <a:lnTo>
                  <a:pt x="1566134" y="89682"/>
                </a:lnTo>
                <a:lnTo>
                  <a:pt x="1566413" y="89043"/>
                </a:lnTo>
                <a:lnTo>
                  <a:pt x="1566677" y="88393"/>
                </a:lnTo>
                <a:lnTo>
                  <a:pt x="1566926" y="87733"/>
                </a:lnTo>
                <a:lnTo>
                  <a:pt x="1567160" y="87061"/>
                </a:lnTo>
                <a:lnTo>
                  <a:pt x="1567380" y="86379"/>
                </a:lnTo>
                <a:lnTo>
                  <a:pt x="1567584" y="85686"/>
                </a:lnTo>
                <a:lnTo>
                  <a:pt x="1567774" y="84981"/>
                </a:lnTo>
                <a:lnTo>
                  <a:pt x="1567949" y="84266"/>
                </a:lnTo>
                <a:lnTo>
                  <a:pt x="1568109" y="83540"/>
                </a:lnTo>
                <a:lnTo>
                  <a:pt x="1568255" y="82804"/>
                </a:lnTo>
                <a:lnTo>
                  <a:pt x="1568385" y="82056"/>
                </a:lnTo>
                <a:lnTo>
                  <a:pt x="1568501" y="81297"/>
                </a:lnTo>
                <a:lnTo>
                  <a:pt x="1568602" y="80528"/>
                </a:lnTo>
                <a:lnTo>
                  <a:pt x="1568688" y="79747"/>
                </a:lnTo>
                <a:lnTo>
                  <a:pt x="1568759" y="78956"/>
                </a:lnTo>
                <a:lnTo>
                  <a:pt x="1568815" y="78154"/>
                </a:lnTo>
                <a:lnTo>
                  <a:pt x="1568857" y="77341"/>
                </a:lnTo>
                <a:lnTo>
                  <a:pt x="1568883" y="76517"/>
                </a:lnTo>
                <a:lnTo>
                  <a:pt x="1549100" y="76517"/>
                </a:lnTo>
                <a:lnTo>
                  <a:pt x="1549080" y="77104"/>
                </a:lnTo>
                <a:lnTo>
                  <a:pt x="1549048" y="77679"/>
                </a:lnTo>
                <a:lnTo>
                  <a:pt x="1549002" y="78244"/>
                </a:lnTo>
                <a:lnTo>
                  <a:pt x="1548943" y="78797"/>
                </a:lnTo>
                <a:lnTo>
                  <a:pt x="1548870" y="79339"/>
                </a:lnTo>
                <a:lnTo>
                  <a:pt x="1548785" y="79869"/>
                </a:lnTo>
                <a:lnTo>
                  <a:pt x="1548686" y="80389"/>
                </a:lnTo>
                <a:lnTo>
                  <a:pt x="1548574" y="80897"/>
                </a:lnTo>
                <a:lnTo>
                  <a:pt x="1548449" y="81394"/>
                </a:lnTo>
                <a:lnTo>
                  <a:pt x="1548310" y="81880"/>
                </a:lnTo>
                <a:lnTo>
                  <a:pt x="1548158" y="82354"/>
                </a:lnTo>
                <a:lnTo>
                  <a:pt x="1547993" y="82817"/>
                </a:lnTo>
                <a:lnTo>
                  <a:pt x="1547815" y="83269"/>
                </a:lnTo>
                <a:lnTo>
                  <a:pt x="1547624" y="83710"/>
                </a:lnTo>
                <a:lnTo>
                  <a:pt x="1547419" y="84140"/>
                </a:lnTo>
                <a:lnTo>
                  <a:pt x="1547201" y="84558"/>
                </a:lnTo>
                <a:lnTo>
                  <a:pt x="1546970" y="84965"/>
                </a:lnTo>
                <a:lnTo>
                  <a:pt x="1546726" y="85361"/>
                </a:lnTo>
                <a:lnTo>
                  <a:pt x="1546468" y="85746"/>
                </a:lnTo>
                <a:lnTo>
                  <a:pt x="1546197" y="86120"/>
                </a:lnTo>
                <a:lnTo>
                  <a:pt x="1545913" y="86482"/>
                </a:lnTo>
                <a:lnTo>
                  <a:pt x="1545616" y="86833"/>
                </a:lnTo>
                <a:lnTo>
                  <a:pt x="1545305" y="87173"/>
                </a:lnTo>
                <a:lnTo>
                  <a:pt x="1544981" y="87501"/>
                </a:lnTo>
                <a:lnTo>
                  <a:pt x="1544646" y="87817"/>
                </a:lnTo>
                <a:lnTo>
                  <a:pt x="1544301" y="88120"/>
                </a:lnTo>
                <a:lnTo>
                  <a:pt x="1543945" y="88409"/>
                </a:lnTo>
                <a:lnTo>
                  <a:pt x="1543580" y="88685"/>
                </a:lnTo>
                <a:lnTo>
                  <a:pt x="1543204" y="88947"/>
                </a:lnTo>
                <a:lnTo>
                  <a:pt x="1542819" y="89196"/>
                </a:lnTo>
                <a:lnTo>
                  <a:pt x="1542423" y="89431"/>
                </a:lnTo>
                <a:lnTo>
                  <a:pt x="1542018" y="89653"/>
                </a:lnTo>
                <a:lnTo>
                  <a:pt x="1541602" y="89861"/>
                </a:lnTo>
                <a:lnTo>
                  <a:pt x="1541177" y="90056"/>
                </a:lnTo>
                <a:lnTo>
                  <a:pt x="1540741" y="90238"/>
                </a:lnTo>
                <a:lnTo>
                  <a:pt x="1540295" y="90406"/>
                </a:lnTo>
                <a:lnTo>
                  <a:pt x="1539840" y="90561"/>
                </a:lnTo>
                <a:lnTo>
                  <a:pt x="1539374" y="90702"/>
                </a:lnTo>
                <a:lnTo>
                  <a:pt x="1538898" y="90829"/>
                </a:lnTo>
                <a:lnTo>
                  <a:pt x="1538413" y="90944"/>
                </a:lnTo>
                <a:lnTo>
                  <a:pt x="1537917" y="91045"/>
                </a:lnTo>
                <a:lnTo>
                  <a:pt x="1537411" y="91132"/>
                </a:lnTo>
                <a:lnTo>
                  <a:pt x="1536895" y="91206"/>
                </a:lnTo>
                <a:lnTo>
                  <a:pt x="1536369" y="91267"/>
                </a:lnTo>
                <a:lnTo>
                  <a:pt x="1535834" y="91314"/>
                </a:lnTo>
                <a:lnTo>
                  <a:pt x="1535288" y="91347"/>
                </a:lnTo>
                <a:lnTo>
                  <a:pt x="1534732" y="91367"/>
                </a:lnTo>
                <a:lnTo>
                  <a:pt x="1534166" y="91374"/>
                </a:lnTo>
                <a:lnTo>
                  <a:pt x="1533682" y="91369"/>
                </a:lnTo>
                <a:lnTo>
                  <a:pt x="1533206" y="91355"/>
                </a:lnTo>
                <a:lnTo>
                  <a:pt x="1532736" y="91332"/>
                </a:lnTo>
                <a:lnTo>
                  <a:pt x="1532275" y="91298"/>
                </a:lnTo>
                <a:lnTo>
                  <a:pt x="1531820" y="91256"/>
                </a:lnTo>
                <a:lnTo>
                  <a:pt x="1531373" y="91204"/>
                </a:lnTo>
                <a:lnTo>
                  <a:pt x="1530933" y="91142"/>
                </a:lnTo>
                <a:lnTo>
                  <a:pt x="1530501" y="91071"/>
                </a:lnTo>
                <a:lnTo>
                  <a:pt x="1530076" y="90991"/>
                </a:lnTo>
                <a:lnTo>
                  <a:pt x="1529658" y="90901"/>
                </a:lnTo>
                <a:lnTo>
                  <a:pt x="1529248" y="90802"/>
                </a:lnTo>
                <a:lnTo>
                  <a:pt x="1528845" y="90693"/>
                </a:lnTo>
                <a:lnTo>
                  <a:pt x="1528449" y="90574"/>
                </a:lnTo>
                <a:lnTo>
                  <a:pt x="1528061" y="90447"/>
                </a:lnTo>
                <a:lnTo>
                  <a:pt x="1527680" y="90309"/>
                </a:lnTo>
                <a:lnTo>
                  <a:pt x="1527306" y="90163"/>
                </a:lnTo>
                <a:lnTo>
                  <a:pt x="1526940" y="90007"/>
                </a:lnTo>
                <a:lnTo>
                  <a:pt x="1526581" y="89841"/>
                </a:lnTo>
                <a:lnTo>
                  <a:pt x="1526230" y="89666"/>
                </a:lnTo>
                <a:lnTo>
                  <a:pt x="1525885" y="89481"/>
                </a:lnTo>
                <a:lnTo>
                  <a:pt x="1525548" y="89287"/>
                </a:lnTo>
                <a:lnTo>
                  <a:pt x="1525219" y="89084"/>
                </a:lnTo>
                <a:lnTo>
                  <a:pt x="1524897" y="88871"/>
                </a:lnTo>
                <a:lnTo>
                  <a:pt x="1524582" y="88649"/>
                </a:lnTo>
                <a:lnTo>
                  <a:pt x="1524274" y="88417"/>
                </a:lnTo>
                <a:lnTo>
                  <a:pt x="1523974" y="88177"/>
                </a:lnTo>
                <a:lnTo>
                  <a:pt x="1523680" y="87928"/>
                </a:lnTo>
                <a:lnTo>
                  <a:pt x="1523393" y="87671"/>
                </a:lnTo>
                <a:lnTo>
                  <a:pt x="1523113" y="87406"/>
                </a:lnTo>
                <a:lnTo>
                  <a:pt x="1522840" y="87132"/>
                </a:lnTo>
                <a:lnTo>
                  <a:pt x="1522574" y="86849"/>
                </a:lnTo>
                <a:lnTo>
                  <a:pt x="1522315" y="86558"/>
                </a:lnTo>
                <a:lnTo>
                  <a:pt x="1522063" y="86258"/>
                </a:lnTo>
                <a:lnTo>
                  <a:pt x="1521818" y="85950"/>
                </a:lnTo>
                <a:lnTo>
                  <a:pt x="1521580" y="85634"/>
                </a:lnTo>
                <a:lnTo>
                  <a:pt x="1521349" y="85308"/>
                </a:lnTo>
                <a:lnTo>
                  <a:pt x="1521125" y="84975"/>
                </a:lnTo>
                <a:lnTo>
                  <a:pt x="1520907" y="84633"/>
                </a:lnTo>
                <a:lnTo>
                  <a:pt x="1520697" y="84282"/>
                </a:lnTo>
                <a:lnTo>
                  <a:pt x="1520494" y="83923"/>
                </a:lnTo>
                <a:lnTo>
                  <a:pt x="1520297" y="83555"/>
                </a:lnTo>
                <a:lnTo>
                  <a:pt x="1520108" y="83179"/>
                </a:lnTo>
                <a:lnTo>
                  <a:pt x="1519925" y="82795"/>
                </a:lnTo>
                <a:lnTo>
                  <a:pt x="1519749" y="82401"/>
                </a:lnTo>
                <a:lnTo>
                  <a:pt x="1519581" y="82000"/>
                </a:lnTo>
                <a:lnTo>
                  <a:pt x="1519419" y="81590"/>
                </a:lnTo>
                <a:lnTo>
                  <a:pt x="1519264" y="81171"/>
                </a:lnTo>
                <a:lnTo>
                  <a:pt x="1519117" y="80744"/>
                </a:lnTo>
                <a:lnTo>
                  <a:pt x="1518975" y="80308"/>
                </a:lnTo>
                <a:lnTo>
                  <a:pt x="1518840" y="79866"/>
                </a:lnTo>
                <a:lnTo>
                  <a:pt x="1518711" y="79415"/>
                </a:lnTo>
                <a:lnTo>
                  <a:pt x="1518587" y="78957"/>
                </a:lnTo>
                <a:lnTo>
                  <a:pt x="1518470" y="78492"/>
                </a:lnTo>
                <a:lnTo>
                  <a:pt x="1518359" y="78018"/>
                </a:lnTo>
                <a:lnTo>
                  <a:pt x="1518253" y="77538"/>
                </a:lnTo>
                <a:lnTo>
                  <a:pt x="1518154" y="77050"/>
                </a:lnTo>
                <a:lnTo>
                  <a:pt x="1518061" y="76554"/>
                </a:lnTo>
                <a:lnTo>
                  <a:pt x="1517974" y="76051"/>
                </a:lnTo>
                <a:lnTo>
                  <a:pt x="1517893" y="75540"/>
                </a:lnTo>
                <a:lnTo>
                  <a:pt x="1517817" y="75022"/>
                </a:lnTo>
                <a:lnTo>
                  <a:pt x="1517748" y="74496"/>
                </a:lnTo>
                <a:lnTo>
                  <a:pt x="1517685" y="73962"/>
                </a:lnTo>
                <a:lnTo>
                  <a:pt x="1517628" y="73421"/>
                </a:lnTo>
                <a:lnTo>
                  <a:pt x="1517577" y="72873"/>
                </a:lnTo>
                <a:lnTo>
                  <a:pt x="1517532" y="72317"/>
                </a:lnTo>
                <a:lnTo>
                  <a:pt x="1517493" y="71753"/>
                </a:lnTo>
                <a:lnTo>
                  <a:pt x="1517460" y="71182"/>
                </a:lnTo>
                <a:lnTo>
                  <a:pt x="1517433" y="70603"/>
                </a:lnTo>
                <a:lnTo>
                  <a:pt x="1517412" y="70017"/>
                </a:lnTo>
                <a:lnTo>
                  <a:pt x="1517397" y="69423"/>
                </a:lnTo>
                <a:lnTo>
                  <a:pt x="1517387" y="68822"/>
                </a:lnTo>
                <a:lnTo>
                  <a:pt x="1517384" y="68213"/>
                </a:lnTo>
                <a:lnTo>
                  <a:pt x="1517391" y="67273"/>
                </a:lnTo>
                <a:lnTo>
                  <a:pt x="1517412" y="66352"/>
                </a:lnTo>
                <a:lnTo>
                  <a:pt x="1517446" y="65448"/>
                </a:lnTo>
                <a:lnTo>
                  <a:pt x="1517495" y="64561"/>
                </a:lnTo>
                <a:lnTo>
                  <a:pt x="1517557" y="63693"/>
                </a:lnTo>
                <a:lnTo>
                  <a:pt x="1517632" y="62843"/>
                </a:lnTo>
                <a:lnTo>
                  <a:pt x="1517722" y="62010"/>
                </a:lnTo>
                <a:lnTo>
                  <a:pt x="1517825" y="61195"/>
                </a:lnTo>
                <a:lnTo>
                  <a:pt x="1517942" y="60398"/>
                </a:lnTo>
                <a:lnTo>
                  <a:pt x="1518073" y="59619"/>
                </a:lnTo>
                <a:lnTo>
                  <a:pt x="1518217" y="58858"/>
                </a:lnTo>
                <a:lnTo>
                  <a:pt x="1518376" y="58114"/>
                </a:lnTo>
                <a:lnTo>
                  <a:pt x="1518548" y="57389"/>
                </a:lnTo>
                <a:lnTo>
                  <a:pt x="1518733" y="56681"/>
                </a:lnTo>
                <a:lnTo>
                  <a:pt x="1518933" y="55991"/>
                </a:lnTo>
                <a:lnTo>
                  <a:pt x="1519146" y="55319"/>
                </a:lnTo>
                <a:lnTo>
                  <a:pt x="1519374" y="54665"/>
                </a:lnTo>
                <a:lnTo>
                  <a:pt x="1519614" y="54028"/>
                </a:lnTo>
                <a:lnTo>
                  <a:pt x="1519869" y="53410"/>
                </a:lnTo>
                <a:lnTo>
                  <a:pt x="1520138" y="52809"/>
                </a:lnTo>
                <a:lnTo>
                  <a:pt x="1520420" y="52226"/>
                </a:lnTo>
                <a:lnTo>
                  <a:pt x="1520716" y="51661"/>
                </a:lnTo>
                <a:lnTo>
                  <a:pt x="1521025" y="51114"/>
                </a:lnTo>
                <a:lnTo>
                  <a:pt x="1521349" y="50585"/>
                </a:lnTo>
                <a:lnTo>
                  <a:pt x="1521688" y="50075"/>
                </a:lnTo>
                <a:lnTo>
                  <a:pt x="1522044" y="49587"/>
                </a:lnTo>
                <a:lnTo>
                  <a:pt x="1522416" y="49121"/>
                </a:lnTo>
                <a:lnTo>
                  <a:pt x="1522806" y="48677"/>
                </a:lnTo>
                <a:lnTo>
                  <a:pt x="1523213" y="48254"/>
                </a:lnTo>
                <a:lnTo>
                  <a:pt x="1523637" y="47853"/>
                </a:lnTo>
                <a:lnTo>
                  <a:pt x="1524077" y="47473"/>
                </a:lnTo>
                <a:lnTo>
                  <a:pt x="1524535" y="47115"/>
                </a:lnTo>
                <a:lnTo>
                  <a:pt x="1525010" y="46779"/>
                </a:lnTo>
                <a:lnTo>
                  <a:pt x="1525501" y="46465"/>
                </a:lnTo>
                <a:lnTo>
                  <a:pt x="1526010" y="46172"/>
                </a:lnTo>
                <a:lnTo>
                  <a:pt x="1526535" y="45901"/>
                </a:lnTo>
                <a:lnTo>
                  <a:pt x="1527078" y="45652"/>
                </a:lnTo>
                <a:lnTo>
                  <a:pt x="1527637" y="45424"/>
                </a:lnTo>
                <a:lnTo>
                  <a:pt x="1528214" y="45218"/>
                </a:lnTo>
                <a:lnTo>
                  <a:pt x="1528807" y="45034"/>
                </a:lnTo>
                <a:lnTo>
                  <a:pt x="1529418" y="44871"/>
                </a:lnTo>
                <a:lnTo>
                  <a:pt x="1530045" y="44730"/>
                </a:lnTo>
                <a:lnTo>
                  <a:pt x="1530689" y="44611"/>
                </a:lnTo>
                <a:lnTo>
                  <a:pt x="1531351" y="44513"/>
                </a:lnTo>
                <a:lnTo>
                  <a:pt x="1532029" y="44438"/>
                </a:lnTo>
                <a:lnTo>
                  <a:pt x="1532724" y="44383"/>
                </a:lnTo>
                <a:lnTo>
                  <a:pt x="1533437" y="44351"/>
                </a:lnTo>
                <a:lnTo>
                  <a:pt x="1534166" y="44340"/>
                </a:lnTo>
                <a:lnTo>
                  <a:pt x="1534719" y="44346"/>
                </a:lnTo>
                <a:lnTo>
                  <a:pt x="1535261" y="44365"/>
                </a:lnTo>
                <a:lnTo>
                  <a:pt x="1535793" y="44395"/>
                </a:lnTo>
                <a:lnTo>
                  <a:pt x="1536315" y="44439"/>
                </a:lnTo>
                <a:lnTo>
                  <a:pt x="1536826" y="44494"/>
                </a:lnTo>
                <a:lnTo>
                  <a:pt x="1537327" y="44562"/>
                </a:lnTo>
                <a:lnTo>
                  <a:pt x="1537817" y="44642"/>
                </a:lnTo>
                <a:lnTo>
                  <a:pt x="1538297" y="44734"/>
                </a:lnTo>
                <a:lnTo>
                  <a:pt x="1538767" y="44839"/>
                </a:lnTo>
                <a:lnTo>
                  <a:pt x="1539226" y="44956"/>
                </a:lnTo>
                <a:lnTo>
                  <a:pt x="1539674" y="45086"/>
                </a:lnTo>
                <a:lnTo>
                  <a:pt x="1540113" y="45228"/>
                </a:lnTo>
                <a:lnTo>
                  <a:pt x="1540540" y="45382"/>
                </a:lnTo>
                <a:lnTo>
                  <a:pt x="1540958" y="45548"/>
                </a:lnTo>
                <a:lnTo>
                  <a:pt x="1541365" y="45727"/>
                </a:lnTo>
                <a:lnTo>
                  <a:pt x="1541761" y="45918"/>
                </a:lnTo>
                <a:lnTo>
                  <a:pt x="1542147" y="46121"/>
                </a:lnTo>
                <a:lnTo>
                  <a:pt x="1542523" y="46337"/>
                </a:lnTo>
                <a:lnTo>
                  <a:pt x="1542888" y="46565"/>
                </a:lnTo>
                <a:lnTo>
                  <a:pt x="1543243" y="46806"/>
                </a:lnTo>
                <a:lnTo>
                  <a:pt x="1543587" y="47058"/>
                </a:lnTo>
                <a:lnTo>
                  <a:pt x="1543921" y="47323"/>
                </a:lnTo>
                <a:lnTo>
                  <a:pt x="1544245" y="47601"/>
                </a:lnTo>
                <a:lnTo>
                  <a:pt x="1544558" y="47891"/>
                </a:lnTo>
                <a:lnTo>
                  <a:pt x="1544860" y="48191"/>
                </a:lnTo>
                <a:lnTo>
                  <a:pt x="1545149" y="48499"/>
                </a:lnTo>
                <a:lnTo>
                  <a:pt x="1545427" y="48816"/>
                </a:lnTo>
                <a:lnTo>
                  <a:pt x="1545691" y="49142"/>
                </a:lnTo>
                <a:lnTo>
                  <a:pt x="1545944" y="49476"/>
                </a:lnTo>
                <a:lnTo>
                  <a:pt x="1546184" y="49818"/>
                </a:lnTo>
                <a:lnTo>
                  <a:pt x="1546412" y="50169"/>
                </a:lnTo>
                <a:lnTo>
                  <a:pt x="1546628" y="50528"/>
                </a:lnTo>
                <a:lnTo>
                  <a:pt x="1546831" y="50896"/>
                </a:lnTo>
                <a:lnTo>
                  <a:pt x="1547022" y="51272"/>
                </a:lnTo>
                <a:lnTo>
                  <a:pt x="1547201" y="51657"/>
                </a:lnTo>
                <a:lnTo>
                  <a:pt x="1547368" y="52050"/>
                </a:lnTo>
                <a:lnTo>
                  <a:pt x="1547522" y="52451"/>
                </a:lnTo>
                <a:lnTo>
                  <a:pt x="1547664" y="52861"/>
                </a:lnTo>
                <a:lnTo>
                  <a:pt x="1547794" y="53280"/>
                </a:lnTo>
                <a:lnTo>
                  <a:pt x="1547911" y="53707"/>
                </a:lnTo>
                <a:lnTo>
                  <a:pt x="1548016" y="54142"/>
                </a:lnTo>
                <a:lnTo>
                  <a:pt x="1548109" y="54586"/>
                </a:lnTo>
                <a:lnTo>
                  <a:pt x="1548189" y="55038"/>
                </a:lnTo>
                <a:lnTo>
                  <a:pt x="1548257" y="55499"/>
                </a:lnTo>
                <a:lnTo>
                  <a:pt x="1548313" y="55968"/>
                </a:lnTo>
                <a:lnTo>
                  <a:pt x="1548357" y="56446"/>
                </a:lnTo>
                <a:lnTo>
                  <a:pt x="1548388" y="56932"/>
                </a:lnTo>
                <a:lnTo>
                  <a:pt x="1548407" y="57426"/>
                </a:lnTo>
                <a:lnTo>
                  <a:pt x="1568191" y="57426"/>
                </a:lnTo>
                <a:lnTo>
                  <a:pt x="1568176" y="56624"/>
                </a:lnTo>
                <a:lnTo>
                  <a:pt x="1568147" y="55833"/>
                </a:lnTo>
                <a:lnTo>
                  <a:pt x="1568102" y="55053"/>
                </a:lnTo>
                <a:lnTo>
                  <a:pt x="1568041" y="54285"/>
                </a:lnTo>
                <a:lnTo>
                  <a:pt x="1567965" y="53528"/>
                </a:lnTo>
                <a:lnTo>
                  <a:pt x="1567873" y="52783"/>
                </a:lnTo>
                <a:lnTo>
                  <a:pt x="1567766" y="52050"/>
                </a:lnTo>
                <a:lnTo>
                  <a:pt x="1567643" y="51328"/>
                </a:lnTo>
                <a:lnTo>
                  <a:pt x="1567505" y="50618"/>
                </a:lnTo>
                <a:lnTo>
                  <a:pt x="1567351" y="49919"/>
                </a:lnTo>
                <a:lnTo>
                  <a:pt x="1567182" y="49232"/>
                </a:lnTo>
                <a:lnTo>
                  <a:pt x="1566997" y="48556"/>
                </a:lnTo>
                <a:lnTo>
                  <a:pt x="1566797" y="47892"/>
                </a:lnTo>
                <a:lnTo>
                  <a:pt x="1566582" y="47240"/>
                </a:lnTo>
                <a:lnTo>
                  <a:pt x="1566350" y="46599"/>
                </a:lnTo>
                <a:lnTo>
                  <a:pt x="1566104" y="45969"/>
                </a:lnTo>
                <a:lnTo>
                  <a:pt x="1565841" y="45351"/>
                </a:lnTo>
                <a:lnTo>
                  <a:pt x="1565564" y="44745"/>
                </a:lnTo>
                <a:lnTo>
                  <a:pt x="1565271" y="44150"/>
                </a:lnTo>
                <a:lnTo>
                  <a:pt x="1564962" y="43567"/>
                </a:lnTo>
                <a:lnTo>
                  <a:pt x="1564638" y="42995"/>
                </a:lnTo>
                <a:lnTo>
                  <a:pt x="1564298" y="42435"/>
                </a:lnTo>
                <a:lnTo>
                  <a:pt x="1563943" y="41887"/>
                </a:lnTo>
                <a:lnTo>
                  <a:pt x="1563572" y="41350"/>
                </a:lnTo>
                <a:lnTo>
                  <a:pt x="1563188" y="40824"/>
                </a:lnTo>
                <a:lnTo>
                  <a:pt x="1562793" y="40309"/>
                </a:lnTo>
                <a:lnTo>
                  <a:pt x="1562387" y="39806"/>
                </a:lnTo>
                <a:lnTo>
                  <a:pt x="1561970" y="39313"/>
                </a:lnTo>
                <a:lnTo>
                  <a:pt x="1561543" y="38831"/>
                </a:lnTo>
                <a:lnTo>
                  <a:pt x="1561104" y="38360"/>
                </a:lnTo>
                <a:lnTo>
                  <a:pt x="1560654" y="37901"/>
                </a:lnTo>
                <a:lnTo>
                  <a:pt x="1560193" y="37452"/>
                </a:lnTo>
                <a:lnTo>
                  <a:pt x="1559722" y="37014"/>
                </a:lnTo>
                <a:lnTo>
                  <a:pt x="1559239" y="36587"/>
                </a:lnTo>
                <a:lnTo>
                  <a:pt x="1558746" y="36172"/>
                </a:lnTo>
                <a:lnTo>
                  <a:pt x="1558241" y="35767"/>
                </a:lnTo>
                <a:lnTo>
                  <a:pt x="1557726" y="35373"/>
                </a:lnTo>
                <a:lnTo>
                  <a:pt x="1557199" y="34991"/>
                </a:lnTo>
                <a:lnTo>
                  <a:pt x="1556662" y="34619"/>
                </a:lnTo>
                <a:lnTo>
                  <a:pt x="1556113" y="34258"/>
                </a:lnTo>
                <a:lnTo>
                  <a:pt x="1555554" y="33908"/>
                </a:lnTo>
                <a:lnTo>
                  <a:pt x="1554984" y="33570"/>
                </a:lnTo>
                <a:lnTo>
                  <a:pt x="1554403" y="33242"/>
                </a:lnTo>
                <a:lnTo>
                  <a:pt x="1553811" y="32925"/>
                </a:lnTo>
                <a:lnTo>
                  <a:pt x="1553207" y="32619"/>
                </a:lnTo>
                <a:lnTo>
                  <a:pt x="1552593" y="32325"/>
                </a:lnTo>
                <a:lnTo>
                  <a:pt x="1551968" y="32041"/>
                </a:lnTo>
                <a:lnTo>
                  <a:pt x="1551332" y="31768"/>
                </a:lnTo>
                <a:lnTo>
                  <a:pt x="1550688" y="31506"/>
                </a:lnTo>
                <a:lnTo>
                  <a:pt x="1550036" y="31256"/>
                </a:lnTo>
                <a:lnTo>
                  <a:pt x="1549379" y="31016"/>
                </a:lnTo>
                <a:lnTo>
                  <a:pt x="1548715" y="30788"/>
                </a:lnTo>
                <a:lnTo>
                  <a:pt x="1548045" y="30570"/>
                </a:lnTo>
                <a:lnTo>
                  <a:pt x="1547368" y="30364"/>
                </a:lnTo>
                <a:lnTo>
                  <a:pt x="1546685" y="30169"/>
                </a:lnTo>
                <a:lnTo>
                  <a:pt x="1545995" y="29985"/>
                </a:lnTo>
                <a:lnTo>
                  <a:pt x="1545299" y="29813"/>
                </a:lnTo>
                <a:lnTo>
                  <a:pt x="1544597" y="29651"/>
                </a:lnTo>
                <a:lnTo>
                  <a:pt x="1543888" y="29501"/>
                </a:lnTo>
                <a:lnTo>
                  <a:pt x="1543172" y="29361"/>
                </a:lnTo>
                <a:lnTo>
                  <a:pt x="1542451" y="29233"/>
                </a:lnTo>
                <a:lnTo>
                  <a:pt x="1541723" y="29116"/>
                </a:lnTo>
                <a:lnTo>
                  <a:pt x="1540988" y="29011"/>
                </a:lnTo>
                <a:lnTo>
                  <a:pt x="1540247" y="28916"/>
                </a:lnTo>
                <a:lnTo>
                  <a:pt x="1539500" y="28832"/>
                </a:lnTo>
                <a:lnTo>
                  <a:pt x="1538746" y="28760"/>
                </a:lnTo>
                <a:lnTo>
                  <a:pt x="1537986" y="28699"/>
                </a:lnTo>
                <a:lnTo>
                  <a:pt x="1537219" y="28648"/>
                </a:lnTo>
                <a:lnTo>
                  <a:pt x="1536446" y="28609"/>
                </a:lnTo>
                <a:lnTo>
                  <a:pt x="1535667" y="28582"/>
                </a:lnTo>
                <a:lnTo>
                  <a:pt x="1534881" y="28565"/>
                </a:lnTo>
                <a:lnTo>
                  <a:pt x="1534089" y="28559"/>
                </a:lnTo>
                <a:lnTo>
                  <a:pt x="1533176" y="28567"/>
                </a:lnTo>
                <a:lnTo>
                  <a:pt x="1532272" y="28589"/>
                </a:lnTo>
                <a:lnTo>
                  <a:pt x="1531376" y="28626"/>
                </a:lnTo>
                <a:lnTo>
                  <a:pt x="1530489" y="28678"/>
                </a:lnTo>
                <a:lnTo>
                  <a:pt x="1529611" y="28744"/>
                </a:lnTo>
                <a:lnTo>
                  <a:pt x="1528741" y="28826"/>
                </a:lnTo>
                <a:lnTo>
                  <a:pt x="1527880" y="28922"/>
                </a:lnTo>
                <a:lnTo>
                  <a:pt x="1527028" y="29033"/>
                </a:lnTo>
                <a:lnTo>
                  <a:pt x="1526185" y="29159"/>
                </a:lnTo>
                <a:lnTo>
                  <a:pt x="1525350" y="29299"/>
                </a:lnTo>
                <a:lnTo>
                  <a:pt x="1524524" y="29455"/>
                </a:lnTo>
                <a:lnTo>
                  <a:pt x="1523706" y="29625"/>
                </a:lnTo>
                <a:lnTo>
                  <a:pt x="1522898" y="29810"/>
                </a:lnTo>
                <a:lnTo>
                  <a:pt x="1522098" y="30010"/>
                </a:lnTo>
                <a:lnTo>
                  <a:pt x="1521306" y="30224"/>
                </a:lnTo>
                <a:lnTo>
                  <a:pt x="1520524" y="30454"/>
                </a:lnTo>
                <a:lnTo>
                  <a:pt x="1519750" y="30698"/>
                </a:lnTo>
                <a:lnTo>
                  <a:pt x="1518984" y="30957"/>
                </a:lnTo>
                <a:lnTo>
                  <a:pt x="1518228" y="31231"/>
                </a:lnTo>
                <a:lnTo>
                  <a:pt x="1517480" y="31519"/>
                </a:lnTo>
                <a:lnTo>
                  <a:pt x="1516740" y="31823"/>
                </a:lnTo>
                <a:lnTo>
                  <a:pt x="1516010" y="32141"/>
                </a:lnTo>
                <a:lnTo>
                  <a:pt x="1515288" y="32474"/>
                </a:lnTo>
                <a:lnTo>
                  <a:pt x="1514575" y="32822"/>
                </a:lnTo>
                <a:lnTo>
                  <a:pt x="1513872" y="33185"/>
                </a:lnTo>
                <a:lnTo>
                  <a:pt x="1513183" y="33564"/>
                </a:lnTo>
                <a:lnTo>
                  <a:pt x="1512507" y="33958"/>
                </a:lnTo>
                <a:lnTo>
                  <a:pt x="1511843" y="34368"/>
                </a:lnTo>
                <a:lnTo>
                  <a:pt x="1511193" y="34793"/>
                </a:lnTo>
                <a:lnTo>
                  <a:pt x="1510555" y="35234"/>
                </a:lnTo>
                <a:lnTo>
                  <a:pt x="1509930" y="35691"/>
                </a:lnTo>
                <a:lnTo>
                  <a:pt x="1509319" y="36163"/>
                </a:lnTo>
                <a:lnTo>
                  <a:pt x="1508720" y="36651"/>
                </a:lnTo>
                <a:lnTo>
                  <a:pt x="1508134" y="37155"/>
                </a:lnTo>
                <a:lnTo>
                  <a:pt x="1507562" y="37674"/>
                </a:lnTo>
                <a:lnTo>
                  <a:pt x="1507002" y="38209"/>
                </a:lnTo>
                <a:lnTo>
                  <a:pt x="1506455" y="38759"/>
                </a:lnTo>
                <a:lnTo>
                  <a:pt x="1505921" y="39325"/>
                </a:lnTo>
                <a:lnTo>
                  <a:pt x="1505400" y="39907"/>
                </a:lnTo>
                <a:lnTo>
                  <a:pt x="1504892" y="40504"/>
                </a:lnTo>
                <a:lnTo>
                  <a:pt x="1504398" y="41117"/>
                </a:lnTo>
                <a:lnTo>
                  <a:pt x="1503916" y="41745"/>
                </a:lnTo>
                <a:lnTo>
                  <a:pt x="1503447" y="42389"/>
                </a:lnTo>
                <a:lnTo>
                  <a:pt x="1502990" y="43049"/>
                </a:lnTo>
                <a:lnTo>
                  <a:pt x="1502547" y="43724"/>
                </a:lnTo>
                <a:lnTo>
                  <a:pt x="1502117" y="44415"/>
                </a:lnTo>
                <a:lnTo>
                  <a:pt x="1501700" y="45121"/>
                </a:lnTo>
                <a:lnTo>
                  <a:pt x="1501296" y="45843"/>
                </a:lnTo>
                <a:lnTo>
                  <a:pt x="1500906" y="46582"/>
                </a:lnTo>
                <a:lnTo>
                  <a:pt x="1500534" y="47337"/>
                </a:lnTo>
                <a:lnTo>
                  <a:pt x="1500177" y="48109"/>
                </a:lnTo>
                <a:lnTo>
                  <a:pt x="1499838" y="48898"/>
                </a:lnTo>
                <a:lnTo>
                  <a:pt x="1499514" y="49703"/>
                </a:lnTo>
                <a:lnTo>
                  <a:pt x="1499208" y="50526"/>
                </a:lnTo>
                <a:lnTo>
                  <a:pt x="1498918" y="51365"/>
                </a:lnTo>
                <a:lnTo>
                  <a:pt x="1498644" y="52221"/>
                </a:lnTo>
                <a:lnTo>
                  <a:pt x="1498387" y="53094"/>
                </a:lnTo>
                <a:lnTo>
                  <a:pt x="1498147" y="53984"/>
                </a:lnTo>
                <a:lnTo>
                  <a:pt x="1497923" y="54891"/>
                </a:lnTo>
                <a:lnTo>
                  <a:pt x="1497716" y="55814"/>
                </a:lnTo>
                <a:lnTo>
                  <a:pt x="1497526" y="56754"/>
                </a:lnTo>
                <a:lnTo>
                  <a:pt x="1497352" y="57711"/>
                </a:lnTo>
                <a:lnTo>
                  <a:pt x="1497194" y="58685"/>
                </a:lnTo>
                <a:lnTo>
                  <a:pt x="1497053" y="59676"/>
                </a:lnTo>
                <a:lnTo>
                  <a:pt x="1496929" y="60684"/>
                </a:lnTo>
                <a:lnTo>
                  <a:pt x="1496821" y="61708"/>
                </a:lnTo>
                <a:lnTo>
                  <a:pt x="1496730" y="62749"/>
                </a:lnTo>
                <a:lnTo>
                  <a:pt x="1496656" y="63808"/>
                </a:lnTo>
                <a:lnTo>
                  <a:pt x="1496598" y="64882"/>
                </a:lnTo>
                <a:lnTo>
                  <a:pt x="1496556" y="65974"/>
                </a:lnTo>
                <a:lnTo>
                  <a:pt x="1496531" y="67083"/>
                </a:lnTo>
                <a:lnTo>
                  <a:pt x="1496523" y="68208"/>
                </a:lnTo>
                <a:lnTo>
                  <a:pt x="1496532" y="69334"/>
                </a:lnTo>
                <a:lnTo>
                  <a:pt x="1496558" y="70442"/>
                </a:lnTo>
                <a:lnTo>
                  <a:pt x="1496601" y="71532"/>
                </a:lnTo>
                <a:lnTo>
                  <a:pt x="1496662" y="72605"/>
                </a:lnTo>
                <a:lnTo>
                  <a:pt x="1496740" y="73661"/>
                </a:lnTo>
                <a:lnTo>
                  <a:pt x="1496836" y="74700"/>
                </a:lnTo>
                <a:lnTo>
                  <a:pt x="1496949" y="75721"/>
                </a:lnTo>
                <a:lnTo>
                  <a:pt x="1497079" y="76724"/>
                </a:lnTo>
                <a:lnTo>
                  <a:pt x="1497227" y="77711"/>
                </a:lnTo>
                <a:lnTo>
                  <a:pt x="1497392" y="78680"/>
                </a:lnTo>
                <a:lnTo>
                  <a:pt x="1497574" y="79631"/>
                </a:lnTo>
                <a:lnTo>
                  <a:pt x="1497774" y="80565"/>
                </a:lnTo>
                <a:lnTo>
                  <a:pt x="1497991" y="81482"/>
                </a:lnTo>
                <a:lnTo>
                  <a:pt x="1498226" y="82381"/>
                </a:lnTo>
                <a:lnTo>
                  <a:pt x="1498478" y="83263"/>
                </a:lnTo>
                <a:lnTo>
                  <a:pt x="1498747" y="84128"/>
                </a:lnTo>
                <a:lnTo>
                  <a:pt x="1499034" y="84975"/>
                </a:lnTo>
                <a:lnTo>
                  <a:pt x="1499338" y="85805"/>
                </a:lnTo>
                <a:lnTo>
                  <a:pt x="1499659" y="86618"/>
                </a:lnTo>
                <a:lnTo>
                  <a:pt x="1499998" y="87413"/>
                </a:lnTo>
                <a:lnTo>
                  <a:pt x="1500354" y="88190"/>
                </a:lnTo>
                <a:lnTo>
                  <a:pt x="1500728" y="88951"/>
                </a:lnTo>
                <a:lnTo>
                  <a:pt x="1501119" y="89694"/>
                </a:lnTo>
                <a:lnTo>
                  <a:pt x="1501527" y="90419"/>
                </a:lnTo>
                <a:lnTo>
                  <a:pt x="1501950" y="91128"/>
                </a:lnTo>
                <a:lnTo>
                  <a:pt x="1502385" y="91821"/>
                </a:lnTo>
                <a:lnTo>
                  <a:pt x="1502833" y="92499"/>
                </a:lnTo>
                <a:lnTo>
                  <a:pt x="1503293" y="93161"/>
                </a:lnTo>
                <a:lnTo>
                  <a:pt x="1503765" y="93807"/>
                </a:lnTo>
                <a:lnTo>
                  <a:pt x="1504250" y="94437"/>
                </a:lnTo>
                <a:lnTo>
                  <a:pt x="1504747" y="95051"/>
                </a:lnTo>
                <a:lnTo>
                  <a:pt x="1505256" y="95650"/>
                </a:lnTo>
                <a:lnTo>
                  <a:pt x="1505777" y="96233"/>
                </a:lnTo>
                <a:lnTo>
                  <a:pt x="1506311" y="96801"/>
                </a:lnTo>
                <a:lnTo>
                  <a:pt x="1506857" y="97352"/>
                </a:lnTo>
                <a:lnTo>
                  <a:pt x="1507416" y="97888"/>
                </a:lnTo>
                <a:lnTo>
                  <a:pt x="1507986" y="98408"/>
                </a:lnTo>
                <a:lnTo>
                  <a:pt x="1508569" y="98912"/>
                </a:lnTo>
                <a:lnTo>
                  <a:pt x="1509165" y="99401"/>
                </a:lnTo>
                <a:lnTo>
                  <a:pt x="1509772" y="99874"/>
                </a:lnTo>
                <a:lnTo>
                  <a:pt x="1510392" y="100331"/>
                </a:lnTo>
                <a:lnTo>
                  <a:pt x="1511024" y="100772"/>
                </a:lnTo>
                <a:lnTo>
                  <a:pt x="1511669" y="101198"/>
                </a:lnTo>
                <a:lnTo>
                  <a:pt x="1512325" y="101607"/>
                </a:lnTo>
                <a:lnTo>
                  <a:pt x="1512994" y="102002"/>
                </a:lnTo>
                <a:lnTo>
                  <a:pt x="1513676" y="102380"/>
                </a:lnTo>
                <a:lnTo>
                  <a:pt x="1514369" y="102743"/>
                </a:lnTo>
                <a:lnTo>
                  <a:pt x="1515075" y="103089"/>
                </a:lnTo>
                <a:lnTo>
                  <a:pt x="1515791" y="103421"/>
                </a:lnTo>
                <a:lnTo>
                  <a:pt x="1516513" y="103739"/>
                </a:lnTo>
                <a:lnTo>
                  <a:pt x="1517241" y="104042"/>
                </a:lnTo>
                <a:lnTo>
                  <a:pt x="1517977" y="104332"/>
                </a:lnTo>
                <a:lnTo>
                  <a:pt x="1518719" y="104607"/>
                </a:lnTo>
                <a:lnTo>
                  <a:pt x="1519468" y="104868"/>
                </a:lnTo>
                <a:lnTo>
                  <a:pt x="1520223" y="105115"/>
                </a:lnTo>
                <a:lnTo>
                  <a:pt x="1520985" y="105348"/>
                </a:lnTo>
                <a:lnTo>
                  <a:pt x="1521754" y="105567"/>
                </a:lnTo>
                <a:lnTo>
                  <a:pt x="1522530" y="105771"/>
                </a:lnTo>
                <a:lnTo>
                  <a:pt x="1523312" y="105962"/>
                </a:lnTo>
                <a:lnTo>
                  <a:pt x="1524101" y="106138"/>
                </a:lnTo>
                <a:lnTo>
                  <a:pt x="1524896" y="106301"/>
                </a:lnTo>
                <a:lnTo>
                  <a:pt x="1525699" y="106449"/>
                </a:lnTo>
                <a:lnTo>
                  <a:pt x="1526508" y="106583"/>
                </a:lnTo>
                <a:lnTo>
                  <a:pt x="1527323" y="106703"/>
                </a:lnTo>
                <a:lnTo>
                  <a:pt x="1528146" y="106809"/>
                </a:lnTo>
                <a:lnTo>
                  <a:pt x="1528975" y="106901"/>
                </a:lnTo>
                <a:lnTo>
                  <a:pt x="1529810" y="106978"/>
                </a:lnTo>
                <a:lnTo>
                  <a:pt x="1530653" y="107042"/>
                </a:lnTo>
                <a:lnTo>
                  <a:pt x="1531502" y="107091"/>
                </a:lnTo>
                <a:lnTo>
                  <a:pt x="1532357" y="107127"/>
                </a:lnTo>
                <a:lnTo>
                  <a:pt x="1533220" y="107148"/>
                </a:lnTo>
                <a:lnTo>
                  <a:pt x="1534089" y="107155"/>
                </a:lnTo>
                <a:lnTo>
                  <a:pt x="1534919" y="107149"/>
                </a:lnTo>
                <a:lnTo>
                  <a:pt x="1535741" y="107130"/>
                </a:lnTo>
                <a:lnTo>
                  <a:pt x="1536556" y="107100"/>
                </a:lnTo>
                <a:lnTo>
                  <a:pt x="1537363" y="107057"/>
                </a:lnTo>
                <a:lnTo>
                  <a:pt x="1538162" y="107002"/>
                </a:lnTo>
                <a:close/>
                <a:moveTo>
                  <a:pt x="1725439" y="106955"/>
                </a:moveTo>
                <a:lnTo>
                  <a:pt x="1726345" y="106868"/>
                </a:lnTo>
                <a:lnTo>
                  <a:pt x="1727240" y="106764"/>
                </a:lnTo>
                <a:lnTo>
                  <a:pt x="1728125" y="106644"/>
                </a:lnTo>
                <a:lnTo>
                  <a:pt x="1729000" y="106509"/>
                </a:lnTo>
                <a:lnTo>
                  <a:pt x="1729865" y="106357"/>
                </a:lnTo>
                <a:lnTo>
                  <a:pt x="1730719" y="106190"/>
                </a:lnTo>
                <a:lnTo>
                  <a:pt x="1731563" y="106006"/>
                </a:lnTo>
                <a:lnTo>
                  <a:pt x="1732396" y="105807"/>
                </a:lnTo>
                <a:lnTo>
                  <a:pt x="1733220" y="105591"/>
                </a:lnTo>
                <a:lnTo>
                  <a:pt x="1734033" y="105360"/>
                </a:lnTo>
                <a:lnTo>
                  <a:pt x="1734835" y="105113"/>
                </a:lnTo>
                <a:lnTo>
                  <a:pt x="1735628" y="104850"/>
                </a:lnTo>
                <a:lnTo>
                  <a:pt x="1736410" y="104570"/>
                </a:lnTo>
                <a:lnTo>
                  <a:pt x="1737182" y="104275"/>
                </a:lnTo>
                <a:lnTo>
                  <a:pt x="1737943" y="103964"/>
                </a:lnTo>
                <a:lnTo>
                  <a:pt x="1738695" y="103637"/>
                </a:lnTo>
                <a:lnTo>
                  <a:pt x="1739436" y="103294"/>
                </a:lnTo>
                <a:lnTo>
                  <a:pt x="1740166" y="102935"/>
                </a:lnTo>
                <a:lnTo>
                  <a:pt x="1740887" y="102560"/>
                </a:lnTo>
                <a:lnTo>
                  <a:pt x="1741595" y="102170"/>
                </a:lnTo>
                <a:lnTo>
                  <a:pt x="1742291" y="101765"/>
                </a:lnTo>
                <a:lnTo>
                  <a:pt x="1742973" y="101346"/>
                </a:lnTo>
                <a:lnTo>
                  <a:pt x="1743642" y="100913"/>
                </a:lnTo>
                <a:lnTo>
                  <a:pt x="1744298" y="100466"/>
                </a:lnTo>
                <a:lnTo>
                  <a:pt x="1744940" y="100004"/>
                </a:lnTo>
                <a:lnTo>
                  <a:pt x="1745569" y="99528"/>
                </a:lnTo>
                <a:lnTo>
                  <a:pt x="1746185" y="99037"/>
                </a:lnTo>
                <a:lnTo>
                  <a:pt x="1746788" y="98532"/>
                </a:lnTo>
                <a:lnTo>
                  <a:pt x="1747378" y="98013"/>
                </a:lnTo>
                <a:lnTo>
                  <a:pt x="1747954" y="97479"/>
                </a:lnTo>
                <a:lnTo>
                  <a:pt x="1748517" y="96932"/>
                </a:lnTo>
                <a:lnTo>
                  <a:pt x="1749067" y="96370"/>
                </a:lnTo>
                <a:lnTo>
                  <a:pt x="1749604" y="95793"/>
                </a:lnTo>
                <a:lnTo>
                  <a:pt x="1750127" y="95202"/>
                </a:lnTo>
                <a:lnTo>
                  <a:pt x="1750637" y="94597"/>
                </a:lnTo>
                <a:lnTo>
                  <a:pt x="1751134" y="93978"/>
                </a:lnTo>
                <a:lnTo>
                  <a:pt x="1751618" y="93344"/>
                </a:lnTo>
                <a:lnTo>
                  <a:pt x="1752089" y="92696"/>
                </a:lnTo>
                <a:lnTo>
                  <a:pt x="1752546" y="92033"/>
                </a:lnTo>
                <a:lnTo>
                  <a:pt x="1752990" y="91357"/>
                </a:lnTo>
                <a:lnTo>
                  <a:pt x="1753421" y="90666"/>
                </a:lnTo>
                <a:lnTo>
                  <a:pt x="1753838" y="89960"/>
                </a:lnTo>
                <a:lnTo>
                  <a:pt x="1754243" y="89240"/>
                </a:lnTo>
                <a:lnTo>
                  <a:pt x="1754632" y="88507"/>
                </a:lnTo>
                <a:lnTo>
                  <a:pt x="1755005" y="87761"/>
                </a:lnTo>
                <a:lnTo>
                  <a:pt x="1755361" y="87002"/>
                </a:lnTo>
                <a:lnTo>
                  <a:pt x="1755701" y="86230"/>
                </a:lnTo>
                <a:lnTo>
                  <a:pt x="1756024" y="85446"/>
                </a:lnTo>
                <a:lnTo>
                  <a:pt x="1756331" y="84649"/>
                </a:lnTo>
                <a:lnTo>
                  <a:pt x="1756621" y="83839"/>
                </a:lnTo>
                <a:lnTo>
                  <a:pt x="1756894" y="83017"/>
                </a:lnTo>
                <a:lnTo>
                  <a:pt x="1757151" y="82182"/>
                </a:lnTo>
                <a:lnTo>
                  <a:pt x="1757391" y="81334"/>
                </a:lnTo>
                <a:lnTo>
                  <a:pt x="1757615" y="80473"/>
                </a:lnTo>
                <a:lnTo>
                  <a:pt x="1757822" y="79600"/>
                </a:lnTo>
                <a:lnTo>
                  <a:pt x="1758013" y="78714"/>
                </a:lnTo>
                <a:lnTo>
                  <a:pt x="1758187" y="77815"/>
                </a:lnTo>
                <a:lnTo>
                  <a:pt x="1758344" y="76904"/>
                </a:lnTo>
                <a:lnTo>
                  <a:pt x="1758485" y="75980"/>
                </a:lnTo>
                <a:lnTo>
                  <a:pt x="1758609" y="75043"/>
                </a:lnTo>
                <a:lnTo>
                  <a:pt x="1758717" y="74093"/>
                </a:lnTo>
                <a:lnTo>
                  <a:pt x="1758808" y="73131"/>
                </a:lnTo>
                <a:lnTo>
                  <a:pt x="1758883" y="72156"/>
                </a:lnTo>
                <a:lnTo>
                  <a:pt x="1758941" y="71168"/>
                </a:lnTo>
                <a:lnTo>
                  <a:pt x="1758982" y="70168"/>
                </a:lnTo>
                <a:lnTo>
                  <a:pt x="1759007" y="69155"/>
                </a:lnTo>
                <a:lnTo>
                  <a:pt x="1759015" y="68129"/>
                </a:lnTo>
                <a:lnTo>
                  <a:pt x="1759007" y="67084"/>
                </a:lnTo>
                <a:lnTo>
                  <a:pt x="1758982" y="66052"/>
                </a:lnTo>
                <a:lnTo>
                  <a:pt x="1758941" y="65034"/>
                </a:lnTo>
                <a:lnTo>
                  <a:pt x="1758883" y="64028"/>
                </a:lnTo>
                <a:lnTo>
                  <a:pt x="1758808" y="63036"/>
                </a:lnTo>
                <a:lnTo>
                  <a:pt x="1758717" y="62056"/>
                </a:lnTo>
                <a:lnTo>
                  <a:pt x="1758609" y="61090"/>
                </a:lnTo>
                <a:lnTo>
                  <a:pt x="1758485" y="60137"/>
                </a:lnTo>
                <a:lnTo>
                  <a:pt x="1758344" y="59197"/>
                </a:lnTo>
                <a:lnTo>
                  <a:pt x="1758187" y="58270"/>
                </a:lnTo>
                <a:lnTo>
                  <a:pt x="1758013" y="57356"/>
                </a:lnTo>
                <a:lnTo>
                  <a:pt x="1757822" y="56456"/>
                </a:lnTo>
                <a:lnTo>
                  <a:pt x="1757615" y="55568"/>
                </a:lnTo>
                <a:lnTo>
                  <a:pt x="1757391" y="54694"/>
                </a:lnTo>
                <a:lnTo>
                  <a:pt x="1757151" y="53832"/>
                </a:lnTo>
                <a:lnTo>
                  <a:pt x="1756894" y="52984"/>
                </a:lnTo>
                <a:lnTo>
                  <a:pt x="1756621" y="52149"/>
                </a:lnTo>
                <a:lnTo>
                  <a:pt x="1756331" y="51327"/>
                </a:lnTo>
                <a:lnTo>
                  <a:pt x="1756024" y="50518"/>
                </a:lnTo>
                <a:lnTo>
                  <a:pt x="1755701" y="49723"/>
                </a:lnTo>
                <a:lnTo>
                  <a:pt x="1755361" y="48940"/>
                </a:lnTo>
                <a:lnTo>
                  <a:pt x="1755005" y="48171"/>
                </a:lnTo>
                <a:lnTo>
                  <a:pt x="1754632" y="47414"/>
                </a:lnTo>
                <a:lnTo>
                  <a:pt x="1754243" y="46671"/>
                </a:lnTo>
                <a:lnTo>
                  <a:pt x="1753838" y="45941"/>
                </a:lnTo>
                <a:lnTo>
                  <a:pt x="1753421" y="45226"/>
                </a:lnTo>
                <a:lnTo>
                  <a:pt x="1752990" y="44526"/>
                </a:lnTo>
                <a:lnTo>
                  <a:pt x="1752546" y="43840"/>
                </a:lnTo>
                <a:lnTo>
                  <a:pt x="1752089" y="43169"/>
                </a:lnTo>
                <a:lnTo>
                  <a:pt x="1751618" y="42513"/>
                </a:lnTo>
                <a:lnTo>
                  <a:pt x="1751134" y="41871"/>
                </a:lnTo>
                <a:lnTo>
                  <a:pt x="1750637" y="41243"/>
                </a:lnTo>
                <a:lnTo>
                  <a:pt x="1750127" y="40631"/>
                </a:lnTo>
                <a:lnTo>
                  <a:pt x="1749604" y="40033"/>
                </a:lnTo>
                <a:lnTo>
                  <a:pt x="1749067" y="39449"/>
                </a:lnTo>
                <a:lnTo>
                  <a:pt x="1748517" y="38880"/>
                </a:lnTo>
                <a:lnTo>
                  <a:pt x="1747954" y="38326"/>
                </a:lnTo>
                <a:lnTo>
                  <a:pt x="1747378" y="37787"/>
                </a:lnTo>
                <a:lnTo>
                  <a:pt x="1746788" y="37262"/>
                </a:lnTo>
                <a:lnTo>
                  <a:pt x="1746185" y="36751"/>
                </a:lnTo>
                <a:lnTo>
                  <a:pt x="1745569" y="36256"/>
                </a:lnTo>
                <a:lnTo>
                  <a:pt x="1744940" y="35775"/>
                </a:lnTo>
                <a:lnTo>
                  <a:pt x="1744298" y="35308"/>
                </a:lnTo>
                <a:lnTo>
                  <a:pt x="1743642" y="34856"/>
                </a:lnTo>
                <a:lnTo>
                  <a:pt x="1742973" y="34419"/>
                </a:lnTo>
                <a:lnTo>
                  <a:pt x="1742291" y="33996"/>
                </a:lnTo>
                <a:lnTo>
                  <a:pt x="1741595" y="33588"/>
                </a:lnTo>
                <a:lnTo>
                  <a:pt x="1740887" y="33195"/>
                </a:lnTo>
                <a:lnTo>
                  <a:pt x="1740166" y="32817"/>
                </a:lnTo>
                <a:lnTo>
                  <a:pt x="1739436" y="32454"/>
                </a:lnTo>
                <a:lnTo>
                  <a:pt x="1738695" y="32108"/>
                </a:lnTo>
                <a:lnTo>
                  <a:pt x="1737943" y="31778"/>
                </a:lnTo>
                <a:lnTo>
                  <a:pt x="1737182" y="31465"/>
                </a:lnTo>
                <a:lnTo>
                  <a:pt x="1736410" y="31167"/>
                </a:lnTo>
                <a:lnTo>
                  <a:pt x="1735628" y="30885"/>
                </a:lnTo>
                <a:lnTo>
                  <a:pt x="1734835" y="30619"/>
                </a:lnTo>
                <a:lnTo>
                  <a:pt x="1734033" y="30370"/>
                </a:lnTo>
                <a:lnTo>
                  <a:pt x="1733220" y="30137"/>
                </a:lnTo>
                <a:lnTo>
                  <a:pt x="1732396" y="29919"/>
                </a:lnTo>
                <a:lnTo>
                  <a:pt x="1731563" y="29718"/>
                </a:lnTo>
                <a:lnTo>
                  <a:pt x="1730719" y="29533"/>
                </a:lnTo>
                <a:lnTo>
                  <a:pt x="1729865" y="29364"/>
                </a:lnTo>
                <a:lnTo>
                  <a:pt x="1729000" y="29211"/>
                </a:lnTo>
                <a:lnTo>
                  <a:pt x="1728125" y="29074"/>
                </a:lnTo>
                <a:lnTo>
                  <a:pt x="1727240" y="28954"/>
                </a:lnTo>
                <a:lnTo>
                  <a:pt x="1726345" y="28849"/>
                </a:lnTo>
                <a:lnTo>
                  <a:pt x="1725439" y="28760"/>
                </a:lnTo>
                <a:lnTo>
                  <a:pt x="1724523" y="28688"/>
                </a:lnTo>
                <a:lnTo>
                  <a:pt x="1723597" y="28632"/>
                </a:lnTo>
                <a:lnTo>
                  <a:pt x="1722661" y="28591"/>
                </a:lnTo>
                <a:lnTo>
                  <a:pt x="1721714" y="28567"/>
                </a:lnTo>
                <a:lnTo>
                  <a:pt x="1720757" y="28559"/>
                </a:lnTo>
                <a:lnTo>
                  <a:pt x="1719812" y="28567"/>
                </a:lnTo>
                <a:lnTo>
                  <a:pt x="1718877" y="28591"/>
                </a:lnTo>
                <a:lnTo>
                  <a:pt x="1717952" y="28632"/>
                </a:lnTo>
                <a:lnTo>
                  <a:pt x="1717037" y="28688"/>
                </a:lnTo>
                <a:lnTo>
                  <a:pt x="1716132" y="28760"/>
                </a:lnTo>
                <a:lnTo>
                  <a:pt x="1715236" y="28849"/>
                </a:lnTo>
                <a:lnTo>
                  <a:pt x="1714350" y="28954"/>
                </a:lnTo>
                <a:lnTo>
                  <a:pt x="1713474" y="29074"/>
                </a:lnTo>
                <a:lnTo>
                  <a:pt x="1712607" y="29211"/>
                </a:lnTo>
                <a:lnTo>
                  <a:pt x="1711750" y="29364"/>
                </a:lnTo>
                <a:lnTo>
                  <a:pt x="1710903" y="29533"/>
                </a:lnTo>
                <a:lnTo>
                  <a:pt x="1710066" y="29718"/>
                </a:lnTo>
                <a:lnTo>
                  <a:pt x="1709239" y="29919"/>
                </a:lnTo>
                <a:lnTo>
                  <a:pt x="1708421" y="30137"/>
                </a:lnTo>
                <a:lnTo>
                  <a:pt x="1707613" y="30370"/>
                </a:lnTo>
                <a:lnTo>
                  <a:pt x="1706815" y="30619"/>
                </a:lnTo>
                <a:lnTo>
                  <a:pt x="1706027" y="30885"/>
                </a:lnTo>
                <a:lnTo>
                  <a:pt x="1705248" y="31167"/>
                </a:lnTo>
                <a:lnTo>
                  <a:pt x="1704479" y="31465"/>
                </a:lnTo>
                <a:lnTo>
                  <a:pt x="1703720" y="31778"/>
                </a:lnTo>
                <a:lnTo>
                  <a:pt x="1702970" y="32108"/>
                </a:lnTo>
                <a:lnTo>
                  <a:pt x="1702231" y="32454"/>
                </a:lnTo>
                <a:lnTo>
                  <a:pt x="1701501" y="32817"/>
                </a:lnTo>
                <a:lnTo>
                  <a:pt x="1700781" y="33195"/>
                </a:lnTo>
                <a:lnTo>
                  <a:pt x="1700072" y="33588"/>
                </a:lnTo>
                <a:lnTo>
                  <a:pt x="1699377" y="33996"/>
                </a:lnTo>
                <a:lnTo>
                  <a:pt x="1698696" y="34419"/>
                </a:lnTo>
                <a:lnTo>
                  <a:pt x="1698028" y="34856"/>
                </a:lnTo>
                <a:lnTo>
                  <a:pt x="1697373" y="35308"/>
                </a:lnTo>
                <a:lnTo>
                  <a:pt x="1696732" y="35775"/>
                </a:lnTo>
                <a:lnTo>
                  <a:pt x="1696105" y="36256"/>
                </a:lnTo>
                <a:lnTo>
                  <a:pt x="1695491" y="36751"/>
                </a:lnTo>
                <a:lnTo>
                  <a:pt x="1694890" y="37262"/>
                </a:lnTo>
                <a:lnTo>
                  <a:pt x="1694303" y="37787"/>
                </a:lnTo>
                <a:lnTo>
                  <a:pt x="1693729" y="38326"/>
                </a:lnTo>
                <a:lnTo>
                  <a:pt x="1693169" y="38880"/>
                </a:lnTo>
                <a:lnTo>
                  <a:pt x="1692623" y="39449"/>
                </a:lnTo>
                <a:lnTo>
                  <a:pt x="1692090" y="40033"/>
                </a:lnTo>
                <a:lnTo>
                  <a:pt x="1691570" y="40631"/>
                </a:lnTo>
                <a:lnTo>
                  <a:pt x="1691064" y="41243"/>
                </a:lnTo>
                <a:lnTo>
                  <a:pt x="1690572" y="41871"/>
                </a:lnTo>
                <a:lnTo>
                  <a:pt x="1690093" y="42513"/>
                </a:lnTo>
                <a:lnTo>
                  <a:pt x="1689627" y="43169"/>
                </a:lnTo>
                <a:lnTo>
                  <a:pt x="1689175" y="43840"/>
                </a:lnTo>
                <a:lnTo>
                  <a:pt x="1688736" y="44526"/>
                </a:lnTo>
                <a:lnTo>
                  <a:pt x="1688311" y="45226"/>
                </a:lnTo>
                <a:lnTo>
                  <a:pt x="1687900" y="45941"/>
                </a:lnTo>
                <a:lnTo>
                  <a:pt x="1687502" y="46671"/>
                </a:lnTo>
                <a:lnTo>
                  <a:pt x="1687119" y="47414"/>
                </a:lnTo>
                <a:lnTo>
                  <a:pt x="1686752" y="48171"/>
                </a:lnTo>
                <a:lnTo>
                  <a:pt x="1686401" y="48940"/>
                </a:lnTo>
                <a:lnTo>
                  <a:pt x="1686067" y="49723"/>
                </a:lnTo>
                <a:lnTo>
                  <a:pt x="1685749" y="50518"/>
                </a:lnTo>
                <a:lnTo>
                  <a:pt x="1685447" y="51327"/>
                </a:lnTo>
                <a:lnTo>
                  <a:pt x="1685162" y="52149"/>
                </a:lnTo>
                <a:lnTo>
                  <a:pt x="1684893" y="52984"/>
                </a:lnTo>
                <a:lnTo>
                  <a:pt x="1684640" y="53832"/>
                </a:lnTo>
                <a:lnTo>
                  <a:pt x="1684404" y="54694"/>
                </a:lnTo>
                <a:lnTo>
                  <a:pt x="1684184" y="55568"/>
                </a:lnTo>
                <a:lnTo>
                  <a:pt x="1683980" y="56456"/>
                </a:lnTo>
                <a:lnTo>
                  <a:pt x="1683793" y="57356"/>
                </a:lnTo>
                <a:lnTo>
                  <a:pt x="1683621" y="58270"/>
                </a:lnTo>
                <a:lnTo>
                  <a:pt x="1683466" y="59197"/>
                </a:lnTo>
                <a:lnTo>
                  <a:pt x="1683328" y="60137"/>
                </a:lnTo>
                <a:lnTo>
                  <a:pt x="1683206" y="61090"/>
                </a:lnTo>
                <a:lnTo>
                  <a:pt x="1683100" y="62056"/>
                </a:lnTo>
                <a:lnTo>
                  <a:pt x="1683010" y="63036"/>
                </a:lnTo>
                <a:lnTo>
                  <a:pt x="1682937" y="64028"/>
                </a:lnTo>
                <a:lnTo>
                  <a:pt x="1682879" y="65034"/>
                </a:lnTo>
                <a:lnTo>
                  <a:pt x="1682839" y="66052"/>
                </a:lnTo>
                <a:lnTo>
                  <a:pt x="1682814" y="67084"/>
                </a:lnTo>
                <a:lnTo>
                  <a:pt x="1682806" y="68129"/>
                </a:lnTo>
                <a:lnTo>
                  <a:pt x="1682814" y="69155"/>
                </a:lnTo>
                <a:lnTo>
                  <a:pt x="1682839" y="70168"/>
                </a:lnTo>
                <a:lnTo>
                  <a:pt x="1682879" y="71168"/>
                </a:lnTo>
                <a:lnTo>
                  <a:pt x="1682937" y="72156"/>
                </a:lnTo>
                <a:lnTo>
                  <a:pt x="1683010" y="73131"/>
                </a:lnTo>
                <a:lnTo>
                  <a:pt x="1683100" y="74093"/>
                </a:lnTo>
                <a:lnTo>
                  <a:pt x="1683206" y="75043"/>
                </a:lnTo>
                <a:lnTo>
                  <a:pt x="1683328" y="75980"/>
                </a:lnTo>
                <a:lnTo>
                  <a:pt x="1683466" y="76904"/>
                </a:lnTo>
                <a:lnTo>
                  <a:pt x="1683621" y="77815"/>
                </a:lnTo>
                <a:lnTo>
                  <a:pt x="1683793" y="78714"/>
                </a:lnTo>
                <a:lnTo>
                  <a:pt x="1683980" y="79600"/>
                </a:lnTo>
                <a:lnTo>
                  <a:pt x="1684184" y="80473"/>
                </a:lnTo>
                <a:lnTo>
                  <a:pt x="1684404" y="81334"/>
                </a:lnTo>
                <a:lnTo>
                  <a:pt x="1684640" y="82182"/>
                </a:lnTo>
                <a:lnTo>
                  <a:pt x="1684893" y="83017"/>
                </a:lnTo>
                <a:lnTo>
                  <a:pt x="1685162" y="83839"/>
                </a:lnTo>
                <a:lnTo>
                  <a:pt x="1685447" y="84649"/>
                </a:lnTo>
                <a:lnTo>
                  <a:pt x="1685749" y="85446"/>
                </a:lnTo>
                <a:lnTo>
                  <a:pt x="1686067" y="86230"/>
                </a:lnTo>
                <a:lnTo>
                  <a:pt x="1686401" y="87002"/>
                </a:lnTo>
                <a:lnTo>
                  <a:pt x="1686752" y="87761"/>
                </a:lnTo>
                <a:lnTo>
                  <a:pt x="1687119" y="88507"/>
                </a:lnTo>
                <a:lnTo>
                  <a:pt x="1687502" y="89240"/>
                </a:lnTo>
                <a:lnTo>
                  <a:pt x="1687900" y="89960"/>
                </a:lnTo>
                <a:lnTo>
                  <a:pt x="1688311" y="90666"/>
                </a:lnTo>
                <a:lnTo>
                  <a:pt x="1688736" y="91357"/>
                </a:lnTo>
                <a:lnTo>
                  <a:pt x="1689175" y="92033"/>
                </a:lnTo>
                <a:lnTo>
                  <a:pt x="1689627" y="92696"/>
                </a:lnTo>
                <a:lnTo>
                  <a:pt x="1690093" y="93344"/>
                </a:lnTo>
                <a:lnTo>
                  <a:pt x="1690572" y="93978"/>
                </a:lnTo>
                <a:lnTo>
                  <a:pt x="1691064" y="94597"/>
                </a:lnTo>
                <a:lnTo>
                  <a:pt x="1691570" y="95202"/>
                </a:lnTo>
                <a:lnTo>
                  <a:pt x="1692090" y="95793"/>
                </a:lnTo>
                <a:lnTo>
                  <a:pt x="1692623" y="96370"/>
                </a:lnTo>
                <a:lnTo>
                  <a:pt x="1693169" y="96932"/>
                </a:lnTo>
                <a:lnTo>
                  <a:pt x="1693729" y="97479"/>
                </a:lnTo>
                <a:lnTo>
                  <a:pt x="1694303" y="98013"/>
                </a:lnTo>
                <a:lnTo>
                  <a:pt x="1694890" y="98532"/>
                </a:lnTo>
                <a:lnTo>
                  <a:pt x="1695491" y="99037"/>
                </a:lnTo>
                <a:lnTo>
                  <a:pt x="1696105" y="99528"/>
                </a:lnTo>
                <a:lnTo>
                  <a:pt x="1696732" y="100004"/>
                </a:lnTo>
                <a:lnTo>
                  <a:pt x="1697373" y="100466"/>
                </a:lnTo>
                <a:lnTo>
                  <a:pt x="1698028" y="100913"/>
                </a:lnTo>
                <a:lnTo>
                  <a:pt x="1698696" y="101346"/>
                </a:lnTo>
                <a:lnTo>
                  <a:pt x="1699377" y="101765"/>
                </a:lnTo>
                <a:lnTo>
                  <a:pt x="1700072" y="102170"/>
                </a:lnTo>
                <a:lnTo>
                  <a:pt x="1700781" y="102560"/>
                </a:lnTo>
                <a:lnTo>
                  <a:pt x="1701501" y="102935"/>
                </a:lnTo>
                <a:lnTo>
                  <a:pt x="1702231" y="103294"/>
                </a:lnTo>
                <a:lnTo>
                  <a:pt x="1702970" y="103637"/>
                </a:lnTo>
                <a:lnTo>
                  <a:pt x="1703720" y="103964"/>
                </a:lnTo>
                <a:lnTo>
                  <a:pt x="1704479" y="104275"/>
                </a:lnTo>
                <a:lnTo>
                  <a:pt x="1705248" y="104570"/>
                </a:lnTo>
                <a:lnTo>
                  <a:pt x="1706027" y="104850"/>
                </a:lnTo>
                <a:lnTo>
                  <a:pt x="1706815" y="105113"/>
                </a:lnTo>
                <a:lnTo>
                  <a:pt x="1707613" y="105360"/>
                </a:lnTo>
                <a:lnTo>
                  <a:pt x="1708421" y="105591"/>
                </a:lnTo>
                <a:lnTo>
                  <a:pt x="1709239" y="105807"/>
                </a:lnTo>
                <a:lnTo>
                  <a:pt x="1710066" y="106006"/>
                </a:lnTo>
                <a:lnTo>
                  <a:pt x="1710903" y="106190"/>
                </a:lnTo>
                <a:lnTo>
                  <a:pt x="1711750" y="106357"/>
                </a:lnTo>
                <a:lnTo>
                  <a:pt x="1712607" y="106509"/>
                </a:lnTo>
                <a:lnTo>
                  <a:pt x="1713474" y="106644"/>
                </a:lnTo>
                <a:lnTo>
                  <a:pt x="1714350" y="106764"/>
                </a:lnTo>
                <a:lnTo>
                  <a:pt x="1715236" y="106868"/>
                </a:lnTo>
                <a:lnTo>
                  <a:pt x="1716132" y="106955"/>
                </a:lnTo>
                <a:lnTo>
                  <a:pt x="1717037" y="107027"/>
                </a:lnTo>
                <a:lnTo>
                  <a:pt x="1717952" y="107083"/>
                </a:lnTo>
                <a:lnTo>
                  <a:pt x="1718877" y="107123"/>
                </a:lnTo>
                <a:lnTo>
                  <a:pt x="1719812" y="107147"/>
                </a:lnTo>
                <a:lnTo>
                  <a:pt x="1720757" y="107155"/>
                </a:lnTo>
                <a:lnTo>
                  <a:pt x="1721714" y="107147"/>
                </a:lnTo>
                <a:lnTo>
                  <a:pt x="1722661" y="107123"/>
                </a:lnTo>
                <a:lnTo>
                  <a:pt x="1723597" y="107083"/>
                </a:lnTo>
                <a:lnTo>
                  <a:pt x="1724523" y="107027"/>
                </a:lnTo>
                <a:lnTo>
                  <a:pt x="1725439" y="106955"/>
                </a:lnTo>
                <a:close/>
                <a:moveTo>
                  <a:pt x="1718152" y="91467"/>
                </a:moveTo>
                <a:lnTo>
                  <a:pt x="1717661" y="91406"/>
                </a:lnTo>
                <a:lnTo>
                  <a:pt x="1717179" y="91335"/>
                </a:lnTo>
                <a:lnTo>
                  <a:pt x="1716707" y="91252"/>
                </a:lnTo>
                <a:lnTo>
                  <a:pt x="1716244" y="91158"/>
                </a:lnTo>
                <a:lnTo>
                  <a:pt x="1715792" y="91053"/>
                </a:lnTo>
                <a:lnTo>
                  <a:pt x="1715349" y="90937"/>
                </a:lnTo>
                <a:lnTo>
                  <a:pt x="1714916" y="90810"/>
                </a:lnTo>
                <a:lnTo>
                  <a:pt x="1714493" y="90672"/>
                </a:lnTo>
                <a:lnTo>
                  <a:pt x="1714079" y="90523"/>
                </a:lnTo>
                <a:lnTo>
                  <a:pt x="1713675" y="90363"/>
                </a:lnTo>
                <a:lnTo>
                  <a:pt x="1713281" y="90192"/>
                </a:lnTo>
                <a:lnTo>
                  <a:pt x="1712897" y="90009"/>
                </a:lnTo>
                <a:lnTo>
                  <a:pt x="1712522" y="89816"/>
                </a:lnTo>
                <a:lnTo>
                  <a:pt x="1712158" y="89612"/>
                </a:lnTo>
                <a:lnTo>
                  <a:pt x="1711803" y="89397"/>
                </a:lnTo>
                <a:lnTo>
                  <a:pt x="1711457" y="89170"/>
                </a:lnTo>
                <a:lnTo>
                  <a:pt x="1711122" y="88933"/>
                </a:lnTo>
                <a:lnTo>
                  <a:pt x="1710796" y="88684"/>
                </a:lnTo>
                <a:lnTo>
                  <a:pt x="1710480" y="88425"/>
                </a:lnTo>
                <a:lnTo>
                  <a:pt x="1710173" y="88156"/>
                </a:lnTo>
                <a:lnTo>
                  <a:pt x="1709873" y="87880"/>
                </a:lnTo>
                <a:lnTo>
                  <a:pt x="1709581" y="87596"/>
                </a:lnTo>
                <a:lnTo>
                  <a:pt x="1709296" y="87305"/>
                </a:lnTo>
                <a:lnTo>
                  <a:pt x="1709020" y="87006"/>
                </a:lnTo>
                <a:lnTo>
                  <a:pt x="1708750" y="86700"/>
                </a:lnTo>
                <a:lnTo>
                  <a:pt x="1708489" y="86386"/>
                </a:lnTo>
                <a:lnTo>
                  <a:pt x="1708235" y="86065"/>
                </a:lnTo>
                <a:lnTo>
                  <a:pt x="1707988" y="85736"/>
                </a:lnTo>
                <a:lnTo>
                  <a:pt x="1707750" y="85400"/>
                </a:lnTo>
                <a:lnTo>
                  <a:pt x="1707519" y="85056"/>
                </a:lnTo>
                <a:lnTo>
                  <a:pt x="1707295" y="84705"/>
                </a:lnTo>
                <a:lnTo>
                  <a:pt x="1707079" y="84347"/>
                </a:lnTo>
                <a:lnTo>
                  <a:pt x="1706871" y="83980"/>
                </a:lnTo>
                <a:lnTo>
                  <a:pt x="1706670" y="83607"/>
                </a:lnTo>
                <a:lnTo>
                  <a:pt x="1706477" y="83226"/>
                </a:lnTo>
                <a:lnTo>
                  <a:pt x="1706292" y="82837"/>
                </a:lnTo>
                <a:lnTo>
                  <a:pt x="1706114" y="82441"/>
                </a:lnTo>
                <a:lnTo>
                  <a:pt x="1705944" y="82037"/>
                </a:lnTo>
                <a:lnTo>
                  <a:pt x="1705781" y="81626"/>
                </a:lnTo>
                <a:lnTo>
                  <a:pt x="1705626" y="81207"/>
                </a:lnTo>
                <a:lnTo>
                  <a:pt x="1705479" y="80781"/>
                </a:lnTo>
                <a:lnTo>
                  <a:pt x="1705339" y="80348"/>
                </a:lnTo>
                <a:lnTo>
                  <a:pt x="1705207" y="79907"/>
                </a:lnTo>
                <a:lnTo>
                  <a:pt x="1705081" y="79460"/>
                </a:lnTo>
                <a:lnTo>
                  <a:pt x="1704961" y="79009"/>
                </a:lnTo>
                <a:lnTo>
                  <a:pt x="1704846" y="78555"/>
                </a:lnTo>
                <a:lnTo>
                  <a:pt x="1704737" y="78097"/>
                </a:lnTo>
                <a:lnTo>
                  <a:pt x="1704632" y="77635"/>
                </a:lnTo>
                <a:lnTo>
                  <a:pt x="1704533" y="77169"/>
                </a:lnTo>
                <a:lnTo>
                  <a:pt x="1704440" y="76699"/>
                </a:lnTo>
                <a:lnTo>
                  <a:pt x="1704352" y="76226"/>
                </a:lnTo>
                <a:lnTo>
                  <a:pt x="1704269" y="75749"/>
                </a:lnTo>
                <a:lnTo>
                  <a:pt x="1704191" y="75267"/>
                </a:lnTo>
                <a:lnTo>
                  <a:pt x="1704119" y="74783"/>
                </a:lnTo>
                <a:lnTo>
                  <a:pt x="1704052" y="74294"/>
                </a:lnTo>
                <a:lnTo>
                  <a:pt x="1703991" y="73801"/>
                </a:lnTo>
                <a:lnTo>
                  <a:pt x="1703935" y="73305"/>
                </a:lnTo>
                <a:lnTo>
                  <a:pt x="1703884" y="72805"/>
                </a:lnTo>
                <a:lnTo>
                  <a:pt x="1703838" y="72301"/>
                </a:lnTo>
                <a:lnTo>
                  <a:pt x="1703798" y="71793"/>
                </a:lnTo>
                <a:lnTo>
                  <a:pt x="1703764" y="71281"/>
                </a:lnTo>
                <a:lnTo>
                  <a:pt x="1703734" y="70766"/>
                </a:lnTo>
                <a:lnTo>
                  <a:pt x="1703710" y="70247"/>
                </a:lnTo>
                <a:lnTo>
                  <a:pt x="1703691" y="69723"/>
                </a:lnTo>
                <a:lnTo>
                  <a:pt x="1703678" y="69197"/>
                </a:lnTo>
                <a:lnTo>
                  <a:pt x="1703670" y="68666"/>
                </a:lnTo>
                <a:lnTo>
                  <a:pt x="1703667" y="68131"/>
                </a:lnTo>
                <a:lnTo>
                  <a:pt x="1703670" y="67584"/>
                </a:lnTo>
                <a:lnTo>
                  <a:pt x="1703678" y="67040"/>
                </a:lnTo>
                <a:lnTo>
                  <a:pt x="1703691" y="66501"/>
                </a:lnTo>
                <a:lnTo>
                  <a:pt x="1703710" y="65965"/>
                </a:lnTo>
                <a:lnTo>
                  <a:pt x="1703734" y="65434"/>
                </a:lnTo>
                <a:lnTo>
                  <a:pt x="1703764" y="64907"/>
                </a:lnTo>
                <a:lnTo>
                  <a:pt x="1703798" y="64384"/>
                </a:lnTo>
                <a:lnTo>
                  <a:pt x="1703838" y="63865"/>
                </a:lnTo>
                <a:lnTo>
                  <a:pt x="1703884" y="63350"/>
                </a:lnTo>
                <a:lnTo>
                  <a:pt x="1703935" y="62839"/>
                </a:lnTo>
                <a:lnTo>
                  <a:pt x="1703991" y="62332"/>
                </a:lnTo>
                <a:lnTo>
                  <a:pt x="1704052" y="61830"/>
                </a:lnTo>
                <a:lnTo>
                  <a:pt x="1704119" y="61331"/>
                </a:lnTo>
                <a:lnTo>
                  <a:pt x="1704191" y="60837"/>
                </a:lnTo>
                <a:lnTo>
                  <a:pt x="1704269" y="60347"/>
                </a:lnTo>
                <a:lnTo>
                  <a:pt x="1704352" y="59860"/>
                </a:lnTo>
                <a:lnTo>
                  <a:pt x="1704440" y="59378"/>
                </a:lnTo>
                <a:lnTo>
                  <a:pt x="1704533" y="58900"/>
                </a:lnTo>
                <a:lnTo>
                  <a:pt x="1704632" y="58426"/>
                </a:lnTo>
                <a:lnTo>
                  <a:pt x="1704737" y="57956"/>
                </a:lnTo>
                <a:lnTo>
                  <a:pt x="1704846" y="57491"/>
                </a:lnTo>
                <a:lnTo>
                  <a:pt x="1704961" y="57029"/>
                </a:lnTo>
                <a:lnTo>
                  <a:pt x="1705081" y="56571"/>
                </a:lnTo>
                <a:lnTo>
                  <a:pt x="1705207" y="56118"/>
                </a:lnTo>
                <a:lnTo>
                  <a:pt x="1705339" y="55670"/>
                </a:lnTo>
                <a:lnTo>
                  <a:pt x="1705479" y="55230"/>
                </a:lnTo>
                <a:lnTo>
                  <a:pt x="1705626" y="54798"/>
                </a:lnTo>
                <a:lnTo>
                  <a:pt x="1705781" y="54373"/>
                </a:lnTo>
                <a:lnTo>
                  <a:pt x="1705944" y="53956"/>
                </a:lnTo>
                <a:lnTo>
                  <a:pt x="1706114" y="53546"/>
                </a:lnTo>
                <a:lnTo>
                  <a:pt x="1706292" y="53145"/>
                </a:lnTo>
                <a:lnTo>
                  <a:pt x="1706477" y="52750"/>
                </a:lnTo>
                <a:lnTo>
                  <a:pt x="1706670" y="52364"/>
                </a:lnTo>
                <a:lnTo>
                  <a:pt x="1706871" y="51985"/>
                </a:lnTo>
                <a:lnTo>
                  <a:pt x="1707079" y="51614"/>
                </a:lnTo>
                <a:lnTo>
                  <a:pt x="1707295" y="51250"/>
                </a:lnTo>
                <a:lnTo>
                  <a:pt x="1707519" y="50894"/>
                </a:lnTo>
                <a:lnTo>
                  <a:pt x="1707750" y="50546"/>
                </a:lnTo>
                <a:lnTo>
                  <a:pt x="1707988" y="50205"/>
                </a:lnTo>
                <a:lnTo>
                  <a:pt x="1708235" y="49872"/>
                </a:lnTo>
                <a:lnTo>
                  <a:pt x="1708489" y="49546"/>
                </a:lnTo>
                <a:lnTo>
                  <a:pt x="1708750" y="49228"/>
                </a:lnTo>
                <a:lnTo>
                  <a:pt x="1709020" y="48918"/>
                </a:lnTo>
                <a:lnTo>
                  <a:pt x="1709296" y="48616"/>
                </a:lnTo>
                <a:lnTo>
                  <a:pt x="1709581" y="48321"/>
                </a:lnTo>
                <a:lnTo>
                  <a:pt x="1709873" y="48033"/>
                </a:lnTo>
                <a:lnTo>
                  <a:pt x="1710173" y="47754"/>
                </a:lnTo>
                <a:lnTo>
                  <a:pt x="1710480" y="47482"/>
                </a:lnTo>
                <a:lnTo>
                  <a:pt x="1710796" y="47219"/>
                </a:lnTo>
                <a:lnTo>
                  <a:pt x="1711122" y="46968"/>
                </a:lnTo>
                <a:lnTo>
                  <a:pt x="1711457" y="46727"/>
                </a:lnTo>
                <a:lnTo>
                  <a:pt x="1711803" y="46498"/>
                </a:lnTo>
                <a:lnTo>
                  <a:pt x="1712158" y="46280"/>
                </a:lnTo>
                <a:lnTo>
                  <a:pt x="1712522" y="46073"/>
                </a:lnTo>
                <a:lnTo>
                  <a:pt x="1712897" y="45878"/>
                </a:lnTo>
                <a:lnTo>
                  <a:pt x="1713281" y="45693"/>
                </a:lnTo>
                <a:lnTo>
                  <a:pt x="1713675" y="45520"/>
                </a:lnTo>
                <a:lnTo>
                  <a:pt x="1714079" y="45358"/>
                </a:lnTo>
                <a:lnTo>
                  <a:pt x="1714493" y="45207"/>
                </a:lnTo>
                <a:lnTo>
                  <a:pt x="1714916" y="45068"/>
                </a:lnTo>
                <a:lnTo>
                  <a:pt x="1715349" y="44939"/>
                </a:lnTo>
                <a:lnTo>
                  <a:pt x="1715792" y="44822"/>
                </a:lnTo>
                <a:lnTo>
                  <a:pt x="1716244" y="44716"/>
                </a:lnTo>
                <a:lnTo>
                  <a:pt x="1716707" y="44621"/>
                </a:lnTo>
                <a:lnTo>
                  <a:pt x="1717179" y="44537"/>
                </a:lnTo>
                <a:lnTo>
                  <a:pt x="1717661" y="44464"/>
                </a:lnTo>
                <a:lnTo>
                  <a:pt x="1718152" y="44403"/>
                </a:lnTo>
                <a:lnTo>
                  <a:pt x="1718654" y="44352"/>
                </a:lnTo>
                <a:lnTo>
                  <a:pt x="1719165" y="44313"/>
                </a:lnTo>
                <a:lnTo>
                  <a:pt x="1719686" y="44285"/>
                </a:lnTo>
                <a:lnTo>
                  <a:pt x="1720216" y="44269"/>
                </a:lnTo>
                <a:lnTo>
                  <a:pt x="1720757" y="44263"/>
                </a:lnTo>
                <a:lnTo>
                  <a:pt x="1721310" y="44269"/>
                </a:lnTo>
                <a:lnTo>
                  <a:pt x="1721853" y="44285"/>
                </a:lnTo>
                <a:lnTo>
                  <a:pt x="1722386" y="44313"/>
                </a:lnTo>
                <a:lnTo>
                  <a:pt x="1722909" y="44352"/>
                </a:lnTo>
                <a:lnTo>
                  <a:pt x="1723422" y="44403"/>
                </a:lnTo>
                <a:lnTo>
                  <a:pt x="1723925" y="44464"/>
                </a:lnTo>
                <a:lnTo>
                  <a:pt x="1724418" y="44537"/>
                </a:lnTo>
                <a:lnTo>
                  <a:pt x="1724901" y="44621"/>
                </a:lnTo>
                <a:lnTo>
                  <a:pt x="1725374" y="44716"/>
                </a:lnTo>
                <a:lnTo>
                  <a:pt x="1725837" y="44822"/>
                </a:lnTo>
                <a:lnTo>
                  <a:pt x="1726289" y="44939"/>
                </a:lnTo>
                <a:lnTo>
                  <a:pt x="1726732" y="45068"/>
                </a:lnTo>
                <a:lnTo>
                  <a:pt x="1727165" y="45207"/>
                </a:lnTo>
                <a:lnTo>
                  <a:pt x="1727588" y="45358"/>
                </a:lnTo>
                <a:lnTo>
                  <a:pt x="1728001" y="45520"/>
                </a:lnTo>
                <a:lnTo>
                  <a:pt x="1728403" y="45693"/>
                </a:lnTo>
                <a:lnTo>
                  <a:pt x="1728796" y="45878"/>
                </a:lnTo>
                <a:lnTo>
                  <a:pt x="1729179" y="46073"/>
                </a:lnTo>
                <a:lnTo>
                  <a:pt x="1729551" y="46280"/>
                </a:lnTo>
                <a:lnTo>
                  <a:pt x="1729914" y="46498"/>
                </a:lnTo>
                <a:lnTo>
                  <a:pt x="1730267" y="46727"/>
                </a:lnTo>
                <a:lnTo>
                  <a:pt x="1730609" y="46968"/>
                </a:lnTo>
                <a:lnTo>
                  <a:pt x="1730942" y="47219"/>
                </a:lnTo>
                <a:lnTo>
                  <a:pt x="1731264" y="47482"/>
                </a:lnTo>
                <a:lnTo>
                  <a:pt x="1731578" y="47754"/>
                </a:lnTo>
                <a:lnTo>
                  <a:pt x="1731884" y="48033"/>
                </a:lnTo>
                <a:lnTo>
                  <a:pt x="1732182" y="48321"/>
                </a:lnTo>
                <a:lnTo>
                  <a:pt x="1732473" y="48616"/>
                </a:lnTo>
                <a:lnTo>
                  <a:pt x="1732755" y="48918"/>
                </a:lnTo>
                <a:lnTo>
                  <a:pt x="1733030" y="49228"/>
                </a:lnTo>
                <a:lnTo>
                  <a:pt x="1733297" y="49546"/>
                </a:lnTo>
                <a:lnTo>
                  <a:pt x="1733557" y="49872"/>
                </a:lnTo>
                <a:lnTo>
                  <a:pt x="1733808" y="50205"/>
                </a:lnTo>
                <a:lnTo>
                  <a:pt x="1734052" y="50546"/>
                </a:lnTo>
                <a:lnTo>
                  <a:pt x="1734288" y="50894"/>
                </a:lnTo>
                <a:lnTo>
                  <a:pt x="1734517" y="51250"/>
                </a:lnTo>
                <a:lnTo>
                  <a:pt x="1734737" y="51614"/>
                </a:lnTo>
                <a:lnTo>
                  <a:pt x="1734950" y="51985"/>
                </a:lnTo>
                <a:lnTo>
                  <a:pt x="1735155" y="52364"/>
                </a:lnTo>
                <a:lnTo>
                  <a:pt x="1735353" y="52750"/>
                </a:lnTo>
                <a:lnTo>
                  <a:pt x="1735542" y="53145"/>
                </a:lnTo>
                <a:lnTo>
                  <a:pt x="1735724" y="53546"/>
                </a:lnTo>
                <a:lnTo>
                  <a:pt x="1735899" y="53956"/>
                </a:lnTo>
                <a:lnTo>
                  <a:pt x="1736065" y="54373"/>
                </a:lnTo>
                <a:lnTo>
                  <a:pt x="1736224" y="54798"/>
                </a:lnTo>
                <a:lnTo>
                  <a:pt x="1736374" y="55230"/>
                </a:lnTo>
                <a:lnTo>
                  <a:pt x="1736518" y="55670"/>
                </a:lnTo>
                <a:lnTo>
                  <a:pt x="1736653" y="56118"/>
                </a:lnTo>
                <a:lnTo>
                  <a:pt x="1736782" y="56571"/>
                </a:lnTo>
                <a:lnTo>
                  <a:pt x="1736905" y="57029"/>
                </a:lnTo>
                <a:lnTo>
                  <a:pt x="1737023" y="57491"/>
                </a:lnTo>
                <a:lnTo>
                  <a:pt x="1737135" y="57956"/>
                </a:lnTo>
                <a:lnTo>
                  <a:pt x="1737242" y="58426"/>
                </a:lnTo>
                <a:lnTo>
                  <a:pt x="1737343" y="58900"/>
                </a:lnTo>
                <a:lnTo>
                  <a:pt x="1737439" y="59378"/>
                </a:lnTo>
                <a:lnTo>
                  <a:pt x="1737530" y="59860"/>
                </a:lnTo>
                <a:lnTo>
                  <a:pt x="1737615" y="60347"/>
                </a:lnTo>
                <a:lnTo>
                  <a:pt x="1737694" y="60837"/>
                </a:lnTo>
                <a:lnTo>
                  <a:pt x="1737768" y="61331"/>
                </a:lnTo>
                <a:lnTo>
                  <a:pt x="1737836" y="61830"/>
                </a:lnTo>
                <a:lnTo>
                  <a:pt x="1737899" y="62332"/>
                </a:lnTo>
                <a:lnTo>
                  <a:pt x="1737957" y="62839"/>
                </a:lnTo>
                <a:lnTo>
                  <a:pt x="1738009" y="63350"/>
                </a:lnTo>
                <a:lnTo>
                  <a:pt x="1738056" y="63865"/>
                </a:lnTo>
                <a:lnTo>
                  <a:pt x="1738097" y="64384"/>
                </a:lnTo>
                <a:lnTo>
                  <a:pt x="1738132" y="64907"/>
                </a:lnTo>
                <a:lnTo>
                  <a:pt x="1738163" y="65434"/>
                </a:lnTo>
                <a:lnTo>
                  <a:pt x="1738187" y="65965"/>
                </a:lnTo>
                <a:lnTo>
                  <a:pt x="1738206" y="66501"/>
                </a:lnTo>
                <a:lnTo>
                  <a:pt x="1738220" y="67040"/>
                </a:lnTo>
                <a:lnTo>
                  <a:pt x="1738228" y="67584"/>
                </a:lnTo>
                <a:lnTo>
                  <a:pt x="1738231" y="68131"/>
                </a:lnTo>
                <a:lnTo>
                  <a:pt x="1738228" y="68666"/>
                </a:lnTo>
                <a:lnTo>
                  <a:pt x="1738220" y="69197"/>
                </a:lnTo>
                <a:lnTo>
                  <a:pt x="1738206" y="69723"/>
                </a:lnTo>
                <a:lnTo>
                  <a:pt x="1738187" y="70247"/>
                </a:lnTo>
                <a:lnTo>
                  <a:pt x="1738163" y="70766"/>
                </a:lnTo>
                <a:lnTo>
                  <a:pt x="1738132" y="71281"/>
                </a:lnTo>
                <a:lnTo>
                  <a:pt x="1738097" y="71793"/>
                </a:lnTo>
                <a:lnTo>
                  <a:pt x="1738056" y="72301"/>
                </a:lnTo>
                <a:lnTo>
                  <a:pt x="1738009" y="72805"/>
                </a:lnTo>
                <a:lnTo>
                  <a:pt x="1737957" y="73305"/>
                </a:lnTo>
                <a:lnTo>
                  <a:pt x="1737899" y="73801"/>
                </a:lnTo>
                <a:lnTo>
                  <a:pt x="1737836" y="74294"/>
                </a:lnTo>
                <a:lnTo>
                  <a:pt x="1737768" y="74783"/>
                </a:lnTo>
                <a:lnTo>
                  <a:pt x="1737694" y="75267"/>
                </a:lnTo>
                <a:lnTo>
                  <a:pt x="1737615" y="75749"/>
                </a:lnTo>
                <a:lnTo>
                  <a:pt x="1737530" y="76226"/>
                </a:lnTo>
                <a:lnTo>
                  <a:pt x="1737439" y="76699"/>
                </a:lnTo>
                <a:lnTo>
                  <a:pt x="1737343" y="77169"/>
                </a:lnTo>
                <a:lnTo>
                  <a:pt x="1737242" y="77635"/>
                </a:lnTo>
                <a:lnTo>
                  <a:pt x="1737135" y="78097"/>
                </a:lnTo>
                <a:lnTo>
                  <a:pt x="1737023" y="78555"/>
                </a:lnTo>
                <a:lnTo>
                  <a:pt x="1736905" y="79009"/>
                </a:lnTo>
                <a:lnTo>
                  <a:pt x="1736782" y="79460"/>
                </a:lnTo>
                <a:lnTo>
                  <a:pt x="1736653" y="79907"/>
                </a:lnTo>
                <a:lnTo>
                  <a:pt x="1736518" y="80348"/>
                </a:lnTo>
                <a:lnTo>
                  <a:pt x="1736374" y="80781"/>
                </a:lnTo>
                <a:lnTo>
                  <a:pt x="1736224" y="81207"/>
                </a:lnTo>
                <a:lnTo>
                  <a:pt x="1736065" y="81626"/>
                </a:lnTo>
                <a:lnTo>
                  <a:pt x="1735899" y="82037"/>
                </a:lnTo>
                <a:lnTo>
                  <a:pt x="1735724" y="82441"/>
                </a:lnTo>
                <a:lnTo>
                  <a:pt x="1735542" y="82837"/>
                </a:lnTo>
                <a:lnTo>
                  <a:pt x="1735353" y="83226"/>
                </a:lnTo>
                <a:lnTo>
                  <a:pt x="1735155" y="83607"/>
                </a:lnTo>
                <a:lnTo>
                  <a:pt x="1734950" y="83980"/>
                </a:lnTo>
                <a:lnTo>
                  <a:pt x="1734737" y="84347"/>
                </a:lnTo>
                <a:lnTo>
                  <a:pt x="1734517" y="84705"/>
                </a:lnTo>
                <a:lnTo>
                  <a:pt x="1734288" y="85056"/>
                </a:lnTo>
                <a:lnTo>
                  <a:pt x="1734052" y="85400"/>
                </a:lnTo>
                <a:lnTo>
                  <a:pt x="1733808" y="85736"/>
                </a:lnTo>
                <a:lnTo>
                  <a:pt x="1733557" y="86065"/>
                </a:lnTo>
                <a:lnTo>
                  <a:pt x="1733297" y="86386"/>
                </a:lnTo>
                <a:lnTo>
                  <a:pt x="1733030" y="86700"/>
                </a:lnTo>
                <a:lnTo>
                  <a:pt x="1732755" y="87006"/>
                </a:lnTo>
                <a:lnTo>
                  <a:pt x="1732473" y="87305"/>
                </a:lnTo>
                <a:lnTo>
                  <a:pt x="1732182" y="87596"/>
                </a:lnTo>
                <a:lnTo>
                  <a:pt x="1731884" y="87880"/>
                </a:lnTo>
                <a:lnTo>
                  <a:pt x="1731578" y="88156"/>
                </a:lnTo>
                <a:lnTo>
                  <a:pt x="1731264" y="88425"/>
                </a:lnTo>
                <a:lnTo>
                  <a:pt x="1730942" y="88684"/>
                </a:lnTo>
                <a:lnTo>
                  <a:pt x="1730609" y="88933"/>
                </a:lnTo>
                <a:lnTo>
                  <a:pt x="1730267" y="89170"/>
                </a:lnTo>
                <a:lnTo>
                  <a:pt x="1729914" y="89397"/>
                </a:lnTo>
                <a:lnTo>
                  <a:pt x="1729551" y="89612"/>
                </a:lnTo>
                <a:lnTo>
                  <a:pt x="1729179" y="89816"/>
                </a:lnTo>
                <a:lnTo>
                  <a:pt x="1728796" y="90009"/>
                </a:lnTo>
                <a:lnTo>
                  <a:pt x="1728403" y="90192"/>
                </a:lnTo>
                <a:lnTo>
                  <a:pt x="1728001" y="90363"/>
                </a:lnTo>
                <a:lnTo>
                  <a:pt x="1727588" y="90523"/>
                </a:lnTo>
                <a:lnTo>
                  <a:pt x="1727165" y="90672"/>
                </a:lnTo>
                <a:lnTo>
                  <a:pt x="1726732" y="90810"/>
                </a:lnTo>
                <a:lnTo>
                  <a:pt x="1726289" y="90937"/>
                </a:lnTo>
                <a:lnTo>
                  <a:pt x="1725837" y="91053"/>
                </a:lnTo>
                <a:lnTo>
                  <a:pt x="1725374" y="91158"/>
                </a:lnTo>
                <a:lnTo>
                  <a:pt x="1724901" y="91252"/>
                </a:lnTo>
                <a:lnTo>
                  <a:pt x="1724418" y="91335"/>
                </a:lnTo>
                <a:lnTo>
                  <a:pt x="1723925" y="91406"/>
                </a:lnTo>
                <a:lnTo>
                  <a:pt x="1723422" y="91467"/>
                </a:lnTo>
                <a:lnTo>
                  <a:pt x="1722909" y="91517"/>
                </a:lnTo>
                <a:lnTo>
                  <a:pt x="1722386" y="91555"/>
                </a:lnTo>
                <a:lnTo>
                  <a:pt x="1721853" y="91583"/>
                </a:lnTo>
                <a:lnTo>
                  <a:pt x="1721310" y="91600"/>
                </a:lnTo>
                <a:lnTo>
                  <a:pt x="1720757" y="91605"/>
                </a:lnTo>
                <a:lnTo>
                  <a:pt x="1720216" y="91600"/>
                </a:lnTo>
                <a:lnTo>
                  <a:pt x="1719686" y="91583"/>
                </a:lnTo>
                <a:lnTo>
                  <a:pt x="1719165" y="91555"/>
                </a:lnTo>
                <a:lnTo>
                  <a:pt x="1718654" y="91517"/>
                </a:lnTo>
                <a:lnTo>
                  <a:pt x="1718152" y="914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5fe9ea5a94cc0"/>
          <a:stretch xmlns:a="http://schemas.openxmlformats.org/drawingml/2006/main"/>
        </p:blipFill>
        <p:spPr>
          <a:xfrm xmlns:a="http://schemas.openxmlformats.org/drawingml/2006/main">
            <a:off x="7510042" y="2798122"/>
            <a:ext cx="2798343" cy="2630836"/>
          </a:xfrm>
          <a:prstGeom xmlns:a="http://schemas.openxmlformats.org/drawingml/2006/main" prst="rect">
            <a:avLst/>
          </a:prstGeom>
        </p:spPr>
      </p:pic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3581B-2E87-44C7-B450-A2932FC8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606" y="2877067"/>
            <a:ext cx="2616057" cy="2463331"/>
          </a:xfrm>
          <a:custGeom xmlns:a="http://schemas.openxmlformats.org/drawingml/2006/main">
            <a:pathLst>
              <a:path w="2616057" h="2463331">
                <a:moveTo>
                  <a:pt x="0" y="127160"/>
                </a:moveTo>
                <a:cubicBezTo>
                  <a:pt x="0" y="56932"/>
                  <a:pt x="56930" y="0"/>
                  <a:pt x="127158" y="0"/>
                </a:cubicBezTo>
                <a:lnTo>
                  <a:pt x="2488900" y="0"/>
                </a:lnTo>
                <a:cubicBezTo>
                  <a:pt x="2559127" y="0"/>
                  <a:pt x="2616057" y="56932"/>
                  <a:pt x="2616057" y="127160"/>
                </a:cubicBezTo>
                <a:lnTo>
                  <a:pt x="2616057" y="2336173"/>
                </a:lnTo>
                <a:cubicBezTo>
                  <a:pt x="2616057" y="2406401"/>
                  <a:pt x="2559127" y="2463331"/>
                  <a:pt x="2488900" y="2463331"/>
                </a:cubicBezTo>
                <a:lnTo>
                  <a:pt x="127158" y="2463331"/>
                </a:lnTo>
                <a:cubicBezTo>
                  <a:pt x="56930" y="2463331"/>
                  <a:pt x="0" y="2406401"/>
                  <a:pt x="0" y="2336173"/>
                </a:cubicBezTo>
                <a:lnTo>
                  <a:pt x="0" y="127160"/>
                </a:lnTo>
                <a:close/>
              </a:path>
            </a:pathLst>
          </a:custGeom>
          <a:solidFill xmlns:a="http://schemas.openxmlformats.org/drawingml/2006/main">
            <a:srgbClr val="EBFBEC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a58fc34864f83"/>
          <a:stretch xmlns:a="http://schemas.openxmlformats.org/drawingml/2006/main"/>
        </p:blipFill>
        <p:spPr>
          <a:xfrm xmlns:a="http://schemas.openxmlformats.org/drawingml/2006/main">
            <a:off x="7687401" y="2758418"/>
            <a:ext cx="2798342" cy="2650542"/>
          </a:xfrm>
          <a:prstGeom xmlns:a="http://schemas.openxmlformats.org/drawingml/2006/main" prst="rect">
            <a:avLst/>
          </a:prstGeom>
        </p:spPr>
      </p:pic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74834-9B45-4954-BDD6-3444B78C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967" y="2837655"/>
            <a:ext cx="2616053" cy="2463331"/>
          </a:xfrm>
          <a:custGeom xmlns:a="http://schemas.openxmlformats.org/drawingml/2006/main">
            <a:pathLst>
              <a:path w="2616053" h="2463331">
                <a:moveTo>
                  <a:pt x="0" y="127158"/>
                </a:moveTo>
                <a:cubicBezTo>
                  <a:pt x="0" y="56930"/>
                  <a:pt x="56930" y="0"/>
                  <a:pt x="127158" y="0"/>
                </a:cubicBezTo>
                <a:lnTo>
                  <a:pt x="2488895" y="0"/>
                </a:lnTo>
                <a:cubicBezTo>
                  <a:pt x="2559123" y="0"/>
                  <a:pt x="2616053" y="56930"/>
                  <a:pt x="2616053" y="127158"/>
                </a:cubicBezTo>
                <a:lnTo>
                  <a:pt x="2616053" y="2336172"/>
                </a:lnTo>
                <a:cubicBezTo>
                  <a:pt x="2616053" y="2406400"/>
                  <a:pt x="2559123" y="2463331"/>
                  <a:pt x="2488895" y="2463331"/>
                </a:cubicBezTo>
                <a:lnTo>
                  <a:pt x="127158" y="2463331"/>
                </a:lnTo>
                <a:cubicBezTo>
                  <a:pt x="56930" y="2463331"/>
                  <a:pt x="0" y="2406400"/>
                  <a:pt x="0" y="2336172"/>
                </a:cubicBezTo>
                <a:lnTo>
                  <a:pt x="0" y="127158"/>
                </a:lnTo>
                <a:close/>
              </a:path>
            </a:pathLst>
          </a:custGeom>
          <a:solidFill xmlns:a="http://schemas.openxmlformats.org/drawingml/2006/main">
            <a:srgbClr val="EBFBE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(c)Rhetoric-GuidedMessage">
            <a:extLst xmlns:a="http://schemas.openxmlformats.org/drawingml/2006/main">
              <a:ext uri="{FF2B5EF4-FFF2-40B4-BE49-F238E27FC236}">
                <a16:creationId xmlns:a16="http://schemas.microsoft.com/office/drawing/2014/main" id="{DE69D712-9CA6-4C8E-8884-76BDFD7E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192" y="2680463"/>
            <a:ext cx="2360338" cy="155851"/>
          </a:xfrm>
          <a:custGeom xmlns:a="http://schemas.openxmlformats.org/drawingml/2006/main">
            <a:pathLst>
              <a:path w="2360338" h="155851">
                <a:moveTo>
                  <a:pt x="821003" y="22821"/>
                </a:moveTo>
                <a:lnTo>
                  <a:pt x="821486" y="22758"/>
                </a:lnTo>
                <a:lnTo>
                  <a:pt x="821958" y="22684"/>
                </a:lnTo>
                <a:lnTo>
                  <a:pt x="822420" y="22598"/>
                </a:lnTo>
                <a:lnTo>
                  <a:pt x="822871" y="22501"/>
                </a:lnTo>
                <a:lnTo>
                  <a:pt x="823311" y="22392"/>
                </a:lnTo>
                <a:lnTo>
                  <a:pt x="823740" y="22272"/>
                </a:lnTo>
                <a:lnTo>
                  <a:pt x="824159" y="22140"/>
                </a:lnTo>
                <a:lnTo>
                  <a:pt x="824567" y="21998"/>
                </a:lnTo>
                <a:lnTo>
                  <a:pt x="824965" y="21843"/>
                </a:lnTo>
                <a:lnTo>
                  <a:pt x="825352" y="21677"/>
                </a:lnTo>
                <a:lnTo>
                  <a:pt x="825728" y="21500"/>
                </a:lnTo>
                <a:lnTo>
                  <a:pt x="826093" y="21311"/>
                </a:lnTo>
                <a:lnTo>
                  <a:pt x="826448" y="21111"/>
                </a:lnTo>
                <a:lnTo>
                  <a:pt x="826792" y="20900"/>
                </a:lnTo>
                <a:lnTo>
                  <a:pt x="827126" y="20677"/>
                </a:lnTo>
                <a:lnTo>
                  <a:pt x="827449" y="20442"/>
                </a:lnTo>
                <a:lnTo>
                  <a:pt x="827761" y="20197"/>
                </a:lnTo>
                <a:lnTo>
                  <a:pt x="828063" y="19939"/>
                </a:lnTo>
                <a:lnTo>
                  <a:pt x="828354" y="19671"/>
                </a:lnTo>
                <a:lnTo>
                  <a:pt x="828633" y="19393"/>
                </a:lnTo>
                <a:lnTo>
                  <a:pt x="828901" y="19111"/>
                </a:lnTo>
                <a:lnTo>
                  <a:pt x="829157" y="18822"/>
                </a:lnTo>
                <a:lnTo>
                  <a:pt x="829401" y="18528"/>
                </a:lnTo>
                <a:lnTo>
                  <a:pt x="829633" y="18229"/>
                </a:lnTo>
                <a:lnTo>
                  <a:pt x="829853" y="17924"/>
                </a:lnTo>
                <a:lnTo>
                  <a:pt x="830061" y="17613"/>
                </a:lnTo>
                <a:lnTo>
                  <a:pt x="830257" y="17297"/>
                </a:lnTo>
                <a:lnTo>
                  <a:pt x="830442" y="16975"/>
                </a:lnTo>
                <a:lnTo>
                  <a:pt x="830614" y="16648"/>
                </a:lnTo>
                <a:lnTo>
                  <a:pt x="830775" y="16315"/>
                </a:lnTo>
                <a:lnTo>
                  <a:pt x="830924" y="15977"/>
                </a:lnTo>
                <a:lnTo>
                  <a:pt x="831060" y="15633"/>
                </a:lnTo>
                <a:lnTo>
                  <a:pt x="831185" y="15283"/>
                </a:lnTo>
                <a:lnTo>
                  <a:pt x="831298" y="14928"/>
                </a:lnTo>
                <a:lnTo>
                  <a:pt x="831400" y="14567"/>
                </a:lnTo>
                <a:lnTo>
                  <a:pt x="831489" y="14201"/>
                </a:lnTo>
                <a:lnTo>
                  <a:pt x="831566" y="13829"/>
                </a:lnTo>
                <a:lnTo>
                  <a:pt x="831632" y="13452"/>
                </a:lnTo>
                <a:lnTo>
                  <a:pt x="831685" y="13069"/>
                </a:lnTo>
                <a:lnTo>
                  <a:pt x="831727" y="12681"/>
                </a:lnTo>
                <a:lnTo>
                  <a:pt x="831756" y="12287"/>
                </a:lnTo>
                <a:lnTo>
                  <a:pt x="831774" y="11887"/>
                </a:lnTo>
                <a:lnTo>
                  <a:pt x="831780" y="11482"/>
                </a:lnTo>
                <a:lnTo>
                  <a:pt x="831774" y="11070"/>
                </a:lnTo>
                <a:lnTo>
                  <a:pt x="831756" y="10663"/>
                </a:lnTo>
                <a:lnTo>
                  <a:pt x="831727" y="10263"/>
                </a:lnTo>
                <a:lnTo>
                  <a:pt x="831685" y="9869"/>
                </a:lnTo>
                <a:lnTo>
                  <a:pt x="831632" y="9480"/>
                </a:lnTo>
                <a:lnTo>
                  <a:pt x="831566" y="9098"/>
                </a:lnTo>
                <a:lnTo>
                  <a:pt x="831489" y="8722"/>
                </a:lnTo>
                <a:lnTo>
                  <a:pt x="831400" y="8352"/>
                </a:lnTo>
                <a:lnTo>
                  <a:pt x="831298" y="7988"/>
                </a:lnTo>
                <a:lnTo>
                  <a:pt x="831185" y="7630"/>
                </a:lnTo>
                <a:lnTo>
                  <a:pt x="831060" y="7277"/>
                </a:lnTo>
                <a:lnTo>
                  <a:pt x="830924" y="6931"/>
                </a:lnTo>
                <a:lnTo>
                  <a:pt x="830775" y="6591"/>
                </a:lnTo>
                <a:lnTo>
                  <a:pt x="830614" y="6257"/>
                </a:lnTo>
                <a:lnTo>
                  <a:pt x="830442" y="5929"/>
                </a:lnTo>
                <a:lnTo>
                  <a:pt x="830257" y="5607"/>
                </a:lnTo>
                <a:lnTo>
                  <a:pt x="830061" y="5292"/>
                </a:lnTo>
                <a:lnTo>
                  <a:pt x="829853" y="4982"/>
                </a:lnTo>
                <a:lnTo>
                  <a:pt x="829633" y="4678"/>
                </a:lnTo>
                <a:lnTo>
                  <a:pt x="829401" y="4380"/>
                </a:lnTo>
                <a:lnTo>
                  <a:pt x="829157" y="4088"/>
                </a:lnTo>
                <a:lnTo>
                  <a:pt x="828901" y="3802"/>
                </a:lnTo>
                <a:lnTo>
                  <a:pt x="828633" y="3522"/>
                </a:lnTo>
                <a:lnTo>
                  <a:pt x="828354" y="3249"/>
                </a:lnTo>
                <a:lnTo>
                  <a:pt x="828063" y="2984"/>
                </a:lnTo>
                <a:lnTo>
                  <a:pt x="827761" y="2730"/>
                </a:lnTo>
                <a:lnTo>
                  <a:pt x="827449" y="2487"/>
                </a:lnTo>
                <a:lnTo>
                  <a:pt x="827126" y="2256"/>
                </a:lnTo>
                <a:lnTo>
                  <a:pt x="826792" y="2036"/>
                </a:lnTo>
                <a:lnTo>
                  <a:pt x="826448" y="1827"/>
                </a:lnTo>
                <a:lnTo>
                  <a:pt x="826093" y="1630"/>
                </a:lnTo>
                <a:lnTo>
                  <a:pt x="825728" y="1444"/>
                </a:lnTo>
                <a:lnTo>
                  <a:pt x="825352" y="1269"/>
                </a:lnTo>
                <a:lnTo>
                  <a:pt x="824965" y="1105"/>
                </a:lnTo>
                <a:lnTo>
                  <a:pt x="824567" y="953"/>
                </a:lnTo>
                <a:lnTo>
                  <a:pt x="824159" y="812"/>
                </a:lnTo>
                <a:lnTo>
                  <a:pt x="823740" y="682"/>
                </a:lnTo>
                <a:lnTo>
                  <a:pt x="823311" y="564"/>
                </a:lnTo>
                <a:lnTo>
                  <a:pt x="822871" y="457"/>
                </a:lnTo>
                <a:lnTo>
                  <a:pt x="822420" y="361"/>
                </a:lnTo>
                <a:lnTo>
                  <a:pt x="821958" y="276"/>
                </a:lnTo>
                <a:lnTo>
                  <a:pt x="821486" y="203"/>
                </a:lnTo>
                <a:lnTo>
                  <a:pt x="821003" y="141"/>
                </a:lnTo>
                <a:lnTo>
                  <a:pt x="820510" y="90"/>
                </a:lnTo>
                <a:lnTo>
                  <a:pt x="820006" y="51"/>
                </a:lnTo>
                <a:lnTo>
                  <a:pt x="819491" y="23"/>
                </a:lnTo>
                <a:lnTo>
                  <a:pt x="818965" y="6"/>
                </a:lnTo>
                <a:lnTo>
                  <a:pt x="818429" y="0"/>
                </a:lnTo>
                <a:lnTo>
                  <a:pt x="817893" y="6"/>
                </a:lnTo>
                <a:lnTo>
                  <a:pt x="817368" y="23"/>
                </a:lnTo>
                <a:lnTo>
                  <a:pt x="816853" y="51"/>
                </a:lnTo>
                <a:lnTo>
                  <a:pt x="816349" y="90"/>
                </a:lnTo>
                <a:lnTo>
                  <a:pt x="815855" y="141"/>
                </a:lnTo>
                <a:lnTo>
                  <a:pt x="815372" y="203"/>
                </a:lnTo>
                <a:lnTo>
                  <a:pt x="814900" y="276"/>
                </a:lnTo>
                <a:lnTo>
                  <a:pt x="814439" y="361"/>
                </a:lnTo>
                <a:lnTo>
                  <a:pt x="813988" y="457"/>
                </a:lnTo>
                <a:lnTo>
                  <a:pt x="813548" y="564"/>
                </a:lnTo>
                <a:lnTo>
                  <a:pt x="813118" y="682"/>
                </a:lnTo>
                <a:lnTo>
                  <a:pt x="812699" y="812"/>
                </a:lnTo>
                <a:lnTo>
                  <a:pt x="812291" y="953"/>
                </a:lnTo>
                <a:lnTo>
                  <a:pt x="811894" y="1105"/>
                </a:lnTo>
                <a:lnTo>
                  <a:pt x="811507" y="1269"/>
                </a:lnTo>
                <a:lnTo>
                  <a:pt x="811131" y="1444"/>
                </a:lnTo>
                <a:lnTo>
                  <a:pt x="810765" y="1630"/>
                </a:lnTo>
                <a:lnTo>
                  <a:pt x="810410" y="1827"/>
                </a:lnTo>
                <a:lnTo>
                  <a:pt x="810066" y="2036"/>
                </a:lnTo>
                <a:lnTo>
                  <a:pt x="809733" y="2256"/>
                </a:lnTo>
                <a:lnTo>
                  <a:pt x="809410" y="2487"/>
                </a:lnTo>
                <a:lnTo>
                  <a:pt x="809097" y="2730"/>
                </a:lnTo>
                <a:lnTo>
                  <a:pt x="808796" y="2984"/>
                </a:lnTo>
                <a:lnTo>
                  <a:pt x="808505" y="3249"/>
                </a:lnTo>
                <a:lnTo>
                  <a:pt x="808225" y="3522"/>
                </a:lnTo>
                <a:lnTo>
                  <a:pt x="807958" y="3802"/>
                </a:lnTo>
                <a:lnTo>
                  <a:pt x="807702" y="4088"/>
                </a:lnTo>
                <a:lnTo>
                  <a:pt x="807458" y="4380"/>
                </a:lnTo>
                <a:lnTo>
                  <a:pt x="807226" y="4678"/>
                </a:lnTo>
                <a:lnTo>
                  <a:pt x="807006" y="4982"/>
                </a:lnTo>
                <a:lnTo>
                  <a:pt x="806798" y="5292"/>
                </a:lnTo>
                <a:lnTo>
                  <a:pt x="806601" y="5607"/>
                </a:lnTo>
                <a:lnTo>
                  <a:pt x="806417" y="5929"/>
                </a:lnTo>
                <a:lnTo>
                  <a:pt x="806244" y="6257"/>
                </a:lnTo>
                <a:lnTo>
                  <a:pt x="806084" y="6591"/>
                </a:lnTo>
                <a:lnTo>
                  <a:pt x="805935" y="6931"/>
                </a:lnTo>
                <a:lnTo>
                  <a:pt x="805798" y="7277"/>
                </a:lnTo>
                <a:lnTo>
                  <a:pt x="805673" y="7630"/>
                </a:lnTo>
                <a:lnTo>
                  <a:pt x="805560" y="7988"/>
                </a:lnTo>
                <a:lnTo>
                  <a:pt x="805459" y="8352"/>
                </a:lnTo>
                <a:lnTo>
                  <a:pt x="805370" y="8722"/>
                </a:lnTo>
                <a:lnTo>
                  <a:pt x="805292" y="9098"/>
                </a:lnTo>
                <a:lnTo>
                  <a:pt x="805227" y="9480"/>
                </a:lnTo>
                <a:lnTo>
                  <a:pt x="805173" y="9869"/>
                </a:lnTo>
                <a:lnTo>
                  <a:pt x="805132" y="10263"/>
                </a:lnTo>
                <a:lnTo>
                  <a:pt x="805102" y="10663"/>
                </a:lnTo>
                <a:lnTo>
                  <a:pt x="805084" y="11070"/>
                </a:lnTo>
                <a:lnTo>
                  <a:pt x="805078" y="11482"/>
                </a:lnTo>
                <a:lnTo>
                  <a:pt x="805084" y="11887"/>
                </a:lnTo>
                <a:lnTo>
                  <a:pt x="805102" y="12287"/>
                </a:lnTo>
                <a:lnTo>
                  <a:pt x="805132" y="12681"/>
                </a:lnTo>
                <a:lnTo>
                  <a:pt x="805173" y="13069"/>
                </a:lnTo>
                <a:lnTo>
                  <a:pt x="805227" y="13452"/>
                </a:lnTo>
                <a:lnTo>
                  <a:pt x="805292" y="13829"/>
                </a:lnTo>
                <a:lnTo>
                  <a:pt x="805370" y="14201"/>
                </a:lnTo>
                <a:lnTo>
                  <a:pt x="805459" y="14567"/>
                </a:lnTo>
                <a:lnTo>
                  <a:pt x="805560" y="14928"/>
                </a:lnTo>
                <a:lnTo>
                  <a:pt x="805673" y="15283"/>
                </a:lnTo>
                <a:lnTo>
                  <a:pt x="805798" y="15633"/>
                </a:lnTo>
                <a:lnTo>
                  <a:pt x="805935" y="15977"/>
                </a:lnTo>
                <a:lnTo>
                  <a:pt x="806084" y="16315"/>
                </a:lnTo>
                <a:lnTo>
                  <a:pt x="806244" y="16648"/>
                </a:lnTo>
                <a:lnTo>
                  <a:pt x="806417" y="16975"/>
                </a:lnTo>
                <a:lnTo>
                  <a:pt x="806601" y="17297"/>
                </a:lnTo>
                <a:lnTo>
                  <a:pt x="806798" y="17613"/>
                </a:lnTo>
                <a:lnTo>
                  <a:pt x="807006" y="17924"/>
                </a:lnTo>
                <a:lnTo>
                  <a:pt x="807226" y="18229"/>
                </a:lnTo>
                <a:lnTo>
                  <a:pt x="807458" y="18528"/>
                </a:lnTo>
                <a:lnTo>
                  <a:pt x="807702" y="18822"/>
                </a:lnTo>
                <a:lnTo>
                  <a:pt x="807958" y="19111"/>
                </a:lnTo>
                <a:lnTo>
                  <a:pt x="808225" y="19393"/>
                </a:lnTo>
                <a:lnTo>
                  <a:pt x="808505" y="19671"/>
                </a:lnTo>
                <a:lnTo>
                  <a:pt x="808796" y="19939"/>
                </a:lnTo>
                <a:lnTo>
                  <a:pt x="809097" y="20197"/>
                </a:lnTo>
                <a:lnTo>
                  <a:pt x="809410" y="20442"/>
                </a:lnTo>
                <a:lnTo>
                  <a:pt x="809733" y="20677"/>
                </a:lnTo>
                <a:lnTo>
                  <a:pt x="810066" y="20900"/>
                </a:lnTo>
                <a:lnTo>
                  <a:pt x="810410" y="21111"/>
                </a:lnTo>
                <a:lnTo>
                  <a:pt x="810765" y="21311"/>
                </a:lnTo>
                <a:lnTo>
                  <a:pt x="811131" y="21500"/>
                </a:lnTo>
                <a:lnTo>
                  <a:pt x="811507" y="21677"/>
                </a:lnTo>
                <a:lnTo>
                  <a:pt x="811894" y="21843"/>
                </a:lnTo>
                <a:lnTo>
                  <a:pt x="812291" y="21998"/>
                </a:lnTo>
                <a:lnTo>
                  <a:pt x="812699" y="22140"/>
                </a:lnTo>
                <a:lnTo>
                  <a:pt x="813118" y="22272"/>
                </a:lnTo>
                <a:lnTo>
                  <a:pt x="813548" y="22392"/>
                </a:lnTo>
                <a:lnTo>
                  <a:pt x="813988" y="22501"/>
                </a:lnTo>
                <a:lnTo>
                  <a:pt x="814439" y="22598"/>
                </a:lnTo>
                <a:lnTo>
                  <a:pt x="814900" y="22684"/>
                </a:lnTo>
                <a:lnTo>
                  <a:pt x="815372" y="22758"/>
                </a:lnTo>
                <a:lnTo>
                  <a:pt x="815855" y="22821"/>
                </a:lnTo>
                <a:lnTo>
                  <a:pt x="816349" y="22872"/>
                </a:lnTo>
                <a:lnTo>
                  <a:pt x="816853" y="22912"/>
                </a:lnTo>
                <a:lnTo>
                  <a:pt x="817368" y="22941"/>
                </a:lnTo>
                <a:lnTo>
                  <a:pt x="817893" y="22958"/>
                </a:lnTo>
                <a:lnTo>
                  <a:pt x="818429" y="22964"/>
                </a:lnTo>
                <a:lnTo>
                  <a:pt x="818965" y="22958"/>
                </a:lnTo>
                <a:lnTo>
                  <a:pt x="819491" y="22941"/>
                </a:lnTo>
                <a:lnTo>
                  <a:pt x="820006" y="22912"/>
                </a:lnTo>
                <a:lnTo>
                  <a:pt x="820510" y="22872"/>
                </a:lnTo>
                <a:lnTo>
                  <a:pt x="821003" y="22821"/>
                </a:lnTo>
                <a:close/>
                <a:moveTo>
                  <a:pt x="1264060" y="22821"/>
                </a:moveTo>
                <a:lnTo>
                  <a:pt x="1264543" y="22758"/>
                </a:lnTo>
                <a:lnTo>
                  <a:pt x="1265015" y="22684"/>
                </a:lnTo>
                <a:lnTo>
                  <a:pt x="1265476" y="22598"/>
                </a:lnTo>
                <a:lnTo>
                  <a:pt x="1265927" y="22501"/>
                </a:lnTo>
                <a:lnTo>
                  <a:pt x="1266367" y="22392"/>
                </a:lnTo>
                <a:lnTo>
                  <a:pt x="1266797" y="22272"/>
                </a:lnTo>
                <a:lnTo>
                  <a:pt x="1267216" y="22140"/>
                </a:lnTo>
                <a:lnTo>
                  <a:pt x="1267624" y="21998"/>
                </a:lnTo>
                <a:lnTo>
                  <a:pt x="1268021" y="21843"/>
                </a:lnTo>
                <a:lnTo>
                  <a:pt x="1268408" y="21677"/>
                </a:lnTo>
                <a:lnTo>
                  <a:pt x="1268784" y="21500"/>
                </a:lnTo>
                <a:lnTo>
                  <a:pt x="1269150" y="21311"/>
                </a:lnTo>
                <a:lnTo>
                  <a:pt x="1269505" y="21111"/>
                </a:lnTo>
                <a:lnTo>
                  <a:pt x="1269849" y="20900"/>
                </a:lnTo>
                <a:lnTo>
                  <a:pt x="1270182" y="20677"/>
                </a:lnTo>
                <a:lnTo>
                  <a:pt x="1270505" y="20442"/>
                </a:lnTo>
                <a:lnTo>
                  <a:pt x="1270818" y="20197"/>
                </a:lnTo>
                <a:lnTo>
                  <a:pt x="1271119" y="19939"/>
                </a:lnTo>
                <a:lnTo>
                  <a:pt x="1271410" y="19671"/>
                </a:lnTo>
                <a:lnTo>
                  <a:pt x="1271690" y="19393"/>
                </a:lnTo>
                <a:lnTo>
                  <a:pt x="1271957" y="19111"/>
                </a:lnTo>
                <a:lnTo>
                  <a:pt x="1272213" y="18822"/>
                </a:lnTo>
                <a:lnTo>
                  <a:pt x="1272457" y="18528"/>
                </a:lnTo>
                <a:lnTo>
                  <a:pt x="1272689" y="18229"/>
                </a:lnTo>
                <a:lnTo>
                  <a:pt x="1272909" y="17924"/>
                </a:lnTo>
                <a:lnTo>
                  <a:pt x="1273117" y="17613"/>
                </a:lnTo>
                <a:lnTo>
                  <a:pt x="1273314" y="17297"/>
                </a:lnTo>
                <a:lnTo>
                  <a:pt x="1273498" y="16975"/>
                </a:lnTo>
                <a:lnTo>
                  <a:pt x="1273671" y="16648"/>
                </a:lnTo>
                <a:lnTo>
                  <a:pt x="1273831" y="16315"/>
                </a:lnTo>
                <a:lnTo>
                  <a:pt x="1273980" y="15977"/>
                </a:lnTo>
                <a:lnTo>
                  <a:pt x="1274117" y="15633"/>
                </a:lnTo>
                <a:lnTo>
                  <a:pt x="1274242" y="15283"/>
                </a:lnTo>
                <a:lnTo>
                  <a:pt x="1274355" y="14928"/>
                </a:lnTo>
                <a:lnTo>
                  <a:pt x="1274456" y="14567"/>
                </a:lnTo>
                <a:lnTo>
                  <a:pt x="1274545" y="14201"/>
                </a:lnTo>
                <a:lnTo>
                  <a:pt x="1274623" y="13829"/>
                </a:lnTo>
                <a:lnTo>
                  <a:pt x="1274688" y="13452"/>
                </a:lnTo>
                <a:lnTo>
                  <a:pt x="1274742" y="13069"/>
                </a:lnTo>
                <a:lnTo>
                  <a:pt x="1274783" y="12681"/>
                </a:lnTo>
                <a:lnTo>
                  <a:pt x="1274813" y="12287"/>
                </a:lnTo>
                <a:lnTo>
                  <a:pt x="1274831" y="11887"/>
                </a:lnTo>
                <a:lnTo>
                  <a:pt x="1274837" y="11482"/>
                </a:lnTo>
                <a:lnTo>
                  <a:pt x="1274831" y="11070"/>
                </a:lnTo>
                <a:lnTo>
                  <a:pt x="1274813" y="10663"/>
                </a:lnTo>
                <a:lnTo>
                  <a:pt x="1274783" y="10263"/>
                </a:lnTo>
                <a:lnTo>
                  <a:pt x="1274742" y="9869"/>
                </a:lnTo>
                <a:lnTo>
                  <a:pt x="1274688" y="9480"/>
                </a:lnTo>
                <a:lnTo>
                  <a:pt x="1274623" y="9098"/>
                </a:lnTo>
                <a:lnTo>
                  <a:pt x="1274545" y="8722"/>
                </a:lnTo>
                <a:lnTo>
                  <a:pt x="1274456" y="8352"/>
                </a:lnTo>
                <a:lnTo>
                  <a:pt x="1274355" y="7988"/>
                </a:lnTo>
                <a:lnTo>
                  <a:pt x="1274242" y="7630"/>
                </a:lnTo>
                <a:lnTo>
                  <a:pt x="1274117" y="7277"/>
                </a:lnTo>
                <a:lnTo>
                  <a:pt x="1273980" y="6931"/>
                </a:lnTo>
                <a:lnTo>
                  <a:pt x="1273831" y="6591"/>
                </a:lnTo>
                <a:lnTo>
                  <a:pt x="1273671" y="6257"/>
                </a:lnTo>
                <a:lnTo>
                  <a:pt x="1273498" y="5929"/>
                </a:lnTo>
                <a:lnTo>
                  <a:pt x="1273314" y="5607"/>
                </a:lnTo>
                <a:lnTo>
                  <a:pt x="1273117" y="5292"/>
                </a:lnTo>
                <a:lnTo>
                  <a:pt x="1272909" y="4982"/>
                </a:lnTo>
                <a:lnTo>
                  <a:pt x="1272689" y="4678"/>
                </a:lnTo>
                <a:lnTo>
                  <a:pt x="1272457" y="4380"/>
                </a:lnTo>
                <a:lnTo>
                  <a:pt x="1272213" y="4088"/>
                </a:lnTo>
                <a:lnTo>
                  <a:pt x="1271957" y="3802"/>
                </a:lnTo>
                <a:lnTo>
                  <a:pt x="1271690" y="3522"/>
                </a:lnTo>
                <a:lnTo>
                  <a:pt x="1271410" y="3249"/>
                </a:lnTo>
                <a:lnTo>
                  <a:pt x="1271119" y="2984"/>
                </a:lnTo>
                <a:lnTo>
                  <a:pt x="1270818" y="2730"/>
                </a:lnTo>
                <a:lnTo>
                  <a:pt x="1270505" y="2487"/>
                </a:lnTo>
                <a:lnTo>
                  <a:pt x="1270182" y="2256"/>
                </a:lnTo>
                <a:lnTo>
                  <a:pt x="1269849" y="2036"/>
                </a:lnTo>
                <a:lnTo>
                  <a:pt x="1269505" y="1827"/>
                </a:lnTo>
                <a:lnTo>
                  <a:pt x="1269150" y="1630"/>
                </a:lnTo>
                <a:lnTo>
                  <a:pt x="1268784" y="1444"/>
                </a:lnTo>
                <a:lnTo>
                  <a:pt x="1268408" y="1269"/>
                </a:lnTo>
                <a:lnTo>
                  <a:pt x="1268021" y="1105"/>
                </a:lnTo>
                <a:lnTo>
                  <a:pt x="1267624" y="953"/>
                </a:lnTo>
                <a:lnTo>
                  <a:pt x="1267216" y="812"/>
                </a:lnTo>
                <a:lnTo>
                  <a:pt x="1266797" y="682"/>
                </a:lnTo>
                <a:lnTo>
                  <a:pt x="1266367" y="564"/>
                </a:lnTo>
                <a:lnTo>
                  <a:pt x="1265927" y="457"/>
                </a:lnTo>
                <a:lnTo>
                  <a:pt x="1265476" y="361"/>
                </a:lnTo>
                <a:lnTo>
                  <a:pt x="1265015" y="276"/>
                </a:lnTo>
                <a:lnTo>
                  <a:pt x="1264543" y="203"/>
                </a:lnTo>
                <a:lnTo>
                  <a:pt x="1264060" y="141"/>
                </a:lnTo>
                <a:lnTo>
                  <a:pt x="1263566" y="90"/>
                </a:lnTo>
                <a:lnTo>
                  <a:pt x="1263062" y="51"/>
                </a:lnTo>
                <a:lnTo>
                  <a:pt x="1262547" y="23"/>
                </a:lnTo>
                <a:lnTo>
                  <a:pt x="1262022" y="6"/>
                </a:lnTo>
                <a:lnTo>
                  <a:pt x="1261486" y="0"/>
                </a:lnTo>
                <a:lnTo>
                  <a:pt x="1260950" y="6"/>
                </a:lnTo>
                <a:lnTo>
                  <a:pt x="1260424" y="23"/>
                </a:lnTo>
                <a:lnTo>
                  <a:pt x="1259909" y="51"/>
                </a:lnTo>
                <a:lnTo>
                  <a:pt x="1259405" y="90"/>
                </a:lnTo>
                <a:lnTo>
                  <a:pt x="1258912" y="141"/>
                </a:lnTo>
                <a:lnTo>
                  <a:pt x="1258429" y="203"/>
                </a:lnTo>
                <a:lnTo>
                  <a:pt x="1257957" y="276"/>
                </a:lnTo>
                <a:lnTo>
                  <a:pt x="1257495" y="361"/>
                </a:lnTo>
                <a:lnTo>
                  <a:pt x="1257044" y="457"/>
                </a:lnTo>
                <a:lnTo>
                  <a:pt x="1256604" y="564"/>
                </a:lnTo>
                <a:lnTo>
                  <a:pt x="1256175" y="682"/>
                </a:lnTo>
                <a:lnTo>
                  <a:pt x="1255756" y="812"/>
                </a:lnTo>
                <a:lnTo>
                  <a:pt x="1255348" y="953"/>
                </a:lnTo>
                <a:lnTo>
                  <a:pt x="1254950" y="1105"/>
                </a:lnTo>
                <a:lnTo>
                  <a:pt x="1254563" y="1269"/>
                </a:lnTo>
                <a:lnTo>
                  <a:pt x="1254187" y="1444"/>
                </a:lnTo>
                <a:lnTo>
                  <a:pt x="1253822" y="1630"/>
                </a:lnTo>
                <a:lnTo>
                  <a:pt x="1253467" y="1827"/>
                </a:lnTo>
                <a:lnTo>
                  <a:pt x="1253122" y="2036"/>
                </a:lnTo>
                <a:lnTo>
                  <a:pt x="1252789" y="2256"/>
                </a:lnTo>
                <a:lnTo>
                  <a:pt x="1252466" y="2487"/>
                </a:lnTo>
                <a:lnTo>
                  <a:pt x="1252154" y="2730"/>
                </a:lnTo>
                <a:lnTo>
                  <a:pt x="1251852" y="2984"/>
                </a:lnTo>
                <a:lnTo>
                  <a:pt x="1251561" y="3249"/>
                </a:lnTo>
                <a:lnTo>
                  <a:pt x="1251282" y="3522"/>
                </a:lnTo>
                <a:lnTo>
                  <a:pt x="1251014" y="3802"/>
                </a:lnTo>
                <a:lnTo>
                  <a:pt x="1250758" y="4088"/>
                </a:lnTo>
                <a:lnTo>
                  <a:pt x="1250514" y="4380"/>
                </a:lnTo>
                <a:lnTo>
                  <a:pt x="1250282" y="4678"/>
                </a:lnTo>
                <a:lnTo>
                  <a:pt x="1250062" y="4982"/>
                </a:lnTo>
                <a:lnTo>
                  <a:pt x="1249854" y="5292"/>
                </a:lnTo>
                <a:lnTo>
                  <a:pt x="1249658" y="5607"/>
                </a:lnTo>
                <a:lnTo>
                  <a:pt x="1249473" y="5929"/>
                </a:lnTo>
                <a:lnTo>
                  <a:pt x="1249301" y="6257"/>
                </a:lnTo>
                <a:lnTo>
                  <a:pt x="1249140" y="6591"/>
                </a:lnTo>
                <a:lnTo>
                  <a:pt x="1248991" y="6931"/>
                </a:lnTo>
                <a:lnTo>
                  <a:pt x="1248854" y="7277"/>
                </a:lnTo>
                <a:lnTo>
                  <a:pt x="1248730" y="7630"/>
                </a:lnTo>
                <a:lnTo>
                  <a:pt x="1248617" y="7988"/>
                </a:lnTo>
                <a:lnTo>
                  <a:pt x="1248515" y="8352"/>
                </a:lnTo>
                <a:lnTo>
                  <a:pt x="1248426" y="8722"/>
                </a:lnTo>
                <a:lnTo>
                  <a:pt x="1248349" y="9098"/>
                </a:lnTo>
                <a:lnTo>
                  <a:pt x="1248283" y="9480"/>
                </a:lnTo>
                <a:lnTo>
                  <a:pt x="1248230" y="9869"/>
                </a:lnTo>
                <a:lnTo>
                  <a:pt x="1248188" y="10263"/>
                </a:lnTo>
                <a:lnTo>
                  <a:pt x="1248158" y="10663"/>
                </a:lnTo>
                <a:lnTo>
                  <a:pt x="1248141" y="11070"/>
                </a:lnTo>
                <a:lnTo>
                  <a:pt x="1248135" y="11482"/>
                </a:lnTo>
                <a:lnTo>
                  <a:pt x="1248141" y="11887"/>
                </a:lnTo>
                <a:lnTo>
                  <a:pt x="1248158" y="12287"/>
                </a:lnTo>
                <a:lnTo>
                  <a:pt x="1248188" y="12681"/>
                </a:lnTo>
                <a:lnTo>
                  <a:pt x="1248230" y="13069"/>
                </a:lnTo>
                <a:lnTo>
                  <a:pt x="1248283" y="13452"/>
                </a:lnTo>
                <a:lnTo>
                  <a:pt x="1248349" y="13829"/>
                </a:lnTo>
                <a:lnTo>
                  <a:pt x="1248426" y="14201"/>
                </a:lnTo>
                <a:lnTo>
                  <a:pt x="1248515" y="14567"/>
                </a:lnTo>
                <a:lnTo>
                  <a:pt x="1248617" y="14928"/>
                </a:lnTo>
                <a:lnTo>
                  <a:pt x="1248730" y="15283"/>
                </a:lnTo>
                <a:lnTo>
                  <a:pt x="1248854" y="15633"/>
                </a:lnTo>
                <a:lnTo>
                  <a:pt x="1248991" y="15977"/>
                </a:lnTo>
                <a:lnTo>
                  <a:pt x="1249140" y="16315"/>
                </a:lnTo>
                <a:lnTo>
                  <a:pt x="1249301" y="16648"/>
                </a:lnTo>
                <a:lnTo>
                  <a:pt x="1249473" y="16975"/>
                </a:lnTo>
                <a:lnTo>
                  <a:pt x="1249658" y="17297"/>
                </a:lnTo>
                <a:lnTo>
                  <a:pt x="1249854" y="17613"/>
                </a:lnTo>
                <a:lnTo>
                  <a:pt x="1250062" y="17924"/>
                </a:lnTo>
                <a:lnTo>
                  <a:pt x="1250282" y="18229"/>
                </a:lnTo>
                <a:lnTo>
                  <a:pt x="1250514" y="18528"/>
                </a:lnTo>
                <a:lnTo>
                  <a:pt x="1250758" y="18822"/>
                </a:lnTo>
                <a:lnTo>
                  <a:pt x="1251014" y="19111"/>
                </a:lnTo>
                <a:lnTo>
                  <a:pt x="1251282" y="19393"/>
                </a:lnTo>
                <a:lnTo>
                  <a:pt x="1251561" y="19671"/>
                </a:lnTo>
                <a:lnTo>
                  <a:pt x="1251852" y="19939"/>
                </a:lnTo>
                <a:lnTo>
                  <a:pt x="1252154" y="20197"/>
                </a:lnTo>
                <a:lnTo>
                  <a:pt x="1252466" y="20442"/>
                </a:lnTo>
                <a:lnTo>
                  <a:pt x="1252789" y="20677"/>
                </a:lnTo>
                <a:lnTo>
                  <a:pt x="1253122" y="20900"/>
                </a:lnTo>
                <a:lnTo>
                  <a:pt x="1253467" y="21111"/>
                </a:lnTo>
                <a:lnTo>
                  <a:pt x="1253822" y="21311"/>
                </a:lnTo>
                <a:lnTo>
                  <a:pt x="1254187" y="21500"/>
                </a:lnTo>
                <a:lnTo>
                  <a:pt x="1254563" y="21677"/>
                </a:lnTo>
                <a:lnTo>
                  <a:pt x="1254950" y="21843"/>
                </a:lnTo>
                <a:lnTo>
                  <a:pt x="1255348" y="21998"/>
                </a:lnTo>
                <a:lnTo>
                  <a:pt x="1255756" y="22140"/>
                </a:lnTo>
                <a:lnTo>
                  <a:pt x="1256175" y="22272"/>
                </a:lnTo>
                <a:lnTo>
                  <a:pt x="1256604" y="22392"/>
                </a:lnTo>
                <a:lnTo>
                  <a:pt x="1257044" y="22501"/>
                </a:lnTo>
                <a:lnTo>
                  <a:pt x="1257495" y="22598"/>
                </a:lnTo>
                <a:lnTo>
                  <a:pt x="1257957" y="22684"/>
                </a:lnTo>
                <a:lnTo>
                  <a:pt x="1258429" y="22758"/>
                </a:lnTo>
                <a:lnTo>
                  <a:pt x="1258912" y="22821"/>
                </a:lnTo>
                <a:lnTo>
                  <a:pt x="1259405" y="22872"/>
                </a:lnTo>
                <a:lnTo>
                  <a:pt x="1259909" y="22912"/>
                </a:lnTo>
                <a:lnTo>
                  <a:pt x="1260424" y="22941"/>
                </a:lnTo>
                <a:lnTo>
                  <a:pt x="1260950" y="22958"/>
                </a:lnTo>
                <a:lnTo>
                  <a:pt x="1261486" y="22964"/>
                </a:lnTo>
                <a:lnTo>
                  <a:pt x="1262022" y="22958"/>
                </a:lnTo>
                <a:lnTo>
                  <a:pt x="1262547" y="22941"/>
                </a:lnTo>
                <a:lnTo>
                  <a:pt x="1263062" y="22912"/>
                </a:lnTo>
                <a:lnTo>
                  <a:pt x="1263566" y="22872"/>
                </a:lnTo>
                <a:lnTo>
                  <a:pt x="1264060" y="22821"/>
                </a:lnTo>
                <a:close/>
                <a:moveTo>
                  <a:pt x="294995" y="76385"/>
                </a:moveTo>
                <a:lnTo>
                  <a:pt x="295548" y="76406"/>
                </a:lnTo>
                <a:lnTo>
                  <a:pt x="296090" y="76436"/>
                </a:lnTo>
                <a:lnTo>
                  <a:pt x="296622" y="76475"/>
                </a:lnTo>
                <a:lnTo>
                  <a:pt x="297144" y="76521"/>
                </a:lnTo>
                <a:lnTo>
                  <a:pt x="297655" y="76577"/>
                </a:lnTo>
                <a:lnTo>
                  <a:pt x="298156" y="76641"/>
                </a:lnTo>
                <a:lnTo>
                  <a:pt x="298647" y="76713"/>
                </a:lnTo>
                <a:lnTo>
                  <a:pt x="299127" y="76794"/>
                </a:lnTo>
                <a:lnTo>
                  <a:pt x="299597" y="76883"/>
                </a:lnTo>
                <a:lnTo>
                  <a:pt x="300056" y="76981"/>
                </a:lnTo>
                <a:lnTo>
                  <a:pt x="300505" y="77088"/>
                </a:lnTo>
                <a:lnTo>
                  <a:pt x="300944" y="77203"/>
                </a:lnTo>
                <a:lnTo>
                  <a:pt x="301372" y="77326"/>
                </a:lnTo>
                <a:lnTo>
                  <a:pt x="301790" y="77458"/>
                </a:lnTo>
                <a:lnTo>
                  <a:pt x="302198" y="77599"/>
                </a:lnTo>
                <a:lnTo>
                  <a:pt x="302596" y="77748"/>
                </a:lnTo>
                <a:lnTo>
                  <a:pt x="302983" y="77906"/>
                </a:lnTo>
                <a:lnTo>
                  <a:pt x="303359" y="78072"/>
                </a:lnTo>
                <a:lnTo>
                  <a:pt x="303726" y="78246"/>
                </a:lnTo>
                <a:lnTo>
                  <a:pt x="304081" y="78429"/>
                </a:lnTo>
                <a:lnTo>
                  <a:pt x="304427" y="78621"/>
                </a:lnTo>
                <a:lnTo>
                  <a:pt x="304762" y="78821"/>
                </a:lnTo>
                <a:lnTo>
                  <a:pt x="305090" y="79030"/>
                </a:lnTo>
                <a:lnTo>
                  <a:pt x="305411" y="79247"/>
                </a:lnTo>
                <a:lnTo>
                  <a:pt x="305727" y="79474"/>
                </a:lnTo>
                <a:lnTo>
                  <a:pt x="306037" y="79709"/>
                </a:lnTo>
                <a:lnTo>
                  <a:pt x="306341" y="79953"/>
                </a:lnTo>
                <a:lnTo>
                  <a:pt x="306640" y="80206"/>
                </a:lnTo>
                <a:lnTo>
                  <a:pt x="306933" y="80467"/>
                </a:lnTo>
                <a:lnTo>
                  <a:pt x="307220" y="80738"/>
                </a:lnTo>
                <a:lnTo>
                  <a:pt x="307501" y="81017"/>
                </a:lnTo>
                <a:lnTo>
                  <a:pt x="307777" y="81305"/>
                </a:lnTo>
                <a:lnTo>
                  <a:pt x="308047" y="81602"/>
                </a:lnTo>
                <a:lnTo>
                  <a:pt x="308311" y="81908"/>
                </a:lnTo>
                <a:lnTo>
                  <a:pt x="308570" y="82223"/>
                </a:lnTo>
                <a:lnTo>
                  <a:pt x="308823" y="82546"/>
                </a:lnTo>
                <a:lnTo>
                  <a:pt x="309070" y="82879"/>
                </a:lnTo>
                <a:lnTo>
                  <a:pt x="309312" y="83220"/>
                </a:lnTo>
                <a:lnTo>
                  <a:pt x="309547" y="83570"/>
                </a:lnTo>
                <a:lnTo>
                  <a:pt x="309777" y="83929"/>
                </a:lnTo>
                <a:lnTo>
                  <a:pt x="310002" y="84296"/>
                </a:lnTo>
                <a:lnTo>
                  <a:pt x="310220" y="84673"/>
                </a:lnTo>
                <a:lnTo>
                  <a:pt x="310433" y="85058"/>
                </a:lnTo>
                <a:lnTo>
                  <a:pt x="310640" y="85452"/>
                </a:lnTo>
                <a:lnTo>
                  <a:pt x="310842" y="85855"/>
                </a:lnTo>
                <a:lnTo>
                  <a:pt x="311037" y="86267"/>
                </a:lnTo>
                <a:lnTo>
                  <a:pt x="311229" y="86688"/>
                </a:lnTo>
                <a:lnTo>
                  <a:pt x="311419" y="87119"/>
                </a:lnTo>
                <a:lnTo>
                  <a:pt x="311608" y="87560"/>
                </a:lnTo>
                <a:lnTo>
                  <a:pt x="311794" y="88011"/>
                </a:lnTo>
                <a:lnTo>
                  <a:pt x="311978" y="88472"/>
                </a:lnTo>
                <a:lnTo>
                  <a:pt x="312161" y="88942"/>
                </a:lnTo>
                <a:lnTo>
                  <a:pt x="312342" y="89423"/>
                </a:lnTo>
                <a:lnTo>
                  <a:pt x="312521" y="89913"/>
                </a:lnTo>
                <a:lnTo>
                  <a:pt x="312698" y="90414"/>
                </a:lnTo>
                <a:lnTo>
                  <a:pt x="312873" y="90924"/>
                </a:lnTo>
                <a:lnTo>
                  <a:pt x="313046" y="91444"/>
                </a:lnTo>
                <a:lnTo>
                  <a:pt x="313218" y="91974"/>
                </a:lnTo>
                <a:lnTo>
                  <a:pt x="313388" y="92514"/>
                </a:lnTo>
                <a:lnTo>
                  <a:pt x="313555" y="93064"/>
                </a:lnTo>
                <a:lnTo>
                  <a:pt x="313721" y="93624"/>
                </a:lnTo>
                <a:lnTo>
                  <a:pt x="313886" y="94194"/>
                </a:lnTo>
                <a:lnTo>
                  <a:pt x="314048" y="94774"/>
                </a:lnTo>
                <a:lnTo>
                  <a:pt x="314208" y="95363"/>
                </a:lnTo>
                <a:lnTo>
                  <a:pt x="314367" y="95963"/>
                </a:lnTo>
                <a:lnTo>
                  <a:pt x="314523" y="96572"/>
                </a:lnTo>
                <a:lnTo>
                  <a:pt x="314678" y="97192"/>
                </a:lnTo>
                <a:lnTo>
                  <a:pt x="314831" y="97821"/>
                </a:lnTo>
                <a:lnTo>
                  <a:pt x="314982" y="98460"/>
                </a:lnTo>
                <a:lnTo>
                  <a:pt x="315132" y="99109"/>
                </a:lnTo>
                <a:lnTo>
                  <a:pt x="320739" y="122296"/>
                </a:lnTo>
                <a:lnTo>
                  <a:pt x="346907" y="122296"/>
                </a:lnTo>
                <a:lnTo>
                  <a:pt x="338986" y="94125"/>
                </a:lnTo>
                <a:lnTo>
                  <a:pt x="338792" y="93424"/>
                </a:lnTo>
                <a:lnTo>
                  <a:pt x="338596" y="92732"/>
                </a:lnTo>
                <a:lnTo>
                  <a:pt x="338399" y="92049"/>
                </a:lnTo>
                <a:lnTo>
                  <a:pt x="338201" y="91376"/>
                </a:lnTo>
                <a:lnTo>
                  <a:pt x="338000" y="90712"/>
                </a:lnTo>
                <a:lnTo>
                  <a:pt x="337798" y="90057"/>
                </a:lnTo>
                <a:lnTo>
                  <a:pt x="337594" y="89412"/>
                </a:lnTo>
                <a:lnTo>
                  <a:pt x="337388" y="88776"/>
                </a:lnTo>
                <a:lnTo>
                  <a:pt x="337181" y="88149"/>
                </a:lnTo>
                <a:lnTo>
                  <a:pt x="336972" y="87531"/>
                </a:lnTo>
                <a:lnTo>
                  <a:pt x="336761" y="86923"/>
                </a:lnTo>
                <a:lnTo>
                  <a:pt x="336549" y="86324"/>
                </a:lnTo>
                <a:lnTo>
                  <a:pt x="336335" y="85735"/>
                </a:lnTo>
                <a:lnTo>
                  <a:pt x="336119" y="85154"/>
                </a:lnTo>
                <a:lnTo>
                  <a:pt x="335902" y="84583"/>
                </a:lnTo>
                <a:lnTo>
                  <a:pt x="335682" y="84021"/>
                </a:lnTo>
                <a:lnTo>
                  <a:pt x="335461" y="83469"/>
                </a:lnTo>
                <a:lnTo>
                  <a:pt x="335239" y="82926"/>
                </a:lnTo>
                <a:lnTo>
                  <a:pt x="335015" y="82392"/>
                </a:lnTo>
                <a:lnTo>
                  <a:pt x="334789" y="81867"/>
                </a:lnTo>
                <a:lnTo>
                  <a:pt x="334561" y="81352"/>
                </a:lnTo>
                <a:lnTo>
                  <a:pt x="334331" y="80846"/>
                </a:lnTo>
                <a:lnTo>
                  <a:pt x="334100" y="80349"/>
                </a:lnTo>
                <a:lnTo>
                  <a:pt x="333868" y="79862"/>
                </a:lnTo>
                <a:lnTo>
                  <a:pt x="333631" y="79383"/>
                </a:lnTo>
                <a:lnTo>
                  <a:pt x="333388" y="78912"/>
                </a:lnTo>
                <a:lnTo>
                  <a:pt x="333140" y="78450"/>
                </a:lnTo>
                <a:lnTo>
                  <a:pt x="332885" y="77996"/>
                </a:lnTo>
                <a:lnTo>
                  <a:pt x="332624" y="77550"/>
                </a:lnTo>
                <a:lnTo>
                  <a:pt x="332357" y="77112"/>
                </a:lnTo>
                <a:lnTo>
                  <a:pt x="332084" y="76683"/>
                </a:lnTo>
                <a:lnTo>
                  <a:pt x="331806" y="76261"/>
                </a:lnTo>
                <a:lnTo>
                  <a:pt x="331521" y="75848"/>
                </a:lnTo>
                <a:lnTo>
                  <a:pt x="331230" y="75443"/>
                </a:lnTo>
                <a:lnTo>
                  <a:pt x="330933" y="75047"/>
                </a:lnTo>
                <a:lnTo>
                  <a:pt x="330630" y="74658"/>
                </a:lnTo>
                <a:lnTo>
                  <a:pt x="330321" y="74278"/>
                </a:lnTo>
                <a:lnTo>
                  <a:pt x="330006" y="73906"/>
                </a:lnTo>
                <a:lnTo>
                  <a:pt x="329685" y="73542"/>
                </a:lnTo>
                <a:lnTo>
                  <a:pt x="329358" y="73186"/>
                </a:lnTo>
                <a:lnTo>
                  <a:pt x="329025" y="72839"/>
                </a:lnTo>
                <a:lnTo>
                  <a:pt x="328686" y="72499"/>
                </a:lnTo>
                <a:lnTo>
                  <a:pt x="328341" y="72168"/>
                </a:lnTo>
                <a:lnTo>
                  <a:pt x="327989" y="71845"/>
                </a:lnTo>
                <a:lnTo>
                  <a:pt x="327632" y="71530"/>
                </a:lnTo>
                <a:lnTo>
                  <a:pt x="327269" y="71224"/>
                </a:lnTo>
                <a:lnTo>
                  <a:pt x="326900" y="70926"/>
                </a:lnTo>
                <a:lnTo>
                  <a:pt x="326525" y="70635"/>
                </a:lnTo>
                <a:lnTo>
                  <a:pt x="326141" y="70353"/>
                </a:lnTo>
                <a:lnTo>
                  <a:pt x="325747" y="70079"/>
                </a:lnTo>
                <a:lnTo>
                  <a:pt x="325342" y="69813"/>
                </a:lnTo>
                <a:lnTo>
                  <a:pt x="324927" y="69554"/>
                </a:lnTo>
                <a:lnTo>
                  <a:pt x="324502" y="69304"/>
                </a:lnTo>
                <a:lnTo>
                  <a:pt x="324066" y="69061"/>
                </a:lnTo>
                <a:lnTo>
                  <a:pt x="323619" y="68827"/>
                </a:lnTo>
                <a:lnTo>
                  <a:pt x="323162" y="68600"/>
                </a:lnTo>
                <a:lnTo>
                  <a:pt x="322694" y="68381"/>
                </a:lnTo>
                <a:lnTo>
                  <a:pt x="322216" y="68170"/>
                </a:lnTo>
                <a:lnTo>
                  <a:pt x="321728" y="67966"/>
                </a:lnTo>
                <a:lnTo>
                  <a:pt x="321229" y="67771"/>
                </a:lnTo>
                <a:lnTo>
                  <a:pt x="320719" y="67584"/>
                </a:lnTo>
                <a:lnTo>
                  <a:pt x="320199" y="67404"/>
                </a:lnTo>
                <a:lnTo>
                  <a:pt x="319668" y="67233"/>
                </a:lnTo>
                <a:lnTo>
                  <a:pt x="319127" y="67069"/>
                </a:lnTo>
                <a:lnTo>
                  <a:pt x="318575" y="66913"/>
                </a:lnTo>
                <a:lnTo>
                  <a:pt x="318013" y="66765"/>
                </a:lnTo>
                <a:lnTo>
                  <a:pt x="317441" y="66625"/>
                </a:lnTo>
                <a:lnTo>
                  <a:pt x="316857" y="66493"/>
                </a:lnTo>
                <a:lnTo>
                  <a:pt x="316264" y="66369"/>
                </a:lnTo>
                <a:lnTo>
                  <a:pt x="315659" y="66252"/>
                </a:lnTo>
                <a:lnTo>
                  <a:pt x="315045" y="66144"/>
                </a:lnTo>
                <a:lnTo>
                  <a:pt x="314420" y="66043"/>
                </a:lnTo>
                <a:lnTo>
                  <a:pt x="315440" y="65754"/>
                </a:lnTo>
                <a:lnTo>
                  <a:pt x="316438" y="65449"/>
                </a:lnTo>
                <a:lnTo>
                  <a:pt x="317415" y="65128"/>
                </a:lnTo>
                <a:lnTo>
                  <a:pt x="318369" y="64792"/>
                </a:lnTo>
                <a:lnTo>
                  <a:pt x="319302" y="64439"/>
                </a:lnTo>
                <a:lnTo>
                  <a:pt x="320213" y="64072"/>
                </a:lnTo>
                <a:lnTo>
                  <a:pt x="321103" y="63688"/>
                </a:lnTo>
                <a:lnTo>
                  <a:pt x="321970" y="63288"/>
                </a:lnTo>
                <a:lnTo>
                  <a:pt x="322816" y="62873"/>
                </a:lnTo>
                <a:lnTo>
                  <a:pt x="323640" y="62442"/>
                </a:lnTo>
                <a:lnTo>
                  <a:pt x="324442" y="61995"/>
                </a:lnTo>
                <a:lnTo>
                  <a:pt x="325223" y="61533"/>
                </a:lnTo>
                <a:lnTo>
                  <a:pt x="325981" y="61055"/>
                </a:lnTo>
                <a:lnTo>
                  <a:pt x="326718" y="60561"/>
                </a:lnTo>
                <a:lnTo>
                  <a:pt x="327433" y="60051"/>
                </a:lnTo>
                <a:lnTo>
                  <a:pt x="328127" y="59526"/>
                </a:lnTo>
                <a:lnTo>
                  <a:pt x="328798" y="58985"/>
                </a:lnTo>
                <a:lnTo>
                  <a:pt x="329448" y="58428"/>
                </a:lnTo>
                <a:lnTo>
                  <a:pt x="330076" y="57855"/>
                </a:lnTo>
                <a:lnTo>
                  <a:pt x="330682" y="57267"/>
                </a:lnTo>
                <a:lnTo>
                  <a:pt x="331266" y="56663"/>
                </a:lnTo>
                <a:lnTo>
                  <a:pt x="331829" y="56043"/>
                </a:lnTo>
                <a:lnTo>
                  <a:pt x="332370" y="55407"/>
                </a:lnTo>
                <a:lnTo>
                  <a:pt x="332889" y="54756"/>
                </a:lnTo>
                <a:lnTo>
                  <a:pt x="333386" y="54091"/>
                </a:lnTo>
                <a:lnTo>
                  <a:pt x="333862" y="53414"/>
                </a:lnTo>
                <a:lnTo>
                  <a:pt x="334318" y="52724"/>
                </a:lnTo>
                <a:lnTo>
                  <a:pt x="334751" y="52023"/>
                </a:lnTo>
                <a:lnTo>
                  <a:pt x="335164" y="51309"/>
                </a:lnTo>
                <a:lnTo>
                  <a:pt x="335556" y="50584"/>
                </a:lnTo>
                <a:lnTo>
                  <a:pt x="335926" y="49846"/>
                </a:lnTo>
                <a:lnTo>
                  <a:pt x="336276" y="49097"/>
                </a:lnTo>
                <a:lnTo>
                  <a:pt x="336604" y="48335"/>
                </a:lnTo>
                <a:lnTo>
                  <a:pt x="336911" y="47562"/>
                </a:lnTo>
                <a:lnTo>
                  <a:pt x="337197" y="46776"/>
                </a:lnTo>
                <a:lnTo>
                  <a:pt x="337461" y="45978"/>
                </a:lnTo>
                <a:lnTo>
                  <a:pt x="337705" y="45169"/>
                </a:lnTo>
                <a:lnTo>
                  <a:pt x="337927" y="44347"/>
                </a:lnTo>
                <a:lnTo>
                  <a:pt x="338128" y="43513"/>
                </a:lnTo>
                <a:lnTo>
                  <a:pt x="338308" y="42667"/>
                </a:lnTo>
                <a:lnTo>
                  <a:pt x="338467" y="41809"/>
                </a:lnTo>
                <a:lnTo>
                  <a:pt x="338604" y="40939"/>
                </a:lnTo>
                <a:lnTo>
                  <a:pt x="338721" y="40057"/>
                </a:lnTo>
                <a:lnTo>
                  <a:pt x="338816" y="39163"/>
                </a:lnTo>
                <a:lnTo>
                  <a:pt x="338890" y="38257"/>
                </a:lnTo>
                <a:lnTo>
                  <a:pt x="338943" y="37339"/>
                </a:lnTo>
                <a:lnTo>
                  <a:pt x="338975" y="36409"/>
                </a:lnTo>
                <a:lnTo>
                  <a:pt x="338986" y="35467"/>
                </a:lnTo>
                <a:lnTo>
                  <a:pt x="338976" y="34475"/>
                </a:lnTo>
                <a:lnTo>
                  <a:pt x="338949" y="33500"/>
                </a:lnTo>
                <a:lnTo>
                  <a:pt x="338903" y="32541"/>
                </a:lnTo>
                <a:lnTo>
                  <a:pt x="338838" y="31599"/>
                </a:lnTo>
                <a:lnTo>
                  <a:pt x="338756" y="30673"/>
                </a:lnTo>
                <a:lnTo>
                  <a:pt x="338655" y="29764"/>
                </a:lnTo>
                <a:lnTo>
                  <a:pt x="338535" y="28872"/>
                </a:lnTo>
                <a:lnTo>
                  <a:pt x="338397" y="27995"/>
                </a:lnTo>
                <a:lnTo>
                  <a:pt x="338241" y="27136"/>
                </a:lnTo>
                <a:lnTo>
                  <a:pt x="338066" y="26293"/>
                </a:lnTo>
                <a:lnTo>
                  <a:pt x="337873" y="25466"/>
                </a:lnTo>
                <a:lnTo>
                  <a:pt x="337662" y="24656"/>
                </a:lnTo>
                <a:lnTo>
                  <a:pt x="337432" y="23863"/>
                </a:lnTo>
                <a:lnTo>
                  <a:pt x="337183" y="23086"/>
                </a:lnTo>
                <a:lnTo>
                  <a:pt x="336917" y="22325"/>
                </a:lnTo>
                <a:lnTo>
                  <a:pt x="336632" y="21581"/>
                </a:lnTo>
                <a:lnTo>
                  <a:pt x="336328" y="20854"/>
                </a:lnTo>
                <a:lnTo>
                  <a:pt x="336007" y="20143"/>
                </a:lnTo>
                <a:lnTo>
                  <a:pt x="335666" y="19449"/>
                </a:lnTo>
                <a:lnTo>
                  <a:pt x="335308" y="18771"/>
                </a:lnTo>
                <a:lnTo>
                  <a:pt x="334931" y="18109"/>
                </a:lnTo>
                <a:lnTo>
                  <a:pt x="334535" y="17465"/>
                </a:lnTo>
                <a:lnTo>
                  <a:pt x="334122" y="16836"/>
                </a:lnTo>
                <a:lnTo>
                  <a:pt x="333690" y="16224"/>
                </a:lnTo>
                <a:lnTo>
                  <a:pt x="333242" y="15628"/>
                </a:lnTo>
                <a:lnTo>
                  <a:pt x="332781" y="15045"/>
                </a:lnTo>
                <a:lnTo>
                  <a:pt x="332307" y="14476"/>
                </a:lnTo>
                <a:lnTo>
                  <a:pt x="331819" y="13921"/>
                </a:lnTo>
                <a:lnTo>
                  <a:pt x="331319" y="13380"/>
                </a:lnTo>
                <a:lnTo>
                  <a:pt x="330805" y="12853"/>
                </a:lnTo>
                <a:lnTo>
                  <a:pt x="330279" y="12340"/>
                </a:lnTo>
                <a:lnTo>
                  <a:pt x="329739" y="11840"/>
                </a:lnTo>
                <a:lnTo>
                  <a:pt x="329186" y="11355"/>
                </a:lnTo>
                <a:lnTo>
                  <a:pt x="328620" y="10883"/>
                </a:lnTo>
                <a:lnTo>
                  <a:pt x="328040" y="10425"/>
                </a:lnTo>
                <a:lnTo>
                  <a:pt x="327448" y="9981"/>
                </a:lnTo>
                <a:lnTo>
                  <a:pt x="326842" y="9551"/>
                </a:lnTo>
                <a:lnTo>
                  <a:pt x="326224" y="9135"/>
                </a:lnTo>
                <a:lnTo>
                  <a:pt x="325592" y="8733"/>
                </a:lnTo>
                <a:lnTo>
                  <a:pt x="324947" y="8345"/>
                </a:lnTo>
                <a:lnTo>
                  <a:pt x="324289" y="7970"/>
                </a:lnTo>
                <a:lnTo>
                  <a:pt x="323618" y="7610"/>
                </a:lnTo>
                <a:lnTo>
                  <a:pt x="322934" y="7263"/>
                </a:lnTo>
                <a:lnTo>
                  <a:pt x="322236" y="6930"/>
                </a:lnTo>
                <a:lnTo>
                  <a:pt x="321526" y="6611"/>
                </a:lnTo>
                <a:lnTo>
                  <a:pt x="320802" y="6306"/>
                </a:lnTo>
                <a:lnTo>
                  <a:pt x="320065" y="6015"/>
                </a:lnTo>
                <a:lnTo>
                  <a:pt x="319315" y="5738"/>
                </a:lnTo>
                <a:lnTo>
                  <a:pt x="318554" y="5473"/>
                </a:lnTo>
                <a:lnTo>
                  <a:pt x="317785" y="5220"/>
                </a:lnTo>
                <a:lnTo>
                  <a:pt x="317006" y="4977"/>
                </a:lnTo>
                <a:lnTo>
                  <a:pt x="316219" y="4746"/>
                </a:lnTo>
                <a:lnTo>
                  <a:pt x="315424" y="4527"/>
                </a:lnTo>
                <a:lnTo>
                  <a:pt x="314620" y="4318"/>
                </a:lnTo>
                <a:lnTo>
                  <a:pt x="313807" y="4121"/>
                </a:lnTo>
                <a:lnTo>
                  <a:pt x="312986" y="3935"/>
                </a:lnTo>
                <a:lnTo>
                  <a:pt x="312155" y="3760"/>
                </a:lnTo>
                <a:lnTo>
                  <a:pt x="311317" y="3597"/>
                </a:lnTo>
                <a:lnTo>
                  <a:pt x="310469" y="3445"/>
                </a:lnTo>
                <a:lnTo>
                  <a:pt x="309613" y="3304"/>
                </a:lnTo>
                <a:lnTo>
                  <a:pt x="308748" y="3174"/>
                </a:lnTo>
                <a:lnTo>
                  <a:pt x="307875" y="3056"/>
                </a:lnTo>
                <a:lnTo>
                  <a:pt x="306993" y="2949"/>
                </a:lnTo>
                <a:lnTo>
                  <a:pt x="306102" y="2853"/>
                </a:lnTo>
                <a:lnTo>
                  <a:pt x="305203" y="2768"/>
                </a:lnTo>
                <a:lnTo>
                  <a:pt x="304295" y="2695"/>
                </a:lnTo>
                <a:lnTo>
                  <a:pt x="303378" y="2633"/>
                </a:lnTo>
                <a:lnTo>
                  <a:pt x="302453" y="2582"/>
                </a:lnTo>
                <a:lnTo>
                  <a:pt x="301519" y="2543"/>
                </a:lnTo>
                <a:lnTo>
                  <a:pt x="300577" y="2515"/>
                </a:lnTo>
                <a:lnTo>
                  <a:pt x="299625" y="2498"/>
                </a:lnTo>
                <a:lnTo>
                  <a:pt x="298665" y="2492"/>
                </a:lnTo>
                <a:lnTo>
                  <a:pt x="249355" y="2492"/>
                </a:lnTo>
                <a:lnTo>
                  <a:pt x="249355" y="122296"/>
                </a:lnTo>
                <a:lnTo>
                  <a:pt x="274366" y="122296"/>
                </a:lnTo>
                <a:lnTo>
                  <a:pt x="274366" y="76368"/>
                </a:lnTo>
                <a:lnTo>
                  <a:pt x="293859" y="76368"/>
                </a:lnTo>
                <a:lnTo>
                  <a:pt x="294432" y="76372"/>
                </a:lnTo>
                <a:lnTo>
                  <a:pt x="294995" y="76385"/>
                </a:lnTo>
                <a:close/>
                <a:moveTo>
                  <a:pt x="297838" y="23293"/>
                </a:moveTo>
                <a:lnTo>
                  <a:pt x="298460" y="23342"/>
                </a:lnTo>
                <a:lnTo>
                  <a:pt x="299072" y="23404"/>
                </a:lnTo>
                <a:lnTo>
                  <a:pt x="299672" y="23480"/>
                </a:lnTo>
                <a:lnTo>
                  <a:pt x="300262" y="23571"/>
                </a:lnTo>
                <a:lnTo>
                  <a:pt x="300841" y="23675"/>
                </a:lnTo>
                <a:lnTo>
                  <a:pt x="301409" y="23793"/>
                </a:lnTo>
                <a:lnTo>
                  <a:pt x="301967" y="23924"/>
                </a:lnTo>
                <a:lnTo>
                  <a:pt x="302513" y="24070"/>
                </a:lnTo>
                <a:lnTo>
                  <a:pt x="303049" y="24229"/>
                </a:lnTo>
                <a:lnTo>
                  <a:pt x="303574" y="24403"/>
                </a:lnTo>
                <a:lnTo>
                  <a:pt x="304088" y="24590"/>
                </a:lnTo>
                <a:lnTo>
                  <a:pt x="304591" y="24791"/>
                </a:lnTo>
                <a:lnTo>
                  <a:pt x="305084" y="25006"/>
                </a:lnTo>
                <a:lnTo>
                  <a:pt x="305565" y="25235"/>
                </a:lnTo>
                <a:lnTo>
                  <a:pt x="306036" y="25478"/>
                </a:lnTo>
                <a:lnTo>
                  <a:pt x="306496" y="25734"/>
                </a:lnTo>
                <a:lnTo>
                  <a:pt x="306945" y="26005"/>
                </a:lnTo>
                <a:lnTo>
                  <a:pt x="307384" y="26289"/>
                </a:lnTo>
                <a:lnTo>
                  <a:pt x="307811" y="26587"/>
                </a:lnTo>
                <a:lnTo>
                  <a:pt x="308228" y="26899"/>
                </a:lnTo>
                <a:lnTo>
                  <a:pt x="308634" y="27225"/>
                </a:lnTo>
                <a:lnTo>
                  <a:pt x="309026" y="27565"/>
                </a:lnTo>
                <a:lnTo>
                  <a:pt x="309402" y="27918"/>
                </a:lnTo>
                <a:lnTo>
                  <a:pt x="309761" y="28285"/>
                </a:lnTo>
                <a:lnTo>
                  <a:pt x="310103" y="28665"/>
                </a:lnTo>
                <a:lnTo>
                  <a:pt x="310428" y="29059"/>
                </a:lnTo>
                <a:lnTo>
                  <a:pt x="310737" y="29466"/>
                </a:lnTo>
                <a:lnTo>
                  <a:pt x="311029" y="29887"/>
                </a:lnTo>
                <a:lnTo>
                  <a:pt x="311304" y="30322"/>
                </a:lnTo>
                <a:lnTo>
                  <a:pt x="311563" y="30770"/>
                </a:lnTo>
                <a:lnTo>
                  <a:pt x="311805" y="31232"/>
                </a:lnTo>
                <a:lnTo>
                  <a:pt x="312030" y="31707"/>
                </a:lnTo>
                <a:lnTo>
                  <a:pt x="312239" y="32196"/>
                </a:lnTo>
                <a:lnTo>
                  <a:pt x="312431" y="32698"/>
                </a:lnTo>
                <a:lnTo>
                  <a:pt x="312606" y="33214"/>
                </a:lnTo>
                <a:lnTo>
                  <a:pt x="312765" y="33743"/>
                </a:lnTo>
                <a:lnTo>
                  <a:pt x="312906" y="34286"/>
                </a:lnTo>
                <a:lnTo>
                  <a:pt x="313032" y="34843"/>
                </a:lnTo>
                <a:lnTo>
                  <a:pt x="313140" y="35413"/>
                </a:lnTo>
                <a:lnTo>
                  <a:pt x="313232" y="35997"/>
                </a:lnTo>
                <a:lnTo>
                  <a:pt x="313307" y="36594"/>
                </a:lnTo>
                <a:lnTo>
                  <a:pt x="313365" y="37205"/>
                </a:lnTo>
                <a:lnTo>
                  <a:pt x="313407" y="37829"/>
                </a:lnTo>
                <a:lnTo>
                  <a:pt x="313432" y="38467"/>
                </a:lnTo>
                <a:lnTo>
                  <a:pt x="313440" y="39119"/>
                </a:lnTo>
                <a:lnTo>
                  <a:pt x="313436" y="39567"/>
                </a:lnTo>
                <a:lnTo>
                  <a:pt x="313424" y="40009"/>
                </a:lnTo>
                <a:lnTo>
                  <a:pt x="313404" y="40446"/>
                </a:lnTo>
                <a:lnTo>
                  <a:pt x="313376" y="40877"/>
                </a:lnTo>
                <a:lnTo>
                  <a:pt x="313340" y="41302"/>
                </a:lnTo>
                <a:lnTo>
                  <a:pt x="313296" y="41721"/>
                </a:lnTo>
                <a:lnTo>
                  <a:pt x="313244" y="42134"/>
                </a:lnTo>
                <a:lnTo>
                  <a:pt x="313183" y="42542"/>
                </a:lnTo>
                <a:lnTo>
                  <a:pt x="313115" y="42943"/>
                </a:lnTo>
                <a:lnTo>
                  <a:pt x="313039" y="43339"/>
                </a:lnTo>
                <a:lnTo>
                  <a:pt x="312954" y="43729"/>
                </a:lnTo>
                <a:lnTo>
                  <a:pt x="312862" y="44113"/>
                </a:lnTo>
                <a:lnTo>
                  <a:pt x="312762" y="44491"/>
                </a:lnTo>
                <a:lnTo>
                  <a:pt x="312653" y="44863"/>
                </a:lnTo>
                <a:lnTo>
                  <a:pt x="312537" y="45230"/>
                </a:lnTo>
                <a:lnTo>
                  <a:pt x="312412" y="45590"/>
                </a:lnTo>
                <a:lnTo>
                  <a:pt x="312279" y="45945"/>
                </a:lnTo>
                <a:lnTo>
                  <a:pt x="312139" y="46294"/>
                </a:lnTo>
                <a:lnTo>
                  <a:pt x="311990" y="46637"/>
                </a:lnTo>
                <a:lnTo>
                  <a:pt x="311833" y="46974"/>
                </a:lnTo>
                <a:lnTo>
                  <a:pt x="311669" y="47305"/>
                </a:lnTo>
                <a:lnTo>
                  <a:pt x="311496" y="47631"/>
                </a:lnTo>
                <a:lnTo>
                  <a:pt x="311315" y="47950"/>
                </a:lnTo>
                <a:lnTo>
                  <a:pt x="311126" y="48264"/>
                </a:lnTo>
                <a:lnTo>
                  <a:pt x="310930" y="48571"/>
                </a:lnTo>
                <a:lnTo>
                  <a:pt x="310727" y="48872"/>
                </a:lnTo>
                <a:lnTo>
                  <a:pt x="310518" y="49167"/>
                </a:lnTo>
                <a:lnTo>
                  <a:pt x="310302" y="49455"/>
                </a:lnTo>
                <a:lnTo>
                  <a:pt x="310079" y="49736"/>
                </a:lnTo>
                <a:lnTo>
                  <a:pt x="309850" y="50011"/>
                </a:lnTo>
                <a:lnTo>
                  <a:pt x="309614" y="50280"/>
                </a:lnTo>
                <a:lnTo>
                  <a:pt x="309371" y="50542"/>
                </a:lnTo>
                <a:lnTo>
                  <a:pt x="309122" y="50797"/>
                </a:lnTo>
                <a:lnTo>
                  <a:pt x="308866" y="51046"/>
                </a:lnTo>
                <a:lnTo>
                  <a:pt x="308603" y="51289"/>
                </a:lnTo>
                <a:lnTo>
                  <a:pt x="308334" y="51525"/>
                </a:lnTo>
                <a:lnTo>
                  <a:pt x="308058" y="51755"/>
                </a:lnTo>
                <a:lnTo>
                  <a:pt x="307775" y="51978"/>
                </a:lnTo>
                <a:lnTo>
                  <a:pt x="307486" y="52195"/>
                </a:lnTo>
                <a:lnTo>
                  <a:pt x="307190" y="52405"/>
                </a:lnTo>
                <a:lnTo>
                  <a:pt x="306888" y="52609"/>
                </a:lnTo>
                <a:lnTo>
                  <a:pt x="306579" y="52807"/>
                </a:lnTo>
                <a:lnTo>
                  <a:pt x="306263" y="52997"/>
                </a:lnTo>
                <a:lnTo>
                  <a:pt x="305940" y="53182"/>
                </a:lnTo>
                <a:lnTo>
                  <a:pt x="305611" y="53360"/>
                </a:lnTo>
                <a:lnTo>
                  <a:pt x="305276" y="53531"/>
                </a:lnTo>
                <a:lnTo>
                  <a:pt x="304933" y="53696"/>
                </a:lnTo>
                <a:lnTo>
                  <a:pt x="304584" y="53855"/>
                </a:lnTo>
                <a:lnTo>
                  <a:pt x="304229" y="54007"/>
                </a:lnTo>
                <a:lnTo>
                  <a:pt x="303868" y="54152"/>
                </a:lnTo>
                <a:lnTo>
                  <a:pt x="303502" y="54292"/>
                </a:lnTo>
                <a:lnTo>
                  <a:pt x="303129" y="54424"/>
                </a:lnTo>
                <a:lnTo>
                  <a:pt x="302751" y="54550"/>
                </a:lnTo>
                <a:lnTo>
                  <a:pt x="302367" y="54670"/>
                </a:lnTo>
                <a:lnTo>
                  <a:pt x="301978" y="54783"/>
                </a:lnTo>
                <a:lnTo>
                  <a:pt x="301583" y="54890"/>
                </a:lnTo>
                <a:lnTo>
                  <a:pt x="301182" y="54990"/>
                </a:lnTo>
                <a:lnTo>
                  <a:pt x="300775" y="55084"/>
                </a:lnTo>
                <a:lnTo>
                  <a:pt x="300363" y="55172"/>
                </a:lnTo>
                <a:lnTo>
                  <a:pt x="299945" y="55253"/>
                </a:lnTo>
                <a:lnTo>
                  <a:pt x="299521" y="55327"/>
                </a:lnTo>
                <a:lnTo>
                  <a:pt x="299092" y="55395"/>
                </a:lnTo>
                <a:lnTo>
                  <a:pt x="298656" y="55456"/>
                </a:lnTo>
                <a:lnTo>
                  <a:pt x="298215" y="55511"/>
                </a:lnTo>
                <a:lnTo>
                  <a:pt x="297769" y="55560"/>
                </a:lnTo>
                <a:lnTo>
                  <a:pt x="297316" y="55602"/>
                </a:lnTo>
                <a:lnTo>
                  <a:pt x="296858" y="55638"/>
                </a:lnTo>
                <a:lnTo>
                  <a:pt x="296394" y="55667"/>
                </a:lnTo>
                <a:lnTo>
                  <a:pt x="295925" y="55689"/>
                </a:lnTo>
                <a:lnTo>
                  <a:pt x="295450" y="55705"/>
                </a:lnTo>
                <a:lnTo>
                  <a:pt x="294969" y="55715"/>
                </a:lnTo>
                <a:lnTo>
                  <a:pt x="294482" y="55718"/>
                </a:lnTo>
                <a:lnTo>
                  <a:pt x="274366" y="55718"/>
                </a:lnTo>
                <a:lnTo>
                  <a:pt x="274366" y="23231"/>
                </a:lnTo>
                <a:lnTo>
                  <a:pt x="295906" y="23231"/>
                </a:lnTo>
                <a:lnTo>
                  <a:pt x="296561" y="23238"/>
                </a:lnTo>
                <a:lnTo>
                  <a:pt x="297205" y="23259"/>
                </a:lnTo>
                <a:lnTo>
                  <a:pt x="297838" y="23293"/>
                </a:lnTo>
                <a:close/>
                <a:moveTo>
                  <a:pt x="387995" y="62208"/>
                </a:moveTo>
                <a:lnTo>
                  <a:pt x="388322" y="61826"/>
                </a:lnTo>
                <a:lnTo>
                  <a:pt x="388654" y="61449"/>
                </a:lnTo>
                <a:lnTo>
                  <a:pt x="388990" y="61077"/>
                </a:lnTo>
                <a:lnTo>
                  <a:pt x="389330" y="60710"/>
                </a:lnTo>
                <a:lnTo>
                  <a:pt x="389676" y="60348"/>
                </a:lnTo>
                <a:lnTo>
                  <a:pt x="390025" y="59991"/>
                </a:lnTo>
                <a:lnTo>
                  <a:pt x="390379" y="59639"/>
                </a:lnTo>
                <a:lnTo>
                  <a:pt x="390738" y="59292"/>
                </a:lnTo>
                <a:lnTo>
                  <a:pt x="391101" y="58950"/>
                </a:lnTo>
                <a:lnTo>
                  <a:pt x="391468" y="58614"/>
                </a:lnTo>
                <a:lnTo>
                  <a:pt x="391840" y="58282"/>
                </a:lnTo>
                <a:lnTo>
                  <a:pt x="392217" y="57955"/>
                </a:lnTo>
                <a:lnTo>
                  <a:pt x="392598" y="57633"/>
                </a:lnTo>
                <a:lnTo>
                  <a:pt x="392983" y="57317"/>
                </a:lnTo>
                <a:lnTo>
                  <a:pt x="393373" y="57005"/>
                </a:lnTo>
                <a:lnTo>
                  <a:pt x="393768" y="56698"/>
                </a:lnTo>
                <a:lnTo>
                  <a:pt x="394167" y="56396"/>
                </a:lnTo>
                <a:lnTo>
                  <a:pt x="394570" y="56100"/>
                </a:lnTo>
                <a:lnTo>
                  <a:pt x="394978" y="55808"/>
                </a:lnTo>
                <a:lnTo>
                  <a:pt x="395390" y="55522"/>
                </a:lnTo>
                <a:lnTo>
                  <a:pt x="395807" y="55240"/>
                </a:lnTo>
                <a:lnTo>
                  <a:pt x="396230" y="54967"/>
                </a:lnTo>
                <a:lnTo>
                  <a:pt x="396659" y="54705"/>
                </a:lnTo>
                <a:lnTo>
                  <a:pt x="397096" y="54455"/>
                </a:lnTo>
                <a:lnTo>
                  <a:pt x="397539" y="54217"/>
                </a:lnTo>
                <a:lnTo>
                  <a:pt x="397989" y="53990"/>
                </a:lnTo>
                <a:lnTo>
                  <a:pt x="398447" y="53775"/>
                </a:lnTo>
                <a:lnTo>
                  <a:pt x="398911" y="53571"/>
                </a:lnTo>
                <a:lnTo>
                  <a:pt x="399382" y="53379"/>
                </a:lnTo>
                <a:lnTo>
                  <a:pt x="399860" y="53199"/>
                </a:lnTo>
                <a:lnTo>
                  <a:pt x="400346" y="53031"/>
                </a:lnTo>
                <a:lnTo>
                  <a:pt x="400838" y="52874"/>
                </a:lnTo>
                <a:lnTo>
                  <a:pt x="401337" y="52728"/>
                </a:lnTo>
                <a:lnTo>
                  <a:pt x="401843" y="52595"/>
                </a:lnTo>
                <a:lnTo>
                  <a:pt x="402356" y="52473"/>
                </a:lnTo>
                <a:lnTo>
                  <a:pt x="402876" y="52362"/>
                </a:lnTo>
                <a:lnTo>
                  <a:pt x="403402" y="52263"/>
                </a:lnTo>
                <a:lnTo>
                  <a:pt x="403936" y="52176"/>
                </a:lnTo>
                <a:lnTo>
                  <a:pt x="404477" y="52100"/>
                </a:lnTo>
                <a:lnTo>
                  <a:pt x="405025" y="52036"/>
                </a:lnTo>
                <a:lnTo>
                  <a:pt x="405579" y="51984"/>
                </a:lnTo>
                <a:lnTo>
                  <a:pt x="406141" y="51943"/>
                </a:lnTo>
                <a:lnTo>
                  <a:pt x="406710" y="51914"/>
                </a:lnTo>
                <a:lnTo>
                  <a:pt x="407285" y="51897"/>
                </a:lnTo>
                <a:lnTo>
                  <a:pt x="407868" y="51891"/>
                </a:lnTo>
                <a:lnTo>
                  <a:pt x="408257" y="51895"/>
                </a:lnTo>
                <a:lnTo>
                  <a:pt x="408641" y="51905"/>
                </a:lnTo>
                <a:lnTo>
                  <a:pt x="409018" y="51922"/>
                </a:lnTo>
                <a:lnTo>
                  <a:pt x="409388" y="51946"/>
                </a:lnTo>
                <a:lnTo>
                  <a:pt x="409752" y="51978"/>
                </a:lnTo>
                <a:lnTo>
                  <a:pt x="410109" y="52016"/>
                </a:lnTo>
                <a:lnTo>
                  <a:pt x="410460" y="52061"/>
                </a:lnTo>
                <a:lnTo>
                  <a:pt x="410805" y="52112"/>
                </a:lnTo>
                <a:lnTo>
                  <a:pt x="411143" y="52171"/>
                </a:lnTo>
                <a:lnTo>
                  <a:pt x="411474" y="52237"/>
                </a:lnTo>
                <a:lnTo>
                  <a:pt x="411799" y="52309"/>
                </a:lnTo>
                <a:lnTo>
                  <a:pt x="412118" y="52389"/>
                </a:lnTo>
                <a:lnTo>
                  <a:pt x="412430" y="52475"/>
                </a:lnTo>
                <a:lnTo>
                  <a:pt x="412735" y="52569"/>
                </a:lnTo>
                <a:lnTo>
                  <a:pt x="413034" y="52669"/>
                </a:lnTo>
                <a:lnTo>
                  <a:pt x="413327" y="52776"/>
                </a:lnTo>
                <a:lnTo>
                  <a:pt x="413613" y="52890"/>
                </a:lnTo>
                <a:lnTo>
                  <a:pt x="413892" y="53011"/>
                </a:lnTo>
                <a:lnTo>
                  <a:pt x="414165" y="53139"/>
                </a:lnTo>
                <a:lnTo>
                  <a:pt x="414432" y="53274"/>
                </a:lnTo>
                <a:lnTo>
                  <a:pt x="414692" y="53416"/>
                </a:lnTo>
                <a:lnTo>
                  <a:pt x="414945" y="53565"/>
                </a:lnTo>
                <a:lnTo>
                  <a:pt x="415193" y="53720"/>
                </a:lnTo>
                <a:lnTo>
                  <a:pt x="415433" y="53883"/>
                </a:lnTo>
                <a:lnTo>
                  <a:pt x="415668" y="54051"/>
                </a:lnTo>
                <a:lnTo>
                  <a:pt x="415897" y="54226"/>
                </a:lnTo>
                <a:lnTo>
                  <a:pt x="416121" y="54406"/>
                </a:lnTo>
                <a:lnTo>
                  <a:pt x="416339" y="54592"/>
                </a:lnTo>
                <a:lnTo>
                  <a:pt x="416552" y="54783"/>
                </a:lnTo>
                <a:lnTo>
                  <a:pt x="416760" y="54980"/>
                </a:lnTo>
                <a:lnTo>
                  <a:pt x="416962" y="55183"/>
                </a:lnTo>
                <a:lnTo>
                  <a:pt x="417159" y="55391"/>
                </a:lnTo>
                <a:lnTo>
                  <a:pt x="417350" y="55605"/>
                </a:lnTo>
                <a:lnTo>
                  <a:pt x="417536" y="55825"/>
                </a:lnTo>
                <a:lnTo>
                  <a:pt x="417717" y="56050"/>
                </a:lnTo>
                <a:lnTo>
                  <a:pt x="417892" y="56281"/>
                </a:lnTo>
                <a:lnTo>
                  <a:pt x="418062" y="56518"/>
                </a:lnTo>
                <a:lnTo>
                  <a:pt x="418226" y="56760"/>
                </a:lnTo>
                <a:lnTo>
                  <a:pt x="418385" y="57008"/>
                </a:lnTo>
                <a:lnTo>
                  <a:pt x="418539" y="57261"/>
                </a:lnTo>
                <a:lnTo>
                  <a:pt x="418687" y="57520"/>
                </a:lnTo>
                <a:lnTo>
                  <a:pt x="418829" y="57785"/>
                </a:lnTo>
                <a:lnTo>
                  <a:pt x="418967" y="58056"/>
                </a:lnTo>
                <a:lnTo>
                  <a:pt x="419099" y="58332"/>
                </a:lnTo>
                <a:lnTo>
                  <a:pt x="419225" y="58614"/>
                </a:lnTo>
                <a:lnTo>
                  <a:pt x="419346" y="58901"/>
                </a:lnTo>
                <a:lnTo>
                  <a:pt x="419462" y="59194"/>
                </a:lnTo>
                <a:lnTo>
                  <a:pt x="419572" y="59493"/>
                </a:lnTo>
                <a:lnTo>
                  <a:pt x="419677" y="59796"/>
                </a:lnTo>
                <a:lnTo>
                  <a:pt x="419778" y="60104"/>
                </a:lnTo>
                <a:lnTo>
                  <a:pt x="419874" y="60415"/>
                </a:lnTo>
                <a:lnTo>
                  <a:pt x="419966" y="60729"/>
                </a:lnTo>
                <a:lnTo>
                  <a:pt x="420054" y="61048"/>
                </a:lnTo>
                <a:lnTo>
                  <a:pt x="420137" y="61370"/>
                </a:lnTo>
                <a:lnTo>
                  <a:pt x="420215" y="61696"/>
                </a:lnTo>
                <a:lnTo>
                  <a:pt x="420289" y="62026"/>
                </a:lnTo>
                <a:lnTo>
                  <a:pt x="420358" y="62360"/>
                </a:lnTo>
                <a:lnTo>
                  <a:pt x="420423" y="62697"/>
                </a:lnTo>
                <a:lnTo>
                  <a:pt x="420484" y="63038"/>
                </a:lnTo>
                <a:lnTo>
                  <a:pt x="420540" y="63383"/>
                </a:lnTo>
                <a:lnTo>
                  <a:pt x="420591" y="63732"/>
                </a:lnTo>
                <a:lnTo>
                  <a:pt x="420639" y="64085"/>
                </a:lnTo>
                <a:lnTo>
                  <a:pt x="420681" y="64441"/>
                </a:lnTo>
                <a:lnTo>
                  <a:pt x="420719" y="64801"/>
                </a:lnTo>
                <a:lnTo>
                  <a:pt x="420753" y="65165"/>
                </a:lnTo>
                <a:lnTo>
                  <a:pt x="420782" y="65533"/>
                </a:lnTo>
                <a:lnTo>
                  <a:pt x="420807" y="65904"/>
                </a:lnTo>
                <a:lnTo>
                  <a:pt x="420827" y="66279"/>
                </a:lnTo>
                <a:lnTo>
                  <a:pt x="420842" y="66658"/>
                </a:lnTo>
                <a:lnTo>
                  <a:pt x="420854" y="67041"/>
                </a:lnTo>
                <a:lnTo>
                  <a:pt x="420860" y="67427"/>
                </a:lnTo>
                <a:lnTo>
                  <a:pt x="420863" y="67818"/>
                </a:lnTo>
                <a:lnTo>
                  <a:pt x="420863" y="122296"/>
                </a:lnTo>
                <a:lnTo>
                  <a:pt x="444449" y="122296"/>
                </a:lnTo>
                <a:lnTo>
                  <a:pt x="444449" y="65034"/>
                </a:lnTo>
                <a:lnTo>
                  <a:pt x="444437" y="63724"/>
                </a:lnTo>
                <a:lnTo>
                  <a:pt x="444399" y="62443"/>
                </a:lnTo>
                <a:lnTo>
                  <a:pt x="444336" y="61188"/>
                </a:lnTo>
                <a:lnTo>
                  <a:pt x="444248" y="59960"/>
                </a:lnTo>
                <a:lnTo>
                  <a:pt x="444135" y="58759"/>
                </a:lnTo>
                <a:lnTo>
                  <a:pt x="443996" y="57586"/>
                </a:lnTo>
                <a:lnTo>
                  <a:pt x="443832" y="56439"/>
                </a:lnTo>
                <a:lnTo>
                  <a:pt x="443643" y="55320"/>
                </a:lnTo>
                <a:lnTo>
                  <a:pt x="443429" y="54227"/>
                </a:lnTo>
                <a:lnTo>
                  <a:pt x="443190" y="53162"/>
                </a:lnTo>
                <a:lnTo>
                  <a:pt x="442926" y="52124"/>
                </a:lnTo>
                <a:lnTo>
                  <a:pt x="442636" y="51113"/>
                </a:lnTo>
                <a:lnTo>
                  <a:pt x="442321" y="50129"/>
                </a:lnTo>
                <a:lnTo>
                  <a:pt x="441981" y="49172"/>
                </a:lnTo>
                <a:lnTo>
                  <a:pt x="441616" y="48242"/>
                </a:lnTo>
                <a:lnTo>
                  <a:pt x="441225" y="47340"/>
                </a:lnTo>
                <a:lnTo>
                  <a:pt x="440810" y="46464"/>
                </a:lnTo>
                <a:lnTo>
                  <a:pt x="440369" y="45616"/>
                </a:lnTo>
                <a:lnTo>
                  <a:pt x="439903" y="44794"/>
                </a:lnTo>
                <a:lnTo>
                  <a:pt x="439412" y="44000"/>
                </a:lnTo>
                <a:lnTo>
                  <a:pt x="438896" y="43233"/>
                </a:lnTo>
                <a:lnTo>
                  <a:pt x="438354" y="42492"/>
                </a:lnTo>
                <a:lnTo>
                  <a:pt x="437787" y="41779"/>
                </a:lnTo>
                <a:lnTo>
                  <a:pt x="437195" y="41093"/>
                </a:lnTo>
                <a:lnTo>
                  <a:pt x="436580" y="40435"/>
                </a:lnTo>
                <a:lnTo>
                  <a:pt x="435943" y="39804"/>
                </a:lnTo>
                <a:lnTo>
                  <a:pt x="435284" y="39202"/>
                </a:lnTo>
                <a:lnTo>
                  <a:pt x="434603" y="38627"/>
                </a:lnTo>
                <a:lnTo>
                  <a:pt x="433900" y="38081"/>
                </a:lnTo>
                <a:lnTo>
                  <a:pt x="433176" y="37562"/>
                </a:lnTo>
                <a:lnTo>
                  <a:pt x="432430" y="37072"/>
                </a:lnTo>
                <a:lnTo>
                  <a:pt x="431662" y="36609"/>
                </a:lnTo>
                <a:lnTo>
                  <a:pt x="430872" y="36175"/>
                </a:lnTo>
                <a:lnTo>
                  <a:pt x="430061" y="35768"/>
                </a:lnTo>
                <a:lnTo>
                  <a:pt x="429228" y="35390"/>
                </a:lnTo>
                <a:lnTo>
                  <a:pt x="428373" y="35040"/>
                </a:lnTo>
                <a:lnTo>
                  <a:pt x="427496" y="34717"/>
                </a:lnTo>
                <a:lnTo>
                  <a:pt x="426597" y="34423"/>
                </a:lnTo>
                <a:lnTo>
                  <a:pt x="425677" y="34157"/>
                </a:lnTo>
                <a:lnTo>
                  <a:pt x="424734" y="33918"/>
                </a:lnTo>
                <a:lnTo>
                  <a:pt x="423770" y="33708"/>
                </a:lnTo>
                <a:lnTo>
                  <a:pt x="422785" y="33526"/>
                </a:lnTo>
                <a:lnTo>
                  <a:pt x="421777" y="33372"/>
                </a:lnTo>
                <a:lnTo>
                  <a:pt x="420748" y="33246"/>
                </a:lnTo>
                <a:lnTo>
                  <a:pt x="419696" y="33148"/>
                </a:lnTo>
                <a:lnTo>
                  <a:pt x="418624" y="33078"/>
                </a:lnTo>
                <a:lnTo>
                  <a:pt x="417529" y="33036"/>
                </a:lnTo>
                <a:lnTo>
                  <a:pt x="416412" y="33022"/>
                </a:lnTo>
                <a:lnTo>
                  <a:pt x="415485" y="33029"/>
                </a:lnTo>
                <a:lnTo>
                  <a:pt x="414572" y="33052"/>
                </a:lnTo>
                <a:lnTo>
                  <a:pt x="413672" y="33089"/>
                </a:lnTo>
                <a:lnTo>
                  <a:pt x="412788" y="33142"/>
                </a:lnTo>
                <a:lnTo>
                  <a:pt x="411917" y="33209"/>
                </a:lnTo>
                <a:lnTo>
                  <a:pt x="411061" y="33291"/>
                </a:lnTo>
                <a:lnTo>
                  <a:pt x="410219" y="33389"/>
                </a:lnTo>
                <a:lnTo>
                  <a:pt x="409391" y="33501"/>
                </a:lnTo>
                <a:lnTo>
                  <a:pt x="408577" y="33629"/>
                </a:lnTo>
                <a:lnTo>
                  <a:pt x="407777" y="33771"/>
                </a:lnTo>
                <a:lnTo>
                  <a:pt x="406992" y="33928"/>
                </a:lnTo>
                <a:lnTo>
                  <a:pt x="406221" y="34101"/>
                </a:lnTo>
                <a:lnTo>
                  <a:pt x="405464" y="34288"/>
                </a:lnTo>
                <a:lnTo>
                  <a:pt x="404721" y="34491"/>
                </a:lnTo>
                <a:lnTo>
                  <a:pt x="403993" y="34708"/>
                </a:lnTo>
                <a:lnTo>
                  <a:pt x="403279" y="34940"/>
                </a:lnTo>
                <a:lnTo>
                  <a:pt x="402579" y="35188"/>
                </a:lnTo>
                <a:lnTo>
                  <a:pt x="401893" y="35450"/>
                </a:lnTo>
                <a:lnTo>
                  <a:pt x="401221" y="35727"/>
                </a:lnTo>
                <a:lnTo>
                  <a:pt x="400564" y="36019"/>
                </a:lnTo>
                <a:lnTo>
                  <a:pt x="399921" y="36327"/>
                </a:lnTo>
                <a:lnTo>
                  <a:pt x="399292" y="36649"/>
                </a:lnTo>
                <a:lnTo>
                  <a:pt x="398677" y="36986"/>
                </a:lnTo>
                <a:lnTo>
                  <a:pt x="398077" y="37338"/>
                </a:lnTo>
                <a:lnTo>
                  <a:pt x="397488" y="37700"/>
                </a:lnTo>
                <a:lnTo>
                  <a:pt x="396909" y="38067"/>
                </a:lnTo>
                <a:lnTo>
                  <a:pt x="396340" y="38438"/>
                </a:lnTo>
                <a:lnTo>
                  <a:pt x="395780" y="38813"/>
                </a:lnTo>
                <a:lnTo>
                  <a:pt x="395230" y="39193"/>
                </a:lnTo>
                <a:lnTo>
                  <a:pt x="394689" y="39578"/>
                </a:lnTo>
                <a:lnTo>
                  <a:pt x="394158" y="39966"/>
                </a:lnTo>
                <a:lnTo>
                  <a:pt x="393636" y="40360"/>
                </a:lnTo>
                <a:lnTo>
                  <a:pt x="393124" y="40758"/>
                </a:lnTo>
                <a:lnTo>
                  <a:pt x="392622" y="41160"/>
                </a:lnTo>
                <a:lnTo>
                  <a:pt x="392129" y="41567"/>
                </a:lnTo>
                <a:lnTo>
                  <a:pt x="391646" y="41978"/>
                </a:lnTo>
                <a:lnTo>
                  <a:pt x="391172" y="42394"/>
                </a:lnTo>
                <a:lnTo>
                  <a:pt x="390708" y="42814"/>
                </a:lnTo>
                <a:lnTo>
                  <a:pt x="390254" y="43239"/>
                </a:lnTo>
                <a:lnTo>
                  <a:pt x="389809" y="43668"/>
                </a:lnTo>
                <a:lnTo>
                  <a:pt x="389374" y="44102"/>
                </a:lnTo>
                <a:lnTo>
                  <a:pt x="388948" y="44540"/>
                </a:lnTo>
                <a:lnTo>
                  <a:pt x="388532" y="44982"/>
                </a:lnTo>
                <a:lnTo>
                  <a:pt x="388125" y="45429"/>
                </a:lnTo>
                <a:lnTo>
                  <a:pt x="387728" y="45881"/>
                </a:lnTo>
                <a:lnTo>
                  <a:pt x="387341" y="46337"/>
                </a:lnTo>
                <a:lnTo>
                  <a:pt x="386963" y="46798"/>
                </a:lnTo>
                <a:lnTo>
                  <a:pt x="386595" y="47263"/>
                </a:lnTo>
                <a:lnTo>
                  <a:pt x="386595" y="2492"/>
                </a:lnTo>
                <a:lnTo>
                  <a:pt x="363453" y="2492"/>
                </a:lnTo>
                <a:lnTo>
                  <a:pt x="363453" y="122296"/>
                </a:lnTo>
                <a:lnTo>
                  <a:pt x="387040" y="122296"/>
                </a:lnTo>
                <a:lnTo>
                  <a:pt x="387040" y="63384"/>
                </a:lnTo>
                <a:lnTo>
                  <a:pt x="387354" y="62987"/>
                </a:lnTo>
                <a:lnTo>
                  <a:pt x="387672" y="62595"/>
                </a:lnTo>
                <a:lnTo>
                  <a:pt x="387995" y="62208"/>
                </a:lnTo>
                <a:close/>
                <a:moveTo>
                  <a:pt x="1077504" y="123608"/>
                </a:moveTo>
                <a:lnTo>
                  <a:pt x="1078855" y="123481"/>
                </a:lnTo>
                <a:lnTo>
                  <a:pt x="1080187" y="123330"/>
                </a:lnTo>
                <a:lnTo>
                  <a:pt x="1081501" y="123156"/>
                </a:lnTo>
                <a:lnTo>
                  <a:pt x="1082796" y="122959"/>
                </a:lnTo>
                <a:lnTo>
                  <a:pt x="1084072" y="122739"/>
                </a:lnTo>
                <a:lnTo>
                  <a:pt x="1085329" y="122495"/>
                </a:lnTo>
                <a:lnTo>
                  <a:pt x="1086568" y="122229"/>
                </a:lnTo>
                <a:lnTo>
                  <a:pt x="1087788" y="121939"/>
                </a:lnTo>
                <a:lnTo>
                  <a:pt x="1088989" y="121626"/>
                </a:lnTo>
                <a:lnTo>
                  <a:pt x="1090172" y="121290"/>
                </a:lnTo>
                <a:lnTo>
                  <a:pt x="1091336" y="120931"/>
                </a:lnTo>
                <a:lnTo>
                  <a:pt x="1092481" y="120548"/>
                </a:lnTo>
                <a:lnTo>
                  <a:pt x="1093608" y="120143"/>
                </a:lnTo>
                <a:lnTo>
                  <a:pt x="1094716" y="119714"/>
                </a:lnTo>
                <a:lnTo>
                  <a:pt x="1095805" y="119262"/>
                </a:lnTo>
                <a:lnTo>
                  <a:pt x="1096875" y="118787"/>
                </a:lnTo>
                <a:lnTo>
                  <a:pt x="1097927" y="118288"/>
                </a:lnTo>
                <a:lnTo>
                  <a:pt x="1098960" y="117767"/>
                </a:lnTo>
                <a:lnTo>
                  <a:pt x="1099975" y="117222"/>
                </a:lnTo>
                <a:lnTo>
                  <a:pt x="1100970" y="116657"/>
                </a:lnTo>
                <a:lnTo>
                  <a:pt x="1101945" y="116074"/>
                </a:lnTo>
                <a:lnTo>
                  <a:pt x="1102899" y="115473"/>
                </a:lnTo>
                <a:lnTo>
                  <a:pt x="1103834" y="114854"/>
                </a:lnTo>
                <a:lnTo>
                  <a:pt x="1104749" y="114217"/>
                </a:lnTo>
                <a:lnTo>
                  <a:pt x="1105643" y="113562"/>
                </a:lnTo>
                <a:lnTo>
                  <a:pt x="1106518" y="112889"/>
                </a:lnTo>
                <a:lnTo>
                  <a:pt x="1107372" y="112198"/>
                </a:lnTo>
                <a:lnTo>
                  <a:pt x="1108206" y="111490"/>
                </a:lnTo>
                <a:lnTo>
                  <a:pt x="1109021" y="110763"/>
                </a:lnTo>
                <a:lnTo>
                  <a:pt x="1109815" y="110019"/>
                </a:lnTo>
                <a:lnTo>
                  <a:pt x="1110589" y="109256"/>
                </a:lnTo>
                <a:lnTo>
                  <a:pt x="1111343" y="108476"/>
                </a:lnTo>
                <a:lnTo>
                  <a:pt x="1112077" y="107677"/>
                </a:lnTo>
                <a:lnTo>
                  <a:pt x="1112790" y="106861"/>
                </a:lnTo>
                <a:lnTo>
                  <a:pt x="1113484" y="106027"/>
                </a:lnTo>
                <a:lnTo>
                  <a:pt x="1114158" y="105175"/>
                </a:lnTo>
                <a:lnTo>
                  <a:pt x="1114811" y="104305"/>
                </a:lnTo>
                <a:lnTo>
                  <a:pt x="1115444" y="103417"/>
                </a:lnTo>
                <a:lnTo>
                  <a:pt x="1116058" y="102511"/>
                </a:lnTo>
                <a:lnTo>
                  <a:pt x="1116651" y="101588"/>
                </a:lnTo>
                <a:lnTo>
                  <a:pt x="1117224" y="100646"/>
                </a:lnTo>
                <a:lnTo>
                  <a:pt x="1117777" y="99686"/>
                </a:lnTo>
                <a:lnTo>
                  <a:pt x="1118310" y="98709"/>
                </a:lnTo>
                <a:lnTo>
                  <a:pt x="1118822" y="97716"/>
                </a:lnTo>
                <a:lnTo>
                  <a:pt x="1119312" y="96710"/>
                </a:lnTo>
                <a:lnTo>
                  <a:pt x="1119781" y="95691"/>
                </a:lnTo>
                <a:lnTo>
                  <a:pt x="1120227" y="94659"/>
                </a:lnTo>
                <a:lnTo>
                  <a:pt x="1120652" y="93614"/>
                </a:lnTo>
                <a:lnTo>
                  <a:pt x="1121055" y="92556"/>
                </a:lnTo>
                <a:lnTo>
                  <a:pt x="1121437" y="91485"/>
                </a:lnTo>
                <a:lnTo>
                  <a:pt x="1121796" y="90401"/>
                </a:lnTo>
                <a:lnTo>
                  <a:pt x="1122134" y="89305"/>
                </a:lnTo>
                <a:lnTo>
                  <a:pt x="1122450" y="88195"/>
                </a:lnTo>
                <a:lnTo>
                  <a:pt x="1122744" y="87072"/>
                </a:lnTo>
                <a:lnTo>
                  <a:pt x="1123016" y="85936"/>
                </a:lnTo>
                <a:lnTo>
                  <a:pt x="1123267" y="84788"/>
                </a:lnTo>
                <a:lnTo>
                  <a:pt x="1123496" y="83626"/>
                </a:lnTo>
                <a:lnTo>
                  <a:pt x="1123703" y="82451"/>
                </a:lnTo>
                <a:lnTo>
                  <a:pt x="1123888" y="81263"/>
                </a:lnTo>
                <a:lnTo>
                  <a:pt x="1124051" y="80063"/>
                </a:lnTo>
                <a:lnTo>
                  <a:pt x="1124193" y="78849"/>
                </a:lnTo>
                <a:lnTo>
                  <a:pt x="1124313" y="77622"/>
                </a:lnTo>
                <a:lnTo>
                  <a:pt x="1124411" y="76383"/>
                </a:lnTo>
                <a:lnTo>
                  <a:pt x="1124487" y="75130"/>
                </a:lnTo>
                <a:lnTo>
                  <a:pt x="1124542" y="73865"/>
                </a:lnTo>
                <a:lnTo>
                  <a:pt x="1124574" y="72586"/>
                </a:lnTo>
                <a:lnTo>
                  <a:pt x="1124585" y="71295"/>
                </a:lnTo>
                <a:lnTo>
                  <a:pt x="1124585" y="59101"/>
                </a:lnTo>
                <a:lnTo>
                  <a:pt x="1071092" y="59101"/>
                </a:lnTo>
                <a:lnTo>
                  <a:pt x="1071092" y="79038"/>
                </a:lnTo>
                <a:lnTo>
                  <a:pt x="1099485" y="79038"/>
                </a:lnTo>
                <a:lnTo>
                  <a:pt x="1099435" y="79629"/>
                </a:lnTo>
                <a:lnTo>
                  <a:pt x="1099375" y="80213"/>
                </a:lnTo>
                <a:lnTo>
                  <a:pt x="1099305" y="80792"/>
                </a:lnTo>
                <a:lnTo>
                  <a:pt x="1099224" y="81365"/>
                </a:lnTo>
                <a:lnTo>
                  <a:pt x="1099133" y="81932"/>
                </a:lnTo>
                <a:lnTo>
                  <a:pt x="1099032" y="82493"/>
                </a:lnTo>
                <a:lnTo>
                  <a:pt x="1098920" y="83048"/>
                </a:lnTo>
                <a:lnTo>
                  <a:pt x="1098798" y="83597"/>
                </a:lnTo>
                <a:lnTo>
                  <a:pt x="1098665" y="84141"/>
                </a:lnTo>
                <a:lnTo>
                  <a:pt x="1098522" y="84678"/>
                </a:lnTo>
                <a:lnTo>
                  <a:pt x="1098369" y="85210"/>
                </a:lnTo>
                <a:lnTo>
                  <a:pt x="1098206" y="85736"/>
                </a:lnTo>
                <a:lnTo>
                  <a:pt x="1098032" y="86256"/>
                </a:lnTo>
                <a:lnTo>
                  <a:pt x="1097847" y="86770"/>
                </a:lnTo>
                <a:lnTo>
                  <a:pt x="1097653" y="87278"/>
                </a:lnTo>
                <a:lnTo>
                  <a:pt x="1097448" y="87781"/>
                </a:lnTo>
                <a:lnTo>
                  <a:pt x="1097233" y="88277"/>
                </a:lnTo>
                <a:lnTo>
                  <a:pt x="1097007" y="88768"/>
                </a:lnTo>
                <a:lnTo>
                  <a:pt x="1096771" y="89253"/>
                </a:lnTo>
                <a:lnTo>
                  <a:pt x="1096524" y="89731"/>
                </a:lnTo>
                <a:lnTo>
                  <a:pt x="1096268" y="90204"/>
                </a:lnTo>
                <a:lnTo>
                  <a:pt x="1096001" y="90672"/>
                </a:lnTo>
                <a:lnTo>
                  <a:pt x="1095723" y="91133"/>
                </a:lnTo>
                <a:lnTo>
                  <a:pt x="1095435" y="91588"/>
                </a:lnTo>
                <a:lnTo>
                  <a:pt x="1095138" y="92037"/>
                </a:lnTo>
                <a:lnTo>
                  <a:pt x="1094830" y="92477"/>
                </a:lnTo>
                <a:lnTo>
                  <a:pt x="1094513" y="92909"/>
                </a:lnTo>
                <a:lnTo>
                  <a:pt x="1094187" y="93333"/>
                </a:lnTo>
                <a:lnTo>
                  <a:pt x="1093851" y="93748"/>
                </a:lnTo>
                <a:lnTo>
                  <a:pt x="1093505" y="94156"/>
                </a:lnTo>
                <a:lnTo>
                  <a:pt x="1093150" y="94555"/>
                </a:lnTo>
                <a:lnTo>
                  <a:pt x="1092785" y="94946"/>
                </a:lnTo>
                <a:lnTo>
                  <a:pt x="1092410" y="95329"/>
                </a:lnTo>
                <a:lnTo>
                  <a:pt x="1092026" y="95703"/>
                </a:lnTo>
                <a:lnTo>
                  <a:pt x="1091633" y="96070"/>
                </a:lnTo>
                <a:lnTo>
                  <a:pt x="1091230" y="96428"/>
                </a:lnTo>
                <a:lnTo>
                  <a:pt x="1090817" y="96778"/>
                </a:lnTo>
                <a:lnTo>
                  <a:pt x="1090395" y="97120"/>
                </a:lnTo>
                <a:lnTo>
                  <a:pt x="1089963" y="97454"/>
                </a:lnTo>
                <a:lnTo>
                  <a:pt x="1089521" y="97779"/>
                </a:lnTo>
                <a:lnTo>
                  <a:pt x="1089070" y="98096"/>
                </a:lnTo>
                <a:lnTo>
                  <a:pt x="1088610" y="98406"/>
                </a:lnTo>
                <a:lnTo>
                  <a:pt x="1088139" y="98707"/>
                </a:lnTo>
                <a:lnTo>
                  <a:pt x="1087660" y="98999"/>
                </a:lnTo>
                <a:lnTo>
                  <a:pt x="1087170" y="99284"/>
                </a:lnTo>
                <a:lnTo>
                  <a:pt x="1086671" y="99560"/>
                </a:lnTo>
                <a:lnTo>
                  <a:pt x="1086163" y="99828"/>
                </a:lnTo>
                <a:lnTo>
                  <a:pt x="1085645" y="100088"/>
                </a:lnTo>
                <a:lnTo>
                  <a:pt x="1085117" y="100339"/>
                </a:lnTo>
                <a:lnTo>
                  <a:pt x="1084580" y="100579"/>
                </a:lnTo>
                <a:lnTo>
                  <a:pt x="1084035" y="100808"/>
                </a:lnTo>
                <a:lnTo>
                  <a:pt x="1083480" y="101027"/>
                </a:lnTo>
                <a:lnTo>
                  <a:pt x="1082916" y="101235"/>
                </a:lnTo>
                <a:lnTo>
                  <a:pt x="1082343" y="101432"/>
                </a:lnTo>
                <a:lnTo>
                  <a:pt x="1081761" y="101618"/>
                </a:lnTo>
                <a:lnTo>
                  <a:pt x="1081169" y="101794"/>
                </a:lnTo>
                <a:lnTo>
                  <a:pt x="1080569" y="101960"/>
                </a:lnTo>
                <a:lnTo>
                  <a:pt x="1079960" y="102114"/>
                </a:lnTo>
                <a:lnTo>
                  <a:pt x="1079341" y="102258"/>
                </a:lnTo>
                <a:lnTo>
                  <a:pt x="1078713" y="102391"/>
                </a:lnTo>
                <a:lnTo>
                  <a:pt x="1078076" y="102514"/>
                </a:lnTo>
                <a:lnTo>
                  <a:pt x="1077430" y="102626"/>
                </a:lnTo>
                <a:lnTo>
                  <a:pt x="1076775" y="102727"/>
                </a:lnTo>
                <a:lnTo>
                  <a:pt x="1076111" y="102818"/>
                </a:lnTo>
                <a:lnTo>
                  <a:pt x="1075438" y="102898"/>
                </a:lnTo>
                <a:lnTo>
                  <a:pt x="1074755" y="102967"/>
                </a:lnTo>
                <a:lnTo>
                  <a:pt x="1074063" y="103026"/>
                </a:lnTo>
                <a:lnTo>
                  <a:pt x="1073363" y="103074"/>
                </a:lnTo>
                <a:lnTo>
                  <a:pt x="1072653" y="103111"/>
                </a:lnTo>
                <a:lnTo>
                  <a:pt x="1071934" y="103138"/>
                </a:lnTo>
                <a:lnTo>
                  <a:pt x="1071206" y="103154"/>
                </a:lnTo>
                <a:lnTo>
                  <a:pt x="1070469" y="103159"/>
                </a:lnTo>
                <a:lnTo>
                  <a:pt x="1069476" y="103149"/>
                </a:lnTo>
                <a:lnTo>
                  <a:pt x="1068499" y="103120"/>
                </a:lnTo>
                <a:lnTo>
                  <a:pt x="1067539" y="103072"/>
                </a:lnTo>
                <a:lnTo>
                  <a:pt x="1066595" y="103003"/>
                </a:lnTo>
                <a:lnTo>
                  <a:pt x="1065667" y="102916"/>
                </a:lnTo>
                <a:lnTo>
                  <a:pt x="1064756" y="102809"/>
                </a:lnTo>
                <a:lnTo>
                  <a:pt x="1063861" y="102682"/>
                </a:lnTo>
                <a:lnTo>
                  <a:pt x="1062982" y="102536"/>
                </a:lnTo>
                <a:lnTo>
                  <a:pt x="1062120" y="102371"/>
                </a:lnTo>
                <a:lnTo>
                  <a:pt x="1061275" y="102186"/>
                </a:lnTo>
                <a:lnTo>
                  <a:pt x="1060445" y="101981"/>
                </a:lnTo>
                <a:lnTo>
                  <a:pt x="1059632" y="101757"/>
                </a:lnTo>
                <a:lnTo>
                  <a:pt x="1058836" y="101514"/>
                </a:lnTo>
                <a:lnTo>
                  <a:pt x="1058055" y="101251"/>
                </a:lnTo>
                <a:lnTo>
                  <a:pt x="1057292" y="100969"/>
                </a:lnTo>
                <a:lnTo>
                  <a:pt x="1056544" y="100667"/>
                </a:lnTo>
                <a:lnTo>
                  <a:pt x="1055813" y="100346"/>
                </a:lnTo>
                <a:lnTo>
                  <a:pt x="1055098" y="100005"/>
                </a:lnTo>
                <a:lnTo>
                  <a:pt x="1054400" y="99645"/>
                </a:lnTo>
                <a:lnTo>
                  <a:pt x="1053718" y="99265"/>
                </a:lnTo>
                <a:lnTo>
                  <a:pt x="1053053" y="98866"/>
                </a:lnTo>
                <a:lnTo>
                  <a:pt x="1052403" y="98447"/>
                </a:lnTo>
                <a:lnTo>
                  <a:pt x="1051771" y="98009"/>
                </a:lnTo>
                <a:lnTo>
                  <a:pt x="1051154" y="97552"/>
                </a:lnTo>
                <a:lnTo>
                  <a:pt x="1050553" y="97078"/>
                </a:lnTo>
                <a:lnTo>
                  <a:pt x="1049965" y="96592"/>
                </a:lnTo>
                <a:lnTo>
                  <a:pt x="1049392" y="96093"/>
                </a:lnTo>
                <a:lnTo>
                  <a:pt x="1048831" y="95581"/>
                </a:lnTo>
                <a:lnTo>
                  <a:pt x="1048285" y="95057"/>
                </a:lnTo>
                <a:lnTo>
                  <a:pt x="1047753" y="94520"/>
                </a:lnTo>
                <a:lnTo>
                  <a:pt x="1047234" y="93970"/>
                </a:lnTo>
                <a:lnTo>
                  <a:pt x="1046729" y="93408"/>
                </a:lnTo>
                <a:lnTo>
                  <a:pt x="1046237" y="92833"/>
                </a:lnTo>
                <a:lnTo>
                  <a:pt x="1045760" y="92245"/>
                </a:lnTo>
                <a:lnTo>
                  <a:pt x="1045296" y="91645"/>
                </a:lnTo>
                <a:lnTo>
                  <a:pt x="1044846" y="91032"/>
                </a:lnTo>
                <a:lnTo>
                  <a:pt x="1044410" y="90406"/>
                </a:lnTo>
                <a:lnTo>
                  <a:pt x="1043987" y="89768"/>
                </a:lnTo>
                <a:lnTo>
                  <a:pt x="1043578" y="89117"/>
                </a:lnTo>
                <a:lnTo>
                  <a:pt x="1043183" y="88453"/>
                </a:lnTo>
                <a:lnTo>
                  <a:pt x="1042802" y="87777"/>
                </a:lnTo>
                <a:lnTo>
                  <a:pt x="1042434" y="87088"/>
                </a:lnTo>
                <a:lnTo>
                  <a:pt x="1042081" y="86386"/>
                </a:lnTo>
                <a:lnTo>
                  <a:pt x="1041741" y="85672"/>
                </a:lnTo>
                <a:lnTo>
                  <a:pt x="1041414" y="84945"/>
                </a:lnTo>
                <a:lnTo>
                  <a:pt x="1041102" y="84205"/>
                </a:lnTo>
                <a:lnTo>
                  <a:pt x="1040803" y="83453"/>
                </a:lnTo>
                <a:lnTo>
                  <a:pt x="1040518" y="82688"/>
                </a:lnTo>
                <a:lnTo>
                  <a:pt x="1040246" y="81913"/>
                </a:lnTo>
                <a:lnTo>
                  <a:pt x="1039985" y="81133"/>
                </a:lnTo>
                <a:lnTo>
                  <a:pt x="1039736" y="80347"/>
                </a:lnTo>
                <a:lnTo>
                  <a:pt x="1039498" y="79555"/>
                </a:lnTo>
                <a:lnTo>
                  <a:pt x="1039272" y="78757"/>
                </a:lnTo>
                <a:lnTo>
                  <a:pt x="1039058" y="77953"/>
                </a:lnTo>
                <a:lnTo>
                  <a:pt x="1038855" y="77144"/>
                </a:lnTo>
                <a:lnTo>
                  <a:pt x="1038664" y="76328"/>
                </a:lnTo>
                <a:lnTo>
                  <a:pt x="1038484" y="75507"/>
                </a:lnTo>
                <a:lnTo>
                  <a:pt x="1038316" y="74680"/>
                </a:lnTo>
                <a:lnTo>
                  <a:pt x="1038159" y="73847"/>
                </a:lnTo>
                <a:lnTo>
                  <a:pt x="1038015" y="73008"/>
                </a:lnTo>
                <a:lnTo>
                  <a:pt x="1037881" y="72163"/>
                </a:lnTo>
                <a:lnTo>
                  <a:pt x="1037760" y="71313"/>
                </a:lnTo>
                <a:lnTo>
                  <a:pt x="1037650" y="70456"/>
                </a:lnTo>
                <a:lnTo>
                  <a:pt x="1037551" y="69594"/>
                </a:lnTo>
                <a:lnTo>
                  <a:pt x="1037464" y="68725"/>
                </a:lnTo>
                <a:lnTo>
                  <a:pt x="1037389" y="67851"/>
                </a:lnTo>
                <a:lnTo>
                  <a:pt x="1037325" y="66971"/>
                </a:lnTo>
                <a:lnTo>
                  <a:pt x="1037273" y="66085"/>
                </a:lnTo>
                <a:lnTo>
                  <a:pt x="1037232" y="65193"/>
                </a:lnTo>
                <a:lnTo>
                  <a:pt x="1037203" y="64296"/>
                </a:lnTo>
                <a:lnTo>
                  <a:pt x="1037186" y="63392"/>
                </a:lnTo>
                <a:lnTo>
                  <a:pt x="1037180" y="62483"/>
                </a:lnTo>
                <a:lnTo>
                  <a:pt x="1037186" y="61566"/>
                </a:lnTo>
                <a:lnTo>
                  <a:pt x="1037203" y="60656"/>
                </a:lnTo>
                <a:lnTo>
                  <a:pt x="1037232" y="59752"/>
                </a:lnTo>
                <a:lnTo>
                  <a:pt x="1037272" y="58855"/>
                </a:lnTo>
                <a:lnTo>
                  <a:pt x="1037323" y="57963"/>
                </a:lnTo>
                <a:lnTo>
                  <a:pt x="1037386" y="57079"/>
                </a:lnTo>
                <a:lnTo>
                  <a:pt x="1037460" y="56200"/>
                </a:lnTo>
                <a:lnTo>
                  <a:pt x="1037546" y="55328"/>
                </a:lnTo>
                <a:lnTo>
                  <a:pt x="1037643" y="54462"/>
                </a:lnTo>
                <a:lnTo>
                  <a:pt x="1037752" y="53602"/>
                </a:lnTo>
                <a:lnTo>
                  <a:pt x="1037872" y="52749"/>
                </a:lnTo>
                <a:lnTo>
                  <a:pt x="1038004" y="51902"/>
                </a:lnTo>
                <a:lnTo>
                  <a:pt x="1038146" y="51062"/>
                </a:lnTo>
                <a:lnTo>
                  <a:pt x="1038301" y="50227"/>
                </a:lnTo>
                <a:lnTo>
                  <a:pt x="1038467" y="49400"/>
                </a:lnTo>
                <a:lnTo>
                  <a:pt x="1038644" y="48578"/>
                </a:lnTo>
                <a:lnTo>
                  <a:pt x="1038833" y="47763"/>
                </a:lnTo>
                <a:lnTo>
                  <a:pt x="1039033" y="46954"/>
                </a:lnTo>
                <a:lnTo>
                  <a:pt x="1039244" y="46151"/>
                </a:lnTo>
                <a:lnTo>
                  <a:pt x="1039467" y="45355"/>
                </a:lnTo>
                <a:lnTo>
                  <a:pt x="1039702" y="44565"/>
                </a:lnTo>
                <a:lnTo>
                  <a:pt x="1039947" y="43782"/>
                </a:lnTo>
                <a:lnTo>
                  <a:pt x="1040205" y="43005"/>
                </a:lnTo>
                <a:lnTo>
                  <a:pt x="1040473" y="42234"/>
                </a:lnTo>
                <a:lnTo>
                  <a:pt x="1040755" y="41472"/>
                </a:lnTo>
                <a:lnTo>
                  <a:pt x="1041050" y="40723"/>
                </a:lnTo>
                <a:lnTo>
                  <a:pt x="1041358" y="39986"/>
                </a:lnTo>
                <a:lnTo>
                  <a:pt x="1041680" y="39262"/>
                </a:lnTo>
                <a:lnTo>
                  <a:pt x="1042016" y="38550"/>
                </a:lnTo>
                <a:lnTo>
                  <a:pt x="1042365" y="37850"/>
                </a:lnTo>
                <a:lnTo>
                  <a:pt x="1042728" y="37163"/>
                </a:lnTo>
                <a:lnTo>
                  <a:pt x="1043104" y="36488"/>
                </a:lnTo>
                <a:lnTo>
                  <a:pt x="1043494" y="35825"/>
                </a:lnTo>
                <a:lnTo>
                  <a:pt x="1043898" y="35175"/>
                </a:lnTo>
                <a:lnTo>
                  <a:pt x="1044315" y="34537"/>
                </a:lnTo>
                <a:lnTo>
                  <a:pt x="1044746" y="33912"/>
                </a:lnTo>
                <a:lnTo>
                  <a:pt x="1045190" y="33299"/>
                </a:lnTo>
                <a:lnTo>
                  <a:pt x="1045648" y="32698"/>
                </a:lnTo>
                <a:lnTo>
                  <a:pt x="1046120" y="32109"/>
                </a:lnTo>
                <a:lnTo>
                  <a:pt x="1046605" y="31533"/>
                </a:lnTo>
                <a:lnTo>
                  <a:pt x="1047104" y="30970"/>
                </a:lnTo>
                <a:lnTo>
                  <a:pt x="1047616" y="30418"/>
                </a:lnTo>
                <a:lnTo>
                  <a:pt x="1048142" y="29879"/>
                </a:lnTo>
                <a:lnTo>
                  <a:pt x="1048682" y="29353"/>
                </a:lnTo>
                <a:lnTo>
                  <a:pt x="1049235" y="28838"/>
                </a:lnTo>
                <a:lnTo>
                  <a:pt x="1049802" y="28336"/>
                </a:lnTo>
                <a:lnTo>
                  <a:pt x="1050382" y="27847"/>
                </a:lnTo>
                <a:lnTo>
                  <a:pt x="1050976" y="27370"/>
                </a:lnTo>
                <a:lnTo>
                  <a:pt x="1051585" y="26908"/>
                </a:lnTo>
                <a:lnTo>
                  <a:pt x="1052209" y="26467"/>
                </a:lnTo>
                <a:lnTo>
                  <a:pt x="1052850" y="26045"/>
                </a:lnTo>
                <a:lnTo>
                  <a:pt x="1053506" y="25643"/>
                </a:lnTo>
                <a:lnTo>
                  <a:pt x="1054177" y="25260"/>
                </a:lnTo>
                <a:lnTo>
                  <a:pt x="1054865" y="24897"/>
                </a:lnTo>
                <a:lnTo>
                  <a:pt x="1055568" y="24553"/>
                </a:lnTo>
                <a:lnTo>
                  <a:pt x="1056287" y="24230"/>
                </a:lnTo>
                <a:lnTo>
                  <a:pt x="1057022" y="23926"/>
                </a:lnTo>
                <a:lnTo>
                  <a:pt x="1057772" y="23641"/>
                </a:lnTo>
                <a:lnTo>
                  <a:pt x="1058539" y="23376"/>
                </a:lnTo>
                <a:lnTo>
                  <a:pt x="1059321" y="23131"/>
                </a:lnTo>
                <a:lnTo>
                  <a:pt x="1060119" y="22905"/>
                </a:lnTo>
                <a:lnTo>
                  <a:pt x="1060932" y="22699"/>
                </a:lnTo>
                <a:lnTo>
                  <a:pt x="1061761" y="22513"/>
                </a:lnTo>
                <a:lnTo>
                  <a:pt x="1062607" y="22346"/>
                </a:lnTo>
                <a:lnTo>
                  <a:pt x="1063467" y="22199"/>
                </a:lnTo>
                <a:lnTo>
                  <a:pt x="1064344" y="22071"/>
                </a:lnTo>
                <a:lnTo>
                  <a:pt x="1065236" y="21963"/>
                </a:lnTo>
                <a:lnTo>
                  <a:pt x="1066145" y="21875"/>
                </a:lnTo>
                <a:lnTo>
                  <a:pt x="1067068" y="21806"/>
                </a:lnTo>
                <a:lnTo>
                  <a:pt x="1068008" y="21757"/>
                </a:lnTo>
                <a:lnTo>
                  <a:pt x="1068964" y="21728"/>
                </a:lnTo>
                <a:lnTo>
                  <a:pt x="1069935" y="21718"/>
                </a:lnTo>
                <a:lnTo>
                  <a:pt x="1070613" y="21722"/>
                </a:lnTo>
                <a:lnTo>
                  <a:pt x="1071283" y="21736"/>
                </a:lnTo>
                <a:lnTo>
                  <a:pt x="1071946" y="21758"/>
                </a:lnTo>
                <a:lnTo>
                  <a:pt x="1072600" y="21789"/>
                </a:lnTo>
                <a:lnTo>
                  <a:pt x="1073246" y="21830"/>
                </a:lnTo>
                <a:lnTo>
                  <a:pt x="1073884" y="21879"/>
                </a:lnTo>
                <a:lnTo>
                  <a:pt x="1074515" y="21937"/>
                </a:lnTo>
                <a:lnTo>
                  <a:pt x="1075137" y="22005"/>
                </a:lnTo>
                <a:lnTo>
                  <a:pt x="1075751" y="22081"/>
                </a:lnTo>
                <a:lnTo>
                  <a:pt x="1076357" y="22166"/>
                </a:lnTo>
                <a:lnTo>
                  <a:pt x="1076955" y="22260"/>
                </a:lnTo>
                <a:lnTo>
                  <a:pt x="1077545" y="22363"/>
                </a:lnTo>
                <a:lnTo>
                  <a:pt x="1078127" y="22475"/>
                </a:lnTo>
                <a:lnTo>
                  <a:pt x="1078701" y="22596"/>
                </a:lnTo>
                <a:lnTo>
                  <a:pt x="1079267" y="22726"/>
                </a:lnTo>
                <a:lnTo>
                  <a:pt x="1079824" y="22865"/>
                </a:lnTo>
                <a:lnTo>
                  <a:pt x="1080374" y="23013"/>
                </a:lnTo>
                <a:lnTo>
                  <a:pt x="1080916" y="23170"/>
                </a:lnTo>
                <a:lnTo>
                  <a:pt x="1081450" y="23335"/>
                </a:lnTo>
                <a:lnTo>
                  <a:pt x="1081975" y="23510"/>
                </a:lnTo>
                <a:lnTo>
                  <a:pt x="1082493" y="23694"/>
                </a:lnTo>
                <a:lnTo>
                  <a:pt x="1083003" y="23887"/>
                </a:lnTo>
                <a:lnTo>
                  <a:pt x="1083504" y="24088"/>
                </a:lnTo>
                <a:lnTo>
                  <a:pt x="1083998" y="24299"/>
                </a:lnTo>
                <a:lnTo>
                  <a:pt x="1084483" y="24517"/>
                </a:lnTo>
                <a:lnTo>
                  <a:pt x="1084960" y="24743"/>
                </a:lnTo>
                <a:lnTo>
                  <a:pt x="1085428" y="24975"/>
                </a:lnTo>
                <a:lnTo>
                  <a:pt x="1085887" y="25214"/>
                </a:lnTo>
                <a:lnTo>
                  <a:pt x="1086337" y="25459"/>
                </a:lnTo>
                <a:lnTo>
                  <a:pt x="1086779" y="25712"/>
                </a:lnTo>
                <a:lnTo>
                  <a:pt x="1087213" y="25971"/>
                </a:lnTo>
                <a:lnTo>
                  <a:pt x="1087637" y="26237"/>
                </a:lnTo>
                <a:lnTo>
                  <a:pt x="1088053" y="26510"/>
                </a:lnTo>
                <a:lnTo>
                  <a:pt x="1088461" y="26790"/>
                </a:lnTo>
                <a:lnTo>
                  <a:pt x="1088859" y="27076"/>
                </a:lnTo>
                <a:lnTo>
                  <a:pt x="1089249" y="27370"/>
                </a:lnTo>
                <a:lnTo>
                  <a:pt x="1089631" y="27670"/>
                </a:lnTo>
                <a:lnTo>
                  <a:pt x="1090003" y="27977"/>
                </a:lnTo>
                <a:lnTo>
                  <a:pt x="1090367" y="28290"/>
                </a:lnTo>
                <a:lnTo>
                  <a:pt x="1090723" y="28611"/>
                </a:lnTo>
                <a:lnTo>
                  <a:pt x="1091070" y="28938"/>
                </a:lnTo>
                <a:lnTo>
                  <a:pt x="1091408" y="29272"/>
                </a:lnTo>
                <a:lnTo>
                  <a:pt x="1091737" y="29613"/>
                </a:lnTo>
                <a:lnTo>
                  <a:pt x="1092058" y="29961"/>
                </a:lnTo>
                <a:lnTo>
                  <a:pt x="1092370" y="30315"/>
                </a:lnTo>
                <a:lnTo>
                  <a:pt x="1092674" y="30677"/>
                </a:lnTo>
                <a:lnTo>
                  <a:pt x="1092968" y="31045"/>
                </a:lnTo>
                <a:lnTo>
                  <a:pt x="1093255" y="31419"/>
                </a:lnTo>
                <a:lnTo>
                  <a:pt x="1093532" y="31800"/>
                </a:lnTo>
                <a:lnTo>
                  <a:pt x="1093800" y="32185"/>
                </a:lnTo>
                <a:lnTo>
                  <a:pt x="1094058" y="32575"/>
                </a:lnTo>
                <a:lnTo>
                  <a:pt x="1094308" y="32970"/>
                </a:lnTo>
                <a:lnTo>
                  <a:pt x="1094548" y="33369"/>
                </a:lnTo>
                <a:lnTo>
                  <a:pt x="1094779" y="33773"/>
                </a:lnTo>
                <a:lnTo>
                  <a:pt x="1095000" y="34181"/>
                </a:lnTo>
                <a:lnTo>
                  <a:pt x="1095213" y="34594"/>
                </a:lnTo>
                <a:lnTo>
                  <a:pt x="1095416" y="35012"/>
                </a:lnTo>
                <a:lnTo>
                  <a:pt x="1095610" y="35434"/>
                </a:lnTo>
                <a:lnTo>
                  <a:pt x="1095794" y="35861"/>
                </a:lnTo>
                <a:lnTo>
                  <a:pt x="1095969" y="36293"/>
                </a:lnTo>
                <a:lnTo>
                  <a:pt x="1096135" y="36729"/>
                </a:lnTo>
                <a:lnTo>
                  <a:pt x="1096292" y="37170"/>
                </a:lnTo>
                <a:lnTo>
                  <a:pt x="1096439" y="37615"/>
                </a:lnTo>
                <a:lnTo>
                  <a:pt x="1096578" y="38065"/>
                </a:lnTo>
                <a:lnTo>
                  <a:pt x="1096706" y="38520"/>
                </a:lnTo>
                <a:lnTo>
                  <a:pt x="1096826" y="38980"/>
                </a:lnTo>
                <a:lnTo>
                  <a:pt x="1096936" y="39444"/>
                </a:lnTo>
                <a:lnTo>
                  <a:pt x="1097037" y="39912"/>
                </a:lnTo>
                <a:lnTo>
                  <a:pt x="1097129" y="40386"/>
                </a:lnTo>
                <a:lnTo>
                  <a:pt x="1097212" y="40863"/>
                </a:lnTo>
                <a:lnTo>
                  <a:pt x="1097285" y="41346"/>
                </a:lnTo>
                <a:lnTo>
                  <a:pt x="1097349" y="41833"/>
                </a:lnTo>
                <a:lnTo>
                  <a:pt x="1122894" y="41833"/>
                </a:lnTo>
                <a:lnTo>
                  <a:pt x="1122806" y="40956"/>
                </a:lnTo>
                <a:lnTo>
                  <a:pt x="1122704" y="40088"/>
                </a:lnTo>
                <a:lnTo>
                  <a:pt x="1122589" y="39230"/>
                </a:lnTo>
                <a:lnTo>
                  <a:pt x="1122461" y="38382"/>
                </a:lnTo>
                <a:lnTo>
                  <a:pt x="1122320" y="37544"/>
                </a:lnTo>
                <a:lnTo>
                  <a:pt x="1122165" y="36715"/>
                </a:lnTo>
                <a:lnTo>
                  <a:pt x="1121997" y="35897"/>
                </a:lnTo>
                <a:lnTo>
                  <a:pt x="1121816" y="35089"/>
                </a:lnTo>
                <a:lnTo>
                  <a:pt x="1121621" y="34290"/>
                </a:lnTo>
                <a:lnTo>
                  <a:pt x="1121414" y="33501"/>
                </a:lnTo>
                <a:lnTo>
                  <a:pt x="1121192" y="32722"/>
                </a:lnTo>
                <a:lnTo>
                  <a:pt x="1120958" y="31954"/>
                </a:lnTo>
                <a:lnTo>
                  <a:pt x="1120710" y="31194"/>
                </a:lnTo>
                <a:lnTo>
                  <a:pt x="1120449" y="30445"/>
                </a:lnTo>
                <a:lnTo>
                  <a:pt x="1120175" y="29706"/>
                </a:lnTo>
                <a:lnTo>
                  <a:pt x="1119887" y="28977"/>
                </a:lnTo>
                <a:lnTo>
                  <a:pt x="1119587" y="28257"/>
                </a:lnTo>
                <a:lnTo>
                  <a:pt x="1119272" y="27548"/>
                </a:lnTo>
                <a:lnTo>
                  <a:pt x="1118945" y="26848"/>
                </a:lnTo>
                <a:lnTo>
                  <a:pt x="1118604" y="26158"/>
                </a:lnTo>
                <a:lnTo>
                  <a:pt x="1118250" y="25478"/>
                </a:lnTo>
                <a:lnTo>
                  <a:pt x="1117883" y="24808"/>
                </a:lnTo>
                <a:lnTo>
                  <a:pt x="1117502" y="24148"/>
                </a:lnTo>
                <a:lnTo>
                  <a:pt x="1117108" y="23498"/>
                </a:lnTo>
                <a:lnTo>
                  <a:pt x="1116703" y="22857"/>
                </a:lnTo>
                <a:lnTo>
                  <a:pt x="1116290" y="22226"/>
                </a:lnTo>
                <a:lnTo>
                  <a:pt x="1115867" y="21604"/>
                </a:lnTo>
                <a:lnTo>
                  <a:pt x="1115435" y="20992"/>
                </a:lnTo>
                <a:lnTo>
                  <a:pt x="1114994" y="20389"/>
                </a:lnTo>
                <a:lnTo>
                  <a:pt x="1114544" y="19796"/>
                </a:lnTo>
                <a:lnTo>
                  <a:pt x="1114085" y="19212"/>
                </a:lnTo>
                <a:lnTo>
                  <a:pt x="1113617" y="18637"/>
                </a:lnTo>
                <a:lnTo>
                  <a:pt x="1113141" y="18072"/>
                </a:lnTo>
                <a:lnTo>
                  <a:pt x="1112655" y="17516"/>
                </a:lnTo>
                <a:lnTo>
                  <a:pt x="1112160" y="16970"/>
                </a:lnTo>
                <a:lnTo>
                  <a:pt x="1111657" y="16433"/>
                </a:lnTo>
                <a:lnTo>
                  <a:pt x="1111144" y="15905"/>
                </a:lnTo>
                <a:lnTo>
                  <a:pt x="1110623" y="15387"/>
                </a:lnTo>
                <a:lnTo>
                  <a:pt x="1110092" y="14879"/>
                </a:lnTo>
                <a:lnTo>
                  <a:pt x="1109553" y="14380"/>
                </a:lnTo>
                <a:lnTo>
                  <a:pt x="1109004" y="13890"/>
                </a:lnTo>
                <a:lnTo>
                  <a:pt x="1108447" y="13409"/>
                </a:lnTo>
                <a:lnTo>
                  <a:pt x="1107881" y="12939"/>
                </a:lnTo>
                <a:lnTo>
                  <a:pt x="1107305" y="12477"/>
                </a:lnTo>
                <a:lnTo>
                  <a:pt x="1106721" y="12025"/>
                </a:lnTo>
                <a:lnTo>
                  <a:pt x="1106128" y="11582"/>
                </a:lnTo>
                <a:lnTo>
                  <a:pt x="1105526" y="11149"/>
                </a:lnTo>
                <a:lnTo>
                  <a:pt x="1104915" y="10725"/>
                </a:lnTo>
                <a:lnTo>
                  <a:pt x="1104296" y="10311"/>
                </a:lnTo>
                <a:lnTo>
                  <a:pt x="1103673" y="9905"/>
                </a:lnTo>
                <a:lnTo>
                  <a:pt x="1103044" y="9509"/>
                </a:lnTo>
                <a:lnTo>
                  <a:pt x="1102410" y="9122"/>
                </a:lnTo>
                <a:lnTo>
                  <a:pt x="1101771" y="8744"/>
                </a:lnTo>
                <a:lnTo>
                  <a:pt x="1101126" y="8375"/>
                </a:lnTo>
                <a:lnTo>
                  <a:pt x="1100476" y="8015"/>
                </a:lnTo>
                <a:lnTo>
                  <a:pt x="1099821" y="7664"/>
                </a:lnTo>
                <a:lnTo>
                  <a:pt x="1099161" y="7323"/>
                </a:lnTo>
                <a:lnTo>
                  <a:pt x="1098496" y="6990"/>
                </a:lnTo>
                <a:lnTo>
                  <a:pt x="1097825" y="6667"/>
                </a:lnTo>
                <a:lnTo>
                  <a:pt x="1097149" y="6353"/>
                </a:lnTo>
                <a:lnTo>
                  <a:pt x="1096467" y="6048"/>
                </a:lnTo>
                <a:lnTo>
                  <a:pt x="1095781" y="5752"/>
                </a:lnTo>
                <a:lnTo>
                  <a:pt x="1095089" y="5465"/>
                </a:lnTo>
                <a:lnTo>
                  <a:pt x="1094392" y="5187"/>
                </a:lnTo>
                <a:lnTo>
                  <a:pt x="1093690" y="4918"/>
                </a:lnTo>
                <a:lnTo>
                  <a:pt x="1092982" y="4659"/>
                </a:lnTo>
                <a:lnTo>
                  <a:pt x="1092269" y="4409"/>
                </a:lnTo>
                <a:lnTo>
                  <a:pt x="1091551" y="4167"/>
                </a:lnTo>
                <a:lnTo>
                  <a:pt x="1090828" y="3935"/>
                </a:lnTo>
                <a:lnTo>
                  <a:pt x="1090099" y="3712"/>
                </a:lnTo>
                <a:lnTo>
                  <a:pt x="1089365" y="3498"/>
                </a:lnTo>
                <a:lnTo>
                  <a:pt x="1088626" y="3293"/>
                </a:lnTo>
                <a:lnTo>
                  <a:pt x="1087884" y="3097"/>
                </a:lnTo>
                <a:lnTo>
                  <a:pt x="1087140" y="2909"/>
                </a:lnTo>
                <a:lnTo>
                  <a:pt x="1086396" y="2730"/>
                </a:lnTo>
                <a:lnTo>
                  <a:pt x="1085649" y="2559"/>
                </a:lnTo>
                <a:lnTo>
                  <a:pt x="1084902" y="2396"/>
                </a:lnTo>
                <a:lnTo>
                  <a:pt x="1084154" y="2242"/>
                </a:lnTo>
                <a:lnTo>
                  <a:pt x="1083404" y="2096"/>
                </a:lnTo>
                <a:lnTo>
                  <a:pt x="1082653" y="1958"/>
                </a:lnTo>
                <a:lnTo>
                  <a:pt x="1081901" y="1829"/>
                </a:lnTo>
                <a:lnTo>
                  <a:pt x="1081147" y="1708"/>
                </a:lnTo>
                <a:lnTo>
                  <a:pt x="1080392" y="1595"/>
                </a:lnTo>
                <a:lnTo>
                  <a:pt x="1079637" y="1491"/>
                </a:lnTo>
                <a:lnTo>
                  <a:pt x="1078879" y="1395"/>
                </a:lnTo>
                <a:lnTo>
                  <a:pt x="1078121" y="1307"/>
                </a:lnTo>
                <a:lnTo>
                  <a:pt x="1077361" y="1228"/>
                </a:lnTo>
                <a:lnTo>
                  <a:pt x="1076600" y="1157"/>
                </a:lnTo>
                <a:lnTo>
                  <a:pt x="1075838" y="1095"/>
                </a:lnTo>
                <a:lnTo>
                  <a:pt x="1075075" y="1040"/>
                </a:lnTo>
                <a:lnTo>
                  <a:pt x="1074310" y="994"/>
                </a:lnTo>
                <a:lnTo>
                  <a:pt x="1073545" y="957"/>
                </a:lnTo>
                <a:lnTo>
                  <a:pt x="1072777" y="928"/>
                </a:lnTo>
                <a:lnTo>
                  <a:pt x="1072009" y="907"/>
                </a:lnTo>
                <a:lnTo>
                  <a:pt x="1071240" y="894"/>
                </a:lnTo>
                <a:lnTo>
                  <a:pt x="1070469" y="890"/>
                </a:lnTo>
                <a:lnTo>
                  <a:pt x="1068943" y="903"/>
                </a:lnTo>
                <a:lnTo>
                  <a:pt x="1067435" y="943"/>
                </a:lnTo>
                <a:lnTo>
                  <a:pt x="1065945" y="1009"/>
                </a:lnTo>
                <a:lnTo>
                  <a:pt x="1064473" y="1101"/>
                </a:lnTo>
                <a:lnTo>
                  <a:pt x="1063020" y="1220"/>
                </a:lnTo>
                <a:lnTo>
                  <a:pt x="1061585" y="1366"/>
                </a:lnTo>
                <a:lnTo>
                  <a:pt x="1060168" y="1537"/>
                </a:lnTo>
                <a:lnTo>
                  <a:pt x="1058769" y="1736"/>
                </a:lnTo>
                <a:lnTo>
                  <a:pt x="1057389" y="1960"/>
                </a:lnTo>
                <a:lnTo>
                  <a:pt x="1056027" y="2211"/>
                </a:lnTo>
                <a:lnTo>
                  <a:pt x="1054683" y="2489"/>
                </a:lnTo>
                <a:lnTo>
                  <a:pt x="1053357" y="2793"/>
                </a:lnTo>
                <a:lnTo>
                  <a:pt x="1052050" y="3123"/>
                </a:lnTo>
                <a:lnTo>
                  <a:pt x="1050761" y="3480"/>
                </a:lnTo>
                <a:lnTo>
                  <a:pt x="1049490" y="3863"/>
                </a:lnTo>
                <a:lnTo>
                  <a:pt x="1048237" y="4272"/>
                </a:lnTo>
                <a:lnTo>
                  <a:pt x="1047002" y="4708"/>
                </a:lnTo>
                <a:lnTo>
                  <a:pt x="1045786" y="5171"/>
                </a:lnTo>
                <a:lnTo>
                  <a:pt x="1044588" y="5660"/>
                </a:lnTo>
                <a:lnTo>
                  <a:pt x="1043408" y="6175"/>
                </a:lnTo>
                <a:lnTo>
                  <a:pt x="1042247" y="6717"/>
                </a:lnTo>
                <a:lnTo>
                  <a:pt x="1041103" y="7285"/>
                </a:lnTo>
                <a:lnTo>
                  <a:pt x="1039978" y="7879"/>
                </a:lnTo>
                <a:lnTo>
                  <a:pt x="1038871" y="8500"/>
                </a:lnTo>
                <a:lnTo>
                  <a:pt x="1037784" y="9145"/>
                </a:lnTo>
                <a:lnTo>
                  <a:pt x="1036718" y="9812"/>
                </a:lnTo>
                <a:lnTo>
                  <a:pt x="1035673" y="10500"/>
                </a:lnTo>
                <a:lnTo>
                  <a:pt x="1034650" y="11210"/>
                </a:lnTo>
                <a:lnTo>
                  <a:pt x="1033647" y="11941"/>
                </a:lnTo>
                <a:lnTo>
                  <a:pt x="1032666" y="12695"/>
                </a:lnTo>
                <a:lnTo>
                  <a:pt x="1031706" y="13469"/>
                </a:lnTo>
                <a:lnTo>
                  <a:pt x="1030767" y="14266"/>
                </a:lnTo>
                <a:lnTo>
                  <a:pt x="1029849" y="15084"/>
                </a:lnTo>
                <a:lnTo>
                  <a:pt x="1028952" y="15924"/>
                </a:lnTo>
                <a:lnTo>
                  <a:pt x="1028077" y="16785"/>
                </a:lnTo>
                <a:lnTo>
                  <a:pt x="1027223" y="17668"/>
                </a:lnTo>
                <a:lnTo>
                  <a:pt x="1026389" y="18572"/>
                </a:lnTo>
                <a:lnTo>
                  <a:pt x="1025577" y="19499"/>
                </a:lnTo>
                <a:lnTo>
                  <a:pt x="1024787" y="20447"/>
                </a:lnTo>
                <a:lnTo>
                  <a:pt x="1024017" y="21416"/>
                </a:lnTo>
                <a:lnTo>
                  <a:pt x="1023269" y="22407"/>
                </a:lnTo>
                <a:lnTo>
                  <a:pt x="1022541" y="23420"/>
                </a:lnTo>
                <a:lnTo>
                  <a:pt x="1021835" y="24454"/>
                </a:lnTo>
                <a:lnTo>
                  <a:pt x="1021150" y="25510"/>
                </a:lnTo>
                <a:lnTo>
                  <a:pt x="1020487" y="26588"/>
                </a:lnTo>
                <a:lnTo>
                  <a:pt x="1019844" y="27687"/>
                </a:lnTo>
                <a:lnTo>
                  <a:pt x="1019222" y="28808"/>
                </a:lnTo>
                <a:lnTo>
                  <a:pt x="1018622" y="29951"/>
                </a:lnTo>
                <a:lnTo>
                  <a:pt x="1018045" y="31113"/>
                </a:lnTo>
                <a:lnTo>
                  <a:pt x="1017492" y="32291"/>
                </a:lnTo>
                <a:lnTo>
                  <a:pt x="1016964" y="33487"/>
                </a:lnTo>
                <a:lnTo>
                  <a:pt x="1016460" y="34699"/>
                </a:lnTo>
                <a:lnTo>
                  <a:pt x="1015981" y="35928"/>
                </a:lnTo>
                <a:lnTo>
                  <a:pt x="1015526" y="37174"/>
                </a:lnTo>
                <a:lnTo>
                  <a:pt x="1015096" y="38437"/>
                </a:lnTo>
                <a:lnTo>
                  <a:pt x="1014691" y="39717"/>
                </a:lnTo>
                <a:lnTo>
                  <a:pt x="1014310" y="41013"/>
                </a:lnTo>
                <a:lnTo>
                  <a:pt x="1013954" y="42327"/>
                </a:lnTo>
                <a:lnTo>
                  <a:pt x="1013622" y="43657"/>
                </a:lnTo>
                <a:lnTo>
                  <a:pt x="1013315" y="45004"/>
                </a:lnTo>
                <a:lnTo>
                  <a:pt x="1013033" y="46368"/>
                </a:lnTo>
                <a:lnTo>
                  <a:pt x="1012775" y="47749"/>
                </a:lnTo>
                <a:lnTo>
                  <a:pt x="1012541" y="49146"/>
                </a:lnTo>
                <a:lnTo>
                  <a:pt x="1012332" y="50561"/>
                </a:lnTo>
                <a:lnTo>
                  <a:pt x="1012148" y="51992"/>
                </a:lnTo>
                <a:lnTo>
                  <a:pt x="1011988" y="53440"/>
                </a:lnTo>
                <a:lnTo>
                  <a:pt x="1011853" y="54905"/>
                </a:lnTo>
                <a:lnTo>
                  <a:pt x="1011743" y="56387"/>
                </a:lnTo>
                <a:lnTo>
                  <a:pt x="1011657" y="57886"/>
                </a:lnTo>
                <a:lnTo>
                  <a:pt x="1011595" y="59401"/>
                </a:lnTo>
                <a:lnTo>
                  <a:pt x="1011558" y="60934"/>
                </a:lnTo>
                <a:lnTo>
                  <a:pt x="1011546" y="62483"/>
                </a:lnTo>
                <a:lnTo>
                  <a:pt x="1011558" y="64025"/>
                </a:lnTo>
                <a:lnTo>
                  <a:pt x="1011595" y="65550"/>
                </a:lnTo>
                <a:lnTo>
                  <a:pt x="1011657" y="67058"/>
                </a:lnTo>
                <a:lnTo>
                  <a:pt x="1011743" y="68550"/>
                </a:lnTo>
                <a:lnTo>
                  <a:pt x="1011853" y="70025"/>
                </a:lnTo>
                <a:lnTo>
                  <a:pt x="1011988" y="71484"/>
                </a:lnTo>
                <a:lnTo>
                  <a:pt x="1012148" y="72925"/>
                </a:lnTo>
                <a:lnTo>
                  <a:pt x="1012332" y="74351"/>
                </a:lnTo>
                <a:lnTo>
                  <a:pt x="1012541" y="75759"/>
                </a:lnTo>
                <a:lnTo>
                  <a:pt x="1012775" y="77151"/>
                </a:lnTo>
                <a:lnTo>
                  <a:pt x="1013033" y="78526"/>
                </a:lnTo>
                <a:lnTo>
                  <a:pt x="1013315" y="79884"/>
                </a:lnTo>
                <a:lnTo>
                  <a:pt x="1013622" y="81225"/>
                </a:lnTo>
                <a:lnTo>
                  <a:pt x="1013954" y="82550"/>
                </a:lnTo>
                <a:lnTo>
                  <a:pt x="1014310" y="83859"/>
                </a:lnTo>
                <a:lnTo>
                  <a:pt x="1014691" y="85150"/>
                </a:lnTo>
                <a:lnTo>
                  <a:pt x="1015096" y="86425"/>
                </a:lnTo>
                <a:lnTo>
                  <a:pt x="1015526" y="87683"/>
                </a:lnTo>
                <a:lnTo>
                  <a:pt x="1015981" y="88925"/>
                </a:lnTo>
                <a:lnTo>
                  <a:pt x="1016460" y="90149"/>
                </a:lnTo>
                <a:lnTo>
                  <a:pt x="1016964" y="91357"/>
                </a:lnTo>
                <a:lnTo>
                  <a:pt x="1017492" y="92549"/>
                </a:lnTo>
                <a:lnTo>
                  <a:pt x="1018045" y="93723"/>
                </a:lnTo>
                <a:lnTo>
                  <a:pt x="1018622" y="94881"/>
                </a:lnTo>
                <a:lnTo>
                  <a:pt x="1019222" y="96020"/>
                </a:lnTo>
                <a:lnTo>
                  <a:pt x="1019844" y="97138"/>
                </a:lnTo>
                <a:lnTo>
                  <a:pt x="1020487" y="98234"/>
                </a:lnTo>
                <a:lnTo>
                  <a:pt x="1021150" y="99308"/>
                </a:lnTo>
                <a:lnTo>
                  <a:pt x="1021835" y="100361"/>
                </a:lnTo>
                <a:lnTo>
                  <a:pt x="1022541" y="101393"/>
                </a:lnTo>
                <a:lnTo>
                  <a:pt x="1023269" y="102403"/>
                </a:lnTo>
                <a:lnTo>
                  <a:pt x="1024017" y="103392"/>
                </a:lnTo>
                <a:lnTo>
                  <a:pt x="1024787" y="104359"/>
                </a:lnTo>
                <a:lnTo>
                  <a:pt x="1025577" y="105304"/>
                </a:lnTo>
                <a:lnTo>
                  <a:pt x="1026389" y="106228"/>
                </a:lnTo>
                <a:lnTo>
                  <a:pt x="1027223" y="107131"/>
                </a:lnTo>
                <a:lnTo>
                  <a:pt x="1028077" y="108012"/>
                </a:lnTo>
                <a:lnTo>
                  <a:pt x="1028952" y="108872"/>
                </a:lnTo>
                <a:lnTo>
                  <a:pt x="1029849" y="109710"/>
                </a:lnTo>
                <a:lnTo>
                  <a:pt x="1030767" y="110527"/>
                </a:lnTo>
                <a:lnTo>
                  <a:pt x="1031706" y="111322"/>
                </a:lnTo>
                <a:lnTo>
                  <a:pt x="1032666" y="112096"/>
                </a:lnTo>
                <a:lnTo>
                  <a:pt x="1033647" y="112848"/>
                </a:lnTo>
                <a:lnTo>
                  <a:pt x="1034650" y="113579"/>
                </a:lnTo>
                <a:lnTo>
                  <a:pt x="1035673" y="114289"/>
                </a:lnTo>
                <a:lnTo>
                  <a:pt x="1036718" y="114976"/>
                </a:lnTo>
                <a:lnTo>
                  <a:pt x="1037784" y="115643"/>
                </a:lnTo>
                <a:lnTo>
                  <a:pt x="1038871" y="116288"/>
                </a:lnTo>
                <a:lnTo>
                  <a:pt x="1039978" y="116909"/>
                </a:lnTo>
                <a:lnTo>
                  <a:pt x="1041103" y="117503"/>
                </a:lnTo>
                <a:lnTo>
                  <a:pt x="1042247" y="118071"/>
                </a:lnTo>
                <a:lnTo>
                  <a:pt x="1043408" y="118613"/>
                </a:lnTo>
                <a:lnTo>
                  <a:pt x="1044588" y="119128"/>
                </a:lnTo>
                <a:lnTo>
                  <a:pt x="1045786" y="119617"/>
                </a:lnTo>
                <a:lnTo>
                  <a:pt x="1047002" y="120080"/>
                </a:lnTo>
                <a:lnTo>
                  <a:pt x="1048237" y="120516"/>
                </a:lnTo>
                <a:lnTo>
                  <a:pt x="1049490" y="120925"/>
                </a:lnTo>
                <a:lnTo>
                  <a:pt x="1050761" y="121308"/>
                </a:lnTo>
                <a:lnTo>
                  <a:pt x="1052050" y="121665"/>
                </a:lnTo>
                <a:lnTo>
                  <a:pt x="1053357" y="121995"/>
                </a:lnTo>
                <a:lnTo>
                  <a:pt x="1054683" y="122299"/>
                </a:lnTo>
                <a:lnTo>
                  <a:pt x="1056027" y="122577"/>
                </a:lnTo>
                <a:lnTo>
                  <a:pt x="1057389" y="122828"/>
                </a:lnTo>
                <a:lnTo>
                  <a:pt x="1058769" y="123052"/>
                </a:lnTo>
                <a:lnTo>
                  <a:pt x="1060168" y="123250"/>
                </a:lnTo>
                <a:lnTo>
                  <a:pt x="1061585" y="123422"/>
                </a:lnTo>
                <a:lnTo>
                  <a:pt x="1063020" y="123567"/>
                </a:lnTo>
                <a:lnTo>
                  <a:pt x="1064473" y="123686"/>
                </a:lnTo>
                <a:lnTo>
                  <a:pt x="1065945" y="123779"/>
                </a:lnTo>
                <a:lnTo>
                  <a:pt x="1067435" y="123845"/>
                </a:lnTo>
                <a:lnTo>
                  <a:pt x="1068943" y="123885"/>
                </a:lnTo>
                <a:lnTo>
                  <a:pt x="1070469" y="123898"/>
                </a:lnTo>
                <a:lnTo>
                  <a:pt x="1071913" y="123886"/>
                </a:lnTo>
                <a:lnTo>
                  <a:pt x="1073339" y="123851"/>
                </a:lnTo>
                <a:lnTo>
                  <a:pt x="1074746" y="123793"/>
                </a:lnTo>
                <a:lnTo>
                  <a:pt x="1076134" y="123712"/>
                </a:lnTo>
                <a:lnTo>
                  <a:pt x="1077504" y="123608"/>
                </a:lnTo>
                <a:close/>
                <a:moveTo>
                  <a:pt x="1331484" y="123736"/>
                </a:moveTo>
                <a:lnTo>
                  <a:pt x="1332243" y="123664"/>
                </a:lnTo>
                <a:lnTo>
                  <a:pt x="1332993" y="123580"/>
                </a:lnTo>
                <a:lnTo>
                  <a:pt x="1333732" y="123482"/>
                </a:lnTo>
                <a:lnTo>
                  <a:pt x="1334462" y="123372"/>
                </a:lnTo>
                <a:lnTo>
                  <a:pt x="1335181" y="123249"/>
                </a:lnTo>
                <a:lnTo>
                  <a:pt x="1335889" y="123112"/>
                </a:lnTo>
                <a:lnTo>
                  <a:pt x="1336588" y="122963"/>
                </a:lnTo>
                <a:lnTo>
                  <a:pt x="1337276" y="122801"/>
                </a:lnTo>
                <a:lnTo>
                  <a:pt x="1337955" y="122626"/>
                </a:lnTo>
                <a:lnTo>
                  <a:pt x="1338623" y="122438"/>
                </a:lnTo>
                <a:lnTo>
                  <a:pt x="1339280" y="122236"/>
                </a:lnTo>
                <a:lnTo>
                  <a:pt x="1339928" y="122022"/>
                </a:lnTo>
                <a:lnTo>
                  <a:pt x="1340566" y="121795"/>
                </a:lnTo>
                <a:lnTo>
                  <a:pt x="1341193" y="121555"/>
                </a:lnTo>
                <a:lnTo>
                  <a:pt x="1341810" y="121302"/>
                </a:lnTo>
                <a:lnTo>
                  <a:pt x="1342417" y="121036"/>
                </a:lnTo>
                <a:lnTo>
                  <a:pt x="1343013" y="120757"/>
                </a:lnTo>
                <a:lnTo>
                  <a:pt x="1343600" y="120465"/>
                </a:lnTo>
                <a:lnTo>
                  <a:pt x="1344176" y="120159"/>
                </a:lnTo>
                <a:lnTo>
                  <a:pt x="1344743" y="119843"/>
                </a:lnTo>
                <a:lnTo>
                  <a:pt x="1345303" y="119518"/>
                </a:lnTo>
                <a:lnTo>
                  <a:pt x="1345854" y="119183"/>
                </a:lnTo>
                <a:lnTo>
                  <a:pt x="1346399" y="118839"/>
                </a:lnTo>
                <a:lnTo>
                  <a:pt x="1346935" y="118486"/>
                </a:lnTo>
                <a:lnTo>
                  <a:pt x="1347464" y="118123"/>
                </a:lnTo>
                <a:lnTo>
                  <a:pt x="1347984" y="117752"/>
                </a:lnTo>
                <a:lnTo>
                  <a:pt x="1348498" y="117371"/>
                </a:lnTo>
                <a:lnTo>
                  <a:pt x="1349003" y="116980"/>
                </a:lnTo>
                <a:lnTo>
                  <a:pt x="1349501" y="116581"/>
                </a:lnTo>
                <a:lnTo>
                  <a:pt x="1349991" y="116172"/>
                </a:lnTo>
                <a:lnTo>
                  <a:pt x="1350473" y="115754"/>
                </a:lnTo>
                <a:lnTo>
                  <a:pt x="1350948" y="115326"/>
                </a:lnTo>
                <a:lnTo>
                  <a:pt x="1351414" y="114890"/>
                </a:lnTo>
                <a:lnTo>
                  <a:pt x="1351874" y="114444"/>
                </a:lnTo>
                <a:lnTo>
                  <a:pt x="1352325" y="113988"/>
                </a:lnTo>
                <a:lnTo>
                  <a:pt x="1352769" y="113524"/>
                </a:lnTo>
                <a:lnTo>
                  <a:pt x="1353204" y="113050"/>
                </a:lnTo>
                <a:lnTo>
                  <a:pt x="1353633" y="112567"/>
                </a:lnTo>
                <a:lnTo>
                  <a:pt x="1354053" y="112075"/>
                </a:lnTo>
                <a:lnTo>
                  <a:pt x="1354466" y="111573"/>
                </a:lnTo>
                <a:lnTo>
                  <a:pt x="1354871" y="111062"/>
                </a:lnTo>
                <a:lnTo>
                  <a:pt x="1355268" y="110542"/>
                </a:lnTo>
                <a:lnTo>
                  <a:pt x="1355658" y="110013"/>
                </a:lnTo>
                <a:lnTo>
                  <a:pt x="1356637" y="122296"/>
                </a:lnTo>
                <a:lnTo>
                  <a:pt x="1379245" y="122296"/>
                </a:lnTo>
                <a:lnTo>
                  <a:pt x="1379245" y="2492"/>
                </a:lnTo>
                <a:lnTo>
                  <a:pt x="1355658" y="2492"/>
                </a:lnTo>
                <a:lnTo>
                  <a:pt x="1355658" y="46551"/>
                </a:lnTo>
                <a:lnTo>
                  <a:pt x="1355334" y="46050"/>
                </a:lnTo>
                <a:lnTo>
                  <a:pt x="1355001" y="45558"/>
                </a:lnTo>
                <a:lnTo>
                  <a:pt x="1354659" y="45074"/>
                </a:lnTo>
                <a:lnTo>
                  <a:pt x="1354308" y="44597"/>
                </a:lnTo>
                <a:lnTo>
                  <a:pt x="1353947" y="44129"/>
                </a:lnTo>
                <a:lnTo>
                  <a:pt x="1353577" y="43669"/>
                </a:lnTo>
                <a:lnTo>
                  <a:pt x="1353198" y="43217"/>
                </a:lnTo>
                <a:lnTo>
                  <a:pt x="1352810" y="42773"/>
                </a:lnTo>
                <a:lnTo>
                  <a:pt x="1352412" y="42337"/>
                </a:lnTo>
                <a:lnTo>
                  <a:pt x="1352005" y="41909"/>
                </a:lnTo>
                <a:lnTo>
                  <a:pt x="1351588" y="41489"/>
                </a:lnTo>
                <a:lnTo>
                  <a:pt x="1351163" y="41077"/>
                </a:lnTo>
                <a:lnTo>
                  <a:pt x="1350728" y="40673"/>
                </a:lnTo>
                <a:lnTo>
                  <a:pt x="1350284" y="40277"/>
                </a:lnTo>
                <a:lnTo>
                  <a:pt x="1349831" y="39889"/>
                </a:lnTo>
                <a:lnTo>
                  <a:pt x="1349368" y="39509"/>
                </a:lnTo>
                <a:lnTo>
                  <a:pt x="1348896" y="39137"/>
                </a:lnTo>
                <a:lnTo>
                  <a:pt x="1348415" y="38774"/>
                </a:lnTo>
                <a:lnTo>
                  <a:pt x="1347924" y="38418"/>
                </a:lnTo>
                <a:lnTo>
                  <a:pt x="1347425" y="38070"/>
                </a:lnTo>
                <a:lnTo>
                  <a:pt x="1346916" y="37731"/>
                </a:lnTo>
                <a:lnTo>
                  <a:pt x="1346397" y="37399"/>
                </a:lnTo>
                <a:lnTo>
                  <a:pt x="1345870" y="37075"/>
                </a:lnTo>
                <a:lnTo>
                  <a:pt x="1345333" y="36760"/>
                </a:lnTo>
                <a:lnTo>
                  <a:pt x="1344787" y="36455"/>
                </a:lnTo>
                <a:lnTo>
                  <a:pt x="1344232" y="36163"/>
                </a:lnTo>
                <a:lnTo>
                  <a:pt x="1343668" y="35884"/>
                </a:lnTo>
                <a:lnTo>
                  <a:pt x="1343095" y="35618"/>
                </a:lnTo>
                <a:lnTo>
                  <a:pt x="1342514" y="35365"/>
                </a:lnTo>
                <a:lnTo>
                  <a:pt x="1341923" y="35124"/>
                </a:lnTo>
                <a:lnTo>
                  <a:pt x="1341323" y="34897"/>
                </a:lnTo>
                <a:lnTo>
                  <a:pt x="1340714" y="34683"/>
                </a:lnTo>
                <a:lnTo>
                  <a:pt x="1340097" y="34482"/>
                </a:lnTo>
                <a:lnTo>
                  <a:pt x="1339470" y="34294"/>
                </a:lnTo>
                <a:lnTo>
                  <a:pt x="1338835" y="34118"/>
                </a:lnTo>
                <a:lnTo>
                  <a:pt x="1338190" y="33956"/>
                </a:lnTo>
                <a:lnTo>
                  <a:pt x="1337537" y="33807"/>
                </a:lnTo>
                <a:lnTo>
                  <a:pt x="1336874" y="33671"/>
                </a:lnTo>
                <a:lnTo>
                  <a:pt x="1336203" y="33547"/>
                </a:lnTo>
                <a:lnTo>
                  <a:pt x="1335522" y="33437"/>
                </a:lnTo>
                <a:lnTo>
                  <a:pt x="1334833" y="33340"/>
                </a:lnTo>
                <a:lnTo>
                  <a:pt x="1334135" y="33255"/>
                </a:lnTo>
                <a:lnTo>
                  <a:pt x="1333427" y="33184"/>
                </a:lnTo>
                <a:lnTo>
                  <a:pt x="1332711" y="33125"/>
                </a:lnTo>
                <a:lnTo>
                  <a:pt x="1331986" y="33080"/>
                </a:lnTo>
                <a:lnTo>
                  <a:pt x="1331252" y="33048"/>
                </a:lnTo>
                <a:lnTo>
                  <a:pt x="1330509" y="33028"/>
                </a:lnTo>
                <a:lnTo>
                  <a:pt x="1329757" y="33022"/>
                </a:lnTo>
                <a:lnTo>
                  <a:pt x="1328900" y="33030"/>
                </a:lnTo>
                <a:lnTo>
                  <a:pt x="1328050" y="33055"/>
                </a:lnTo>
                <a:lnTo>
                  <a:pt x="1327207" y="33098"/>
                </a:lnTo>
                <a:lnTo>
                  <a:pt x="1326372" y="33157"/>
                </a:lnTo>
                <a:lnTo>
                  <a:pt x="1325544" y="33233"/>
                </a:lnTo>
                <a:lnTo>
                  <a:pt x="1324722" y="33326"/>
                </a:lnTo>
                <a:lnTo>
                  <a:pt x="1323908" y="33435"/>
                </a:lnTo>
                <a:lnTo>
                  <a:pt x="1323101" y="33562"/>
                </a:lnTo>
                <a:lnTo>
                  <a:pt x="1322301" y="33706"/>
                </a:lnTo>
                <a:lnTo>
                  <a:pt x="1321508" y="33866"/>
                </a:lnTo>
                <a:lnTo>
                  <a:pt x="1320722" y="34044"/>
                </a:lnTo>
                <a:lnTo>
                  <a:pt x="1319944" y="34238"/>
                </a:lnTo>
                <a:lnTo>
                  <a:pt x="1319172" y="34449"/>
                </a:lnTo>
                <a:lnTo>
                  <a:pt x="1318408" y="34677"/>
                </a:lnTo>
                <a:lnTo>
                  <a:pt x="1317650" y="34922"/>
                </a:lnTo>
                <a:lnTo>
                  <a:pt x="1316900" y="35184"/>
                </a:lnTo>
                <a:lnTo>
                  <a:pt x="1316157" y="35462"/>
                </a:lnTo>
                <a:lnTo>
                  <a:pt x="1315421" y="35758"/>
                </a:lnTo>
                <a:lnTo>
                  <a:pt x="1314692" y="36071"/>
                </a:lnTo>
                <a:lnTo>
                  <a:pt x="1313970" y="36400"/>
                </a:lnTo>
                <a:lnTo>
                  <a:pt x="1313256" y="36746"/>
                </a:lnTo>
                <a:lnTo>
                  <a:pt x="1312548" y="37109"/>
                </a:lnTo>
                <a:lnTo>
                  <a:pt x="1311848" y="37489"/>
                </a:lnTo>
                <a:lnTo>
                  <a:pt x="1311154" y="37886"/>
                </a:lnTo>
                <a:lnTo>
                  <a:pt x="1310470" y="38300"/>
                </a:lnTo>
                <a:lnTo>
                  <a:pt x="1309798" y="38732"/>
                </a:lnTo>
                <a:lnTo>
                  <a:pt x="1309138" y="39181"/>
                </a:lnTo>
                <a:lnTo>
                  <a:pt x="1308490" y="39647"/>
                </a:lnTo>
                <a:lnTo>
                  <a:pt x="1307854" y="40131"/>
                </a:lnTo>
                <a:lnTo>
                  <a:pt x="1307230" y="40633"/>
                </a:lnTo>
                <a:lnTo>
                  <a:pt x="1306617" y="41152"/>
                </a:lnTo>
                <a:lnTo>
                  <a:pt x="1306017" y="41688"/>
                </a:lnTo>
                <a:lnTo>
                  <a:pt x="1305428" y="42242"/>
                </a:lnTo>
                <a:lnTo>
                  <a:pt x="1304851" y="42814"/>
                </a:lnTo>
                <a:lnTo>
                  <a:pt x="1304286" y="43403"/>
                </a:lnTo>
                <a:lnTo>
                  <a:pt x="1303733" y="44010"/>
                </a:lnTo>
                <a:lnTo>
                  <a:pt x="1303192" y="44634"/>
                </a:lnTo>
                <a:lnTo>
                  <a:pt x="1302663" y="45276"/>
                </a:lnTo>
                <a:lnTo>
                  <a:pt x="1302146" y="45935"/>
                </a:lnTo>
                <a:lnTo>
                  <a:pt x="1301640" y="46612"/>
                </a:lnTo>
                <a:lnTo>
                  <a:pt x="1301147" y="47306"/>
                </a:lnTo>
                <a:lnTo>
                  <a:pt x="1300665" y="48018"/>
                </a:lnTo>
                <a:lnTo>
                  <a:pt x="1300196" y="48747"/>
                </a:lnTo>
                <a:lnTo>
                  <a:pt x="1299738" y="49494"/>
                </a:lnTo>
                <a:lnTo>
                  <a:pt x="1299292" y="50258"/>
                </a:lnTo>
                <a:lnTo>
                  <a:pt x="1298858" y="51040"/>
                </a:lnTo>
                <a:lnTo>
                  <a:pt x="1298436" y="51839"/>
                </a:lnTo>
                <a:lnTo>
                  <a:pt x="1298026" y="52656"/>
                </a:lnTo>
                <a:lnTo>
                  <a:pt x="1297630" y="53491"/>
                </a:lnTo>
                <a:lnTo>
                  <a:pt x="1297251" y="54344"/>
                </a:lnTo>
                <a:lnTo>
                  <a:pt x="1296889" y="55216"/>
                </a:lnTo>
                <a:lnTo>
                  <a:pt x="1296543" y="56106"/>
                </a:lnTo>
                <a:lnTo>
                  <a:pt x="1296215" y="57015"/>
                </a:lnTo>
                <a:lnTo>
                  <a:pt x="1295903" y="57942"/>
                </a:lnTo>
                <a:lnTo>
                  <a:pt x="1295609" y="58887"/>
                </a:lnTo>
                <a:lnTo>
                  <a:pt x="1295331" y="59851"/>
                </a:lnTo>
                <a:lnTo>
                  <a:pt x="1295070" y="60834"/>
                </a:lnTo>
                <a:lnTo>
                  <a:pt x="1294825" y="61835"/>
                </a:lnTo>
                <a:lnTo>
                  <a:pt x="1294598" y="62854"/>
                </a:lnTo>
                <a:lnTo>
                  <a:pt x="1294388" y="63892"/>
                </a:lnTo>
                <a:lnTo>
                  <a:pt x="1294194" y="64948"/>
                </a:lnTo>
                <a:lnTo>
                  <a:pt x="1294017" y="66023"/>
                </a:lnTo>
                <a:lnTo>
                  <a:pt x="1293857" y="67116"/>
                </a:lnTo>
                <a:lnTo>
                  <a:pt x="1293714" y="68227"/>
                </a:lnTo>
                <a:lnTo>
                  <a:pt x="1293587" y="69357"/>
                </a:lnTo>
                <a:lnTo>
                  <a:pt x="1293478" y="70506"/>
                </a:lnTo>
                <a:lnTo>
                  <a:pt x="1293385" y="71673"/>
                </a:lnTo>
                <a:lnTo>
                  <a:pt x="1293310" y="72858"/>
                </a:lnTo>
                <a:lnTo>
                  <a:pt x="1293251" y="74062"/>
                </a:lnTo>
                <a:lnTo>
                  <a:pt x="1293209" y="75284"/>
                </a:lnTo>
                <a:lnTo>
                  <a:pt x="1293183" y="76525"/>
                </a:lnTo>
                <a:lnTo>
                  <a:pt x="1293175" y="77784"/>
                </a:lnTo>
                <a:lnTo>
                  <a:pt x="1293183" y="79088"/>
                </a:lnTo>
                <a:lnTo>
                  <a:pt x="1293206" y="80372"/>
                </a:lnTo>
                <a:lnTo>
                  <a:pt x="1293245" y="81638"/>
                </a:lnTo>
                <a:lnTo>
                  <a:pt x="1293300" y="82884"/>
                </a:lnTo>
                <a:lnTo>
                  <a:pt x="1293370" y="84111"/>
                </a:lnTo>
                <a:lnTo>
                  <a:pt x="1293456" y="85319"/>
                </a:lnTo>
                <a:lnTo>
                  <a:pt x="1293557" y="86507"/>
                </a:lnTo>
                <a:lnTo>
                  <a:pt x="1293674" y="87677"/>
                </a:lnTo>
                <a:lnTo>
                  <a:pt x="1293807" y="88827"/>
                </a:lnTo>
                <a:lnTo>
                  <a:pt x="1293955" y="89957"/>
                </a:lnTo>
                <a:lnTo>
                  <a:pt x="1294119" y="91069"/>
                </a:lnTo>
                <a:lnTo>
                  <a:pt x="1294299" y="92161"/>
                </a:lnTo>
                <a:lnTo>
                  <a:pt x="1294494" y="93234"/>
                </a:lnTo>
                <a:lnTo>
                  <a:pt x="1294704" y="94288"/>
                </a:lnTo>
                <a:lnTo>
                  <a:pt x="1294931" y="95323"/>
                </a:lnTo>
                <a:lnTo>
                  <a:pt x="1295173" y="96338"/>
                </a:lnTo>
                <a:lnTo>
                  <a:pt x="1295430" y="97334"/>
                </a:lnTo>
                <a:lnTo>
                  <a:pt x="1295703" y="98311"/>
                </a:lnTo>
                <a:lnTo>
                  <a:pt x="1295992" y="99269"/>
                </a:lnTo>
                <a:lnTo>
                  <a:pt x="1296296" y="100207"/>
                </a:lnTo>
                <a:lnTo>
                  <a:pt x="1296616" y="101126"/>
                </a:lnTo>
                <a:lnTo>
                  <a:pt x="1296952" y="102026"/>
                </a:lnTo>
                <a:lnTo>
                  <a:pt x="1297303" y="102907"/>
                </a:lnTo>
                <a:lnTo>
                  <a:pt x="1297670" y="103768"/>
                </a:lnTo>
                <a:lnTo>
                  <a:pt x="1298050" y="104611"/>
                </a:lnTo>
                <a:lnTo>
                  <a:pt x="1298442" y="105435"/>
                </a:lnTo>
                <a:lnTo>
                  <a:pt x="1298845" y="106241"/>
                </a:lnTo>
                <a:lnTo>
                  <a:pt x="1299259" y="107029"/>
                </a:lnTo>
                <a:lnTo>
                  <a:pt x="1299685" y="107799"/>
                </a:lnTo>
                <a:lnTo>
                  <a:pt x="1300123" y="108550"/>
                </a:lnTo>
                <a:lnTo>
                  <a:pt x="1300572" y="109283"/>
                </a:lnTo>
                <a:lnTo>
                  <a:pt x="1301032" y="109998"/>
                </a:lnTo>
                <a:lnTo>
                  <a:pt x="1301504" y="110694"/>
                </a:lnTo>
                <a:lnTo>
                  <a:pt x="1301987" y="111372"/>
                </a:lnTo>
                <a:lnTo>
                  <a:pt x="1302482" y="112032"/>
                </a:lnTo>
                <a:lnTo>
                  <a:pt x="1302988" y="112673"/>
                </a:lnTo>
                <a:lnTo>
                  <a:pt x="1303505" y="113296"/>
                </a:lnTo>
                <a:lnTo>
                  <a:pt x="1304034" y="113901"/>
                </a:lnTo>
                <a:lnTo>
                  <a:pt x="1304575" y="114488"/>
                </a:lnTo>
                <a:lnTo>
                  <a:pt x="1305126" y="115056"/>
                </a:lnTo>
                <a:lnTo>
                  <a:pt x="1305690" y="115606"/>
                </a:lnTo>
                <a:lnTo>
                  <a:pt x="1306264" y="116138"/>
                </a:lnTo>
                <a:lnTo>
                  <a:pt x="1306851" y="116651"/>
                </a:lnTo>
                <a:lnTo>
                  <a:pt x="1307448" y="117146"/>
                </a:lnTo>
                <a:lnTo>
                  <a:pt x="1308057" y="117623"/>
                </a:lnTo>
                <a:lnTo>
                  <a:pt x="1308677" y="118082"/>
                </a:lnTo>
                <a:lnTo>
                  <a:pt x="1309309" y="118522"/>
                </a:lnTo>
                <a:lnTo>
                  <a:pt x="1309953" y="118944"/>
                </a:lnTo>
                <a:lnTo>
                  <a:pt x="1310605" y="119348"/>
                </a:lnTo>
                <a:lnTo>
                  <a:pt x="1311265" y="119735"/>
                </a:lnTo>
                <a:lnTo>
                  <a:pt x="1311931" y="120105"/>
                </a:lnTo>
                <a:lnTo>
                  <a:pt x="1312604" y="120458"/>
                </a:lnTo>
                <a:lnTo>
                  <a:pt x="1313285" y="120793"/>
                </a:lnTo>
                <a:lnTo>
                  <a:pt x="1313972" y="121111"/>
                </a:lnTo>
                <a:lnTo>
                  <a:pt x="1314666" y="121412"/>
                </a:lnTo>
                <a:lnTo>
                  <a:pt x="1315367" y="121696"/>
                </a:lnTo>
                <a:lnTo>
                  <a:pt x="1316075" y="121963"/>
                </a:lnTo>
                <a:lnTo>
                  <a:pt x="1316790" y="122212"/>
                </a:lnTo>
                <a:lnTo>
                  <a:pt x="1317512" y="122444"/>
                </a:lnTo>
                <a:lnTo>
                  <a:pt x="1318241" y="122659"/>
                </a:lnTo>
                <a:lnTo>
                  <a:pt x="1318977" y="122857"/>
                </a:lnTo>
                <a:lnTo>
                  <a:pt x="1319720" y="123038"/>
                </a:lnTo>
                <a:lnTo>
                  <a:pt x="1320470" y="123201"/>
                </a:lnTo>
                <a:lnTo>
                  <a:pt x="1321227" y="123347"/>
                </a:lnTo>
                <a:lnTo>
                  <a:pt x="1321991" y="123476"/>
                </a:lnTo>
                <a:lnTo>
                  <a:pt x="1322761" y="123588"/>
                </a:lnTo>
                <a:lnTo>
                  <a:pt x="1323539" y="123683"/>
                </a:lnTo>
                <a:lnTo>
                  <a:pt x="1324324" y="123760"/>
                </a:lnTo>
                <a:lnTo>
                  <a:pt x="1325115" y="123820"/>
                </a:lnTo>
                <a:lnTo>
                  <a:pt x="1325914" y="123863"/>
                </a:lnTo>
                <a:lnTo>
                  <a:pt x="1326719" y="123889"/>
                </a:lnTo>
                <a:lnTo>
                  <a:pt x="1327532" y="123898"/>
                </a:lnTo>
                <a:lnTo>
                  <a:pt x="1328342" y="123891"/>
                </a:lnTo>
                <a:lnTo>
                  <a:pt x="1329143" y="123872"/>
                </a:lnTo>
                <a:lnTo>
                  <a:pt x="1329933" y="123839"/>
                </a:lnTo>
                <a:lnTo>
                  <a:pt x="1330714" y="123794"/>
                </a:lnTo>
                <a:lnTo>
                  <a:pt x="1331484" y="123736"/>
                </a:lnTo>
                <a:close/>
                <a:moveTo>
                  <a:pt x="1331285" y="105619"/>
                </a:moveTo>
                <a:lnTo>
                  <a:pt x="1330683" y="105487"/>
                </a:lnTo>
                <a:lnTo>
                  <a:pt x="1330093" y="105332"/>
                </a:lnTo>
                <a:lnTo>
                  <a:pt x="1329514" y="105152"/>
                </a:lnTo>
                <a:lnTo>
                  <a:pt x="1328948" y="104948"/>
                </a:lnTo>
                <a:lnTo>
                  <a:pt x="1328393" y="104721"/>
                </a:lnTo>
                <a:lnTo>
                  <a:pt x="1327851" y="104469"/>
                </a:lnTo>
                <a:lnTo>
                  <a:pt x="1327320" y="104194"/>
                </a:lnTo>
                <a:lnTo>
                  <a:pt x="1326801" y="103894"/>
                </a:lnTo>
                <a:lnTo>
                  <a:pt x="1326294" y="103571"/>
                </a:lnTo>
                <a:lnTo>
                  <a:pt x="1325799" y="103224"/>
                </a:lnTo>
                <a:lnTo>
                  <a:pt x="1325316" y="102853"/>
                </a:lnTo>
                <a:lnTo>
                  <a:pt x="1324845" y="102457"/>
                </a:lnTo>
                <a:lnTo>
                  <a:pt x="1324386" y="102038"/>
                </a:lnTo>
                <a:lnTo>
                  <a:pt x="1323938" y="101595"/>
                </a:lnTo>
                <a:lnTo>
                  <a:pt x="1323503" y="101128"/>
                </a:lnTo>
                <a:lnTo>
                  <a:pt x="1323079" y="100637"/>
                </a:lnTo>
                <a:lnTo>
                  <a:pt x="1322667" y="100122"/>
                </a:lnTo>
                <a:lnTo>
                  <a:pt x="1322268" y="99583"/>
                </a:lnTo>
                <a:lnTo>
                  <a:pt x="1321880" y="99020"/>
                </a:lnTo>
                <a:lnTo>
                  <a:pt x="1321506" y="98433"/>
                </a:lnTo>
                <a:lnTo>
                  <a:pt x="1321147" y="97819"/>
                </a:lnTo>
                <a:lnTo>
                  <a:pt x="1320805" y="97180"/>
                </a:lnTo>
                <a:lnTo>
                  <a:pt x="1320479" y="96514"/>
                </a:lnTo>
                <a:lnTo>
                  <a:pt x="1320169" y="95823"/>
                </a:lnTo>
                <a:lnTo>
                  <a:pt x="1319874" y="95106"/>
                </a:lnTo>
                <a:lnTo>
                  <a:pt x="1319596" y="94363"/>
                </a:lnTo>
                <a:lnTo>
                  <a:pt x="1319333" y="93595"/>
                </a:lnTo>
                <a:lnTo>
                  <a:pt x="1319086" y="92800"/>
                </a:lnTo>
                <a:lnTo>
                  <a:pt x="1318856" y="91980"/>
                </a:lnTo>
                <a:lnTo>
                  <a:pt x="1318641" y="91134"/>
                </a:lnTo>
                <a:lnTo>
                  <a:pt x="1318442" y="90261"/>
                </a:lnTo>
                <a:lnTo>
                  <a:pt x="1318259" y="89364"/>
                </a:lnTo>
                <a:lnTo>
                  <a:pt x="1318092" y="88440"/>
                </a:lnTo>
                <a:lnTo>
                  <a:pt x="1317940" y="87490"/>
                </a:lnTo>
                <a:lnTo>
                  <a:pt x="1317805" y="86515"/>
                </a:lnTo>
                <a:lnTo>
                  <a:pt x="1317686" y="85514"/>
                </a:lnTo>
                <a:lnTo>
                  <a:pt x="1317582" y="84486"/>
                </a:lnTo>
                <a:lnTo>
                  <a:pt x="1317495" y="83433"/>
                </a:lnTo>
                <a:lnTo>
                  <a:pt x="1317423" y="82355"/>
                </a:lnTo>
                <a:lnTo>
                  <a:pt x="1317367" y="81250"/>
                </a:lnTo>
                <a:lnTo>
                  <a:pt x="1317328" y="80120"/>
                </a:lnTo>
                <a:lnTo>
                  <a:pt x="1317304" y="78963"/>
                </a:lnTo>
                <a:lnTo>
                  <a:pt x="1317296" y="77781"/>
                </a:lnTo>
                <a:lnTo>
                  <a:pt x="1317304" y="76702"/>
                </a:lnTo>
                <a:lnTo>
                  <a:pt x="1317329" y="75645"/>
                </a:lnTo>
                <a:lnTo>
                  <a:pt x="1317371" y="74609"/>
                </a:lnTo>
                <a:lnTo>
                  <a:pt x="1317429" y="73595"/>
                </a:lnTo>
                <a:lnTo>
                  <a:pt x="1317504" y="72602"/>
                </a:lnTo>
                <a:lnTo>
                  <a:pt x="1317596" y="71630"/>
                </a:lnTo>
                <a:lnTo>
                  <a:pt x="1317705" y="70680"/>
                </a:lnTo>
                <a:lnTo>
                  <a:pt x="1317830" y="69752"/>
                </a:lnTo>
                <a:lnTo>
                  <a:pt x="1317972" y="68845"/>
                </a:lnTo>
                <a:lnTo>
                  <a:pt x="1318130" y="67959"/>
                </a:lnTo>
                <a:lnTo>
                  <a:pt x="1318305" y="67095"/>
                </a:lnTo>
                <a:lnTo>
                  <a:pt x="1318497" y="66252"/>
                </a:lnTo>
                <a:lnTo>
                  <a:pt x="1318706" y="65430"/>
                </a:lnTo>
                <a:lnTo>
                  <a:pt x="1318931" y="64630"/>
                </a:lnTo>
                <a:lnTo>
                  <a:pt x="1319173" y="63852"/>
                </a:lnTo>
                <a:lnTo>
                  <a:pt x="1319432" y="63095"/>
                </a:lnTo>
                <a:lnTo>
                  <a:pt x="1319707" y="62359"/>
                </a:lnTo>
                <a:lnTo>
                  <a:pt x="1319999" y="61645"/>
                </a:lnTo>
                <a:lnTo>
                  <a:pt x="1320308" y="60952"/>
                </a:lnTo>
                <a:lnTo>
                  <a:pt x="1320633" y="60281"/>
                </a:lnTo>
                <a:lnTo>
                  <a:pt x="1320976" y="59631"/>
                </a:lnTo>
                <a:lnTo>
                  <a:pt x="1321334" y="59003"/>
                </a:lnTo>
                <a:lnTo>
                  <a:pt x="1321710" y="58396"/>
                </a:lnTo>
                <a:lnTo>
                  <a:pt x="1322102" y="57810"/>
                </a:lnTo>
                <a:lnTo>
                  <a:pt x="1322509" y="57247"/>
                </a:lnTo>
                <a:lnTo>
                  <a:pt x="1322930" y="56708"/>
                </a:lnTo>
                <a:lnTo>
                  <a:pt x="1323365" y="56193"/>
                </a:lnTo>
                <a:lnTo>
                  <a:pt x="1323813" y="55702"/>
                </a:lnTo>
                <a:lnTo>
                  <a:pt x="1324275" y="55235"/>
                </a:lnTo>
                <a:lnTo>
                  <a:pt x="1324750" y="54792"/>
                </a:lnTo>
                <a:lnTo>
                  <a:pt x="1325239" y="54373"/>
                </a:lnTo>
                <a:lnTo>
                  <a:pt x="1325742" y="53978"/>
                </a:lnTo>
                <a:lnTo>
                  <a:pt x="1326258" y="53607"/>
                </a:lnTo>
                <a:lnTo>
                  <a:pt x="1326787" y="53259"/>
                </a:lnTo>
                <a:lnTo>
                  <a:pt x="1327331" y="52936"/>
                </a:lnTo>
                <a:lnTo>
                  <a:pt x="1327888" y="52637"/>
                </a:lnTo>
                <a:lnTo>
                  <a:pt x="1328458" y="52361"/>
                </a:lnTo>
                <a:lnTo>
                  <a:pt x="1329042" y="52110"/>
                </a:lnTo>
                <a:lnTo>
                  <a:pt x="1329640" y="51882"/>
                </a:lnTo>
                <a:lnTo>
                  <a:pt x="1330251" y="51678"/>
                </a:lnTo>
                <a:lnTo>
                  <a:pt x="1330876" y="51499"/>
                </a:lnTo>
                <a:lnTo>
                  <a:pt x="1331515" y="51343"/>
                </a:lnTo>
                <a:lnTo>
                  <a:pt x="1332167" y="51211"/>
                </a:lnTo>
                <a:lnTo>
                  <a:pt x="1332832" y="51104"/>
                </a:lnTo>
                <a:lnTo>
                  <a:pt x="1333512" y="51020"/>
                </a:lnTo>
                <a:lnTo>
                  <a:pt x="1334205" y="50960"/>
                </a:lnTo>
                <a:lnTo>
                  <a:pt x="1334911" y="50924"/>
                </a:lnTo>
                <a:lnTo>
                  <a:pt x="1335631" y="50912"/>
                </a:lnTo>
                <a:lnTo>
                  <a:pt x="1336235" y="50920"/>
                </a:lnTo>
                <a:lnTo>
                  <a:pt x="1336832" y="50943"/>
                </a:lnTo>
                <a:lnTo>
                  <a:pt x="1337420" y="50982"/>
                </a:lnTo>
                <a:lnTo>
                  <a:pt x="1338000" y="51036"/>
                </a:lnTo>
                <a:lnTo>
                  <a:pt x="1338572" y="51105"/>
                </a:lnTo>
                <a:lnTo>
                  <a:pt x="1339136" y="51190"/>
                </a:lnTo>
                <a:lnTo>
                  <a:pt x="1339692" y="51290"/>
                </a:lnTo>
                <a:lnTo>
                  <a:pt x="1340240" y="51406"/>
                </a:lnTo>
                <a:lnTo>
                  <a:pt x="1340780" y="51537"/>
                </a:lnTo>
                <a:lnTo>
                  <a:pt x="1341312" y="51684"/>
                </a:lnTo>
                <a:lnTo>
                  <a:pt x="1341835" y="51846"/>
                </a:lnTo>
                <a:lnTo>
                  <a:pt x="1342351" y="52024"/>
                </a:lnTo>
                <a:lnTo>
                  <a:pt x="1342859" y="52217"/>
                </a:lnTo>
                <a:lnTo>
                  <a:pt x="1343359" y="52425"/>
                </a:lnTo>
                <a:lnTo>
                  <a:pt x="1343850" y="52649"/>
                </a:lnTo>
                <a:lnTo>
                  <a:pt x="1344334" y="52889"/>
                </a:lnTo>
                <a:lnTo>
                  <a:pt x="1344810" y="53144"/>
                </a:lnTo>
                <a:lnTo>
                  <a:pt x="1345277" y="53414"/>
                </a:lnTo>
                <a:lnTo>
                  <a:pt x="1345737" y="53699"/>
                </a:lnTo>
                <a:lnTo>
                  <a:pt x="1346188" y="54001"/>
                </a:lnTo>
                <a:lnTo>
                  <a:pt x="1346632" y="54317"/>
                </a:lnTo>
                <a:lnTo>
                  <a:pt x="1347067" y="54649"/>
                </a:lnTo>
                <a:lnTo>
                  <a:pt x="1347495" y="54997"/>
                </a:lnTo>
                <a:lnTo>
                  <a:pt x="1347914" y="55360"/>
                </a:lnTo>
                <a:lnTo>
                  <a:pt x="1348326" y="55733"/>
                </a:lnTo>
                <a:lnTo>
                  <a:pt x="1348729" y="56112"/>
                </a:lnTo>
                <a:lnTo>
                  <a:pt x="1349125" y="56496"/>
                </a:lnTo>
                <a:lnTo>
                  <a:pt x="1349514" y="56885"/>
                </a:lnTo>
                <a:lnTo>
                  <a:pt x="1349894" y="57280"/>
                </a:lnTo>
                <a:lnTo>
                  <a:pt x="1350267" y="57680"/>
                </a:lnTo>
                <a:lnTo>
                  <a:pt x="1350632" y="58085"/>
                </a:lnTo>
                <a:lnTo>
                  <a:pt x="1350990" y="58496"/>
                </a:lnTo>
                <a:lnTo>
                  <a:pt x="1351340" y="58912"/>
                </a:lnTo>
                <a:lnTo>
                  <a:pt x="1351681" y="59334"/>
                </a:lnTo>
                <a:lnTo>
                  <a:pt x="1352016" y="59761"/>
                </a:lnTo>
                <a:lnTo>
                  <a:pt x="1352342" y="60193"/>
                </a:lnTo>
                <a:lnTo>
                  <a:pt x="1352661" y="60631"/>
                </a:lnTo>
                <a:lnTo>
                  <a:pt x="1352972" y="61074"/>
                </a:lnTo>
                <a:lnTo>
                  <a:pt x="1353275" y="61522"/>
                </a:lnTo>
                <a:lnTo>
                  <a:pt x="1353571" y="61976"/>
                </a:lnTo>
                <a:lnTo>
                  <a:pt x="1353859" y="62435"/>
                </a:lnTo>
                <a:lnTo>
                  <a:pt x="1354139" y="62899"/>
                </a:lnTo>
                <a:lnTo>
                  <a:pt x="1354411" y="63369"/>
                </a:lnTo>
                <a:lnTo>
                  <a:pt x="1354676" y="63844"/>
                </a:lnTo>
                <a:lnTo>
                  <a:pt x="1354933" y="64325"/>
                </a:lnTo>
                <a:lnTo>
                  <a:pt x="1355182" y="64811"/>
                </a:lnTo>
                <a:lnTo>
                  <a:pt x="1355424" y="65302"/>
                </a:lnTo>
                <a:lnTo>
                  <a:pt x="1355658" y="65798"/>
                </a:lnTo>
                <a:lnTo>
                  <a:pt x="1355658" y="91669"/>
                </a:lnTo>
                <a:lnTo>
                  <a:pt x="1355416" y="92143"/>
                </a:lnTo>
                <a:lnTo>
                  <a:pt x="1355165" y="92611"/>
                </a:lnTo>
                <a:lnTo>
                  <a:pt x="1354905" y="93075"/>
                </a:lnTo>
                <a:lnTo>
                  <a:pt x="1354637" y="93534"/>
                </a:lnTo>
                <a:lnTo>
                  <a:pt x="1354359" y="93988"/>
                </a:lnTo>
                <a:lnTo>
                  <a:pt x="1354072" y="94436"/>
                </a:lnTo>
                <a:lnTo>
                  <a:pt x="1353777" y="94880"/>
                </a:lnTo>
                <a:lnTo>
                  <a:pt x="1353472" y="95318"/>
                </a:lnTo>
                <a:lnTo>
                  <a:pt x="1353159" y="95752"/>
                </a:lnTo>
                <a:lnTo>
                  <a:pt x="1352836" y="96181"/>
                </a:lnTo>
                <a:lnTo>
                  <a:pt x="1352505" y="96604"/>
                </a:lnTo>
                <a:lnTo>
                  <a:pt x="1352164" y="97023"/>
                </a:lnTo>
                <a:lnTo>
                  <a:pt x="1351815" y="97436"/>
                </a:lnTo>
                <a:lnTo>
                  <a:pt x="1351457" y="97844"/>
                </a:lnTo>
                <a:lnTo>
                  <a:pt x="1351089" y="98248"/>
                </a:lnTo>
                <a:lnTo>
                  <a:pt x="1350713" y="98646"/>
                </a:lnTo>
                <a:lnTo>
                  <a:pt x="1350328" y="99039"/>
                </a:lnTo>
                <a:lnTo>
                  <a:pt x="1349933" y="99428"/>
                </a:lnTo>
                <a:lnTo>
                  <a:pt x="1349530" y="99811"/>
                </a:lnTo>
                <a:lnTo>
                  <a:pt x="1349118" y="100189"/>
                </a:lnTo>
                <a:lnTo>
                  <a:pt x="1348697" y="100562"/>
                </a:lnTo>
                <a:lnTo>
                  <a:pt x="1348267" y="100930"/>
                </a:lnTo>
                <a:lnTo>
                  <a:pt x="1347828" y="101294"/>
                </a:lnTo>
                <a:lnTo>
                  <a:pt x="1347380" y="101652"/>
                </a:lnTo>
                <a:lnTo>
                  <a:pt x="1346924" y="102000"/>
                </a:lnTo>
                <a:lnTo>
                  <a:pt x="1346461" y="102333"/>
                </a:lnTo>
                <a:lnTo>
                  <a:pt x="1345991" y="102652"/>
                </a:lnTo>
                <a:lnTo>
                  <a:pt x="1345513" y="102955"/>
                </a:lnTo>
                <a:lnTo>
                  <a:pt x="1345029" y="103244"/>
                </a:lnTo>
                <a:lnTo>
                  <a:pt x="1344537" y="103518"/>
                </a:lnTo>
                <a:lnTo>
                  <a:pt x="1344039" y="103778"/>
                </a:lnTo>
                <a:lnTo>
                  <a:pt x="1343533" y="104022"/>
                </a:lnTo>
                <a:lnTo>
                  <a:pt x="1343020" y="104252"/>
                </a:lnTo>
                <a:lnTo>
                  <a:pt x="1342500" y="104466"/>
                </a:lnTo>
                <a:lnTo>
                  <a:pt x="1341973" y="104666"/>
                </a:lnTo>
                <a:lnTo>
                  <a:pt x="1341439" y="104852"/>
                </a:lnTo>
                <a:lnTo>
                  <a:pt x="1340898" y="105022"/>
                </a:lnTo>
                <a:lnTo>
                  <a:pt x="1340349" y="105178"/>
                </a:lnTo>
                <a:lnTo>
                  <a:pt x="1339794" y="105318"/>
                </a:lnTo>
                <a:lnTo>
                  <a:pt x="1339231" y="105444"/>
                </a:lnTo>
                <a:lnTo>
                  <a:pt x="1338661" y="105555"/>
                </a:lnTo>
                <a:lnTo>
                  <a:pt x="1338084" y="105652"/>
                </a:lnTo>
                <a:lnTo>
                  <a:pt x="1337500" y="105733"/>
                </a:lnTo>
                <a:lnTo>
                  <a:pt x="1336909" y="105800"/>
                </a:lnTo>
                <a:lnTo>
                  <a:pt x="1336311" y="105852"/>
                </a:lnTo>
                <a:lnTo>
                  <a:pt x="1335706" y="105889"/>
                </a:lnTo>
                <a:lnTo>
                  <a:pt x="1335094" y="105911"/>
                </a:lnTo>
                <a:lnTo>
                  <a:pt x="1334474" y="105918"/>
                </a:lnTo>
                <a:lnTo>
                  <a:pt x="1333812" y="105906"/>
                </a:lnTo>
                <a:lnTo>
                  <a:pt x="1333163" y="105870"/>
                </a:lnTo>
                <a:lnTo>
                  <a:pt x="1332525" y="105811"/>
                </a:lnTo>
                <a:lnTo>
                  <a:pt x="1331899" y="105727"/>
                </a:lnTo>
                <a:lnTo>
                  <a:pt x="1331285" y="105619"/>
                </a:lnTo>
                <a:close/>
                <a:moveTo>
                  <a:pt x="606333" y="104026"/>
                </a:moveTo>
                <a:lnTo>
                  <a:pt x="605812" y="103997"/>
                </a:lnTo>
                <a:lnTo>
                  <a:pt x="605307" y="103956"/>
                </a:lnTo>
                <a:lnTo>
                  <a:pt x="604819" y="103903"/>
                </a:lnTo>
                <a:lnTo>
                  <a:pt x="604348" y="103839"/>
                </a:lnTo>
                <a:lnTo>
                  <a:pt x="603894" y="103763"/>
                </a:lnTo>
                <a:lnTo>
                  <a:pt x="603456" y="103676"/>
                </a:lnTo>
                <a:lnTo>
                  <a:pt x="603036" y="103576"/>
                </a:lnTo>
                <a:lnTo>
                  <a:pt x="602632" y="103465"/>
                </a:lnTo>
                <a:lnTo>
                  <a:pt x="602245" y="103343"/>
                </a:lnTo>
                <a:lnTo>
                  <a:pt x="601875" y="103209"/>
                </a:lnTo>
                <a:lnTo>
                  <a:pt x="601522" y="103063"/>
                </a:lnTo>
                <a:lnTo>
                  <a:pt x="601186" y="102905"/>
                </a:lnTo>
                <a:lnTo>
                  <a:pt x="600866" y="102736"/>
                </a:lnTo>
                <a:lnTo>
                  <a:pt x="600563" y="102555"/>
                </a:lnTo>
                <a:lnTo>
                  <a:pt x="600278" y="102362"/>
                </a:lnTo>
                <a:lnTo>
                  <a:pt x="600009" y="102158"/>
                </a:lnTo>
                <a:lnTo>
                  <a:pt x="599757" y="101942"/>
                </a:lnTo>
                <a:lnTo>
                  <a:pt x="599521" y="101714"/>
                </a:lnTo>
                <a:lnTo>
                  <a:pt x="599303" y="101475"/>
                </a:lnTo>
                <a:lnTo>
                  <a:pt x="599101" y="101224"/>
                </a:lnTo>
                <a:lnTo>
                  <a:pt x="598917" y="100961"/>
                </a:lnTo>
                <a:lnTo>
                  <a:pt x="598749" y="100686"/>
                </a:lnTo>
                <a:lnTo>
                  <a:pt x="598593" y="100400"/>
                </a:lnTo>
                <a:lnTo>
                  <a:pt x="598443" y="100101"/>
                </a:lnTo>
                <a:lnTo>
                  <a:pt x="598300" y="99789"/>
                </a:lnTo>
                <a:lnTo>
                  <a:pt x="598164" y="99465"/>
                </a:lnTo>
                <a:lnTo>
                  <a:pt x="598034" y="99127"/>
                </a:lnTo>
                <a:lnTo>
                  <a:pt x="597911" y="98778"/>
                </a:lnTo>
                <a:lnTo>
                  <a:pt x="597795" y="98416"/>
                </a:lnTo>
                <a:lnTo>
                  <a:pt x="597686" y="98041"/>
                </a:lnTo>
                <a:lnTo>
                  <a:pt x="597583" y="97653"/>
                </a:lnTo>
                <a:lnTo>
                  <a:pt x="597486" y="97253"/>
                </a:lnTo>
                <a:lnTo>
                  <a:pt x="597397" y="96840"/>
                </a:lnTo>
                <a:lnTo>
                  <a:pt x="597313" y="96415"/>
                </a:lnTo>
                <a:lnTo>
                  <a:pt x="597237" y="95977"/>
                </a:lnTo>
                <a:lnTo>
                  <a:pt x="597167" y="95526"/>
                </a:lnTo>
                <a:lnTo>
                  <a:pt x="597104" y="95063"/>
                </a:lnTo>
                <a:lnTo>
                  <a:pt x="597048" y="94587"/>
                </a:lnTo>
                <a:lnTo>
                  <a:pt x="596998" y="94098"/>
                </a:lnTo>
                <a:lnTo>
                  <a:pt x="596955" y="93597"/>
                </a:lnTo>
                <a:lnTo>
                  <a:pt x="596918" y="93084"/>
                </a:lnTo>
                <a:lnTo>
                  <a:pt x="596888" y="92557"/>
                </a:lnTo>
                <a:lnTo>
                  <a:pt x="596865" y="92018"/>
                </a:lnTo>
                <a:lnTo>
                  <a:pt x="596848" y="91467"/>
                </a:lnTo>
                <a:lnTo>
                  <a:pt x="596838" y="90902"/>
                </a:lnTo>
                <a:lnTo>
                  <a:pt x="596835" y="90325"/>
                </a:lnTo>
                <a:lnTo>
                  <a:pt x="596835" y="52514"/>
                </a:lnTo>
                <a:lnTo>
                  <a:pt x="615794" y="52514"/>
                </a:lnTo>
                <a:lnTo>
                  <a:pt x="615794" y="34357"/>
                </a:lnTo>
                <a:lnTo>
                  <a:pt x="596835" y="34357"/>
                </a:lnTo>
                <a:lnTo>
                  <a:pt x="596835" y="13885"/>
                </a:lnTo>
                <a:lnTo>
                  <a:pt x="573248" y="13885"/>
                </a:lnTo>
                <a:lnTo>
                  <a:pt x="573248" y="34357"/>
                </a:lnTo>
                <a:lnTo>
                  <a:pt x="558829" y="34357"/>
                </a:lnTo>
                <a:lnTo>
                  <a:pt x="558829" y="52514"/>
                </a:lnTo>
                <a:lnTo>
                  <a:pt x="573248" y="52514"/>
                </a:lnTo>
                <a:lnTo>
                  <a:pt x="573248" y="91563"/>
                </a:lnTo>
                <a:lnTo>
                  <a:pt x="573253" y="92460"/>
                </a:lnTo>
                <a:lnTo>
                  <a:pt x="573268" y="93343"/>
                </a:lnTo>
                <a:lnTo>
                  <a:pt x="573293" y="94211"/>
                </a:lnTo>
                <a:lnTo>
                  <a:pt x="573327" y="95065"/>
                </a:lnTo>
                <a:lnTo>
                  <a:pt x="573372" y="95905"/>
                </a:lnTo>
                <a:lnTo>
                  <a:pt x="573426" y="96730"/>
                </a:lnTo>
                <a:lnTo>
                  <a:pt x="573490" y="97541"/>
                </a:lnTo>
                <a:lnTo>
                  <a:pt x="573565" y="98338"/>
                </a:lnTo>
                <a:lnTo>
                  <a:pt x="573649" y="99120"/>
                </a:lnTo>
                <a:lnTo>
                  <a:pt x="573743" y="99889"/>
                </a:lnTo>
                <a:lnTo>
                  <a:pt x="573847" y="100643"/>
                </a:lnTo>
                <a:lnTo>
                  <a:pt x="573960" y="101382"/>
                </a:lnTo>
                <a:lnTo>
                  <a:pt x="574084" y="102108"/>
                </a:lnTo>
                <a:lnTo>
                  <a:pt x="574217" y="102819"/>
                </a:lnTo>
                <a:lnTo>
                  <a:pt x="574361" y="103516"/>
                </a:lnTo>
                <a:lnTo>
                  <a:pt x="574514" y="104198"/>
                </a:lnTo>
                <a:lnTo>
                  <a:pt x="574677" y="104867"/>
                </a:lnTo>
                <a:lnTo>
                  <a:pt x="574850" y="105521"/>
                </a:lnTo>
                <a:lnTo>
                  <a:pt x="575033" y="106161"/>
                </a:lnTo>
                <a:lnTo>
                  <a:pt x="575226" y="106786"/>
                </a:lnTo>
                <a:lnTo>
                  <a:pt x="575429" y="107397"/>
                </a:lnTo>
                <a:lnTo>
                  <a:pt x="575641" y="107994"/>
                </a:lnTo>
                <a:lnTo>
                  <a:pt x="575864" y="108577"/>
                </a:lnTo>
                <a:lnTo>
                  <a:pt x="576096" y="109145"/>
                </a:lnTo>
                <a:lnTo>
                  <a:pt x="576341" y="109700"/>
                </a:lnTo>
                <a:lnTo>
                  <a:pt x="576602" y="110243"/>
                </a:lnTo>
                <a:lnTo>
                  <a:pt x="576877" y="110773"/>
                </a:lnTo>
                <a:lnTo>
                  <a:pt x="577168" y="111292"/>
                </a:lnTo>
                <a:lnTo>
                  <a:pt x="577474" y="111798"/>
                </a:lnTo>
                <a:lnTo>
                  <a:pt x="577796" y="112292"/>
                </a:lnTo>
                <a:lnTo>
                  <a:pt x="578133" y="112773"/>
                </a:lnTo>
                <a:lnTo>
                  <a:pt x="578485" y="113243"/>
                </a:lnTo>
                <a:lnTo>
                  <a:pt x="578852" y="113700"/>
                </a:lnTo>
                <a:lnTo>
                  <a:pt x="579235" y="114145"/>
                </a:lnTo>
                <a:lnTo>
                  <a:pt x="579633" y="114577"/>
                </a:lnTo>
                <a:lnTo>
                  <a:pt x="580046" y="114998"/>
                </a:lnTo>
                <a:lnTo>
                  <a:pt x="580475" y="115406"/>
                </a:lnTo>
                <a:lnTo>
                  <a:pt x="580919" y="115802"/>
                </a:lnTo>
                <a:lnTo>
                  <a:pt x="581378" y="116186"/>
                </a:lnTo>
                <a:lnTo>
                  <a:pt x="581852" y="116557"/>
                </a:lnTo>
                <a:lnTo>
                  <a:pt x="582342" y="116916"/>
                </a:lnTo>
                <a:lnTo>
                  <a:pt x="582847" y="117263"/>
                </a:lnTo>
                <a:lnTo>
                  <a:pt x="583367" y="117598"/>
                </a:lnTo>
                <a:lnTo>
                  <a:pt x="583903" y="117921"/>
                </a:lnTo>
                <a:lnTo>
                  <a:pt x="584454" y="118231"/>
                </a:lnTo>
                <a:lnTo>
                  <a:pt x="585020" y="118529"/>
                </a:lnTo>
                <a:lnTo>
                  <a:pt x="585602" y="118815"/>
                </a:lnTo>
                <a:lnTo>
                  <a:pt x="586199" y="119089"/>
                </a:lnTo>
                <a:lnTo>
                  <a:pt x="586813" y="119350"/>
                </a:lnTo>
                <a:lnTo>
                  <a:pt x="587449" y="119601"/>
                </a:lnTo>
                <a:lnTo>
                  <a:pt x="588105" y="119840"/>
                </a:lnTo>
                <a:lnTo>
                  <a:pt x="588781" y="120069"/>
                </a:lnTo>
                <a:lnTo>
                  <a:pt x="589478" y="120286"/>
                </a:lnTo>
                <a:lnTo>
                  <a:pt x="590196" y="120492"/>
                </a:lnTo>
                <a:lnTo>
                  <a:pt x="590934" y="120687"/>
                </a:lnTo>
                <a:lnTo>
                  <a:pt x="591692" y="120870"/>
                </a:lnTo>
                <a:lnTo>
                  <a:pt x="592472" y="121043"/>
                </a:lnTo>
                <a:lnTo>
                  <a:pt x="593271" y="121204"/>
                </a:lnTo>
                <a:lnTo>
                  <a:pt x="594092" y="121355"/>
                </a:lnTo>
                <a:lnTo>
                  <a:pt x="594933" y="121494"/>
                </a:lnTo>
                <a:lnTo>
                  <a:pt x="595794" y="121622"/>
                </a:lnTo>
                <a:lnTo>
                  <a:pt x="596676" y="121739"/>
                </a:lnTo>
                <a:lnTo>
                  <a:pt x="597578" y="121845"/>
                </a:lnTo>
                <a:lnTo>
                  <a:pt x="598501" y="121939"/>
                </a:lnTo>
                <a:lnTo>
                  <a:pt x="599445" y="122023"/>
                </a:lnTo>
                <a:lnTo>
                  <a:pt x="600409" y="122095"/>
                </a:lnTo>
                <a:lnTo>
                  <a:pt x="601394" y="122156"/>
                </a:lnTo>
                <a:lnTo>
                  <a:pt x="602399" y="122207"/>
                </a:lnTo>
                <a:lnTo>
                  <a:pt x="603425" y="122246"/>
                </a:lnTo>
                <a:lnTo>
                  <a:pt x="604471" y="122273"/>
                </a:lnTo>
                <a:lnTo>
                  <a:pt x="605538" y="122290"/>
                </a:lnTo>
                <a:lnTo>
                  <a:pt x="606626" y="122296"/>
                </a:lnTo>
                <a:lnTo>
                  <a:pt x="615794" y="122296"/>
                </a:lnTo>
                <a:lnTo>
                  <a:pt x="615794" y="104049"/>
                </a:lnTo>
                <a:lnTo>
                  <a:pt x="607427" y="104049"/>
                </a:lnTo>
                <a:lnTo>
                  <a:pt x="606872" y="104043"/>
                </a:lnTo>
                <a:lnTo>
                  <a:pt x="606333" y="104026"/>
                </a:lnTo>
                <a:close/>
                <a:moveTo>
                  <a:pt x="37990" y="146457"/>
                </a:moveTo>
                <a:lnTo>
                  <a:pt x="37327" y="145037"/>
                </a:lnTo>
                <a:lnTo>
                  <a:pt x="36677" y="143609"/>
                </a:lnTo>
                <a:lnTo>
                  <a:pt x="36038" y="142174"/>
                </a:lnTo>
                <a:lnTo>
                  <a:pt x="35411" y="140731"/>
                </a:lnTo>
                <a:lnTo>
                  <a:pt x="34796" y="139281"/>
                </a:lnTo>
                <a:lnTo>
                  <a:pt x="34192" y="137824"/>
                </a:lnTo>
                <a:lnTo>
                  <a:pt x="33600" y="136359"/>
                </a:lnTo>
                <a:lnTo>
                  <a:pt x="33020" y="134886"/>
                </a:lnTo>
                <a:lnTo>
                  <a:pt x="32452" y="133407"/>
                </a:lnTo>
                <a:lnTo>
                  <a:pt x="31895" y="131920"/>
                </a:lnTo>
                <a:lnTo>
                  <a:pt x="31350" y="130425"/>
                </a:lnTo>
                <a:lnTo>
                  <a:pt x="30817" y="128923"/>
                </a:lnTo>
                <a:lnTo>
                  <a:pt x="30296" y="127414"/>
                </a:lnTo>
                <a:lnTo>
                  <a:pt x="29786" y="125897"/>
                </a:lnTo>
                <a:lnTo>
                  <a:pt x="29288" y="124372"/>
                </a:lnTo>
                <a:lnTo>
                  <a:pt x="28802" y="122841"/>
                </a:lnTo>
                <a:lnTo>
                  <a:pt x="28328" y="121302"/>
                </a:lnTo>
                <a:lnTo>
                  <a:pt x="27865" y="119755"/>
                </a:lnTo>
                <a:lnTo>
                  <a:pt x="27414" y="118201"/>
                </a:lnTo>
                <a:lnTo>
                  <a:pt x="26978" y="116643"/>
                </a:lnTo>
                <a:lnTo>
                  <a:pt x="26561" y="115082"/>
                </a:lnTo>
                <a:lnTo>
                  <a:pt x="26163" y="113519"/>
                </a:lnTo>
                <a:lnTo>
                  <a:pt x="25782" y="111954"/>
                </a:lnTo>
                <a:lnTo>
                  <a:pt x="25421" y="110386"/>
                </a:lnTo>
                <a:lnTo>
                  <a:pt x="25078" y="108817"/>
                </a:lnTo>
                <a:lnTo>
                  <a:pt x="24753" y="107245"/>
                </a:lnTo>
                <a:lnTo>
                  <a:pt x="24447" y="105671"/>
                </a:lnTo>
                <a:lnTo>
                  <a:pt x="24160" y="104095"/>
                </a:lnTo>
                <a:lnTo>
                  <a:pt x="23891" y="102517"/>
                </a:lnTo>
                <a:lnTo>
                  <a:pt x="23641" y="100937"/>
                </a:lnTo>
                <a:lnTo>
                  <a:pt x="23409" y="99354"/>
                </a:lnTo>
                <a:lnTo>
                  <a:pt x="23196" y="97769"/>
                </a:lnTo>
                <a:lnTo>
                  <a:pt x="23001" y="96183"/>
                </a:lnTo>
                <a:lnTo>
                  <a:pt x="22825" y="94594"/>
                </a:lnTo>
                <a:lnTo>
                  <a:pt x="22667" y="93002"/>
                </a:lnTo>
                <a:lnTo>
                  <a:pt x="22528" y="91409"/>
                </a:lnTo>
                <a:lnTo>
                  <a:pt x="22408" y="89814"/>
                </a:lnTo>
                <a:lnTo>
                  <a:pt x="22306" y="88216"/>
                </a:lnTo>
                <a:lnTo>
                  <a:pt x="22222" y="86616"/>
                </a:lnTo>
                <a:lnTo>
                  <a:pt x="22157" y="85014"/>
                </a:lnTo>
                <a:lnTo>
                  <a:pt x="22111" y="83410"/>
                </a:lnTo>
                <a:lnTo>
                  <a:pt x="22083" y="81804"/>
                </a:lnTo>
                <a:lnTo>
                  <a:pt x="22074" y="80195"/>
                </a:lnTo>
                <a:lnTo>
                  <a:pt x="22082" y="78483"/>
                </a:lnTo>
                <a:lnTo>
                  <a:pt x="22108" y="76773"/>
                </a:lnTo>
                <a:lnTo>
                  <a:pt x="22151" y="75066"/>
                </a:lnTo>
                <a:lnTo>
                  <a:pt x="22211" y="73360"/>
                </a:lnTo>
                <a:lnTo>
                  <a:pt x="22288" y="71657"/>
                </a:lnTo>
                <a:lnTo>
                  <a:pt x="22382" y="69957"/>
                </a:lnTo>
                <a:lnTo>
                  <a:pt x="22494" y="68258"/>
                </a:lnTo>
                <a:lnTo>
                  <a:pt x="22623" y="66562"/>
                </a:lnTo>
                <a:lnTo>
                  <a:pt x="22768" y="64869"/>
                </a:lnTo>
                <a:lnTo>
                  <a:pt x="22931" y="63177"/>
                </a:lnTo>
                <a:lnTo>
                  <a:pt x="23111" y="61488"/>
                </a:lnTo>
                <a:lnTo>
                  <a:pt x="23309" y="59802"/>
                </a:lnTo>
                <a:lnTo>
                  <a:pt x="23523" y="58117"/>
                </a:lnTo>
                <a:lnTo>
                  <a:pt x="23755" y="56435"/>
                </a:lnTo>
                <a:lnTo>
                  <a:pt x="24003" y="54755"/>
                </a:lnTo>
                <a:lnTo>
                  <a:pt x="24269" y="53078"/>
                </a:lnTo>
                <a:lnTo>
                  <a:pt x="24552" y="51403"/>
                </a:lnTo>
                <a:lnTo>
                  <a:pt x="24852" y="49730"/>
                </a:lnTo>
                <a:lnTo>
                  <a:pt x="25170" y="48059"/>
                </a:lnTo>
                <a:lnTo>
                  <a:pt x="25504" y="46391"/>
                </a:lnTo>
                <a:lnTo>
                  <a:pt x="25856" y="44725"/>
                </a:lnTo>
                <a:lnTo>
                  <a:pt x="26225" y="43062"/>
                </a:lnTo>
                <a:lnTo>
                  <a:pt x="26611" y="41401"/>
                </a:lnTo>
                <a:lnTo>
                  <a:pt x="27014" y="39742"/>
                </a:lnTo>
                <a:lnTo>
                  <a:pt x="27433" y="38087"/>
                </a:lnTo>
                <a:lnTo>
                  <a:pt x="27869" y="36439"/>
                </a:lnTo>
                <a:lnTo>
                  <a:pt x="28320" y="34797"/>
                </a:lnTo>
                <a:lnTo>
                  <a:pt x="28788" y="33161"/>
                </a:lnTo>
                <a:lnTo>
                  <a:pt x="29271" y="31532"/>
                </a:lnTo>
                <a:lnTo>
                  <a:pt x="29770" y="29909"/>
                </a:lnTo>
                <a:lnTo>
                  <a:pt x="30285" y="28293"/>
                </a:lnTo>
                <a:lnTo>
                  <a:pt x="30816" y="26682"/>
                </a:lnTo>
                <a:lnTo>
                  <a:pt x="31363" y="25078"/>
                </a:lnTo>
                <a:lnTo>
                  <a:pt x="31926" y="23481"/>
                </a:lnTo>
                <a:lnTo>
                  <a:pt x="32505" y="21890"/>
                </a:lnTo>
                <a:lnTo>
                  <a:pt x="33099" y="20305"/>
                </a:lnTo>
                <a:lnTo>
                  <a:pt x="33710" y="18726"/>
                </a:lnTo>
                <a:lnTo>
                  <a:pt x="34337" y="17154"/>
                </a:lnTo>
                <a:lnTo>
                  <a:pt x="34979" y="15588"/>
                </a:lnTo>
                <a:lnTo>
                  <a:pt x="35637" y="14028"/>
                </a:lnTo>
                <a:lnTo>
                  <a:pt x="36312" y="12475"/>
                </a:lnTo>
                <a:lnTo>
                  <a:pt x="37002" y="10928"/>
                </a:lnTo>
                <a:lnTo>
                  <a:pt x="37708" y="9388"/>
                </a:lnTo>
                <a:lnTo>
                  <a:pt x="38430" y="7854"/>
                </a:lnTo>
                <a:lnTo>
                  <a:pt x="39168" y="6326"/>
                </a:lnTo>
                <a:lnTo>
                  <a:pt x="39922" y="4804"/>
                </a:lnTo>
                <a:lnTo>
                  <a:pt x="40692" y="3289"/>
                </a:lnTo>
                <a:lnTo>
                  <a:pt x="41477" y="1780"/>
                </a:lnTo>
                <a:lnTo>
                  <a:pt x="21629" y="1780"/>
                </a:lnTo>
                <a:lnTo>
                  <a:pt x="21025" y="2869"/>
                </a:lnTo>
                <a:lnTo>
                  <a:pt x="20430" y="3955"/>
                </a:lnTo>
                <a:lnTo>
                  <a:pt x="19843" y="5037"/>
                </a:lnTo>
                <a:lnTo>
                  <a:pt x="19265" y="6117"/>
                </a:lnTo>
                <a:lnTo>
                  <a:pt x="18696" y="7193"/>
                </a:lnTo>
                <a:lnTo>
                  <a:pt x="18135" y="8267"/>
                </a:lnTo>
                <a:lnTo>
                  <a:pt x="17583" y="9337"/>
                </a:lnTo>
                <a:lnTo>
                  <a:pt x="17040" y="10404"/>
                </a:lnTo>
                <a:lnTo>
                  <a:pt x="16505" y="11468"/>
                </a:lnTo>
                <a:lnTo>
                  <a:pt x="15979" y="12529"/>
                </a:lnTo>
                <a:lnTo>
                  <a:pt x="15462" y="13587"/>
                </a:lnTo>
                <a:lnTo>
                  <a:pt x="14953" y="14642"/>
                </a:lnTo>
                <a:lnTo>
                  <a:pt x="14453" y="15693"/>
                </a:lnTo>
                <a:lnTo>
                  <a:pt x="13962" y="16742"/>
                </a:lnTo>
                <a:lnTo>
                  <a:pt x="13479" y="17787"/>
                </a:lnTo>
                <a:lnTo>
                  <a:pt x="13005" y="18830"/>
                </a:lnTo>
                <a:lnTo>
                  <a:pt x="12539" y="19869"/>
                </a:lnTo>
                <a:lnTo>
                  <a:pt x="12083" y="20906"/>
                </a:lnTo>
                <a:lnTo>
                  <a:pt x="11635" y="21939"/>
                </a:lnTo>
                <a:lnTo>
                  <a:pt x="11195" y="22969"/>
                </a:lnTo>
                <a:lnTo>
                  <a:pt x="10764" y="23996"/>
                </a:lnTo>
                <a:lnTo>
                  <a:pt x="10342" y="25020"/>
                </a:lnTo>
                <a:lnTo>
                  <a:pt x="9929" y="26040"/>
                </a:lnTo>
                <a:lnTo>
                  <a:pt x="9524" y="27058"/>
                </a:lnTo>
                <a:lnTo>
                  <a:pt x="9127" y="28075"/>
                </a:lnTo>
                <a:lnTo>
                  <a:pt x="8740" y="29094"/>
                </a:lnTo>
                <a:lnTo>
                  <a:pt x="8360" y="30114"/>
                </a:lnTo>
                <a:lnTo>
                  <a:pt x="7990" y="31135"/>
                </a:lnTo>
                <a:lnTo>
                  <a:pt x="7627" y="32158"/>
                </a:lnTo>
                <a:lnTo>
                  <a:pt x="7274" y="33183"/>
                </a:lnTo>
                <a:lnTo>
                  <a:pt x="6928" y="34209"/>
                </a:lnTo>
                <a:lnTo>
                  <a:pt x="6591" y="35237"/>
                </a:lnTo>
                <a:lnTo>
                  <a:pt x="6263" y="36266"/>
                </a:lnTo>
                <a:lnTo>
                  <a:pt x="5943" y="37297"/>
                </a:lnTo>
                <a:lnTo>
                  <a:pt x="5632" y="38329"/>
                </a:lnTo>
                <a:lnTo>
                  <a:pt x="5329" y="39363"/>
                </a:lnTo>
                <a:lnTo>
                  <a:pt x="5035" y="40399"/>
                </a:lnTo>
                <a:lnTo>
                  <a:pt x="4749" y="41436"/>
                </a:lnTo>
                <a:lnTo>
                  <a:pt x="4472" y="42474"/>
                </a:lnTo>
                <a:lnTo>
                  <a:pt x="4203" y="43515"/>
                </a:lnTo>
                <a:lnTo>
                  <a:pt x="3943" y="44556"/>
                </a:lnTo>
                <a:lnTo>
                  <a:pt x="3691" y="45599"/>
                </a:lnTo>
                <a:lnTo>
                  <a:pt x="3448" y="46644"/>
                </a:lnTo>
                <a:lnTo>
                  <a:pt x="3213" y="47690"/>
                </a:lnTo>
                <a:lnTo>
                  <a:pt x="2987" y="48738"/>
                </a:lnTo>
                <a:lnTo>
                  <a:pt x="2769" y="49788"/>
                </a:lnTo>
                <a:lnTo>
                  <a:pt x="2559" y="50839"/>
                </a:lnTo>
                <a:lnTo>
                  <a:pt x="2359" y="51891"/>
                </a:lnTo>
                <a:lnTo>
                  <a:pt x="2166" y="52948"/>
                </a:lnTo>
                <a:lnTo>
                  <a:pt x="1982" y="54012"/>
                </a:lnTo>
                <a:lnTo>
                  <a:pt x="1806" y="55083"/>
                </a:lnTo>
                <a:lnTo>
                  <a:pt x="1638" y="56161"/>
                </a:lnTo>
                <a:lnTo>
                  <a:pt x="1478" y="57246"/>
                </a:lnTo>
                <a:lnTo>
                  <a:pt x="1327" y="58339"/>
                </a:lnTo>
                <a:lnTo>
                  <a:pt x="1183" y="59438"/>
                </a:lnTo>
                <a:lnTo>
                  <a:pt x="1048" y="60545"/>
                </a:lnTo>
                <a:lnTo>
                  <a:pt x="921" y="61658"/>
                </a:lnTo>
                <a:lnTo>
                  <a:pt x="803" y="62779"/>
                </a:lnTo>
                <a:lnTo>
                  <a:pt x="692" y="63907"/>
                </a:lnTo>
                <a:lnTo>
                  <a:pt x="590" y="65042"/>
                </a:lnTo>
                <a:lnTo>
                  <a:pt x="495" y="66184"/>
                </a:lnTo>
                <a:lnTo>
                  <a:pt x="409" y="67333"/>
                </a:lnTo>
                <a:lnTo>
                  <a:pt x="332" y="68490"/>
                </a:lnTo>
                <a:lnTo>
                  <a:pt x="262" y="69653"/>
                </a:lnTo>
                <a:lnTo>
                  <a:pt x="201" y="70823"/>
                </a:lnTo>
                <a:lnTo>
                  <a:pt x="147" y="72001"/>
                </a:lnTo>
                <a:lnTo>
                  <a:pt x="102" y="73186"/>
                </a:lnTo>
                <a:lnTo>
                  <a:pt x="66" y="74378"/>
                </a:lnTo>
                <a:lnTo>
                  <a:pt x="37" y="75577"/>
                </a:lnTo>
                <a:lnTo>
                  <a:pt x="16" y="76783"/>
                </a:lnTo>
                <a:lnTo>
                  <a:pt x="4" y="77996"/>
                </a:lnTo>
                <a:lnTo>
                  <a:pt x="0" y="79216"/>
                </a:lnTo>
                <a:lnTo>
                  <a:pt x="4" y="80399"/>
                </a:lnTo>
                <a:lnTo>
                  <a:pt x="18" y="81575"/>
                </a:lnTo>
                <a:lnTo>
                  <a:pt x="40" y="82742"/>
                </a:lnTo>
                <a:lnTo>
                  <a:pt x="70" y="83903"/>
                </a:lnTo>
                <a:lnTo>
                  <a:pt x="110" y="85055"/>
                </a:lnTo>
                <a:lnTo>
                  <a:pt x="159" y="86201"/>
                </a:lnTo>
                <a:lnTo>
                  <a:pt x="216" y="87338"/>
                </a:lnTo>
                <a:lnTo>
                  <a:pt x="282" y="88468"/>
                </a:lnTo>
                <a:lnTo>
                  <a:pt x="357" y="89590"/>
                </a:lnTo>
                <a:lnTo>
                  <a:pt x="440" y="90705"/>
                </a:lnTo>
                <a:lnTo>
                  <a:pt x="533" y="91813"/>
                </a:lnTo>
                <a:lnTo>
                  <a:pt x="634" y="92912"/>
                </a:lnTo>
                <a:lnTo>
                  <a:pt x="744" y="94004"/>
                </a:lnTo>
                <a:lnTo>
                  <a:pt x="863" y="95089"/>
                </a:lnTo>
                <a:lnTo>
                  <a:pt x="991" y="96166"/>
                </a:lnTo>
                <a:lnTo>
                  <a:pt x="1127" y="97235"/>
                </a:lnTo>
                <a:lnTo>
                  <a:pt x="1273" y="98297"/>
                </a:lnTo>
                <a:lnTo>
                  <a:pt x="1427" y="99351"/>
                </a:lnTo>
                <a:lnTo>
                  <a:pt x="1590" y="100398"/>
                </a:lnTo>
                <a:lnTo>
                  <a:pt x="1762" y="101437"/>
                </a:lnTo>
                <a:lnTo>
                  <a:pt x="1942" y="102469"/>
                </a:lnTo>
                <a:lnTo>
                  <a:pt x="2132" y="103493"/>
                </a:lnTo>
                <a:lnTo>
                  <a:pt x="2330" y="104509"/>
                </a:lnTo>
                <a:lnTo>
                  <a:pt x="2537" y="105518"/>
                </a:lnTo>
                <a:lnTo>
                  <a:pt x="2752" y="106522"/>
                </a:lnTo>
                <a:lnTo>
                  <a:pt x="2976" y="107524"/>
                </a:lnTo>
                <a:lnTo>
                  <a:pt x="3207" y="108525"/>
                </a:lnTo>
                <a:lnTo>
                  <a:pt x="3447" y="109523"/>
                </a:lnTo>
                <a:lnTo>
                  <a:pt x="3694" y="110520"/>
                </a:lnTo>
                <a:lnTo>
                  <a:pt x="3950" y="111515"/>
                </a:lnTo>
                <a:lnTo>
                  <a:pt x="4213" y="112508"/>
                </a:lnTo>
                <a:lnTo>
                  <a:pt x="4485" y="113499"/>
                </a:lnTo>
                <a:lnTo>
                  <a:pt x="4765" y="114488"/>
                </a:lnTo>
                <a:lnTo>
                  <a:pt x="5052" y="115475"/>
                </a:lnTo>
                <a:lnTo>
                  <a:pt x="5348" y="116461"/>
                </a:lnTo>
                <a:lnTo>
                  <a:pt x="5652" y="117445"/>
                </a:lnTo>
                <a:lnTo>
                  <a:pt x="5964" y="118427"/>
                </a:lnTo>
                <a:lnTo>
                  <a:pt x="6284" y="119407"/>
                </a:lnTo>
                <a:lnTo>
                  <a:pt x="6612" y="120385"/>
                </a:lnTo>
                <a:lnTo>
                  <a:pt x="6947" y="121361"/>
                </a:lnTo>
                <a:lnTo>
                  <a:pt x="7291" y="122336"/>
                </a:lnTo>
                <a:lnTo>
                  <a:pt x="7643" y="123308"/>
                </a:lnTo>
                <a:lnTo>
                  <a:pt x="8004" y="124279"/>
                </a:lnTo>
                <a:lnTo>
                  <a:pt x="8372" y="125248"/>
                </a:lnTo>
                <a:lnTo>
                  <a:pt x="8748" y="126215"/>
                </a:lnTo>
                <a:lnTo>
                  <a:pt x="9132" y="127180"/>
                </a:lnTo>
                <a:lnTo>
                  <a:pt x="9524" y="128143"/>
                </a:lnTo>
                <a:lnTo>
                  <a:pt x="9924" y="129105"/>
                </a:lnTo>
                <a:lnTo>
                  <a:pt x="10332" y="130067"/>
                </a:lnTo>
                <a:lnTo>
                  <a:pt x="10747" y="131035"/>
                </a:lnTo>
                <a:lnTo>
                  <a:pt x="11168" y="132006"/>
                </a:lnTo>
                <a:lnTo>
                  <a:pt x="11597" y="132983"/>
                </a:lnTo>
                <a:lnTo>
                  <a:pt x="12032" y="133963"/>
                </a:lnTo>
                <a:lnTo>
                  <a:pt x="12475" y="134949"/>
                </a:lnTo>
                <a:lnTo>
                  <a:pt x="12924" y="135938"/>
                </a:lnTo>
                <a:lnTo>
                  <a:pt x="13381" y="136932"/>
                </a:lnTo>
                <a:lnTo>
                  <a:pt x="13844" y="137931"/>
                </a:lnTo>
                <a:lnTo>
                  <a:pt x="14314" y="138934"/>
                </a:lnTo>
                <a:lnTo>
                  <a:pt x="14792" y="139942"/>
                </a:lnTo>
                <a:lnTo>
                  <a:pt x="15276" y="140954"/>
                </a:lnTo>
                <a:lnTo>
                  <a:pt x="15767" y="141970"/>
                </a:lnTo>
                <a:lnTo>
                  <a:pt x="16265" y="142991"/>
                </a:lnTo>
                <a:lnTo>
                  <a:pt x="16770" y="144017"/>
                </a:lnTo>
                <a:lnTo>
                  <a:pt x="17282" y="145047"/>
                </a:lnTo>
                <a:lnTo>
                  <a:pt x="17801" y="146081"/>
                </a:lnTo>
                <a:lnTo>
                  <a:pt x="18327" y="147120"/>
                </a:lnTo>
                <a:lnTo>
                  <a:pt x="18860" y="148164"/>
                </a:lnTo>
                <a:lnTo>
                  <a:pt x="19400" y="149212"/>
                </a:lnTo>
                <a:lnTo>
                  <a:pt x="19947" y="150264"/>
                </a:lnTo>
                <a:lnTo>
                  <a:pt x="20500" y="151321"/>
                </a:lnTo>
                <a:lnTo>
                  <a:pt x="21061" y="152382"/>
                </a:lnTo>
                <a:lnTo>
                  <a:pt x="21629" y="153448"/>
                </a:lnTo>
                <a:lnTo>
                  <a:pt x="41477" y="153448"/>
                </a:lnTo>
                <a:lnTo>
                  <a:pt x="40756" y="152065"/>
                </a:lnTo>
                <a:lnTo>
                  <a:pt x="40047" y="150674"/>
                </a:lnTo>
                <a:lnTo>
                  <a:pt x="39349" y="149276"/>
                </a:lnTo>
                <a:lnTo>
                  <a:pt x="38664" y="147870"/>
                </a:lnTo>
                <a:lnTo>
                  <a:pt x="37990" y="146457"/>
                </a:lnTo>
                <a:close/>
                <a:moveTo>
                  <a:pt x="171509" y="148004"/>
                </a:moveTo>
                <a:lnTo>
                  <a:pt x="172071" y="146926"/>
                </a:lnTo>
                <a:lnTo>
                  <a:pt x="172624" y="145851"/>
                </a:lnTo>
                <a:lnTo>
                  <a:pt x="173168" y="144780"/>
                </a:lnTo>
                <a:lnTo>
                  <a:pt x="173704" y="143712"/>
                </a:lnTo>
                <a:lnTo>
                  <a:pt x="174232" y="142648"/>
                </a:lnTo>
                <a:lnTo>
                  <a:pt x="174751" y="141588"/>
                </a:lnTo>
                <a:lnTo>
                  <a:pt x="175261" y="140531"/>
                </a:lnTo>
                <a:lnTo>
                  <a:pt x="175763" y="139478"/>
                </a:lnTo>
                <a:lnTo>
                  <a:pt x="176256" y="138428"/>
                </a:lnTo>
                <a:lnTo>
                  <a:pt x="176741" y="137382"/>
                </a:lnTo>
                <a:lnTo>
                  <a:pt x="177218" y="136339"/>
                </a:lnTo>
                <a:lnTo>
                  <a:pt x="177686" y="135300"/>
                </a:lnTo>
                <a:lnTo>
                  <a:pt x="178145" y="134264"/>
                </a:lnTo>
                <a:lnTo>
                  <a:pt x="178596" y="133232"/>
                </a:lnTo>
                <a:lnTo>
                  <a:pt x="179039" y="132204"/>
                </a:lnTo>
                <a:lnTo>
                  <a:pt x="179473" y="131179"/>
                </a:lnTo>
                <a:lnTo>
                  <a:pt x="179898" y="130158"/>
                </a:lnTo>
                <a:lnTo>
                  <a:pt x="180315" y="129140"/>
                </a:lnTo>
                <a:lnTo>
                  <a:pt x="180724" y="128126"/>
                </a:lnTo>
                <a:lnTo>
                  <a:pt x="181124" y="127112"/>
                </a:lnTo>
                <a:lnTo>
                  <a:pt x="181515" y="126097"/>
                </a:lnTo>
                <a:lnTo>
                  <a:pt x="181898" y="125080"/>
                </a:lnTo>
                <a:lnTo>
                  <a:pt x="182273" y="124061"/>
                </a:lnTo>
                <a:lnTo>
                  <a:pt x="182639" y="123040"/>
                </a:lnTo>
                <a:lnTo>
                  <a:pt x="182996" y="122018"/>
                </a:lnTo>
                <a:lnTo>
                  <a:pt x="183345" y="120993"/>
                </a:lnTo>
                <a:lnTo>
                  <a:pt x="183686" y="119967"/>
                </a:lnTo>
                <a:lnTo>
                  <a:pt x="184018" y="118938"/>
                </a:lnTo>
                <a:lnTo>
                  <a:pt x="184341" y="117908"/>
                </a:lnTo>
                <a:lnTo>
                  <a:pt x="184656" y="116876"/>
                </a:lnTo>
                <a:lnTo>
                  <a:pt x="184963" y="115843"/>
                </a:lnTo>
                <a:lnTo>
                  <a:pt x="185261" y="114807"/>
                </a:lnTo>
                <a:lnTo>
                  <a:pt x="185550" y="113770"/>
                </a:lnTo>
                <a:lnTo>
                  <a:pt x="185831" y="112730"/>
                </a:lnTo>
                <a:lnTo>
                  <a:pt x="186104" y="111689"/>
                </a:lnTo>
                <a:lnTo>
                  <a:pt x="186368" y="110646"/>
                </a:lnTo>
                <a:lnTo>
                  <a:pt x="186623" y="109601"/>
                </a:lnTo>
                <a:lnTo>
                  <a:pt x="186870" y="108554"/>
                </a:lnTo>
                <a:lnTo>
                  <a:pt x="187109" y="107506"/>
                </a:lnTo>
                <a:lnTo>
                  <a:pt x="187339" y="106455"/>
                </a:lnTo>
                <a:lnTo>
                  <a:pt x="187560" y="105403"/>
                </a:lnTo>
                <a:lnTo>
                  <a:pt x="187773" y="104349"/>
                </a:lnTo>
                <a:lnTo>
                  <a:pt x="187978" y="103293"/>
                </a:lnTo>
                <a:lnTo>
                  <a:pt x="188174" y="102232"/>
                </a:lnTo>
                <a:lnTo>
                  <a:pt x="188362" y="101165"/>
                </a:lnTo>
                <a:lnTo>
                  <a:pt x="188541" y="100090"/>
                </a:lnTo>
                <a:lnTo>
                  <a:pt x="188712" y="99009"/>
                </a:lnTo>
                <a:lnTo>
                  <a:pt x="188875" y="97921"/>
                </a:lnTo>
                <a:lnTo>
                  <a:pt x="189029" y="96826"/>
                </a:lnTo>
                <a:lnTo>
                  <a:pt x="189175" y="95724"/>
                </a:lnTo>
                <a:lnTo>
                  <a:pt x="189313" y="94614"/>
                </a:lnTo>
                <a:lnTo>
                  <a:pt x="189442" y="93498"/>
                </a:lnTo>
                <a:lnTo>
                  <a:pt x="189563" y="92375"/>
                </a:lnTo>
                <a:lnTo>
                  <a:pt x="189676" y="91245"/>
                </a:lnTo>
                <a:lnTo>
                  <a:pt x="189780" y="90108"/>
                </a:lnTo>
                <a:lnTo>
                  <a:pt x="189876" y="88965"/>
                </a:lnTo>
                <a:lnTo>
                  <a:pt x="189964" y="87814"/>
                </a:lnTo>
                <a:lnTo>
                  <a:pt x="190043" y="86656"/>
                </a:lnTo>
                <a:lnTo>
                  <a:pt x="190114" y="85491"/>
                </a:lnTo>
                <a:lnTo>
                  <a:pt x="190177" y="84320"/>
                </a:lnTo>
                <a:lnTo>
                  <a:pt x="190231" y="83141"/>
                </a:lnTo>
                <a:lnTo>
                  <a:pt x="190277" y="81955"/>
                </a:lnTo>
                <a:lnTo>
                  <a:pt x="190314" y="80763"/>
                </a:lnTo>
                <a:lnTo>
                  <a:pt x="190344" y="79563"/>
                </a:lnTo>
                <a:lnTo>
                  <a:pt x="190364" y="78357"/>
                </a:lnTo>
                <a:lnTo>
                  <a:pt x="190377" y="77143"/>
                </a:lnTo>
                <a:lnTo>
                  <a:pt x="190381" y="75923"/>
                </a:lnTo>
                <a:lnTo>
                  <a:pt x="190377" y="74740"/>
                </a:lnTo>
                <a:lnTo>
                  <a:pt x="190363" y="73565"/>
                </a:lnTo>
                <a:lnTo>
                  <a:pt x="190341" y="72397"/>
                </a:lnTo>
                <a:lnTo>
                  <a:pt x="190309" y="71237"/>
                </a:lnTo>
                <a:lnTo>
                  <a:pt x="190269" y="70084"/>
                </a:lnTo>
                <a:lnTo>
                  <a:pt x="190220" y="68939"/>
                </a:lnTo>
                <a:lnTo>
                  <a:pt x="190161" y="67801"/>
                </a:lnTo>
                <a:lnTo>
                  <a:pt x="190094" y="66671"/>
                </a:lnTo>
                <a:lnTo>
                  <a:pt x="190018" y="65549"/>
                </a:lnTo>
                <a:lnTo>
                  <a:pt x="189933" y="64434"/>
                </a:lnTo>
                <a:lnTo>
                  <a:pt x="189839" y="63327"/>
                </a:lnTo>
                <a:lnTo>
                  <a:pt x="189736" y="62227"/>
                </a:lnTo>
                <a:lnTo>
                  <a:pt x="189624" y="61135"/>
                </a:lnTo>
                <a:lnTo>
                  <a:pt x="189503" y="60050"/>
                </a:lnTo>
                <a:lnTo>
                  <a:pt x="189373" y="58973"/>
                </a:lnTo>
                <a:lnTo>
                  <a:pt x="189234" y="57904"/>
                </a:lnTo>
                <a:lnTo>
                  <a:pt x="189086" y="56842"/>
                </a:lnTo>
                <a:lnTo>
                  <a:pt x="188929" y="55788"/>
                </a:lnTo>
                <a:lnTo>
                  <a:pt x="188763" y="54741"/>
                </a:lnTo>
                <a:lnTo>
                  <a:pt x="188589" y="53702"/>
                </a:lnTo>
                <a:lnTo>
                  <a:pt x="188405" y="52671"/>
                </a:lnTo>
                <a:lnTo>
                  <a:pt x="188212" y="51647"/>
                </a:lnTo>
                <a:lnTo>
                  <a:pt x="188010" y="50630"/>
                </a:lnTo>
                <a:lnTo>
                  <a:pt x="187800" y="49621"/>
                </a:lnTo>
                <a:lnTo>
                  <a:pt x="187581" y="48617"/>
                </a:lnTo>
                <a:lnTo>
                  <a:pt x="187354" y="47615"/>
                </a:lnTo>
                <a:lnTo>
                  <a:pt x="187119" y="46615"/>
                </a:lnTo>
                <a:lnTo>
                  <a:pt x="186876" y="45616"/>
                </a:lnTo>
                <a:lnTo>
                  <a:pt x="186626" y="44619"/>
                </a:lnTo>
                <a:lnTo>
                  <a:pt x="186367" y="43625"/>
                </a:lnTo>
                <a:lnTo>
                  <a:pt x="186101" y="42632"/>
                </a:lnTo>
                <a:lnTo>
                  <a:pt x="185827" y="41640"/>
                </a:lnTo>
                <a:lnTo>
                  <a:pt x="185545" y="40651"/>
                </a:lnTo>
                <a:lnTo>
                  <a:pt x="185255" y="39664"/>
                </a:lnTo>
                <a:lnTo>
                  <a:pt x="184957" y="38678"/>
                </a:lnTo>
                <a:lnTo>
                  <a:pt x="184651" y="37694"/>
                </a:lnTo>
                <a:lnTo>
                  <a:pt x="184338" y="36713"/>
                </a:lnTo>
                <a:lnTo>
                  <a:pt x="184016" y="35733"/>
                </a:lnTo>
                <a:lnTo>
                  <a:pt x="183687" y="34754"/>
                </a:lnTo>
                <a:lnTo>
                  <a:pt x="183349" y="33778"/>
                </a:lnTo>
                <a:lnTo>
                  <a:pt x="183004" y="32804"/>
                </a:lnTo>
                <a:lnTo>
                  <a:pt x="182651" y="31831"/>
                </a:lnTo>
                <a:lnTo>
                  <a:pt x="182290" y="30860"/>
                </a:lnTo>
                <a:lnTo>
                  <a:pt x="181922" y="29892"/>
                </a:lnTo>
                <a:lnTo>
                  <a:pt x="181545" y="28925"/>
                </a:lnTo>
                <a:lnTo>
                  <a:pt x="181160" y="27959"/>
                </a:lnTo>
                <a:lnTo>
                  <a:pt x="180768" y="26996"/>
                </a:lnTo>
                <a:lnTo>
                  <a:pt x="180368" y="26035"/>
                </a:lnTo>
                <a:lnTo>
                  <a:pt x="179960" y="25072"/>
                </a:lnTo>
                <a:lnTo>
                  <a:pt x="179545" y="24105"/>
                </a:lnTo>
                <a:lnTo>
                  <a:pt x="179122" y="23134"/>
                </a:lnTo>
                <a:lnTo>
                  <a:pt x="178693" y="22159"/>
                </a:lnTo>
                <a:lnTo>
                  <a:pt x="178256" y="21180"/>
                </a:lnTo>
                <a:lnTo>
                  <a:pt x="177812" y="20196"/>
                </a:lnTo>
                <a:lnTo>
                  <a:pt x="177360" y="19209"/>
                </a:lnTo>
                <a:lnTo>
                  <a:pt x="176901" y="18217"/>
                </a:lnTo>
                <a:lnTo>
                  <a:pt x="176435" y="17221"/>
                </a:lnTo>
                <a:lnTo>
                  <a:pt x="175962" y="16221"/>
                </a:lnTo>
                <a:lnTo>
                  <a:pt x="175482" y="15216"/>
                </a:lnTo>
                <a:lnTo>
                  <a:pt x="174994" y="14208"/>
                </a:lnTo>
                <a:lnTo>
                  <a:pt x="174499" y="13195"/>
                </a:lnTo>
                <a:lnTo>
                  <a:pt x="173997" y="12178"/>
                </a:lnTo>
                <a:lnTo>
                  <a:pt x="173487" y="11157"/>
                </a:lnTo>
                <a:lnTo>
                  <a:pt x="172970" y="10132"/>
                </a:lnTo>
                <a:lnTo>
                  <a:pt x="172446" y="9103"/>
                </a:lnTo>
                <a:lnTo>
                  <a:pt x="171915" y="8069"/>
                </a:lnTo>
                <a:lnTo>
                  <a:pt x="171376" y="7031"/>
                </a:lnTo>
                <a:lnTo>
                  <a:pt x="170830" y="5989"/>
                </a:lnTo>
                <a:lnTo>
                  <a:pt x="170277" y="4943"/>
                </a:lnTo>
                <a:lnTo>
                  <a:pt x="169717" y="3893"/>
                </a:lnTo>
                <a:lnTo>
                  <a:pt x="169149" y="2839"/>
                </a:lnTo>
                <a:lnTo>
                  <a:pt x="168574" y="1780"/>
                </a:lnTo>
                <a:lnTo>
                  <a:pt x="148904" y="1780"/>
                </a:lnTo>
                <a:lnTo>
                  <a:pt x="149625" y="3163"/>
                </a:lnTo>
                <a:lnTo>
                  <a:pt x="150334" y="4554"/>
                </a:lnTo>
                <a:lnTo>
                  <a:pt x="151031" y="5952"/>
                </a:lnTo>
                <a:lnTo>
                  <a:pt x="151716" y="7357"/>
                </a:lnTo>
                <a:lnTo>
                  <a:pt x="152389" y="8769"/>
                </a:lnTo>
                <a:lnTo>
                  <a:pt x="153051" y="10189"/>
                </a:lnTo>
                <a:lnTo>
                  <a:pt x="153700" y="11615"/>
                </a:lnTo>
                <a:lnTo>
                  <a:pt x="154338" y="13049"/>
                </a:lnTo>
                <a:lnTo>
                  <a:pt x="154964" y="14491"/>
                </a:lnTo>
                <a:lnTo>
                  <a:pt x="155578" y="15939"/>
                </a:lnTo>
                <a:lnTo>
                  <a:pt x="156180" y="17395"/>
                </a:lnTo>
                <a:lnTo>
                  <a:pt x="156770" y="18858"/>
                </a:lnTo>
                <a:lnTo>
                  <a:pt x="157348" y="20329"/>
                </a:lnTo>
                <a:lnTo>
                  <a:pt x="157914" y="21806"/>
                </a:lnTo>
                <a:lnTo>
                  <a:pt x="158469" y="23291"/>
                </a:lnTo>
                <a:lnTo>
                  <a:pt x="159011" y="24784"/>
                </a:lnTo>
                <a:lnTo>
                  <a:pt x="159542" y="26283"/>
                </a:lnTo>
                <a:lnTo>
                  <a:pt x="160060" y="27790"/>
                </a:lnTo>
                <a:lnTo>
                  <a:pt x="160567" y="29304"/>
                </a:lnTo>
                <a:lnTo>
                  <a:pt x="161062" y="30825"/>
                </a:lnTo>
                <a:lnTo>
                  <a:pt x="161545" y="32353"/>
                </a:lnTo>
                <a:lnTo>
                  <a:pt x="162016" y="33889"/>
                </a:lnTo>
                <a:lnTo>
                  <a:pt x="162475" y="35432"/>
                </a:lnTo>
                <a:lnTo>
                  <a:pt x="162922" y="36982"/>
                </a:lnTo>
                <a:lnTo>
                  <a:pt x="163355" y="38537"/>
                </a:lnTo>
                <a:lnTo>
                  <a:pt x="163768" y="40095"/>
                </a:lnTo>
                <a:lnTo>
                  <a:pt x="164164" y="41655"/>
                </a:lnTo>
                <a:lnTo>
                  <a:pt x="164541" y="43217"/>
                </a:lnTo>
                <a:lnTo>
                  <a:pt x="164899" y="44781"/>
                </a:lnTo>
                <a:lnTo>
                  <a:pt x="165239" y="46348"/>
                </a:lnTo>
                <a:lnTo>
                  <a:pt x="165561" y="47917"/>
                </a:lnTo>
                <a:lnTo>
                  <a:pt x="165865" y="49488"/>
                </a:lnTo>
                <a:lnTo>
                  <a:pt x="166150" y="51062"/>
                </a:lnTo>
                <a:lnTo>
                  <a:pt x="166416" y="52637"/>
                </a:lnTo>
                <a:lnTo>
                  <a:pt x="166664" y="54216"/>
                </a:lnTo>
                <a:lnTo>
                  <a:pt x="166894" y="55796"/>
                </a:lnTo>
                <a:lnTo>
                  <a:pt x="167106" y="57379"/>
                </a:lnTo>
                <a:lnTo>
                  <a:pt x="167299" y="58964"/>
                </a:lnTo>
                <a:lnTo>
                  <a:pt x="167474" y="60552"/>
                </a:lnTo>
                <a:lnTo>
                  <a:pt x="167630" y="62142"/>
                </a:lnTo>
                <a:lnTo>
                  <a:pt x="167768" y="63734"/>
                </a:lnTo>
                <a:lnTo>
                  <a:pt x="167887" y="65328"/>
                </a:lnTo>
                <a:lnTo>
                  <a:pt x="167988" y="66925"/>
                </a:lnTo>
                <a:lnTo>
                  <a:pt x="168071" y="68524"/>
                </a:lnTo>
                <a:lnTo>
                  <a:pt x="168136" y="70126"/>
                </a:lnTo>
                <a:lnTo>
                  <a:pt x="168182" y="71729"/>
                </a:lnTo>
                <a:lnTo>
                  <a:pt x="168209" y="73336"/>
                </a:lnTo>
                <a:lnTo>
                  <a:pt x="168218" y="74944"/>
                </a:lnTo>
                <a:lnTo>
                  <a:pt x="168210" y="76663"/>
                </a:lnTo>
                <a:lnTo>
                  <a:pt x="168184" y="78380"/>
                </a:lnTo>
                <a:lnTo>
                  <a:pt x="168141" y="80095"/>
                </a:lnTo>
                <a:lnTo>
                  <a:pt x="168081" y="81806"/>
                </a:lnTo>
                <a:lnTo>
                  <a:pt x="168004" y="83515"/>
                </a:lnTo>
                <a:lnTo>
                  <a:pt x="167910" y="85221"/>
                </a:lnTo>
                <a:lnTo>
                  <a:pt x="167798" y="86925"/>
                </a:lnTo>
                <a:lnTo>
                  <a:pt x="167669" y="88626"/>
                </a:lnTo>
                <a:lnTo>
                  <a:pt x="167524" y="90325"/>
                </a:lnTo>
                <a:lnTo>
                  <a:pt x="167361" y="92021"/>
                </a:lnTo>
                <a:lnTo>
                  <a:pt x="167181" y="93714"/>
                </a:lnTo>
                <a:lnTo>
                  <a:pt x="166983" y="95404"/>
                </a:lnTo>
                <a:lnTo>
                  <a:pt x="166769" y="97092"/>
                </a:lnTo>
                <a:lnTo>
                  <a:pt x="166537" y="98778"/>
                </a:lnTo>
                <a:lnTo>
                  <a:pt x="166289" y="100460"/>
                </a:lnTo>
                <a:lnTo>
                  <a:pt x="166023" y="102141"/>
                </a:lnTo>
                <a:lnTo>
                  <a:pt x="165740" y="103818"/>
                </a:lnTo>
                <a:lnTo>
                  <a:pt x="165440" y="105493"/>
                </a:lnTo>
                <a:lnTo>
                  <a:pt x="165122" y="107165"/>
                </a:lnTo>
                <a:lnTo>
                  <a:pt x="164788" y="108835"/>
                </a:lnTo>
                <a:lnTo>
                  <a:pt x="164436" y="110502"/>
                </a:lnTo>
                <a:lnTo>
                  <a:pt x="164067" y="112166"/>
                </a:lnTo>
                <a:lnTo>
                  <a:pt x="163681" y="113828"/>
                </a:lnTo>
                <a:lnTo>
                  <a:pt x="163278" y="115487"/>
                </a:lnTo>
                <a:lnTo>
                  <a:pt x="162859" y="117141"/>
                </a:lnTo>
                <a:lnTo>
                  <a:pt x="162424" y="118789"/>
                </a:lnTo>
                <a:lnTo>
                  <a:pt x="161973" y="120431"/>
                </a:lnTo>
                <a:lnTo>
                  <a:pt x="161507" y="122067"/>
                </a:lnTo>
                <a:lnTo>
                  <a:pt x="161025" y="123696"/>
                </a:lnTo>
                <a:lnTo>
                  <a:pt x="160528" y="125319"/>
                </a:lnTo>
                <a:lnTo>
                  <a:pt x="160014" y="126936"/>
                </a:lnTo>
                <a:lnTo>
                  <a:pt x="159486" y="128546"/>
                </a:lnTo>
                <a:lnTo>
                  <a:pt x="158941" y="130150"/>
                </a:lnTo>
                <a:lnTo>
                  <a:pt x="158381" y="131747"/>
                </a:lnTo>
                <a:lnTo>
                  <a:pt x="157806" y="133339"/>
                </a:lnTo>
                <a:lnTo>
                  <a:pt x="157215" y="134924"/>
                </a:lnTo>
                <a:lnTo>
                  <a:pt x="156608" y="136502"/>
                </a:lnTo>
                <a:lnTo>
                  <a:pt x="155986" y="138074"/>
                </a:lnTo>
                <a:lnTo>
                  <a:pt x="155348" y="139640"/>
                </a:lnTo>
                <a:lnTo>
                  <a:pt x="154694" y="141200"/>
                </a:lnTo>
                <a:lnTo>
                  <a:pt x="154025" y="142753"/>
                </a:lnTo>
                <a:lnTo>
                  <a:pt x="153340" y="144300"/>
                </a:lnTo>
                <a:lnTo>
                  <a:pt x="152640" y="145840"/>
                </a:lnTo>
                <a:lnTo>
                  <a:pt x="151924" y="147375"/>
                </a:lnTo>
                <a:lnTo>
                  <a:pt x="151192" y="148903"/>
                </a:lnTo>
                <a:lnTo>
                  <a:pt x="150445" y="150424"/>
                </a:lnTo>
                <a:lnTo>
                  <a:pt x="149682" y="151939"/>
                </a:lnTo>
                <a:lnTo>
                  <a:pt x="148904" y="153448"/>
                </a:lnTo>
                <a:lnTo>
                  <a:pt x="168574" y="153448"/>
                </a:lnTo>
                <a:lnTo>
                  <a:pt x="169178" y="152352"/>
                </a:lnTo>
                <a:lnTo>
                  <a:pt x="169774" y="151260"/>
                </a:lnTo>
                <a:lnTo>
                  <a:pt x="170361" y="150171"/>
                </a:lnTo>
                <a:lnTo>
                  <a:pt x="170939" y="149086"/>
                </a:lnTo>
                <a:lnTo>
                  <a:pt x="171509" y="148004"/>
                </a:lnTo>
                <a:close/>
                <a:moveTo>
                  <a:pt x="763242" y="62481"/>
                </a:moveTo>
                <a:lnTo>
                  <a:pt x="763492" y="62163"/>
                </a:lnTo>
                <a:lnTo>
                  <a:pt x="763746" y="61851"/>
                </a:lnTo>
                <a:lnTo>
                  <a:pt x="764004" y="61545"/>
                </a:lnTo>
                <a:lnTo>
                  <a:pt x="764266" y="61245"/>
                </a:lnTo>
                <a:lnTo>
                  <a:pt x="764531" y="60951"/>
                </a:lnTo>
                <a:lnTo>
                  <a:pt x="764800" y="60663"/>
                </a:lnTo>
                <a:lnTo>
                  <a:pt x="765072" y="60382"/>
                </a:lnTo>
                <a:lnTo>
                  <a:pt x="765349" y="60106"/>
                </a:lnTo>
                <a:lnTo>
                  <a:pt x="765629" y="59837"/>
                </a:lnTo>
                <a:lnTo>
                  <a:pt x="765912" y="59574"/>
                </a:lnTo>
                <a:lnTo>
                  <a:pt x="766200" y="59317"/>
                </a:lnTo>
                <a:lnTo>
                  <a:pt x="766491" y="59066"/>
                </a:lnTo>
                <a:lnTo>
                  <a:pt x="766786" y="58821"/>
                </a:lnTo>
                <a:lnTo>
                  <a:pt x="767084" y="58583"/>
                </a:lnTo>
                <a:lnTo>
                  <a:pt x="767386" y="58350"/>
                </a:lnTo>
                <a:lnTo>
                  <a:pt x="767692" y="58124"/>
                </a:lnTo>
                <a:lnTo>
                  <a:pt x="768002" y="57904"/>
                </a:lnTo>
                <a:lnTo>
                  <a:pt x="768315" y="57690"/>
                </a:lnTo>
                <a:lnTo>
                  <a:pt x="768633" y="57482"/>
                </a:lnTo>
                <a:lnTo>
                  <a:pt x="768953" y="57280"/>
                </a:lnTo>
                <a:lnTo>
                  <a:pt x="769278" y="57084"/>
                </a:lnTo>
                <a:lnTo>
                  <a:pt x="769606" y="56894"/>
                </a:lnTo>
                <a:lnTo>
                  <a:pt x="769937" y="56708"/>
                </a:lnTo>
                <a:lnTo>
                  <a:pt x="770271" y="56528"/>
                </a:lnTo>
                <a:lnTo>
                  <a:pt x="770608" y="56351"/>
                </a:lnTo>
                <a:lnTo>
                  <a:pt x="770948" y="56180"/>
                </a:lnTo>
                <a:lnTo>
                  <a:pt x="771292" y="56013"/>
                </a:lnTo>
                <a:lnTo>
                  <a:pt x="771638" y="55851"/>
                </a:lnTo>
                <a:lnTo>
                  <a:pt x="771988" y="55694"/>
                </a:lnTo>
                <a:lnTo>
                  <a:pt x="772340" y="55542"/>
                </a:lnTo>
                <a:lnTo>
                  <a:pt x="772696" y="55394"/>
                </a:lnTo>
                <a:lnTo>
                  <a:pt x="773055" y="55251"/>
                </a:lnTo>
                <a:lnTo>
                  <a:pt x="773417" y="55113"/>
                </a:lnTo>
                <a:lnTo>
                  <a:pt x="773782" y="54979"/>
                </a:lnTo>
                <a:lnTo>
                  <a:pt x="774150" y="54850"/>
                </a:lnTo>
                <a:lnTo>
                  <a:pt x="774521" y="54726"/>
                </a:lnTo>
                <a:lnTo>
                  <a:pt x="774895" y="54607"/>
                </a:lnTo>
                <a:lnTo>
                  <a:pt x="775272" y="54492"/>
                </a:lnTo>
                <a:lnTo>
                  <a:pt x="775653" y="54382"/>
                </a:lnTo>
                <a:lnTo>
                  <a:pt x="776036" y="54277"/>
                </a:lnTo>
                <a:lnTo>
                  <a:pt x="776423" y="54176"/>
                </a:lnTo>
                <a:lnTo>
                  <a:pt x="776813" y="54081"/>
                </a:lnTo>
                <a:lnTo>
                  <a:pt x="777206" y="53989"/>
                </a:lnTo>
                <a:lnTo>
                  <a:pt x="777602" y="53903"/>
                </a:lnTo>
                <a:lnTo>
                  <a:pt x="778000" y="53821"/>
                </a:lnTo>
                <a:lnTo>
                  <a:pt x="778402" y="53744"/>
                </a:lnTo>
                <a:lnTo>
                  <a:pt x="778805" y="53670"/>
                </a:lnTo>
                <a:lnTo>
                  <a:pt x="779209" y="53598"/>
                </a:lnTo>
                <a:lnTo>
                  <a:pt x="779615" y="53531"/>
                </a:lnTo>
                <a:lnTo>
                  <a:pt x="780022" y="53466"/>
                </a:lnTo>
                <a:lnTo>
                  <a:pt x="780432" y="53405"/>
                </a:lnTo>
                <a:lnTo>
                  <a:pt x="780842" y="53347"/>
                </a:lnTo>
                <a:lnTo>
                  <a:pt x="781254" y="53293"/>
                </a:lnTo>
                <a:lnTo>
                  <a:pt x="781668" y="53242"/>
                </a:lnTo>
                <a:lnTo>
                  <a:pt x="782083" y="53194"/>
                </a:lnTo>
                <a:lnTo>
                  <a:pt x="782500" y="53149"/>
                </a:lnTo>
                <a:lnTo>
                  <a:pt x="782918" y="53108"/>
                </a:lnTo>
                <a:lnTo>
                  <a:pt x="783338" y="53070"/>
                </a:lnTo>
                <a:lnTo>
                  <a:pt x="783759" y="53035"/>
                </a:lnTo>
                <a:lnTo>
                  <a:pt x="784182" y="53004"/>
                </a:lnTo>
                <a:lnTo>
                  <a:pt x="784607" y="52976"/>
                </a:lnTo>
                <a:lnTo>
                  <a:pt x="785033" y="52951"/>
                </a:lnTo>
                <a:lnTo>
                  <a:pt x="785460" y="52930"/>
                </a:lnTo>
                <a:lnTo>
                  <a:pt x="785890" y="52911"/>
                </a:lnTo>
                <a:lnTo>
                  <a:pt x="786320" y="52897"/>
                </a:lnTo>
                <a:lnTo>
                  <a:pt x="786752" y="52885"/>
                </a:lnTo>
                <a:lnTo>
                  <a:pt x="787186" y="52877"/>
                </a:lnTo>
                <a:lnTo>
                  <a:pt x="787621" y="52872"/>
                </a:lnTo>
                <a:lnTo>
                  <a:pt x="788058" y="52870"/>
                </a:lnTo>
                <a:lnTo>
                  <a:pt x="790283" y="52870"/>
                </a:lnTo>
                <a:lnTo>
                  <a:pt x="790283" y="33022"/>
                </a:lnTo>
                <a:lnTo>
                  <a:pt x="788503" y="33022"/>
                </a:lnTo>
                <a:lnTo>
                  <a:pt x="787707" y="33029"/>
                </a:lnTo>
                <a:lnTo>
                  <a:pt x="786921" y="33051"/>
                </a:lnTo>
                <a:lnTo>
                  <a:pt x="786145" y="33087"/>
                </a:lnTo>
                <a:lnTo>
                  <a:pt x="785378" y="33138"/>
                </a:lnTo>
                <a:lnTo>
                  <a:pt x="784622" y="33203"/>
                </a:lnTo>
                <a:lnTo>
                  <a:pt x="783875" y="33283"/>
                </a:lnTo>
                <a:lnTo>
                  <a:pt x="783138" y="33377"/>
                </a:lnTo>
                <a:lnTo>
                  <a:pt x="782411" y="33486"/>
                </a:lnTo>
                <a:lnTo>
                  <a:pt x="781694" y="33610"/>
                </a:lnTo>
                <a:lnTo>
                  <a:pt x="780987" y="33748"/>
                </a:lnTo>
                <a:lnTo>
                  <a:pt x="780290" y="33900"/>
                </a:lnTo>
                <a:lnTo>
                  <a:pt x="779603" y="34067"/>
                </a:lnTo>
                <a:lnTo>
                  <a:pt x="778925" y="34249"/>
                </a:lnTo>
                <a:lnTo>
                  <a:pt x="778258" y="34445"/>
                </a:lnTo>
                <a:lnTo>
                  <a:pt x="777600" y="34656"/>
                </a:lnTo>
                <a:lnTo>
                  <a:pt x="776952" y="34881"/>
                </a:lnTo>
                <a:lnTo>
                  <a:pt x="776314" y="35121"/>
                </a:lnTo>
                <a:lnTo>
                  <a:pt x="775686" y="35375"/>
                </a:lnTo>
                <a:lnTo>
                  <a:pt x="775068" y="35643"/>
                </a:lnTo>
                <a:lnTo>
                  <a:pt x="774460" y="35927"/>
                </a:lnTo>
                <a:lnTo>
                  <a:pt x="773862" y="36224"/>
                </a:lnTo>
                <a:lnTo>
                  <a:pt x="773273" y="36537"/>
                </a:lnTo>
                <a:lnTo>
                  <a:pt x="772695" y="36864"/>
                </a:lnTo>
                <a:lnTo>
                  <a:pt x="772126" y="37205"/>
                </a:lnTo>
                <a:lnTo>
                  <a:pt x="771568" y="37560"/>
                </a:lnTo>
                <a:lnTo>
                  <a:pt x="771022" y="37928"/>
                </a:lnTo>
                <a:lnTo>
                  <a:pt x="770488" y="38308"/>
                </a:lnTo>
                <a:lnTo>
                  <a:pt x="769965" y="38701"/>
                </a:lnTo>
                <a:lnTo>
                  <a:pt x="769454" y="39106"/>
                </a:lnTo>
                <a:lnTo>
                  <a:pt x="768955" y="39525"/>
                </a:lnTo>
                <a:lnTo>
                  <a:pt x="768468" y="39956"/>
                </a:lnTo>
                <a:lnTo>
                  <a:pt x="767992" y="40399"/>
                </a:lnTo>
                <a:lnTo>
                  <a:pt x="767528" y="40856"/>
                </a:lnTo>
                <a:lnTo>
                  <a:pt x="767076" y="41325"/>
                </a:lnTo>
                <a:lnTo>
                  <a:pt x="766636" y="41806"/>
                </a:lnTo>
                <a:lnTo>
                  <a:pt x="766207" y="42301"/>
                </a:lnTo>
                <a:lnTo>
                  <a:pt x="765790" y="42808"/>
                </a:lnTo>
                <a:lnTo>
                  <a:pt x="765385" y="43327"/>
                </a:lnTo>
                <a:lnTo>
                  <a:pt x="764992" y="43860"/>
                </a:lnTo>
                <a:lnTo>
                  <a:pt x="764610" y="44405"/>
                </a:lnTo>
                <a:lnTo>
                  <a:pt x="764240" y="44962"/>
                </a:lnTo>
                <a:lnTo>
                  <a:pt x="763882" y="45533"/>
                </a:lnTo>
                <a:lnTo>
                  <a:pt x="763535" y="46116"/>
                </a:lnTo>
                <a:lnTo>
                  <a:pt x="763201" y="46711"/>
                </a:lnTo>
                <a:lnTo>
                  <a:pt x="762878" y="47320"/>
                </a:lnTo>
                <a:lnTo>
                  <a:pt x="762566" y="47941"/>
                </a:lnTo>
                <a:lnTo>
                  <a:pt x="762267" y="48575"/>
                </a:lnTo>
                <a:lnTo>
                  <a:pt x="761979" y="49221"/>
                </a:lnTo>
                <a:lnTo>
                  <a:pt x="761534" y="34357"/>
                </a:lnTo>
                <a:lnTo>
                  <a:pt x="738926" y="34357"/>
                </a:lnTo>
                <a:lnTo>
                  <a:pt x="738926" y="122296"/>
                </a:lnTo>
                <a:lnTo>
                  <a:pt x="762513" y="122296"/>
                </a:lnTo>
                <a:lnTo>
                  <a:pt x="762513" y="63473"/>
                </a:lnTo>
                <a:lnTo>
                  <a:pt x="762752" y="63136"/>
                </a:lnTo>
                <a:lnTo>
                  <a:pt x="762995" y="62806"/>
                </a:lnTo>
                <a:lnTo>
                  <a:pt x="763242" y="62481"/>
                </a:lnTo>
                <a:close/>
                <a:moveTo>
                  <a:pt x="830178" y="122296"/>
                </a:moveTo>
                <a:lnTo>
                  <a:pt x="830178" y="34357"/>
                </a:lnTo>
                <a:lnTo>
                  <a:pt x="806591" y="34357"/>
                </a:lnTo>
                <a:lnTo>
                  <a:pt x="806591" y="122296"/>
                </a:lnTo>
                <a:lnTo>
                  <a:pt x="830178" y="122296"/>
                </a:lnTo>
                <a:close/>
                <a:moveTo>
                  <a:pt x="1273235" y="122296"/>
                </a:moveTo>
                <a:lnTo>
                  <a:pt x="1273235" y="34357"/>
                </a:lnTo>
                <a:lnTo>
                  <a:pt x="1249648" y="34357"/>
                </a:lnTo>
                <a:lnTo>
                  <a:pt x="1249648" y="122296"/>
                </a:lnTo>
                <a:lnTo>
                  <a:pt x="1273235" y="122296"/>
                </a:lnTo>
                <a:close/>
                <a:moveTo>
                  <a:pt x="996268" y="88384"/>
                </a:moveTo>
                <a:lnTo>
                  <a:pt x="996268" y="68357"/>
                </a:lnTo>
                <a:lnTo>
                  <a:pt x="947047" y="68357"/>
                </a:lnTo>
                <a:lnTo>
                  <a:pt x="947047" y="88384"/>
                </a:lnTo>
                <a:lnTo>
                  <a:pt x="996268" y="88384"/>
                </a:lnTo>
                <a:close/>
                <a:moveTo>
                  <a:pt x="102218" y="123721"/>
                </a:moveTo>
                <a:lnTo>
                  <a:pt x="103133" y="123643"/>
                </a:lnTo>
                <a:lnTo>
                  <a:pt x="104039" y="123551"/>
                </a:lnTo>
                <a:lnTo>
                  <a:pt x="104936" y="123445"/>
                </a:lnTo>
                <a:lnTo>
                  <a:pt x="105824" y="123324"/>
                </a:lnTo>
                <a:lnTo>
                  <a:pt x="106703" y="123190"/>
                </a:lnTo>
                <a:lnTo>
                  <a:pt x="107573" y="123041"/>
                </a:lnTo>
                <a:lnTo>
                  <a:pt x="108435" y="122878"/>
                </a:lnTo>
                <a:lnTo>
                  <a:pt x="109287" y="122701"/>
                </a:lnTo>
                <a:lnTo>
                  <a:pt x="110130" y="122510"/>
                </a:lnTo>
                <a:lnTo>
                  <a:pt x="110964" y="122305"/>
                </a:lnTo>
                <a:lnTo>
                  <a:pt x="111790" y="122086"/>
                </a:lnTo>
                <a:lnTo>
                  <a:pt x="112606" y="121852"/>
                </a:lnTo>
                <a:lnTo>
                  <a:pt x="113413" y="121604"/>
                </a:lnTo>
                <a:lnTo>
                  <a:pt x="114212" y="121342"/>
                </a:lnTo>
                <a:lnTo>
                  <a:pt x="115001" y="121066"/>
                </a:lnTo>
                <a:lnTo>
                  <a:pt x="115782" y="120776"/>
                </a:lnTo>
                <a:lnTo>
                  <a:pt x="116553" y="120471"/>
                </a:lnTo>
                <a:lnTo>
                  <a:pt x="117316" y="120153"/>
                </a:lnTo>
                <a:lnTo>
                  <a:pt x="118070" y="119820"/>
                </a:lnTo>
                <a:lnTo>
                  <a:pt x="118812" y="119474"/>
                </a:lnTo>
                <a:lnTo>
                  <a:pt x="119542" y="119114"/>
                </a:lnTo>
                <a:lnTo>
                  <a:pt x="120258" y="118741"/>
                </a:lnTo>
                <a:lnTo>
                  <a:pt x="120961" y="118355"/>
                </a:lnTo>
                <a:lnTo>
                  <a:pt x="121651" y="117956"/>
                </a:lnTo>
                <a:lnTo>
                  <a:pt x="122328" y="117544"/>
                </a:lnTo>
                <a:lnTo>
                  <a:pt x="122992" y="117118"/>
                </a:lnTo>
                <a:lnTo>
                  <a:pt x="123642" y="116679"/>
                </a:lnTo>
                <a:lnTo>
                  <a:pt x="124280" y="116227"/>
                </a:lnTo>
                <a:lnTo>
                  <a:pt x="124904" y="115762"/>
                </a:lnTo>
                <a:lnTo>
                  <a:pt x="125515" y="115284"/>
                </a:lnTo>
                <a:lnTo>
                  <a:pt x="126114" y="114792"/>
                </a:lnTo>
                <a:lnTo>
                  <a:pt x="126699" y="114287"/>
                </a:lnTo>
                <a:lnTo>
                  <a:pt x="127270" y="113769"/>
                </a:lnTo>
                <a:lnTo>
                  <a:pt x="127829" y="113238"/>
                </a:lnTo>
                <a:lnTo>
                  <a:pt x="128375" y="112693"/>
                </a:lnTo>
                <a:lnTo>
                  <a:pt x="128907" y="112136"/>
                </a:lnTo>
                <a:lnTo>
                  <a:pt x="129426" y="111565"/>
                </a:lnTo>
                <a:lnTo>
                  <a:pt x="129932" y="110981"/>
                </a:lnTo>
                <a:lnTo>
                  <a:pt x="130425" y="110384"/>
                </a:lnTo>
                <a:lnTo>
                  <a:pt x="130905" y="109773"/>
                </a:lnTo>
                <a:lnTo>
                  <a:pt x="131372" y="109150"/>
                </a:lnTo>
                <a:lnTo>
                  <a:pt x="131826" y="108513"/>
                </a:lnTo>
                <a:lnTo>
                  <a:pt x="132266" y="107863"/>
                </a:lnTo>
                <a:lnTo>
                  <a:pt x="132692" y="107199"/>
                </a:lnTo>
                <a:lnTo>
                  <a:pt x="133100" y="106524"/>
                </a:lnTo>
                <a:lnTo>
                  <a:pt x="133491" y="105835"/>
                </a:lnTo>
                <a:lnTo>
                  <a:pt x="133865" y="105134"/>
                </a:lnTo>
                <a:lnTo>
                  <a:pt x="134221" y="104421"/>
                </a:lnTo>
                <a:lnTo>
                  <a:pt x="134561" y="103695"/>
                </a:lnTo>
                <a:lnTo>
                  <a:pt x="134883" y="102956"/>
                </a:lnTo>
                <a:lnTo>
                  <a:pt x="135189" y="102205"/>
                </a:lnTo>
                <a:lnTo>
                  <a:pt x="135477" y="101441"/>
                </a:lnTo>
                <a:lnTo>
                  <a:pt x="135748" y="100664"/>
                </a:lnTo>
                <a:lnTo>
                  <a:pt x="136001" y="99875"/>
                </a:lnTo>
                <a:lnTo>
                  <a:pt x="136238" y="99074"/>
                </a:lnTo>
                <a:lnTo>
                  <a:pt x="136458" y="98260"/>
                </a:lnTo>
                <a:lnTo>
                  <a:pt x="136660" y="97433"/>
                </a:lnTo>
                <a:lnTo>
                  <a:pt x="136845" y="96594"/>
                </a:lnTo>
                <a:lnTo>
                  <a:pt x="137013" y="95742"/>
                </a:lnTo>
                <a:lnTo>
                  <a:pt x="137164" y="94877"/>
                </a:lnTo>
                <a:lnTo>
                  <a:pt x="137298" y="94000"/>
                </a:lnTo>
                <a:lnTo>
                  <a:pt x="137414" y="93110"/>
                </a:lnTo>
                <a:lnTo>
                  <a:pt x="137514" y="92208"/>
                </a:lnTo>
                <a:lnTo>
                  <a:pt x="137596" y="91293"/>
                </a:lnTo>
                <a:lnTo>
                  <a:pt x="137661" y="90366"/>
                </a:lnTo>
                <a:lnTo>
                  <a:pt x="137709" y="89426"/>
                </a:lnTo>
                <a:lnTo>
                  <a:pt x="137740" y="88473"/>
                </a:lnTo>
                <a:lnTo>
                  <a:pt x="114865" y="88473"/>
                </a:lnTo>
                <a:lnTo>
                  <a:pt x="114843" y="89151"/>
                </a:lnTo>
                <a:lnTo>
                  <a:pt x="114805" y="89817"/>
                </a:lnTo>
                <a:lnTo>
                  <a:pt x="114752" y="90469"/>
                </a:lnTo>
                <a:lnTo>
                  <a:pt x="114684" y="91109"/>
                </a:lnTo>
                <a:lnTo>
                  <a:pt x="114600" y="91735"/>
                </a:lnTo>
                <a:lnTo>
                  <a:pt x="114501" y="92349"/>
                </a:lnTo>
                <a:lnTo>
                  <a:pt x="114387" y="92950"/>
                </a:lnTo>
                <a:lnTo>
                  <a:pt x="114257" y="93537"/>
                </a:lnTo>
                <a:lnTo>
                  <a:pt x="114112" y="94112"/>
                </a:lnTo>
                <a:lnTo>
                  <a:pt x="113952" y="94673"/>
                </a:lnTo>
                <a:lnTo>
                  <a:pt x="113777" y="95222"/>
                </a:lnTo>
                <a:lnTo>
                  <a:pt x="113586" y="95758"/>
                </a:lnTo>
                <a:lnTo>
                  <a:pt x="113380" y="96280"/>
                </a:lnTo>
                <a:lnTo>
                  <a:pt x="113158" y="96790"/>
                </a:lnTo>
                <a:lnTo>
                  <a:pt x="112922" y="97287"/>
                </a:lnTo>
                <a:lnTo>
                  <a:pt x="112670" y="97771"/>
                </a:lnTo>
                <a:lnTo>
                  <a:pt x="112403" y="98241"/>
                </a:lnTo>
                <a:lnTo>
                  <a:pt x="112120" y="98699"/>
                </a:lnTo>
                <a:lnTo>
                  <a:pt x="111822" y="99144"/>
                </a:lnTo>
                <a:lnTo>
                  <a:pt x="111509" y="99576"/>
                </a:lnTo>
                <a:lnTo>
                  <a:pt x="111181" y="99995"/>
                </a:lnTo>
                <a:lnTo>
                  <a:pt x="110837" y="100400"/>
                </a:lnTo>
                <a:lnTo>
                  <a:pt x="110478" y="100793"/>
                </a:lnTo>
                <a:lnTo>
                  <a:pt x="110103" y="101173"/>
                </a:lnTo>
                <a:lnTo>
                  <a:pt x="109716" y="101539"/>
                </a:lnTo>
                <a:lnTo>
                  <a:pt x="109316" y="101888"/>
                </a:lnTo>
                <a:lnTo>
                  <a:pt x="108905" y="102223"/>
                </a:lnTo>
                <a:lnTo>
                  <a:pt x="108483" y="102542"/>
                </a:lnTo>
                <a:lnTo>
                  <a:pt x="108049" y="102845"/>
                </a:lnTo>
                <a:lnTo>
                  <a:pt x="107603" y="103132"/>
                </a:lnTo>
                <a:lnTo>
                  <a:pt x="107146" y="103404"/>
                </a:lnTo>
                <a:lnTo>
                  <a:pt x="106677" y="103661"/>
                </a:lnTo>
                <a:lnTo>
                  <a:pt x="106196" y="103902"/>
                </a:lnTo>
                <a:lnTo>
                  <a:pt x="105704" y="104128"/>
                </a:lnTo>
                <a:lnTo>
                  <a:pt x="105200" y="104337"/>
                </a:lnTo>
                <a:lnTo>
                  <a:pt x="104685" y="104532"/>
                </a:lnTo>
                <a:lnTo>
                  <a:pt x="104158" y="104711"/>
                </a:lnTo>
                <a:lnTo>
                  <a:pt x="103620" y="104874"/>
                </a:lnTo>
                <a:lnTo>
                  <a:pt x="103070" y="105022"/>
                </a:lnTo>
                <a:lnTo>
                  <a:pt x="102508" y="105154"/>
                </a:lnTo>
                <a:lnTo>
                  <a:pt x="101935" y="105270"/>
                </a:lnTo>
                <a:lnTo>
                  <a:pt x="101350" y="105371"/>
                </a:lnTo>
                <a:lnTo>
                  <a:pt x="100754" y="105457"/>
                </a:lnTo>
                <a:lnTo>
                  <a:pt x="100146" y="105527"/>
                </a:lnTo>
                <a:lnTo>
                  <a:pt x="99526" y="105581"/>
                </a:lnTo>
                <a:lnTo>
                  <a:pt x="98895" y="105620"/>
                </a:lnTo>
                <a:lnTo>
                  <a:pt x="98252" y="105644"/>
                </a:lnTo>
                <a:lnTo>
                  <a:pt x="97598" y="105651"/>
                </a:lnTo>
                <a:lnTo>
                  <a:pt x="97038" y="105646"/>
                </a:lnTo>
                <a:lnTo>
                  <a:pt x="96488" y="105629"/>
                </a:lnTo>
                <a:lnTo>
                  <a:pt x="95945" y="105602"/>
                </a:lnTo>
                <a:lnTo>
                  <a:pt x="95411" y="105564"/>
                </a:lnTo>
                <a:lnTo>
                  <a:pt x="94886" y="105515"/>
                </a:lnTo>
                <a:lnTo>
                  <a:pt x="94369" y="105454"/>
                </a:lnTo>
                <a:lnTo>
                  <a:pt x="93860" y="105383"/>
                </a:lnTo>
                <a:lnTo>
                  <a:pt x="93360" y="105301"/>
                </a:lnTo>
                <a:lnTo>
                  <a:pt x="92869" y="105208"/>
                </a:lnTo>
                <a:lnTo>
                  <a:pt x="92386" y="105104"/>
                </a:lnTo>
                <a:lnTo>
                  <a:pt x="91911" y="104989"/>
                </a:lnTo>
                <a:lnTo>
                  <a:pt x="91445" y="104863"/>
                </a:lnTo>
                <a:lnTo>
                  <a:pt x="90988" y="104727"/>
                </a:lnTo>
                <a:lnTo>
                  <a:pt x="90539" y="104579"/>
                </a:lnTo>
                <a:lnTo>
                  <a:pt x="90098" y="104420"/>
                </a:lnTo>
                <a:lnTo>
                  <a:pt x="89666" y="104251"/>
                </a:lnTo>
                <a:lnTo>
                  <a:pt x="89243" y="104070"/>
                </a:lnTo>
                <a:lnTo>
                  <a:pt x="88828" y="103879"/>
                </a:lnTo>
                <a:lnTo>
                  <a:pt x="88422" y="103676"/>
                </a:lnTo>
                <a:lnTo>
                  <a:pt x="88024" y="103463"/>
                </a:lnTo>
                <a:lnTo>
                  <a:pt x="87634" y="103239"/>
                </a:lnTo>
                <a:lnTo>
                  <a:pt x="87253" y="103003"/>
                </a:lnTo>
                <a:lnTo>
                  <a:pt x="86881" y="102757"/>
                </a:lnTo>
                <a:lnTo>
                  <a:pt x="86517" y="102500"/>
                </a:lnTo>
                <a:lnTo>
                  <a:pt x="86161" y="102232"/>
                </a:lnTo>
                <a:lnTo>
                  <a:pt x="85813" y="101955"/>
                </a:lnTo>
                <a:lnTo>
                  <a:pt x="85474" y="101667"/>
                </a:lnTo>
                <a:lnTo>
                  <a:pt x="85142" y="101370"/>
                </a:lnTo>
                <a:lnTo>
                  <a:pt x="84818" y="101063"/>
                </a:lnTo>
                <a:lnTo>
                  <a:pt x="84503" y="100746"/>
                </a:lnTo>
                <a:lnTo>
                  <a:pt x="84195" y="100419"/>
                </a:lnTo>
                <a:lnTo>
                  <a:pt x="83896" y="100083"/>
                </a:lnTo>
                <a:lnTo>
                  <a:pt x="83604" y="99736"/>
                </a:lnTo>
                <a:lnTo>
                  <a:pt x="83321" y="99380"/>
                </a:lnTo>
                <a:lnTo>
                  <a:pt x="83046" y="99014"/>
                </a:lnTo>
                <a:lnTo>
                  <a:pt x="82778" y="98638"/>
                </a:lnTo>
                <a:lnTo>
                  <a:pt x="82519" y="98252"/>
                </a:lnTo>
                <a:lnTo>
                  <a:pt x="82268" y="97857"/>
                </a:lnTo>
                <a:lnTo>
                  <a:pt x="82025" y="97451"/>
                </a:lnTo>
                <a:lnTo>
                  <a:pt x="81789" y="97036"/>
                </a:lnTo>
                <a:lnTo>
                  <a:pt x="81562" y="96611"/>
                </a:lnTo>
                <a:lnTo>
                  <a:pt x="81343" y="96176"/>
                </a:lnTo>
                <a:lnTo>
                  <a:pt x="81132" y="95731"/>
                </a:lnTo>
                <a:lnTo>
                  <a:pt x="80929" y="95277"/>
                </a:lnTo>
                <a:lnTo>
                  <a:pt x="80734" y="94812"/>
                </a:lnTo>
                <a:lnTo>
                  <a:pt x="80547" y="94338"/>
                </a:lnTo>
                <a:lnTo>
                  <a:pt x="80368" y="93854"/>
                </a:lnTo>
                <a:lnTo>
                  <a:pt x="80197" y="93360"/>
                </a:lnTo>
                <a:lnTo>
                  <a:pt x="80034" y="92857"/>
                </a:lnTo>
                <a:lnTo>
                  <a:pt x="79877" y="92345"/>
                </a:lnTo>
                <a:lnTo>
                  <a:pt x="79728" y="91824"/>
                </a:lnTo>
                <a:lnTo>
                  <a:pt x="79585" y="91294"/>
                </a:lnTo>
                <a:lnTo>
                  <a:pt x="79450" y="90756"/>
                </a:lnTo>
                <a:lnTo>
                  <a:pt x="79321" y="90209"/>
                </a:lnTo>
                <a:lnTo>
                  <a:pt x="79199" y="89653"/>
                </a:lnTo>
                <a:lnTo>
                  <a:pt x="79084" y="89089"/>
                </a:lnTo>
                <a:lnTo>
                  <a:pt x="78977" y="88515"/>
                </a:lnTo>
                <a:lnTo>
                  <a:pt x="78876" y="87934"/>
                </a:lnTo>
                <a:lnTo>
                  <a:pt x="78782" y="87343"/>
                </a:lnTo>
                <a:lnTo>
                  <a:pt x="78695" y="86744"/>
                </a:lnTo>
                <a:lnTo>
                  <a:pt x="78615" y="86136"/>
                </a:lnTo>
                <a:lnTo>
                  <a:pt x="78542" y="85519"/>
                </a:lnTo>
                <a:lnTo>
                  <a:pt x="78476" y="84893"/>
                </a:lnTo>
                <a:lnTo>
                  <a:pt x="78417" y="84259"/>
                </a:lnTo>
                <a:lnTo>
                  <a:pt x="78365" y="83616"/>
                </a:lnTo>
                <a:lnTo>
                  <a:pt x="78320" y="82964"/>
                </a:lnTo>
                <a:lnTo>
                  <a:pt x="78281" y="82304"/>
                </a:lnTo>
                <a:lnTo>
                  <a:pt x="78250" y="81635"/>
                </a:lnTo>
                <a:lnTo>
                  <a:pt x="78226" y="80957"/>
                </a:lnTo>
                <a:lnTo>
                  <a:pt x="78208" y="80271"/>
                </a:lnTo>
                <a:lnTo>
                  <a:pt x="78198" y="79575"/>
                </a:lnTo>
                <a:lnTo>
                  <a:pt x="78194" y="78871"/>
                </a:lnTo>
                <a:lnTo>
                  <a:pt x="78202" y="77785"/>
                </a:lnTo>
                <a:lnTo>
                  <a:pt x="78226" y="76719"/>
                </a:lnTo>
                <a:lnTo>
                  <a:pt x="78266" y="75674"/>
                </a:lnTo>
                <a:lnTo>
                  <a:pt x="78322" y="74649"/>
                </a:lnTo>
                <a:lnTo>
                  <a:pt x="78393" y="73645"/>
                </a:lnTo>
                <a:lnTo>
                  <a:pt x="78481" y="72662"/>
                </a:lnTo>
                <a:lnTo>
                  <a:pt x="78584" y="71699"/>
                </a:lnTo>
                <a:lnTo>
                  <a:pt x="78704" y="70757"/>
                </a:lnTo>
                <a:lnTo>
                  <a:pt x="78839" y="69835"/>
                </a:lnTo>
                <a:lnTo>
                  <a:pt x="78990" y="68935"/>
                </a:lnTo>
                <a:lnTo>
                  <a:pt x="79157" y="68054"/>
                </a:lnTo>
                <a:lnTo>
                  <a:pt x="79340" y="67195"/>
                </a:lnTo>
                <a:lnTo>
                  <a:pt x="79539" y="66356"/>
                </a:lnTo>
                <a:lnTo>
                  <a:pt x="79754" y="65537"/>
                </a:lnTo>
                <a:lnTo>
                  <a:pt x="79985" y="64740"/>
                </a:lnTo>
                <a:lnTo>
                  <a:pt x="80232" y="63963"/>
                </a:lnTo>
                <a:lnTo>
                  <a:pt x="80494" y="63206"/>
                </a:lnTo>
                <a:lnTo>
                  <a:pt x="80773" y="62470"/>
                </a:lnTo>
                <a:lnTo>
                  <a:pt x="81067" y="61755"/>
                </a:lnTo>
                <a:lnTo>
                  <a:pt x="81378" y="61061"/>
                </a:lnTo>
                <a:lnTo>
                  <a:pt x="81704" y="60387"/>
                </a:lnTo>
                <a:lnTo>
                  <a:pt x="82046" y="59733"/>
                </a:lnTo>
                <a:lnTo>
                  <a:pt x="82404" y="59101"/>
                </a:lnTo>
                <a:lnTo>
                  <a:pt x="82778" y="58489"/>
                </a:lnTo>
                <a:lnTo>
                  <a:pt x="83170" y="57900"/>
                </a:lnTo>
                <a:lnTo>
                  <a:pt x="83582" y="57335"/>
                </a:lnTo>
                <a:lnTo>
                  <a:pt x="84013" y="56796"/>
                </a:lnTo>
                <a:lnTo>
                  <a:pt x="84463" y="56282"/>
                </a:lnTo>
                <a:lnTo>
                  <a:pt x="84934" y="55794"/>
                </a:lnTo>
                <a:lnTo>
                  <a:pt x="85423" y="55330"/>
                </a:lnTo>
                <a:lnTo>
                  <a:pt x="85933" y="54891"/>
                </a:lnTo>
                <a:lnTo>
                  <a:pt x="86462" y="54477"/>
                </a:lnTo>
                <a:lnTo>
                  <a:pt x="87011" y="54089"/>
                </a:lnTo>
                <a:lnTo>
                  <a:pt x="87579" y="53725"/>
                </a:lnTo>
                <a:lnTo>
                  <a:pt x="88167" y="53387"/>
                </a:lnTo>
                <a:lnTo>
                  <a:pt x="88775" y="53073"/>
                </a:lnTo>
                <a:lnTo>
                  <a:pt x="89402" y="52785"/>
                </a:lnTo>
                <a:lnTo>
                  <a:pt x="90049" y="52522"/>
                </a:lnTo>
                <a:lnTo>
                  <a:pt x="90716" y="52283"/>
                </a:lnTo>
                <a:lnTo>
                  <a:pt x="91402" y="52070"/>
                </a:lnTo>
                <a:lnTo>
                  <a:pt x="92108" y="51882"/>
                </a:lnTo>
                <a:lnTo>
                  <a:pt x="92833" y="51719"/>
                </a:lnTo>
                <a:lnTo>
                  <a:pt x="93578" y="51581"/>
                </a:lnTo>
                <a:lnTo>
                  <a:pt x="94343" y="51469"/>
                </a:lnTo>
                <a:lnTo>
                  <a:pt x="95127" y="51381"/>
                </a:lnTo>
                <a:lnTo>
                  <a:pt x="95931" y="51318"/>
                </a:lnTo>
                <a:lnTo>
                  <a:pt x="96755" y="51281"/>
                </a:lnTo>
                <a:lnTo>
                  <a:pt x="97598" y="51268"/>
                </a:lnTo>
                <a:lnTo>
                  <a:pt x="98237" y="51275"/>
                </a:lnTo>
                <a:lnTo>
                  <a:pt x="98864" y="51297"/>
                </a:lnTo>
                <a:lnTo>
                  <a:pt x="99480" y="51332"/>
                </a:lnTo>
                <a:lnTo>
                  <a:pt x="100083" y="51382"/>
                </a:lnTo>
                <a:lnTo>
                  <a:pt x="100674" y="51446"/>
                </a:lnTo>
                <a:lnTo>
                  <a:pt x="101253" y="51525"/>
                </a:lnTo>
                <a:lnTo>
                  <a:pt x="101820" y="51617"/>
                </a:lnTo>
                <a:lnTo>
                  <a:pt x="102375" y="51724"/>
                </a:lnTo>
                <a:lnTo>
                  <a:pt x="102918" y="51845"/>
                </a:lnTo>
                <a:lnTo>
                  <a:pt x="103448" y="51981"/>
                </a:lnTo>
                <a:lnTo>
                  <a:pt x="103967" y="52130"/>
                </a:lnTo>
                <a:lnTo>
                  <a:pt x="104474" y="52294"/>
                </a:lnTo>
                <a:lnTo>
                  <a:pt x="104968" y="52473"/>
                </a:lnTo>
                <a:lnTo>
                  <a:pt x="105451" y="52665"/>
                </a:lnTo>
                <a:lnTo>
                  <a:pt x="105922" y="52872"/>
                </a:lnTo>
                <a:lnTo>
                  <a:pt x="106380" y="53093"/>
                </a:lnTo>
                <a:lnTo>
                  <a:pt x="106826" y="53328"/>
                </a:lnTo>
                <a:lnTo>
                  <a:pt x="107261" y="53577"/>
                </a:lnTo>
                <a:lnTo>
                  <a:pt x="107683" y="53841"/>
                </a:lnTo>
                <a:lnTo>
                  <a:pt x="108093" y="54119"/>
                </a:lnTo>
                <a:lnTo>
                  <a:pt x="108492" y="54411"/>
                </a:lnTo>
                <a:lnTo>
                  <a:pt x="108878" y="54718"/>
                </a:lnTo>
                <a:lnTo>
                  <a:pt x="109252" y="55039"/>
                </a:lnTo>
                <a:lnTo>
                  <a:pt x="109614" y="55373"/>
                </a:lnTo>
                <a:lnTo>
                  <a:pt x="109963" y="55721"/>
                </a:lnTo>
                <a:lnTo>
                  <a:pt x="110298" y="56077"/>
                </a:lnTo>
                <a:lnTo>
                  <a:pt x="110618" y="56444"/>
                </a:lnTo>
                <a:lnTo>
                  <a:pt x="110924" y="56820"/>
                </a:lnTo>
                <a:lnTo>
                  <a:pt x="111216" y="57206"/>
                </a:lnTo>
                <a:lnTo>
                  <a:pt x="111494" y="57602"/>
                </a:lnTo>
                <a:lnTo>
                  <a:pt x="111758" y="58008"/>
                </a:lnTo>
                <a:lnTo>
                  <a:pt x="112007" y="58423"/>
                </a:lnTo>
                <a:lnTo>
                  <a:pt x="112242" y="58848"/>
                </a:lnTo>
                <a:lnTo>
                  <a:pt x="112463" y="59283"/>
                </a:lnTo>
                <a:lnTo>
                  <a:pt x="112670" y="59728"/>
                </a:lnTo>
                <a:lnTo>
                  <a:pt x="112863" y="60183"/>
                </a:lnTo>
                <a:lnTo>
                  <a:pt x="113041" y="60647"/>
                </a:lnTo>
                <a:lnTo>
                  <a:pt x="113205" y="61121"/>
                </a:lnTo>
                <a:lnTo>
                  <a:pt x="113355" y="61605"/>
                </a:lnTo>
                <a:lnTo>
                  <a:pt x="113491" y="62098"/>
                </a:lnTo>
                <a:lnTo>
                  <a:pt x="113612" y="62602"/>
                </a:lnTo>
                <a:lnTo>
                  <a:pt x="113719" y="63115"/>
                </a:lnTo>
                <a:lnTo>
                  <a:pt x="113812" y="63638"/>
                </a:lnTo>
                <a:lnTo>
                  <a:pt x="113891" y="64171"/>
                </a:lnTo>
                <a:lnTo>
                  <a:pt x="113956" y="64713"/>
                </a:lnTo>
                <a:lnTo>
                  <a:pt x="114006" y="65265"/>
                </a:lnTo>
                <a:lnTo>
                  <a:pt x="114042" y="65827"/>
                </a:lnTo>
                <a:lnTo>
                  <a:pt x="114064" y="66399"/>
                </a:lnTo>
                <a:lnTo>
                  <a:pt x="136939" y="66399"/>
                </a:lnTo>
                <a:lnTo>
                  <a:pt x="136923" y="65471"/>
                </a:lnTo>
                <a:lnTo>
                  <a:pt x="136888" y="64556"/>
                </a:lnTo>
                <a:lnTo>
                  <a:pt x="136836" y="63655"/>
                </a:lnTo>
                <a:lnTo>
                  <a:pt x="136766" y="62767"/>
                </a:lnTo>
                <a:lnTo>
                  <a:pt x="136678" y="61892"/>
                </a:lnTo>
                <a:lnTo>
                  <a:pt x="136572" y="61031"/>
                </a:lnTo>
                <a:lnTo>
                  <a:pt x="136448" y="60183"/>
                </a:lnTo>
                <a:lnTo>
                  <a:pt x="136306" y="59348"/>
                </a:lnTo>
                <a:lnTo>
                  <a:pt x="136146" y="58527"/>
                </a:lnTo>
                <a:lnTo>
                  <a:pt x="135969" y="57719"/>
                </a:lnTo>
                <a:lnTo>
                  <a:pt x="135773" y="56924"/>
                </a:lnTo>
                <a:lnTo>
                  <a:pt x="135559" y="56143"/>
                </a:lnTo>
                <a:lnTo>
                  <a:pt x="135328" y="55375"/>
                </a:lnTo>
                <a:lnTo>
                  <a:pt x="135079" y="54621"/>
                </a:lnTo>
                <a:lnTo>
                  <a:pt x="134811" y="53880"/>
                </a:lnTo>
                <a:lnTo>
                  <a:pt x="134526" y="53152"/>
                </a:lnTo>
                <a:lnTo>
                  <a:pt x="134223" y="52438"/>
                </a:lnTo>
                <a:lnTo>
                  <a:pt x="133902" y="51737"/>
                </a:lnTo>
                <a:lnTo>
                  <a:pt x="133563" y="51049"/>
                </a:lnTo>
                <a:lnTo>
                  <a:pt x="133206" y="50375"/>
                </a:lnTo>
                <a:lnTo>
                  <a:pt x="132831" y="49714"/>
                </a:lnTo>
                <a:lnTo>
                  <a:pt x="132438" y="49066"/>
                </a:lnTo>
                <a:lnTo>
                  <a:pt x="132027" y="48432"/>
                </a:lnTo>
                <a:lnTo>
                  <a:pt x="131599" y="47811"/>
                </a:lnTo>
                <a:lnTo>
                  <a:pt x="131155" y="47203"/>
                </a:lnTo>
                <a:lnTo>
                  <a:pt x="130698" y="46608"/>
                </a:lnTo>
                <a:lnTo>
                  <a:pt x="130229" y="46025"/>
                </a:lnTo>
                <a:lnTo>
                  <a:pt x="129747" y="45455"/>
                </a:lnTo>
                <a:lnTo>
                  <a:pt x="129252" y="44898"/>
                </a:lnTo>
                <a:lnTo>
                  <a:pt x="128745" y="44354"/>
                </a:lnTo>
                <a:lnTo>
                  <a:pt x="128225" y="43823"/>
                </a:lnTo>
                <a:lnTo>
                  <a:pt x="127692" y="43304"/>
                </a:lnTo>
                <a:lnTo>
                  <a:pt x="127147" y="42798"/>
                </a:lnTo>
                <a:lnTo>
                  <a:pt x="126589" y="42304"/>
                </a:lnTo>
                <a:lnTo>
                  <a:pt x="126018" y="41824"/>
                </a:lnTo>
                <a:lnTo>
                  <a:pt x="125435" y="41356"/>
                </a:lnTo>
                <a:lnTo>
                  <a:pt x="124839" y="40900"/>
                </a:lnTo>
                <a:lnTo>
                  <a:pt x="124230" y="40458"/>
                </a:lnTo>
                <a:lnTo>
                  <a:pt x="123609" y="40028"/>
                </a:lnTo>
                <a:lnTo>
                  <a:pt x="122975" y="39611"/>
                </a:lnTo>
                <a:lnTo>
                  <a:pt x="122328" y="39207"/>
                </a:lnTo>
                <a:lnTo>
                  <a:pt x="121669" y="38815"/>
                </a:lnTo>
                <a:lnTo>
                  <a:pt x="120997" y="38436"/>
                </a:lnTo>
                <a:lnTo>
                  <a:pt x="120312" y="38070"/>
                </a:lnTo>
                <a:lnTo>
                  <a:pt x="119615" y="37716"/>
                </a:lnTo>
                <a:lnTo>
                  <a:pt x="118905" y="37375"/>
                </a:lnTo>
                <a:lnTo>
                  <a:pt x="118182" y="37047"/>
                </a:lnTo>
                <a:lnTo>
                  <a:pt x="117447" y="36732"/>
                </a:lnTo>
                <a:lnTo>
                  <a:pt x="116701" y="36429"/>
                </a:lnTo>
                <a:lnTo>
                  <a:pt x="115948" y="36139"/>
                </a:lnTo>
                <a:lnTo>
                  <a:pt x="115188" y="35862"/>
                </a:lnTo>
                <a:lnTo>
                  <a:pt x="114420" y="35598"/>
                </a:lnTo>
                <a:lnTo>
                  <a:pt x="113645" y="35347"/>
                </a:lnTo>
                <a:lnTo>
                  <a:pt x="112863" y="35109"/>
                </a:lnTo>
                <a:lnTo>
                  <a:pt x="112073" y="34883"/>
                </a:lnTo>
                <a:lnTo>
                  <a:pt x="111275" y="34671"/>
                </a:lnTo>
                <a:lnTo>
                  <a:pt x="110471" y="34471"/>
                </a:lnTo>
                <a:lnTo>
                  <a:pt x="109658" y="34284"/>
                </a:lnTo>
                <a:lnTo>
                  <a:pt x="108839" y="34110"/>
                </a:lnTo>
                <a:lnTo>
                  <a:pt x="108012" y="33949"/>
                </a:lnTo>
                <a:lnTo>
                  <a:pt x="107177" y="33801"/>
                </a:lnTo>
                <a:lnTo>
                  <a:pt x="106335" y="33666"/>
                </a:lnTo>
                <a:lnTo>
                  <a:pt x="105486" y="33543"/>
                </a:lnTo>
                <a:lnTo>
                  <a:pt x="104630" y="33434"/>
                </a:lnTo>
                <a:lnTo>
                  <a:pt x="103765" y="33337"/>
                </a:lnTo>
                <a:lnTo>
                  <a:pt x="102894" y="33254"/>
                </a:lnTo>
                <a:lnTo>
                  <a:pt x="102015" y="33183"/>
                </a:lnTo>
                <a:lnTo>
                  <a:pt x="101129" y="33125"/>
                </a:lnTo>
                <a:lnTo>
                  <a:pt x="100235" y="33080"/>
                </a:lnTo>
                <a:lnTo>
                  <a:pt x="99334" y="33047"/>
                </a:lnTo>
                <a:lnTo>
                  <a:pt x="98425" y="33028"/>
                </a:lnTo>
                <a:lnTo>
                  <a:pt x="97509" y="33022"/>
                </a:lnTo>
                <a:lnTo>
                  <a:pt x="96453" y="33030"/>
                </a:lnTo>
                <a:lnTo>
                  <a:pt x="95408" y="33056"/>
                </a:lnTo>
                <a:lnTo>
                  <a:pt x="94372" y="33099"/>
                </a:lnTo>
                <a:lnTo>
                  <a:pt x="93347" y="33159"/>
                </a:lnTo>
                <a:lnTo>
                  <a:pt x="92331" y="33236"/>
                </a:lnTo>
                <a:lnTo>
                  <a:pt x="91326" y="33330"/>
                </a:lnTo>
                <a:lnTo>
                  <a:pt x="90330" y="33441"/>
                </a:lnTo>
                <a:lnTo>
                  <a:pt x="89345" y="33569"/>
                </a:lnTo>
                <a:lnTo>
                  <a:pt x="88370" y="33715"/>
                </a:lnTo>
                <a:lnTo>
                  <a:pt x="87404" y="33877"/>
                </a:lnTo>
                <a:lnTo>
                  <a:pt x="86449" y="34057"/>
                </a:lnTo>
                <a:lnTo>
                  <a:pt x="85504" y="34254"/>
                </a:lnTo>
                <a:lnTo>
                  <a:pt x="84569" y="34468"/>
                </a:lnTo>
                <a:lnTo>
                  <a:pt x="83644" y="34699"/>
                </a:lnTo>
                <a:lnTo>
                  <a:pt x="82729" y="34947"/>
                </a:lnTo>
                <a:lnTo>
                  <a:pt x="81824" y="35212"/>
                </a:lnTo>
                <a:lnTo>
                  <a:pt x="80929" y="35495"/>
                </a:lnTo>
                <a:lnTo>
                  <a:pt x="80044" y="35794"/>
                </a:lnTo>
                <a:lnTo>
                  <a:pt x="79169" y="36111"/>
                </a:lnTo>
                <a:lnTo>
                  <a:pt x="78304" y="36444"/>
                </a:lnTo>
                <a:lnTo>
                  <a:pt x="77450" y="36795"/>
                </a:lnTo>
                <a:lnTo>
                  <a:pt x="76605" y="37163"/>
                </a:lnTo>
                <a:lnTo>
                  <a:pt x="75770" y="37548"/>
                </a:lnTo>
                <a:lnTo>
                  <a:pt x="74946" y="37950"/>
                </a:lnTo>
                <a:lnTo>
                  <a:pt x="74134" y="38370"/>
                </a:lnTo>
                <a:lnTo>
                  <a:pt x="73336" y="38808"/>
                </a:lnTo>
                <a:lnTo>
                  <a:pt x="72554" y="39264"/>
                </a:lnTo>
                <a:lnTo>
                  <a:pt x="71787" y="39738"/>
                </a:lnTo>
                <a:lnTo>
                  <a:pt x="71035" y="40230"/>
                </a:lnTo>
                <a:lnTo>
                  <a:pt x="70298" y="40740"/>
                </a:lnTo>
                <a:lnTo>
                  <a:pt x="69576" y="41268"/>
                </a:lnTo>
                <a:lnTo>
                  <a:pt x="68868" y="41814"/>
                </a:lnTo>
                <a:lnTo>
                  <a:pt x="68176" y="42378"/>
                </a:lnTo>
                <a:lnTo>
                  <a:pt x="67499" y="42960"/>
                </a:lnTo>
                <a:lnTo>
                  <a:pt x="66837" y="43560"/>
                </a:lnTo>
                <a:lnTo>
                  <a:pt x="66190" y="44179"/>
                </a:lnTo>
                <a:lnTo>
                  <a:pt x="65557" y="44815"/>
                </a:lnTo>
                <a:lnTo>
                  <a:pt x="64940" y="45470"/>
                </a:lnTo>
                <a:lnTo>
                  <a:pt x="64338" y="46142"/>
                </a:lnTo>
                <a:lnTo>
                  <a:pt x="63751" y="46833"/>
                </a:lnTo>
                <a:lnTo>
                  <a:pt x="63178" y="47541"/>
                </a:lnTo>
                <a:lnTo>
                  <a:pt x="62621" y="48268"/>
                </a:lnTo>
                <a:lnTo>
                  <a:pt x="62079" y="49012"/>
                </a:lnTo>
                <a:lnTo>
                  <a:pt x="61551" y="49775"/>
                </a:lnTo>
                <a:lnTo>
                  <a:pt x="61039" y="50556"/>
                </a:lnTo>
                <a:lnTo>
                  <a:pt x="60542" y="51355"/>
                </a:lnTo>
                <a:lnTo>
                  <a:pt x="60059" y="52172"/>
                </a:lnTo>
                <a:lnTo>
                  <a:pt x="59592" y="53006"/>
                </a:lnTo>
                <a:lnTo>
                  <a:pt x="59142" y="53860"/>
                </a:lnTo>
                <a:lnTo>
                  <a:pt x="58711" y="54733"/>
                </a:lnTo>
                <a:lnTo>
                  <a:pt x="58299" y="55626"/>
                </a:lnTo>
                <a:lnTo>
                  <a:pt x="57906" y="56538"/>
                </a:lnTo>
                <a:lnTo>
                  <a:pt x="57532" y="57469"/>
                </a:lnTo>
                <a:lnTo>
                  <a:pt x="57178" y="58420"/>
                </a:lnTo>
                <a:lnTo>
                  <a:pt x="56842" y="59391"/>
                </a:lnTo>
                <a:lnTo>
                  <a:pt x="56526" y="60381"/>
                </a:lnTo>
                <a:lnTo>
                  <a:pt x="56229" y="61390"/>
                </a:lnTo>
                <a:lnTo>
                  <a:pt x="55951" y="62419"/>
                </a:lnTo>
                <a:lnTo>
                  <a:pt x="55693" y="63467"/>
                </a:lnTo>
                <a:lnTo>
                  <a:pt x="55453" y="64535"/>
                </a:lnTo>
                <a:lnTo>
                  <a:pt x="55233" y="65622"/>
                </a:lnTo>
                <a:lnTo>
                  <a:pt x="55032" y="66729"/>
                </a:lnTo>
                <a:lnTo>
                  <a:pt x="54850" y="67855"/>
                </a:lnTo>
                <a:lnTo>
                  <a:pt x="54687" y="69001"/>
                </a:lnTo>
                <a:lnTo>
                  <a:pt x="54543" y="70166"/>
                </a:lnTo>
                <a:lnTo>
                  <a:pt x="54418" y="71350"/>
                </a:lnTo>
                <a:lnTo>
                  <a:pt x="54313" y="72554"/>
                </a:lnTo>
                <a:lnTo>
                  <a:pt x="54227" y="73777"/>
                </a:lnTo>
                <a:lnTo>
                  <a:pt x="54160" y="75020"/>
                </a:lnTo>
                <a:lnTo>
                  <a:pt x="54112" y="76283"/>
                </a:lnTo>
                <a:lnTo>
                  <a:pt x="54083" y="77565"/>
                </a:lnTo>
                <a:lnTo>
                  <a:pt x="54074" y="78866"/>
                </a:lnTo>
                <a:lnTo>
                  <a:pt x="54084" y="80167"/>
                </a:lnTo>
                <a:lnTo>
                  <a:pt x="54114" y="81448"/>
                </a:lnTo>
                <a:lnTo>
                  <a:pt x="54164" y="82709"/>
                </a:lnTo>
                <a:lnTo>
                  <a:pt x="54234" y="83950"/>
                </a:lnTo>
                <a:lnTo>
                  <a:pt x="54325" y="85171"/>
                </a:lnTo>
                <a:lnTo>
                  <a:pt x="54435" y="86371"/>
                </a:lnTo>
                <a:lnTo>
                  <a:pt x="54566" y="87552"/>
                </a:lnTo>
                <a:lnTo>
                  <a:pt x="54716" y="88713"/>
                </a:lnTo>
                <a:lnTo>
                  <a:pt x="54887" y="89853"/>
                </a:lnTo>
                <a:lnTo>
                  <a:pt x="55078" y="90973"/>
                </a:lnTo>
                <a:lnTo>
                  <a:pt x="55289" y="92073"/>
                </a:lnTo>
                <a:lnTo>
                  <a:pt x="55520" y="93154"/>
                </a:lnTo>
                <a:lnTo>
                  <a:pt x="55771" y="94214"/>
                </a:lnTo>
                <a:lnTo>
                  <a:pt x="56042" y="95253"/>
                </a:lnTo>
                <a:lnTo>
                  <a:pt x="56333" y="96273"/>
                </a:lnTo>
                <a:lnTo>
                  <a:pt x="56645" y="97273"/>
                </a:lnTo>
                <a:lnTo>
                  <a:pt x="56976" y="98253"/>
                </a:lnTo>
                <a:lnTo>
                  <a:pt x="57328" y="99212"/>
                </a:lnTo>
                <a:lnTo>
                  <a:pt x="57699" y="100151"/>
                </a:lnTo>
                <a:lnTo>
                  <a:pt x="58091" y="101071"/>
                </a:lnTo>
                <a:lnTo>
                  <a:pt x="58503" y="101970"/>
                </a:lnTo>
                <a:lnTo>
                  <a:pt x="58935" y="102849"/>
                </a:lnTo>
                <a:lnTo>
                  <a:pt x="59387" y="103708"/>
                </a:lnTo>
                <a:lnTo>
                  <a:pt x="59859" y="104547"/>
                </a:lnTo>
                <a:lnTo>
                  <a:pt x="60348" y="105367"/>
                </a:lnTo>
                <a:lnTo>
                  <a:pt x="60852" y="106168"/>
                </a:lnTo>
                <a:lnTo>
                  <a:pt x="61369" y="106952"/>
                </a:lnTo>
                <a:lnTo>
                  <a:pt x="61901" y="107717"/>
                </a:lnTo>
                <a:lnTo>
                  <a:pt x="62447" y="108464"/>
                </a:lnTo>
                <a:lnTo>
                  <a:pt x="63008" y="109193"/>
                </a:lnTo>
                <a:lnTo>
                  <a:pt x="63582" y="109903"/>
                </a:lnTo>
                <a:lnTo>
                  <a:pt x="64171" y="110596"/>
                </a:lnTo>
                <a:lnTo>
                  <a:pt x="64774" y="111270"/>
                </a:lnTo>
                <a:lnTo>
                  <a:pt x="65391" y="111926"/>
                </a:lnTo>
                <a:lnTo>
                  <a:pt x="66022" y="112563"/>
                </a:lnTo>
                <a:lnTo>
                  <a:pt x="66668" y="113183"/>
                </a:lnTo>
                <a:lnTo>
                  <a:pt x="67328" y="113784"/>
                </a:lnTo>
                <a:lnTo>
                  <a:pt x="68002" y="114367"/>
                </a:lnTo>
                <a:lnTo>
                  <a:pt x="68690" y="114932"/>
                </a:lnTo>
                <a:lnTo>
                  <a:pt x="69393" y="115479"/>
                </a:lnTo>
                <a:lnTo>
                  <a:pt x="70109" y="116007"/>
                </a:lnTo>
                <a:lnTo>
                  <a:pt x="70840" y="116518"/>
                </a:lnTo>
                <a:lnTo>
                  <a:pt x="71585" y="117010"/>
                </a:lnTo>
                <a:lnTo>
                  <a:pt x="72345" y="117484"/>
                </a:lnTo>
                <a:lnTo>
                  <a:pt x="73118" y="117939"/>
                </a:lnTo>
                <a:lnTo>
                  <a:pt x="73906" y="118377"/>
                </a:lnTo>
                <a:lnTo>
                  <a:pt x="74708" y="118796"/>
                </a:lnTo>
                <a:lnTo>
                  <a:pt x="75524" y="119197"/>
                </a:lnTo>
                <a:lnTo>
                  <a:pt x="76351" y="119581"/>
                </a:lnTo>
                <a:lnTo>
                  <a:pt x="77186" y="119948"/>
                </a:lnTo>
                <a:lnTo>
                  <a:pt x="78029" y="120299"/>
                </a:lnTo>
                <a:lnTo>
                  <a:pt x="78879" y="120633"/>
                </a:lnTo>
                <a:lnTo>
                  <a:pt x="79737" y="120952"/>
                </a:lnTo>
                <a:lnTo>
                  <a:pt x="80603" y="121254"/>
                </a:lnTo>
                <a:lnTo>
                  <a:pt x="81477" y="121539"/>
                </a:lnTo>
                <a:lnTo>
                  <a:pt x="82358" y="121809"/>
                </a:lnTo>
                <a:lnTo>
                  <a:pt x="83247" y="122062"/>
                </a:lnTo>
                <a:lnTo>
                  <a:pt x="84144" y="122298"/>
                </a:lnTo>
                <a:lnTo>
                  <a:pt x="85048" y="122519"/>
                </a:lnTo>
                <a:lnTo>
                  <a:pt x="85960" y="122723"/>
                </a:lnTo>
                <a:lnTo>
                  <a:pt x="86880" y="122910"/>
                </a:lnTo>
                <a:lnTo>
                  <a:pt x="87808" y="123082"/>
                </a:lnTo>
                <a:lnTo>
                  <a:pt x="88743" y="123237"/>
                </a:lnTo>
                <a:lnTo>
                  <a:pt x="89686" y="123375"/>
                </a:lnTo>
                <a:lnTo>
                  <a:pt x="90637" y="123498"/>
                </a:lnTo>
                <a:lnTo>
                  <a:pt x="91596" y="123604"/>
                </a:lnTo>
                <a:lnTo>
                  <a:pt x="92562" y="123694"/>
                </a:lnTo>
                <a:lnTo>
                  <a:pt x="93536" y="123767"/>
                </a:lnTo>
                <a:lnTo>
                  <a:pt x="94517" y="123824"/>
                </a:lnTo>
                <a:lnTo>
                  <a:pt x="95507" y="123865"/>
                </a:lnTo>
                <a:lnTo>
                  <a:pt x="96504" y="123890"/>
                </a:lnTo>
                <a:lnTo>
                  <a:pt x="97509" y="123898"/>
                </a:lnTo>
                <a:lnTo>
                  <a:pt x="98469" y="123891"/>
                </a:lnTo>
                <a:lnTo>
                  <a:pt x="99420" y="123869"/>
                </a:lnTo>
                <a:lnTo>
                  <a:pt x="100361" y="123834"/>
                </a:lnTo>
                <a:lnTo>
                  <a:pt x="101294" y="123785"/>
                </a:lnTo>
                <a:lnTo>
                  <a:pt x="102218" y="123721"/>
                </a:lnTo>
                <a:close/>
                <a:moveTo>
                  <a:pt x="512706" y="123751"/>
                </a:moveTo>
                <a:lnTo>
                  <a:pt x="513636" y="123686"/>
                </a:lnTo>
                <a:lnTo>
                  <a:pt x="514555" y="123610"/>
                </a:lnTo>
                <a:lnTo>
                  <a:pt x="515464" y="123522"/>
                </a:lnTo>
                <a:lnTo>
                  <a:pt x="516362" y="123422"/>
                </a:lnTo>
                <a:lnTo>
                  <a:pt x="517250" y="123311"/>
                </a:lnTo>
                <a:lnTo>
                  <a:pt x="518128" y="123187"/>
                </a:lnTo>
                <a:lnTo>
                  <a:pt x="518996" y="123052"/>
                </a:lnTo>
                <a:lnTo>
                  <a:pt x="519853" y="122905"/>
                </a:lnTo>
                <a:lnTo>
                  <a:pt x="520699" y="122747"/>
                </a:lnTo>
                <a:lnTo>
                  <a:pt x="521536" y="122577"/>
                </a:lnTo>
                <a:lnTo>
                  <a:pt x="522362" y="122395"/>
                </a:lnTo>
                <a:lnTo>
                  <a:pt x="523177" y="122201"/>
                </a:lnTo>
                <a:lnTo>
                  <a:pt x="523983" y="121995"/>
                </a:lnTo>
                <a:lnTo>
                  <a:pt x="524778" y="121778"/>
                </a:lnTo>
                <a:lnTo>
                  <a:pt x="525562" y="121549"/>
                </a:lnTo>
                <a:lnTo>
                  <a:pt x="526337" y="121308"/>
                </a:lnTo>
                <a:lnTo>
                  <a:pt x="527101" y="121056"/>
                </a:lnTo>
                <a:lnTo>
                  <a:pt x="527854" y="120792"/>
                </a:lnTo>
                <a:lnTo>
                  <a:pt x="528597" y="120516"/>
                </a:lnTo>
                <a:lnTo>
                  <a:pt x="529329" y="120228"/>
                </a:lnTo>
                <a:lnTo>
                  <a:pt x="530047" y="119928"/>
                </a:lnTo>
                <a:lnTo>
                  <a:pt x="530753" y="119616"/>
                </a:lnTo>
                <a:lnTo>
                  <a:pt x="531445" y="119292"/>
                </a:lnTo>
                <a:lnTo>
                  <a:pt x="532125" y="118956"/>
                </a:lnTo>
                <a:lnTo>
                  <a:pt x="532792" y="118607"/>
                </a:lnTo>
                <a:lnTo>
                  <a:pt x="533445" y="118247"/>
                </a:lnTo>
                <a:lnTo>
                  <a:pt x="534086" y="117875"/>
                </a:lnTo>
                <a:lnTo>
                  <a:pt x="534714" y="117491"/>
                </a:lnTo>
                <a:lnTo>
                  <a:pt x="535328" y="117094"/>
                </a:lnTo>
                <a:lnTo>
                  <a:pt x="535930" y="116686"/>
                </a:lnTo>
                <a:lnTo>
                  <a:pt x="536519" y="116265"/>
                </a:lnTo>
                <a:lnTo>
                  <a:pt x="537095" y="115833"/>
                </a:lnTo>
                <a:lnTo>
                  <a:pt x="537657" y="115388"/>
                </a:lnTo>
                <a:lnTo>
                  <a:pt x="538207" y="114932"/>
                </a:lnTo>
                <a:lnTo>
                  <a:pt x="538744" y="114463"/>
                </a:lnTo>
                <a:lnTo>
                  <a:pt x="539268" y="113982"/>
                </a:lnTo>
                <a:lnTo>
                  <a:pt x="539779" y="113490"/>
                </a:lnTo>
                <a:lnTo>
                  <a:pt x="540277" y="112985"/>
                </a:lnTo>
                <a:lnTo>
                  <a:pt x="540762" y="112468"/>
                </a:lnTo>
                <a:lnTo>
                  <a:pt x="541233" y="111939"/>
                </a:lnTo>
                <a:lnTo>
                  <a:pt x="541692" y="111398"/>
                </a:lnTo>
                <a:lnTo>
                  <a:pt x="542138" y="110845"/>
                </a:lnTo>
                <a:lnTo>
                  <a:pt x="542571" y="110280"/>
                </a:lnTo>
                <a:lnTo>
                  <a:pt x="542990" y="109703"/>
                </a:lnTo>
                <a:lnTo>
                  <a:pt x="543392" y="109114"/>
                </a:lnTo>
                <a:lnTo>
                  <a:pt x="543778" y="108513"/>
                </a:lnTo>
                <a:lnTo>
                  <a:pt x="544148" y="107900"/>
                </a:lnTo>
                <a:lnTo>
                  <a:pt x="544501" y="107275"/>
                </a:lnTo>
                <a:lnTo>
                  <a:pt x="544838" y="106639"/>
                </a:lnTo>
                <a:lnTo>
                  <a:pt x="545159" y="105990"/>
                </a:lnTo>
                <a:lnTo>
                  <a:pt x="545464" y="105330"/>
                </a:lnTo>
                <a:lnTo>
                  <a:pt x="545753" y="104658"/>
                </a:lnTo>
                <a:lnTo>
                  <a:pt x="546025" y="103974"/>
                </a:lnTo>
                <a:lnTo>
                  <a:pt x="546281" y="103277"/>
                </a:lnTo>
                <a:lnTo>
                  <a:pt x="546521" y="102569"/>
                </a:lnTo>
                <a:lnTo>
                  <a:pt x="546745" y="101850"/>
                </a:lnTo>
                <a:lnTo>
                  <a:pt x="546952" y="101118"/>
                </a:lnTo>
                <a:lnTo>
                  <a:pt x="547143" y="100374"/>
                </a:lnTo>
                <a:lnTo>
                  <a:pt x="547318" y="99619"/>
                </a:lnTo>
                <a:lnTo>
                  <a:pt x="547477" y="98851"/>
                </a:lnTo>
                <a:lnTo>
                  <a:pt x="547620" y="98072"/>
                </a:lnTo>
                <a:lnTo>
                  <a:pt x="547746" y="97281"/>
                </a:lnTo>
                <a:lnTo>
                  <a:pt x="547856" y="96477"/>
                </a:lnTo>
                <a:lnTo>
                  <a:pt x="547950" y="95662"/>
                </a:lnTo>
                <a:lnTo>
                  <a:pt x="548028" y="94835"/>
                </a:lnTo>
                <a:lnTo>
                  <a:pt x="548089" y="93997"/>
                </a:lnTo>
                <a:lnTo>
                  <a:pt x="548134" y="93146"/>
                </a:lnTo>
                <a:lnTo>
                  <a:pt x="524903" y="93146"/>
                </a:lnTo>
                <a:lnTo>
                  <a:pt x="524888" y="93706"/>
                </a:lnTo>
                <a:lnTo>
                  <a:pt x="524857" y="94254"/>
                </a:lnTo>
                <a:lnTo>
                  <a:pt x="524810" y="94790"/>
                </a:lnTo>
                <a:lnTo>
                  <a:pt x="524748" y="95315"/>
                </a:lnTo>
                <a:lnTo>
                  <a:pt x="524669" y="95828"/>
                </a:lnTo>
                <a:lnTo>
                  <a:pt x="524575" y="96330"/>
                </a:lnTo>
                <a:lnTo>
                  <a:pt x="524465" y="96820"/>
                </a:lnTo>
                <a:lnTo>
                  <a:pt x="524340" y="97298"/>
                </a:lnTo>
                <a:lnTo>
                  <a:pt x="524198" y="97765"/>
                </a:lnTo>
                <a:lnTo>
                  <a:pt x="524041" y="98220"/>
                </a:lnTo>
                <a:lnTo>
                  <a:pt x="523868" y="98664"/>
                </a:lnTo>
                <a:lnTo>
                  <a:pt x="523680" y="99095"/>
                </a:lnTo>
                <a:lnTo>
                  <a:pt x="523475" y="99516"/>
                </a:lnTo>
                <a:lnTo>
                  <a:pt x="523255" y="99924"/>
                </a:lnTo>
                <a:lnTo>
                  <a:pt x="523019" y="100321"/>
                </a:lnTo>
                <a:lnTo>
                  <a:pt x="522767" y="100707"/>
                </a:lnTo>
                <a:lnTo>
                  <a:pt x="522500" y="101080"/>
                </a:lnTo>
                <a:lnTo>
                  <a:pt x="522217" y="101442"/>
                </a:lnTo>
                <a:lnTo>
                  <a:pt x="521918" y="101793"/>
                </a:lnTo>
                <a:lnTo>
                  <a:pt x="521603" y="102132"/>
                </a:lnTo>
                <a:lnTo>
                  <a:pt x="521272" y="102459"/>
                </a:lnTo>
                <a:lnTo>
                  <a:pt x="520926" y="102774"/>
                </a:lnTo>
                <a:lnTo>
                  <a:pt x="520564" y="103078"/>
                </a:lnTo>
                <a:lnTo>
                  <a:pt x="520186" y="103371"/>
                </a:lnTo>
                <a:lnTo>
                  <a:pt x="519795" y="103651"/>
                </a:lnTo>
                <a:lnTo>
                  <a:pt x="519394" y="103920"/>
                </a:lnTo>
                <a:lnTo>
                  <a:pt x="518982" y="104176"/>
                </a:lnTo>
                <a:lnTo>
                  <a:pt x="518559" y="104421"/>
                </a:lnTo>
                <a:lnTo>
                  <a:pt x="518126" y="104654"/>
                </a:lnTo>
                <a:lnTo>
                  <a:pt x="517683" y="104875"/>
                </a:lnTo>
                <a:lnTo>
                  <a:pt x="517229" y="105084"/>
                </a:lnTo>
                <a:lnTo>
                  <a:pt x="516764" y="105280"/>
                </a:lnTo>
                <a:lnTo>
                  <a:pt x="516289" y="105466"/>
                </a:lnTo>
                <a:lnTo>
                  <a:pt x="515804" y="105639"/>
                </a:lnTo>
                <a:lnTo>
                  <a:pt x="515308" y="105800"/>
                </a:lnTo>
                <a:lnTo>
                  <a:pt x="514801" y="105949"/>
                </a:lnTo>
                <a:lnTo>
                  <a:pt x="514284" y="106086"/>
                </a:lnTo>
                <a:lnTo>
                  <a:pt x="513757" y="106212"/>
                </a:lnTo>
                <a:lnTo>
                  <a:pt x="513219" y="106325"/>
                </a:lnTo>
                <a:lnTo>
                  <a:pt x="512670" y="106426"/>
                </a:lnTo>
                <a:lnTo>
                  <a:pt x="512111" y="106516"/>
                </a:lnTo>
                <a:lnTo>
                  <a:pt x="511541" y="106594"/>
                </a:lnTo>
                <a:lnTo>
                  <a:pt x="510961" y="106659"/>
                </a:lnTo>
                <a:lnTo>
                  <a:pt x="510371" y="106713"/>
                </a:lnTo>
                <a:lnTo>
                  <a:pt x="509769" y="106755"/>
                </a:lnTo>
                <a:lnTo>
                  <a:pt x="509158" y="106785"/>
                </a:lnTo>
                <a:lnTo>
                  <a:pt x="508536" y="106802"/>
                </a:lnTo>
                <a:lnTo>
                  <a:pt x="507903" y="106808"/>
                </a:lnTo>
                <a:lnTo>
                  <a:pt x="507292" y="106803"/>
                </a:lnTo>
                <a:lnTo>
                  <a:pt x="506692" y="106785"/>
                </a:lnTo>
                <a:lnTo>
                  <a:pt x="506101" y="106757"/>
                </a:lnTo>
                <a:lnTo>
                  <a:pt x="505520" y="106716"/>
                </a:lnTo>
                <a:lnTo>
                  <a:pt x="504949" y="106664"/>
                </a:lnTo>
                <a:lnTo>
                  <a:pt x="504387" y="106601"/>
                </a:lnTo>
                <a:lnTo>
                  <a:pt x="503836" y="106526"/>
                </a:lnTo>
                <a:lnTo>
                  <a:pt x="503295" y="106439"/>
                </a:lnTo>
                <a:lnTo>
                  <a:pt x="502763" y="106341"/>
                </a:lnTo>
                <a:lnTo>
                  <a:pt x="502241" y="106232"/>
                </a:lnTo>
                <a:lnTo>
                  <a:pt x="501730" y="106111"/>
                </a:lnTo>
                <a:lnTo>
                  <a:pt x="501228" y="105978"/>
                </a:lnTo>
                <a:lnTo>
                  <a:pt x="500736" y="105834"/>
                </a:lnTo>
                <a:lnTo>
                  <a:pt x="500253" y="105678"/>
                </a:lnTo>
                <a:lnTo>
                  <a:pt x="499781" y="105511"/>
                </a:lnTo>
                <a:lnTo>
                  <a:pt x="499319" y="105332"/>
                </a:lnTo>
                <a:lnTo>
                  <a:pt x="498866" y="105142"/>
                </a:lnTo>
                <a:lnTo>
                  <a:pt x="498424" y="104940"/>
                </a:lnTo>
                <a:lnTo>
                  <a:pt x="497991" y="104727"/>
                </a:lnTo>
                <a:lnTo>
                  <a:pt x="497568" y="104502"/>
                </a:lnTo>
                <a:lnTo>
                  <a:pt x="497156" y="104266"/>
                </a:lnTo>
                <a:lnTo>
                  <a:pt x="496753" y="104018"/>
                </a:lnTo>
                <a:lnTo>
                  <a:pt x="496359" y="103758"/>
                </a:lnTo>
                <a:lnTo>
                  <a:pt x="495976" y="103487"/>
                </a:lnTo>
                <a:lnTo>
                  <a:pt x="495602" y="103207"/>
                </a:lnTo>
                <a:lnTo>
                  <a:pt x="495237" y="102919"/>
                </a:lnTo>
                <a:lnTo>
                  <a:pt x="494880" y="102623"/>
                </a:lnTo>
                <a:lnTo>
                  <a:pt x="494531" y="102320"/>
                </a:lnTo>
                <a:lnTo>
                  <a:pt x="494191" y="102010"/>
                </a:lnTo>
                <a:lnTo>
                  <a:pt x="493859" y="101692"/>
                </a:lnTo>
                <a:lnTo>
                  <a:pt x="493536" y="101366"/>
                </a:lnTo>
                <a:lnTo>
                  <a:pt x="493222" y="101034"/>
                </a:lnTo>
                <a:lnTo>
                  <a:pt x="492916" y="100694"/>
                </a:lnTo>
                <a:lnTo>
                  <a:pt x="492618" y="100346"/>
                </a:lnTo>
                <a:lnTo>
                  <a:pt x="492329" y="99991"/>
                </a:lnTo>
                <a:lnTo>
                  <a:pt x="492049" y="99629"/>
                </a:lnTo>
                <a:lnTo>
                  <a:pt x="491777" y="99259"/>
                </a:lnTo>
                <a:lnTo>
                  <a:pt x="491513" y="98882"/>
                </a:lnTo>
                <a:lnTo>
                  <a:pt x="491258" y="98497"/>
                </a:lnTo>
                <a:lnTo>
                  <a:pt x="491012" y="98105"/>
                </a:lnTo>
                <a:lnTo>
                  <a:pt x="490774" y="97705"/>
                </a:lnTo>
                <a:lnTo>
                  <a:pt x="490544" y="97298"/>
                </a:lnTo>
                <a:lnTo>
                  <a:pt x="490323" y="96884"/>
                </a:lnTo>
                <a:lnTo>
                  <a:pt x="490110" y="96462"/>
                </a:lnTo>
                <a:lnTo>
                  <a:pt x="489906" y="96033"/>
                </a:lnTo>
                <a:lnTo>
                  <a:pt x="489711" y="95596"/>
                </a:lnTo>
                <a:lnTo>
                  <a:pt x="489524" y="95152"/>
                </a:lnTo>
                <a:lnTo>
                  <a:pt x="489345" y="94701"/>
                </a:lnTo>
                <a:lnTo>
                  <a:pt x="489174" y="94244"/>
                </a:lnTo>
                <a:lnTo>
                  <a:pt x="489010" y="93785"/>
                </a:lnTo>
                <a:lnTo>
                  <a:pt x="488852" y="93322"/>
                </a:lnTo>
                <a:lnTo>
                  <a:pt x="488701" y="92857"/>
                </a:lnTo>
                <a:lnTo>
                  <a:pt x="488557" y="92389"/>
                </a:lnTo>
                <a:lnTo>
                  <a:pt x="488419" y="91918"/>
                </a:lnTo>
                <a:lnTo>
                  <a:pt x="488288" y="91444"/>
                </a:lnTo>
                <a:lnTo>
                  <a:pt x="488163" y="90968"/>
                </a:lnTo>
                <a:lnTo>
                  <a:pt x="488046" y="90488"/>
                </a:lnTo>
                <a:lnTo>
                  <a:pt x="487934" y="90006"/>
                </a:lnTo>
                <a:lnTo>
                  <a:pt x="487830" y="89521"/>
                </a:lnTo>
                <a:lnTo>
                  <a:pt x="487732" y="89033"/>
                </a:lnTo>
                <a:lnTo>
                  <a:pt x="487641" y="88542"/>
                </a:lnTo>
                <a:lnTo>
                  <a:pt x="487556" y="88048"/>
                </a:lnTo>
                <a:lnTo>
                  <a:pt x="487478" y="87552"/>
                </a:lnTo>
                <a:lnTo>
                  <a:pt x="487407" y="87052"/>
                </a:lnTo>
                <a:lnTo>
                  <a:pt x="487342" y="86550"/>
                </a:lnTo>
                <a:lnTo>
                  <a:pt x="487284" y="86045"/>
                </a:lnTo>
                <a:lnTo>
                  <a:pt x="487233" y="85537"/>
                </a:lnTo>
                <a:lnTo>
                  <a:pt x="487188" y="85026"/>
                </a:lnTo>
                <a:lnTo>
                  <a:pt x="487150" y="84513"/>
                </a:lnTo>
                <a:lnTo>
                  <a:pt x="487118" y="83996"/>
                </a:lnTo>
                <a:lnTo>
                  <a:pt x="487094" y="83477"/>
                </a:lnTo>
                <a:lnTo>
                  <a:pt x="487075" y="82955"/>
                </a:lnTo>
                <a:lnTo>
                  <a:pt x="548045" y="82955"/>
                </a:lnTo>
                <a:lnTo>
                  <a:pt x="548060" y="82871"/>
                </a:lnTo>
                <a:lnTo>
                  <a:pt x="548074" y="82784"/>
                </a:lnTo>
                <a:lnTo>
                  <a:pt x="548088" y="82694"/>
                </a:lnTo>
                <a:lnTo>
                  <a:pt x="548102" y="82601"/>
                </a:lnTo>
                <a:lnTo>
                  <a:pt x="548116" y="82505"/>
                </a:lnTo>
                <a:lnTo>
                  <a:pt x="548129" y="82406"/>
                </a:lnTo>
                <a:lnTo>
                  <a:pt x="548142" y="82304"/>
                </a:lnTo>
                <a:lnTo>
                  <a:pt x="548154" y="82200"/>
                </a:lnTo>
                <a:lnTo>
                  <a:pt x="548166" y="82092"/>
                </a:lnTo>
                <a:lnTo>
                  <a:pt x="548178" y="81981"/>
                </a:lnTo>
                <a:lnTo>
                  <a:pt x="548190" y="81867"/>
                </a:lnTo>
                <a:lnTo>
                  <a:pt x="548201" y="81751"/>
                </a:lnTo>
                <a:lnTo>
                  <a:pt x="548212" y="81631"/>
                </a:lnTo>
                <a:lnTo>
                  <a:pt x="548223" y="81509"/>
                </a:lnTo>
                <a:lnTo>
                  <a:pt x="548233" y="81383"/>
                </a:lnTo>
                <a:lnTo>
                  <a:pt x="548243" y="81255"/>
                </a:lnTo>
                <a:lnTo>
                  <a:pt x="548253" y="81123"/>
                </a:lnTo>
                <a:lnTo>
                  <a:pt x="548262" y="80989"/>
                </a:lnTo>
                <a:lnTo>
                  <a:pt x="548271" y="80852"/>
                </a:lnTo>
                <a:lnTo>
                  <a:pt x="548280" y="80711"/>
                </a:lnTo>
                <a:lnTo>
                  <a:pt x="548289" y="80568"/>
                </a:lnTo>
                <a:lnTo>
                  <a:pt x="548297" y="80422"/>
                </a:lnTo>
                <a:lnTo>
                  <a:pt x="548305" y="80272"/>
                </a:lnTo>
                <a:lnTo>
                  <a:pt x="548312" y="80120"/>
                </a:lnTo>
                <a:lnTo>
                  <a:pt x="548320" y="79968"/>
                </a:lnTo>
                <a:lnTo>
                  <a:pt x="548327" y="79818"/>
                </a:lnTo>
                <a:lnTo>
                  <a:pt x="548333" y="79671"/>
                </a:lnTo>
                <a:lnTo>
                  <a:pt x="548340" y="79527"/>
                </a:lnTo>
                <a:lnTo>
                  <a:pt x="548346" y="79385"/>
                </a:lnTo>
                <a:lnTo>
                  <a:pt x="548351" y="79246"/>
                </a:lnTo>
                <a:lnTo>
                  <a:pt x="548357" y="79110"/>
                </a:lnTo>
                <a:lnTo>
                  <a:pt x="548362" y="78976"/>
                </a:lnTo>
                <a:lnTo>
                  <a:pt x="548367" y="78845"/>
                </a:lnTo>
                <a:lnTo>
                  <a:pt x="548371" y="78716"/>
                </a:lnTo>
                <a:lnTo>
                  <a:pt x="548375" y="78590"/>
                </a:lnTo>
                <a:lnTo>
                  <a:pt x="548379" y="78467"/>
                </a:lnTo>
                <a:lnTo>
                  <a:pt x="548383" y="78347"/>
                </a:lnTo>
                <a:lnTo>
                  <a:pt x="548386" y="78229"/>
                </a:lnTo>
                <a:lnTo>
                  <a:pt x="548389" y="78114"/>
                </a:lnTo>
                <a:lnTo>
                  <a:pt x="548391" y="78001"/>
                </a:lnTo>
                <a:lnTo>
                  <a:pt x="548394" y="77892"/>
                </a:lnTo>
                <a:lnTo>
                  <a:pt x="548396" y="77784"/>
                </a:lnTo>
                <a:lnTo>
                  <a:pt x="548397" y="77680"/>
                </a:lnTo>
                <a:lnTo>
                  <a:pt x="548399" y="77578"/>
                </a:lnTo>
                <a:lnTo>
                  <a:pt x="548400" y="77479"/>
                </a:lnTo>
                <a:lnTo>
                  <a:pt x="548401" y="77382"/>
                </a:lnTo>
                <a:lnTo>
                  <a:pt x="548401" y="77288"/>
                </a:lnTo>
                <a:lnTo>
                  <a:pt x="548401" y="77197"/>
                </a:lnTo>
                <a:lnTo>
                  <a:pt x="548382" y="75444"/>
                </a:lnTo>
                <a:lnTo>
                  <a:pt x="548323" y="73726"/>
                </a:lnTo>
                <a:lnTo>
                  <a:pt x="548225" y="72041"/>
                </a:lnTo>
                <a:lnTo>
                  <a:pt x="548089" y="70390"/>
                </a:lnTo>
                <a:lnTo>
                  <a:pt x="547913" y="68773"/>
                </a:lnTo>
                <a:lnTo>
                  <a:pt x="547698" y="67190"/>
                </a:lnTo>
                <a:lnTo>
                  <a:pt x="547443" y="65641"/>
                </a:lnTo>
                <a:lnTo>
                  <a:pt x="547150" y="64126"/>
                </a:lnTo>
                <a:lnTo>
                  <a:pt x="546818" y="62645"/>
                </a:lnTo>
                <a:lnTo>
                  <a:pt x="546447" y="61197"/>
                </a:lnTo>
                <a:lnTo>
                  <a:pt x="546036" y="59784"/>
                </a:lnTo>
                <a:lnTo>
                  <a:pt x="545586" y="58404"/>
                </a:lnTo>
                <a:lnTo>
                  <a:pt x="545098" y="57058"/>
                </a:lnTo>
                <a:lnTo>
                  <a:pt x="544570" y="55746"/>
                </a:lnTo>
                <a:lnTo>
                  <a:pt x="544003" y="54468"/>
                </a:lnTo>
                <a:lnTo>
                  <a:pt x="543397" y="53224"/>
                </a:lnTo>
                <a:lnTo>
                  <a:pt x="542752" y="52014"/>
                </a:lnTo>
                <a:lnTo>
                  <a:pt x="542068" y="50838"/>
                </a:lnTo>
                <a:lnTo>
                  <a:pt x="541345" y="49696"/>
                </a:lnTo>
                <a:lnTo>
                  <a:pt x="540582" y="48587"/>
                </a:lnTo>
                <a:lnTo>
                  <a:pt x="539781" y="47513"/>
                </a:lnTo>
                <a:lnTo>
                  <a:pt x="538940" y="46472"/>
                </a:lnTo>
                <a:lnTo>
                  <a:pt x="538061" y="45465"/>
                </a:lnTo>
                <a:lnTo>
                  <a:pt x="537142" y="44492"/>
                </a:lnTo>
                <a:lnTo>
                  <a:pt x="536190" y="43556"/>
                </a:lnTo>
                <a:lnTo>
                  <a:pt x="535209" y="42660"/>
                </a:lnTo>
                <a:lnTo>
                  <a:pt x="534200" y="41804"/>
                </a:lnTo>
                <a:lnTo>
                  <a:pt x="533163" y="40987"/>
                </a:lnTo>
                <a:lnTo>
                  <a:pt x="532097" y="40211"/>
                </a:lnTo>
                <a:lnTo>
                  <a:pt x="531003" y="39474"/>
                </a:lnTo>
                <a:lnTo>
                  <a:pt x="529881" y="38777"/>
                </a:lnTo>
                <a:lnTo>
                  <a:pt x="528731" y="38120"/>
                </a:lnTo>
                <a:lnTo>
                  <a:pt x="527552" y="37502"/>
                </a:lnTo>
                <a:lnTo>
                  <a:pt x="526345" y="36925"/>
                </a:lnTo>
                <a:lnTo>
                  <a:pt x="525110" y="36387"/>
                </a:lnTo>
                <a:lnTo>
                  <a:pt x="523847" y="35889"/>
                </a:lnTo>
                <a:lnTo>
                  <a:pt x="522555" y="35431"/>
                </a:lnTo>
                <a:lnTo>
                  <a:pt x="521235" y="35013"/>
                </a:lnTo>
                <a:lnTo>
                  <a:pt x="519886" y="34635"/>
                </a:lnTo>
                <a:lnTo>
                  <a:pt x="518510" y="34296"/>
                </a:lnTo>
                <a:lnTo>
                  <a:pt x="517105" y="33997"/>
                </a:lnTo>
                <a:lnTo>
                  <a:pt x="515672" y="33739"/>
                </a:lnTo>
                <a:lnTo>
                  <a:pt x="514210" y="33519"/>
                </a:lnTo>
                <a:lnTo>
                  <a:pt x="512721" y="33340"/>
                </a:lnTo>
                <a:lnTo>
                  <a:pt x="511203" y="33201"/>
                </a:lnTo>
                <a:lnTo>
                  <a:pt x="509656" y="33101"/>
                </a:lnTo>
                <a:lnTo>
                  <a:pt x="508082" y="33042"/>
                </a:lnTo>
                <a:lnTo>
                  <a:pt x="506479" y="33022"/>
                </a:lnTo>
                <a:lnTo>
                  <a:pt x="505322" y="33031"/>
                </a:lnTo>
                <a:lnTo>
                  <a:pt x="504181" y="33059"/>
                </a:lnTo>
                <a:lnTo>
                  <a:pt x="503054" y="33107"/>
                </a:lnTo>
                <a:lnTo>
                  <a:pt x="501943" y="33173"/>
                </a:lnTo>
                <a:lnTo>
                  <a:pt x="500848" y="33258"/>
                </a:lnTo>
                <a:lnTo>
                  <a:pt x="499767" y="33362"/>
                </a:lnTo>
                <a:lnTo>
                  <a:pt x="498702" y="33485"/>
                </a:lnTo>
                <a:lnTo>
                  <a:pt x="497652" y="33627"/>
                </a:lnTo>
                <a:lnTo>
                  <a:pt x="496618" y="33788"/>
                </a:lnTo>
                <a:lnTo>
                  <a:pt x="495599" y="33968"/>
                </a:lnTo>
                <a:lnTo>
                  <a:pt x="494595" y="34166"/>
                </a:lnTo>
                <a:lnTo>
                  <a:pt x="493606" y="34384"/>
                </a:lnTo>
                <a:lnTo>
                  <a:pt x="492633" y="34620"/>
                </a:lnTo>
                <a:lnTo>
                  <a:pt x="491675" y="34876"/>
                </a:lnTo>
                <a:lnTo>
                  <a:pt x="490732" y="35150"/>
                </a:lnTo>
                <a:lnTo>
                  <a:pt x="489805" y="35443"/>
                </a:lnTo>
                <a:lnTo>
                  <a:pt x="488893" y="35756"/>
                </a:lnTo>
                <a:lnTo>
                  <a:pt x="487996" y="36087"/>
                </a:lnTo>
                <a:lnTo>
                  <a:pt x="487115" y="36437"/>
                </a:lnTo>
                <a:lnTo>
                  <a:pt x="486248" y="36806"/>
                </a:lnTo>
                <a:lnTo>
                  <a:pt x="485398" y="37193"/>
                </a:lnTo>
                <a:lnTo>
                  <a:pt x="484562" y="37600"/>
                </a:lnTo>
                <a:lnTo>
                  <a:pt x="483742" y="38026"/>
                </a:lnTo>
                <a:lnTo>
                  <a:pt x="482937" y="38471"/>
                </a:lnTo>
                <a:lnTo>
                  <a:pt x="482147" y="38933"/>
                </a:lnTo>
                <a:lnTo>
                  <a:pt x="481374" y="39411"/>
                </a:lnTo>
                <a:lnTo>
                  <a:pt x="480617" y="39905"/>
                </a:lnTo>
                <a:lnTo>
                  <a:pt x="479876" y="40416"/>
                </a:lnTo>
                <a:lnTo>
                  <a:pt x="479151" y="40942"/>
                </a:lnTo>
                <a:lnTo>
                  <a:pt x="478442" y="41485"/>
                </a:lnTo>
                <a:lnTo>
                  <a:pt x="477749" y="42044"/>
                </a:lnTo>
                <a:lnTo>
                  <a:pt x="477072" y="42619"/>
                </a:lnTo>
                <a:lnTo>
                  <a:pt x="476411" y="43210"/>
                </a:lnTo>
                <a:lnTo>
                  <a:pt x="475767" y="43817"/>
                </a:lnTo>
                <a:lnTo>
                  <a:pt x="475138" y="44440"/>
                </a:lnTo>
                <a:lnTo>
                  <a:pt x="474525" y="45079"/>
                </a:lnTo>
                <a:lnTo>
                  <a:pt x="473929" y="45735"/>
                </a:lnTo>
                <a:lnTo>
                  <a:pt x="473349" y="46406"/>
                </a:lnTo>
                <a:lnTo>
                  <a:pt x="472784" y="47094"/>
                </a:lnTo>
                <a:lnTo>
                  <a:pt x="472236" y="47798"/>
                </a:lnTo>
                <a:lnTo>
                  <a:pt x="471704" y="48518"/>
                </a:lnTo>
                <a:lnTo>
                  <a:pt x="471188" y="49254"/>
                </a:lnTo>
                <a:lnTo>
                  <a:pt x="470688" y="50006"/>
                </a:lnTo>
                <a:lnTo>
                  <a:pt x="470204" y="50774"/>
                </a:lnTo>
                <a:lnTo>
                  <a:pt x="469736" y="51558"/>
                </a:lnTo>
                <a:lnTo>
                  <a:pt x="469284" y="52359"/>
                </a:lnTo>
                <a:lnTo>
                  <a:pt x="468848" y="53175"/>
                </a:lnTo>
                <a:lnTo>
                  <a:pt x="468429" y="54008"/>
                </a:lnTo>
                <a:lnTo>
                  <a:pt x="468025" y="54855"/>
                </a:lnTo>
                <a:lnTo>
                  <a:pt x="467640" y="55716"/>
                </a:lnTo>
                <a:lnTo>
                  <a:pt x="467271" y="56590"/>
                </a:lnTo>
                <a:lnTo>
                  <a:pt x="466919" y="57477"/>
                </a:lnTo>
                <a:lnTo>
                  <a:pt x="466585" y="58378"/>
                </a:lnTo>
                <a:lnTo>
                  <a:pt x="466267" y="59293"/>
                </a:lnTo>
                <a:lnTo>
                  <a:pt x="465967" y="60221"/>
                </a:lnTo>
                <a:lnTo>
                  <a:pt x="465684" y="61162"/>
                </a:lnTo>
                <a:lnTo>
                  <a:pt x="465418" y="62117"/>
                </a:lnTo>
                <a:lnTo>
                  <a:pt x="465170" y="63085"/>
                </a:lnTo>
                <a:lnTo>
                  <a:pt x="464938" y="64067"/>
                </a:lnTo>
                <a:lnTo>
                  <a:pt x="464724" y="65062"/>
                </a:lnTo>
                <a:lnTo>
                  <a:pt x="464526" y="66071"/>
                </a:lnTo>
                <a:lnTo>
                  <a:pt x="464346" y="67093"/>
                </a:lnTo>
                <a:lnTo>
                  <a:pt x="464183" y="68128"/>
                </a:lnTo>
                <a:lnTo>
                  <a:pt x="464037" y="69177"/>
                </a:lnTo>
                <a:lnTo>
                  <a:pt x="463909" y="70240"/>
                </a:lnTo>
                <a:lnTo>
                  <a:pt x="463797" y="71316"/>
                </a:lnTo>
                <a:lnTo>
                  <a:pt x="463703" y="72405"/>
                </a:lnTo>
                <a:lnTo>
                  <a:pt x="463626" y="73508"/>
                </a:lnTo>
                <a:lnTo>
                  <a:pt x="463566" y="74624"/>
                </a:lnTo>
                <a:lnTo>
                  <a:pt x="463523" y="75754"/>
                </a:lnTo>
                <a:lnTo>
                  <a:pt x="463497" y="76897"/>
                </a:lnTo>
                <a:lnTo>
                  <a:pt x="463489" y="78054"/>
                </a:lnTo>
                <a:lnTo>
                  <a:pt x="463497" y="79247"/>
                </a:lnTo>
                <a:lnTo>
                  <a:pt x="463524" y="80427"/>
                </a:lnTo>
                <a:lnTo>
                  <a:pt x="463568" y="81592"/>
                </a:lnTo>
                <a:lnTo>
                  <a:pt x="463630" y="82742"/>
                </a:lnTo>
                <a:lnTo>
                  <a:pt x="463709" y="83878"/>
                </a:lnTo>
                <a:lnTo>
                  <a:pt x="463806" y="85000"/>
                </a:lnTo>
                <a:lnTo>
                  <a:pt x="463920" y="86108"/>
                </a:lnTo>
                <a:lnTo>
                  <a:pt x="464052" y="87201"/>
                </a:lnTo>
                <a:lnTo>
                  <a:pt x="464202" y="88279"/>
                </a:lnTo>
                <a:lnTo>
                  <a:pt x="464369" y="89344"/>
                </a:lnTo>
                <a:lnTo>
                  <a:pt x="464554" y="90393"/>
                </a:lnTo>
                <a:lnTo>
                  <a:pt x="464757" y="91429"/>
                </a:lnTo>
                <a:lnTo>
                  <a:pt x="464977" y="92450"/>
                </a:lnTo>
                <a:lnTo>
                  <a:pt x="465215" y="93457"/>
                </a:lnTo>
                <a:lnTo>
                  <a:pt x="465470" y="94449"/>
                </a:lnTo>
                <a:lnTo>
                  <a:pt x="465743" y="95427"/>
                </a:lnTo>
                <a:lnTo>
                  <a:pt x="466034" y="96391"/>
                </a:lnTo>
                <a:lnTo>
                  <a:pt x="466342" y="97340"/>
                </a:lnTo>
                <a:lnTo>
                  <a:pt x="466668" y="98275"/>
                </a:lnTo>
                <a:lnTo>
                  <a:pt x="467012" y="99195"/>
                </a:lnTo>
                <a:lnTo>
                  <a:pt x="467373" y="100102"/>
                </a:lnTo>
                <a:lnTo>
                  <a:pt x="467752" y="100993"/>
                </a:lnTo>
                <a:lnTo>
                  <a:pt x="468148" y="101871"/>
                </a:lnTo>
                <a:lnTo>
                  <a:pt x="468562" y="102734"/>
                </a:lnTo>
                <a:lnTo>
                  <a:pt x="468993" y="103581"/>
                </a:lnTo>
                <a:lnTo>
                  <a:pt x="469441" y="104411"/>
                </a:lnTo>
                <a:lnTo>
                  <a:pt x="469905" y="105225"/>
                </a:lnTo>
                <a:lnTo>
                  <a:pt x="470387" y="106022"/>
                </a:lnTo>
                <a:lnTo>
                  <a:pt x="470885" y="106802"/>
                </a:lnTo>
                <a:lnTo>
                  <a:pt x="471399" y="107566"/>
                </a:lnTo>
                <a:lnTo>
                  <a:pt x="471930" y="108312"/>
                </a:lnTo>
                <a:lnTo>
                  <a:pt x="472478" y="109043"/>
                </a:lnTo>
                <a:lnTo>
                  <a:pt x="473043" y="109756"/>
                </a:lnTo>
                <a:lnTo>
                  <a:pt x="473624" y="110453"/>
                </a:lnTo>
                <a:lnTo>
                  <a:pt x="474222" y="111132"/>
                </a:lnTo>
                <a:lnTo>
                  <a:pt x="474837" y="111796"/>
                </a:lnTo>
                <a:lnTo>
                  <a:pt x="475468" y="112442"/>
                </a:lnTo>
                <a:lnTo>
                  <a:pt x="476116" y="113072"/>
                </a:lnTo>
                <a:lnTo>
                  <a:pt x="476781" y="113685"/>
                </a:lnTo>
                <a:lnTo>
                  <a:pt x="477463" y="114281"/>
                </a:lnTo>
                <a:lnTo>
                  <a:pt x="478161" y="114861"/>
                </a:lnTo>
                <a:lnTo>
                  <a:pt x="478876" y="115423"/>
                </a:lnTo>
                <a:lnTo>
                  <a:pt x="479607" y="115969"/>
                </a:lnTo>
                <a:lnTo>
                  <a:pt x="480355" y="116499"/>
                </a:lnTo>
                <a:lnTo>
                  <a:pt x="481120" y="117011"/>
                </a:lnTo>
                <a:lnTo>
                  <a:pt x="481902" y="117507"/>
                </a:lnTo>
                <a:lnTo>
                  <a:pt x="482700" y="117986"/>
                </a:lnTo>
                <a:lnTo>
                  <a:pt x="483515" y="118449"/>
                </a:lnTo>
                <a:lnTo>
                  <a:pt x="484347" y="118894"/>
                </a:lnTo>
                <a:lnTo>
                  <a:pt x="485194" y="119319"/>
                </a:lnTo>
                <a:lnTo>
                  <a:pt x="486057" y="119726"/>
                </a:lnTo>
                <a:lnTo>
                  <a:pt x="486937" y="120114"/>
                </a:lnTo>
                <a:lnTo>
                  <a:pt x="487833" y="120483"/>
                </a:lnTo>
                <a:lnTo>
                  <a:pt x="488744" y="120833"/>
                </a:lnTo>
                <a:lnTo>
                  <a:pt x="489672" y="121164"/>
                </a:lnTo>
                <a:lnTo>
                  <a:pt x="490616" y="121476"/>
                </a:lnTo>
                <a:lnTo>
                  <a:pt x="491576" y="121769"/>
                </a:lnTo>
                <a:lnTo>
                  <a:pt x="492552" y="122044"/>
                </a:lnTo>
                <a:lnTo>
                  <a:pt x="493544" y="122299"/>
                </a:lnTo>
                <a:lnTo>
                  <a:pt x="494552" y="122536"/>
                </a:lnTo>
                <a:lnTo>
                  <a:pt x="495576" y="122753"/>
                </a:lnTo>
                <a:lnTo>
                  <a:pt x="496617" y="122952"/>
                </a:lnTo>
                <a:lnTo>
                  <a:pt x="497673" y="123132"/>
                </a:lnTo>
                <a:lnTo>
                  <a:pt x="498745" y="123292"/>
                </a:lnTo>
                <a:lnTo>
                  <a:pt x="499834" y="123434"/>
                </a:lnTo>
                <a:lnTo>
                  <a:pt x="500938" y="123557"/>
                </a:lnTo>
                <a:lnTo>
                  <a:pt x="502059" y="123661"/>
                </a:lnTo>
                <a:lnTo>
                  <a:pt x="503196" y="123746"/>
                </a:lnTo>
                <a:lnTo>
                  <a:pt x="504348" y="123813"/>
                </a:lnTo>
                <a:lnTo>
                  <a:pt x="505517" y="123860"/>
                </a:lnTo>
                <a:lnTo>
                  <a:pt x="506702" y="123888"/>
                </a:lnTo>
                <a:lnTo>
                  <a:pt x="507903" y="123898"/>
                </a:lnTo>
                <a:lnTo>
                  <a:pt x="508884" y="123892"/>
                </a:lnTo>
                <a:lnTo>
                  <a:pt x="509855" y="123874"/>
                </a:lnTo>
                <a:lnTo>
                  <a:pt x="510816" y="123845"/>
                </a:lnTo>
                <a:lnTo>
                  <a:pt x="511766" y="123804"/>
                </a:lnTo>
                <a:lnTo>
                  <a:pt x="512706" y="123751"/>
                </a:lnTo>
                <a:close/>
                <a:moveTo>
                  <a:pt x="487768" y="64408"/>
                </a:moveTo>
                <a:lnTo>
                  <a:pt x="487902" y="63734"/>
                </a:lnTo>
                <a:lnTo>
                  <a:pt x="488052" y="63075"/>
                </a:lnTo>
                <a:lnTo>
                  <a:pt x="488218" y="62431"/>
                </a:lnTo>
                <a:lnTo>
                  <a:pt x="488400" y="61802"/>
                </a:lnTo>
                <a:lnTo>
                  <a:pt x="488599" y="61188"/>
                </a:lnTo>
                <a:lnTo>
                  <a:pt x="488814" y="60589"/>
                </a:lnTo>
                <a:lnTo>
                  <a:pt x="489045" y="60005"/>
                </a:lnTo>
                <a:lnTo>
                  <a:pt x="489292" y="59436"/>
                </a:lnTo>
                <a:lnTo>
                  <a:pt x="489556" y="58882"/>
                </a:lnTo>
                <a:lnTo>
                  <a:pt x="489835" y="58343"/>
                </a:lnTo>
                <a:lnTo>
                  <a:pt x="490131" y="57819"/>
                </a:lnTo>
                <a:lnTo>
                  <a:pt x="490444" y="57309"/>
                </a:lnTo>
                <a:lnTo>
                  <a:pt x="490772" y="56815"/>
                </a:lnTo>
                <a:lnTo>
                  <a:pt x="491117" y="56336"/>
                </a:lnTo>
                <a:lnTo>
                  <a:pt x="491478" y="55871"/>
                </a:lnTo>
                <a:lnTo>
                  <a:pt x="491855" y="55422"/>
                </a:lnTo>
                <a:lnTo>
                  <a:pt x="492248" y="54988"/>
                </a:lnTo>
                <a:lnTo>
                  <a:pt x="492658" y="54568"/>
                </a:lnTo>
                <a:lnTo>
                  <a:pt x="493083" y="54164"/>
                </a:lnTo>
                <a:lnTo>
                  <a:pt x="493523" y="53775"/>
                </a:lnTo>
                <a:lnTo>
                  <a:pt x="493972" y="53403"/>
                </a:lnTo>
                <a:lnTo>
                  <a:pt x="494432" y="53047"/>
                </a:lnTo>
                <a:lnTo>
                  <a:pt x="494902" y="52708"/>
                </a:lnTo>
                <a:lnTo>
                  <a:pt x="495382" y="52385"/>
                </a:lnTo>
                <a:lnTo>
                  <a:pt x="495873" y="52079"/>
                </a:lnTo>
                <a:lnTo>
                  <a:pt x="496374" y="51790"/>
                </a:lnTo>
                <a:lnTo>
                  <a:pt x="496886" y="51517"/>
                </a:lnTo>
                <a:lnTo>
                  <a:pt x="497408" y="51260"/>
                </a:lnTo>
                <a:lnTo>
                  <a:pt x="497940" y="51020"/>
                </a:lnTo>
                <a:lnTo>
                  <a:pt x="498483" y="50797"/>
                </a:lnTo>
                <a:lnTo>
                  <a:pt x="499036" y="50590"/>
                </a:lnTo>
                <a:lnTo>
                  <a:pt x="499599" y="50400"/>
                </a:lnTo>
                <a:lnTo>
                  <a:pt x="500173" y="50226"/>
                </a:lnTo>
                <a:lnTo>
                  <a:pt x="500757" y="50069"/>
                </a:lnTo>
                <a:lnTo>
                  <a:pt x="501351" y="49928"/>
                </a:lnTo>
                <a:lnTo>
                  <a:pt x="501956" y="49804"/>
                </a:lnTo>
                <a:lnTo>
                  <a:pt x="502571" y="49697"/>
                </a:lnTo>
                <a:lnTo>
                  <a:pt x="503196" y="49606"/>
                </a:lnTo>
                <a:lnTo>
                  <a:pt x="503832" y="49531"/>
                </a:lnTo>
                <a:lnTo>
                  <a:pt x="504478" y="49473"/>
                </a:lnTo>
                <a:lnTo>
                  <a:pt x="505135" y="49432"/>
                </a:lnTo>
                <a:lnTo>
                  <a:pt x="505802" y="49407"/>
                </a:lnTo>
                <a:lnTo>
                  <a:pt x="506479" y="49399"/>
                </a:lnTo>
                <a:lnTo>
                  <a:pt x="507142" y="49407"/>
                </a:lnTo>
                <a:lnTo>
                  <a:pt x="507794" y="49431"/>
                </a:lnTo>
                <a:lnTo>
                  <a:pt x="508436" y="49471"/>
                </a:lnTo>
                <a:lnTo>
                  <a:pt x="509069" y="49527"/>
                </a:lnTo>
                <a:lnTo>
                  <a:pt x="509691" y="49600"/>
                </a:lnTo>
                <a:lnTo>
                  <a:pt x="510304" y="49688"/>
                </a:lnTo>
                <a:lnTo>
                  <a:pt x="510906" y="49793"/>
                </a:lnTo>
                <a:lnTo>
                  <a:pt x="511498" y="49913"/>
                </a:lnTo>
                <a:lnTo>
                  <a:pt x="512080" y="50050"/>
                </a:lnTo>
                <a:lnTo>
                  <a:pt x="512652" y="50202"/>
                </a:lnTo>
                <a:lnTo>
                  <a:pt x="513214" y="50371"/>
                </a:lnTo>
                <a:lnTo>
                  <a:pt x="513766" y="50556"/>
                </a:lnTo>
                <a:lnTo>
                  <a:pt x="514308" y="50757"/>
                </a:lnTo>
                <a:lnTo>
                  <a:pt x="514840" y="50974"/>
                </a:lnTo>
                <a:lnTo>
                  <a:pt x="515362" y="51207"/>
                </a:lnTo>
                <a:lnTo>
                  <a:pt x="515874" y="51456"/>
                </a:lnTo>
                <a:lnTo>
                  <a:pt x="516376" y="51721"/>
                </a:lnTo>
                <a:lnTo>
                  <a:pt x="516868" y="52002"/>
                </a:lnTo>
                <a:lnTo>
                  <a:pt x="517350" y="52300"/>
                </a:lnTo>
                <a:lnTo>
                  <a:pt x="517821" y="52613"/>
                </a:lnTo>
                <a:lnTo>
                  <a:pt x="518283" y="52942"/>
                </a:lnTo>
                <a:lnTo>
                  <a:pt x="518734" y="53288"/>
                </a:lnTo>
                <a:lnTo>
                  <a:pt x="519176" y="53650"/>
                </a:lnTo>
                <a:lnTo>
                  <a:pt x="519608" y="54027"/>
                </a:lnTo>
                <a:lnTo>
                  <a:pt x="520026" y="54421"/>
                </a:lnTo>
                <a:lnTo>
                  <a:pt x="520427" y="54831"/>
                </a:lnTo>
                <a:lnTo>
                  <a:pt x="520811" y="55258"/>
                </a:lnTo>
                <a:lnTo>
                  <a:pt x="521179" y="55701"/>
                </a:lnTo>
                <a:lnTo>
                  <a:pt x="521529" y="56161"/>
                </a:lnTo>
                <a:lnTo>
                  <a:pt x="521863" y="56636"/>
                </a:lnTo>
                <a:lnTo>
                  <a:pt x="522180" y="57128"/>
                </a:lnTo>
                <a:lnTo>
                  <a:pt x="522481" y="57637"/>
                </a:lnTo>
                <a:lnTo>
                  <a:pt x="522764" y="58162"/>
                </a:lnTo>
                <a:lnTo>
                  <a:pt x="523030" y="58703"/>
                </a:lnTo>
                <a:lnTo>
                  <a:pt x="523280" y="59261"/>
                </a:lnTo>
                <a:lnTo>
                  <a:pt x="523513" y="59835"/>
                </a:lnTo>
                <a:lnTo>
                  <a:pt x="523729" y="60425"/>
                </a:lnTo>
                <a:lnTo>
                  <a:pt x="523928" y="61032"/>
                </a:lnTo>
                <a:lnTo>
                  <a:pt x="524110" y="61655"/>
                </a:lnTo>
                <a:lnTo>
                  <a:pt x="524275" y="62295"/>
                </a:lnTo>
                <a:lnTo>
                  <a:pt x="524424" y="62951"/>
                </a:lnTo>
                <a:lnTo>
                  <a:pt x="524556" y="63623"/>
                </a:lnTo>
                <a:lnTo>
                  <a:pt x="524671" y="64312"/>
                </a:lnTo>
                <a:lnTo>
                  <a:pt x="524769" y="65017"/>
                </a:lnTo>
                <a:lnTo>
                  <a:pt x="524850" y="65739"/>
                </a:lnTo>
                <a:lnTo>
                  <a:pt x="524914" y="66477"/>
                </a:lnTo>
                <a:lnTo>
                  <a:pt x="524962" y="67231"/>
                </a:lnTo>
                <a:lnTo>
                  <a:pt x="524992" y="68001"/>
                </a:lnTo>
                <a:lnTo>
                  <a:pt x="487343" y="68001"/>
                </a:lnTo>
                <a:lnTo>
                  <a:pt x="487395" y="67253"/>
                </a:lnTo>
                <a:lnTo>
                  <a:pt x="487464" y="66519"/>
                </a:lnTo>
                <a:lnTo>
                  <a:pt x="487549" y="65800"/>
                </a:lnTo>
                <a:lnTo>
                  <a:pt x="487650" y="65097"/>
                </a:lnTo>
                <a:lnTo>
                  <a:pt x="487768" y="64408"/>
                </a:lnTo>
                <a:close/>
                <a:moveTo>
                  <a:pt x="679284" y="123667"/>
                </a:moveTo>
                <a:lnTo>
                  <a:pt x="680332" y="123566"/>
                </a:lnTo>
                <a:lnTo>
                  <a:pt x="681367" y="123446"/>
                </a:lnTo>
                <a:lnTo>
                  <a:pt x="682390" y="123307"/>
                </a:lnTo>
                <a:lnTo>
                  <a:pt x="683402" y="123151"/>
                </a:lnTo>
                <a:lnTo>
                  <a:pt x="684401" y="122975"/>
                </a:lnTo>
                <a:lnTo>
                  <a:pt x="685389" y="122782"/>
                </a:lnTo>
                <a:lnTo>
                  <a:pt x="686365" y="122570"/>
                </a:lnTo>
                <a:lnTo>
                  <a:pt x="687328" y="122339"/>
                </a:lnTo>
                <a:lnTo>
                  <a:pt x="688280" y="122090"/>
                </a:lnTo>
                <a:lnTo>
                  <a:pt x="689220" y="121823"/>
                </a:lnTo>
                <a:lnTo>
                  <a:pt x="690149" y="121537"/>
                </a:lnTo>
                <a:lnTo>
                  <a:pt x="691065" y="121232"/>
                </a:lnTo>
                <a:lnTo>
                  <a:pt x="691969" y="120909"/>
                </a:lnTo>
                <a:lnTo>
                  <a:pt x="692862" y="120568"/>
                </a:lnTo>
                <a:lnTo>
                  <a:pt x="693742" y="120208"/>
                </a:lnTo>
                <a:lnTo>
                  <a:pt x="694611" y="119830"/>
                </a:lnTo>
                <a:lnTo>
                  <a:pt x="695468" y="119434"/>
                </a:lnTo>
                <a:lnTo>
                  <a:pt x="696313" y="119019"/>
                </a:lnTo>
                <a:lnTo>
                  <a:pt x="697146" y="118585"/>
                </a:lnTo>
                <a:lnTo>
                  <a:pt x="697965" y="118134"/>
                </a:lnTo>
                <a:lnTo>
                  <a:pt x="698769" y="117666"/>
                </a:lnTo>
                <a:lnTo>
                  <a:pt x="699558" y="117182"/>
                </a:lnTo>
                <a:lnTo>
                  <a:pt x="700331" y="116681"/>
                </a:lnTo>
                <a:lnTo>
                  <a:pt x="701089" y="116163"/>
                </a:lnTo>
                <a:lnTo>
                  <a:pt x="701832" y="115629"/>
                </a:lnTo>
                <a:lnTo>
                  <a:pt x="702560" y="115079"/>
                </a:lnTo>
                <a:lnTo>
                  <a:pt x="703272" y="114512"/>
                </a:lnTo>
                <a:lnTo>
                  <a:pt x="703969" y="113928"/>
                </a:lnTo>
                <a:lnTo>
                  <a:pt x="704651" y="113328"/>
                </a:lnTo>
                <a:lnTo>
                  <a:pt x="705317" y="112711"/>
                </a:lnTo>
                <a:lnTo>
                  <a:pt x="705968" y="112077"/>
                </a:lnTo>
                <a:lnTo>
                  <a:pt x="706604" y="111427"/>
                </a:lnTo>
                <a:lnTo>
                  <a:pt x="707225" y="110761"/>
                </a:lnTo>
                <a:lnTo>
                  <a:pt x="707830" y="110078"/>
                </a:lnTo>
                <a:lnTo>
                  <a:pt x="708420" y="109378"/>
                </a:lnTo>
                <a:lnTo>
                  <a:pt x="708994" y="108662"/>
                </a:lnTo>
                <a:lnTo>
                  <a:pt x="709554" y="107929"/>
                </a:lnTo>
                <a:lnTo>
                  <a:pt x="710098" y="107179"/>
                </a:lnTo>
                <a:lnTo>
                  <a:pt x="710626" y="106414"/>
                </a:lnTo>
                <a:lnTo>
                  <a:pt x="711140" y="105631"/>
                </a:lnTo>
                <a:lnTo>
                  <a:pt x="711638" y="104832"/>
                </a:lnTo>
                <a:lnTo>
                  <a:pt x="712121" y="104016"/>
                </a:lnTo>
                <a:lnTo>
                  <a:pt x="712588" y="103184"/>
                </a:lnTo>
                <a:lnTo>
                  <a:pt x="713039" y="102336"/>
                </a:lnTo>
                <a:lnTo>
                  <a:pt x="713470" y="101473"/>
                </a:lnTo>
                <a:lnTo>
                  <a:pt x="713882" y="100596"/>
                </a:lnTo>
                <a:lnTo>
                  <a:pt x="714275" y="99704"/>
                </a:lnTo>
                <a:lnTo>
                  <a:pt x="714648" y="98797"/>
                </a:lnTo>
                <a:lnTo>
                  <a:pt x="715003" y="97875"/>
                </a:lnTo>
                <a:lnTo>
                  <a:pt x="715338" y="96939"/>
                </a:lnTo>
                <a:lnTo>
                  <a:pt x="715654" y="95988"/>
                </a:lnTo>
                <a:lnTo>
                  <a:pt x="715951" y="95023"/>
                </a:lnTo>
                <a:lnTo>
                  <a:pt x="716229" y="94042"/>
                </a:lnTo>
                <a:lnTo>
                  <a:pt x="716488" y="93047"/>
                </a:lnTo>
                <a:lnTo>
                  <a:pt x="716727" y="92037"/>
                </a:lnTo>
                <a:lnTo>
                  <a:pt x="716947" y="91013"/>
                </a:lnTo>
                <a:lnTo>
                  <a:pt x="717149" y="89974"/>
                </a:lnTo>
                <a:lnTo>
                  <a:pt x="717331" y="88920"/>
                </a:lnTo>
                <a:lnTo>
                  <a:pt x="717494" y="87851"/>
                </a:lnTo>
                <a:lnTo>
                  <a:pt x="717637" y="86768"/>
                </a:lnTo>
                <a:lnTo>
                  <a:pt x="717762" y="85670"/>
                </a:lnTo>
                <a:lnTo>
                  <a:pt x="717867" y="84558"/>
                </a:lnTo>
                <a:lnTo>
                  <a:pt x="717953" y="83430"/>
                </a:lnTo>
                <a:lnTo>
                  <a:pt x="718021" y="82288"/>
                </a:lnTo>
                <a:lnTo>
                  <a:pt x="718068" y="81132"/>
                </a:lnTo>
                <a:lnTo>
                  <a:pt x="718097" y="79960"/>
                </a:lnTo>
                <a:lnTo>
                  <a:pt x="718107" y="78774"/>
                </a:lnTo>
                <a:lnTo>
                  <a:pt x="718097" y="77566"/>
                </a:lnTo>
                <a:lnTo>
                  <a:pt x="718068" y="76373"/>
                </a:lnTo>
                <a:lnTo>
                  <a:pt x="718021" y="75195"/>
                </a:lnTo>
                <a:lnTo>
                  <a:pt x="717953" y="74032"/>
                </a:lnTo>
                <a:lnTo>
                  <a:pt x="717867" y="72885"/>
                </a:lnTo>
                <a:lnTo>
                  <a:pt x="717762" y="71753"/>
                </a:lnTo>
                <a:lnTo>
                  <a:pt x="717637" y="70635"/>
                </a:lnTo>
                <a:lnTo>
                  <a:pt x="717494" y="69533"/>
                </a:lnTo>
                <a:lnTo>
                  <a:pt x="717331" y="68446"/>
                </a:lnTo>
                <a:lnTo>
                  <a:pt x="717149" y="67375"/>
                </a:lnTo>
                <a:lnTo>
                  <a:pt x="716947" y="66318"/>
                </a:lnTo>
                <a:lnTo>
                  <a:pt x="716727" y="65277"/>
                </a:lnTo>
                <a:lnTo>
                  <a:pt x="716488" y="64251"/>
                </a:lnTo>
                <a:lnTo>
                  <a:pt x="716229" y="63240"/>
                </a:lnTo>
                <a:lnTo>
                  <a:pt x="715951" y="62244"/>
                </a:lnTo>
                <a:lnTo>
                  <a:pt x="715654" y="61263"/>
                </a:lnTo>
                <a:lnTo>
                  <a:pt x="715338" y="60298"/>
                </a:lnTo>
                <a:lnTo>
                  <a:pt x="715003" y="59347"/>
                </a:lnTo>
                <a:lnTo>
                  <a:pt x="714648" y="58412"/>
                </a:lnTo>
                <a:lnTo>
                  <a:pt x="714275" y="57492"/>
                </a:lnTo>
                <a:lnTo>
                  <a:pt x="713882" y="56587"/>
                </a:lnTo>
                <a:lnTo>
                  <a:pt x="713470" y="55697"/>
                </a:lnTo>
                <a:lnTo>
                  <a:pt x="713039" y="54823"/>
                </a:lnTo>
                <a:lnTo>
                  <a:pt x="712588" y="53963"/>
                </a:lnTo>
                <a:lnTo>
                  <a:pt x="712121" y="53120"/>
                </a:lnTo>
                <a:lnTo>
                  <a:pt x="711638" y="52293"/>
                </a:lnTo>
                <a:lnTo>
                  <a:pt x="711140" y="51483"/>
                </a:lnTo>
                <a:lnTo>
                  <a:pt x="710626" y="50690"/>
                </a:lnTo>
                <a:lnTo>
                  <a:pt x="710098" y="49914"/>
                </a:lnTo>
                <a:lnTo>
                  <a:pt x="709554" y="49155"/>
                </a:lnTo>
                <a:lnTo>
                  <a:pt x="708994" y="48413"/>
                </a:lnTo>
                <a:lnTo>
                  <a:pt x="708420" y="47688"/>
                </a:lnTo>
                <a:lnTo>
                  <a:pt x="707830" y="46979"/>
                </a:lnTo>
                <a:lnTo>
                  <a:pt x="707225" y="46288"/>
                </a:lnTo>
                <a:lnTo>
                  <a:pt x="706604" y="45613"/>
                </a:lnTo>
                <a:lnTo>
                  <a:pt x="705968" y="44956"/>
                </a:lnTo>
                <a:lnTo>
                  <a:pt x="705317" y="44315"/>
                </a:lnTo>
                <a:lnTo>
                  <a:pt x="704651" y="43691"/>
                </a:lnTo>
                <a:lnTo>
                  <a:pt x="703969" y="43084"/>
                </a:lnTo>
                <a:lnTo>
                  <a:pt x="703272" y="42494"/>
                </a:lnTo>
                <a:lnTo>
                  <a:pt x="702560" y="41921"/>
                </a:lnTo>
                <a:lnTo>
                  <a:pt x="701832" y="41364"/>
                </a:lnTo>
                <a:lnTo>
                  <a:pt x="701089" y="40825"/>
                </a:lnTo>
                <a:lnTo>
                  <a:pt x="700331" y="40302"/>
                </a:lnTo>
                <a:lnTo>
                  <a:pt x="699558" y="39797"/>
                </a:lnTo>
                <a:lnTo>
                  <a:pt x="698769" y="39308"/>
                </a:lnTo>
                <a:lnTo>
                  <a:pt x="697965" y="38836"/>
                </a:lnTo>
                <a:lnTo>
                  <a:pt x="697146" y="38382"/>
                </a:lnTo>
                <a:lnTo>
                  <a:pt x="696313" y="37944"/>
                </a:lnTo>
                <a:lnTo>
                  <a:pt x="695468" y="37525"/>
                </a:lnTo>
                <a:lnTo>
                  <a:pt x="694611" y="37125"/>
                </a:lnTo>
                <a:lnTo>
                  <a:pt x="693742" y="36744"/>
                </a:lnTo>
                <a:lnTo>
                  <a:pt x="692862" y="36381"/>
                </a:lnTo>
                <a:lnTo>
                  <a:pt x="691969" y="36037"/>
                </a:lnTo>
                <a:lnTo>
                  <a:pt x="691065" y="35711"/>
                </a:lnTo>
                <a:lnTo>
                  <a:pt x="690149" y="35404"/>
                </a:lnTo>
                <a:lnTo>
                  <a:pt x="689220" y="35115"/>
                </a:lnTo>
                <a:lnTo>
                  <a:pt x="688280" y="34845"/>
                </a:lnTo>
                <a:lnTo>
                  <a:pt x="687328" y="34594"/>
                </a:lnTo>
                <a:lnTo>
                  <a:pt x="686365" y="34362"/>
                </a:lnTo>
                <a:lnTo>
                  <a:pt x="685389" y="34148"/>
                </a:lnTo>
                <a:lnTo>
                  <a:pt x="684401" y="33952"/>
                </a:lnTo>
                <a:lnTo>
                  <a:pt x="683402" y="33775"/>
                </a:lnTo>
                <a:lnTo>
                  <a:pt x="682390" y="33617"/>
                </a:lnTo>
                <a:lnTo>
                  <a:pt x="681367" y="33478"/>
                </a:lnTo>
                <a:lnTo>
                  <a:pt x="680332" y="33357"/>
                </a:lnTo>
                <a:lnTo>
                  <a:pt x="679284" y="33254"/>
                </a:lnTo>
                <a:lnTo>
                  <a:pt x="678225" y="33170"/>
                </a:lnTo>
                <a:lnTo>
                  <a:pt x="677154" y="33105"/>
                </a:lnTo>
                <a:lnTo>
                  <a:pt x="676072" y="33059"/>
                </a:lnTo>
                <a:lnTo>
                  <a:pt x="674977" y="33031"/>
                </a:lnTo>
                <a:lnTo>
                  <a:pt x="673870" y="33022"/>
                </a:lnTo>
                <a:lnTo>
                  <a:pt x="672778" y="33031"/>
                </a:lnTo>
                <a:lnTo>
                  <a:pt x="671697" y="33059"/>
                </a:lnTo>
                <a:lnTo>
                  <a:pt x="670628" y="33105"/>
                </a:lnTo>
                <a:lnTo>
                  <a:pt x="669569" y="33170"/>
                </a:lnTo>
                <a:lnTo>
                  <a:pt x="668522" y="33254"/>
                </a:lnTo>
                <a:lnTo>
                  <a:pt x="667487" y="33357"/>
                </a:lnTo>
                <a:lnTo>
                  <a:pt x="666462" y="33478"/>
                </a:lnTo>
                <a:lnTo>
                  <a:pt x="665449" y="33617"/>
                </a:lnTo>
                <a:lnTo>
                  <a:pt x="664447" y="33775"/>
                </a:lnTo>
                <a:lnTo>
                  <a:pt x="663457" y="33952"/>
                </a:lnTo>
                <a:lnTo>
                  <a:pt x="662477" y="34148"/>
                </a:lnTo>
                <a:lnTo>
                  <a:pt x="661509" y="34362"/>
                </a:lnTo>
                <a:lnTo>
                  <a:pt x="660553" y="34594"/>
                </a:lnTo>
                <a:lnTo>
                  <a:pt x="659607" y="34845"/>
                </a:lnTo>
                <a:lnTo>
                  <a:pt x="658673" y="35115"/>
                </a:lnTo>
                <a:lnTo>
                  <a:pt x="657750" y="35404"/>
                </a:lnTo>
                <a:lnTo>
                  <a:pt x="656838" y="35711"/>
                </a:lnTo>
                <a:lnTo>
                  <a:pt x="655938" y="36037"/>
                </a:lnTo>
                <a:lnTo>
                  <a:pt x="655049" y="36381"/>
                </a:lnTo>
                <a:lnTo>
                  <a:pt x="654171" y="36744"/>
                </a:lnTo>
                <a:lnTo>
                  <a:pt x="653305" y="37125"/>
                </a:lnTo>
                <a:lnTo>
                  <a:pt x="652450" y="37525"/>
                </a:lnTo>
                <a:lnTo>
                  <a:pt x="651606" y="37944"/>
                </a:lnTo>
                <a:lnTo>
                  <a:pt x="650773" y="38382"/>
                </a:lnTo>
                <a:lnTo>
                  <a:pt x="649954" y="38836"/>
                </a:lnTo>
                <a:lnTo>
                  <a:pt x="649150" y="39308"/>
                </a:lnTo>
                <a:lnTo>
                  <a:pt x="648362" y="39797"/>
                </a:lnTo>
                <a:lnTo>
                  <a:pt x="647590" y="40302"/>
                </a:lnTo>
                <a:lnTo>
                  <a:pt x="646833" y="40825"/>
                </a:lnTo>
                <a:lnTo>
                  <a:pt x="646092" y="41364"/>
                </a:lnTo>
                <a:lnTo>
                  <a:pt x="645366" y="41921"/>
                </a:lnTo>
                <a:lnTo>
                  <a:pt x="644656" y="42494"/>
                </a:lnTo>
                <a:lnTo>
                  <a:pt x="643962" y="43084"/>
                </a:lnTo>
                <a:lnTo>
                  <a:pt x="643283" y="43691"/>
                </a:lnTo>
                <a:lnTo>
                  <a:pt x="642620" y="44315"/>
                </a:lnTo>
                <a:lnTo>
                  <a:pt x="641972" y="44956"/>
                </a:lnTo>
                <a:lnTo>
                  <a:pt x="641340" y="45613"/>
                </a:lnTo>
                <a:lnTo>
                  <a:pt x="640724" y="46288"/>
                </a:lnTo>
                <a:lnTo>
                  <a:pt x="640123" y="46979"/>
                </a:lnTo>
                <a:lnTo>
                  <a:pt x="639538" y="47688"/>
                </a:lnTo>
                <a:lnTo>
                  <a:pt x="638969" y="48413"/>
                </a:lnTo>
                <a:lnTo>
                  <a:pt x="638415" y="49155"/>
                </a:lnTo>
                <a:lnTo>
                  <a:pt x="637877" y="49914"/>
                </a:lnTo>
                <a:lnTo>
                  <a:pt x="637354" y="50690"/>
                </a:lnTo>
                <a:lnTo>
                  <a:pt x="636847" y="51483"/>
                </a:lnTo>
                <a:lnTo>
                  <a:pt x="636355" y="52293"/>
                </a:lnTo>
                <a:lnTo>
                  <a:pt x="635879" y="53120"/>
                </a:lnTo>
                <a:lnTo>
                  <a:pt x="635419" y="53963"/>
                </a:lnTo>
                <a:lnTo>
                  <a:pt x="634976" y="54823"/>
                </a:lnTo>
                <a:lnTo>
                  <a:pt x="634552" y="55697"/>
                </a:lnTo>
                <a:lnTo>
                  <a:pt x="634147" y="56587"/>
                </a:lnTo>
                <a:lnTo>
                  <a:pt x="633760" y="57492"/>
                </a:lnTo>
                <a:lnTo>
                  <a:pt x="633393" y="58412"/>
                </a:lnTo>
                <a:lnTo>
                  <a:pt x="633044" y="59347"/>
                </a:lnTo>
                <a:lnTo>
                  <a:pt x="632714" y="60298"/>
                </a:lnTo>
                <a:lnTo>
                  <a:pt x="632403" y="61263"/>
                </a:lnTo>
                <a:lnTo>
                  <a:pt x="632111" y="62244"/>
                </a:lnTo>
                <a:lnTo>
                  <a:pt x="631837" y="63240"/>
                </a:lnTo>
                <a:lnTo>
                  <a:pt x="631583" y="64251"/>
                </a:lnTo>
                <a:lnTo>
                  <a:pt x="631347" y="65277"/>
                </a:lnTo>
                <a:lnTo>
                  <a:pt x="631130" y="66318"/>
                </a:lnTo>
                <a:lnTo>
                  <a:pt x="630932" y="67375"/>
                </a:lnTo>
                <a:lnTo>
                  <a:pt x="630753" y="68446"/>
                </a:lnTo>
                <a:lnTo>
                  <a:pt x="630593" y="69533"/>
                </a:lnTo>
                <a:lnTo>
                  <a:pt x="630452" y="70635"/>
                </a:lnTo>
                <a:lnTo>
                  <a:pt x="630329" y="71753"/>
                </a:lnTo>
                <a:lnTo>
                  <a:pt x="630225" y="72885"/>
                </a:lnTo>
                <a:lnTo>
                  <a:pt x="630141" y="74032"/>
                </a:lnTo>
                <a:lnTo>
                  <a:pt x="630075" y="75195"/>
                </a:lnTo>
                <a:lnTo>
                  <a:pt x="630027" y="76373"/>
                </a:lnTo>
                <a:lnTo>
                  <a:pt x="629999" y="77566"/>
                </a:lnTo>
                <a:lnTo>
                  <a:pt x="629990" y="78774"/>
                </a:lnTo>
                <a:lnTo>
                  <a:pt x="629999" y="79960"/>
                </a:lnTo>
                <a:lnTo>
                  <a:pt x="630027" y="81132"/>
                </a:lnTo>
                <a:lnTo>
                  <a:pt x="630075" y="82288"/>
                </a:lnTo>
                <a:lnTo>
                  <a:pt x="630141" y="83430"/>
                </a:lnTo>
                <a:lnTo>
                  <a:pt x="630225" y="84558"/>
                </a:lnTo>
                <a:lnTo>
                  <a:pt x="630329" y="85670"/>
                </a:lnTo>
                <a:lnTo>
                  <a:pt x="630452" y="86768"/>
                </a:lnTo>
                <a:lnTo>
                  <a:pt x="630593" y="87851"/>
                </a:lnTo>
                <a:lnTo>
                  <a:pt x="630753" y="88920"/>
                </a:lnTo>
                <a:lnTo>
                  <a:pt x="630932" y="89974"/>
                </a:lnTo>
                <a:lnTo>
                  <a:pt x="631130" y="91013"/>
                </a:lnTo>
                <a:lnTo>
                  <a:pt x="631347" y="92037"/>
                </a:lnTo>
                <a:lnTo>
                  <a:pt x="631583" y="93047"/>
                </a:lnTo>
                <a:lnTo>
                  <a:pt x="631837" y="94042"/>
                </a:lnTo>
                <a:lnTo>
                  <a:pt x="632111" y="95023"/>
                </a:lnTo>
                <a:lnTo>
                  <a:pt x="632403" y="95988"/>
                </a:lnTo>
                <a:lnTo>
                  <a:pt x="632714" y="96939"/>
                </a:lnTo>
                <a:lnTo>
                  <a:pt x="633044" y="97875"/>
                </a:lnTo>
                <a:lnTo>
                  <a:pt x="633393" y="98797"/>
                </a:lnTo>
                <a:lnTo>
                  <a:pt x="633760" y="99704"/>
                </a:lnTo>
                <a:lnTo>
                  <a:pt x="634147" y="100596"/>
                </a:lnTo>
                <a:lnTo>
                  <a:pt x="634552" y="101473"/>
                </a:lnTo>
                <a:lnTo>
                  <a:pt x="634976" y="102336"/>
                </a:lnTo>
                <a:lnTo>
                  <a:pt x="635419" y="103184"/>
                </a:lnTo>
                <a:lnTo>
                  <a:pt x="635879" y="104016"/>
                </a:lnTo>
                <a:lnTo>
                  <a:pt x="636355" y="104832"/>
                </a:lnTo>
                <a:lnTo>
                  <a:pt x="636847" y="105631"/>
                </a:lnTo>
                <a:lnTo>
                  <a:pt x="637354" y="106414"/>
                </a:lnTo>
                <a:lnTo>
                  <a:pt x="637877" y="107179"/>
                </a:lnTo>
                <a:lnTo>
                  <a:pt x="638415" y="107929"/>
                </a:lnTo>
                <a:lnTo>
                  <a:pt x="638969" y="108662"/>
                </a:lnTo>
                <a:lnTo>
                  <a:pt x="639538" y="109378"/>
                </a:lnTo>
                <a:lnTo>
                  <a:pt x="640123" y="110078"/>
                </a:lnTo>
                <a:lnTo>
                  <a:pt x="640724" y="110761"/>
                </a:lnTo>
                <a:lnTo>
                  <a:pt x="641340" y="111427"/>
                </a:lnTo>
                <a:lnTo>
                  <a:pt x="641972" y="112077"/>
                </a:lnTo>
                <a:lnTo>
                  <a:pt x="642620" y="112711"/>
                </a:lnTo>
                <a:lnTo>
                  <a:pt x="643283" y="113328"/>
                </a:lnTo>
                <a:lnTo>
                  <a:pt x="643962" y="113928"/>
                </a:lnTo>
                <a:lnTo>
                  <a:pt x="644656" y="114512"/>
                </a:lnTo>
                <a:lnTo>
                  <a:pt x="645366" y="115079"/>
                </a:lnTo>
                <a:lnTo>
                  <a:pt x="646092" y="115629"/>
                </a:lnTo>
                <a:lnTo>
                  <a:pt x="646833" y="116163"/>
                </a:lnTo>
                <a:lnTo>
                  <a:pt x="647590" y="116681"/>
                </a:lnTo>
                <a:lnTo>
                  <a:pt x="648362" y="117182"/>
                </a:lnTo>
                <a:lnTo>
                  <a:pt x="649150" y="117666"/>
                </a:lnTo>
                <a:lnTo>
                  <a:pt x="649954" y="118134"/>
                </a:lnTo>
                <a:lnTo>
                  <a:pt x="650773" y="118585"/>
                </a:lnTo>
                <a:lnTo>
                  <a:pt x="651606" y="119019"/>
                </a:lnTo>
                <a:lnTo>
                  <a:pt x="652450" y="119434"/>
                </a:lnTo>
                <a:lnTo>
                  <a:pt x="653305" y="119830"/>
                </a:lnTo>
                <a:lnTo>
                  <a:pt x="654171" y="120208"/>
                </a:lnTo>
                <a:lnTo>
                  <a:pt x="655049" y="120568"/>
                </a:lnTo>
                <a:lnTo>
                  <a:pt x="655938" y="120909"/>
                </a:lnTo>
                <a:lnTo>
                  <a:pt x="656838" y="121232"/>
                </a:lnTo>
                <a:lnTo>
                  <a:pt x="657750" y="121537"/>
                </a:lnTo>
                <a:lnTo>
                  <a:pt x="658673" y="121823"/>
                </a:lnTo>
                <a:lnTo>
                  <a:pt x="659607" y="122090"/>
                </a:lnTo>
                <a:lnTo>
                  <a:pt x="660553" y="122339"/>
                </a:lnTo>
                <a:lnTo>
                  <a:pt x="661509" y="122570"/>
                </a:lnTo>
                <a:lnTo>
                  <a:pt x="662477" y="122782"/>
                </a:lnTo>
                <a:lnTo>
                  <a:pt x="663457" y="122975"/>
                </a:lnTo>
                <a:lnTo>
                  <a:pt x="664447" y="123151"/>
                </a:lnTo>
                <a:lnTo>
                  <a:pt x="665449" y="123307"/>
                </a:lnTo>
                <a:lnTo>
                  <a:pt x="666462" y="123446"/>
                </a:lnTo>
                <a:lnTo>
                  <a:pt x="667487" y="123566"/>
                </a:lnTo>
                <a:lnTo>
                  <a:pt x="668522" y="123667"/>
                </a:lnTo>
                <a:lnTo>
                  <a:pt x="669569" y="123750"/>
                </a:lnTo>
                <a:lnTo>
                  <a:pt x="670628" y="123815"/>
                </a:lnTo>
                <a:lnTo>
                  <a:pt x="671697" y="123861"/>
                </a:lnTo>
                <a:lnTo>
                  <a:pt x="672778" y="123889"/>
                </a:lnTo>
                <a:lnTo>
                  <a:pt x="673870" y="123898"/>
                </a:lnTo>
                <a:lnTo>
                  <a:pt x="674977" y="123889"/>
                </a:lnTo>
                <a:lnTo>
                  <a:pt x="676072" y="123861"/>
                </a:lnTo>
                <a:lnTo>
                  <a:pt x="677154" y="123815"/>
                </a:lnTo>
                <a:lnTo>
                  <a:pt x="678225" y="123750"/>
                </a:lnTo>
                <a:lnTo>
                  <a:pt x="679284" y="123667"/>
                </a:lnTo>
                <a:close/>
                <a:moveTo>
                  <a:pt x="670859" y="105759"/>
                </a:moveTo>
                <a:lnTo>
                  <a:pt x="670291" y="105689"/>
                </a:lnTo>
                <a:lnTo>
                  <a:pt x="669733" y="105606"/>
                </a:lnTo>
                <a:lnTo>
                  <a:pt x="669187" y="105510"/>
                </a:lnTo>
                <a:lnTo>
                  <a:pt x="668653" y="105401"/>
                </a:lnTo>
                <a:lnTo>
                  <a:pt x="668130" y="105280"/>
                </a:lnTo>
                <a:lnTo>
                  <a:pt x="667618" y="105146"/>
                </a:lnTo>
                <a:lnTo>
                  <a:pt x="667117" y="104999"/>
                </a:lnTo>
                <a:lnTo>
                  <a:pt x="666627" y="104839"/>
                </a:lnTo>
                <a:lnTo>
                  <a:pt x="666149" y="104667"/>
                </a:lnTo>
                <a:lnTo>
                  <a:pt x="665682" y="104482"/>
                </a:lnTo>
                <a:lnTo>
                  <a:pt x="665227" y="104284"/>
                </a:lnTo>
                <a:lnTo>
                  <a:pt x="664782" y="104073"/>
                </a:lnTo>
                <a:lnTo>
                  <a:pt x="664349" y="103850"/>
                </a:lnTo>
                <a:lnTo>
                  <a:pt x="663928" y="103614"/>
                </a:lnTo>
                <a:lnTo>
                  <a:pt x="663517" y="103365"/>
                </a:lnTo>
                <a:lnTo>
                  <a:pt x="663118" y="103103"/>
                </a:lnTo>
                <a:lnTo>
                  <a:pt x="662730" y="102829"/>
                </a:lnTo>
                <a:lnTo>
                  <a:pt x="662353" y="102541"/>
                </a:lnTo>
                <a:lnTo>
                  <a:pt x="661988" y="102241"/>
                </a:lnTo>
                <a:lnTo>
                  <a:pt x="661632" y="101931"/>
                </a:lnTo>
                <a:lnTo>
                  <a:pt x="661286" y="101611"/>
                </a:lnTo>
                <a:lnTo>
                  <a:pt x="660948" y="101283"/>
                </a:lnTo>
                <a:lnTo>
                  <a:pt x="660619" y="100946"/>
                </a:lnTo>
                <a:lnTo>
                  <a:pt x="660299" y="100601"/>
                </a:lnTo>
                <a:lnTo>
                  <a:pt x="659988" y="100247"/>
                </a:lnTo>
                <a:lnTo>
                  <a:pt x="659685" y="99884"/>
                </a:lnTo>
                <a:lnTo>
                  <a:pt x="659392" y="99513"/>
                </a:lnTo>
                <a:lnTo>
                  <a:pt x="659107" y="99133"/>
                </a:lnTo>
                <a:lnTo>
                  <a:pt x="658831" y="98744"/>
                </a:lnTo>
                <a:lnTo>
                  <a:pt x="658564" y="98346"/>
                </a:lnTo>
                <a:lnTo>
                  <a:pt x="658305" y="97940"/>
                </a:lnTo>
                <a:lnTo>
                  <a:pt x="658056" y="97526"/>
                </a:lnTo>
                <a:lnTo>
                  <a:pt x="657815" y="97102"/>
                </a:lnTo>
                <a:lnTo>
                  <a:pt x="657583" y="96670"/>
                </a:lnTo>
                <a:lnTo>
                  <a:pt x="657359" y="96230"/>
                </a:lnTo>
                <a:lnTo>
                  <a:pt x="657145" y="95780"/>
                </a:lnTo>
                <a:lnTo>
                  <a:pt x="656939" y="95322"/>
                </a:lnTo>
                <a:lnTo>
                  <a:pt x="656743" y="94855"/>
                </a:lnTo>
                <a:lnTo>
                  <a:pt x="656555" y="94380"/>
                </a:lnTo>
                <a:lnTo>
                  <a:pt x="656376" y="93896"/>
                </a:lnTo>
                <a:lnTo>
                  <a:pt x="656205" y="93403"/>
                </a:lnTo>
                <a:lnTo>
                  <a:pt x="656044" y="92902"/>
                </a:lnTo>
                <a:lnTo>
                  <a:pt x="655891" y="92392"/>
                </a:lnTo>
                <a:lnTo>
                  <a:pt x="655746" y="91876"/>
                </a:lnTo>
                <a:lnTo>
                  <a:pt x="655607" y="91355"/>
                </a:lnTo>
                <a:lnTo>
                  <a:pt x="655474" y="90829"/>
                </a:lnTo>
                <a:lnTo>
                  <a:pt x="655347" y="90299"/>
                </a:lnTo>
                <a:lnTo>
                  <a:pt x="655226" y="89765"/>
                </a:lnTo>
                <a:lnTo>
                  <a:pt x="655112" y="89227"/>
                </a:lnTo>
                <a:lnTo>
                  <a:pt x="655004" y="88684"/>
                </a:lnTo>
                <a:lnTo>
                  <a:pt x="654902" y="88136"/>
                </a:lnTo>
                <a:lnTo>
                  <a:pt x="654806" y="87584"/>
                </a:lnTo>
                <a:lnTo>
                  <a:pt x="654716" y="87028"/>
                </a:lnTo>
                <a:lnTo>
                  <a:pt x="654633" y="86467"/>
                </a:lnTo>
                <a:lnTo>
                  <a:pt x="654556" y="85902"/>
                </a:lnTo>
                <a:lnTo>
                  <a:pt x="654485" y="85333"/>
                </a:lnTo>
                <a:lnTo>
                  <a:pt x="654420" y="84759"/>
                </a:lnTo>
                <a:lnTo>
                  <a:pt x="654361" y="84180"/>
                </a:lnTo>
                <a:lnTo>
                  <a:pt x="654308" y="83598"/>
                </a:lnTo>
                <a:lnTo>
                  <a:pt x="654262" y="83011"/>
                </a:lnTo>
                <a:lnTo>
                  <a:pt x="654222" y="82419"/>
                </a:lnTo>
                <a:lnTo>
                  <a:pt x="654188" y="81823"/>
                </a:lnTo>
                <a:lnTo>
                  <a:pt x="654160" y="81223"/>
                </a:lnTo>
                <a:lnTo>
                  <a:pt x="654139" y="80618"/>
                </a:lnTo>
                <a:lnTo>
                  <a:pt x="654123" y="80008"/>
                </a:lnTo>
                <a:lnTo>
                  <a:pt x="654114" y="79395"/>
                </a:lnTo>
                <a:lnTo>
                  <a:pt x="654111" y="78777"/>
                </a:lnTo>
                <a:lnTo>
                  <a:pt x="654114" y="78144"/>
                </a:lnTo>
                <a:lnTo>
                  <a:pt x="654123" y="77515"/>
                </a:lnTo>
                <a:lnTo>
                  <a:pt x="654139" y="76891"/>
                </a:lnTo>
                <a:lnTo>
                  <a:pt x="654160" y="76272"/>
                </a:lnTo>
                <a:lnTo>
                  <a:pt x="654188" y="75658"/>
                </a:lnTo>
                <a:lnTo>
                  <a:pt x="654222" y="75049"/>
                </a:lnTo>
                <a:lnTo>
                  <a:pt x="654262" y="74444"/>
                </a:lnTo>
                <a:lnTo>
                  <a:pt x="654308" y="73844"/>
                </a:lnTo>
                <a:lnTo>
                  <a:pt x="654361" y="73248"/>
                </a:lnTo>
                <a:lnTo>
                  <a:pt x="654420" y="72658"/>
                </a:lnTo>
                <a:lnTo>
                  <a:pt x="654485" y="72072"/>
                </a:lnTo>
                <a:lnTo>
                  <a:pt x="654556" y="71491"/>
                </a:lnTo>
                <a:lnTo>
                  <a:pt x="654633" y="70914"/>
                </a:lnTo>
                <a:lnTo>
                  <a:pt x="654716" y="70343"/>
                </a:lnTo>
                <a:lnTo>
                  <a:pt x="654806" y="69776"/>
                </a:lnTo>
                <a:lnTo>
                  <a:pt x="654902" y="69213"/>
                </a:lnTo>
                <a:lnTo>
                  <a:pt x="655004" y="68656"/>
                </a:lnTo>
                <a:lnTo>
                  <a:pt x="655112" y="68103"/>
                </a:lnTo>
                <a:lnTo>
                  <a:pt x="655226" y="67555"/>
                </a:lnTo>
                <a:lnTo>
                  <a:pt x="655347" y="67012"/>
                </a:lnTo>
                <a:lnTo>
                  <a:pt x="655474" y="66473"/>
                </a:lnTo>
                <a:lnTo>
                  <a:pt x="655607" y="65940"/>
                </a:lnTo>
                <a:lnTo>
                  <a:pt x="655746" y="65410"/>
                </a:lnTo>
                <a:lnTo>
                  <a:pt x="655891" y="64886"/>
                </a:lnTo>
                <a:lnTo>
                  <a:pt x="656044" y="64369"/>
                </a:lnTo>
                <a:lnTo>
                  <a:pt x="656205" y="63860"/>
                </a:lnTo>
                <a:lnTo>
                  <a:pt x="656376" y="63360"/>
                </a:lnTo>
                <a:lnTo>
                  <a:pt x="656555" y="62869"/>
                </a:lnTo>
                <a:lnTo>
                  <a:pt x="656743" y="62387"/>
                </a:lnTo>
                <a:lnTo>
                  <a:pt x="656939" y="61913"/>
                </a:lnTo>
                <a:lnTo>
                  <a:pt x="657145" y="61448"/>
                </a:lnTo>
                <a:lnTo>
                  <a:pt x="657359" y="60993"/>
                </a:lnTo>
                <a:lnTo>
                  <a:pt x="657583" y="60546"/>
                </a:lnTo>
                <a:lnTo>
                  <a:pt x="657815" y="60108"/>
                </a:lnTo>
                <a:lnTo>
                  <a:pt x="658056" y="59678"/>
                </a:lnTo>
                <a:lnTo>
                  <a:pt x="658305" y="59258"/>
                </a:lnTo>
                <a:lnTo>
                  <a:pt x="658564" y="58846"/>
                </a:lnTo>
                <a:lnTo>
                  <a:pt x="658831" y="58443"/>
                </a:lnTo>
                <a:lnTo>
                  <a:pt x="659107" y="58049"/>
                </a:lnTo>
                <a:lnTo>
                  <a:pt x="659392" y="57664"/>
                </a:lnTo>
                <a:lnTo>
                  <a:pt x="659685" y="57288"/>
                </a:lnTo>
                <a:lnTo>
                  <a:pt x="659988" y="56920"/>
                </a:lnTo>
                <a:lnTo>
                  <a:pt x="660299" y="56562"/>
                </a:lnTo>
                <a:lnTo>
                  <a:pt x="660619" y="56212"/>
                </a:lnTo>
                <a:lnTo>
                  <a:pt x="660948" y="55871"/>
                </a:lnTo>
                <a:lnTo>
                  <a:pt x="661286" y="55539"/>
                </a:lnTo>
                <a:lnTo>
                  <a:pt x="661632" y="55215"/>
                </a:lnTo>
                <a:lnTo>
                  <a:pt x="661988" y="54901"/>
                </a:lnTo>
                <a:lnTo>
                  <a:pt x="662353" y="54597"/>
                </a:lnTo>
                <a:lnTo>
                  <a:pt x="662730" y="54306"/>
                </a:lnTo>
                <a:lnTo>
                  <a:pt x="663118" y="54028"/>
                </a:lnTo>
                <a:lnTo>
                  <a:pt x="663517" y="53763"/>
                </a:lnTo>
                <a:lnTo>
                  <a:pt x="663928" y="53512"/>
                </a:lnTo>
                <a:lnTo>
                  <a:pt x="664349" y="53272"/>
                </a:lnTo>
                <a:lnTo>
                  <a:pt x="664782" y="53046"/>
                </a:lnTo>
                <a:lnTo>
                  <a:pt x="665227" y="52833"/>
                </a:lnTo>
                <a:lnTo>
                  <a:pt x="665682" y="52633"/>
                </a:lnTo>
                <a:lnTo>
                  <a:pt x="666149" y="52445"/>
                </a:lnTo>
                <a:lnTo>
                  <a:pt x="666627" y="52271"/>
                </a:lnTo>
                <a:lnTo>
                  <a:pt x="667117" y="52109"/>
                </a:lnTo>
                <a:lnTo>
                  <a:pt x="667618" y="51961"/>
                </a:lnTo>
                <a:lnTo>
                  <a:pt x="668130" y="51825"/>
                </a:lnTo>
                <a:lnTo>
                  <a:pt x="668653" y="51702"/>
                </a:lnTo>
                <a:lnTo>
                  <a:pt x="669187" y="51593"/>
                </a:lnTo>
                <a:lnTo>
                  <a:pt x="669733" y="51496"/>
                </a:lnTo>
                <a:lnTo>
                  <a:pt x="670291" y="51412"/>
                </a:lnTo>
                <a:lnTo>
                  <a:pt x="670859" y="51341"/>
                </a:lnTo>
                <a:lnTo>
                  <a:pt x="671439" y="51282"/>
                </a:lnTo>
                <a:lnTo>
                  <a:pt x="672030" y="51237"/>
                </a:lnTo>
                <a:lnTo>
                  <a:pt x="672632" y="51205"/>
                </a:lnTo>
                <a:lnTo>
                  <a:pt x="673245" y="51186"/>
                </a:lnTo>
                <a:lnTo>
                  <a:pt x="673870" y="51179"/>
                </a:lnTo>
                <a:lnTo>
                  <a:pt x="674510" y="51186"/>
                </a:lnTo>
                <a:lnTo>
                  <a:pt x="675138" y="51205"/>
                </a:lnTo>
                <a:lnTo>
                  <a:pt x="675754" y="51237"/>
                </a:lnTo>
                <a:lnTo>
                  <a:pt x="676359" y="51282"/>
                </a:lnTo>
                <a:lnTo>
                  <a:pt x="676952" y="51341"/>
                </a:lnTo>
                <a:lnTo>
                  <a:pt x="677533" y="51412"/>
                </a:lnTo>
                <a:lnTo>
                  <a:pt x="678103" y="51496"/>
                </a:lnTo>
                <a:lnTo>
                  <a:pt x="678662" y="51593"/>
                </a:lnTo>
                <a:lnTo>
                  <a:pt x="679209" y="51702"/>
                </a:lnTo>
                <a:lnTo>
                  <a:pt x="679744" y="51825"/>
                </a:lnTo>
                <a:lnTo>
                  <a:pt x="680267" y="51961"/>
                </a:lnTo>
                <a:lnTo>
                  <a:pt x="680779" y="52109"/>
                </a:lnTo>
                <a:lnTo>
                  <a:pt x="681280" y="52271"/>
                </a:lnTo>
                <a:lnTo>
                  <a:pt x="681769" y="52445"/>
                </a:lnTo>
                <a:lnTo>
                  <a:pt x="682246" y="52633"/>
                </a:lnTo>
                <a:lnTo>
                  <a:pt x="682712" y="52833"/>
                </a:lnTo>
                <a:lnTo>
                  <a:pt x="683166" y="53046"/>
                </a:lnTo>
                <a:lnTo>
                  <a:pt x="683608" y="53272"/>
                </a:lnTo>
                <a:lnTo>
                  <a:pt x="684039" y="53512"/>
                </a:lnTo>
                <a:lnTo>
                  <a:pt x="684458" y="53763"/>
                </a:lnTo>
                <a:lnTo>
                  <a:pt x="684866" y="54028"/>
                </a:lnTo>
                <a:lnTo>
                  <a:pt x="685262" y="54306"/>
                </a:lnTo>
                <a:lnTo>
                  <a:pt x="685647" y="54597"/>
                </a:lnTo>
                <a:lnTo>
                  <a:pt x="686020" y="54901"/>
                </a:lnTo>
                <a:lnTo>
                  <a:pt x="686382" y="55215"/>
                </a:lnTo>
                <a:lnTo>
                  <a:pt x="686736" y="55539"/>
                </a:lnTo>
                <a:lnTo>
                  <a:pt x="687081" y="55871"/>
                </a:lnTo>
                <a:lnTo>
                  <a:pt x="687417" y="56212"/>
                </a:lnTo>
                <a:lnTo>
                  <a:pt x="687743" y="56562"/>
                </a:lnTo>
                <a:lnTo>
                  <a:pt x="688061" y="56920"/>
                </a:lnTo>
                <a:lnTo>
                  <a:pt x="688370" y="57288"/>
                </a:lnTo>
                <a:lnTo>
                  <a:pt x="688670" y="57664"/>
                </a:lnTo>
                <a:lnTo>
                  <a:pt x="688961" y="58049"/>
                </a:lnTo>
                <a:lnTo>
                  <a:pt x="689243" y="58443"/>
                </a:lnTo>
                <a:lnTo>
                  <a:pt x="689516" y="58846"/>
                </a:lnTo>
                <a:lnTo>
                  <a:pt x="689780" y="59258"/>
                </a:lnTo>
                <a:lnTo>
                  <a:pt x="690035" y="59678"/>
                </a:lnTo>
                <a:lnTo>
                  <a:pt x="690282" y="60108"/>
                </a:lnTo>
                <a:lnTo>
                  <a:pt x="690519" y="60546"/>
                </a:lnTo>
                <a:lnTo>
                  <a:pt x="690747" y="60993"/>
                </a:lnTo>
                <a:lnTo>
                  <a:pt x="690966" y="61448"/>
                </a:lnTo>
                <a:lnTo>
                  <a:pt x="691177" y="61913"/>
                </a:lnTo>
                <a:lnTo>
                  <a:pt x="691378" y="62387"/>
                </a:lnTo>
                <a:lnTo>
                  <a:pt x="691570" y="62869"/>
                </a:lnTo>
                <a:lnTo>
                  <a:pt x="691754" y="63360"/>
                </a:lnTo>
                <a:lnTo>
                  <a:pt x="691928" y="63860"/>
                </a:lnTo>
                <a:lnTo>
                  <a:pt x="692094" y="64369"/>
                </a:lnTo>
                <a:lnTo>
                  <a:pt x="692250" y="64886"/>
                </a:lnTo>
                <a:lnTo>
                  <a:pt x="692399" y="65410"/>
                </a:lnTo>
                <a:lnTo>
                  <a:pt x="692542" y="65940"/>
                </a:lnTo>
                <a:lnTo>
                  <a:pt x="692678" y="66473"/>
                </a:lnTo>
                <a:lnTo>
                  <a:pt x="692808" y="67012"/>
                </a:lnTo>
                <a:lnTo>
                  <a:pt x="692931" y="67555"/>
                </a:lnTo>
                <a:lnTo>
                  <a:pt x="693048" y="68103"/>
                </a:lnTo>
                <a:lnTo>
                  <a:pt x="693159" y="68656"/>
                </a:lnTo>
                <a:lnTo>
                  <a:pt x="693264" y="69213"/>
                </a:lnTo>
                <a:lnTo>
                  <a:pt x="693362" y="69776"/>
                </a:lnTo>
                <a:lnTo>
                  <a:pt x="693454" y="70343"/>
                </a:lnTo>
                <a:lnTo>
                  <a:pt x="693539" y="70914"/>
                </a:lnTo>
                <a:lnTo>
                  <a:pt x="693619" y="71491"/>
                </a:lnTo>
                <a:lnTo>
                  <a:pt x="693692" y="72072"/>
                </a:lnTo>
                <a:lnTo>
                  <a:pt x="693758" y="72658"/>
                </a:lnTo>
                <a:lnTo>
                  <a:pt x="693818" y="73248"/>
                </a:lnTo>
                <a:lnTo>
                  <a:pt x="693872" y="73844"/>
                </a:lnTo>
                <a:lnTo>
                  <a:pt x="693920" y="74444"/>
                </a:lnTo>
                <a:lnTo>
                  <a:pt x="693961" y="75049"/>
                </a:lnTo>
                <a:lnTo>
                  <a:pt x="693996" y="75658"/>
                </a:lnTo>
                <a:lnTo>
                  <a:pt x="694024" y="76272"/>
                </a:lnTo>
                <a:lnTo>
                  <a:pt x="694046" y="76891"/>
                </a:lnTo>
                <a:lnTo>
                  <a:pt x="694062" y="77515"/>
                </a:lnTo>
                <a:lnTo>
                  <a:pt x="694072" y="78144"/>
                </a:lnTo>
                <a:lnTo>
                  <a:pt x="694075" y="78777"/>
                </a:lnTo>
                <a:lnTo>
                  <a:pt x="694072" y="79395"/>
                </a:lnTo>
                <a:lnTo>
                  <a:pt x="694062" y="80008"/>
                </a:lnTo>
                <a:lnTo>
                  <a:pt x="694046" y="80618"/>
                </a:lnTo>
                <a:lnTo>
                  <a:pt x="694024" y="81223"/>
                </a:lnTo>
                <a:lnTo>
                  <a:pt x="693996" y="81823"/>
                </a:lnTo>
                <a:lnTo>
                  <a:pt x="693961" y="82419"/>
                </a:lnTo>
                <a:lnTo>
                  <a:pt x="693920" y="83011"/>
                </a:lnTo>
                <a:lnTo>
                  <a:pt x="693872" y="83598"/>
                </a:lnTo>
                <a:lnTo>
                  <a:pt x="693818" y="84180"/>
                </a:lnTo>
                <a:lnTo>
                  <a:pt x="693758" y="84759"/>
                </a:lnTo>
                <a:lnTo>
                  <a:pt x="693692" y="85333"/>
                </a:lnTo>
                <a:lnTo>
                  <a:pt x="693619" y="85902"/>
                </a:lnTo>
                <a:lnTo>
                  <a:pt x="693539" y="86467"/>
                </a:lnTo>
                <a:lnTo>
                  <a:pt x="693454" y="87028"/>
                </a:lnTo>
                <a:lnTo>
                  <a:pt x="693362" y="87584"/>
                </a:lnTo>
                <a:lnTo>
                  <a:pt x="693264" y="88136"/>
                </a:lnTo>
                <a:lnTo>
                  <a:pt x="693159" y="88684"/>
                </a:lnTo>
                <a:lnTo>
                  <a:pt x="693048" y="89227"/>
                </a:lnTo>
                <a:lnTo>
                  <a:pt x="692931" y="89765"/>
                </a:lnTo>
                <a:lnTo>
                  <a:pt x="692808" y="90299"/>
                </a:lnTo>
                <a:lnTo>
                  <a:pt x="692678" y="90829"/>
                </a:lnTo>
                <a:lnTo>
                  <a:pt x="692542" y="91355"/>
                </a:lnTo>
                <a:lnTo>
                  <a:pt x="692399" y="91876"/>
                </a:lnTo>
                <a:lnTo>
                  <a:pt x="692250" y="92392"/>
                </a:lnTo>
                <a:lnTo>
                  <a:pt x="692094" y="92902"/>
                </a:lnTo>
                <a:lnTo>
                  <a:pt x="691928" y="93403"/>
                </a:lnTo>
                <a:lnTo>
                  <a:pt x="691754" y="93896"/>
                </a:lnTo>
                <a:lnTo>
                  <a:pt x="691570" y="94380"/>
                </a:lnTo>
                <a:lnTo>
                  <a:pt x="691378" y="94855"/>
                </a:lnTo>
                <a:lnTo>
                  <a:pt x="691177" y="95322"/>
                </a:lnTo>
                <a:lnTo>
                  <a:pt x="690966" y="95780"/>
                </a:lnTo>
                <a:lnTo>
                  <a:pt x="690747" y="96230"/>
                </a:lnTo>
                <a:lnTo>
                  <a:pt x="690519" y="96670"/>
                </a:lnTo>
                <a:lnTo>
                  <a:pt x="690282" y="97102"/>
                </a:lnTo>
                <a:lnTo>
                  <a:pt x="690035" y="97526"/>
                </a:lnTo>
                <a:lnTo>
                  <a:pt x="689780" y="97940"/>
                </a:lnTo>
                <a:lnTo>
                  <a:pt x="689516" y="98346"/>
                </a:lnTo>
                <a:lnTo>
                  <a:pt x="689243" y="98744"/>
                </a:lnTo>
                <a:lnTo>
                  <a:pt x="688961" y="99133"/>
                </a:lnTo>
                <a:lnTo>
                  <a:pt x="688670" y="99513"/>
                </a:lnTo>
                <a:lnTo>
                  <a:pt x="688370" y="99884"/>
                </a:lnTo>
                <a:lnTo>
                  <a:pt x="688061" y="100247"/>
                </a:lnTo>
                <a:lnTo>
                  <a:pt x="687743" y="100601"/>
                </a:lnTo>
                <a:lnTo>
                  <a:pt x="687417" y="100946"/>
                </a:lnTo>
                <a:lnTo>
                  <a:pt x="687081" y="101283"/>
                </a:lnTo>
                <a:lnTo>
                  <a:pt x="686736" y="101611"/>
                </a:lnTo>
                <a:lnTo>
                  <a:pt x="686382" y="101931"/>
                </a:lnTo>
                <a:lnTo>
                  <a:pt x="686020" y="102241"/>
                </a:lnTo>
                <a:lnTo>
                  <a:pt x="685647" y="102541"/>
                </a:lnTo>
                <a:lnTo>
                  <a:pt x="685262" y="102829"/>
                </a:lnTo>
                <a:lnTo>
                  <a:pt x="684866" y="103103"/>
                </a:lnTo>
                <a:lnTo>
                  <a:pt x="684458" y="103365"/>
                </a:lnTo>
                <a:lnTo>
                  <a:pt x="684039" y="103614"/>
                </a:lnTo>
                <a:lnTo>
                  <a:pt x="683608" y="103850"/>
                </a:lnTo>
                <a:lnTo>
                  <a:pt x="683166" y="104073"/>
                </a:lnTo>
                <a:lnTo>
                  <a:pt x="682712" y="104284"/>
                </a:lnTo>
                <a:lnTo>
                  <a:pt x="682246" y="104482"/>
                </a:lnTo>
                <a:lnTo>
                  <a:pt x="681769" y="104667"/>
                </a:lnTo>
                <a:lnTo>
                  <a:pt x="681280" y="104839"/>
                </a:lnTo>
                <a:lnTo>
                  <a:pt x="680779" y="104999"/>
                </a:lnTo>
                <a:lnTo>
                  <a:pt x="680267" y="105146"/>
                </a:lnTo>
                <a:lnTo>
                  <a:pt x="679744" y="105280"/>
                </a:lnTo>
                <a:lnTo>
                  <a:pt x="679209" y="105401"/>
                </a:lnTo>
                <a:lnTo>
                  <a:pt x="678662" y="105510"/>
                </a:lnTo>
                <a:lnTo>
                  <a:pt x="678103" y="105606"/>
                </a:lnTo>
                <a:lnTo>
                  <a:pt x="677533" y="105689"/>
                </a:lnTo>
                <a:lnTo>
                  <a:pt x="676952" y="105759"/>
                </a:lnTo>
                <a:lnTo>
                  <a:pt x="676359" y="105816"/>
                </a:lnTo>
                <a:lnTo>
                  <a:pt x="675754" y="105861"/>
                </a:lnTo>
                <a:lnTo>
                  <a:pt x="675138" y="105893"/>
                </a:lnTo>
                <a:lnTo>
                  <a:pt x="674510" y="105912"/>
                </a:lnTo>
                <a:lnTo>
                  <a:pt x="673870" y="105918"/>
                </a:lnTo>
                <a:lnTo>
                  <a:pt x="673245" y="105912"/>
                </a:lnTo>
                <a:lnTo>
                  <a:pt x="672632" y="105893"/>
                </a:lnTo>
                <a:lnTo>
                  <a:pt x="672030" y="105861"/>
                </a:lnTo>
                <a:lnTo>
                  <a:pt x="671439" y="105816"/>
                </a:lnTo>
                <a:lnTo>
                  <a:pt x="670859" y="105759"/>
                </a:lnTo>
                <a:close/>
                <a:moveTo>
                  <a:pt x="899178" y="123643"/>
                </a:moveTo>
                <a:lnTo>
                  <a:pt x="900084" y="123551"/>
                </a:lnTo>
                <a:lnTo>
                  <a:pt x="900981" y="123445"/>
                </a:lnTo>
                <a:lnTo>
                  <a:pt x="901869" y="123324"/>
                </a:lnTo>
                <a:lnTo>
                  <a:pt x="902748" y="123190"/>
                </a:lnTo>
                <a:lnTo>
                  <a:pt x="903619" y="123041"/>
                </a:lnTo>
                <a:lnTo>
                  <a:pt x="904480" y="122878"/>
                </a:lnTo>
                <a:lnTo>
                  <a:pt x="905332" y="122701"/>
                </a:lnTo>
                <a:lnTo>
                  <a:pt x="906175" y="122510"/>
                </a:lnTo>
                <a:lnTo>
                  <a:pt x="907010" y="122305"/>
                </a:lnTo>
                <a:lnTo>
                  <a:pt x="907835" y="122086"/>
                </a:lnTo>
                <a:lnTo>
                  <a:pt x="908651" y="121852"/>
                </a:lnTo>
                <a:lnTo>
                  <a:pt x="909459" y="121604"/>
                </a:lnTo>
                <a:lnTo>
                  <a:pt x="910257" y="121342"/>
                </a:lnTo>
                <a:lnTo>
                  <a:pt x="911047" y="121066"/>
                </a:lnTo>
                <a:lnTo>
                  <a:pt x="911827" y="120776"/>
                </a:lnTo>
                <a:lnTo>
                  <a:pt x="912599" y="120471"/>
                </a:lnTo>
                <a:lnTo>
                  <a:pt x="913361" y="120153"/>
                </a:lnTo>
                <a:lnTo>
                  <a:pt x="914115" y="119820"/>
                </a:lnTo>
                <a:lnTo>
                  <a:pt x="914857" y="119474"/>
                </a:lnTo>
                <a:lnTo>
                  <a:pt x="915587" y="119114"/>
                </a:lnTo>
                <a:lnTo>
                  <a:pt x="916303" y="118741"/>
                </a:lnTo>
                <a:lnTo>
                  <a:pt x="917006" y="118355"/>
                </a:lnTo>
                <a:lnTo>
                  <a:pt x="917696" y="117956"/>
                </a:lnTo>
                <a:lnTo>
                  <a:pt x="918373" y="117544"/>
                </a:lnTo>
                <a:lnTo>
                  <a:pt x="919037" y="117118"/>
                </a:lnTo>
                <a:lnTo>
                  <a:pt x="919688" y="116679"/>
                </a:lnTo>
                <a:lnTo>
                  <a:pt x="920325" y="116227"/>
                </a:lnTo>
                <a:lnTo>
                  <a:pt x="920949" y="115762"/>
                </a:lnTo>
                <a:lnTo>
                  <a:pt x="921561" y="115284"/>
                </a:lnTo>
                <a:lnTo>
                  <a:pt x="922159" y="114792"/>
                </a:lnTo>
                <a:lnTo>
                  <a:pt x="922744" y="114287"/>
                </a:lnTo>
                <a:lnTo>
                  <a:pt x="923316" y="113769"/>
                </a:lnTo>
                <a:lnTo>
                  <a:pt x="923874" y="113238"/>
                </a:lnTo>
                <a:lnTo>
                  <a:pt x="924420" y="112693"/>
                </a:lnTo>
                <a:lnTo>
                  <a:pt x="924952" y="112136"/>
                </a:lnTo>
                <a:lnTo>
                  <a:pt x="925472" y="111565"/>
                </a:lnTo>
                <a:lnTo>
                  <a:pt x="925978" y="110981"/>
                </a:lnTo>
                <a:lnTo>
                  <a:pt x="926471" y="110384"/>
                </a:lnTo>
                <a:lnTo>
                  <a:pt x="926951" y="109773"/>
                </a:lnTo>
                <a:lnTo>
                  <a:pt x="927417" y="109150"/>
                </a:lnTo>
                <a:lnTo>
                  <a:pt x="927871" y="108513"/>
                </a:lnTo>
                <a:lnTo>
                  <a:pt x="928311" y="107863"/>
                </a:lnTo>
                <a:lnTo>
                  <a:pt x="928737" y="107199"/>
                </a:lnTo>
                <a:lnTo>
                  <a:pt x="929145" y="106524"/>
                </a:lnTo>
                <a:lnTo>
                  <a:pt x="929536" y="105835"/>
                </a:lnTo>
                <a:lnTo>
                  <a:pt x="929910" y="105134"/>
                </a:lnTo>
                <a:lnTo>
                  <a:pt x="930267" y="104421"/>
                </a:lnTo>
                <a:lnTo>
                  <a:pt x="930606" y="103695"/>
                </a:lnTo>
                <a:lnTo>
                  <a:pt x="930929" y="102956"/>
                </a:lnTo>
                <a:lnTo>
                  <a:pt x="931234" y="102205"/>
                </a:lnTo>
                <a:lnTo>
                  <a:pt x="931522" y="101441"/>
                </a:lnTo>
                <a:lnTo>
                  <a:pt x="931793" y="100664"/>
                </a:lnTo>
                <a:lnTo>
                  <a:pt x="932047" y="99875"/>
                </a:lnTo>
                <a:lnTo>
                  <a:pt x="932283" y="99074"/>
                </a:lnTo>
                <a:lnTo>
                  <a:pt x="932503" y="98260"/>
                </a:lnTo>
                <a:lnTo>
                  <a:pt x="932705" y="97433"/>
                </a:lnTo>
                <a:lnTo>
                  <a:pt x="932890" y="96594"/>
                </a:lnTo>
                <a:lnTo>
                  <a:pt x="933058" y="95742"/>
                </a:lnTo>
                <a:lnTo>
                  <a:pt x="933209" y="94877"/>
                </a:lnTo>
                <a:lnTo>
                  <a:pt x="933343" y="94000"/>
                </a:lnTo>
                <a:lnTo>
                  <a:pt x="933460" y="93110"/>
                </a:lnTo>
                <a:lnTo>
                  <a:pt x="933559" y="92208"/>
                </a:lnTo>
                <a:lnTo>
                  <a:pt x="933641" y="91293"/>
                </a:lnTo>
                <a:lnTo>
                  <a:pt x="933707" y="90366"/>
                </a:lnTo>
                <a:lnTo>
                  <a:pt x="933755" y="89426"/>
                </a:lnTo>
                <a:lnTo>
                  <a:pt x="933785" y="88473"/>
                </a:lnTo>
                <a:lnTo>
                  <a:pt x="910911" y="88473"/>
                </a:lnTo>
                <a:lnTo>
                  <a:pt x="910888" y="89151"/>
                </a:lnTo>
                <a:lnTo>
                  <a:pt x="910850" y="89817"/>
                </a:lnTo>
                <a:lnTo>
                  <a:pt x="910797" y="90469"/>
                </a:lnTo>
                <a:lnTo>
                  <a:pt x="910729" y="91109"/>
                </a:lnTo>
                <a:lnTo>
                  <a:pt x="910645" y="91735"/>
                </a:lnTo>
                <a:lnTo>
                  <a:pt x="910546" y="92349"/>
                </a:lnTo>
                <a:lnTo>
                  <a:pt x="910432" y="92950"/>
                </a:lnTo>
                <a:lnTo>
                  <a:pt x="910302" y="93537"/>
                </a:lnTo>
                <a:lnTo>
                  <a:pt x="910157" y="94112"/>
                </a:lnTo>
                <a:lnTo>
                  <a:pt x="909997" y="94673"/>
                </a:lnTo>
                <a:lnTo>
                  <a:pt x="909822" y="95222"/>
                </a:lnTo>
                <a:lnTo>
                  <a:pt x="909631" y="95758"/>
                </a:lnTo>
                <a:lnTo>
                  <a:pt x="909425" y="96280"/>
                </a:lnTo>
                <a:lnTo>
                  <a:pt x="909204" y="96790"/>
                </a:lnTo>
                <a:lnTo>
                  <a:pt x="908967" y="97287"/>
                </a:lnTo>
                <a:lnTo>
                  <a:pt x="908715" y="97771"/>
                </a:lnTo>
                <a:lnTo>
                  <a:pt x="908448" y="98241"/>
                </a:lnTo>
                <a:lnTo>
                  <a:pt x="908165" y="98699"/>
                </a:lnTo>
                <a:lnTo>
                  <a:pt x="907867" y="99144"/>
                </a:lnTo>
                <a:lnTo>
                  <a:pt x="907554" y="99576"/>
                </a:lnTo>
                <a:lnTo>
                  <a:pt x="907226" y="99995"/>
                </a:lnTo>
                <a:lnTo>
                  <a:pt x="906882" y="100400"/>
                </a:lnTo>
                <a:lnTo>
                  <a:pt x="906523" y="100793"/>
                </a:lnTo>
                <a:lnTo>
                  <a:pt x="906149" y="101173"/>
                </a:lnTo>
                <a:lnTo>
                  <a:pt x="905761" y="101539"/>
                </a:lnTo>
                <a:lnTo>
                  <a:pt x="905361" y="101888"/>
                </a:lnTo>
                <a:lnTo>
                  <a:pt x="904951" y="102223"/>
                </a:lnTo>
                <a:lnTo>
                  <a:pt x="904528" y="102542"/>
                </a:lnTo>
                <a:lnTo>
                  <a:pt x="904094" y="102845"/>
                </a:lnTo>
                <a:lnTo>
                  <a:pt x="903648" y="103132"/>
                </a:lnTo>
                <a:lnTo>
                  <a:pt x="903191" y="103404"/>
                </a:lnTo>
                <a:lnTo>
                  <a:pt x="902722" y="103661"/>
                </a:lnTo>
                <a:lnTo>
                  <a:pt x="902241" y="103902"/>
                </a:lnTo>
                <a:lnTo>
                  <a:pt x="901749" y="104128"/>
                </a:lnTo>
                <a:lnTo>
                  <a:pt x="901246" y="104337"/>
                </a:lnTo>
                <a:lnTo>
                  <a:pt x="900730" y="104532"/>
                </a:lnTo>
                <a:lnTo>
                  <a:pt x="900203" y="104711"/>
                </a:lnTo>
                <a:lnTo>
                  <a:pt x="899665" y="104874"/>
                </a:lnTo>
                <a:lnTo>
                  <a:pt x="899115" y="105022"/>
                </a:lnTo>
                <a:lnTo>
                  <a:pt x="898553" y="105154"/>
                </a:lnTo>
                <a:lnTo>
                  <a:pt x="897980" y="105270"/>
                </a:lnTo>
                <a:lnTo>
                  <a:pt x="897395" y="105371"/>
                </a:lnTo>
                <a:lnTo>
                  <a:pt x="896799" y="105457"/>
                </a:lnTo>
                <a:lnTo>
                  <a:pt x="896191" y="105527"/>
                </a:lnTo>
                <a:lnTo>
                  <a:pt x="895571" y="105581"/>
                </a:lnTo>
                <a:lnTo>
                  <a:pt x="894940" y="105620"/>
                </a:lnTo>
                <a:lnTo>
                  <a:pt x="894298" y="105644"/>
                </a:lnTo>
                <a:lnTo>
                  <a:pt x="893643" y="105651"/>
                </a:lnTo>
                <a:lnTo>
                  <a:pt x="893084" y="105646"/>
                </a:lnTo>
                <a:lnTo>
                  <a:pt x="892533" y="105629"/>
                </a:lnTo>
                <a:lnTo>
                  <a:pt x="891990" y="105602"/>
                </a:lnTo>
                <a:lnTo>
                  <a:pt x="891456" y="105564"/>
                </a:lnTo>
                <a:lnTo>
                  <a:pt x="890931" y="105515"/>
                </a:lnTo>
                <a:lnTo>
                  <a:pt x="890414" y="105454"/>
                </a:lnTo>
                <a:lnTo>
                  <a:pt x="889905" y="105383"/>
                </a:lnTo>
                <a:lnTo>
                  <a:pt x="889405" y="105301"/>
                </a:lnTo>
                <a:lnTo>
                  <a:pt x="888914" y="105208"/>
                </a:lnTo>
                <a:lnTo>
                  <a:pt x="888431" y="105104"/>
                </a:lnTo>
                <a:lnTo>
                  <a:pt x="887957" y="104989"/>
                </a:lnTo>
                <a:lnTo>
                  <a:pt x="887491" y="104863"/>
                </a:lnTo>
                <a:lnTo>
                  <a:pt x="887033" y="104727"/>
                </a:lnTo>
                <a:lnTo>
                  <a:pt x="886584" y="104579"/>
                </a:lnTo>
                <a:lnTo>
                  <a:pt x="886144" y="104420"/>
                </a:lnTo>
                <a:lnTo>
                  <a:pt x="885712" y="104251"/>
                </a:lnTo>
                <a:lnTo>
                  <a:pt x="885288" y="104070"/>
                </a:lnTo>
                <a:lnTo>
                  <a:pt x="884873" y="103879"/>
                </a:lnTo>
                <a:lnTo>
                  <a:pt x="884467" y="103676"/>
                </a:lnTo>
                <a:lnTo>
                  <a:pt x="884069" y="103463"/>
                </a:lnTo>
                <a:lnTo>
                  <a:pt x="883679" y="103239"/>
                </a:lnTo>
                <a:lnTo>
                  <a:pt x="883298" y="103003"/>
                </a:lnTo>
                <a:lnTo>
                  <a:pt x="882926" y="102757"/>
                </a:lnTo>
                <a:lnTo>
                  <a:pt x="882562" y="102500"/>
                </a:lnTo>
                <a:lnTo>
                  <a:pt x="882206" y="102232"/>
                </a:lnTo>
                <a:lnTo>
                  <a:pt x="881858" y="101955"/>
                </a:lnTo>
                <a:lnTo>
                  <a:pt x="881519" y="101667"/>
                </a:lnTo>
                <a:lnTo>
                  <a:pt x="881187" y="101370"/>
                </a:lnTo>
                <a:lnTo>
                  <a:pt x="880864" y="101063"/>
                </a:lnTo>
                <a:lnTo>
                  <a:pt x="880548" y="100746"/>
                </a:lnTo>
                <a:lnTo>
                  <a:pt x="880241" y="100419"/>
                </a:lnTo>
                <a:lnTo>
                  <a:pt x="879941" y="100083"/>
                </a:lnTo>
                <a:lnTo>
                  <a:pt x="879650" y="99736"/>
                </a:lnTo>
                <a:lnTo>
                  <a:pt x="879366" y="99380"/>
                </a:lnTo>
                <a:lnTo>
                  <a:pt x="879091" y="99014"/>
                </a:lnTo>
                <a:lnTo>
                  <a:pt x="878823" y="98638"/>
                </a:lnTo>
                <a:lnTo>
                  <a:pt x="878564" y="98252"/>
                </a:lnTo>
                <a:lnTo>
                  <a:pt x="878313" y="97857"/>
                </a:lnTo>
                <a:lnTo>
                  <a:pt x="878070" y="97451"/>
                </a:lnTo>
                <a:lnTo>
                  <a:pt x="877835" y="97036"/>
                </a:lnTo>
                <a:lnTo>
                  <a:pt x="877607" y="96611"/>
                </a:lnTo>
                <a:lnTo>
                  <a:pt x="877388" y="96176"/>
                </a:lnTo>
                <a:lnTo>
                  <a:pt x="877177" y="95731"/>
                </a:lnTo>
                <a:lnTo>
                  <a:pt x="876974" y="95277"/>
                </a:lnTo>
                <a:lnTo>
                  <a:pt x="876779" y="94812"/>
                </a:lnTo>
                <a:lnTo>
                  <a:pt x="876592" y="94338"/>
                </a:lnTo>
                <a:lnTo>
                  <a:pt x="876413" y="93854"/>
                </a:lnTo>
                <a:lnTo>
                  <a:pt x="876242" y="93360"/>
                </a:lnTo>
                <a:lnTo>
                  <a:pt x="876079" y="92857"/>
                </a:lnTo>
                <a:lnTo>
                  <a:pt x="875922" y="92345"/>
                </a:lnTo>
                <a:lnTo>
                  <a:pt x="875773" y="91824"/>
                </a:lnTo>
                <a:lnTo>
                  <a:pt x="875630" y="91294"/>
                </a:lnTo>
                <a:lnTo>
                  <a:pt x="875495" y="90756"/>
                </a:lnTo>
                <a:lnTo>
                  <a:pt x="875366" y="90209"/>
                </a:lnTo>
                <a:lnTo>
                  <a:pt x="875244" y="89653"/>
                </a:lnTo>
                <a:lnTo>
                  <a:pt x="875130" y="89089"/>
                </a:lnTo>
                <a:lnTo>
                  <a:pt x="875022" y="88515"/>
                </a:lnTo>
                <a:lnTo>
                  <a:pt x="874921" y="87934"/>
                </a:lnTo>
                <a:lnTo>
                  <a:pt x="874827" y="87343"/>
                </a:lnTo>
                <a:lnTo>
                  <a:pt x="874740" y="86744"/>
                </a:lnTo>
                <a:lnTo>
                  <a:pt x="874660" y="86136"/>
                </a:lnTo>
                <a:lnTo>
                  <a:pt x="874587" y="85519"/>
                </a:lnTo>
                <a:lnTo>
                  <a:pt x="874521" y="84893"/>
                </a:lnTo>
                <a:lnTo>
                  <a:pt x="874462" y="84259"/>
                </a:lnTo>
                <a:lnTo>
                  <a:pt x="874410" y="83616"/>
                </a:lnTo>
                <a:lnTo>
                  <a:pt x="874365" y="82964"/>
                </a:lnTo>
                <a:lnTo>
                  <a:pt x="874327" y="82304"/>
                </a:lnTo>
                <a:lnTo>
                  <a:pt x="874295" y="81635"/>
                </a:lnTo>
                <a:lnTo>
                  <a:pt x="874271" y="80957"/>
                </a:lnTo>
                <a:lnTo>
                  <a:pt x="874254" y="80271"/>
                </a:lnTo>
                <a:lnTo>
                  <a:pt x="874243" y="79575"/>
                </a:lnTo>
                <a:lnTo>
                  <a:pt x="874240" y="78871"/>
                </a:lnTo>
                <a:lnTo>
                  <a:pt x="874248" y="77785"/>
                </a:lnTo>
                <a:lnTo>
                  <a:pt x="874271" y="76719"/>
                </a:lnTo>
                <a:lnTo>
                  <a:pt x="874311" y="75674"/>
                </a:lnTo>
                <a:lnTo>
                  <a:pt x="874367" y="74649"/>
                </a:lnTo>
                <a:lnTo>
                  <a:pt x="874439" y="73645"/>
                </a:lnTo>
                <a:lnTo>
                  <a:pt x="874526" y="72662"/>
                </a:lnTo>
                <a:lnTo>
                  <a:pt x="874630" y="71699"/>
                </a:lnTo>
                <a:lnTo>
                  <a:pt x="874749" y="70757"/>
                </a:lnTo>
                <a:lnTo>
                  <a:pt x="874884" y="69835"/>
                </a:lnTo>
                <a:lnTo>
                  <a:pt x="875035" y="68935"/>
                </a:lnTo>
                <a:lnTo>
                  <a:pt x="875203" y="68054"/>
                </a:lnTo>
                <a:lnTo>
                  <a:pt x="875386" y="67195"/>
                </a:lnTo>
                <a:lnTo>
                  <a:pt x="875585" y="66356"/>
                </a:lnTo>
                <a:lnTo>
                  <a:pt x="875799" y="65537"/>
                </a:lnTo>
                <a:lnTo>
                  <a:pt x="876030" y="64740"/>
                </a:lnTo>
                <a:lnTo>
                  <a:pt x="876277" y="63963"/>
                </a:lnTo>
                <a:lnTo>
                  <a:pt x="876540" y="63206"/>
                </a:lnTo>
                <a:lnTo>
                  <a:pt x="876818" y="62470"/>
                </a:lnTo>
                <a:lnTo>
                  <a:pt x="877113" y="61755"/>
                </a:lnTo>
                <a:lnTo>
                  <a:pt x="877423" y="61061"/>
                </a:lnTo>
                <a:lnTo>
                  <a:pt x="877749" y="60387"/>
                </a:lnTo>
                <a:lnTo>
                  <a:pt x="878091" y="59733"/>
                </a:lnTo>
                <a:lnTo>
                  <a:pt x="878449" y="59101"/>
                </a:lnTo>
                <a:lnTo>
                  <a:pt x="878823" y="58489"/>
                </a:lnTo>
                <a:lnTo>
                  <a:pt x="879215" y="57900"/>
                </a:lnTo>
                <a:lnTo>
                  <a:pt x="879627" y="57335"/>
                </a:lnTo>
                <a:lnTo>
                  <a:pt x="880058" y="56796"/>
                </a:lnTo>
                <a:lnTo>
                  <a:pt x="880508" y="56282"/>
                </a:lnTo>
                <a:lnTo>
                  <a:pt x="880979" y="55794"/>
                </a:lnTo>
                <a:lnTo>
                  <a:pt x="881469" y="55330"/>
                </a:lnTo>
                <a:lnTo>
                  <a:pt x="881978" y="54891"/>
                </a:lnTo>
                <a:lnTo>
                  <a:pt x="882507" y="54477"/>
                </a:lnTo>
                <a:lnTo>
                  <a:pt x="883056" y="54089"/>
                </a:lnTo>
                <a:lnTo>
                  <a:pt x="883625" y="53725"/>
                </a:lnTo>
                <a:lnTo>
                  <a:pt x="884213" y="53387"/>
                </a:lnTo>
                <a:lnTo>
                  <a:pt x="884820" y="53073"/>
                </a:lnTo>
                <a:lnTo>
                  <a:pt x="885448" y="52785"/>
                </a:lnTo>
                <a:lnTo>
                  <a:pt x="886095" y="52522"/>
                </a:lnTo>
                <a:lnTo>
                  <a:pt x="886761" y="52283"/>
                </a:lnTo>
                <a:lnTo>
                  <a:pt x="887447" y="52070"/>
                </a:lnTo>
                <a:lnTo>
                  <a:pt x="888153" y="51882"/>
                </a:lnTo>
                <a:lnTo>
                  <a:pt x="888879" y="51719"/>
                </a:lnTo>
                <a:lnTo>
                  <a:pt x="889624" y="51581"/>
                </a:lnTo>
                <a:lnTo>
                  <a:pt x="890388" y="51469"/>
                </a:lnTo>
                <a:lnTo>
                  <a:pt x="891173" y="51381"/>
                </a:lnTo>
                <a:lnTo>
                  <a:pt x="891976" y="51318"/>
                </a:lnTo>
                <a:lnTo>
                  <a:pt x="892800" y="51281"/>
                </a:lnTo>
                <a:lnTo>
                  <a:pt x="893643" y="51268"/>
                </a:lnTo>
                <a:lnTo>
                  <a:pt x="894282" y="51275"/>
                </a:lnTo>
                <a:lnTo>
                  <a:pt x="894910" y="51297"/>
                </a:lnTo>
                <a:lnTo>
                  <a:pt x="895525" y="51332"/>
                </a:lnTo>
                <a:lnTo>
                  <a:pt x="896128" y="51382"/>
                </a:lnTo>
                <a:lnTo>
                  <a:pt x="896719" y="51446"/>
                </a:lnTo>
                <a:lnTo>
                  <a:pt x="897298" y="51525"/>
                </a:lnTo>
                <a:lnTo>
                  <a:pt x="897865" y="51617"/>
                </a:lnTo>
                <a:lnTo>
                  <a:pt x="898420" y="51724"/>
                </a:lnTo>
                <a:lnTo>
                  <a:pt x="898963" y="51845"/>
                </a:lnTo>
                <a:lnTo>
                  <a:pt x="899494" y="51981"/>
                </a:lnTo>
                <a:lnTo>
                  <a:pt x="900012" y="52130"/>
                </a:lnTo>
                <a:lnTo>
                  <a:pt x="900519" y="52294"/>
                </a:lnTo>
                <a:lnTo>
                  <a:pt x="901014" y="52473"/>
                </a:lnTo>
                <a:lnTo>
                  <a:pt x="901496" y="52665"/>
                </a:lnTo>
                <a:lnTo>
                  <a:pt x="901967" y="52872"/>
                </a:lnTo>
                <a:lnTo>
                  <a:pt x="902425" y="53093"/>
                </a:lnTo>
                <a:lnTo>
                  <a:pt x="902872" y="53328"/>
                </a:lnTo>
                <a:lnTo>
                  <a:pt x="903306" y="53577"/>
                </a:lnTo>
                <a:lnTo>
                  <a:pt x="903728" y="53841"/>
                </a:lnTo>
                <a:lnTo>
                  <a:pt x="904139" y="54119"/>
                </a:lnTo>
                <a:lnTo>
                  <a:pt x="904537" y="54411"/>
                </a:lnTo>
                <a:lnTo>
                  <a:pt x="904923" y="54718"/>
                </a:lnTo>
                <a:lnTo>
                  <a:pt x="905297" y="55039"/>
                </a:lnTo>
                <a:lnTo>
                  <a:pt x="905659" y="55373"/>
                </a:lnTo>
                <a:lnTo>
                  <a:pt x="906008" y="55721"/>
                </a:lnTo>
                <a:lnTo>
                  <a:pt x="906343" y="56077"/>
                </a:lnTo>
                <a:lnTo>
                  <a:pt x="906663" y="56444"/>
                </a:lnTo>
                <a:lnTo>
                  <a:pt x="906969" y="56820"/>
                </a:lnTo>
                <a:lnTo>
                  <a:pt x="907262" y="57206"/>
                </a:lnTo>
                <a:lnTo>
                  <a:pt x="907539" y="57602"/>
                </a:lnTo>
                <a:lnTo>
                  <a:pt x="907803" y="58008"/>
                </a:lnTo>
                <a:lnTo>
                  <a:pt x="908052" y="58423"/>
                </a:lnTo>
                <a:lnTo>
                  <a:pt x="908288" y="58848"/>
                </a:lnTo>
                <a:lnTo>
                  <a:pt x="908509" y="59283"/>
                </a:lnTo>
                <a:lnTo>
                  <a:pt x="908715" y="59728"/>
                </a:lnTo>
                <a:lnTo>
                  <a:pt x="908908" y="60183"/>
                </a:lnTo>
                <a:lnTo>
                  <a:pt x="909086" y="60647"/>
                </a:lnTo>
                <a:lnTo>
                  <a:pt x="909250" y="61121"/>
                </a:lnTo>
                <a:lnTo>
                  <a:pt x="909400" y="61605"/>
                </a:lnTo>
                <a:lnTo>
                  <a:pt x="909536" y="62098"/>
                </a:lnTo>
                <a:lnTo>
                  <a:pt x="909657" y="62602"/>
                </a:lnTo>
                <a:lnTo>
                  <a:pt x="909765" y="63115"/>
                </a:lnTo>
                <a:lnTo>
                  <a:pt x="909858" y="63638"/>
                </a:lnTo>
                <a:lnTo>
                  <a:pt x="909936" y="64171"/>
                </a:lnTo>
                <a:lnTo>
                  <a:pt x="910001" y="64713"/>
                </a:lnTo>
                <a:lnTo>
                  <a:pt x="910051" y="65265"/>
                </a:lnTo>
                <a:lnTo>
                  <a:pt x="910088" y="65827"/>
                </a:lnTo>
                <a:lnTo>
                  <a:pt x="910109" y="66399"/>
                </a:lnTo>
                <a:lnTo>
                  <a:pt x="932984" y="66399"/>
                </a:lnTo>
                <a:lnTo>
                  <a:pt x="932968" y="65471"/>
                </a:lnTo>
                <a:lnTo>
                  <a:pt x="932934" y="64556"/>
                </a:lnTo>
                <a:lnTo>
                  <a:pt x="932881" y="63655"/>
                </a:lnTo>
                <a:lnTo>
                  <a:pt x="932811" y="62767"/>
                </a:lnTo>
                <a:lnTo>
                  <a:pt x="932723" y="61892"/>
                </a:lnTo>
                <a:lnTo>
                  <a:pt x="932617" y="61031"/>
                </a:lnTo>
                <a:lnTo>
                  <a:pt x="932493" y="60183"/>
                </a:lnTo>
                <a:lnTo>
                  <a:pt x="932351" y="59348"/>
                </a:lnTo>
                <a:lnTo>
                  <a:pt x="932192" y="58527"/>
                </a:lnTo>
                <a:lnTo>
                  <a:pt x="932014" y="57719"/>
                </a:lnTo>
                <a:lnTo>
                  <a:pt x="931818" y="56924"/>
                </a:lnTo>
                <a:lnTo>
                  <a:pt x="931605" y="56143"/>
                </a:lnTo>
                <a:lnTo>
                  <a:pt x="931373" y="55375"/>
                </a:lnTo>
                <a:lnTo>
                  <a:pt x="931124" y="54621"/>
                </a:lnTo>
                <a:lnTo>
                  <a:pt x="930856" y="53880"/>
                </a:lnTo>
                <a:lnTo>
                  <a:pt x="930571" y="53152"/>
                </a:lnTo>
                <a:lnTo>
                  <a:pt x="930268" y="52438"/>
                </a:lnTo>
                <a:lnTo>
                  <a:pt x="929947" y="51737"/>
                </a:lnTo>
                <a:lnTo>
                  <a:pt x="929608" y="51049"/>
                </a:lnTo>
                <a:lnTo>
                  <a:pt x="929251" y="50375"/>
                </a:lnTo>
                <a:lnTo>
                  <a:pt x="928876" y="49714"/>
                </a:lnTo>
                <a:lnTo>
                  <a:pt x="928483" y="49066"/>
                </a:lnTo>
                <a:lnTo>
                  <a:pt x="928073" y="48432"/>
                </a:lnTo>
                <a:lnTo>
                  <a:pt x="927644" y="47811"/>
                </a:lnTo>
                <a:lnTo>
                  <a:pt x="927200" y="47203"/>
                </a:lnTo>
                <a:lnTo>
                  <a:pt x="926743" y="46608"/>
                </a:lnTo>
                <a:lnTo>
                  <a:pt x="926274" y="46025"/>
                </a:lnTo>
                <a:lnTo>
                  <a:pt x="925792" y="45455"/>
                </a:lnTo>
                <a:lnTo>
                  <a:pt x="925297" y="44898"/>
                </a:lnTo>
                <a:lnTo>
                  <a:pt x="924790" y="44354"/>
                </a:lnTo>
                <a:lnTo>
                  <a:pt x="924270" y="43823"/>
                </a:lnTo>
                <a:lnTo>
                  <a:pt x="923737" y="43304"/>
                </a:lnTo>
                <a:lnTo>
                  <a:pt x="923192" y="42798"/>
                </a:lnTo>
                <a:lnTo>
                  <a:pt x="922634" y="42304"/>
                </a:lnTo>
                <a:lnTo>
                  <a:pt x="922063" y="41824"/>
                </a:lnTo>
                <a:lnTo>
                  <a:pt x="921480" y="41356"/>
                </a:lnTo>
                <a:lnTo>
                  <a:pt x="920884" y="40900"/>
                </a:lnTo>
                <a:lnTo>
                  <a:pt x="920275" y="40458"/>
                </a:lnTo>
                <a:lnTo>
                  <a:pt x="919654" y="40028"/>
                </a:lnTo>
                <a:lnTo>
                  <a:pt x="919020" y="39611"/>
                </a:lnTo>
                <a:lnTo>
                  <a:pt x="918373" y="39207"/>
                </a:lnTo>
                <a:lnTo>
                  <a:pt x="917714" y="38815"/>
                </a:lnTo>
                <a:lnTo>
                  <a:pt x="917042" y="38436"/>
                </a:lnTo>
                <a:lnTo>
                  <a:pt x="916357" y="38070"/>
                </a:lnTo>
                <a:lnTo>
                  <a:pt x="915660" y="37716"/>
                </a:lnTo>
                <a:lnTo>
                  <a:pt x="914950" y="37375"/>
                </a:lnTo>
                <a:lnTo>
                  <a:pt x="914227" y="37047"/>
                </a:lnTo>
                <a:lnTo>
                  <a:pt x="913492" y="36732"/>
                </a:lnTo>
                <a:lnTo>
                  <a:pt x="912746" y="36429"/>
                </a:lnTo>
                <a:lnTo>
                  <a:pt x="911993" y="36139"/>
                </a:lnTo>
                <a:lnTo>
                  <a:pt x="911233" y="35862"/>
                </a:lnTo>
                <a:lnTo>
                  <a:pt x="910465" y="35598"/>
                </a:lnTo>
                <a:lnTo>
                  <a:pt x="909690" y="35347"/>
                </a:lnTo>
                <a:lnTo>
                  <a:pt x="908908" y="35109"/>
                </a:lnTo>
                <a:lnTo>
                  <a:pt x="908118" y="34883"/>
                </a:lnTo>
                <a:lnTo>
                  <a:pt x="907321" y="34671"/>
                </a:lnTo>
                <a:lnTo>
                  <a:pt x="906516" y="34471"/>
                </a:lnTo>
                <a:lnTo>
                  <a:pt x="905704" y="34284"/>
                </a:lnTo>
                <a:lnTo>
                  <a:pt x="904884" y="34110"/>
                </a:lnTo>
                <a:lnTo>
                  <a:pt x="904057" y="33949"/>
                </a:lnTo>
                <a:lnTo>
                  <a:pt x="903223" y="33801"/>
                </a:lnTo>
                <a:lnTo>
                  <a:pt x="902381" y="33666"/>
                </a:lnTo>
                <a:lnTo>
                  <a:pt x="901531" y="33543"/>
                </a:lnTo>
                <a:lnTo>
                  <a:pt x="900675" y="33434"/>
                </a:lnTo>
                <a:lnTo>
                  <a:pt x="899811" y="33337"/>
                </a:lnTo>
                <a:lnTo>
                  <a:pt x="898939" y="33254"/>
                </a:lnTo>
                <a:lnTo>
                  <a:pt x="898060" y="33183"/>
                </a:lnTo>
                <a:lnTo>
                  <a:pt x="897174" y="33125"/>
                </a:lnTo>
                <a:lnTo>
                  <a:pt x="896280" y="33080"/>
                </a:lnTo>
                <a:lnTo>
                  <a:pt x="895379" y="33047"/>
                </a:lnTo>
                <a:lnTo>
                  <a:pt x="894470" y="33028"/>
                </a:lnTo>
                <a:lnTo>
                  <a:pt x="893554" y="33022"/>
                </a:lnTo>
                <a:lnTo>
                  <a:pt x="892499" y="33030"/>
                </a:lnTo>
                <a:lnTo>
                  <a:pt x="891453" y="33056"/>
                </a:lnTo>
                <a:lnTo>
                  <a:pt x="890417" y="33099"/>
                </a:lnTo>
                <a:lnTo>
                  <a:pt x="889392" y="33159"/>
                </a:lnTo>
                <a:lnTo>
                  <a:pt x="888376" y="33236"/>
                </a:lnTo>
                <a:lnTo>
                  <a:pt x="887371" y="33330"/>
                </a:lnTo>
                <a:lnTo>
                  <a:pt x="886376" y="33441"/>
                </a:lnTo>
                <a:lnTo>
                  <a:pt x="885390" y="33569"/>
                </a:lnTo>
                <a:lnTo>
                  <a:pt x="884415" y="33715"/>
                </a:lnTo>
                <a:lnTo>
                  <a:pt x="883450" y="33877"/>
                </a:lnTo>
                <a:lnTo>
                  <a:pt x="882494" y="34057"/>
                </a:lnTo>
                <a:lnTo>
                  <a:pt x="881549" y="34254"/>
                </a:lnTo>
                <a:lnTo>
                  <a:pt x="880614" y="34468"/>
                </a:lnTo>
                <a:lnTo>
                  <a:pt x="879689" y="34699"/>
                </a:lnTo>
                <a:lnTo>
                  <a:pt x="878774" y="34947"/>
                </a:lnTo>
                <a:lnTo>
                  <a:pt x="877869" y="35212"/>
                </a:lnTo>
                <a:lnTo>
                  <a:pt x="876974" y="35495"/>
                </a:lnTo>
                <a:lnTo>
                  <a:pt x="876089" y="35794"/>
                </a:lnTo>
                <a:lnTo>
                  <a:pt x="875214" y="36111"/>
                </a:lnTo>
                <a:lnTo>
                  <a:pt x="874350" y="36444"/>
                </a:lnTo>
                <a:lnTo>
                  <a:pt x="873495" y="36795"/>
                </a:lnTo>
                <a:lnTo>
                  <a:pt x="872650" y="37163"/>
                </a:lnTo>
                <a:lnTo>
                  <a:pt x="871816" y="37548"/>
                </a:lnTo>
                <a:lnTo>
                  <a:pt x="870991" y="37950"/>
                </a:lnTo>
                <a:lnTo>
                  <a:pt x="870179" y="38370"/>
                </a:lnTo>
                <a:lnTo>
                  <a:pt x="869382" y="38808"/>
                </a:lnTo>
                <a:lnTo>
                  <a:pt x="868600" y="39264"/>
                </a:lnTo>
                <a:lnTo>
                  <a:pt x="867832" y="39738"/>
                </a:lnTo>
                <a:lnTo>
                  <a:pt x="867080" y="40230"/>
                </a:lnTo>
                <a:lnTo>
                  <a:pt x="866343" y="40740"/>
                </a:lnTo>
                <a:lnTo>
                  <a:pt x="865621" y="41268"/>
                </a:lnTo>
                <a:lnTo>
                  <a:pt x="864914" y="41814"/>
                </a:lnTo>
                <a:lnTo>
                  <a:pt x="864221" y="42378"/>
                </a:lnTo>
                <a:lnTo>
                  <a:pt x="863544" y="42960"/>
                </a:lnTo>
                <a:lnTo>
                  <a:pt x="862882" y="43560"/>
                </a:lnTo>
                <a:lnTo>
                  <a:pt x="862235" y="44179"/>
                </a:lnTo>
                <a:lnTo>
                  <a:pt x="861603" y="44815"/>
                </a:lnTo>
                <a:lnTo>
                  <a:pt x="860985" y="45470"/>
                </a:lnTo>
                <a:lnTo>
                  <a:pt x="860383" y="46142"/>
                </a:lnTo>
                <a:lnTo>
                  <a:pt x="859796" y="46833"/>
                </a:lnTo>
                <a:lnTo>
                  <a:pt x="859223" y="47541"/>
                </a:lnTo>
                <a:lnTo>
                  <a:pt x="858666" y="48268"/>
                </a:lnTo>
                <a:lnTo>
                  <a:pt x="858124" y="49012"/>
                </a:lnTo>
                <a:lnTo>
                  <a:pt x="857597" y="49775"/>
                </a:lnTo>
                <a:lnTo>
                  <a:pt x="857084" y="50556"/>
                </a:lnTo>
                <a:lnTo>
                  <a:pt x="856587" y="51355"/>
                </a:lnTo>
                <a:lnTo>
                  <a:pt x="856105" y="52172"/>
                </a:lnTo>
                <a:lnTo>
                  <a:pt x="855637" y="53006"/>
                </a:lnTo>
                <a:lnTo>
                  <a:pt x="855187" y="53860"/>
                </a:lnTo>
                <a:lnTo>
                  <a:pt x="854756" y="54733"/>
                </a:lnTo>
                <a:lnTo>
                  <a:pt x="854344" y="55626"/>
                </a:lnTo>
                <a:lnTo>
                  <a:pt x="853951" y="56538"/>
                </a:lnTo>
                <a:lnTo>
                  <a:pt x="853577" y="57469"/>
                </a:lnTo>
                <a:lnTo>
                  <a:pt x="853223" y="58420"/>
                </a:lnTo>
                <a:lnTo>
                  <a:pt x="852888" y="59391"/>
                </a:lnTo>
                <a:lnTo>
                  <a:pt x="852571" y="60381"/>
                </a:lnTo>
                <a:lnTo>
                  <a:pt x="852274" y="61390"/>
                </a:lnTo>
                <a:lnTo>
                  <a:pt x="851997" y="62419"/>
                </a:lnTo>
                <a:lnTo>
                  <a:pt x="851738" y="63467"/>
                </a:lnTo>
                <a:lnTo>
                  <a:pt x="851498" y="64535"/>
                </a:lnTo>
                <a:lnTo>
                  <a:pt x="851278" y="65622"/>
                </a:lnTo>
                <a:lnTo>
                  <a:pt x="851077" y="66729"/>
                </a:lnTo>
                <a:lnTo>
                  <a:pt x="850895" y="67855"/>
                </a:lnTo>
                <a:lnTo>
                  <a:pt x="850732" y="69001"/>
                </a:lnTo>
                <a:lnTo>
                  <a:pt x="850588" y="70166"/>
                </a:lnTo>
                <a:lnTo>
                  <a:pt x="850464" y="71350"/>
                </a:lnTo>
                <a:lnTo>
                  <a:pt x="850358" y="72554"/>
                </a:lnTo>
                <a:lnTo>
                  <a:pt x="850272" y="73777"/>
                </a:lnTo>
                <a:lnTo>
                  <a:pt x="850205" y="75020"/>
                </a:lnTo>
                <a:lnTo>
                  <a:pt x="850157" y="76283"/>
                </a:lnTo>
                <a:lnTo>
                  <a:pt x="850128" y="77565"/>
                </a:lnTo>
                <a:lnTo>
                  <a:pt x="850119" y="78866"/>
                </a:lnTo>
                <a:lnTo>
                  <a:pt x="850129" y="80167"/>
                </a:lnTo>
                <a:lnTo>
                  <a:pt x="850159" y="81448"/>
                </a:lnTo>
                <a:lnTo>
                  <a:pt x="850209" y="82709"/>
                </a:lnTo>
                <a:lnTo>
                  <a:pt x="850279" y="83950"/>
                </a:lnTo>
                <a:lnTo>
                  <a:pt x="850370" y="85171"/>
                </a:lnTo>
                <a:lnTo>
                  <a:pt x="850480" y="86371"/>
                </a:lnTo>
                <a:lnTo>
                  <a:pt x="850611" y="87552"/>
                </a:lnTo>
                <a:lnTo>
                  <a:pt x="850762" y="88713"/>
                </a:lnTo>
                <a:lnTo>
                  <a:pt x="850932" y="89853"/>
                </a:lnTo>
                <a:lnTo>
                  <a:pt x="851123" y="90973"/>
                </a:lnTo>
                <a:lnTo>
                  <a:pt x="851334" y="92073"/>
                </a:lnTo>
                <a:lnTo>
                  <a:pt x="851565" y="93154"/>
                </a:lnTo>
                <a:lnTo>
                  <a:pt x="851816" y="94214"/>
                </a:lnTo>
                <a:lnTo>
                  <a:pt x="852087" y="95253"/>
                </a:lnTo>
                <a:lnTo>
                  <a:pt x="852379" y="96273"/>
                </a:lnTo>
                <a:lnTo>
                  <a:pt x="852690" y="97273"/>
                </a:lnTo>
                <a:lnTo>
                  <a:pt x="853022" y="98253"/>
                </a:lnTo>
                <a:lnTo>
                  <a:pt x="853373" y="99212"/>
                </a:lnTo>
                <a:lnTo>
                  <a:pt x="853745" y="100151"/>
                </a:lnTo>
                <a:lnTo>
                  <a:pt x="854136" y="101071"/>
                </a:lnTo>
                <a:lnTo>
                  <a:pt x="854548" y="101970"/>
                </a:lnTo>
                <a:lnTo>
                  <a:pt x="854980" y="102849"/>
                </a:lnTo>
                <a:lnTo>
                  <a:pt x="855432" y="103708"/>
                </a:lnTo>
                <a:lnTo>
                  <a:pt x="855904" y="104547"/>
                </a:lnTo>
                <a:lnTo>
                  <a:pt x="856393" y="105367"/>
                </a:lnTo>
                <a:lnTo>
                  <a:pt x="856897" y="106168"/>
                </a:lnTo>
                <a:lnTo>
                  <a:pt x="857415" y="106952"/>
                </a:lnTo>
                <a:lnTo>
                  <a:pt x="857946" y="107717"/>
                </a:lnTo>
                <a:lnTo>
                  <a:pt x="858492" y="108464"/>
                </a:lnTo>
                <a:lnTo>
                  <a:pt x="859053" y="109193"/>
                </a:lnTo>
                <a:lnTo>
                  <a:pt x="859627" y="109903"/>
                </a:lnTo>
                <a:lnTo>
                  <a:pt x="860216" y="110596"/>
                </a:lnTo>
                <a:lnTo>
                  <a:pt x="860819" y="111270"/>
                </a:lnTo>
                <a:lnTo>
                  <a:pt x="861436" y="111926"/>
                </a:lnTo>
                <a:lnTo>
                  <a:pt x="862068" y="112563"/>
                </a:lnTo>
                <a:lnTo>
                  <a:pt x="862713" y="113183"/>
                </a:lnTo>
                <a:lnTo>
                  <a:pt x="863373" y="113784"/>
                </a:lnTo>
                <a:lnTo>
                  <a:pt x="864047" y="114367"/>
                </a:lnTo>
                <a:lnTo>
                  <a:pt x="864735" y="114932"/>
                </a:lnTo>
                <a:lnTo>
                  <a:pt x="865438" y="115479"/>
                </a:lnTo>
                <a:lnTo>
                  <a:pt x="866155" y="116007"/>
                </a:lnTo>
                <a:lnTo>
                  <a:pt x="866885" y="116518"/>
                </a:lnTo>
                <a:lnTo>
                  <a:pt x="867631" y="117010"/>
                </a:lnTo>
                <a:lnTo>
                  <a:pt x="868390" y="117484"/>
                </a:lnTo>
                <a:lnTo>
                  <a:pt x="869163" y="117939"/>
                </a:lnTo>
                <a:lnTo>
                  <a:pt x="869951" y="118377"/>
                </a:lnTo>
                <a:lnTo>
                  <a:pt x="870753" y="118796"/>
                </a:lnTo>
                <a:lnTo>
                  <a:pt x="871569" y="119197"/>
                </a:lnTo>
                <a:lnTo>
                  <a:pt x="872397" y="119581"/>
                </a:lnTo>
                <a:lnTo>
                  <a:pt x="873232" y="119948"/>
                </a:lnTo>
                <a:lnTo>
                  <a:pt x="874074" y="120299"/>
                </a:lnTo>
                <a:lnTo>
                  <a:pt x="874924" y="120633"/>
                </a:lnTo>
                <a:lnTo>
                  <a:pt x="875783" y="120952"/>
                </a:lnTo>
                <a:lnTo>
                  <a:pt x="876648" y="121254"/>
                </a:lnTo>
                <a:lnTo>
                  <a:pt x="877522" y="121539"/>
                </a:lnTo>
                <a:lnTo>
                  <a:pt x="878403" y="121809"/>
                </a:lnTo>
                <a:lnTo>
                  <a:pt x="879292" y="122062"/>
                </a:lnTo>
                <a:lnTo>
                  <a:pt x="880189" y="122298"/>
                </a:lnTo>
                <a:lnTo>
                  <a:pt x="881093" y="122519"/>
                </a:lnTo>
                <a:lnTo>
                  <a:pt x="882005" y="122723"/>
                </a:lnTo>
                <a:lnTo>
                  <a:pt x="882925" y="122910"/>
                </a:lnTo>
                <a:lnTo>
                  <a:pt x="883853" y="123082"/>
                </a:lnTo>
                <a:lnTo>
                  <a:pt x="884788" y="123237"/>
                </a:lnTo>
                <a:lnTo>
                  <a:pt x="885731" y="123375"/>
                </a:lnTo>
                <a:lnTo>
                  <a:pt x="886682" y="123498"/>
                </a:lnTo>
                <a:lnTo>
                  <a:pt x="887641" y="123604"/>
                </a:lnTo>
                <a:lnTo>
                  <a:pt x="888607" y="123694"/>
                </a:lnTo>
                <a:lnTo>
                  <a:pt x="889581" y="123767"/>
                </a:lnTo>
                <a:lnTo>
                  <a:pt x="890563" y="123824"/>
                </a:lnTo>
                <a:lnTo>
                  <a:pt x="891552" y="123865"/>
                </a:lnTo>
                <a:lnTo>
                  <a:pt x="892549" y="123890"/>
                </a:lnTo>
                <a:lnTo>
                  <a:pt x="893554" y="123898"/>
                </a:lnTo>
                <a:lnTo>
                  <a:pt x="894514" y="123891"/>
                </a:lnTo>
                <a:lnTo>
                  <a:pt x="895465" y="123869"/>
                </a:lnTo>
                <a:lnTo>
                  <a:pt x="896407" y="123834"/>
                </a:lnTo>
                <a:lnTo>
                  <a:pt x="897339" y="123785"/>
                </a:lnTo>
                <a:lnTo>
                  <a:pt x="898263" y="123721"/>
                </a:lnTo>
                <a:lnTo>
                  <a:pt x="899178" y="123643"/>
                </a:lnTo>
                <a:close/>
                <a:moveTo>
                  <a:pt x="1177425" y="123625"/>
                </a:moveTo>
                <a:lnTo>
                  <a:pt x="1178283" y="123527"/>
                </a:lnTo>
                <a:lnTo>
                  <a:pt x="1179127" y="123413"/>
                </a:lnTo>
                <a:lnTo>
                  <a:pt x="1179959" y="123284"/>
                </a:lnTo>
                <a:lnTo>
                  <a:pt x="1180778" y="123141"/>
                </a:lnTo>
                <a:lnTo>
                  <a:pt x="1181583" y="122982"/>
                </a:lnTo>
                <a:lnTo>
                  <a:pt x="1182376" y="122807"/>
                </a:lnTo>
                <a:lnTo>
                  <a:pt x="1183156" y="122618"/>
                </a:lnTo>
                <a:lnTo>
                  <a:pt x="1183923" y="122414"/>
                </a:lnTo>
                <a:lnTo>
                  <a:pt x="1184676" y="122194"/>
                </a:lnTo>
                <a:lnTo>
                  <a:pt x="1185417" y="121959"/>
                </a:lnTo>
                <a:lnTo>
                  <a:pt x="1186145" y="121710"/>
                </a:lnTo>
                <a:lnTo>
                  <a:pt x="1186860" y="121445"/>
                </a:lnTo>
                <a:lnTo>
                  <a:pt x="1187562" y="121164"/>
                </a:lnTo>
                <a:lnTo>
                  <a:pt x="1188251" y="120869"/>
                </a:lnTo>
                <a:lnTo>
                  <a:pt x="1188927" y="120559"/>
                </a:lnTo>
                <a:lnTo>
                  <a:pt x="1189589" y="120233"/>
                </a:lnTo>
                <a:lnTo>
                  <a:pt x="1190239" y="119892"/>
                </a:lnTo>
                <a:lnTo>
                  <a:pt x="1190876" y="119536"/>
                </a:lnTo>
                <a:lnTo>
                  <a:pt x="1191501" y="119171"/>
                </a:lnTo>
                <a:lnTo>
                  <a:pt x="1192115" y="118802"/>
                </a:lnTo>
                <a:lnTo>
                  <a:pt x="1192718" y="118428"/>
                </a:lnTo>
                <a:lnTo>
                  <a:pt x="1193309" y="118051"/>
                </a:lnTo>
                <a:lnTo>
                  <a:pt x="1193890" y="117669"/>
                </a:lnTo>
                <a:lnTo>
                  <a:pt x="1194459" y="117283"/>
                </a:lnTo>
                <a:lnTo>
                  <a:pt x="1195017" y="116894"/>
                </a:lnTo>
                <a:lnTo>
                  <a:pt x="1195564" y="116500"/>
                </a:lnTo>
                <a:lnTo>
                  <a:pt x="1196100" y="116103"/>
                </a:lnTo>
                <a:lnTo>
                  <a:pt x="1196625" y="115701"/>
                </a:lnTo>
                <a:lnTo>
                  <a:pt x="1197138" y="115295"/>
                </a:lnTo>
                <a:lnTo>
                  <a:pt x="1197641" y="114886"/>
                </a:lnTo>
                <a:lnTo>
                  <a:pt x="1198132" y="114472"/>
                </a:lnTo>
                <a:lnTo>
                  <a:pt x="1198613" y="114054"/>
                </a:lnTo>
                <a:lnTo>
                  <a:pt x="1199082" y="113633"/>
                </a:lnTo>
                <a:lnTo>
                  <a:pt x="1199540" y="113207"/>
                </a:lnTo>
                <a:lnTo>
                  <a:pt x="1199987" y="112777"/>
                </a:lnTo>
                <a:lnTo>
                  <a:pt x="1200422" y="112344"/>
                </a:lnTo>
                <a:lnTo>
                  <a:pt x="1200847" y="111906"/>
                </a:lnTo>
                <a:lnTo>
                  <a:pt x="1201261" y="111464"/>
                </a:lnTo>
                <a:lnTo>
                  <a:pt x="1201663" y="111018"/>
                </a:lnTo>
                <a:lnTo>
                  <a:pt x="1202054" y="110568"/>
                </a:lnTo>
                <a:lnTo>
                  <a:pt x="1202434" y="110115"/>
                </a:lnTo>
                <a:lnTo>
                  <a:pt x="1202803" y="109657"/>
                </a:lnTo>
                <a:lnTo>
                  <a:pt x="1203159" y="122296"/>
                </a:lnTo>
                <a:lnTo>
                  <a:pt x="1225945" y="122296"/>
                </a:lnTo>
                <a:lnTo>
                  <a:pt x="1225945" y="34357"/>
                </a:lnTo>
                <a:lnTo>
                  <a:pt x="1202358" y="34357"/>
                </a:lnTo>
                <a:lnTo>
                  <a:pt x="1202358" y="93663"/>
                </a:lnTo>
                <a:lnTo>
                  <a:pt x="1202045" y="94047"/>
                </a:lnTo>
                <a:lnTo>
                  <a:pt x="1201726" y="94427"/>
                </a:lnTo>
                <a:lnTo>
                  <a:pt x="1201404" y="94801"/>
                </a:lnTo>
                <a:lnTo>
                  <a:pt x="1201076" y="95171"/>
                </a:lnTo>
                <a:lnTo>
                  <a:pt x="1200745" y="95535"/>
                </a:lnTo>
                <a:lnTo>
                  <a:pt x="1200408" y="95895"/>
                </a:lnTo>
                <a:lnTo>
                  <a:pt x="1200068" y="96250"/>
                </a:lnTo>
                <a:lnTo>
                  <a:pt x="1199723" y="96600"/>
                </a:lnTo>
                <a:lnTo>
                  <a:pt x="1199373" y="96945"/>
                </a:lnTo>
                <a:lnTo>
                  <a:pt x="1199019" y="97285"/>
                </a:lnTo>
                <a:lnTo>
                  <a:pt x="1198660" y="97620"/>
                </a:lnTo>
                <a:lnTo>
                  <a:pt x="1198297" y="97950"/>
                </a:lnTo>
                <a:lnTo>
                  <a:pt x="1197930" y="98276"/>
                </a:lnTo>
                <a:lnTo>
                  <a:pt x="1197558" y="98596"/>
                </a:lnTo>
                <a:lnTo>
                  <a:pt x="1197181" y="98912"/>
                </a:lnTo>
                <a:lnTo>
                  <a:pt x="1196800" y="99222"/>
                </a:lnTo>
                <a:lnTo>
                  <a:pt x="1196415" y="99528"/>
                </a:lnTo>
                <a:lnTo>
                  <a:pt x="1196025" y="99829"/>
                </a:lnTo>
                <a:lnTo>
                  <a:pt x="1195630" y="100125"/>
                </a:lnTo>
                <a:lnTo>
                  <a:pt x="1195232" y="100416"/>
                </a:lnTo>
                <a:lnTo>
                  <a:pt x="1194828" y="100703"/>
                </a:lnTo>
                <a:lnTo>
                  <a:pt x="1194420" y="100984"/>
                </a:lnTo>
                <a:lnTo>
                  <a:pt x="1194008" y="101260"/>
                </a:lnTo>
                <a:lnTo>
                  <a:pt x="1193591" y="101532"/>
                </a:lnTo>
                <a:lnTo>
                  <a:pt x="1193168" y="101795"/>
                </a:lnTo>
                <a:lnTo>
                  <a:pt x="1192738" y="102048"/>
                </a:lnTo>
                <a:lnTo>
                  <a:pt x="1192301" y="102289"/>
                </a:lnTo>
                <a:lnTo>
                  <a:pt x="1191857" y="102519"/>
                </a:lnTo>
                <a:lnTo>
                  <a:pt x="1191405" y="102737"/>
                </a:lnTo>
                <a:lnTo>
                  <a:pt x="1190946" y="102945"/>
                </a:lnTo>
                <a:lnTo>
                  <a:pt x="1190480" y="103141"/>
                </a:lnTo>
                <a:lnTo>
                  <a:pt x="1190006" y="103326"/>
                </a:lnTo>
                <a:lnTo>
                  <a:pt x="1189525" y="103500"/>
                </a:lnTo>
                <a:lnTo>
                  <a:pt x="1189037" y="103662"/>
                </a:lnTo>
                <a:lnTo>
                  <a:pt x="1188542" y="103814"/>
                </a:lnTo>
                <a:lnTo>
                  <a:pt x="1188039" y="103954"/>
                </a:lnTo>
                <a:lnTo>
                  <a:pt x="1187529" y="104083"/>
                </a:lnTo>
                <a:lnTo>
                  <a:pt x="1187012" y="104201"/>
                </a:lnTo>
                <a:lnTo>
                  <a:pt x="1186488" y="104307"/>
                </a:lnTo>
                <a:lnTo>
                  <a:pt x="1185956" y="104402"/>
                </a:lnTo>
                <a:lnTo>
                  <a:pt x="1185417" y="104487"/>
                </a:lnTo>
                <a:lnTo>
                  <a:pt x="1184871" y="104559"/>
                </a:lnTo>
                <a:lnTo>
                  <a:pt x="1184318" y="104621"/>
                </a:lnTo>
                <a:lnTo>
                  <a:pt x="1183757" y="104672"/>
                </a:lnTo>
                <a:lnTo>
                  <a:pt x="1183189" y="104711"/>
                </a:lnTo>
                <a:lnTo>
                  <a:pt x="1182614" y="104739"/>
                </a:lnTo>
                <a:lnTo>
                  <a:pt x="1182031" y="104756"/>
                </a:lnTo>
                <a:lnTo>
                  <a:pt x="1181442" y="104761"/>
                </a:lnTo>
                <a:lnTo>
                  <a:pt x="1181037" y="104758"/>
                </a:lnTo>
                <a:lnTo>
                  <a:pt x="1180639" y="104748"/>
                </a:lnTo>
                <a:lnTo>
                  <a:pt x="1180248" y="104731"/>
                </a:lnTo>
                <a:lnTo>
                  <a:pt x="1179863" y="104708"/>
                </a:lnTo>
                <a:lnTo>
                  <a:pt x="1179485" y="104678"/>
                </a:lnTo>
                <a:lnTo>
                  <a:pt x="1179114" y="104642"/>
                </a:lnTo>
                <a:lnTo>
                  <a:pt x="1178749" y="104599"/>
                </a:lnTo>
                <a:lnTo>
                  <a:pt x="1178391" y="104549"/>
                </a:lnTo>
                <a:lnTo>
                  <a:pt x="1178039" y="104493"/>
                </a:lnTo>
                <a:lnTo>
                  <a:pt x="1177694" y="104430"/>
                </a:lnTo>
                <a:lnTo>
                  <a:pt x="1177356" y="104360"/>
                </a:lnTo>
                <a:lnTo>
                  <a:pt x="1177025" y="104284"/>
                </a:lnTo>
                <a:lnTo>
                  <a:pt x="1176700" y="104201"/>
                </a:lnTo>
                <a:lnTo>
                  <a:pt x="1176382" y="104111"/>
                </a:lnTo>
                <a:lnTo>
                  <a:pt x="1176070" y="104015"/>
                </a:lnTo>
                <a:lnTo>
                  <a:pt x="1175765" y="103912"/>
                </a:lnTo>
                <a:lnTo>
                  <a:pt x="1175467" y="103803"/>
                </a:lnTo>
                <a:lnTo>
                  <a:pt x="1175175" y="103686"/>
                </a:lnTo>
                <a:lnTo>
                  <a:pt x="1174890" y="103564"/>
                </a:lnTo>
                <a:lnTo>
                  <a:pt x="1174612" y="103434"/>
                </a:lnTo>
                <a:lnTo>
                  <a:pt x="1174340" y="103298"/>
                </a:lnTo>
                <a:lnTo>
                  <a:pt x="1174075" y="103156"/>
                </a:lnTo>
                <a:lnTo>
                  <a:pt x="1173816" y="103006"/>
                </a:lnTo>
                <a:lnTo>
                  <a:pt x="1173565" y="102850"/>
                </a:lnTo>
                <a:lnTo>
                  <a:pt x="1173319" y="102688"/>
                </a:lnTo>
                <a:lnTo>
                  <a:pt x="1173079" y="102521"/>
                </a:lnTo>
                <a:lnTo>
                  <a:pt x="1172845" y="102348"/>
                </a:lnTo>
                <a:lnTo>
                  <a:pt x="1172618" y="102169"/>
                </a:lnTo>
                <a:lnTo>
                  <a:pt x="1172396" y="101985"/>
                </a:lnTo>
                <a:lnTo>
                  <a:pt x="1172179" y="101796"/>
                </a:lnTo>
                <a:lnTo>
                  <a:pt x="1171969" y="101600"/>
                </a:lnTo>
                <a:lnTo>
                  <a:pt x="1171765" y="101400"/>
                </a:lnTo>
                <a:lnTo>
                  <a:pt x="1171566" y="101194"/>
                </a:lnTo>
                <a:lnTo>
                  <a:pt x="1171373" y="100982"/>
                </a:lnTo>
                <a:lnTo>
                  <a:pt x="1171187" y="100765"/>
                </a:lnTo>
                <a:lnTo>
                  <a:pt x="1171006" y="100542"/>
                </a:lnTo>
                <a:lnTo>
                  <a:pt x="1170830" y="100313"/>
                </a:lnTo>
                <a:lnTo>
                  <a:pt x="1170661" y="100080"/>
                </a:lnTo>
                <a:lnTo>
                  <a:pt x="1170498" y="99840"/>
                </a:lnTo>
                <a:lnTo>
                  <a:pt x="1170340" y="99595"/>
                </a:lnTo>
                <a:lnTo>
                  <a:pt x="1170189" y="99345"/>
                </a:lnTo>
                <a:lnTo>
                  <a:pt x="1170043" y="99089"/>
                </a:lnTo>
                <a:lnTo>
                  <a:pt x="1169903" y="98828"/>
                </a:lnTo>
                <a:lnTo>
                  <a:pt x="1169769" y="98561"/>
                </a:lnTo>
                <a:lnTo>
                  <a:pt x="1169641" y="98288"/>
                </a:lnTo>
                <a:lnTo>
                  <a:pt x="1169519" y="98010"/>
                </a:lnTo>
                <a:lnTo>
                  <a:pt x="1169403" y="97727"/>
                </a:lnTo>
                <a:lnTo>
                  <a:pt x="1169292" y="97438"/>
                </a:lnTo>
                <a:lnTo>
                  <a:pt x="1169187" y="97144"/>
                </a:lnTo>
                <a:lnTo>
                  <a:pt x="1169086" y="96847"/>
                </a:lnTo>
                <a:lnTo>
                  <a:pt x="1168990" y="96546"/>
                </a:lnTo>
                <a:lnTo>
                  <a:pt x="1168898" y="96241"/>
                </a:lnTo>
                <a:lnTo>
                  <a:pt x="1168810" y="95933"/>
                </a:lnTo>
                <a:lnTo>
                  <a:pt x="1168728" y="95621"/>
                </a:lnTo>
                <a:lnTo>
                  <a:pt x="1168649" y="95306"/>
                </a:lnTo>
                <a:lnTo>
                  <a:pt x="1168575" y="94987"/>
                </a:lnTo>
                <a:lnTo>
                  <a:pt x="1168506" y="94664"/>
                </a:lnTo>
                <a:lnTo>
                  <a:pt x="1168441" y="94338"/>
                </a:lnTo>
                <a:lnTo>
                  <a:pt x="1168380" y="94008"/>
                </a:lnTo>
                <a:lnTo>
                  <a:pt x="1168324" y="93674"/>
                </a:lnTo>
                <a:lnTo>
                  <a:pt x="1168273" y="93337"/>
                </a:lnTo>
                <a:lnTo>
                  <a:pt x="1168226" y="92996"/>
                </a:lnTo>
                <a:lnTo>
                  <a:pt x="1168183" y="92652"/>
                </a:lnTo>
                <a:lnTo>
                  <a:pt x="1168145" y="92304"/>
                </a:lnTo>
                <a:lnTo>
                  <a:pt x="1168111" y="91952"/>
                </a:lnTo>
                <a:lnTo>
                  <a:pt x="1168082" y="91597"/>
                </a:lnTo>
                <a:lnTo>
                  <a:pt x="1168058" y="91238"/>
                </a:lnTo>
                <a:lnTo>
                  <a:pt x="1168037" y="90875"/>
                </a:lnTo>
                <a:lnTo>
                  <a:pt x="1168022" y="90509"/>
                </a:lnTo>
                <a:lnTo>
                  <a:pt x="1168011" y="90139"/>
                </a:lnTo>
                <a:lnTo>
                  <a:pt x="1168004" y="89765"/>
                </a:lnTo>
                <a:lnTo>
                  <a:pt x="1168002" y="89388"/>
                </a:lnTo>
                <a:lnTo>
                  <a:pt x="1168002" y="34357"/>
                </a:lnTo>
                <a:lnTo>
                  <a:pt x="1144415" y="34357"/>
                </a:lnTo>
                <a:lnTo>
                  <a:pt x="1144415" y="92028"/>
                </a:lnTo>
                <a:lnTo>
                  <a:pt x="1144427" y="93291"/>
                </a:lnTo>
                <a:lnTo>
                  <a:pt x="1144465" y="94529"/>
                </a:lnTo>
                <a:lnTo>
                  <a:pt x="1144527" y="95743"/>
                </a:lnTo>
                <a:lnTo>
                  <a:pt x="1144615" y="96933"/>
                </a:lnTo>
                <a:lnTo>
                  <a:pt x="1144728" y="98099"/>
                </a:lnTo>
                <a:lnTo>
                  <a:pt x="1144865" y="99240"/>
                </a:lnTo>
                <a:lnTo>
                  <a:pt x="1145028" y="100356"/>
                </a:lnTo>
                <a:lnTo>
                  <a:pt x="1145216" y="101449"/>
                </a:lnTo>
                <a:lnTo>
                  <a:pt x="1145429" y="102517"/>
                </a:lnTo>
                <a:lnTo>
                  <a:pt x="1145666" y="103561"/>
                </a:lnTo>
                <a:lnTo>
                  <a:pt x="1145929" y="104580"/>
                </a:lnTo>
                <a:lnTo>
                  <a:pt x="1146217" y="105575"/>
                </a:lnTo>
                <a:lnTo>
                  <a:pt x="1146530" y="106545"/>
                </a:lnTo>
                <a:lnTo>
                  <a:pt x="1146868" y="107492"/>
                </a:lnTo>
                <a:lnTo>
                  <a:pt x="1147231" y="108414"/>
                </a:lnTo>
                <a:lnTo>
                  <a:pt x="1147619" y="109311"/>
                </a:lnTo>
                <a:lnTo>
                  <a:pt x="1148032" y="110184"/>
                </a:lnTo>
                <a:lnTo>
                  <a:pt x="1148470" y="111033"/>
                </a:lnTo>
                <a:lnTo>
                  <a:pt x="1148933" y="111858"/>
                </a:lnTo>
                <a:lnTo>
                  <a:pt x="1149421" y="112658"/>
                </a:lnTo>
                <a:lnTo>
                  <a:pt x="1149935" y="113433"/>
                </a:lnTo>
                <a:lnTo>
                  <a:pt x="1150473" y="114185"/>
                </a:lnTo>
                <a:lnTo>
                  <a:pt x="1151036" y="114912"/>
                </a:lnTo>
                <a:lnTo>
                  <a:pt x="1151624" y="115615"/>
                </a:lnTo>
                <a:lnTo>
                  <a:pt x="1152235" y="116290"/>
                </a:lnTo>
                <a:lnTo>
                  <a:pt x="1152867" y="116938"/>
                </a:lnTo>
                <a:lnTo>
                  <a:pt x="1153520" y="117556"/>
                </a:lnTo>
                <a:lnTo>
                  <a:pt x="1154193" y="118146"/>
                </a:lnTo>
                <a:lnTo>
                  <a:pt x="1154887" y="118706"/>
                </a:lnTo>
                <a:lnTo>
                  <a:pt x="1155602" y="119238"/>
                </a:lnTo>
                <a:lnTo>
                  <a:pt x="1156337" y="119742"/>
                </a:lnTo>
                <a:lnTo>
                  <a:pt x="1157093" y="120216"/>
                </a:lnTo>
                <a:lnTo>
                  <a:pt x="1157870" y="120662"/>
                </a:lnTo>
                <a:lnTo>
                  <a:pt x="1158668" y="121079"/>
                </a:lnTo>
                <a:lnTo>
                  <a:pt x="1159486" y="121467"/>
                </a:lnTo>
                <a:lnTo>
                  <a:pt x="1160325" y="121827"/>
                </a:lnTo>
                <a:lnTo>
                  <a:pt x="1161184" y="122158"/>
                </a:lnTo>
                <a:lnTo>
                  <a:pt x="1162065" y="122460"/>
                </a:lnTo>
                <a:lnTo>
                  <a:pt x="1162966" y="122733"/>
                </a:lnTo>
                <a:lnTo>
                  <a:pt x="1163887" y="122977"/>
                </a:lnTo>
                <a:lnTo>
                  <a:pt x="1164830" y="123193"/>
                </a:lnTo>
                <a:lnTo>
                  <a:pt x="1165793" y="123380"/>
                </a:lnTo>
                <a:lnTo>
                  <a:pt x="1166777" y="123538"/>
                </a:lnTo>
                <a:lnTo>
                  <a:pt x="1167782" y="123668"/>
                </a:lnTo>
                <a:lnTo>
                  <a:pt x="1168807" y="123768"/>
                </a:lnTo>
                <a:lnTo>
                  <a:pt x="1169853" y="123840"/>
                </a:lnTo>
                <a:lnTo>
                  <a:pt x="1170919" y="123883"/>
                </a:lnTo>
                <a:lnTo>
                  <a:pt x="1172007" y="123898"/>
                </a:lnTo>
                <a:lnTo>
                  <a:pt x="1172942" y="123890"/>
                </a:lnTo>
                <a:lnTo>
                  <a:pt x="1173865" y="123867"/>
                </a:lnTo>
                <a:lnTo>
                  <a:pt x="1174774" y="123830"/>
                </a:lnTo>
                <a:lnTo>
                  <a:pt x="1175671" y="123777"/>
                </a:lnTo>
                <a:lnTo>
                  <a:pt x="1176555" y="123708"/>
                </a:lnTo>
                <a:lnTo>
                  <a:pt x="1177425" y="123625"/>
                </a:lnTo>
                <a:close/>
                <a:moveTo>
                  <a:pt x="2249221" y="42367"/>
                </a:moveTo>
                <a:lnTo>
                  <a:pt x="2249624" y="42159"/>
                </a:lnTo>
                <a:lnTo>
                  <a:pt x="2250037" y="41964"/>
                </a:lnTo>
                <a:lnTo>
                  <a:pt x="2250460" y="41783"/>
                </a:lnTo>
                <a:lnTo>
                  <a:pt x="2250893" y="41614"/>
                </a:lnTo>
                <a:lnTo>
                  <a:pt x="2251336" y="41460"/>
                </a:lnTo>
                <a:lnTo>
                  <a:pt x="2251790" y="41319"/>
                </a:lnTo>
                <a:lnTo>
                  <a:pt x="2252253" y="41191"/>
                </a:lnTo>
                <a:lnTo>
                  <a:pt x="2252726" y="41077"/>
                </a:lnTo>
                <a:lnTo>
                  <a:pt x="2253207" y="40971"/>
                </a:lnTo>
                <a:lnTo>
                  <a:pt x="2253692" y="40871"/>
                </a:lnTo>
                <a:lnTo>
                  <a:pt x="2254180" y="40774"/>
                </a:lnTo>
                <a:lnTo>
                  <a:pt x="2254673" y="40682"/>
                </a:lnTo>
                <a:lnTo>
                  <a:pt x="2255171" y="40595"/>
                </a:lnTo>
                <a:lnTo>
                  <a:pt x="2255672" y="40512"/>
                </a:lnTo>
                <a:lnTo>
                  <a:pt x="2256178" y="40434"/>
                </a:lnTo>
                <a:lnTo>
                  <a:pt x="2256687" y="40360"/>
                </a:lnTo>
                <a:lnTo>
                  <a:pt x="2257201" y="40290"/>
                </a:lnTo>
                <a:lnTo>
                  <a:pt x="2257719" y="40225"/>
                </a:lnTo>
                <a:lnTo>
                  <a:pt x="2258241" y="40165"/>
                </a:lnTo>
                <a:lnTo>
                  <a:pt x="2258768" y="40109"/>
                </a:lnTo>
                <a:lnTo>
                  <a:pt x="2259298" y="40057"/>
                </a:lnTo>
                <a:lnTo>
                  <a:pt x="2259833" y="40010"/>
                </a:lnTo>
                <a:lnTo>
                  <a:pt x="2260372" y="39968"/>
                </a:lnTo>
                <a:lnTo>
                  <a:pt x="2260915" y="39930"/>
                </a:lnTo>
                <a:lnTo>
                  <a:pt x="2261462" y="39896"/>
                </a:lnTo>
                <a:lnTo>
                  <a:pt x="2262014" y="39867"/>
                </a:lnTo>
                <a:lnTo>
                  <a:pt x="2262569" y="39842"/>
                </a:lnTo>
                <a:lnTo>
                  <a:pt x="2263129" y="39822"/>
                </a:lnTo>
                <a:lnTo>
                  <a:pt x="2263693" y="39806"/>
                </a:lnTo>
                <a:lnTo>
                  <a:pt x="2264261" y="39795"/>
                </a:lnTo>
                <a:lnTo>
                  <a:pt x="2264833" y="39788"/>
                </a:lnTo>
                <a:lnTo>
                  <a:pt x="2265410" y="39786"/>
                </a:lnTo>
                <a:lnTo>
                  <a:pt x="2265410" y="22608"/>
                </a:lnTo>
                <a:lnTo>
                  <a:pt x="2264562" y="22621"/>
                </a:lnTo>
                <a:lnTo>
                  <a:pt x="2263725" y="22645"/>
                </a:lnTo>
                <a:lnTo>
                  <a:pt x="2262898" y="22681"/>
                </a:lnTo>
                <a:lnTo>
                  <a:pt x="2262081" y="22729"/>
                </a:lnTo>
                <a:lnTo>
                  <a:pt x="2261274" y="22788"/>
                </a:lnTo>
                <a:lnTo>
                  <a:pt x="2260478" y="22858"/>
                </a:lnTo>
                <a:lnTo>
                  <a:pt x="2259693" y="22940"/>
                </a:lnTo>
                <a:lnTo>
                  <a:pt x="2258917" y="23033"/>
                </a:lnTo>
                <a:lnTo>
                  <a:pt x="2258152" y="23138"/>
                </a:lnTo>
                <a:lnTo>
                  <a:pt x="2257398" y="23254"/>
                </a:lnTo>
                <a:lnTo>
                  <a:pt x="2256653" y="23381"/>
                </a:lnTo>
                <a:lnTo>
                  <a:pt x="2255920" y="23520"/>
                </a:lnTo>
                <a:lnTo>
                  <a:pt x="2255196" y="23670"/>
                </a:lnTo>
                <a:lnTo>
                  <a:pt x="2254483" y="23832"/>
                </a:lnTo>
                <a:lnTo>
                  <a:pt x="2253780" y="24005"/>
                </a:lnTo>
                <a:lnTo>
                  <a:pt x="2253087" y="24190"/>
                </a:lnTo>
                <a:lnTo>
                  <a:pt x="2252405" y="24386"/>
                </a:lnTo>
                <a:lnTo>
                  <a:pt x="2251733" y="24594"/>
                </a:lnTo>
                <a:lnTo>
                  <a:pt x="2251072" y="24813"/>
                </a:lnTo>
                <a:lnTo>
                  <a:pt x="2250421" y="25043"/>
                </a:lnTo>
                <a:lnTo>
                  <a:pt x="2249780" y="25285"/>
                </a:lnTo>
                <a:lnTo>
                  <a:pt x="2249150" y="25538"/>
                </a:lnTo>
                <a:lnTo>
                  <a:pt x="2248530" y="25803"/>
                </a:lnTo>
                <a:lnTo>
                  <a:pt x="2247920" y="26079"/>
                </a:lnTo>
                <a:lnTo>
                  <a:pt x="2247322" y="26371"/>
                </a:lnTo>
                <a:lnTo>
                  <a:pt x="2246737" y="26684"/>
                </a:lnTo>
                <a:lnTo>
                  <a:pt x="2246166" y="27016"/>
                </a:lnTo>
                <a:lnTo>
                  <a:pt x="2245607" y="27370"/>
                </a:lnTo>
                <a:lnTo>
                  <a:pt x="2245062" y="27743"/>
                </a:lnTo>
                <a:lnTo>
                  <a:pt x="2244529" y="28137"/>
                </a:lnTo>
                <a:lnTo>
                  <a:pt x="2244010" y="28552"/>
                </a:lnTo>
                <a:lnTo>
                  <a:pt x="2243504" y="28987"/>
                </a:lnTo>
                <a:lnTo>
                  <a:pt x="2243011" y="29442"/>
                </a:lnTo>
                <a:lnTo>
                  <a:pt x="2242532" y="29917"/>
                </a:lnTo>
                <a:lnTo>
                  <a:pt x="2242065" y="30414"/>
                </a:lnTo>
                <a:lnTo>
                  <a:pt x="2241612" y="30930"/>
                </a:lnTo>
                <a:lnTo>
                  <a:pt x="2241171" y="31467"/>
                </a:lnTo>
                <a:lnTo>
                  <a:pt x="2240744" y="32024"/>
                </a:lnTo>
                <a:lnTo>
                  <a:pt x="2240330" y="32602"/>
                </a:lnTo>
                <a:lnTo>
                  <a:pt x="2239929" y="33200"/>
                </a:lnTo>
                <a:lnTo>
                  <a:pt x="2239541" y="33818"/>
                </a:lnTo>
                <a:lnTo>
                  <a:pt x="2239167" y="34457"/>
                </a:lnTo>
                <a:lnTo>
                  <a:pt x="2238805" y="35116"/>
                </a:lnTo>
                <a:lnTo>
                  <a:pt x="2238457" y="35796"/>
                </a:lnTo>
                <a:lnTo>
                  <a:pt x="2238122" y="36496"/>
                </a:lnTo>
                <a:lnTo>
                  <a:pt x="2237800" y="37216"/>
                </a:lnTo>
                <a:lnTo>
                  <a:pt x="2237767" y="37294"/>
                </a:lnTo>
                <a:lnTo>
                  <a:pt x="2237522" y="37196"/>
                </a:lnTo>
                <a:lnTo>
                  <a:pt x="2236778" y="36919"/>
                </a:lnTo>
                <a:lnTo>
                  <a:pt x="2236018" y="36657"/>
                </a:lnTo>
                <a:lnTo>
                  <a:pt x="2235244" y="36408"/>
                </a:lnTo>
                <a:lnTo>
                  <a:pt x="2234455" y="36174"/>
                </a:lnTo>
                <a:lnTo>
                  <a:pt x="2233652" y="35954"/>
                </a:lnTo>
                <a:lnTo>
                  <a:pt x="2232834" y="35748"/>
                </a:lnTo>
                <a:lnTo>
                  <a:pt x="2232001" y="35556"/>
                </a:lnTo>
                <a:lnTo>
                  <a:pt x="2231153" y="35379"/>
                </a:lnTo>
                <a:lnTo>
                  <a:pt x="2230291" y="35216"/>
                </a:lnTo>
                <a:lnTo>
                  <a:pt x="2229414" y="35067"/>
                </a:lnTo>
                <a:lnTo>
                  <a:pt x="2228523" y="34932"/>
                </a:lnTo>
                <a:lnTo>
                  <a:pt x="2227617" y="34811"/>
                </a:lnTo>
                <a:lnTo>
                  <a:pt x="2226696" y="34705"/>
                </a:lnTo>
                <a:lnTo>
                  <a:pt x="2225760" y="34612"/>
                </a:lnTo>
                <a:lnTo>
                  <a:pt x="2224810" y="34534"/>
                </a:lnTo>
                <a:lnTo>
                  <a:pt x="2223845" y="34470"/>
                </a:lnTo>
                <a:lnTo>
                  <a:pt x="2222865" y="34421"/>
                </a:lnTo>
                <a:lnTo>
                  <a:pt x="2221871" y="34385"/>
                </a:lnTo>
                <a:lnTo>
                  <a:pt x="2220862" y="34364"/>
                </a:lnTo>
                <a:lnTo>
                  <a:pt x="2219838" y="34357"/>
                </a:lnTo>
                <a:lnTo>
                  <a:pt x="2218843" y="34364"/>
                </a:lnTo>
                <a:lnTo>
                  <a:pt x="2217861" y="34385"/>
                </a:lnTo>
                <a:lnTo>
                  <a:pt x="2216891" y="34421"/>
                </a:lnTo>
                <a:lnTo>
                  <a:pt x="2215934" y="34470"/>
                </a:lnTo>
                <a:lnTo>
                  <a:pt x="2214990" y="34534"/>
                </a:lnTo>
                <a:lnTo>
                  <a:pt x="2214058" y="34612"/>
                </a:lnTo>
                <a:lnTo>
                  <a:pt x="2213139" y="34705"/>
                </a:lnTo>
                <a:lnTo>
                  <a:pt x="2212233" y="34811"/>
                </a:lnTo>
                <a:lnTo>
                  <a:pt x="2211340" y="34932"/>
                </a:lnTo>
                <a:lnTo>
                  <a:pt x="2210459" y="35067"/>
                </a:lnTo>
                <a:lnTo>
                  <a:pt x="2209590" y="35216"/>
                </a:lnTo>
                <a:lnTo>
                  <a:pt x="2208735" y="35379"/>
                </a:lnTo>
                <a:lnTo>
                  <a:pt x="2207892" y="35556"/>
                </a:lnTo>
                <a:lnTo>
                  <a:pt x="2207062" y="35748"/>
                </a:lnTo>
                <a:lnTo>
                  <a:pt x="2206244" y="35954"/>
                </a:lnTo>
                <a:lnTo>
                  <a:pt x="2205439" y="36174"/>
                </a:lnTo>
                <a:lnTo>
                  <a:pt x="2204647" y="36408"/>
                </a:lnTo>
                <a:lnTo>
                  <a:pt x="2203867" y="36657"/>
                </a:lnTo>
                <a:lnTo>
                  <a:pt x="2203100" y="36919"/>
                </a:lnTo>
                <a:lnTo>
                  <a:pt x="2202346" y="37196"/>
                </a:lnTo>
                <a:lnTo>
                  <a:pt x="2201604" y="37487"/>
                </a:lnTo>
                <a:lnTo>
                  <a:pt x="2200876" y="37792"/>
                </a:lnTo>
                <a:lnTo>
                  <a:pt x="2200159" y="38112"/>
                </a:lnTo>
                <a:lnTo>
                  <a:pt x="2199456" y="38445"/>
                </a:lnTo>
                <a:lnTo>
                  <a:pt x="2198766" y="38791"/>
                </a:lnTo>
                <a:lnTo>
                  <a:pt x="2198089" y="39146"/>
                </a:lnTo>
                <a:lnTo>
                  <a:pt x="2197427" y="39510"/>
                </a:lnTo>
                <a:lnTo>
                  <a:pt x="2196779" y="39884"/>
                </a:lnTo>
                <a:lnTo>
                  <a:pt x="2196145" y="40267"/>
                </a:lnTo>
                <a:lnTo>
                  <a:pt x="2195526" y="40659"/>
                </a:lnTo>
                <a:lnTo>
                  <a:pt x="2194920" y="41061"/>
                </a:lnTo>
                <a:lnTo>
                  <a:pt x="2194328" y="41472"/>
                </a:lnTo>
                <a:lnTo>
                  <a:pt x="2193750" y="41893"/>
                </a:lnTo>
                <a:lnTo>
                  <a:pt x="2193187" y="42323"/>
                </a:lnTo>
                <a:lnTo>
                  <a:pt x="2192637" y="42763"/>
                </a:lnTo>
                <a:lnTo>
                  <a:pt x="2192102" y="43212"/>
                </a:lnTo>
                <a:lnTo>
                  <a:pt x="2191580" y="43670"/>
                </a:lnTo>
                <a:lnTo>
                  <a:pt x="2191073" y="44138"/>
                </a:lnTo>
                <a:lnTo>
                  <a:pt x="2190579" y="44615"/>
                </a:lnTo>
                <a:lnTo>
                  <a:pt x="2190100" y="45101"/>
                </a:lnTo>
                <a:lnTo>
                  <a:pt x="2189635" y="45597"/>
                </a:lnTo>
                <a:lnTo>
                  <a:pt x="2189184" y="46103"/>
                </a:lnTo>
                <a:lnTo>
                  <a:pt x="2188747" y="46617"/>
                </a:lnTo>
                <a:lnTo>
                  <a:pt x="2188324" y="47141"/>
                </a:lnTo>
                <a:lnTo>
                  <a:pt x="2187915" y="47675"/>
                </a:lnTo>
                <a:lnTo>
                  <a:pt x="2187520" y="48218"/>
                </a:lnTo>
                <a:lnTo>
                  <a:pt x="2187139" y="48770"/>
                </a:lnTo>
                <a:lnTo>
                  <a:pt x="2186772" y="49332"/>
                </a:lnTo>
                <a:lnTo>
                  <a:pt x="2186420" y="49901"/>
                </a:lnTo>
                <a:lnTo>
                  <a:pt x="2186083" y="50477"/>
                </a:lnTo>
                <a:lnTo>
                  <a:pt x="2185760" y="51057"/>
                </a:lnTo>
                <a:lnTo>
                  <a:pt x="2185453" y="51644"/>
                </a:lnTo>
                <a:lnTo>
                  <a:pt x="2185161" y="52236"/>
                </a:lnTo>
                <a:lnTo>
                  <a:pt x="2184884" y="52834"/>
                </a:lnTo>
                <a:lnTo>
                  <a:pt x="2184621" y="53438"/>
                </a:lnTo>
                <a:lnTo>
                  <a:pt x="2184374" y="54047"/>
                </a:lnTo>
                <a:lnTo>
                  <a:pt x="2184142" y="54662"/>
                </a:lnTo>
                <a:lnTo>
                  <a:pt x="2183924" y="55283"/>
                </a:lnTo>
                <a:lnTo>
                  <a:pt x="2183722" y="55909"/>
                </a:lnTo>
                <a:lnTo>
                  <a:pt x="2183535" y="56542"/>
                </a:lnTo>
                <a:lnTo>
                  <a:pt x="2183362" y="57180"/>
                </a:lnTo>
                <a:lnTo>
                  <a:pt x="2183205" y="57823"/>
                </a:lnTo>
                <a:lnTo>
                  <a:pt x="2183062" y="58473"/>
                </a:lnTo>
                <a:lnTo>
                  <a:pt x="2182935" y="59128"/>
                </a:lnTo>
                <a:lnTo>
                  <a:pt x="2182823" y="59789"/>
                </a:lnTo>
                <a:lnTo>
                  <a:pt x="2182725" y="60455"/>
                </a:lnTo>
                <a:lnTo>
                  <a:pt x="2182643" y="61128"/>
                </a:lnTo>
                <a:lnTo>
                  <a:pt x="2182575" y="61805"/>
                </a:lnTo>
                <a:lnTo>
                  <a:pt x="2182523" y="62489"/>
                </a:lnTo>
                <a:lnTo>
                  <a:pt x="2182485" y="63179"/>
                </a:lnTo>
                <a:lnTo>
                  <a:pt x="2182463" y="63874"/>
                </a:lnTo>
                <a:lnTo>
                  <a:pt x="2182455" y="64575"/>
                </a:lnTo>
                <a:lnTo>
                  <a:pt x="2182463" y="65232"/>
                </a:lnTo>
                <a:lnTo>
                  <a:pt x="2182485" y="65886"/>
                </a:lnTo>
                <a:lnTo>
                  <a:pt x="2182522" y="66536"/>
                </a:lnTo>
                <a:lnTo>
                  <a:pt x="2182574" y="67182"/>
                </a:lnTo>
                <a:lnTo>
                  <a:pt x="2182641" y="67824"/>
                </a:lnTo>
                <a:lnTo>
                  <a:pt x="2182722" y="68463"/>
                </a:lnTo>
                <a:lnTo>
                  <a:pt x="2182819" y="69098"/>
                </a:lnTo>
                <a:lnTo>
                  <a:pt x="2182930" y="69730"/>
                </a:lnTo>
                <a:lnTo>
                  <a:pt x="2183056" y="70357"/>
                </a:lnTo>
                <a:lnTo>
                  <a:pt x="2183197" y="70981"/>
                </a:lnTo>
                <a:lnTo>
                  <a:pt x="2183353" y="71602"/>
                </a:lnTo>
                <a:lnTo>
                  <a:pt x="2183523" y="72218"/>
                </a:lnTo>
                <a:lnTo>
                  <a:pt x="2183709" y="72831"/>
                </a:lnTo>
                <a:lnTo>
                  <a:pt x="2183909" y="73440"/>
                </a:lnTo>
                <a:lnTo>
                  <a:pt x="2184124" y="74046"/>
                </a:lnTo>
                <a:lnTo>
                  <a:pt x="2184354" y="74647"/>
                </a:lnTo>
                <a:lnTo>
                  <a:pt x="2184599" y="75245"/>
                </a:lnTo>
                <a:lnTo>
                  <a:pt x="2184859" y="75840"/>
                </a:lnTo>
                <a:lnTo>
                  <a:pt x="2185133" y="76430"/>
                </a:lnTo>
                <a:lnTo>
                  <a:pt x="2185422" y="77017"/>
                </a:lnTo>
                <a:lnTo>
                  <a:pt x="2185726" y="77600"/>
                </a:lnTo>
                <a:lnTo>
                  <a:pt x="2186045" y="78180"/>
                </a:lnTo>
                <a:lnTo>
                  <a:pt x="2186379" y="78755"/>
                </a:lnTo>
                <a:lnTo>
                  <a:pt x="2186728" y="79328"/>
                </a:lnTo>
                <a:lnTo>
                  <a:pt x="2187091" y="79893"/>
                </a:lnTo>
                <a:lnTo>
                  <a:pt x="2187468" y="80449"/>
                </a:lnTo>
                <a:lnTo>
                  <a:pt x="2187858" y="80996"/>
                </a:lnTo>
                <a:lnTo>
                  <a:pt x="2188263" y="81534"/>
                </a:lnTo>
                <a:lnTo>
                  <a:pt x="2188682" y="82063"/>
                </a:lnTo>
                <a:lnTo>
                  <a:pt x="2189114" y="82582"/>
                </a:lnTo>
                <a:lnTo>
                  <a:pt x="2189561" y="83092"/>
                </a:lnTo>
                <a:lnTo>
                  <a:pt x="2190021" y="83593"/>
                </a:lnTo>
                <a:lnTo>
                  <a:pt x="2190495" y="84085"/>
                </a:lnTo>
                <a:lnTo>
                  <a:pt x="2190983" y="84567"/>
                </a:lnTo>
                <a:lnTo>
                  <a:pt x="2191485" y="85040"/>
                </a:lnTo>
                <a:lnTo>
                  <a:pt x="2192001" y="85504"/>
                </a:lnTo>
                <a:lnTo>
                  <a:pt x="2192531" y="85958"/>
                </a:lnTo>
                <a:lnTo>
                  <a:pt x="2193075" y="86404"/>
                </a:lnTo>
                <a:lnTo>
                  <a:pt x="2193633" y="86840"/>
                </a:lnTo>
                <a:lnTo>
                  <a:pt x="2194204" y="87266"/>
                </a:lnTo>
                <a:lnTo>
                  <a:pt x="2194790" y="87684"/>
                </a:lnTo>
                <a:lnTo>
                  <a:pt x="2195389" y="88092"/>
                </a:lnTo>
                <a:lnTo>
                  <a:pt x="2195940" y="88451"/>
                </a:lnTo>
                <a:lnTo>
                  <a:pt x="2195708" y="88543"/>
                </a:lnTo>
                <a:lnTo>
                  <a:pt x="2195092" y="88798"/>
                </a:lnTo>
                <a:lnTo>
                  <a:pt x="2194490" y="89057"/>
                </a:lnTo>
                <a:lnTo>
                  <a:pt x="2193903" y="89319"/>
                </a:lnTo>
                <a:lnTo>
                  <a:pt x="2193330" y="89583"/>
                </a:lnTo>
                <a:lnTo>
                  <a:pt x="2192772" y="89852"/>
                </a:lnTo>
                <a:lnTo>
                  <a:pt x="2192229" y="90123"/>
                </a:lnTo>
                <a:lnTo>
                  <a:pt x="2191701" y="90398"/>
                </a:lnTo>
                <a:lnTo>
                  <a:pt x="2191187" y="90676"/>
                </a:lnTo>
                <a:lnTo>
                  <a:pt x="2190688" y="90957"/>
                </a:lnTo>
                <a:lnTo>
                  <a:pt x="2190204" y="91241"/>
                </a:lnTo>
                <a:lnTo>
                  <a:pt x="2189734" y="91529"/>
                </a:lnTo>
                <a:lnTo>
                  <a:pt x="2189279" y="91820"/>
                </a:lnTo>
                <a:lnTo>
                  <a:pt x="2188839" y="92114"/>
                </a:lnTo>
                <a:lnTo>
                  <a:pt x="2188413" y="92411"/>
                </a:lnTo>
                <a:lnTo>
                  <a:pt x="2188002" y="92712"/>
                </a:lnTo>
                <a:lnTo>
                  <a:pt x="2187606" y="93016"/>
                </a:lnTo>
                <a:lnTo>
                  <a:pt x="2187224" y="93323"/>
                </a:lnTo>
                <a:lnTo>
                  <a:pt x="2186857" y="93633"/>
                </a:lnTo>
                <a:lnTo>
                  <a:pt x="2186505" y="93947"/>
                </a:lnTo>
                <a:lnTo>
                  <a:pt x="2186167" y="94265"/>
                </a:lnTo>
                <a:lnTo>
                  <a:pt x="2185844" y="94589"/>
                </a:lnTo>
                <a:lnTo>
                  <a:pt x="2185535" y="94918"/>
                </a:lnTo>
                <a:lnTo>
                  <a:pt x="2185241" y="95254"/>
                </a:lnTo>
                <a:lnTo>
                  <a:pt x="2184960" y="95595"/>
                </a:lnTo>
                <a:lnTo>
                  <a:pt x="2184694" y="95941"/>
                </a:lnTo>
                <a:lnTo>
                  <a:pt x="2184443" y="96294"/>
                </a:lnTo>
                <a:lnTo>
                  <a:pt x="2184206" y="96652"/>
                </a:lnTo>
                <a:lnTo>
                  <a:pt x="2183983" y="97016"/>
                </a:lnTo>
                <a:lnTo>
                  <a:pt x="2183775" y="97385"/>
                </a:lnTo>
                <a:lnTo>
                  <a:pt x="2183581" y="97760"/>
                </a:lnTo>
                <a:lnTo>
                  <a:pt x="2183401" y="98141"/>
                </a:lnTo>
                <a:lnTo>
                  <a:pt x="2183236" y="98528"/>
                </a:lnTo>
                <a:lnTo>
                  <a:pt x="2183085" y="98920"/>
                </a:lnTo>
                <a:lnTo>
                  <a:pt x="2182948" y="99319"/>
                </a:lnTo>
                <a:lnTo>
                  <a:pt x="2182826" y="99722"/>
                </a:lnTo>
                <a:lnTo>
                  <a:pt x="2182718" y="100132"/>
                </a:lnTo>
                <a:lnTo>
                  <a:pt x="2182625" y="100547"/>
                </a:lnTo>
                <a:lnTo>
                  <a:pt x="2182546" y="100968"/>
                </a:lnTo>
                <a:lnTo>
                  <a:pt x="2182481" y="101395"/>
                </a:lnTo>
                <a:lnTo>
                  <a:pt x="2182431" y="101828"/>
                </a:lnTo>
                <a:lnTo>
                  <a:pt x="2182395" y="102266"/>
                </a:lnTo>
                <a:lnTo>
                  <a:pt x="2182374" y="102710"/>
                </a:lnTo>
                <a:lnTo>
                  <a:pt x="2182366" y="103159"/>
                </a:lnTo>
                <a:lnTo>
                  <a:pt x="2182371" y="103449"/>
                </a:lnTo>
                <a:lnTo>
                  <a:pt x="2182385" y="103738"/>
                </a:lnTo>
                <a:lnTo>
                  <a:pt x="2182408" y="104028"/>
                </a:lnTo>
                <a:lnTo>
                  <a:pt x="2182441" y="104319"/>
                </a:lnTo>
                <a:lnTo>
                  <a:pt x="2182482" y="104609"/>
                </a:lnTo>
                <a:lnTo>
                  <a:pt x="2182533" y="104900"/>
                </a:lnTo>
                <a:lnTo>
                  <a:pt x="2182594" y="105192"/>
                </a:lnTo>
                <a:lnTo>
                  <a:pt x="2182663" y="105483"/>
                </a:lnTo>
                <a:lnTo>
                  <a:pt x="2182742" y="105775"/>
                </a:lnTo>
                <a:lnTo>
                  <a:pt x="2182830" y="106067"/>
                </a:lnTo>
                <a:lnTo>
                  <a:pt x="2182927" y="106360"/>
                </a:lnTo>
                <a:lnTo>
                  <a:pt x="2183034" y="106653"/>
                </a:lnTo>
                <a:lnTo>
                  <a:pt x="2183150" y="106946"/>
                </a:lnTo>
                <a:lnTo>
                  <a:pt x="2183275" y="107239"/>
                </a:lnTo>
                <a:lnTo>
                  <a:pt x="2183409" y="107533"/>
                </a:lnTo>
                <a:lnTo>
                  <a:pt x="2183553" y="107827"/>
                </a:lnTo>
                <a:lnTo>
                  <a:pt x="2183706" y="108121"/>
                </a:lnTo>
                <a:lnTo>
                  <a:pt x="2183868" y="108416"/>
                </a:lnTo>
                <a:lnTo>
                  <a:pt x="2184040" y="108711"/>
                </a:lnTo>
                <a:lnTo>
                  <a:pt x="2184221" y="109006"/>
                </a:lnTo>
                <a:lnTo>
                  <a:pt x="2184411" y="109302"/>
                </a:lnTo>
                <a:lnTo>
                  <a:pt x="2184610" y="109598"/>
                </a:lnTo>
                <a:lnTo>
                  <a:pt x="2184819" y="109894"/>
                </a:lnTo>
                <a:lnTo>
                  <a:pt x="2185037" y="110191"/>
                </a:lnTo>
                <a:lnTo>
                  <a:pt x="2185265" y="110486"/>
                </a:lnTo>
                <a:lnTo>
                  <a:pt x="2185503" y="110778"/>
                </a:lnTo>
                <a:lnTo>
                  <a:pt x="2185753" y="111068"/>
                </a:lnTo>
                <a:lnTo>
                  <a:pt x="2186013" y="111354"/>
                </a:lnTo>
                <a:lnTo>
                  <a:pt x="2186284" y="111637"/>
                </a:lnTo>
                <a:lnTo>
                  <a:pt x="2186566" y="111918"/>
                </a:lnTo>
                <a:lnTo>
                  <a:pt x="2186859" y="112196"/>
                </a:lnTo>
                <a:lnTo>
                  <a:pt x="2187163" y="112470"/>
                </a:lnTo>
                <a:lnTo>
                  <a:pt x="2187477" y="112742"/>
                </a:lnTo>
                <a:lnTo>
                  <a:pt x="2187803" y="113011"/>
                </a:lnTo>
                <a:lnTo>
                  <a:pt x="2188139" y="113277"/>
                </a:lnTo>
                <a:lnTo>
                  <a:pt x="2188486" y="113540"/>
                </a:lnTo>
                <a:lnTo>
                  <a:pt x="2188843" y="113800"/>
                </a:lnTo>
                <a:lnTo>
                  <a:pt x="2189212" y="114057"/>
                </a:lnTo>
                <a:lnTo>
                  <a:pt x="2189591" y="114311"/>
                </a:lnTo>
                <a:lnTo>
                  <a:pt x="2189981" y="114562"/>
                </a:lnTo>
                <a:lnTo>
                  <a:pt x="2190382" y="114810"/>
                </a:lnTo>
                <a:lnTo>
                  <a:pt x="2190794" y="115055"/>
                </a:lnTo>
                <a:lnTo>
                  <a:pt x="2191217" y="115298"/>
                </a:lnTo>
                <a:lnTo>
                  <a:pt x="2191650" y="115537"/>
                </a:lnTo>
                <a:lnTo>
                  <a:pt x="2192095" y="115774"/>
                </a:lnTo>
                <a:lnTo>
                  <a:pt x="2192550" y="116007"/>
                </a:lnTo>
                <a:lnTo>
                  <a:pt x="2192774" y="116118"/>
                </a:lnTo>
                <a:lnTo>
                  <a:pt x="2192441" y="116256"/>
                </a:lnTo>
                <a:lnTo>
                  <a:pt x="2191613" y="116622"/>
                </a:lnTo>
                <a:lnTo>
                  <a:pt x="2190814" y="116999"/>
                </a:lnTo>
                <a:lnTo>
                  <a:pt x="2190043" y="117388"/>
                </a:lnTo>
                <a:lnTo>
                  <a:pt x="2189301" y="117788"/>
                </a:lnTo>
                <a:lnTo>
                  <a:pt x="2188587" y="118200"/>
                </a:lnTo>
                <a:lnTo>
                  <a:pt x="2187902" y="118624"/>
                </a:lnTo>
                <a:lnTo>
                  <a:pt x="2187244" y="119059"/>
                </a:lnTo>
                <a:lnTo>
                  <a:pt x="2186616" y="119506"/>
                </a:lnTo>
                <a:lnTo>
                  <a:pt x="2186016" y="119965"/>
                </a:lnTo>
                <a:lnTo>
                  <a:pt x="2185442" y="120432"/>
                </a:lnTo>
                <a:lnTo>
                  <a:pt x="2184893" y="120906"/>
                </a:lnTo>
                <a:lnTo>
                  <a:pt x="2184368" y="121386"/>
                </a:lnTo>
                <a:lnTo>
                  <a:pt x="2183867" y="121873"/>
                </a:lnTo>
                <a:lnTo>
                  <a:pt x="2183391" y="122366"/>
                </a:lnTo>
                <a:lnTo>
                  <a:pt x="2182939" y="122865"/>
                </a:lnTo>
                <a:lnTo>
                  <a:pt x="2182512" y="123370"/>
                </a:lnTo>
                <a:lnTo>
                  <a:pt x="2182109" y="123882"/>
                </a:lnTo>
                <a:lnTo>
                  <a:pt x="2181731" y="124401"/>
                </a:lnTo>
                <a:lnTo>
                  <a:pt x="2181377" y="124925"/>
                </a:lnTo>
                <a:lnTo>
                  <a:pt x="2181047" y="125456"/>
                </a:lnTo>
                <a:lnTo>
                  <a:pt x="2180742" y="125994"/>
                </a:lnTo>
                <a:lnTo>
                  <a:pt x="2180461" y="126537"/>
                </a:lnTo>
                <a:lnTo>
                  <a:pt x="2180205" y="127087"/>
                </a:lnTo>
                <a:lnTo>
                  <a:pt x="2179973" y="127644"/>
                </a:lnTo>
                <a:lnTo>
                  <a:pt x="2179765" y="128207"/>
                </a:lnTo>
                <a:lnTo>
                  <a:pt x="2179582" y="128776"/>
                </a:lnTo>
                <a:lnTo>
                  <a:pt x="2179424" y="129351"/>
                </a:lnTo>
                <a:lnTo>
                  <a:pt x="2179289" y="129933"/>
                </a:lnTo>
                <a:lnTo>
                  <a:pt x="2179179" y="130521"/>
                </a:lnTo>
                <a:lnTo>
                  <a:pt x="2179094" y="131116"/>
                </a:lnTo>
                <a:lnTo>
                  <a:pt x="2179033" y="131717"/>
                </a:lnTo>
                <a:lnTo>
                  <a:pt x="2178996" y="132324"/>
                </a:lnTo>
                <a:lnTo>
                  <a:pt x="2178984" y="132938"/>
                </a:lnTo>
                <a:lnTo>
                  <a:pt x="2178991" y="133441"/>
                </a:lnTo>
                <a:lnTo>
                  <a:pt x="2179012" y="133942"/>
                </a:lnTo>
                <a:lnTo>
                  <a:pt x="2179047" y="134440"/>
                </a:lnTo>
                <a:lnTo>
                  <a:pt x="2179095" y="134935"/>
                </a:lnTo>
                <a:lnTo>
                  <a:pt x="2179158" y="135427"/>
                </a:lnTo>
                <a:lnTo>
                  <a:pt x="2179234" y="135916"/>
                </a:lnTo>
                <a:lnTo>
                  <a:pt x="2179325" y="136402"/>
                </a:lnTo>
                <a:lnTo>
                  <a:pt x="2179429" y="136886"/>
                </a:lnTo>
                <a:lnTo>
                  <a:pt x="2179547" y="137366"/>
                </a:lnTo>
                <a:lnTo>
                  <a:pt x="2179679" y="137843"/>
                </a:lnTo>
                <a:lnTo>
                  <a:pt x="2179826" y="138318"/>
                </a:lnTo>
                <a:lnTo>
                  <a:pt x="2179985" y="138789"/>
                </a:lnTo>
                <a:lnTo>
                  <a:pt x="2180159" y="139258"/>
                </a:lnTo>
                <a:lnTo>
                  <a:pt x="2180347" y="139723"/>
                </a:lnTo>
                <a:lnTo>
                  <a:pt x="2180549" y="140186"/>
                </a:lnTo>
                <a:lnTo>
                  <a:pt x="2180764" y="140645"/>
                </a:lnTo>
                <a:lnTo>
                  <a:pt x="2180994" y="141102"/>
                </a:lnTo>
                <a:lnTo>
                  <a:pt x="2181237" y="141556"/>
                </a:lnTo>
                <a:lnTo>
                  <a:pt x="2181494" y="142007"/>
                </a:lnTo>
                <a:lnTo>
                  <a:pt x="2181766" y="142454"/>
                </a:lnTo>
                <a:lnTo>
                  <a:pt x="2182051" y="142899"/>
                </a:lnTo>
                <a:lnTo>
                  <a:pt x="2182350" y="143341"/>
                </a:lnTo>
                <a:lnTo>
                  <a:pt x="2182663" y="143780"/>
                </a:lnTo>
                <a:lnTo>
                  <a:pt x="2182989" y="144216"/>
                </a:lnTo>
                <a:lnTo>
                  <a:pt x="2183332" y="144648"/>
                </a:lnTo>
                <a:lnTo>
                  <a:pt x="2183693" y="145072"/>
                </a:lnTo>
                <a:lnTo>
                  <a:pt x="2184071" y="145489"/>
                </a:lnTo>
                <a:lnTo>
                  <a:pt x="2184468" y="145899"/>
                </a:lnTo>
                <a:lnTo>
                  <a:pt x="2184882" y="146302"/>
                </a:lnTo>
                <a:lnTo>
                  <a:pt x="2185315" y="146699"/>
                </a:lnTo>
                <a:lnTo>
                  <a:pt x="2185765" y="147088"/>
                </a:lnTo>
                <a:lnTo>
                  <a:pt x="2186233" y="147470"/>
                </a:lnTo>
                <a:lnTo>
                  <a:pt x="2186719" y="147846"/>
                </a:lnTo>
                <a:lnTo>
                  <a:pt x="2187223" y="148214"/>
                </a:lnTo>
                <a:lnTo>
                  <a:pt x="2187745" y="148576"/>
                </a:lnTo>
                <a:lnTo>
                  <a:pt x="2188285" y="148930"/>
                </a:lnTo>
                <a:lnTo>
                  <a:pt x="2188843" y="149278"/>
                </a:lnTo>
                <a:lnTo>
                  <a:pt x="2189419" y="149618"/>
                </a:lnTo>
                <a:lnTo>
                  <a:pt x="2190013" y="149952"/>
                </a:lnTo>
                <a:lnTo>
                  <a:pt x="2190624" y="150279"/>
                </a:lnTo>
                <a:lnTo>
                  <a:pt x="2191254" y="150598"/>
                </a:lnTo>
                <a:lnTo>
                  <a:pt x="2191901" y="150911"/>
                </a:lnTo>
                <a:lnTo>
                  <a:pt x="2192567" y="151217"/>
                </a:lnTo>
                <a:lnTo>
                  <a:pt x="2193250" y="151516"/>
                </a:lnTo>
                <a:lnTo>
                  <a:pt x="2193951" y="151808"/>
                </a:lnTo>
                <a:lnTo>
                  <a:pt x="2194670" y="152093"/>
                </a:lnTo>
                <a:lnTo>
                  <a:pt x="2195407" y="152371"/>
                </a:lnTo>
                <a:lnTo>
                  <a:pt x="2196162" y="152641"/>
                </a:lnTo>
                <a:lnTo>
                  <a:pt x="2196938" y="152903"/>
                </a:lnTo>
                <a:lnTo>
                  <a:pt x="2197735" y="153154"/>
                </a:lnTo>
                <a:lnTo>
                  <a:pt x="2198555" y="153394"/>
                </a:lnTo>
                <a:lnTo>
                  <a:pt x="2199396" y="153622"/>
                </a:lnTo>
                <a:lnTo>
                  <a:pt x="2200261" y="153840"/>
                </a:lnTo>
                <a:lnTo>
                  <a:pt x="2201147" y="154046"/>
                </a:lnTo>
                <a:lnTo>
                  <a:pt x="2202055" y="154241"/>
                </a:lnTo>
                <a:lnTo>
                  <a:pt x="2202986" y="154425"/>
                </a:lnTo>
                <a:lnTo>
                  <a:pt x="2203939" y="154597"/>
                </a:lnTo>
                <a:lnTo>
                  <a:pt x="2204915" y="154759"/>
                </a:lnTo>
                <a:lnTo>
                  <a:pt x="2205912" y="154910"/>
                </a:lnTo>
                <a:lnTo>
                  <a:pt x="2206932" y="155049"/>
                </a:lnTo>
                <a:lnTo>
                  <a:pt x="2207974" y="155177"/>
                </a:lnTo>
                <a:lnTo>
                  <a:pt x="2209039" y="155294"/>
                </a:lnTo>
                <a:lnTo>
                  <a:pt x="2210125" y="155400"/>
                </a:lnTo>
                <a:lnTo>
                  <a:pt x="2211234" y="155495"/>
                </a:lnTo>
                <a:lnTo>
                  <a:pt x="2212365" y="155578"/>
                </a:lnTo>
                <a:lnTo>
                  <a:pt x="2213519" y="155651"/>
                </a:lnTo>
                <a:lnTo>
                  <a:pt x="2214694" y="155712"/>
                </a:lnTo>
                <a:lnTo>
                  <a:pt x="2215892" y="155762"/>
                </a:lnTo>
                <a:lnTo>
                  <a:pt x="2217112" y="155801"/>
                </a:lnTo>
                <a:lnTo>
                  <a:pt x="2218355" y="155829"/>
                </a:lnTo>
                <a:lnTo>
                  <a:pt x="2219620" y="155846"/>
                </a:lnTo>
                <a:lnTo>
                  <a:pt x="2220906" y="155851"/>
                </a:lnTo>
                <a:lnTo>
                  <a:pt x="2222698" y="155838"/>
                </a:lnTo>
                <a:lnTo>
                  <a:pt x="2224454" y="155798"/>
                </a:lnTo>
                <a:lnTo>
                  <a:pt x="2226175" y="155731"/>
                </a:lnTo>
                <a:lnTo>
                  <a:pt x="2227859" y="155638"/>
                </a:lnTo>
                <a:lnTo>
                  <a:pt x="2229507" y="155518"/>
                </a:lnTo>
                <a:lnTo>
                  <a:pt x="2231120" y="155372"/>
                </a:lnTo>
                <a:lnTo>
                  <a:pt x="2232697" y="155199"/>
                </a:lnTo>
                <a:lnTo>
                  <a:pt x="2234238" y="154999"/>
                </a:lnTo>
                <a:lnTo>
                  <a:pt x="2235743" y="154773"/>
                </a:lnTo>
                <a:lnTo>
                  <a:pt x="2237212" y="154520"/>
                </a:lnTo>
                <a:lnTo>
                  <a:pt x="2238645" y="154240"/>
                </a:lnTo>
                <a:lnTo>
                  <a:pt x="2240043" y="153934"/>
                </a:lnTo>
                <a:lnTo>
                  <a:pt x="2241405" y="153601"/>
                </a:lnTo>
                <a:lnTo>
                  <a:pt x="2242730" y="153242"/>
                </a:lnTo>
                <a:lnTo>
                  <a:pt x="2244020" y="152856"/>
                </a:lnTo>
                <a:lnTo>
                  <a:pt x="2245275" y="152443"/>
                </a:lnTo>
                <a:lnTo>
                  <a:pt x="2246493" y="152004"/>
                </a:lnTo>
                <a:lnTo>
                  <a:pt x="2247675" y="151538"/>
                </a:lnTo>
                <a:lnTo>
                  <a:pt x="2248822" y="151045"/>
                </a:lnTo>
                <a:lnTo>
                  <a:pt x="2249933" y="150526"/>
                </a:lnTo>
                <a:lnTo>
                  <a:pt x="2251007" y="149980"/>
                </a:lnTo>
                <a:lnTo>
                  <a:pt x="2252047" y="149408"/>
                </a:lnTo>
                <a:lnTo>
                  <a:pt x="2253050" y="148809"/>
                </a:lnTo>
                <a:lnTo>
                  <a:pt x="2254017" y="148183"/>
                </a:lnTo>
                <a:lnTo>
                  <a:pt x="2254947" y="147536"/>
                </a:lnTo>
                <a:lnTo>
                  <a:pt x="2255837" y="146872"/>
                </a:lnTo>
                <a:lnTo>
                  <a:pt x="2256687" y="146191"/>
                </a:lnTo>
                <a:lnTo>
                  <a:pt x="2257498" y="145494"/>
                </a:lnTo>
                <a:lnTo>
                  <a:pt x="2258270" y="144780"/>
                </a:lnTo>
                <a:lnTo>
                  <a:pt x="2259001" y="144049"/>
                </a:lnTo>
                <a:lnTo>
                  <a:pt x="2259694" y="143301"/>
                </a:lnTo>
                <a:lnTo>
                  <a:pt x="2260346" y="142537"/>
                </a:lnTo>
                <a:lnTo>
                  <a:pt x="2260960" y="141756"/>
                </a:lnTo>
                <a:lnTo>
                  <a:pt x="2261533" y="140958"/>
                </a:lnTo>
                <a:lnTo>
                  <a:pt x="2262067" y="140144"/>
                </a:lnTo>
                <a:lnTo>
                  <a:pt x="2262562" y="139313"/>
                </a:lnTo>
                <a:lnTo>
                  <a:pt x="2263017" y="138465"/>
                </a:lnTo>
                <a:lnTo>
                  <a:pt x="2263432" y="137600"/>
                </a:lnTo>
                <a:lnTo>
                  <a:pt x="2263808" y="136719"/>
                </a:lnTo>
                <a:lnTo>
                  <a:pt x="2264144" y="135821"/>
                </a:lnTo>
                <a:lnTo>
                  <a:pt x="2264441" y="134906"/>
                </a:lnTo>
                <a:lnTo>
                  <a:pt x="2264698" y="133974"/>
                </a:lnTo>
                <a:lnTo>
                  <a:pt x="2264915" y="133026"/>
                </a:lnTo>
                <a:lnTo>
                  <a:pt x="2265093" y="132061"/>
                </a:lnTo>
                <a:lnTo>
                  <a:pt x="2265232" y="131079"/>
                </a:lnTo>
                <a:lnTo>
                  <a:pt x="2265331" y="130081"/>
                </a:lnTo>
                <a:lnTo>
                  <a:pt x="2265390" y="129066"/>
                </a:lnTo>
                <a:lnTo>
                  <a:pt x="2265410" y="128034"/>
                </a:lnTo>
                <a:lnTo>
                  <a:pt x="2265393" y="127019"/>
                </a:lnTo>
                <a:lnTo>
                  <a:pt x="2265341" y="126027"/>
                </a:lnTo>
                <a:lnTo>
                  <a:pt x="2265255" y="125056"/>
                </a:lnTo>
                <a:lnTo>
                  <a:pt x="2265134" y="124108"/>
                </a:lnTo>
                <a:lnTo>
                  <a:pt x="2264979" y="123182"/>
                </a:lnTo>
                <a:lnTo>
                  <a:pt x="2264790" y="122277"/>
                </a:lnTo>
                <a:lnTo>
                  <a:pt x="2264566" y="121395"/>
                </a:lnTo>
                <a:lnTo>
                  <a:pt x="2264307" y="120534"/>
                </a:lnTo>
                <a:lnTo>
                  <a:pt x="2264014" y="119696"/>
                </a:lnTo>
                <a:lnTo>
                  <a:pt x="2263687" y="118879"/>
                </a:lnTo>
                <a:lnTo>
                  <a:pt x="2263325" y="118084"/>
                </a:lnTo>
                <a:lnTo>
                  <a:pt x="2262929" y="117312"/>
                </a:lnTo>
                <a:lnTo>
                  <a:pt x="2262498" y="116561"/>
                </a:lnTo>
                <a:lnTo>
                  <a:pt x="2262033" y="115833"/>
                </a:lnTo>
                <a:lnTo>
                  <a:pt x="2261533" y="115126"/>
                </a:lnTo>
                <a:lnTo>
                  <a:pt x="2260999" y="114442"/>
                </a:lnTo>
                <a:lnTo>
                  <a:pt x="2260431" y="113779"/>
                </a:lnTo>
                <a:lnTo>
                  <a:pt x="2259828" y="113139"/>
                </a:lnTo>
                <a:lnTo>
                  <a:pt x="2259190" y="112520"/>
                </a:lnTo>
                <a:lnTo>
                  <a:pt x="2258518" y="111923"/>
                </a:lnTo>
                <a:lnTo>
                  <a:pt x="2257812" y="111349"/>
                </a:lnTo>
                <a:lnTo>
                  <a:pt x="2257071" y="110796"/>
                </a:lnTo>
                <a:lnTo>
                  <a:pt x="2256295" y="110265"/>
                </a:lnTo>
                <a:lnTo>
                  <a:pt x="2255486" y="109757"/>
                </a:lnTo>
                <a:lnTo>
                  <a:pt x="2254638" y="109269"/>
                </a:lnTo>
                <a:lnTo>
                  <a:pt x="2253750" y="108803"/>
                </a:lnTo>
                <a:lnTo>
                  <a:pt x="2252822" y="108356"/>
                </a:lnTo>
                <a:lnTo>
                  <a:pt x="2251852" y="107931"/>
                </a:lnTo>
                <a:lnTo>
                  <a:pt x="2250843" y="107527"/>
                </a:lnTo>
                <a:lnTo>
                  <a:pt x="2249792" y="107143"/>
                </a:lnTo>
                <a:lnTo>
                  <a:pt x="2248701" y="106780"/>
                </a:lnTo>
                <a:lnTo>
                  <a:pt x="2247569" y="106438"/>
                </a:lnTo>
                <a:lnTo>
                  <a:pt x="2246397" y="106116"/>
                </a:lnTo>
                <a:lnTo>
                  <a:pt x="2245183" y="105815"/>
                </a:lnTo>
                <a:lnTo>
                  <a:pt x="2243930" y="105535"/>
                </a:lnTo>
                <a:lnTo>
                  <a:pt x="2242635" y="105276"/>
                </a:lnTo>
                <a:lnTo>
                  <a:pt x="2241300" y="105037"/>
                </a:lnTo>
                <a:lnTo>
                  <a:pt x="2239925" y="104819"/>
                </a:lnTo>
                <a:lnTo>
                  <a:pt x="2238508" y="104622"/>
                </a:lnTo>
                <a:lnTo>
                  <a:pt x="2237051" y="104446"/>
                </a:lnTo>
                <a:lnTo>
                  <a:pt x="2235554" y="104290"/>
                </a:lnTo>
                <a:lnTo>
                  <a:pt x="2234015" y="104156"/>
                </a:lnTo>
                <a:lnTo>
                  <a:pt x="2232437" y="104042"/>
                </a:lnTo>
                <a:lnTo>
                  <a:pt x="2230817" y="103948"/>
                </a:lnTo>
                <a:lnTo>
                  <a:pt x="2229157" y="103876"/>
                </a:lnTo>
                <a:lnTo>
                  <a:pt x="2227456" y="103824"/>
                </a:lnTo>
                <a:lnTo>
                  <a:pt x="2225715" y="103793"/>
                </a:lnTo>
                <a:lnTo>
                  <a:pt x="2223933" y="103782"/>
                </a:lnTo>
                <a:lnTo>
                  <a:pt x="2221796" y="103782"/>
                </a:lnTo>
                <a:lnTo>
                  <a:pt x="2221106" y="103781"/>
                </a:lnTo>
                <a:lnTo>
                  <a:pt x="2220427" y="103778"/>
                </a:lnTo>
                <a:lnTo>
                  <a:pt x="2219761" y="103773"/>
                </a:lnTo>
                <a:lnTo>
                  <a:pt x="2219108" y="103766"/>
                </a:lnTo>
                <a:lnTo>
                  <a:pt x="2218467" y="103757"/>
                </a:lnTo>
                <a:lnTo>
                  <a:pt x="2217838" y="103746"/>
                </a:lnTo>
                <a:lnTo>
                  <a:pt x="2217223" y="103733"/>
                </a:lnTo>
                <a:lnTo>
                  <a:pt x="2216619" y="103718"/>
                </a:lnTo>
                <a:lnTo>
                  <a:pt x="2216028" y="103701"/>
                </a:lnTo>
                <a:lnTo>
                  <a:pt x="2215450" y="103682"/>
                </a:lnTo>
                <a:lnTo>
                  <a:pt x="2214884" y="103661"/>
                </a:lnTo>
                <a:lnTo>
                  <a:pt x="2214331" y="103638"/>
                </a:lnTo>
                <a:lnTo>
                  <a:pt x="2213790" y="103612"/>
                </a:lnTo>
                <a:lnTo>
                  <a:pt x="2213262" y="103585"/>
                </a:lnTo>
                <a:lnTo>
                  <a:pt x="2212746" y="103556"/>
                </a:lnTo>
                <a:lnTo>
                  <a:pt x="2212243" y="103525"/>
                </a:lnTo>
                <a:lnTo>
                  <a:pt x="2211752" y="103492"/>
                </a:lnTo>
                <a:lnTo>
                  <a:pt x="2211274" y="103457"/>
                </a:lnTo>
                <a:lnTo>
                  <a:pt x="2210809" y="103420"/>
                </a:lnTo>
                <a:lnTo>
                  <a:pt x="2210355" y="103380"/>
                </a:lnTo>
                <a:lnTo>
                  <a:pt x="2209915" y="103339"/>
                </a:lnTo>
                <a:lnTo>
                  <a:pt x="2209487" y="103296"/>
                </a:lnTo>
                <a:lnTo>
                  <a:pt x="2209071" y="103251"/>
                </a:lnTo>
                <a:lnTo>
                  <a:pt x="2208668" y="103204"/>
                </a:lnTo>
                <a:lnTo>
                  <a:pt x="2208276" y="103154"/>
                </a:lnTo>
                <a:lnTo>
                  <a:pt x="2207894" y="103103"/>
                </a:lnTo>
                <a:lnTo>
                  <a:pt x="2207522" y="103050"/>
                </a:lnTo>
                <a:lnTo>
                  <a:pt x="2207160" y="102995"/>
                </a:lnTo>
                <a:lnTo>
                  <a:pt x="2206807" y="102937"/>
                </a:lnTo>
                <a:lnTo>
                  <a:pt x="2206465" y="102878"/>
                </a:lnTo>
                <a:lnTo>
                  <a:pt x="2206132" y="102817"/>
                </a:lnTo>
                <a:lnTo>
                  <a:pt x="2205810" y="102754"/>
                </a:lnTo>
                <a:lnTo>
                  <a:pt x="2205497" y="102688"/>
                </a:lnTo>
                <a:lnTo>
                  <a:pt x="2205194" y="102621"/>
                </a:lnTo>
                <a:lnTo>
                  <a:pt x="2204901" y="102552"/>
                </a:lnTo>
                <a:lnTo>
                  <a:pt x="2204618" y="102480"/>
                </a:lnTo>
                <a:lnTo>
                  <a:pt x="2204345" y="102407"/>
                </a:lnTo>
                <a:lnTo>
                  <a:pt x="2204082" y="102332"/>
                </a:lnTo>
                <a:lnTo>
                  <a:pt x="2203828" y="102254"/>
                </a:lnTo>
                <a:lnTo>
                  <a:pt x="2203585" y="102175"/>
                </a:lnTo>
                <a:lnTo>
                  <a:pt x="2203351" y="102094"/>
                </a:lnTo>
                <a:lnTo>
                  <a:pt x="2203127" y="102010"/>
                </a:lnTo>
                <a:lnTo>
                  <a:pt x="2202913" y="101925"/>
                </a:lnTo>
                <a:lnTo>
                  <a:pt x="2202709" y="101838"/>
                </a:lnTo>
                <a:lnTo>
                  <a:pt x="2202515" y="101748"/>
                </a:lnTo>
                <a:lnTo>
                  <a:pt x="2202331" y="101657"/>
                </a:lnTo>
                <a:lnTo>
                  <a:pt x="2202157" y="101563"/>
                </a:lnTo>
                <a:lnTo>
                  <a:pt x="2201992" y="101468"/>
                </a:lnTo>
                <a:lnTo>
                  <a:pt x="2201836" y="101371"/>
                </a:lnTo>
                <a:lnTo>
                  <a:pt x="2201687" y="101271"/>
                </a:lnTo>
                <a:lnTo>
                  <a:pt x="2201544" y="101170"/>
                </a:lnTo>
                <a:lnTo>
                  <a:pt x="2201408" y="101067"/>
                </a:lnTo>
                <a:lnTo>
                  <a:pt x="2201278" y="100963"/>
                </a:lnTo>
                <a:lnTo>
                  <a:pt x="2201155" y="100856"/>
                </a:lnTo>
                <a:lnTo>
                  <a:pt x="2201039" y="100748"/>
                </a:lnTo>
                <a:lnTo>
                  <a:pt x="2200929" y="100637"/>
                </a:lnTo>
                <a:lnTo>
                  <a:pt x="2200826" y="100525"/>
                </a:lnTo>
                <a:lnTo>
                  <a:pt x="2200730" y="100411"/>
                </a:lnTo>
                <a:lnTo>
                  <a:pt x="2200640" y="100295"/>
                </a:lnTo>
                <a:lnTo>
                  <a:pt x="2200557" y="100177"/>
                </a:lnTo>
                <a:lnTo>
                  <a:pt x="2200481" y="100058"/>
                </a:lnTo>
                <a:lnTo>
                  <a:pt x="2200411" y="99936"/>
                </a:lnTo>
                <a:lnTo>
                  <a:pt x="2200348" y="99813"/>
                </a:lnTo>
                <a:lnTo>
                  <a:pt x="2200291" y="99688"/>
                </a:lnTo>
                <a:lnTo>
                  <a:pt x="2200242" y="99561"/>
                </a:lnTo>
                <a:lnTo>
                  <a:pt x="2200198" y="99432"/>
                </a:lnTo>
                <a:lnTo>
                  <a:pt x="2200162" y="99301"/>
                </a:lnTo>
                <a:lnTo>
                  <a:pt x="2200132" y="99169"/>
                </a:lnTo>
                <a:lnTo>
                  <a:pt x="2200109" y="99034"/>
                </a:lnTo>
                <a:lnTo>
                  <a:pt x="2200092" y="98898"/>
                </a:lnTo>
                <a:lnTo>
                  <a:pt x="2200082" y="98760"/>
                </a:lnTo>
                <a:lnTo>
                  <a:pt x="2200079" y="98620"/>
                </a:lnTo>
                <a:lnTo>
                  <a:pt x="2200084" y="98421"/>
                </a:lnTo>
                <a:lnTo>
                  <a:pt x="2200101" y="98225"/>
                </a:lnTo>
                <a:lnTo>
                  <a:pt x="2200129" y="98031"/>
                </a:lnTo>
                <a:lnTo>
                  <a:pt x="2200168" y="97840"/>
                </a:lnTo>
                <a:lnTo>
                  <a:pt x="2200218" y="97651"/>
                </a:lnTo>
                <a:lnTo>
                  <a:pt x="2200279" y="97465"/>
                </a:lnTo>
                <a:lnTo>
                  <a:pt x="2200351" y="97282"/>
                </a:lnTo>
                <a:lnTo>
                  <a:pt x="2200435" y="97102"/>
                </a:lnTo>
                <a:lnTo>
                  <a:pt x="2200529" y="96924"/>
                </a:lnTo>
                <a:lnTo>
                  <a:pt x="2200635" y="96748"/>
                </a:lnTo>
                <a:lnTo>
                  <a:pt x="2200752" y="96576"/>
                </a:lnTo>
                <a:lnTo>
                  <a:pt x="2200880" y="96406"/>
                </a:lnTo>
                <a:lnTo>
                  <a:pt x="2201019" y="96238"/>
                </a:lnTo>
                <a:lnTo>
                  <a:pt x="2201169" y="96074"/>
                </a:lnTo>
                <a:lnTo>
                  <a:pt x="2201330" y="95911"/>
                </a:lnTo>
                <a:lnTo>
                  <a:pt x="2201503" y="95752"/>
                </a:lnTo>
                <a:lnTo>
                  <a:pt x="2201686" y="95595"/>
                </a:lnTo>
                <a:lnTo>
                  <a:pt x="2201881" y="95441"/>
                </a:lnTo>
                <a:lnTo>
                  <a:pt x="2202087" y="95289"/>
                </a:lnTo>
                <a:lnTo>
                  <a:pt x="2202304" y="95140"/>
                </a:lnTo>
                <a:lnTo>
                  <a:pt x="2202532" y="94993"/>
                </a:lnTo>
                <a:lnTo>
                  <a:pt x="2202771" y="94850"/>
                </a:lnTo>
                <a:lnTo>
                  <a:pt x="2203022" y="94709"/>
                </a:lnTo>
                <a:lnTo>
                  <a:pt x="2203283" y="94570"/>
                </a:lnTo>
                <a:lnTo>
                  <a:pt x="2203553" y="94434"/>
                </a:lnTo>
                <a:lnTo>
                  <a:pt x="2203828" y="94299"/>
                </a:lnTo>
                <a:lnTo>
                  <a:pt x="2204109" y="94166"/>
                </a:lnTo>
                <a:lnTo>
                  <a:pt x="2204396" y="94035"/>
                </a:lnTo>
                <a:lnTo>
                  <a:pt x="2204688" y="93905"/>
                </a:lnTo>
                <a:lnTo>
                  <a:pt x="2204985" y="93777"/>
                </a:lnTo>
                <a:lnTo>
                  <a:pt x="2205288" y="93651"/>
                </a:lnTo>
                <a:lnTo>
                  <a:pt x="2205597" y="93527"/>
                </a:lnTo>
                <a:lnTo>
                  <a:pt x="2205912" y="93404"/>
                </a:lnTo>
                <a:lnTo>
                  <a:pt x="2206231" y="93283"/>
                </a:lnTo>
                <a:lnTo>
                  <a:pt x="2206557" y="93163"/>
                </a:lnTo>
                <a:lnTo>
                  <a:pt x="2206747" y="93096"/>
                </a:lnTo>
                <a:lnTo>
                  <a:pt x="2206778" y="93104"/>
                </a:lnTo>
                <a:lnTo>
                  <a:pt x="2207595" y="93300"/>
                </a:lnTo>
                <a:lnTo>
                  <a:pt x="2208423" y="93481"/>
                </a:lnTo>
                <a:lnTo>
                  <a:pt x="2209264" y="93648"/>
                </a:lnTo>
                <a:lnTo>
                  <a:pt x="2210116" y="93800"/>
                </a:lnTo>
                <a:lnTo>
                  <a:pt x="2210981" y="93938"/>
                </a:lnTo>
                <a:lnTo>
                  <a:pt x="2211857" y="94061"/>
                </a:lnTo>
                <a:lnTo>
                  <a:pt x="2212746" y="94170"/>
                </a:lnTo>
                <a:lnTo>
                  <a:pt x="2213647" y="94264"/>
                </a:lnTo>
                <a:lnTo>
                  <a:pt x="2214560" y="94344"/>
                </a:lnTo>
                <a:lnTo>
                  <a:pt x="2215484" y="94409"/>
                </a:lnTo>
                <a:lnTo>
                  <a:pt x="2216421" y="94460"/>
                </a:lnTo>
                <a:lnTo>
                  <a:pt x="2217370" y="94496"/>
                </a:lnTo>
                <a:lnTo>
                  <a:pt x="2218331" y="94518"/>
                </a:lnTo>
                <a:lnTo>
                  <a:pt x="2219304" y="94525"/>
                </a:lnTo>
                <a:lnTo>
                  <a:pt x="2220343" y="94518"/>
                </a:lnTo>
                <a:lnTo>
                  <a:pt x="2221366" y="94497"/>
                </a:lnTo>
                <a:lnTo>
                  <a:pt x="2222374" y="94462"/>
                </a:lnTo>
                <a:lnTo>
                  <a:pt x="2223368" y="94412"/>
                </a:lnTo>
                <a:lnTo>
                  <a:pt x="2224346" y="94348"/>
                </a:lnTo>
                <a:lnTo>
                  <a:pt x="2225309" y="94270"/>
                </a:lnTo>
                <a:lnTo>
                  <a:pt x="2226258" y="94178"/>
                </a:lnTo>
                <a:lnTo>
                  <a:pt x="2227191" y="94071"/>
                </a:lnTo>
                <a:lnTo>
                  <a:pt x="2228110" y="93950"/>
                </a:lnTo>
                <a:lnTo>
                  <a:pt x="2229013" y="93816"/>
                </a:lnTo>
                <a:lnTo>
                  <a:pt x="2229902" y="93667"/>
                </a:lnTo>
                <a:lnTo>
                  <a:pt x="2230775" y="93503"/>
                </a:lnTo>
                <a:lnTo>
                  <a:pt x="2231634" y="93326"/>
                </a:lnTo>
                <a:lnTo>
                  <a:pt x="2232477" y="93134"/>
                </a:lnTo>
                <a:lnTo>
                  <a:pt x="2233306" y="92928"/>
                </a:lnTo>
                <a:lnTo>
                  <a:pt x="2234119" y="92708"/>
                </a:lnTo>
                <a:lnTo>
                  <a:pt x="2234918" y="92474"/>
                </a:lnTo>
                <a:lnTo>
                  <a:pt x="2235701" y="92226"/>
                </a:lnTo>
                <a:lnTo>
                  <a:pt x="2236470" y="91963"/>
                </a:lnTo>
                <a:lnTo>
                  <a:pt x="2237223" y="91686"/>
                </a:lnTo>
                <a:lnTo>
                  <a:pt x="2237962" y="91395"/>
                </a:lnTo>
                <a:lnTo>
                  <a:pt x="2238685" y="91090"/>
                </a:lnTo>
                <a:lnTo>
                  <a:pt x="2239394" y="90770"/>
                </a:lnTo>
                <a:lnTo>
                  <a:pt x="2240087" y="90437"/>
                </a:lnTo>
                <a:lnTo>
                  <a:pt x="2240766" y="90091"/>
                </a:lnTo>
                <a:lnTo>
                  <a:pt x="2241431" y="89736"/>
                </a:lnTo>
                <a:lnTo>
                  <a:pt x="2242082" y="89371"/>
                </a:lnTo>
                <a:lnTo>
                  <a:pt x="2242718" y="88997"/>
                </a:lnTo>
                <a:lnTo>
                  <a:pt x="2243340" y="88614"/>
                </a:lnTo>
                <a:lnTo>
                  <a:pt x="2243948" y="88220"/>
                </a:lnTo>
                <a:lnTo>
                  <a:pt x="2244542" y="87817"/>
                </a:lnTo>
                <a:lnTo>
                  <a:pt x="2245121" y="87405"/>
                </a:lnTo>
                <a:lnTo>
                  <a:pt x="2245687" y="86983"/>
                </a:lnTo>
                <a:lnTo>
                  <a:pt x="2246238" y="86551"/>
                </a:lnTo>
                <a:lnTo>
                  <a:pt x="2246774" y="86110"/>
                </a:lnTo>
                <a:lnTo>
                  <a:pt x="2247297" y="85660"/>
                </a:lnTo>
                <a:lnTo>
                  <a:pt x="2247805" y="85199"/>
                </a:lnTo>
                <a:lnTo>
                  <a:pt x="2248300" y="84729"/>
                </a:lnTo>
                <a:lnTo>
                  <a:pt x="2248780" y="84250"/>
                </a:lnTo>
                <a:lnTo>
                  <a:pt x="2249245" y="83761"/>
                </a:lnTo>
                <a:lnTo>
                  <a:pt x="2249697" y="83263"/>
                </a:lnTo>
                <a:lnTo>
                  <a:pt x="2250134" y="82755"/>
                </a:lnTo>
                <a:lnTo>
                  <a:pt x="2250557" y="82237"/>
                </a:lnTo>
                <a:lnTo>
                  <a:pt x="2250966" y="81710"/>
                </a:lnTo>
                <a:lnTo>
                  <a:pt x="2251361" y="81173"/>
                </a:lnTo>
                <a:lnTo>
                  <a:pt x="2251741" y="80627"/>
                </a:lnTo>
                <a:lnTo>
                  <a:pt x="2252107" y="80071"/>
                </a:lnTo>
                <a:lnTo>
                  <a:pt x="2252459" y="79506"/>
                </a:lnTo>
                <a:lnTo>
                  <a:pt x="2252797" y="78933"/>
                </a:lnTo>
                <a:lnTo>
                  <a:pt x="2253120" y="78356"/>
                </a:lnTo>
                <a:lnTo>
                  <a:pt x="2253429" y="77775"/>
                </a:lnTo>
                <a:lnTo>
                  <a:pt x="2253724" y="77190"/>
                </a:lnTo>
                <a:lnTo>
                  <a:pt x="2254004" y="76600"/>
                </a:lnTo>
                <a:lnTo>
                  <a:pt x="2254270" y="76006"/>
                </a:lnTo>
                <a:lnTo>
                  <a:pt x="2254522" y="75408"/>
                </a:lnTo>
                <a:lnTo>
                  <a:pt x="2254759" y="74805"/>
                </a:lnTo>
                <a:lnTo>
                  <a:pt x="2254982" y="74198"/>
                </a:lnTo>
                <a:lnTo>
                  <a:pt x="2255190" y="73587"/>
                </a:lnTo>
                <a:lnTo>
                  <a:pt x="2255384" y="72972"/>
                </a:lnTo>
                <a:lnTo>
                  <a:pt x="2255564" y="72352"/>
                </a:lnTo>
                <a:lnTo>
                  <a:pt x="2255729" y="71727"/>
                </a:lnTo>
                <a:lnTo>
                  <a:pt x="2255880" y="71099"/>
                </a:lnTo>
                <a:lnTo>
                  <a:pt x="2256016" y="70466"/>
                </a:lnTo>
                <a:lnTo>
                  <a:pt x="2256138" y="69828"/>
                </a:lnTo>
                <a:lnTo>
                  <a:pt x="2256246" y="69187"/>
                </a:lnTo>
                <a:lnTo>
                  <a:pt x="2256340" y="68541"/>
                </a:lnTo>
                <a:lnTo>
                  <a:pt x="2256419" y="67891"/>
                </a:lnTo>
                <a:lnTo>
                  <a:pt x="2256483" y="67236"/>
                </a:lnTo>
                <a:lnTo>
                  <a:pt x="2256534" y="66577"/>
                </a:lnTo>
                <a:lnTo>
                  <a:pt x="2256569" y="65914"/>
                </a:lnTo>
                <a:lnTo>
                  <a:pt x="2256591" y="65246"/>
                </a:lnTo>
                <a:lnTo>
                  <a:pt x="2256598" y="64575"/>
                </a:lnTo>
                <a:lnTo>
                  <a:pt x="2256591" y="63874"/>
                </a:lnTo>
                <a:lnTo>
                  <a:pt x="2256570" y="63179"/>
                </a:lnTo>
                <a:lnTo>
                  <a:pt x="2256535" y="62489"/>
                </a:lnTo>
                <a:lnTo>
                  <a:pt x="2256486" y="61805"/>
                </a:lnTo>
                <a:lnTo>
                  <a:pt x="2256422" y="61128"/>
                </a:lnTo>
                <a:lnTo>
                  <a:pt x="2256345" y="60455"/>
                </a:lnTo>
                <a:lnTo>
                  <a:pt x="2256254" y="59789"/>
                </a:lnTo>
                <a:lnTo>
                  <a:pt x="2256148" y="59128"/>
                </a:lnTo>
                <a:lnTo>
                  <a:pt x="2256029" y="58473"/>
                </a:lnTo>
                <a:lnTo>
                  <a:pt x="2255895" y="57823"/>
                </a:lnTo>
                <a:lnTo>
                  <a:pt x="2255747" y="57180"/>
                </a:lnTo>
                <a:lnTo>
                  <a:pt x="2255586" y="56542"/>
                </a:lnTo>
                <a:lnTo>
                  <a:pt x="2255410" y="55909"/>
                </a:lnTo>
                <a:lnTo>
                  <a:pt x="2255220" y="55283"/>
                </a:lnTo>
                <a:lnTo>
                  <a:pt x="2255016" y="54662"/>
                </a:lnTo>
                <a:lnTo>
                  <a:pt x="2254798" y="54047"/>
                </a:lnTo>
                <a:lnTo>
                  <a:pt x="2254566" y="53438"/>
                </a:lnTo>
                <a:lnTo>
                  <a:pt x="2254320" y="52834"/>
                </a:lnTo>
                <a:lnTo>
                  <a:pt x="2254060" y="52236"/>
                </a:lnTo>
                <a:lnTo>
                  <a:pt x="2253786" y="51644"/>
                </a:lnTo>
                <a:lnTo>
                  <a:pt x="2253498" y="51057"/>
                </a:lnTo>
                <a:lnTo>
                  <a:pt x="2253195" y="50477"/>
                </a:lnTo>
                <a:lnTo>
                  <a:pt x="2252879" y="49901"/>
                </a:lnTo>
                <a:lnTo>
                  <a:pt x="2252548" y="49332"/>
                </a:lnTo>
                <a:lnTo>
                  <a:pt x="2252204" y="48770"/>
                </a:lnTo>
                <a:lnTo>
                  <a:pt x="2251845" y="48218"/>
                </a:lnTo>
                <a:lnTo>
                  <a:pt x="2251472" y="47675"/>
                </a:lnTo>
                <a:lnTo>
                  <a:pt x="2251085" y="47141"/>
                </a:lnTo>
                <a:lnTo>
                  <a:pt x="2250683" y="46617"/>
                </a:lnTo>
                <a:lnTo>
                  <a:pt x="2250268" y="46103"/>
                </a:lnTo>
                <a:lnTo>
                  <a:pt x="2249838" y="45597"/>
                </a:lnTo>
                <a:lnTo>
                  <a:pt x="2249394" y="45101"/>
                </a:lnTo>
                <a:lnTo>
                  <a:pt x="2248935" y="44615"/>
                </a:lnTo>
                <a:lnTo>
                  <a:pt x="2248463" y="44138"/>
                </a:lnTo>
                <a:lnTo>
                  <a:pt x="2247976" y="43670"/>
                </a:lnTo>
                <a:lnTo>
                  <a:pt x="2247656" y="43377"/>
                </a:lnTo>
                <a:lnTo>
                  <a:pt x="2247709" y="43335"/>
                </a:lnTo>
                <a:lnTo>
                  <a:pt x="2248072" y="43073"/>
                </a:lnTo>
                <a:lnTo>
                  <a:pt x="2248445" y="42824"/>
                </a:lnTo>
                <a:lnTo>
                  <a:pt x="2248828" y="42589"/>
                </a:lnTo>
                <a:lnTo>
                  <a:pt x="2249221" y="42367"/>
                </a:lnTo>
                <a:close/>
                <a:moveTo>
                  <a:pt x="2216492" y="80124"/>
                </a:moveTo>
                <a:lnTo>
                  <a:pt x="2216039" y="80034"/>
                </a:lnTo>
                <a:lnTo>
                  <a:pt x="2215591" y="79930"/>
                </a:lnTo>
                <a:lnTo>
                  <a:pt x="2215147" y="79812"/>
                </a:lnTo>
                <a:lnTo>
                  <a:pt x="2214707" y="79680"/>
                </a:lnTo>
                <a:lnTo>
                  <a:pt x="2214272" y="79534"/>
                </a:lnTo>
                <a:lnTo>
                  <a:pt x="2213841" y="79375"/>
                </a:lnTo>
                <a:lnTo>
                  <a:pt x="2213415" y="79201"/>
                </a:lnTo>
                <a:lnTo>
                  <a:pt x="2212994" y="79014"/>
                </a:lnTo>
                <a:lnTo>
                  <a:pt x="2212577" y="78813"/>
                </a:lnTo>
                <a:lnTo>
                  <a:pt x="2212164" y="78598"/>
                </a:lnTo>
                <a:lnTo>
                  <a:pt x="2211756" y="78369"/>
                </a:lnTo>
                <a:lnTo>
                  <a:pt x="2211352" y="78127"/>
                </a:lnTo>
                <a:lnTo>
                  <a:pt x="2210953" y="77870"/>
                </a:lnTo>
                <a:lnTo>
                  <a:pt x="2210558" y="77600"/>
                </a:lnTo>
                <a:lnTo>
                  <a:pt x="2210168" y="77315"/>
                </a:lnTo>
                <a:lnTo>
                  <a:pt x="2209782" y="77017"/>
                </a:lnTo>
                <a:lnTo>
                  <a:pt x="2209401" y="76705"/>
                </a:lnTo>
                <a:lnTo>
                  <a:pt x="2209024" y="76379"/>
                </a:lnTo>
                <a:lnTo>
                  <a:pt x="2208657" y="76040"/>
                </a:lnTo>
                <a:lnTo>
                  <a:pt x="2208306" y="75687"/>
                </a:lnTo>
                <a:lnTo>
                  <a:pt x="2207971" y="75321"/>
                </a:lnTo>
                <a:lnTo>
                  <a:pt x="2207651" y="74942"/>
                </a:lnTo>
                <a:lnTo>
                  <a:pt x="2207346" y="74549"/>
                </a:lnTo>
                <a:lnTo>
                  <a:pt x="2207057" y="74144"/>
                </a:lnTo>
                <a:lnTo>
                  <a:pt x="2206784" y="73725"/>
                </a:lnTo>
                <a:lnTo>
                  <a:pt x="2206527" y="73292"/>
                </a:lnTo>
                <a:lnTo>
                  <a:pt x="2206285" y="72847"/>
                </a:lnTo>
                <a:lnTo>
                  <a:pt x="2206059" y="72388"/>
                </a:lnTo>
                <a:lnTo>
                  <a:pt x="2205848" y="71916"/>
                </a:lnTo>
                <a:lnTo>
                  <a:pt x="2205653" y="71431"/>
                </a:lnTo>
                <a:lnTo>
                  <a:pt x="2205473" y="70932"/>
                </a:lnTo>
                <a:lnTo>
                  <a:pt x="2205309" y="70421"/>
                </a:lnTo>
                <a:lnTo>
                  <a:pt x="2205161" y="69896"/>
                </a:lnTo>
                <a:lnTo>
                  <a:pt x="2205029" y="69357"/>
                </a:lnTo>
                <a:lnTo>
                  <a:pt x="2204912" y="68806"/>
                </a:lnTo>
                <a:lnTo>
                  <a:pt x="2204810" y="68241"/>
                </a:lnTo>
                <a:lnTo>
                  <a:pt x="2204724" y="67663"/>
                </a:lnTo>
                <a:lnTo>
                  <a:pt x="2204654" y="67072"/>
                </a:lnTo>
                <a:lnTo>
                  <a:pt x="2204599" y="66468"/>
                </a:lnTo>
                <a:lnTo>
                  <a:pt x="2204560" y="65850"/>
                </a:lnTo>
                <a:lnTo>
                  <a:pt x="2204537" y="65219"/>
                </a:lnTo>
                <a:lnTo>
                  <a:pt x="2204529" y="64575"/>
                </a:lnTo>
                <a:lnTo>
                  <a:pt x="2204537" y="63923"/>
                </a:lnTo>
                <a:lnTo>
                  <a:pt x="2204559" y="63284"/>
                </a:lnTo>
                <a:lnTo>
                  <a:pt x="2204597" y="62659"/>
                </a:lnTo>
                <a:lnTo>
                  <a:pt x="2204650" y="62046"/>
                </a:lnTo>
                <a:lnTo>
                  <a:pt x="2204718" y="61447"/>
                </a:lnTo>
                <a:lnTo>
                  <a:pt x="2204802" y="60861"/>
                </a:lnTo>
                <a:lnTo>
                  <a:pt x="2204900" y="60287"/>
                </a:lnTo>
                <a:lnTo>
                  <a:pt x="2205014" y="59727"/>
                </a:lnTo>
                <a:lnTo>
                  <a:pt x="2205142" y="59180"/>
                </a:lnTo>
                <a:lnTo>
                  <a:pt x="2205286" y="58647"/>
                </a:lnTo>
                <a:lnTo>
                  <a:pt x="2205445" y="58126"/>
                </a:lnTo>
                <a:lnTo>
                  <a:pt x="2205619" y="57618"/>
                </a:lnTo>
                <a:lnTo>
                  <a:pt x="2205809" y="57124"/>
                </a:lnTo>
                <a:lnTo>
                  <a:pt x="2206013" y="56642"/>
                </a:lnTo>
                <a:lnTo>
                  <a:pt x="2206233" y="56174"/>
                </a:lnTo>
                <a:lnTo>
                  <a:pt x="2206468" y="55718"/>
                </a:lnTo>
                <a:lnTo>
                  <a:pt x="2206717" y="55276"/>
                </a:lnTo>
                <a:lnTo>
                  <a:pt x="2206982" y="54847"/>
                </a:lnTo>
                <a:lnTo>
                  <a:pt x="2207263" y="54431"/>
                </a:lnTo>
                <a:lnTo>
                  <a:pt x="2207558" y="54028"/>
                </a:lnTo>
                <a:lnTo>
                  <a:pt x="2207868" y="53638"/>
                </a:lnTo>
                <a:lnTo>
                  <a:pt x="2208194" y="53262"/>
                </a:lnTo>
                <a:lnTo>
                  <a:pt x="2208535" y="52898"/>
                </a:lnTo>
                <a:lnTo>
                  <a:pt x="2208890" y="52548"/>
                </a:lnTo>
                <a:lnTo>
                  <a:pt x="2209258" y="52211"/>
                </a:lnTo>
                <a:lnTo>
                  <a:pt x="2209633" y="51888"/>
                </a:lnTo>
                <a:lnTo>
                  <a:pt x="2210017" y="51580"/>
                </a:lnTo>
                <a:lnTo>
                  <a:pt x="2210409" y="51286"/>
                </a:lnTo>
                <a:lnTo>
                  <a:pt x="2210808" y="51007"/>
                </a:lnTo>
                <a:lnTo>
                  <a:pt x="2211216" y="50742"/>
                </a:lnTo>
                <a:lnTo>
                  <a:pt x="2211631" y="50491"/>
                </a:lnTo>
                <a:lnTo>
                  <a:pt x="2212055" y="50254"/>
                </a:lnTo>
                <a:lnTo>
                  <a:pt x="2212487" y="50032"/>
                </a:lnTo>
                <a:lnTo>
                  <a:pt x="2212927" y="49824"/>
                </a:lnTo>
                <a:lnTo>
                  <a:pt x="2213375" y="49631"/>
                </a:lnTo>
                <a:lnTo>
                  <a:pt x="2213830" y="49452"/>
                </a:lnTo>
                <a:lnTo>
                  <a:pt x="2214294" y="49287"/>
                </a:lnTo>
                <a:lnTo>
                  <a:pt x="2214766" y="49136"/>
                </a:lnTo>
                <a:lnTo>
                  <a:pt x="2215246" y="49000"/>
                </a:lnTo>
                <a:lnTo>
                  <a:pt x="2215734" y="48878"/>
                </a:lnTo>
                <a:lnTo>
                  <a:pt x="2216230" y="48771"/>
                </a:lnTo>
                <a:lnTo>
                  <a:pt x="2216734" y="48678"/>
                </a:lnTo>
                <a:lnTo>
                  <a:pt x="2217246" y="48599"/>
                </a:lnTo>
                <a:lnTo>
                  <a:pt x="2217766" y="48534"/>
                </a:lnTo>
                <a:lnTo>
                  <a:pt x="2218295" y="48484"/>
                </a:lnTo>
                <a:lnTo>
                  <a:pt x="2218831" y="48448"/>
                </a:lnTo>
                <a:lnTo>
                  <a:pt x="2219375" y="48427"/>
                </a:lnTo>
                <a:lnTo>
                  <a:pt x="2219927" y="48420"/>
                </a:lnTo>
                <a:lnTo>
                  <a:pt x="2220472" y="48427"/>
                </a:lnTo>
                <a:lnTo>
                  <a:pt x="2221008" y="48448"/>
                </a:lnTo>
                <a:lnTo>
                  <a:pt x="2221535" y="48482"/>
                </a:lnTo>
                <a:lnTo>
                  <a:pt x="2222054" y="48531"/>
                </a:lnTo>
                <a:lnTo>
                  <a:pt x="2222564" y="48593"/>
                </a:lnTo>
                <a:lnTo>
                  <a:pt x="2223065" y="48669"/>
                </a:lnTo>
                <a:lnTo>
                  <a:pt x="2223557" y="48760"/>
                </a:lnTo>
                <a:lnTo>
                  <a:pt x="2224041" y="48864"/>
                </a:lnTo>
                <a:lnTo>
                  <a:pt x="2224517" y="48982"/>
                </a:lnTo>
                <a:lnTo>
                  <a:pt x="2224983" y="49113"/>
                </a:lnTo>
                <a:lnTo>
                  <a:pt x="2225441" y="49259"/>
                </a:lnTo>
                <a:lnTo>
                  <a:pt x="2225891" y="49418"/>
                </a:lnTo>
                <a:lnTo>
                  <a:pt x="2226332" y="49592"/>
                </a:lnTo>
                <a:lnTo>
                  <a:pt x="2226764" y="49779"/>
                </a:lnTo>
                <a:lnTo>
                  <a:pt x="2227187" y="49980"/>
                </a:lnTo>
                <a:lnTo>
                  <a:pt x="2227602" y="50195"/>
                </a:lnTo>
                <a:lnTo>
                  <a:pt x="2228008" y="50424"/>
                </a:lnTo>
                <a:lnTo>
                  <a:pt x="2228405" y="50667"/>
                </a:lnTo>
                <a:lnTo>
                  <a:pt x="2228794" y="50923"/>
                </a:lnTo>
                <a:lnTo>
                  <a:pt x="2229174" y="51194"/>
                </a:lnTo>
                <a:lnTo>
                  <a:pt x="2229546" y="51478"/>
                </a:lnTo>
                <a:lnTo>
                  <a:pt x="2229908" y="51776"/>
                </a:lnTo>
                <a:lnTo>
                  <a:pt x="2230263" y="52088"/>
                </a:lnTo>
                <a:lnTo>
                  <a:pt x="2230608" y="52414"/>
                </a:lnTo>
                <a:lnTo>
                  <a:pt x="2230942" y="52754"/>
                </a:lnTo>
                <a:lnTo>
                  <a:pt x="2231262" y="53109"/>
                </a:lnTo>
                <a:lnTo>
                  <a:pt x="2231568" y="53478"/>
                </a:lnTo>
                <a:lnTo>
                  <a:pt x="2231859" y="53861"/>
                </a:lnTo>
                <a:lnTo>
                  <a:pt x="2232136" y="54259"/>
                </a:lnTo>
                <a:lnTo>
                  <a:pt x="2232399" y="54672"/>
                </a:lnTo>
                <a:lnTo>
                  <a:pt x="2232648" y="55099"/>
                </a:lnTo>
                <a:lnTo>
                  <a:pt x="2232883" y="55540"/>
                </a:lnTo>
                <a:lnTo>
                  <a:pt x="2233103" y="55996"/>
                </a:lnTo>
                <a:lnTo>
                  <a:pt x="2233309" y="56467"/>
                </a:lnTo>
                <a:lnTo>
                  <a:pt x="2233501" y="56952"/>
                </a:lnTo>
                <a:lnTo>
                  <a:pt x="2233679" y="57451"/>
                </a:lnTo>
                <a:lnTo>
                  <a:pt x="2233842" y="57965"/>
                </a:lnTo>
                <a:lnTo>
                  <a:pt x="2233992" y="58494"/>
                </a:lnTo>
                <a:lnTo>
                  <a:pt x="2234127" y="59037"/>
                </a:lnTo>
                <a:lnTo>
                  <a:pt x="2234248" y="59594"/>
                </a:lnTo>
                <a:lnTo>
                  <a:pt x="2234354" y="60166"/>
                </a:lnTo>
                <a:lnTo>
                  <a:pt x="2234447" y="60752"/>
                </a:lnTo>
                <a:lnTo>
                  <a:pt x="2234525" y="61353"/>
                </a:lnTo>
                <a:lnTo>
                  <a:pt x="2234589" y="61968"/>
                </a:lnTo>
                <a:lnTo>
                  <a:pt x="2234639" y="62598"/>
                </a:lnTo>
                <a:lnTo>
                  <a:pt x="2234674" y="63243"/>
                </a:lnTo>
                <a:lnTo>
                  <a:pt x="2234695" y="63901"/>
                </a:lnTo>
                <a:lnTo>
                  <a:pt x="2234703" y="64575"/>
                </a:lnTo>
                <a:lnTo>
                  <a:pt x="2234695" y="65212"/>
                </a:lnTo>
                <a:lnTo>
                  <a:pt x="2234672" y="65836"/>
                </a:lnTo>
                <a:lnTo>
                  <a:pt x="2234634" y="66447"/>
                </a:lnTo>
                <a:lnTo>
                  <a:pt x="2234580" y="67046"/>
                </a:lnTo>
                <a:lnTo>
                  <a:pt x="2234511" y="67632"/>
                </a:lnTo>
                <a:lnTo>
                  <a:pt x="2234427" y="68205"/>
                </a:lnTo>
                <a:lnTo>
                  <a:pt x="2234328" y="68765"/>
                </a:lnTo>
                <a:lnTo>
                  <a:pt x="2234213" y="69313"/>
                </a:lnTo>
                <a:lnTo>
                  <a:pt x="2234083" y="69848"/>
                </a:lnTo>
                <a:lnTo>
                  <a:pt x="2233938" y="70370"/>
                </a:lnTo>
                <a:lnTo>
                  <a:pt x="2233777" y="70879"/>
                </a:lnTo>
                <a:lnTo>
                  <a:pt x="2233601" y="71375"/>
                </a:lnTo>
                <a:lnTo>
                  <a:pt x="2233410" y="71859"/>
                </a:lnTo>
                <a:lnTo>
                  <a:pt x="2233203" y="72330"/>
                </a:lnTo>
                <a:lnTo>
                  <a:pt x="2232981" y="72788"/>
                </a:lnTo>
                <a:lnTo>
                  <a:pt x="2232744" y="73233"/>
                </a:lnTo>
                <a:lnTo>
                  <a:pt x="2232492" y="73665"/>
                </a:lnTo>
                <a:lnTo>
                  <a:pt x="2232224" y="74085"/>
                </a:lnTo>
                <a:lnTo>
                  <a:pt x="2231941" y="74492"/>
                </a:lnTo>
                <a:lnTo>
                  <a:pt x="2231643" y="74886"/>
                </a:lnTo>
                <a:lnTo>
                  <a:pt x="2231329" y="75267"/>
                </a:lnTo>
                <a:lnTo>
                  <a:pt x="2231000" y="75636"/>
                </a:lnTo>
                <a:lnTo>
                  <a:pt x="2230656" y="75992"/>
                </a:lnTo>
                <a:lnTo>
                  <a:pt x="2230297" y="76335"/>
                </a:lnTo>
                <a:lnTo>
                  <a:pt x="2229926" y="76664"/>
                </a:lnTo>
                <a:lnTo>
                  <a:pt x="2229547" y="76980"/>
                </a:lnTo>
                <a:lnTo>
                  <a:pt x="2229161" y="77281"/>
                </a:lnTo>
                <a:lnTo>
                  <a:pt x="2228767" y="77569"/>
                </a:lnTo>
                <a:lnTo>
                  <a:pt x="2228366" y="77842"/>
                </a:lnTo>
                <a:lnTo>
                  <a:pt x="2227957" y="78102"/>
                </a:lnTo>
                <a:lnTo>
                  <a:pt x="2227541" y="78347"/>
                </a:lnTo>
                <a:lnTo>
                  <a:pt x="2227117" y="78578"/>
                </a:lnTo>
                <a:lnTo>
                  <a:pt x="2226686" y="78796"/>
                </a:lnTo>
                <a:lnTo>
                  <a:pt x="2226247" y="78999"/>
                </a:lnTo>
                <a:lnTo>
                  <a:pt x="2225800" y="79188"/>
                </a:lnTo>
                <a:lnTo>
                  <a:pt x="2225346" y="79364"/>
                </a:lnTo>
                <a:lnTo>
                  <a:pt x="2224884" y="79525"/>
                </a:lnTo>
                <a:lnTo>
                  <a:pt x="2224414" y="79672"/>
                </a:lnTo>
                <a:lnTo>
                  <a:pt x="2223938" y="79805"/>
                </a:lnTo>
                <a:lnTo>
                  <a:pt x="2223453" y="79925"/>
                </a:lnTo>
                <a:lnTo>
                  <a:pt x="2222961" y="80030"/>
                </a:lnTo>
                <a:lnTo>
                  <a:pt x="2222461" y="80121"/>
                </a:lnTo>
                <a:lnTo>
                  <a:pt x="2221954" y="80198"/>
                </a:lnTo>
                <a:lnTo>
                  <a:pt x="2221439" y="80261"/>
                </a:lnTo>
                <a:lnTo>
                  <a:pt x="2220917" y="80310"/>
                </a:lnTo>
                <a:lnTo>
                  <a:pt x="2220387" y="80345"/>
                </a:lnTo>
                <a:lnTo>
                  <a:pt x="2219849" y="80366"/>
                </a:lnTo>
                <a:lnTo>
                  <a:pt x="2219304" y="80373"/>
                </a:lnTo>
                <a:lnTo>
                  <a:pt x="2218824" y="80366"/>
                </a:lnTo>
                <a:lnTo>
                  <a:pt x="2218349" y="80346"/>
                </a:lnTo>
                <a:lnTo>
                  <a:pt x="2217878" y="80311"/>
                </a:lnTo>
                <a:lnTo>
                  <a:pt x="2217412" y="80262"/>
                </a:lnTo>
                <a:lnTo>
                  <a:pt x="2216950" y="80200"/>
                </a:lnTo>
                <a:lnTo>
                  <a:pt x="2216492" y="80124"/>
                </a:lnTo>
                <a:close/>
                <a:moveTo>
                  <a:pt x="2215705" y="140875"/>
                </a:moveTo>
                <a:lnTo>
                  <a:pt x="2214968" y="140802"/>
                </a:lnTo>
                <a:lnTo>
                  <a:pt x="2214251" y="140719"/>
                </a:lnTo>
                <a:lnTo>
                  <a:pt x="2213554" y="140624"/>
                </a:lnTo>
                <a:lnTo>
                  <a:pt x="2212877" y="140517"/>
                </a:lnTo>
                <a:lnTo>
                  <a:pt x="2212220" y="140400"/>
                </a:lnTo>
                <a:lnTo>
                  <a:pt x="2211583" y="140272"/>
                </a:lnTo>
                <a:lnTo>
                  <a:pt x="2210966" y="140132"/>
                </a:lnTo>
                <a:lnTo>
                  <a:pt x="2210370" y="139981"/>
                </a:lnTo>
                <a:lnTo>
                  <a:pt x="2209793" y="139819"/>
                </a:lnTo>
                <a:lnTo>
                  <a:pt x="2209237" y="139646"/>
                </a:lnTo>
                <a:lnTo>
                  <a:pt x="2208700" y="139461"/>
                </a:lnTo>
                <a:lnTo>
                  <a:pt x="2208184" y="139266"/>
                </a:lnTo>
                <a:lnTo>
                  <a:pt x="2207688" y="139059"/>
                </a:lnTo>
                <a:lnTo>
                  <a:pt x="2207212" y="138841"/>
                </a:lnTo>
                <a:lnTo>
                  <a:pt x="2206756" y="138612"/>
                </a:lnTo>
                <a:lnTo>
                  <a:pt x="2206320" y="138372"/>
                </a:lnTo>
                <a:lnTo>
                  <a:pt x="2205904" y="138121"/>
                </a:lnTo>
                <a:lnTo>
                  <a:pt x="2205508" y="137858"/>
                </a:lnTo>
                <a:lnTo>
                  <a:pt x="2205131" y="137589"/>
                </a:lnTo>
                <a:lnTo>
                  <a:pt x="2204769" y="137318"/>
                </a:lnTo>
                <a:lnTo>
                  <a:pt x="2204423" y="137045"/>
                </a:lnTo>
                <a:lnTo>
                  <a:pt x="2204094" y="136770"/>
                </a:lnTo>
                <a:lnTo>
                  <a:pt x="2203781" y="136494"/>
                </a:lnTo>
                <a:lnTo>
                  <a:pt x="2203483" y="136215"/>
                </a:lnTo>
                <a:lnTo>
                  <a:pt x="2203202" y="135935"/>
                </a:lnTo>
                <a:lnTo>
                  <a:pt x="2202937" y="135653"/>
                </a:lnTo>
                <a:lnTo>
                  <a:pt x="2202688" y="135368"/>
                </a:lnTo>
                <a:lnTo>
                  <a:pt x="2202455" y="135082"/>
                </a:lnTo>
                <a:lnTo>
                  <a:pt x="2202238" y="134795"/>
                </a:lnTo>
                <a:lnTo>
                  <a:pt x="2202037" y="134505"/>
                </a:lnTo>
                <a:lnTo>
                  <a:pt x="2201852" y="134213"/>
                </a:lnTo>
                <a:lnTo>
                  <a:pt x="2201683" y="133920"/>
                </a:lnTo>
                <a:lnTo>
                  <a:pt x="2201531" y="133624"/>
                </a:lnTo>
                <a:lnTo>
                  <a:pt x="2201394" y="133327"/>
                </a:lnTo>
                <a:lnTo>
                  <a:pt x="2201274" y="133028"/>
                </a:lnTo>
                <a:lnTo>
                  <a:pt x="2201169" y="132727"/>
                </a:lnTo>
                <a:lnTo>
                  <a:pt x="2201081" y="132424"/>
                </a:lnTo>
                <a:lnTo>
                  <a:pt x="2201008" y="132120"/>
                </a:lnTo>
                <a:lnTo>
                  <a:pt x="2200952" y="131813"/>
                </a:lnTo>
                <a:lnTo>
                  <a:pt x="2200912" y="131505"/>
                </a:lnTo>
                <a:lnTo>
                  <a:pt x="2200888" y="131194"/>
                </a:lnTo>
                <a:lnTo>
                  <a:pt x="2200880" y="130882"/>
                </a:lnTo>
                <a:lnTo>
                  <a:pt x="2200884" y="130615"/>
                </a:lnTo>
                <a:lnTo>
                  <a:pt x="2200895" y="130351"/>
                </a:lnTo>
                <a:lnTo>
                  <a:pt x="2200914" y="130089"/>
                </a:lnTo>
                <a:lnTo>
                  <a:pt x="2200940" y="129830"/>
                </a:lnTo>
                <a:lnTo>
                  <a:pt x="2200974" y="129574"/>
                </a:lnTo>
                <a:lnTo>
                  <a:pt x="2201016" y="129320"/>
                </a:lnTo>
                <a:lnTo>
                  <a:pt x="2201065" y="129069"/>
                </a:lnTo>
                <a:lnTo>
                  <a:pt x="2201122" y="128821"/>
                </a:lnTo>
                <a:lnTo>
                  <a:pt x="2201186" y="128575"/>
                </a:lnTo>
                <a:lnTo>
                  <a:pt x="2201258" y="128332"/>
                </a:lnTo>
                <a:lnTo>
                  <a:pt x="2201338" y="128092"/>
                </a:lnTo>
                <a:lnTo>
                  <a:pt x="2201425" y="127854"/>
                </a:lnTo>
                <a:lnTo>
                  <a:pt x="2201520" y="127619"/>
                </a:lnTo>
                <a:lnTo>
                  <a:pt x="2201622" y="127386"/>
                </a:lnTo>
                <a:lnTo>
                  <a:pt x="2201732" y="127156"/>
                </a:lnTo>
                <a:lnTo>
                  <a:pt x="2201849" y="126929"/>
                </a:lnTo>
                <a:lnTo>
                  <a:pt x="2201974" y="126704"/>
                </a:lnTo>
                <a:lnTo>
                  <a:pt x="2202106" y="126482"/>
                </a:lnTo>
                <a:lnTo>
                  <a:pt x="2202247" y="126263"/>
                </a:lnTo>
                <a:lnTo>
                  <a:pt x="2202394" y="126046"/>
                </a:lnTo>
                <a:lnTo>
                  <a:pt x="2202549" y="125832"/>
                </a:lnTo>
                <a:lnTo>
                  <a:pt x="2202712" y="125620"/>
                </a:lnTo>
                <a:lnTo>
                  <a:pt x="2202883" y="125411"/>
                </a:lnTo>
                <a:lnTo>
                  <a:pt x="2203061" y="125205"/>
                </a:lnTo>
                <a:lnTo>
                  <a:pt x="2203244" y="125002"/>
                </a:lnTo>
                <a:lnTo>
                  <a:pt x="2203433" y="124803"/>
                </a:lnTo>
                <a:lnTo>
                  <a:pt x="2203626" y="124608"/>
                </a:lnTo>
                <a:lnTo>
                  <a:pt x="2203823" y="124417"/>
                </a:lnTo>
                <a:lnTo>
                  <a:pt x="2204025" y="124229"/>
                </a:lnTo>
                <a:lnTo>
                  <a:pt x="2204232" y="124046"/>
                </a:lnTo>
                <a:lnTo>
                  <a:pt x="2204442" y="123866"/>
                </a:lnTo>
                <a:lnTo>
                  <a:pt x="2204658" y="123690"/>
                </a:lnTo>
                <a:lnTo>
                  <a:pt x="2204878" y="123518"/>
                </a:lnTo>
                <a:lnTo>
                  <a:pt x="2205102" y="123350"/>
                </a:lnTo>
                <a:lnTo>
                  <a:pt x="2205331" y="123186"/>
                </a:lnTo>
                <a:lnTo>
                  <a:pt x="2205564" y="123026"/>
                </a:lnTo>
                <a:lnTo>
                  <a:pt x="2205802" y="122869"/>
                </a:lnTo>
                <a:lnTo>
                  <a:pt x="2206044" y="122717"/>
                </a:lnTo>
                <a:lnTo>
                  <a:pt x="2206290" y="122568"/>
                </a:lnTo>
                <a:lnTo>
                  <a:pt x="2206542" y="122424"/>
                </a:lnTo>
                <a:lnTo>
                  <a:pt x="2206797" y="122283"/>
                </a:lnTo>
                <a:lnTo>
                  <a:pt x="2207057" y="122146"/>
                </a:lnTo>
                <a:lnTo>
                  <a:pt x="2207322" y="122013"/>
                </a:lnTo>
                <a:lnTo>
                  <a:pt x="2207591" y="121884"/>
                </a:lnTo>
                <a:lnTo>
                  <a:pt x="2207865" y="121758"/>
                </a:lnTo>
                <a:lnTo>
                  <a:pt x="2208143" y="121637"/>
                </a:lnTo>
                <a:lnTo>
                  <a:pt x="2208425" y="121519"/>
                </a:lnTo>
                <a:lnTo>
                  <a:pt x="2208712" y="121406"/>
                </a:lnTo>
                <a:lnTo>
                  <a:pt x="2224556" y="121406"/>
                </a:lnTo>
                <a:lnTo>
                  <a:pt x="2225093" y="121407"/>
                </a:lnTo>
                <a:lnTo>
                  <a:pt x="2225621" y="121413"/>
                </a:lnTo>
                <a:lnTo>
                  <a:pt x="2226140" y="121422"/>
                </a:lnTo>
                <a:lnTo>
                  <a:pt x="2226650" y="121435"/>
                </a:lnTo>
                <a:lnTo>
                  <a:pt x="2227151" y="121452"/>
                </a:lnTo>
                <a:lnTo>
                  <a:pt x="2227643" y="121473"/>
                </a:lnTo>
                <a:lnTo>
                  <a:pt x="2228126" y="121497"/>
                </a:lnTo>
                <a:lnTo>
                  <a:pt x="2228601" y="121525"/>
                </a:lnTo>
                <a:lnTo>
                  <a:pt x="2229066" y="121556"/>
                </a:lnTo>
                <a:lnTo>
                  <a:pt x="2229522" y="121592"/>
                </a:lnTo>
                <a:lnTo>
                  <a:pt x="2229970" y="121631"/>
                </a:lnTo>
                <a:lnTo>
                  <a:pt x="2230408" y="121673"/>
                </a:lnTo>
                <a:lnTo>
                  <a:pt x="2230837" y="121720"/>
                </a:lnTo>
                <a:lnTo>
                  <a:pt x="2231258" y="121770"/>
                </a:lnTo>
                <a:lnTo>
                  <a:pt x="2231669" y="121824"/>
                </a:lnTo>
                <a:lnTo>
                  <a:pt x="2232072" y="121882"/>
                </a:lnTo>
                <a:lnTo>
                  <a:pt x="2232465" y="121943"/>
                </a:lnTo>
                <a:lnTo>
                  <a:pt x="2232850" y="122008"/>
                </a:lnTo>
                <a:lnTo>
                  <a:pt x="2233226" y="122077"/>
                </a:lnTo>
                <a:lnTo>
                  <a:pt x="2233592" y="122149"/>
                </a:lnTo>
                <a:lnTo>
                  <a:pt x="2233950" y="122225"/>
                </a:lnTo>
                <a:lnTo>
                  <a:pt x="2234299" y="122305"/>
                </a:lnTo>
                <a:lnTo>
                  <a:pt x="2234639" y="122389"/>
                </a:lnTo>
                <a:lnTo>
                  <a:pt x="2234970" y="122476"/>
                </a:lnTo>
                <a:lnTo>
                  <a:pt x="2235292" y="122567"/>
                </a:lnTo>
                <a:lnTo>
                  <a:pt x="2235607" y="122662"/>
                </a:lnTo>
                <a:lnTo>
                  <a:pt x="2235914" y="122759"/>
                </a:lnTo>
                <a:lnTo>
                  <a:pt x="2236213" y="122859"/>
                </a:lnTo>
                <a:lnTo>
                  <a:pt x="2236505" y="122963"/>
                </a:lnTo>
                <a:lnTo>
                  <a:pt x="2236789" y="123069"/>
                </a:lnTo>
                <a:lnTo>
                  <a:pt x="2237065" y="123179"/>
                </a:lnTo>
                <a:lnTo>
                  <a:pt x="2237333" y="123291"/>
                </a:lnTo>
                <a:lnTo>
                  <a:pt x="2237594" y="123407"/>
                </a:lnTo>
                <a:lnTo>
                  <a:pt x="2237847" y="123526"/>
                </a:lnTo>
                <a:lnTo>
                  <a:pt x="2238092" y="123648"/>
                </a:lnTo>
                <a:lnTo>
                  <a:pt x="2238330" y="123773"/>
                </a:lnTo>
                <a:lnTo>
                  <a:pt x="2238559" y="123902"/>
                </a:lnTo>
                <a:lnTo>
                  <a:pt x="2238781" y="124033"/>
                </a:lnTo>
                <a:lnTo>
                  <a:pt x="2238996" y="124167"/>
                </a:lnTo>
                <a:lnTo>
                  <a:pt x="2239202" y="124305"/>
                </a:lnTo>
                <a:lnTo>
                  <a:pt x="2239401" y="124445"/>
                </a:lnTo>
                <a:lnTo>
                  <a:pt x="2239592" y="124589"/>
                </a:lnTo>
                <a:lnTo>
                  <a:pt x="2239776" y="124736"/>
                </a:lnTo>
                <a:lnTo>
                  <a:pt x="2239951" y="124886"/>
                </a:lnTo>
                <a:lnTo>
                  <a:pt x="2240119" y="125039"/>
                </a:lnTo>
                <a:lnTo>
                  <a:pt x="2240280" y="125195"/>
                </a:lnTo>
                <a:lnTo>
                  <a:pt x="2240432" y="125354"/>
                </a:lnTo>
                <a:lnTo>
                  <a:pt x="2240577" y="125517"/>
                </a:lnTo>
                <a:lnTo>
                  <a:pt x="2240715" y="125682"/>
                </a:lnTo>
                <a:lnTo>
                  <a:pt x="2240847" y="125851"/>
                </a:lnTo>
                <a:lnTo>
                  <a:pt x="2240973" y="126023"/>
                </a:lnTo>
                <a:lnTo>
                  <a:pt x="2241094" y="126198"/>
                </a:lnTo>
                <a:lnTo>
                  <a:pt x="2241208" y="126376"/>
                </a:lnTo>
                <a:lnTo>
                  <a:pt x="2241317" y="126557"/>
                </a:lnTo>
                <a:lnTo>
                  <a:pt x="2241420" y="126741"/>
                </a:lnTo>
                <a:lnTo>
                  <a:pt x="2241516" y="126929"/>
                </a:lnTo>
                <a:lnTo>
                  <a:pt x="2241608" y="127119"/>
                </a:lnTo>
                <a:lnTo>
                  <a:pt x="2241693" y="127313"/>
                </a:lnTo>
                <a:lnTo>
                  <a:pt x="2241772" y="127509"/>
                </a:lnTo>
                <a:lnTo>
                  <a:pt x="2241845" y="127709"/>
                </a:lnTo>
                <a:lnTo>
                  <a:pt x="2241913" y="127912"/>
                </a:lnTo>
                <a:lnTo>
                  <a:pt x="2241975" y="128118"/>
                </a:lnTo>
                <a:lnTo>
                  <a:pt x="2242030" y="128327"/>
                </a:lnTo>
                <a:lnTo>
                  <a:pt x="2242080" y="128539"/>
                </a:lnTo>
                <a:lnTo>
                  <a:pt x="2242124" y="128754"/>
                </a:lnTo>
                <a:lnTo>
                  <a:pt x="2242162" y="128973"/>
                </a:lnTo>
                <a:lnTo>
                  <a:pt x="2242195" y="129194"/>
                </a:lnTo>
                <a:lnTo>
                  <a:pt x="2242221" y="129419"/>
                </a:lnTo>
                <a:lnTo>
                  <a:pt x="2242242" y="129646"/>
                </a:lnTo>
                <a:lnTo>
                  <a:pt x="2242256" y="129877"/>
                </a:lnTo>
                <a:lnTo>
                  <a:pt x="2242265" y="130111"/>
                </a:lnTo>
                <a:lnTo>
                  <a:pt x="2242268" y="130348"/>
                </a:lnTo>
                <a:lnTo>
                  <a:pt x="2242260" y="130718"/>
                </a:lnTo>
                <a:lnTo>
                  <a:pt x="2242234" y="131084"/>
                </a:lnTo>
                <a:lnTo>
                  <a:pt x="2242192" y="131445"/>
                </a:lnTo>
                <a:lnTo>
                  <a:pt x="2242132" y="131801"/>
                </a:lnTo>
                <a:lnTo>
                  <a:pt x="2242056" y="132152"/>
                </a:lnTo>
                <a:lnTo>
                  <a:pt x="2241962" y="132499"/>
                </a:lnTo>
                <a:lnTo>
                  <a:pt x="2241852" y="132841"/>
                </a:lnTo>
                <a:lnTo>
                  <a:pt x="2241724" y="133179"/>
                </a:lnTo>
                <a:lnTo>
                  <a:pt x="2241580" y="133512"/>
                </a:lnTo>
                <a:lnTo>
                  <a:pt x="2241418" y="133840"/>
                </a:lnTo>
                <a:lnTo>
                  <a:pt x="2241240" y="134164"/>
                </a:lnTo>
                <a:lnTo>
                  <a:pt x="2241044" y="134483"/>
                </a:lnTo>
                <a:lnTo>
                  <a:pt x="2240832" y="134797"/>
                </a:lnTo>
                <a:lnTo>
                  <a:pt x="2240602" y="135107"/>
                </a:lnTo>
                <a:lnTo>
                  <a:pt x="2240356" y="135412"/>
                </a:lnTo>
                <a:lnTo>
                  <a:pt x="2240092" y="135712"/>
                </a:lnTo>
                <a:lnTo>
                  <a:pt x="2239812" y="136008"/>
                </a:lnTo>
                <a:lnTo>
                  <a:pt x="2239514" y="136299"/>
                </a:lnTo>
                <a:lnTo>
                  <a:pt x="2239200" y="136585"/>
                </a:lnTo>
                <a:lnTo>
                  <a:pt x="2238869" y="136867"/>
                </a:lnTo>
                <a:lnTo>
                  <a:pt x="2238520" y="137144"/>
                </a:lnTo>
                <a:lnTo>
                  <a:pt x="2238155" y="137416"/>
                </a:lnTo>
                <a:lnTo>
                  <a:pt x="2237772" y="137684"/>
                </a:lnTo>
                <a:lnTo>
                  <a:pt x="2237373" y="137947"/>
                </a:lnTo>
                <a:lnTo>
                  <a:pt x="2236953" y="138202"/>
                </a:lnTo>
                <a:lnTo>
                  <a:pt x="2236508" y="138447"/>
                </a:lnTo>
                <a:lnTo>
                  <a:pt x="2236039" y="138680"/>
                </a:lnTo>
                <a:lnTo>
                  <a:pt x="2235546" y="138903"/>
                </a:lnTo>
                <a:lnTo>
                  <a:pt x="2235028" y="139115"/>
                </a:lnTo>
                <a:lnTo>
                  <a:pt x="2234486" y="139316"/>
                </a:lnTo>
                <a:lnTo>
                  <a:pt x="2233919" y="139506"/>
                </a:lnTo>
                <a:lnTo>
                  <a:pt x="2233328" y="139685"/>
                </a:lnTo>
                <a:lnTo>
                  <a:pt x="2232712" y="139854"/>
                </a:lnTo>
                <a:lnTo>
                  <a:pt x="2232072" y="140011"/>
                </a:lnTo>
                <a:lnTo>
                  <a:pt x="2231408" y="140158"/>
                </a:lnTo>
                <a:lnTo>
                  <a:pt x="2230719" y="140294"/>
                </a:lnTo>
                <a:lnTo>
                  <a:pt x="2230006" y="140419"/>
                </a:lnTo>
                <a:lnTo>
                  <a:pt x="2229269" y="140533"/>
                </a:lnTo>
                <a:lnTo>
                  <a:pt x="2228507" y="140636"/>
                </a:lnTo>
                <a:lnTo>
                  <a:pt x="2227720" y="140728"/>
                </a:lnTo>
                <a:lnTo>
                  <a:pt x="2226910" y="140810"/>
                </a:lnTo>
                <a:lnTo>
                  <a:pt x="2226074" y="140881"/>
                </a:lnTo>
                <a:lnTo>
                  <a:pt x="2225215" y="140940"/>
                </a:lnTo>
                <a:lnTo>
                  <a:pt x="2224331" y="140989"/>
                </a:lnTo>
                <a:lnTo>
                  <a:pt x="2223422" y="141027"/>
                </a:lnTo>
                <a:lnTo>
                  <a:pt x="2222489" y="141054"/>
                </a:lnTo>
                <a:lnTo>
                  <a:pt x="2221532" y="141071"/>
                </a:lnTo>
                <a:lnTo>
                  <a:pt x="2220550" y="141076"/>
                </a:lnTo>
                <a:lnTo>
                  <a:pt x="2219693" y="141071"/>
                </a:lnTo>
                <a:lnTo>
                  <a:pt x="2218855" y="141054"/>
                </a:lnTo>
                <a:lnTo>
                  <a:pt x="2218037" y="141026"/>
                </a:lnTo>
                <a:lnTo>
                  <a:pt x="2217240" y="140987"/>
                </a:lnTo>
                <a:lnTo>
                  <a:pt x="2216462" y="140936"/>
                </a:lnTo>
                <a:lnTo>
                  <a:pt x="2215705" y="140875"/>
                </a:lnTo>
                <a:close/>
                <a:moveTo>
                  <a:pt x="1676075" y="35042"/>
                </a:moveTo>
                <a:lnTo>
                  <a:pt x="1704913" y="84023"/>
                </a:lnTo>
                <a:lnTo>
                  <a:pt x="1720311" y="84023"/>
                </a:lnTo>
                <a:lnTo>
                  <a:pt x="1748526" y="34902"/>
                </a:lnTo>
                <a:lnTo>
                  <a:pt x="1748526" y="122296"/>
                </a:lnTo>
                <a:lnTo>
                  <a:pt x="1773181" y="122296"/>
                </a:lnTo>
                <a:lnTo>
                  <a:pt x="1773181" y="2492"/>
                </a:lnTo>
                <a:lnTo>
                  <a:pt x="1745500" y="2492"/>
                </a:lnTo>
                <a:lnTo>
                  <a:pt x="1713422" y="57858"/>
                </a:lnTo>
                <a:lnTo>
                  <a:pt x="1680881" y="2492"/>
                </a:lnTo>
                <a:lnTo>
                  <a:pt x="1652132" y="2492"/>
                </a:lnTo>
                <a:lnTo>
                  <a:pt x="1652132" y="122296"/>
                </a:lnTo>
                <a:lnTo>
                  <a:pt x="1676075" y="122296"/>
                </a:lnTo>
                <a:lnTo>
                  <a:pt x="1676075" y="35042"/>
                </a:lnTo>
                <a:close/>
                <a:moveTo>
                  <a:pt x="1540348" y="123736"/>
                </a:moveTo>
                <a:lnTo>
                  <a:pt x="1541108" y="123664"/>
                </a:lnTo>
                <a:lnTo>
                  <a:pt x="1541857" y="123580"/>
                </a:lnTo>
                <a:lnTo>
                  <a:pt x="1542597" y="123482"/>
                </a:lnTo>
                <a:lnTo>
                  <a:pt x="1543326" y="123372"/>
                </a:lnTo>
                <a:lnTo>
                  <a:pt x="1544045" y="123249"/>
                </a:lnTo>
                <a:lnTo>
                  <a:pt x="1544754" y="123112"/>
                </a:lnTo>
                <a:lnTo>
                  <a:pt x="1545452" y="122963"/>
                </a:lnTo>
                <a:lnTo>
                  <a:pt x="1546141" y="122801"/>
                </a:lnTo>
                <a:lnTo>
                  <a:pt x="1546819" y="122626"/>
                </a:lnTo>
                <a:lnTo>
                  <a:pt x="1547487" y="122438"/>
                </a:lnTo>
                <a:lnTo>
                  <a:pt x="1548145" y="122236"/>
                </a:lnTo>
                <a:lnTo>
                  <a:pt x="1548792" y="122022"/>
                </a:lnTo>
                <a:lnTo>
                  <a:pt x="1549430" y="121795"/>
                </a:lnTo>
                <a:lnTo>
                  <a:pt x="1550057" y="121555"/>
                </a:lnTo>
                <a:lnTo>
                  <a:pt x="1550674" y="121302"/>
                </a:lnTo>
                <a:lnTo>
                  <a:pt x="1551281" y="121036"/>
                </a:lnTo>
                <a:lnTo>
                  <a:pt x="1551878" y="120757"/>
                </a:lnTo>
                <a:lnTo>
                  <a:pt x="1552464" y="120465"/>
                </a:lnTo>
                <a:lnTo>
                  <a:pt x="1553040" y="120159"/>
                </a:lnTo>
                <a:lnTo>
                  <a:pt x="1553607" y="119843"/>
                </a:lnTo>
                <a:lnTo>
                  <a:pt x="1554167" y="119518"/>
                </a:lnTo>
                <a:lnTo>
                  <a:pt x="1554719" y="119183"/>
                </a:lnTo>
                <a:lnTo>
                  <a:pt x="1555263" y="118839"/>
                </a:lnTo>
                <a:lnTo>
                  <a:pt x="1555799" y="118486"/>
                </a:lnTo>
                <a:lnTo>
                  <a:pt x="1556328" y="118123"/>
                </a:lnTo>
                <a:lnTo>
                  <a:pt x="1556849" y="117752"/>
                </a:lnTo>
                <a:lnTo>
                  <a:pt x="1557362" y="117371"/>
                </a:lnTo>
                <a:lnTo>
                  <a:pt x="1557867" y="116980"/>
                </a:lnTo>
                <a:lnTo>
                  <a:pt x="1558365" y="116581"/>
                </a:lnTo>
                <a:lnTo>
                  <a:pt x="1558855" y="116172"/>
                </a:lnTo>
                <a:lnTo>
                  <a:pt x="1559337" y="115754"/>
                </a:lnTo>
                <a:lnTo>
                  <a:pt x="1559812" y="115326"/>
                </a:lnTo>
                <a:lnTo>
                  <a:pt x="1560279" y="114890"/>
                </a:lnTo>
                <a:lnTo>
                  <a:pt x="1560738" y="114444"/>
                </a:lnTo>
                <a:lnTo>
                  <a:pt x="1561189" y="113988"/>
                </a:lnTo>
                <a:lnTo>
                  <a:pt x="1561633" y="113524"/>
                </a:lnTo>
                <a:lnTo>
                  <a:pt x="1562069" y="113050"/>
                </a:lnTo>
                <a:lnTo>
                  <a:pt x="1562497" y="112567"/>
                </a:lnTo>
                <a:lnTo>
                  <a:pt x="1562917" y="112075"/>
                </a:lnTo>
                <a:lnTo>
                  <a:pt x="1563330" y="111573"/>
                </a:lnTo>
                <a:lnTo>
                  <a:pt x="1563735" y="111062"/>
                </a:lnTo>
                <a:lnTo>
                  <a:pt x="1564133" y="110542"/>
                </a:lnTo>
                <a:lnTo>
                  <a:pt x="1564522" y="110013"/>
                </a:lnTo>
                <a:lnTo>
                  <a:pt x="1565501" y="122296"/>
                </a:lnTo>
                <a:lnTo>
                  <a:pt x="1588109" y="122296"/>
                </a:lnTo>
                <a:lnTo>
                  <a:pt x="1588109" y="2492"/>
                </a:lnTo>
                <a:lnTo>
                  <a:pt x="1564522" y="2492"/>
                </a:lnTo>
                <a:lnTo>
                  <a:pt x="1564522" y="46551"/>
                </a:lnTo>
                <a:lnTo>
                  <a:pt x="1564198" y="46050"/>
                </a:lnTo>
                <a:lnTo>
                  <a:pt x="1563866" y="45558"/>
                </a:lnTo>
                <a:lnTo>
                  <a:pt x="1563524" y="45074"/>
                </a:lnTo>
                <a:lnTo>
                  <a:pt x="1563172" y="44597"/>
                </a:lnTo>
                <a:lnTo>
                  <a:pt x="1562811" y="44129"/>
                </a:lnTo>
                <a:lnTo>
                  <a:pt x="1562442" y="43669"/>
                </a:lnTo>
                <a:lnTo>
                  <a:pt x="1562062" y="43217"/>
                </a:lnTo>
                <a:lnTo>
                  <a:pt x="1561674" y="42773"/>
                </a:lnTo>
                <a:lnTo>
                  <a:pt x="1561276" y="42337"/>
                </a:lnTo>
                <a:lnTo>
                  <a:pt x="1560869" y="41909"/>
                </a:lnTo>
                <a:lnTo>
                  <a:pt x="1560453" y="41489"/>
                </a:lnTo>
                <a:lnTo>
                  <a:pt x="1560027" y="41077"/>
                </a:lnTo>
                <a:lnTo>
                  <a:pt x="1559592" y="40673"/>
                </a:lnTo>
                <a:lnTo>
                  <a:pt x="1559148" y="40277"/>
                </a:lnTo>
                <a:lnTo>
                  <a:pt x="1558695" y="39889"/>
                </a:lnTo>
                <a:lnTo>
                  <a:pt x="1558232" y="39509"/>
                </a:lnTo>
                <a:lnTo>
                  <a:pt x="1557760" y="39137"/>
                </a:lnTo>
                <a:lnTo>
                  <a:pt x="1557279" y="38774"/>
                </a:lnTo>
                <a:lnTo>
                  <a:pt x="1556789" y="38418"/>
                </a:lnTo>
                <a:lnTo>
                  <a:pt x="1556289" y="38070"/>
                </a:lnTo>
                <a:lnTo>
                  <a:pt x="1555780" y="37731"/>
                </a:lnTo>
                <a:lnTo>
                  <a:pt x="1555262" y="37399"/>
                </a:lnTo>
                <a:lnTo>
                  <a:pt x="1554734" y="37075"/>
                </a:lnTo>
                <a:lnTo>
                  <a:pt x="1554197" y="36760"/>
                </a:lnTo>
                <a:lnTo>
                  <a:pt x="1553651" y="36455"/>
                </a:lnTo>
                <a:lnTo>
                  <a:pt x="1553096" y="36163"/>
                </a:lnTo>
                <a:lnTo>
                  <a:pt x="1552533" y="35884"/>
                </a:lnTo>
                <a:lnTo>
                  <a:pt x="1551960" y="35618"/>
                </a:lnTo>
                <a:lnTo>
                  <a:pt x="1551378" y="35365"/>
                </a:lnTo>
                <a:lnTo>
                  <a:pt x="1550787" y="35124"/>
                </a:lnTo>
                <a:lnTo>
                  <a:pt x="1550187" y="34897"/>
                </a:lnTo>
                <a:lnTo>
                  <a:pt x="1549579" y="34683"/>
                </a:lnTo>
                <a:lnTo>
                  <a:pt x="1548961" y="34482"/>
                </a:lnTo>
                <a:lnTo>
                  <a:pt x="1548335" y="34294"/>
                </a:lnTo>
                <a:lnTo>
                  <a:pt x="1547699" y="34118"/>
                </a:lnTo>
                <a:lnTo>
                  <a:pt x="1547054" y="33956"/>
                </a:lnTo>
                <a:lnTo>
                  <a:pt x="1546401" y="33807"/>
                </a:lnTo>
                <a:lnTo>
                  <a:pt x="1545738" y="33671"/>
                </a:lnTo>
                <a:lnTo>
                  <a:pt x="1545067" y="33547"/>
                </a:lnTo>
                <a:lnTo>
                  <a:pt x="1544387" y="33437"/>
                </a:lnTo>
                <a:lnTo>
                  <a:pt x="1543697" y="33340"/>
                </a:lnTo>
                <a:lnTo>
                  <a:pt x="1542999" y="33255"/>
                </a:lnTo>
                <a:lnTo>
                  <a:pt x="1542292" y="33184"/>
                </a:lnTo>
                <a:lnTo>
                  <a:pt x="1541576" y="33125"/>
                </a:lnTo>
                <a:lnTo>
                  <a:pt x="1540850" y="33080"/>
                </a:lnTo>
                <a:lnTo>
                  <a:pt x="1540116" y="33048"/>
                </a:lnTo>
                <a:lnTo>
                  <a:pt x="1539373" y="33028"/>
                </a:lnTo>
                <a:lnTo>
                  <a:pt x="1538621" y="33022"/>
                </a:lnTo>
                <a:lnTo>
                  <a:pt x="1537764" y="33030"/>
                </a:lnTo>
                <a:lnTo>
                  <a:pt x="1536914" y="33055"/>
                </a:lnTo>
                <a:lnTo>
                  <a:pt x="1536072" y="33098"/>
                </a:lnTo>
                <a:lnTo>
                  <a:pt x="1535236" y="33157"/>
                </a:lnTo>
                <a:lnTo>
                  <a:pt x="1534408" y="33233"/>
                </a:lnTo>
                <a:lnTo>
                  <a:pt x="1533587" y="33326"/>
                </a:lnTo>
                <a:lnTo>
                  <a:pt x="1532772" y="33435"/>
                </a:lnTo>
                <a:lnTo>
                  <a:pt x="1531965" y="33562"/>
                </a:lnTo>
                <a:lnTo>
                  <a:pt x="1531165" y="33706"/>
                </a:lnTo>
                <a:lnTo>
                  <a:pt x="1530372" y="33866"/>
                </a:lnTo>
                <a:lnTo>
                  <a:pt x="1529587" y="34044"/>
                </a:lnTo>
                <a:lnTo>
                  <a:pt x="1528808" y="34238"/>
                </a:lnTo>
                <a:lnTo>
                  <a:pt x="1528036" y="34449"/>
                </a:lnTo>
                <a:lnTo>
                  <a:pt x="1527272" y="34677"/>
                </a:lnTo>
                <a:lnTo>
                  <a:pt x="1526515" y="34922"/>
                </a:lnTo>
                <a:lnTo>
                  <a:pt x="1525764" y="35184"/>
                </a:lnTo>
                <a:lnTo>
                  <a:pt x="1525021" y="35462"/>
                </a:lnTo>
                <a:lnTo>
                  <a:pt x="1524285" y="35758"/>
                </a:lnTo>
                <a:lnTo>
                  <a:pt x="1523556" y="36071"/>
                </a:lnTo>
                <a:lnTo>
                  <a:pt x="1522835" y="36400"/>
                </a:lnTo>
                <a:lnTo>
                  <a:pt x="1522120" y="36746"/>
                </a:lnTo>
                <a:lnTo>
                  <a:pt x="1521412" y="37109"/>
                </a:lnTo>
                <a:lnTo>
                  <a:pt x="1520712" y="37489"/>
                </a:lnTo>
                <a:lnTo>
                  <a:pt x="1520019" y="37886"/>
                </a:lnTo>
                <a:lnTo>
                  <a:pt x="1519335" y="38300"/>
                </a:lnTo>
                <a:lnTo>
                  <a:pt x="1518663" y="38732"/>
                </a:lnTo>
                <a:lnTo>
                  <a:pt x="1518003" y="39181"/>
                </a:lnTo>
                <a:lnTo>
                  <a:pt x="1517355" y="39647"/>
                </a:lnTo>
                <a:lnTo>
                  <a:pt x="1516718" y="40131"/>
                </a:lnTo>
                <a:lnTo>
                  <a:pt x="1516094" y="40633"/>
                </a:lnTo>
                <a:lnTo>
                  <a:pt x="1515481" y="41152"/>
                </a:lnTo>
                <a:lnTo>
                  <a:pt x="1514881" y="41688"/>
                </a:lnTo>
                <a:lnTo>
                  <a:pt x="1514292" y="42242"/>
                </a:lnTo>
                <a:lnTo>
                  <a:pt x="1513715" y="42814"/>
                </a:lnTo>
                <a:lnTo>
                  <a:pt x="1513151" y="43403"/>
                </a:lnTo>
                <a:lnTo>
                  <a:pt x="1512598" y="44010"/>
                </a:lnTo>
                <a:lnTo>
                  <a:pt x="1512057" y="44634"/>
                </a:lnTo>
                <a:lnTo>
                  <a:pt x="1511527" y="45276"/>
                </a:lnTo>
                <a:lnTo>
                  <a:pt x="1511010" y="45935"/>
                </a:lnTo>
                <a:lnTo>
                  <a:pt x="1510505" y="46612"/>
                </a:lnTo>
                <a:lnTo>
                  <a:pt x="1510011" y="47306"/>
                </a:lnTo>
                <a:lnTo>
                  <a:pt x="1509530" y="48018"/>
                </a:lnTo>
                <a:lnTo>
                  <a:pt x="1509060" y="48747"/>
                </a:lnTo>
                <a:lnTo>
                  <a:pt x="1508602" y="49494"/>
                </a:lnTo>
                <a:lnTo>
                  <a:pt x="1508156" y="50258"/>
                </a:lnTo>
                <a:lnTo>
                  <a:pt x="1507722" y="51040"/>
                </a:lnTo>
                <a:lnTo>
                  <a:pt x="1507300" y="51839"/>
                </a:lnTo>
                <a:lnTo>
                  <a:pt x="1506890" y="52656"/>
                </a:lnTo>
                <a:lnTo>
                  <a:pt x="1506494" y="53491"/>
                </a:lnTo>
                <a:lnTo>
                  <a:pt x="1506115" y="54344"/>
                </a:lnTo>
                <a:lnTo>
                  <a:pt x="1505753" y="55216"/>
                </a:lnTo>
                <a:lnTo>
                  <a:pt x="1505408" y="56106"/>
                </a:lnTo>
                <a:lnTo>
                  <a:pt x="1505079" y="57015"/>
                </a:lnTo>
                <a:lnTo>
                  <a:pt x="1504768" y="57942"/>
                </a:lnTo>
                <a:lnTo>
                  <a:pt x="1504473" y="58887"/>
                </a:lnTo>
                <a:lnTo>
                  <a:pt x="1504195" y="59851"/>
                </a:lnTo>
                <a:lnTo>
                  <a:pt x="1503934" y="60834"/>
                </a:lnTo>
                <a:lnTo>
                  <a:pt x="1503690" y="61835"/>
                </a:lnTo>
                <a:lnTo>
                  <a:pt x="1503462" y="62854"/>
                </a:lnTo>
                <a:lnTo>
                  <a:pt x="1503252" y="63892"/>
                </a:lnTo>
                <a:lnTo>
                  <a:pt x="1503058" y="64948"/>
                </a:lnTo>
                <a:lnTo>
                  <a:pt x="1502881" y="66023"/>
                </a:lnTo>
                <a:lnTo>
                  <a:pt x="1502721" y="67116"/>
                </a:lnTo>
                <a:lnTo>
                  <a:pt x="1502578" y="68227"/>
                </a:lnTo>
                <a:lnTo>
                  <a:pt x="1502452" y="69357"/>
                </a:lnTo>
                <a:lnTo>
                  <a:pt x="1502342" y="70506"/>
                </a:lnTo>
                <a:lnTo>
                  <a:pt x="1502250" y="71673"/>
                </a:lnTo>
                <a:lnTo>
                  <a:pt x="1502174" y="72858"/>
                </a:lnTo>
                <a:lnTo>
                  <a:pt x="1502115" y="74062"/>
                </a:lnTo>
                <a:lnTo>
                  <a:pt x="1502073" y="75284"/>
                </a:lnTo>
                <a:lnTo>
                  <a:pt x="1502048" y="76525"/>
                </a:lnTo>
                <a:lnTo>
                  <a:pt x="1502039" y="77784"/>
                </a:lnTo>
                <a:lnTo>
                  <a:pt x="1502047" y="79088"/>
                </a:lnTo>
                <a:lnTo>
                  <a:pt x="1502070" y="80372"/>
                </a:lnTo>
                <a:lnTo>
                  <a:pt x="1502109" y="81638"/>
                </a:lnTo>
                <a:lnTo>
                  <a:pt x="1502164" y="82884"/>
                </a:lnTo>
                <a:lnTo>
                  <a:pt x="1502234" y="84111"/>
                </a:lnTo>
                <a:lnTo>
                  <a:pt x="1502320" y="85319"/>
                </a:lnTo>
                <a:lnTo>
                  <a:pt x="1502422" y="86507"/>
                </a:lnTo>
                <a:lnTo>
                  <a:pt x="1502539" y="87677"/>
                </a:lnTo>
                <a:lnTo>
                  <a:pt x="1502671" y="88827"/>
                </a:lnTo>
                <a:lnTo>
                  <a:pt x="1502819" y="89957"/>
                </a:lnTo>
                <a:lnTo>
                  <a:pt x="1502983" y="91069"/>
                </a:lnTo>
                <a:lnTo>
                  <a:pt x="1503163" y="92161"/>
                </a:lnTo>
                <a:lnTo>
                  <a:pt x="1503358" y="93234"/>
                </a:lnTo>
                <a:lnTo>
                  <a:pt x="1503569" y="94288"/>
                </a:lnTo>
                <a:lnTo>
                  <a:pt x="1503795" y="95323"/>
                </a:lnTo>
                <a:lnTo>
                  <a:pt x="1504037" y="96338"/>
                </a:lnTo>
                <a:lnTo>
                  <a:pt x="1504294" y="97334"/>
                </a:lnTo>
                <a:lnTo>
                  <a:pt x="1504567" y="98311"/>
                </a:lnTo>
                <a:lnTo>
                  <a:pt x="1504856" y="99269"/>
                </a:lnTo>
                <a:lnTo>
                  <a:pt x="1505161" y="100207"/>
                </a:lnTo>
                <a:lnTo>
                  <a:pt x="1505481" y="101126"/>
                </a:lnTo>
                <a:lnTo>
                  <a:pt x="1505816" y="102026"/>
                </a:lnTo>
                <a:lnTo>
                  <a:pt x="1506167" y="102907"/>
                </a:lnTo>
                <a:lnTo>
                  <a:pt x="1506534" y="103768"/>
                </a:lnTo>
                <a:lnTo>
                  <a:pt x="1506914" y="104611"/>
                </a:lnTo>
                <a:lnTo>
                  <a:pt x="1507306" y="105435"/>
                </a:lnTo>
                <a:lnTo>
                  <a:pt x="1507709" y="106241"/>
                </a:lnTo>
                <a:lnTo>
                  <a:pt x="1508124" y="107029"/>
                </a:lnTo>
                <a:lnTo>
                  <a:pt x="1508550" y="107799"/>
                </a:lnTo>
                <a:lnTo>
                  <a:pt x="1508987" y="108550"/>
                </a:lnTo>
                <a:lnTo>
                  <a:pt x="1509436" y="109283"/>
                </a:lnTo>
                <a:lnTo>
                  <a:pt x="1509896" y="109998"/>
                </a:lnTo>
                <a:lnTo>
                  <a:pt x="1510368" y="110694"/>
                </a:lnTo>
                <a:lnTo>
                  <a:pt x="1510851" y="111372"/>
                </a:lnTo>
                <a:lnTo>
                  <a:pt x="1511346" y="112032"/>
                </a:lnTo>
                <a:lnTo>
                  <a:pt x="1511852" y="112673"/>
                </a:lnTo>
                <a:lnTo>
                  <a:pt x="1512370" y="113296"/>
                </a:lnTo>
                <a:lnTo>
                  <a:pt x="1512899" y="113901"/>
                </a:lnTo>
                <a:lnTo>
                  <a:pt x="1513439" y="114488"/>
                </a:lnTo>
                <a:lnTo>
                  <a:pt x="1513991" y="115056"/>
                </a:lnTo>
                <a:lnTo>
                  <a:pt x="1514554" y="115606"/>
                </a:lnTo>
                <a:lnTo>
                  <a:pt x="1515129" y="116138"/>
                </a:lnTo>
                <a:lnTo>
                  <a:pt x="1515715" y="116651"/>
                </a:lnTo>
                <a:lnTo>
                  <a:pt x="1516312" y="117146"/>
                </a:lnTo>
                <a:lnTo>
                  <a:pt x="1516921" y="117623"/>
                </a:lnTo>
                <a:lnTo>
                  <a:pt x="1517542" y="118082"/>
                </a:lnTo>
                <a:lnTo>
                  <a:pt x="1518174" y="118522"/>
                </a:lnTo>
                <a:lnTo>
                  <a:pt x="1518817" y="118944"/>
                </a:lnTo>
                <a:lnTo>
                  <a:pt x="1519469" y="119348"/>
                </a:lnTo>
                <a:lnTo>
                  <a:pt x="1520129" y="119735"/>
                </a:lnTo>
                <a:lnTo>
                  <a:pt x="1520795" y="120105"/>
                </a:lnTo>
                <a:lnTo>
                  <a:pt x="1521469" y="120458"/>
                </a:lnTo>
                <a:lnTo>
                  <a:pt x="1522149" y="120793"/>
                </a:lnTo>
                <a:lnTo>
                  <a:pt x="1522836" y="121111"/>
                </a:lnTo>
                <a:lnTo>
                  <a:pt x="1523530" y="121412"/>
                </a:lnTo>
                <a:lnTo>
                  <a:pt x="1524232" y="121696"/>
                </a:lnTo>
                <a:lnTo>
                  <a:pt x="1524940" y="121963"/>
                </a:lnTo>
                <a:lnTo>
                  <a:pt x="1525655" y="122212"/>
                </a:lnTo>
                <a:lnTo>
                  <a:pt x="1526377" y="122444"/>
                </a:lnTo>
                <a:lnTo>
                  <a:pt x="1527106" y="122659"/>
                </a:lnTo>
                <a:lnTo>
                  <a:pt x="1527842" y="122857"/>
                </a:lnTo>
                <a:lnTo>
                  <a:pt x="1528585" y="123038"/>
                </a:lnTo>
                <a:lnTo>
                  <a:pt x="1529334" y="123201"/>
                </a:lnTo>
                <a:lnTo>
                  <a:pt x="1530091" y="123347"/>
                </a:lnTo>
                <a:lnTo>
                  <a:pt x="1530855" y="123476"/>
                </a:lnTo>
                <a:lnTo>
                  <a:pt x="1531626" y="123588"/>
                </a:lnTo>
                <a:lnTo>
                  <a:pt x="1532403" y="123683"/>
                </a:lnTo>
                <a:lnTo>
                  <a:pt x="1533188" y="123760"/>
                </a:lnTo>
                <a:lnTo>
                  <a:pt x="1533979" y="123820"/>
                </a:lnTo>
                <a:lnTo>
                  <a:pt x="1534778" y="123863"/>
                </a:lnTo>
                <a:lnTo>
                  <a:pt x="1535583" y="123889"/>
                </a:lnTo>
                <a:lnTo>
                  <a:pt x="1536396" y="123898"/>
                </a:lnTo>
                <a:lnTo>
                  <a:pt x="1537207" y="123891"/>
                </a:lnTo>
                <a:lnTo>
                  <a:pt x="1538007" y="123872"/>
                </a:lnTo>
                <a:lnTo>
                  <a:pt x="1538798" y="123839"/>
                </a:lnTo>
                <a:lnTo>
                  <a:pt x="1539578" y="123794"/>
                </a:lnTo>
                <a:lnTo>
                  <a:pt x="1540348" y="123736"/>
                </a:lnTo>
                <a:close/>
                <a:moveTo>
                  <a:pt x="1540149" y="105619"/>
                </a:moveTo>
                <a:lnTo>
                  <a:pt x="1539547" y="105487"/>
                </a:lnTo>
                <a:lnTo>
                  <a:pt x="1538957" y="105332"/>
                </a:lnTo>
                <a:lnTo>
                  <a:pt x="1538379" y="105152"/>
                </a:lnTo>
                <a:lnTo>
                  <a:pt x="1537812" y="104948"/>
                </a:lnTo>
                <a:lnTo>
                  <a:pt x="1537258" y="104721"/>
                </a:lnTo>
                <a:lnTo>
                  <a:pt x="1536715" y="104469"/>
                </a:lnTo>
                <a:lnTo>
                  <a:pt x="1536184" y="104194"/>
                </a:lnTo>
                <a:lnTo>
                  <a:pt x="1535666" y="103894"/>
                </a:lnTo>
                <a:lnTo>
                  <a:pt x="1535159" y="103571"/>
                </a:lnTo>
                <a:lnTo>
                  <a:pt x="1534664" y="103224"/>
                </a:lnTo>
                <a:lnTo>
                  <a:pt x="1534181" y="102853"/>
                </a:lnTo>
                <a:lnTo>
                  <a:pt x="1533709" y="102457"/>
                </a:lnTo>
                <a:lnTo>
                  <a:pt x="1533250" y="102038"/>
                </a:lnTo>
                <a:lnTo>
                  <a:pt x="1532803" y="101595"/>
                </a:lnTo>
                <a:lnTo>
                  <a:pt x="1532367" y="101128"/>
                </a:lnTo>
                <a:lnTo>
                  <a:pt x="1531943" y="100637"/>
                </a:lnTo>
                <a:lnTo>
                  <a:pt x="1531532" y="100122"/>
                </a:lnTo>
                <a:lnTo>
                  <a:pt x="1531132" y="99583"/>
                </a:lnTo>
                <a:lnTo>
                  <a:pt x="1530744" y="99020"/>
                </a:lnTo>
                <a:lnTo>
                  <a:pt x="1530370" y="98433"/>
                </a:lnTo>
                <a:lnTo>
                  <a:pt x="1530012" y="97819"/>
                </a:lnTo>
                <a:lnTo>
                  <a:pt x="1529670" y="97180"/>
                </a:lnTo>
                <a:lnTo>
                  <a:pt x="1529343" y="96514"/>
                </a:lnTo>
                <a:lnTo>
                  <a:pt x="1529033" y="95823"/>
                </a:lnTo>
                <a:lnTo>
                  <a:pt x="1528738" y="95106"/>
                </a:lnTo>
                <a:lnTo>
                  <a:pt x="1528460" y="94363"/>
                </a:lnTo>
                <a:lnTo>
                  <a:pt x="1528197" y="93595"/>
                </a:lnTo>
                <a:lnTo>
                  <a:pt x="1527951" y="92800"/>
                </a:lnTo>
                <a:lnTo>
                  <a:pt x="1527720" y="91980"/>
                </a:lnTo>
                <a:lnTo>
                  <a:pt x="1527505" y="91134"/>
                </a:lnTo>
                <a:lnTo>
                  <a:pt x="1527306" y="90261"/>
                </a:lnTo>
                <a:lnTo>
                  <a:pt x="1527123" y="89364"/>
                </a:lnTo>
                <a:lnTo>
                  <a:pt x="1526956" y="88440"/>
                </a:lnTo>
                <a:lnTo>
                  <a:pt x="1526805" y="87490"/>
                </a:lnTo>
                <a:lnTo>
                  <a:pt x="1526669" y="86515"/>
                </a:lnTo>
                <a:lnTo>
                  <a:pt x="1526550" y="85514"/>
                </a:lnTo>
                <a:lnTo>
                  <a:pt x="1526447" y="84486"/>
                </a:lnTo>
                <a:lnTo>
                  <a:pt x="1526359" y="83433"/>
                </a:lnTo>
                <a:lnTo>
                  <a:pt x="1526287" y="82355"/>
                </a:lnTo>
                <a:lnTo>
                  <a:pt x="1526232" y="81250"/>
                </a:lnTo>
                <a:lnTo>
                  <a:pt x="1526192" y="80120"/>
                </a:lnTo>
                <a:lnTo>
                  <a:pt x="1526168" y="78963"/>
                </a:lnTo>
                <a:lnTo>
                  <a:pt x="1526160" y="77781"/>
                </a:lnTo>
                <a:lnTo>
                  <a:pt x="1526168" y="76702"/>
                </a:lnTo>
                <a:lnTo>
                  <a:pt x="1526193" y="75645"/>
                </a:lnTo>
                <a:lnTo>
                  <a:pt x="1526235" y="74609"/>
                </a:lnTo>
                <a:lnTo>
                  <a:pt x="1526294" y="73595"/>
                </a:lnTo>
                <a:lnTo>
                  <a:pt x="1526369" y="72602"/>
                </a:lnTo>
                <a:lnTo>
                  <a:pt x="1526460" y="71630"/>
                </a:lnTo>
                <a:lnTo>
                  <a:pt x="1526569" y="70680"/>
                </a:lnTo>
                <a:lnTo>
                  <a:pt x="1526694" y="69752"/>
                </a:lnTo>
                <a:lnTo>
                  <a:pt x="1526836" y="68845"/>
                </a:lnTo>
                <a:lnTo>
                  <a:pt x="1526994" y="67959"/>
                </a:lnTo>
                <a:lnTo>
                  <a:pt x="1527170" y="67095"/>
                </a:lnTo>
                <a:lnTo>
                  <a:pt x="1527362" y="66252"/>
                </a:lnTo>
                <a:lnTo>
                  <a:pt x="1527570" y="65430"/>
                </a:lnTo>
                <a:lnTo>
                  <a:pt x="1527796" y="64630"/>
                </a:lnTo>
                <a:lnTo>
                  <a:pt x="1528038" y="63852"/>
                </a:lnTo>
                <a:lnTo>
                  <a:pt x="1528296" y="63095"/>
                </a:lnTo>
                <a:lnTo>
                  <a:pt x="1528572" y="62359"/>
                </a:lnTo>
                <a:lnTo>
                  <a:pt x="1528864" y="61645"/>
                </a:lnTo>
                <a:lnTo>
                  <a:pt x="1529172" y="60952"/>
                </a:lnTo>
                <a:lnTo>
                  <a:pt x="1529498" y="60281"/>
                </a:lnTo>
                <a:lnTo>
                  <a:pt x="1529840" y="59631"/>
                </a:lnTo>
                <a:lnTo>
                  <a:pt x="1530199" y="59003"/>
                </a:lnTo>
                <a:lnTo>
                  <a:pt x="1530574" y="58396"/>
                </a:lnTo>
                <a:lnTo>
                  <a:pt x="1530966" y="57810"/>
                </a:lnTo>
                <a:lnTo>
                  <a:pt x="1531374" y="57247"/>
                </a:lnTo>
                <a:lnTo>
                  <a:pt x="1531795" y="56708"/>
                </a:lnTo>
                <a:lnTo>
                  <a:pt x="1532229" y="56193"/>
                </a:lnTo>
                <a:lnTo>
                  <a:pt x="1532677" y="55702"/>
                </a:lnTo>
                <a:lnTo>
                  <a:pt x="1533139" y="55235"/>
                </a:lnTo>
                <a:lnTo>
                  <a:pt x="1533614" y="54792"/>
                </a:lnTo>
                <a:lnTo>
                  <a:pt x="1534103" y="54373"/>
                </a:lnTo>
                <a:lnTo>
                  <a:pt x="1534606" y="53978"/>
                </a:lnTo>
                <a:lnTo>
                  <a:pt x="1535122" y="53607"/>
                </a:lnTo>
                <a:lnTo>
                  <a:pt x="1535652" y="53259"/>
                </a:lnTo>
                <a:lnTo>
                  <a:pt x="1536195" y="52936"/>
                </a:lnTo>
                <a:lnTo>
                  <a:pt x="1536752" y="52637"/>
                </a:lnTo>
                <a:lnTo>
                  <a:pt x="1537322" y="52361"/>
                </a:lnTo>
                <a:lnTo>
                  <a:pt x="1537906" y="52110"/>
                </a:lnTo>
                <a:lnTo>
                  <a:pt x="1538504" y="51882"/>
                </a:lnTo>
                <a:lnTo>
                  <a:pt x="1539116" y="51678"/>
                </a:lnTo>
                <a:lnTo>
                  <a:pt x="1539740" y="51499"/>
                </a:lnTo>
                <a:lnTo>
                  <a:pt x="1540379" y="51343"/>
                </a:lnTo>
                <a:lnTo>
                  <a:pt x="1541031" y="51211"/>
                </a:lnTo>
                <a:lnTo>
                  <a:pt x="1541697" y="51104"/>
                </a:lnTo>
                <a:lnTo>
                  <a:pt x="1542376" y="51020"/>
                </a:lnTo>
                <a:lnTo>
                  <a:pt x="1543069" y="50960"/>
                </a:lnTo>
                <a:lnTo>
                  <a:pt x="1543775" y="50924"/>
                </a:lnTo>
                <a:lnTo>
                  <a:pt x="1544495" y="50912"/>
                </a:lnTo>
                <a:lnTo>
                  <a:pt x="1545100" y="50920"/>
                </a:lnTo>
                <a:lnTo>
                  <a:pt x="1545696" y="50943"/>
                </a:lnTo>
                <a:lnTo>
                  <a:pt x="1546284" y="50982"/>
                </a:lnTo>
                <a:lnTo>
                  <a:pt x="1546864" y="51036"/>
                </a:lnTo>
                <a:lnTo>
                  <a:pt x="1547436" y="51105"/>
                </a:lnTo>
                <a:lnTo>
                  <a:pt x="1548000" y="51190"/>
                </a:lnTo>
                <a:lnTo>
                  <a:pt x="1548556" y="51290"/>
                </a:lnTo>
                <a:lnTo>
                  <a:pt x="1549104" y="51406"/>
                </a:lnTo>
                <a:lnTo>
                  <a:pt x="1549644" y="51537"/>
                </a:lnTo>
                <a:lnTo>
                  <a:pt x="1550176" y="51684"/>
                </a:lnTo>
                <a:lnTo>
                  <a:pt x="1550700" y="51846"/>
                </a:lnTo>
                <a:lnTo>
                  <a:pt x="1551216" y="52024"/>
                </a:lnTo>
                <a:lnTo>
                  <a:pt x="1551723" y="52217"/>
                </a:lnTo>
                <a:lnTo>
                  <a:pt x="1552223" y="52425"/>
                </a:lnTo>
                <a:lnTo>
                  <a:pt x="1552715" y="52649"/>
                </a:lnTo>
                <a:lnTo>
                  <a:pt x="1553198" y="52889"/>
                </a:lnTo>
                <a:lnTo>
                  <a:pt x="1553674" y="53144"/>
                </a:lnTo>
                <a:lnTo>
                  <a:pt x="1554142" y="53414"/>
                </a:lnTo>
                <a:lnTo>
                  <a:pt x="1554601" y="53699"/>
                </a:lnTo>
                <a:lnTo>
                  <a:pt x="1555053" y="54001"/>
                </a:lnTo>
                <a:lnTo>
                  <a:pt x="1555496" y="54317"/>
                </a:lnTo>
                <a:lnTo>
                  <a:pt x="1555932" y="54649"/>
                </a:lnTo>
                <a:lnTo>
                  <a:pt x="1556359" y="54997"/>
                </a:lnTo>
                <a:lnTo>
                  <a:pt x="1556778" y="55360"/>
                </a:lnTo>
                <a:lnTo>
                  <a:pt x="1557190" y="55733"/>
                </a:lnTo>
                <a:lnTo>
                  <a:pt x="1557594" y="56112"/>
                </a:lnTo>
                <a:lnTo>
                  <a:pt x="1557990" y="56496"/>
                </a:lnTo>
                <a:lnTo>
                  <a:pt x="1558378" y="56885"/>
                </a:lnTo>
                <a:lnTo>
                  <a:pt x="1558759" y="57280"/>
                </a:lnTo>
                <a:lnTo>
                  <a:pt x="1559132" y="57680"/>
                </a:lnTo>
                <a:lnTo>
                  <a:pt x="1559497" y="58085"/>
                </a:lnTo>
                <a:lnTo>
                  <a:pt x="1559854" y="58496"/>
                </a:lnTo>
                <a:lnTo>
                  <a:pt x="1560204" y="58912"/>
                </a:lnTo>
                <a:lnTo>
                  <a:pt x="1560546" y="59334"/>
                </a:lnTo>
                <a:lnTo>
                  <a:pt x="1560880" y="59761"/>
                </a:lnTo>
                <a:lnTo>
                  <a:pt x="1561207" y="60193"/>
                </a:lnTo>
                <a:lnTo>
                  <a:pt x="1561525" y="60631"/>
                </a:lnTo>
                <a:lnTo>
                  <a:pt x="1561836" y="61074"/>
                </a:lnTo>
                <a:lnTo>
                  <a:pt x="1562140" y="61522"/>
                </a:lnTo>
                <a:lnTo>
                  <a:pt x="1562435" y="61976"/>
                </a:lnTo>
                <a:lnTo>
                  <a:pt x="1562723" y="62435"/>
                </a:lnTo>
                <a:lnTo>
                  <a:pt x="1563003" y="62899"/>
                </a:lnTo>
                <a:lnTo>
                  <a:pt x="1563276" y="63369"/>
                </a:lnTo>
                <a:lnTo>
                  <a:pt x="1563541" y="63844"/>
                </a:lnTo>
                <a:lnTo>
                  <a:pt x="1563797" y="64325"/>
                </a:lnTo>
                <a:lnTo>
                  <a:pt x="1564047" y="64811"/>
                </a:lnTo>
                <a:lnTo>
                  <a:pt x="1564288" y="65302"/>
                </a:lnTo>
                <a:lnTo>
                  <a:pt x="1564522" y="65798"/>
                </a:lnTo>
                <a:lnTo>
                  <a:pt x="1564522" y="91669"/>
                </a:lnTo>
                <a:lnTo>
                  <a:pt x="1564280" y="92143"/>
                </a:lnTo>
                <a:lnTo>
                  <a:pt x="1564029" y="92611"/>
                </a:lnTo>
                <a:lnTo>
                  <a:pt x="1563770" y="93075"/>
                </a:lnTo>
                <a:lnTo>
                  <a:pt x="1563501" y="93534"/>
                </a:lnTo>
                <a:lnTo>
                  <a:pt x="1563223" y="93988"/>
                </a:lnTo>
                <a:lnTo>
                  <a:pt x="1562937" y="94436"/>
                </a:lnTo>
                <a:lnTo>
                  <a:pt x="1562641" y="94880"/>
                </a:lnTo>
                <a:lnTo>
                  <a:pt x="1562336" y="95318"/>
                </a:lnTo>
                <a:lnTo>
                  <a:pt x="1562023" y="95752"/>
                </a:lnTo>
                <a:lnTo>
                  <a:pt x="1561700" y="96181"/>
                </a:lnTo>
                <a:lnTo>
                  <a:pt x="1561369" y="96604"/>
                </a:lnTo>
                <a:lnTo>
                  <a:pt x="1561029" y="97023"/>
                </a:lnTo>
                <a:lnTo>
                  <a:pt x="1560679" y="97436"/>
                </a:lnTo>
                <a:lnTo>
                  <a:pt x="1560321" y="97844"/>
                </a:lnTo>
                <a:lnTo>
                  <a:pt x="1559954" y="98248"/>
                </a:lnTo>
                <a:lnTo>
                  <a:pt x="1559577" y="98646"/>
                </a:lnTo>
                <a:lnTo>
                  <a:pt x="1559192" y="99039"/>
                </a:lnTo>
                <a:lnTo>
                  <a:pt x="1558798" y="99428"/>
                </a:lnTo>
                <a:lnTo>
                  <a:pt x="1558395" y="99811"/>
                </a:lnTo>
                <a:lnTo>
                  <a:pt x="1557983" y="100189"/>
                </a:lnTo>
                <a:lnTo>
                  <a:pt x="1557561" y="100562"/>
                </a:lnTo>
                <a:lnTo>
                  <a:pt x="1557131" y="100930"/>
                </a:lnTo>
                <a:lnTo>
                  <a:pt x="1556692" y="101294"/>
                </a:lnTo>
                <a:lnTo>
                  <a:pt x="1556244" y="101652"/>
                </a:lnTo>
                <a:lnTo>
                  <a:pt x="1555788" y="102000"/>
                </a:lnTo>
                <a:lnTo>
                  <a:pt x="1555325" y="102333"/>
                </a:lnTo>
                <a:lnTo>
                  <a:pt x="1554855" y="102652"/>
                </a:lnTo>
                <a:lnTo>
                  <a:pt x="1554378" y="102955"/>
                </a:lnTo>
                <a:lnTo>
                  <a:pt x="1553893" y="103244"/>
                </a:lnTo>
                <a:lnTo>
                  <a:pt x="1553402" y="103518"/>
                </a:lnTo>
                <a:lnTo>
                  <a:pt x="1552903" y="103778"/>
                </a:lnTo>
                <a:lnTo>
                  <a:pt x="1552397" y="104022"/>
                </a:lnTo>
                <a:lnTo>
                  <a:pt x="1551884" y="104252"/>
                </a:lnTo>
                <a:lnTo>
                  <a:pt x="1551364" y="104466"/>
                </a:lnTo>
                <a:lnTo>
                  <a:pt x="1550837" y="104666"/>
                </a:lnTo>
                <a:lnTo>
                  <a:pt x="1550303" y="104852"/>
                </a:lnTo>
                <a:lnTo>
                  <a:pt x="1549762" y="105022"/>
                </a:lnTo>
                <a:lnTo>
                  <a:pt x="1549213" y="105178"/>
                </a:lnTo>
                <a:lnTo>
                  <a:pt x="1548658" y="105318"/>
                </a:lnTo>
                <a:lnTo>
                  <a:pt x="1548095" y="105444"/>
                </a:lnTo>
                <a:lnTo>
                  <a:pt x="1547526" y="105555"/>
                </a:lnTo>
                <a:lnTo>
                  <a:pt x="1546949" y="105652"/>
                </a:lnTo>
                <a:lnTo>
                  <a:pt x="1546365" y="105733"/>
                </a:lnTo>
                <a:lnTo>
                  <a:pt x="1545774" y="105800"/>
                </a:lnTo>
                <a:lnTo>
                  <a:pt x="1545176" y="105852"/>
                </a:lnTo>
                <a:lnTo>
                  <a:pt x="1544570" y="105889"/>
                </a:lnTo>
                <a:lnTo>
                  <a:pt x="1543958" y="105911"/>
                </a:lnTo>
                <a:lnTo>
                  <a:pt x="1543338" y="105918"/>
                </a:lnTo>
                <a:lnTo>
                  <a:pt x="1542677" y="105906"/>
                </a:lnTo>
                <a:lnTo>
                  <a:pt x="1542027" y="105870"/>
                </a:lnTo>
                <a:lnTo>
                  <a:pt x="1541389" y="105811"/>
                </a:lnTo>
                <a:lnTo>
                  <a:pt x="1540763" y="105727"/>
                </a:lnTo>
                <a:lnTo>
                  <a:pt x="1540149" y="105619"/>
                </a:lnTo>
                <a:close/>
                <a:moveTo>
                  <a:pt x="1450580" y="123686"/>
                </a:moveTo>
                <a:lnTo>
                  <a:pt x="1451499" y="123610"/>
                </a:lnTo>
                <a:lnTo>
                  <a:pt x="1452408" y="123522"/>
                </a:lnTo>
                <a:lnTo>
                  <a:pt x="1453306" y="123422"/>
                </a:lnTo>
                <a:lnTo>
                  <a:pt x="1454194" y="123311"/>
                </a:lnTo>
                <a:lnTo>
                  <a:pt x="1455072" y="123187"/>
                </a:lnTo>
                <a:lnTo>
                  <a:pt x="1455940" y="123052"/>
                </a:lnTo>
                <a:lnTo>
                  <a:pt x="1456797" y="122905"/>
                </a:lnTo>
                <a:lnTo>
                  <a:pt x="1457643" y="122747"/>
                </a:lnTo>
                <a:lnTo>
                  <a:pt x="1458480" y="122577"/>
                </a:lnTo>
                <a:lnTo>
                  <a:pt x="1459306" y="122395"/>
                </a:lnTo>
                <a:lnTo>
                  <a:pt x="1460121" y="122201"/>
                </a:lnTo>
                <a:lnTo>
                  <a:pt x="1460927" y="121995"/>
                </a:lnTo>
                <a:lnTo>
                  <a:pt x="1461722" y="121778"/>
                </a:lnTo>
                <a:lnTo>
                  <a:pt x="1462506" y="121549"/>
                </a:lnTo>
                <a:lnTo>
                  <a:pt x="1463281" y="121308"/>
                </a:lnTo>
                <a:lnTo>
                  <a:pt x="1464044" y="121056"/>
                </a:lnTo>
                <a:lnTo>
                  <a:pt x="1464798" y="120792"/>
                </a:lnTo>
                <a:lnTo>
                  <a:pt x="1465541" y="120516"/>
                </a:lnTo>
                <a:lnTo>
                  <a:pt x="1466273" y="120228"/>
                </a:lnTo>
                <a:lnTo>
                  <a:pt x="1466991" y="119928"/>
                </a:lnTo>
                <a:lnTo>
                  <a:pt x="1467697" y="119616"/>
                </a:lnTo>
                <a:lnTo>
                  <a:pt x="1468389" y="119292"/>
                </a:lnTo>
                <a:lnTo>
                  <a:pt x="1469069" y="118956"/>
                </a:lnTo>
                <a:lnTo>
                  <a:pt x="1469736" y="118607"/>
                </a:lnTo>
                <a:lnTo>
                  <a:pt x="1470389" y="118247"/>
                </a:lnTo>
                <a:lnTo>
                  <a:pt x="1471030" y="117875"/>
                </a:lnTo>
                <a:lnTo>
                  <a:pt x="1471658" y="117491"/>
                </a:lnTo>
                <a:lnTo>
                  <a:pt x="1472272" y="117094"/>
                </a:lnTo>
                <a:lnTo>
                  <a:pt x="1472874" y="116686"/>
                </a:lnTo>
                <a:lnTo>
                  <a:pt x="1473463" y="116265"/>
                </a:lnTo>
                <a:lnTo>
                  <a:pt x="1474039" y="115833"/>
                </a:lnTo>
                <a:lnTo>
                  <a:pt x="1474601" y="115388"/>
                </a:lnTo>
                <a:lnTo>
                  <a:pt x="1475151" y="114932"/>
                </a:lnTo>
                <a:lnTo>
                  <a:pt x="1475688" y="114463"/>
                </a:lnTo>
                <a:lnTo>
                  <a:pt x="1476212" y="113982"/>
                </a:lnTo>
                <a:lnTo>
                  <a:pt x="1476723" y="113490"/>
                </a:lnTo>
                <a:lnTo>
                  <a:pt x="1477221" y="112985"/>
                </a:lnTo>
                <a:lnTo>
                  <a:pt x="1477705" y="112468"/>
                </a:lnTo>
                <a:lnTo>
                  <a:pt x="1478177" y="111939"/>
                </a:lnTo>
                <a:lnTo>
                  <a:pt x="1478636" y="111398"/>
                </a:lnTo>
                <a:lnTo>
                  <a:pt x="1479082" y="110845"/>
                </a:lnTo>
                <a:lnTo>
                  <a:pt x="1479515" y="110280"/>
                </a:lnTo>
                <a:lnTo>
                  <a:pt x="1479934" y="109703"/>
                </a:lnTo>
                <a:lnTo>
                  <a:pt x="1480336" y="109114"/>
                </a:lnTo>
                <a:lnTo>
                  <a:pt x="1480722" y="108513"/>
                </a:lnTo>
                <a:lnTo>
                  <a:pt x="1481091" y="107900"/>
                </a:lnTo>
                <a:lnTo>
                  <a:pt x="1481445" y="107275"/>
                </a:lnTo>
                <a:lnTo>
                  <a:pt x="1481782" y="106639"/>
                </a:lnTo>
                <a:lnTo>
                  <a:pt x="1482103" y="105990"/>
                </a:lnTo>
                <a:lnTo>
                  <a:pt x="1482408" y="105330"/>
                </a:lnTo>
                <a:lnTo>
                  <a:pt x="1482697" y="104658"/>
                </a:lnTo>
                <a:lnTo>
                  <a:pt x="1482969" y="103974"/>
                </a:lnTo>
                <a:lnTo>
                  <a:pt x="1483225" y="103277"/>
                </a:lnTo>
                <a:lnTo>
                  <a:pt x="1483465" y="102569"/>
                </a:lnTo>
                <a:lnTo>
                  <a:pt x="1483689" y="101850"/>
                </a:lnTo>
                <a:lnTo>
                  <a:pt x="1483896" y="101118"/>
                </a:lnTo>
                <a:lnTo>
                  <a:pt x="1484087" y="100374"/>
                </a:lnTo>
                <a:lnTo>
                  <a:pt x="1484262" y="99619"/>
                </a:lnTo>
                <a:lnTo>
                  <a:pt x="1484421" y="98851"/>
                </a:lnTo>
                <a:lnTo>
                  <a:pt x="1484564" y="98072"/>
                </a:lnTo>
                <a:lnTo>
                  <a:pt x="1484690" y="97281"/>
                </a:lnTo>
                <a:lnTo>
                  <a:pt x="1484800" y="96477"/>
                </a:lnTo>
                <a:lnTo>
                  <a:pt x="1484894" y="95662"/>
                </a:lnTo>
                <a:lnTo>
                  <a:pt x="1484972" y="94835"/>
                </a:lnTo>
                <a:lnTo>
                  <a:pt x="1485033" y="93997"/>
                </a:lnTo>
                <a:lnTo>
                  <a:pt x="1485078" y="93146"/>
                </a:lnTo>
                <a:lnTo>
                  <a:pt x="1461847" y="93146"/>
                </a:lnTo>
                <a:lnTo>
                  <a:pt x="1461832" y="93706"/>
                </a:lnTo>
                <a:lnTo>
                  <a:pt x="1461801" y="94254"/>
                </a:lnTo>
                <a:lnTo>
                  <a:pt x="1461754" y="94790"/>
                </a:lnTo>
                <a:lnTo>
                  <a:pt x="1461692" y="95315"/>
                </a:lnTo>
                <a:lnTo>
                  <a:pt x="1461613" y="95828"/>
                </a:lnTo>
                <a:lnTo>
                  <a:pt x="1461519" y="96330"/>
                </a:lnTo>
                <a:lnTo>
                  <a:pt x="1461409" y="96820"/>
                </a:lnTo>
                <a:lnTo>
                  <a:pt x="1461284" y="97298"/>
                </a:lnTo>
                <a:lnTo>
                  <a:pt x="1461142" y="97765"/>
                </a:lnTo>
                <a:lnTo>
                  <a:pt x="1460985" y="98220"/>
                </a:lnTo>
                <a:lnTo>
                  <a:pt x="1460812" y="98664"/>
                </a:lnTo>
                <a:lnTo>
                  <a:pt x="1460624" y="99095"/>
                </a:lnTo>
                <a:lnTo>
                  <a:pt x="1460419" y="99516"/>
                </a:lnTo>
                <a:lnTo>
                  <a:pt x="1460199" y="99924"/>
                </a:lnTo>
                <a:lnTo>
                  <a:pt x="1459963" y="100321"/>
                </a:lnTo>
                <a:lnTo>
                  <a:pt x="1459711" y="100707"/>
                </a:lnTo>
                <a:lnTo>
                  <a:pt x="1459444" y="101080"/>
                </a:lnTo>
                <a:lnTo>
                  <a:pt x="1459160" y="101442"/>
                </a:lnTo>
                <a:lnTo>
                  <a:pt x="1458861" y="101793"/>
                </a:lnTo>
                <a:lnTo>
                  <a:pt x="1458547" y="102132"/>
                </a:lnTo>
                <a:lnTo>
                  <a:pt x="1458216" y="102459"/>
                </a:lnTo>
                <a:lnTo>
                  <a:pt x="1457870" y="102774"/>
                </a:lnTo>
                <a:lnTo>
                  <a:pt x="1457508" y="103078"/>
                </a:lnTo>
                <a:lnTo>
                  <a:pt x="1457130" y="103371"/>
                </a:lnTo>
                <a:lnTo>
                  <a:pt x="1456739" y="103651"/>
                </a:lnTo>
                <a:lnTo>
                  <a:pt x="1456338" y="103920"/>
                </a:lnTo>
                <a:lnTo>
                  <a:pt x="1455926" y="104176"/>
                </a:lnTo>
                <a:lnTo>
                  <a:pt x="1455503" y="104421"/>
                </a:lnTo>
                <a:lnTo>
                  <a:pt x="1455070" y="104654"/>
                </a:lnTo>
                <a:lnTo>
                  <a:pt x="1454627" y="104875"/>
                </a:lnTo>
                <a:lnTo>
                  <a:pt x="1454173" y="105084"/>
                </a:lnTo>
                <a:lnTo>
                  <a:pt x="1453708" y="105280"/>
                </a:lnTo>
                <a:lnTo>
                  <a:pt x="1453233" y="105466"/>
                </a:lnTo>
                <a:lnTo>
                  <a:pt x="1452748" y="105639"/>
                </a:lnTo>
                <a:lnTo>
                  <a:pt x="1452252" y="105800"/>
                </a:lnTo>
                <a:lnTo>
                  <a:pt x="1451745" y="105949"/>
                </a:lnTo>
                <a:lnTo>
                  <a:pt x="1451228" y="106086"/>
                </a:lnTo>
                <a:lnTo>
                  <a:pt x="1450700" y="106212"/>
                </a:lnTo>
                <a:lnTo>
                  <a:pt x="1450162" y="106325"/>
                </a:lnTo>
                <a:lnTo>
                  <a:pt x="1449614" y="106426"/>
                </a:lnTo>
                <a:lnTo>
                  <a:pt x="1449055" y="106516"/>
                </a:lnTo>
                <a:lnTo>
                  <a:pt x="1448485" y="106594"/>
                </a:lnTo>
                <a:lnTo>
                  <a:pt x="1447905" y="106659"/>
                </a:lnTo>
                <a:lnTo>
                  <a:pt x="1447314" y="106713"/>
                </a:lnTo>
                <a:lnTo>
                  <a:pt x="1446713" y="106755"/>
                </a:lnTo>
                <a:lnTo>
                  <a:pt x="1446102" y="106785"/>
                </a:lnTo>
                <a:lnTo>
                  <a:pt x="1445480" y="106802"/>
                </a:lnTo>
                <a:lnTo>
                  <a:pt x="1444847" y="106808"/>
                </a:lnTo>
                <a:lnTo>
                  <a:pt x="1444236" y="106803"/>
                </a:lnTo>
                <a:lnTo>
                  <a:pt x="1443636" y="106785"/>
                </a:lnTo>
                <a:lnTo>
                  <a:pt x="1443045" y="106757"/>
                </a:lnTo>
                <a:lnTo>
                  <a:pt x="1442464" y="106716"/>
                </a:lnTo>
                <a:lnTo>
                  <a:pt x="1441892" y="106664"/>
                </a:lnTo>
                <a:lnTo>
                  <a:pt x="1441331" y="106601"/>
                </a:lnTo>
                <a:lnTo>
                  <a:pt x="1440780" y="106526"/>
                </a:lnTo>
                <a:lnTo>
                  <a:pt x="1440238" y="106439"/>
                </a:lnTo>
                <a:lnTo>
                  <a:pt x="1439707" y="106341"/>
                </a:lnTo>
                <a:lnTo>
                  <a:pt x="1439185" y="106232"/>
                </a:lnTo>
                <a:lnTo>
                  <a:pt x="1438673" y="106111"/>
                </a:lnTo>
                <a:lnTo>
                  <a:pt x="1438171" y="105978"/>
                </a:lnTo>
                <a:lnTo>
                  <a:pt x="1437679" y="105834"/>
                </a:lnTo>
                <a:lnTo>
                  <a:pt x="1437197" y="105678"/>
                </a:lnTo>
                <a:lnTo>
                  <a:pt x="1436725" y="105511"/>
                </a:lnTo>
                <a:lnTo>
                  <a:pt x="1436263" y="105332"/>
                </a:lnTo>
                <a:lnTo>
                  <a:pt x="1435810" y="105142"/>
                </a:lnTo>
                <a:lnTo>
                  <a:pt x="1435368" y="104940"/>
                </a:lnTo>
                <a:lnTo>
                  <a:pt x="1434935" y="104727"/>
                </a:lnTo>
                <a:lnTo>
                  <a:pt x="1434512" y="104502"/>
                </a:lnTo>
                <a:lnTo>
                  <a:pt x="1434099" y="104266"/>
                </a:lnTo>
                <a:lnTo>
                  <a:pt x="1433696" y="104018"/>
                </a:lnTo>
                <a:lnTo>
                  <a:pt x="1433303" y="103758"/>
                </a:lnTo>
                <a:lnTo>
                  <a:pt x="1432920" y="103487"/>
                </a:lnTo>
                <a:lnTo>
                  <a:pt x="1432546" y="103207"/>
                </a:lnTo>
                <a:lnTo>
                  <a:pt x="1432181" y="102919"/>
                </a:lnTo>
                <a:lnTo>
                  <a:pt x="1431823" y="102623"/>
                </a:lnTo>
                <a:lnTo>
                  <a:pt x="1431475" y="102320"/>
                </a:lnTo>
                <a:lnTo>
                  <a:pt x="1431135" y="102010"/>
                </a:lnTo>
                <a:lnTo>
                  <a:pt x="1430803" y="101692"/>
                </a:lnTo>
                <a:lnTo>
                  <a:pt x="1430480" y="101366"/>
                </a:lnTo>
                <a:lnTo>
                  <a:pt x="1430166" y="101034"/>
                </a:lnTo>
                <a:lnTo>
                  <a:pt x="1429860" y="100694"/>
                </a:lnTo>
                <a:lnTo>
                  <a:pt x="1429562" y="100346"/>
                </a:lnTo>
                <a:lnTo>
                  <a:pt x="1429273" y="99991"/>
                </a:lnTo>
                <a:lnTo>
                  <a:pt x="1428993" y="99629"/>
                </a:lnTo>
                <a:lnTo>
                  <a:pt x="1428721" y="99259"/>
                </a:lnTo>
                <a:lnTo>
                  <a:pt x="1428457" y="98882"/>
                </a:lnTo>
                <a:lnTo>
                  <a:pt x="1428202" y="98497"/>
                </a:lnTo>
                <a:lnTo>
                  <a:pt x="1427955" y="98105"/>
                </a:lnTo>
                <a:lnTo>
                  <a:pt x="1427717" y="97705"/>
                </a:lnTo>
                <a:lnTo>
                  <a:pt x="1427488" y="97298"/>
                </a:lnTo>
                <a:lnTo>
                  <a:pt x="1427267" y="96884"/>
                </a:lnTo>
                <a:lnTo>
                  <a:pt x="1427054" y="96462"/>
                </a:lnTo>
                <a:lnTo>
                  <a:pt x="1426850" y="96033"/>
                </a:lnTo>
                <a:lnTo>
                  <a:pt x="1426655" y="95596"/>
                </a:lnTo>
                <a:lnTo>
                  <a:pt x="1426468" y="95152"/>
                </a:lnTo>
                <a:lnTo>
                  <a:pt x="1426289" y="94701"/>
                </a:lnTo>
                <a:lnTo>
                  <a:pt x="1426118" y="94244"/>
                </a:lnTo>
                <a:lnTo>
                  <a:pt x="1425954" y="93785"/>
                </a:lnTo>
                <a:lnTo>
                  <a:pt x="1425796" y="93322"/>
                </a:lnTo>
                <a:lnTo>
                  <a:pt x="1425645" y="92857"/>
                </a:lnTo>
                <a:lnTo>
                  <a:pt x="1425501" y="92389"/>
                </a:lnTo>
                <a:lnTo>
                  <a:pt x="1425363" y="91918"/>
                </a:lnTo>
                <a:lnTo>
                  <a:pt x="1425232" y="91444"/>
                </a:lnTo>
                <a:lnTo>
                  <a:pt x="1425107" y="90968"/>
                </a:lnTo>
                <a:lnTo>
                  <a:pt x="1424989" y="90488"/>
                </a:lnTo>
                <a:lnTo>
                  <a:pt x="1424878" y="90006"/>
                </a:lnTo>
                <a:lnTo>
                  <a:pt x="1424774" y="89521"/>
                </a:lnTo>
                <a:lnTo>
                  <a:pt x="1424676" y="89033"/>
                </a:lnTo>
                <a:lnTo>
                  <a:pt x="1424585" y="88542"/>
                </a:lnTo>
                <a:lnTo>
                  <a:pt x="1424500" y="88048"/>
                </a:lnTo>
                <a:lnTo>
                  <a:pt x="1424422" y="87552"/>
                </a:lnTo>
                <a:lnTo>
                  <a:pt x="1424351" y="87052"/>
                </a:lnTo>
                <a:lnTo>
                  <a:pt x="1424286" y="86550"/>
                </a:lnTo>
                <a:lnTo>
                  <a:pt x="1424228" y="86045"/>
                </a:lnTo>
                <a:lnTo>
                  <a:pt x="1424177" y="85537"/>
                </a:lnTo>
                <a:lnTo>
                  <a:pt x="1424132" y="85026"/>
                </a:lnTo>
                <a:lnTo>
                  <a:pt x="1424094" y="84513"/>
                </a:lnTo>
                <a:lnTo>
                  <a:pt x="1424062" y="83996"/>
                </a:lnTo>
                <a:lnTo>
                  <a:pt x="1424038" y="83477"/>
                </a:lnTo>
                <a:lnTo>
                  <a:pt x="1424019" y="82955"/>
                </a:lnTo>
                <a:lnTo>
                  <a:pt x="1484989" y="82955"/>
                </a:lnTo>
                <a:lnTo>
                  <a:pt x="1485004" y="82871"/>
                </a:lnTo>
                <a:lnTo>
                  <a:pt x="1485018" y="82784"/>
                </a:lnTo>
                <a:lnTo>
                  <a:pt x="1485032" y="82694"/>
                </a:lnTo>
                <a:lnTo>
                  <a:pt x="1485046" y="82601"/>
                </a:lnTo>
                <a:lnTo>
                  <a:pt x="1485059" y="82505"/>
                </a:lnTo>
                <a:lnTo>
                  <a:pt x="1485073" y="82406"/>
                </a:lnTo>
                <a:lnTo>
                  <a:pt x="1485085" y="82304"/>
                </a:lnTo>
                <a:lnTo>
                  <a:pt x="1485098" y="82200"/>
                </a:lnTo>
                <a:lnTo>
                  <a:pt x="1485110" y="82092"/>
                </a:lnTo>
                <a:lnTo>
                  <a:pt x="1485122" y="81981"/>
                </a:lnTo>
                <a:lnTo>
                  <a:pt x="1485134" y="81867"/>
                </a:lnTo>
                <a:lnTo>
                  <a:pt x="1485145" y="81751"/>
                </a:lnTo>
                <a:lnTo>
                  <a:pt x="1485156" y="81631"/>
                </a:lnTo>
                <a:lnTo>
                  <a:pt x="1485167" y="81509"/>
                </a:lnTo>
                <a:lnTo>
                  <a:pt x="1485177" y="81383"/>
                </a:lnTo>
                <a:lnTo>
                  <a:pt x="1485187" y="81255"/>
                </a:lnTo>
                <a:lnTo>
                  <a:pt x="1485197" y="81123"/>
                </a:lnTo>
                <a:lnTo>
                  <a:pt x="1485206" y="80989"/>
                </a:lnTo>
                <a:lnTo>
                  <a:pt x="1485215" y="80852"/>
                </a:lnTo>
                <a:lnTo>
                  <a:pt x="1485224" y="80711"/>
                </a:lnTo>
                <a:lnTo>
                  <a:pt x="1485233" y="80568"/>
                </a:lnTo>
                <a:lnTo>
                  <a:pt x="1485241" y="80422"/>
                </a:lnTo>
                <a:lnTo>
                  <a:pt x="1485249" y="80272"/>
                </a:lnTo>
                <a:lnTo>
                  <a:pt x="1485256" y="80120"/>
                </a:lnTo>
                <a:lnTo>
                  <a:pt x="1485263" y="79968"/>
                </a:lnTo>
                <a:lnTo>
                  <a:pt x="1485270" y="79818"/>
                </a:lnTo>
                <a:lnTo>
                  <a:pt x="1485277" y="79671"/>
                </a:lnTo>
                <a:lnTo>
                  <a:pt x="1485283" y="79527"/>
                </a:lnTo>
                <a:lnTo>
                  <a:pt x="1485289" y="79385"/>
                </a:lnTo>
                <a:lnTo>
                  <a:pt x="1485295" y="79246"/>
                </a:lnTo>
                <a:lnTo>
                  <a:pt x="1485301" y="79110"/>
                </a:lnTo>
                <a:lnTo>
                  <a:pt x="1485306" y="78976"/>
                </a:lnTo>
                <a:lnTo>
                  <a:pt x="1485310" y="78845"/>
                </a:lnTo>
                <a:lnTo>
                  <a:pt x="1485315" y="78716"/>
                </a:lnTo>
                <a:lnTo>
                  <a:pt x="1485319" y="78590"/>
                </a:lnTo>
                <a:lnTo>
                  <a:pt x="1485323" y="78467"/>
                </a:lnTo>
                <a:lnTo>
                  <a:pt x="1485327" y="78347"/>
                </a:lnTo>
                <a:lnTo>
                  <a:pt x="1485330" y="78229"/>
                </a:lnTo>
                <a:lnTo>
                  <a:pt x="1485333" y="78114"/>
                </a:lnTo>
                <a:lnTo>
                  <a:pt x="1485335" y="78001"/>
                </a:lnTo>
                <a:lnTo>
                  <a:pt x="1485338" y="77892"/>
                </a:lnTo>
                <a:lnTo>
                  <a:pt x="1485340" y="77784"/>
                </a:lnTo>
                <a:lnTo>
                  <a:pt x="1485341" y="77680"/>
                </a:lnTo>
                <a:lnTo>
                  <a:pt x="1485343" y="77578"/>
                </a:lnTo>
                <a:lnTo>
                  <a:pt x="1485344" y="77479"/>
                </a:lnTo>
                <a:lnTo>
                  <a:pt x="1485345" y="77382"/>
                </a:lnTo>
                <a:lnTo>
                  <a:pt x="1485345" y="77288"/>
                </a:lnTo>
                <a:lnTo>
                  <a:pt x="1485345" y="77197"/>
                </a:lnTo>
                <a:lnTo>
                  <a:pt x="1485326" y="75444"/>
                </a:lnTo>
                <a:lnTo>
                  <a:pt x="1485267" y="73726"/>
                </a:lnTo>
                <a:lnTo>
                  <a:pt x="1485169" y="72041"/>
                </a:lnTo>
                <a:lnTo>
                  <a:pt x="1485032" y="70390"/>
                </a:lnTo>
                <a:lnTo>
                  <a:pt x="1484857" y="68773"/>
                </a:lnTo>
                <a:lnTo>
                  <a:pt x="1484642" y="67190"/>
                </a:lnTo>
                <a:lnTo>
                  <a:pt x="1484387" y="65641"/>
                </a:lnTo>
                <a:lnTo>
                  <a:pt x="1484094" y="64126"/>
                </a:lnTo>
                <a:lnTo>
                  <a:pt x="1483762" y="62645"/>
                </a:lnTo>
                <a:lnTo>
                  <a:pt x="1483390" y="61197"/>
                </a:lnTo>
                <a:lnTo>
                  <a:pt x="1482980" y="59784"/>
                </a:lnTo>
                <a:lnTo>
                  <a:pt x="1482530" y="58404"/>
                </a:lnTo>
                <a:lnTo>
                  <a:pt x="1482042" y="57058"/>
                </a:lnTo>
                <a:lnTo>
                  <a:pt x="1481514" y="55746"/>
                </a:lnTo>
                <a:lnTo>
                  <a:pt x="1480947" y="54468"/>
                </a:lnTo>
                <a:lnTo>
                  <a:pt x="1480341" y="53224"/>
                </a:lnTo>
                <a:lnTo>
                  <a:pt x="1479696" y="52014"/>
                </a:lnTo>
                <a:lnTo>
                  <a:pt x="1479012" y="50838"/>
                </a:lnTo>
                <a:lnTo>
                  <a:pt x="1478289" y="49696"/>
                </a:lnTo>
                <a:lnTo>
                  <a:pt x="1477526" y="48587"/>
                </a:lnTo>
                <a:lnTo>
                  <a:pt x="1476725" y="47513"/>
                </a:lnTo>
                <a:lnTo>
                  <a:pt x="1475884" y="46472"/>
                </a:lnTo>
                <a:lnTo>
                  <a:pt x="1475005" y="45465"/>
                </a:lnTo>
                <a:lnTo>
                  <a:pt x="1474086" y="44492"/>
                </a:lnTo>
                <a:lnTo>
                  <a:pt x="1473133" y="43556"/>
                </a:lnTo>
                <a:lnTo>
                  <a:pt x="1472153" y="42660"/>
                </a:lnTo>
                <a:lnTo>
                  <a:pt x="1471144" y="41804"/>
                </a:lnTo>
                <a:lnTo>
                  <a:pt x="1470106" y="40987"/>
                </a:lnTo>
                <a:lnTo>
                  <a:pt x="1469041" y="40211"/>
                </a:lnTo>
                <a:lnTo>
                  <a:pt x="1467947" y="39474"/>
                </a:lnTo>
                <a:lnTo>
                  <a:pt x="1466825" y="38777"/>
                </a:lnTo>
                <a:lnTo>
                  <a:pt x="1465675" y="38120"/>
                </a:lnTo>
                <a:lnTo>
                  <a:pt x="1464496" y="37502"/>
                </a:lnTo>
                <a:lnTo>
                  <a:pt x="1463289" y="36925"/>
                </a:lnTo>
                <a:lnTo>
                  <a:pt x="1462054" y="36387"/>
                </a:lnTo>
                <a:lnTo>
                  <a:pt x="1460790" y="35889"/>
                </a:lnTo>
                <a:lnTo>
                  <a:pt x="1459499" y="35431"/>
                </a:lnTo>
                <a:lnTo>
                  <a:pt x="1458179" y="35013"/>
                </a:lnTo>
                <a:lnTo>
                  <a:pt x="1456830" y="34635"/>
                </a:lnTo>
                <a:lnTo>
                  <a:pt x="1455454" y="34296"/>
                </a:lnTo>
                <a:lnTo>
                  <a:pt x="1454049" y="33997"/>
                </a:lnTo>
                <a:lnTo>
                  <a:pt x="1452616" y="33739"/>
                </a:lnTo>
                <a:lnTo>
                  <a:pt x="1451154" y="33519"/>
                </a:lnTo>
                <a:lnTo>
                  <a:pt x="1449665" y="33340"/>
                </a:lnTo>
                <a:lnTo>
                  <a:pt x="1448147" y="33201"/>
                </a:lnTo>
                <a:lnTo>
                  <a:pt x="1446600" y="33101"/>
                </a:lnTo>
                <a:lnTo>
                  <a:pt x="1445026" y="33042"/>
                </a:lnTo>
                <a:lnTo>
                  <a:pt x="1443423" y="33022"/>
                </a:lnTo>
                <a:lnTo>
                  <a:pt x="1442266" y="33031"/>
                </a:lnTo>
                <a:lnTo>
                  <a:pt x="1441124" y="33059"/>
                </a:lnTo>
                <a:lnTo>
                  <a:pt x="1439998" y="33107"/>
                </a:lnTo>
                <a:lnTo>
                  <a:pt x="1438887" y="33173"/>
                </a:lnTo>
                <a:lnTo>
                  <a:pt x="1437792" y="33258"/>
                </a:lnTo>
                <a:lnTo>
                  <a:pt x="1436711" y="33362"/>
                </a:lnTo>
                <a:lnTo>
                  <a:pt x="1435646" y="33485"/>
                </a:lnTo>
                <a:lnTo>
                  <a:pt x="1434596" y="33627"/>
                </a:lnTo>
                <a:lnTo>
                  <a:pt x="1433562" y="33788"/>
                </a:lnTo>
                <a:lnTo>
                  <a:pt x="1432543" y="33968"/>
                </a:lnTo>
                <a:lnTo>
                  <a:pt x="1431539" y="34166"/>
                </a:lnTo>
                <a:lnTo>
                  <a:pt x="1430550" y="34384"/>
                </a:lnTo>
                <a:lnTo>
                  <a:pt x="1429577" y="34620"/>
                </a:lnTo>
                <a:lnTo>
                  <a:pt x="1428619" y="34876"/>
                </a:lnTo>
                <a:lnTo>
                  <a:pt x="1427676" y="35150"/>
                </a:lnTo>
                <a:lnTo>
                  <a:pt x="1426749" y="35443"/>
                </a:lnTo>
                <a:lnTo>
                  <a:pt x="1425837" y="35756"/>
                </a:lnTo>
                <a:lnTo>
                  <a:pt x="1424940" y="36087"/>
                </a:lnTo>
                <a:lnTo>
                  <a:pt x="1424059" y="36437"/>
                </a:lnTo>
                <a:lnTo>
                  <a:pt x="1423192" y="36806"/>
                </a:lnTo>
                <a:lnTo>
                  <a:pt x="1422341" y="37193"/>
                </a:lnTo>
                <a:lnTo>
                  <a:pt x="1421506" y="37600"/>
                </a:lnTo>
                <a:lnTo>
                  <a:pt x="1420686" y="38026"/>
                </a:lnTo>
                <a:lnTo>
                  <a:pt x="1419881" y="38471"/>
                </a:lnTo>
                <a:lnTo>
                  <a:pt x="1419091" y="38933"/>
                </a:lnTo>
                <a:lnTo>
                  <a:pt x="1418318" y="39411"/>
                </a:lnTo>
                <a:lnTo>
                  <a:pt x="1417561" y="39905"/>
                </a:lnTo>
                <a:lnTo>
                  <a:pt x="1416820" y="40416"/>
                </a:lnTo>
                <a:lnTo>
                  <a:pt x="1416095" y="40942"/>
                </a:lnTo>
                <a:lnTo>
                  <a:pt x="1415386" y="41485"/>
                </a:lnTo>
                <a:lnTo>
                  <a:pt x="1414693" y="42044"/>
                </a:lnTo>
                <a:lnTo>
                  <a:pt x="1414016" y="42619"/>
                </a:lnTo>
                <a:lnTo>
                  <a:pt x="1413355" y="43210"/>
                </a:lnTo>
                <a:lnTo>
                  <a:pt x="1412711" y="43817"/>
                </a:lnTo>
                <a:lnTo>
                  <a:pt x="1412082" y="44440"/>
                </a:lnTo>
                <a:lnTo>
                  <a:pt x="1411469" y="45079"/>
                </a:lnTo>
                <a:lnTo>
                  <a:pt x="1410873" y="45735"/>
                </a:lnTo>
                <a:lnTo>
                  <a:pt x="1410293" y="46406"/>
                </a:lnTo>
                <a:lnTo>
                  <a:pt x="1409728" y="47094"/>
                </a:lnTo>
                <a:lnTo>
                  <a:pt x="1409180" y="47798"/>
                </a:lnTo>
                <a:lnTo>
                  <a:pt x="1408648" y="48518"/>
                </a:lnTo>
                <a:lnTo>
                  <a:pt x="1408132" y="49254"/>
                </a:lnTo>
                <a:lnTo>
                  <a:pt x="1407632" y="50006"/>
                </a:lnTo>
                <a:lnTo>
                  <a:pt x="1407148" y="50774"/>
                </a:lnTo>
                <a:lnTo>
                  <a:pt x="1406680" y="51558"/>
                </a:lnTo>
                <a:lnTo>
                  <a:pt x="1406228" y="52359"/>
                </a:lnTo>
                <a:lnTo>
                  <a:pt x="1405792" y="53175"/>
                </a:lnTo>
                <a:lnTo>
                  <a:pt x="1405372" y="54008"/>
                </a:lnTo>
                <a:lnTo>
                  <a:pt x="1404969" y="54855"/>
                </a:lnTo>
                <a:lnTo>
                  <a:pt x="1404583" y="55716"/>
                </a:lnTo>
                <a:lnTo>
                  <a:pt x="1404215" y="56590"/>
                </a:lnTo>
                <a:lnTo>
                  <a:pt x="1403863" y="57477"/>
                </a:lnTo>
                <a:lnTo>
                  <a:pt x="1403529" y="58378"/>
                </a:lnTo>
                <a:lnTo>
                  <a:pt x="1403211" y="59293"/>
                </a:lnTo>
                <a:lnTo>
                  <a:pt x="1402911" y="60221"/>
                </a:lnTo>
                <a:lnTo>
                  <a:pt x="1402628" y="61162"/>
                </a:lnTo>
                <a:lnTo>
                  <a:pt x="1402362" y="62117"/>
                </a:lnTo>
                <a:lnTo>
                  <a:pt x="1402113" y="63085"/>
                </a:lnTo>
                <a:lnTo>
                  <a:pt x="1401882" y="64067"/>
                </a:lnTo>
                <a:lnTo>
                  <a:pt x="1401667" y="65062"/>
                </a:lnTo>
                <a:lnTo>
                  <a:pt x="1401470" y="66071"/>
                </a:lnTo>
                <a:lnTo>
                  <a:pt x="1401290" y="67093"/>
                </a:lnTo>
                <a:lnTo>
                  <a:pt x="1401127" y="68128"/>
                </a:lnTo>
                <a:lnTo>
                  <a:pt x="1400981" y="69177"/>
                </a:lnTo>
                <a:lnTo>
                  <a:pt x="1400853" y="70240"/>
                </a:lnTo>
                <a:lnTo>
                  <a:pt x="1400741" y="71316"/>
                </a:lnTo>
                <a:lnTo>
                  <a:pt x="1400647" y="72405"/>
                </a:lnTo>
                <a:lnTo>
                  <a:pt x="1400570" y="73508"/>
                </a:lnTo>
                <a:lnTo>
                  <a:pt x="1400510" y="74624"/>
                </a:lnTo>
                <a:lnTo>
                  <a:pt x="1400467" y="75754"/>
                </a:lnTo>
                <a:lnTo>
                  <a:pt x="1400441" y="76897"/>
                </a:lnTo>
                <a:lnTo>
                  <a:pt x="1400433" y="78054"/>
                </a:lnTo>
                <a:lnTo>
                  <a:pt x="1400441" y="79247"/>
                </a:lnTo>
                <a:lnTo>
                  <a:pt x="1400468" y="80427"/>
                </a:lnTo>
                <a:lnTo>
                  <a:pt x="1400512" y="81592"/>
                </a:lnTo>
                <a:lnTo>
                  <a:pt x="1400573" y="82742"/>
                </a:lnTo>
                <a:lnTo>
                  <a:pt x="1400653" y="83878"/>
                </a:lnTo>
                <a:lnTo>
                  <a:pt x="1400750" y="85000"/>
                </a:lnTo>
                <a:lnTo>
                  <a:pt x="1400864" y="86108"/>
                </a:lnTo>
                <a:lnTo>
                  <a:pt x="1400996" y="87201"/>
                </a:lnTo>
                <a:lnTo>
                  <a:pt x="1401146" y="88279"/>
                </a:lnTo>
                <a:lnTo>
                  <a:pt x="1401313" y="89344"/>
                </a:lnTo>
                <a:lnTo>
                  <a:pt x="1401498" y="90393"/>
                </a:lnTo>
                <a:lnTo>
                  <a:pt x="1401701" y="91429"/>
                </a:lnTo>
                <a:lnTo>
                  <a:pt x="1401921" y="92450"/>
                </a:lnTo>
                <a:lnTo>
                  <a:pt x="1402159" y="93457"/>
                </a:lnTo>
                <a:lnTo>
                  <a:pt x="1402414" y="94449"/>
                </a:lnTo>
                <a:lnTo>
                  <a:pt x="1402687" y="95427"/>
                </a:lnTo>
                <a:lnTo>
                  <a:pt x="1402978" y="96391"/>
                </a:lnTo>
                <a:lnTo>
                  <a:pt x="1403286" y="97340"/>
                </a:lnTo>
                <a:lnTo>
                  <a:pt x="1403612" y="98275"/>
                </a:lnTo>
                <a:lnTo>
                  <a:pt x="1403956" y="99195"/>
                </a:lnTo>
                <a:lnTo>
                  <a:pt x="1404317" y="100102"/>
                </a:lnTo>
                <a:lnTo>
                  <a:pt x="1404696" y="100993"/>
                </a:lnTo>
                <a:lnTo>
                  <a:pt x="1405092" y="101871"/>
                </a:lnTo>
                <a:lnTo>
                  <a:pt x="1405506" y="102734"/>
                </a:lnTo>
                <a:lnTo>
                  <a:pt x="1405937" y="103581"/>
                </a:lnTo>
                <a:lnTo>
                  <a:pt x="1406385" y="104411"/>
                </a:lnTo>
                <a:lnTo>
                  <a:pt x="1406849" y="105225"/>
                </a:lnTo>
                <a:lnTo>
                  <a:pt x="1407331" y="106022"/>
                </a:lnTo>
                <a:lnTo>
                  <a:pt x="1407828" y="106802"/>
                </a:lnTo>
                <a:lnTo>
                  <a:pt x="1408343" y="107566"/>
                </a:lnTo>
                <a:lnTo>
                  <a:pt x="1408874" y="108312"/>
                </a:lnTo>
                <a:lnTo>
                  <a:pt x="1409422" y="109043"/>
                </a:lnTo>
                <a:lnTo>
                  <a:pt x="1409987" y="109756"/>
                </a:lnTo>
                <a:lnTo>
                  <a:pt x="1410568" y="110453"/>
                </a:lnTo>
                <a:lnTo>
                  <a:pt x="1411166" y="111132"/>
                </a:lnTo>
                <a:lnTo>
                  <a:pt x="1411781" y="111796"/>
                </a:lnTo>
                <a:lnTo>
                  <a:pt x="1412412" y="112442"/>
                </a:lnTo>
                <a:lnTo>
                  <a:pt x="1413060" y="113072"/>
                </a:lnTo>
                <a:lnTo>
                  <a:pt x="1413725" y="113685"/>
                </a:lnTo>
                <a:lnTo>
                  <a:pt x="1414407" y="114281"/>
                </a:lnTo>
                <a:lnTo>
                  <a:pt x="1415105" y="114861"/>
                </a:lnTo>
                <a:lnTo>
                  <a:pt x="1415820" y="115423"/>
                </a:lnTo>
                <a:lnTo>
                  <a:pt x="1416551" y="115969"/>
                </a:lnTo>
                <a:lnTo>
                  <a:pt x="1417299" y="116499"/>
                </a:lnTo>
                <a:lnTo>
                  <a:pt x="1418064" y="117011"/>
                </a:lnTo>
                <a:lnTo>
                  <a:pt x="1418846" y="117507"/>
                </a:lnTo>
                <a:lnTo>
                  <a:pt x="1419644" y="117986"/>
                </a:lnTo>
                <a:lnTo>
                  <a:pt x="1420459" y="118449"/>
                </a:lnTo>
                <a:lnTo>
                  <a:pt x="1421290" y="118894"/>
                </a:lnTo>
                <a:lnTo>
                  <a:pt x="1422138" y="119319"/>
                </a:lnTo>
                <a:lnTo>
                  <a:pt x="1423001" y="119726"/>
                </a:lnTo>
                <a:lnTo>
                  <a:pt x="1423881" y="120114"/>
                </a:lnTo>
                <a:lnTo>
                  <a:pt x="1424777" y="120483"/>
                </a:lnTo>
                <a:lnTo>
                  <a:pt x="1425688" y="120833"/>
                </a:lnTo>
                <a:lnTo>
                  <a:pt x="1426616" y="121164"/>
                </a:lnTo>
                <a:lnTo>
                  <a:pt x="1427560" y="121476"/>
                </a:lnTo>
                <a:lnTo>
                  <a:pt x="1428520" y="121769"/>
                </a:lnTo>
                <a:lnTo>
                  <a:pt x="1429496" y="122044"/>
                </a:lnTo>
                <a:lnTo>
                  <a:pt x="1430488" y="122299"/>
                </a:lnTo>
                <a:lnTo>
                  <a:pt x="1431496" y="122536"/>
                </a:lnTo>
                <a:lnTo>
                  <a:pt x="1432520" y="122753"/>
                </a:lnTo>
                <a:lnTo>
                  <a:pt x="1433560" y="122952"/>
                </a:lnTo>
                <a:lnTo>
                  <a:pt x="1434617" y="123132"/>
                </a:lnTo>
                <a:lnTo>
                  <a:pt x="1435689" y="123292"/>
                </a:lnTo>
                <a:lnTo>
                  <a:pt x="1436778" y="123434"/>
                </a:lnTo>
                <a:lnTo>
                  <a:pt x="1437882" y="123557"/>
                </a:lnTo>
                <a:lnTo>
                  <a:pt x="1439003" y="123661"/>
                </a:lnTo>
                <a:lnTo>
                  <a:pt x="1440140" y="123746"/>
                </a:lnTo>
                <a:lnTo>
                  <a:pt x="1441292" y="123813"/>
                </a:lnTo>
                <a:lnTo>
                  <a:pt x="1442461" y="123860"/>
                </a:lnTo>
                <a:lnTo>
                  <a:pt x="1443646" y="123888"/>
                </a:lnTo>
                <a:lnTo>
                  <a:pt x="1444847" y="123898"/>
                </a:lnTo>
                <a:lnTo>
                  <a:pt x="1445828" y="123892"/>
                </a:lnTo>
                <a:lnTo>
                  <a:pt x="1446799" y="123874"/>
                </a:lnTo>
                <a:lnTo>
                  <a:pt x="1447760" y="123845"/>
                </a:lnTo>
                <a:lnTo>
                  <a:pt x="1448710" y="123804"/>
                </a:lnTo>
                <a:lnTo>
                  <a:pt x="1449650" y="123751"/>
                </a:lnTo>
                <a:lnTo>
                  <a:pt x="1450580" y="123686"/>
                </a:lnTo>
                <a:close/>
                <a:moveTo>
                  <a:pt x="1424845" y="63734"/>
                </a:moveTo>
                <a:lnTo>
                  <a:pt x="1424995" y="63075"/>
                </a:lnTo>
                <a:lnTo>
                  <a:pt x="1425162" y="62431"/>
                </a:lnTo>
                <a:lnTo>
                  <a:pt x="1425344" y="61802"/>
                </a:lnTo>
                <a:lnTo>
                  <a:pt x="1425543" y="61188"/>
                </a:lnTo>
                <a:lnTo>
                  <a:pt x="1425758" y="60589"/>
                </a:lnTo>
                <a:lnTo>
                  <a:pt x="1425989" y="60005"/>
                </a:lnTo>
                <a:lnTo>
                  <a:pt x="1426236" y="59436"/>
                </a:lnTo>
                <a:lnTo>
                  <a:pt x="1426500" y="58882"/>
                </a:lnTo>
                <a:lnTo>
                  <a:pt x="1426779" y="58343"/>
                </a:lnTo>
                <a:lnTo>
                  <a:pt x="1427075" y="57819"/>
                </a:lnTo>
                <a:lnTo>
                  <a:pt x="1427388" y="57309"/>
                </a:lnTo>
                <a:lnTo>
                  <a:pt x="1427716" y="56815"/>
                </a:lnTo>
                <a:lnTo>
                  <a:pt x="1428061" y="56336"/>
                </a:lnTo>
                <a:lnTo>
                  <a:pt x="1428422" y="55871"/>
                </a:lnTo>
                <a:lnTo>
                  <a:pt x="1428799" y="55422"/>
                </a:lnTo>
                <a:lnTo>
                  <a:pt x="1429192" y="54988"/>
                </a:lnTo>
                <a:lnTo>
                  <a:pt x="1429602" y="54568"/>
                </a:lnTo>
                <a:lnTo>
                  <a:pt x="1430027" y="54164"/>
                </a:lnTo>
                <a:lnTo>
                  <a:pt x="1430466" y="53775"/>
                </a:lnTo>
                <a:lnTo>
                  <a:pt x="1430916" y="53403"/>
                </a:lnTo>
                <a:lnTo>
                  <a:pt x="1431376" y="53047"/>
                </a:lnTo>
                <a:lnTo>
                  <a:pt x="1431846" y="52708"/>
                </a:lnTo>
                <a:lnTo>
                  <a:pt x="1432326" y="52385"/>
                </a:lnTo>
                <a:lnTo>
                  <a:pt x="1432817" y="52079"/>
                </a:lnTo>
                <a:lnTo>
                  <a:pt x="1433318" y="51790"/>
                </a:lnTo>
                <a:lnTo>
                  <a:pt x="1433830" y="51517"/>
                </a:lnTo>
                <a:lnTo>
                  <a:pt x="1434352" y="51260"/>
                </a:lnTo>
                <a:lnTo>
                  <a:pt x="1434884" y="51020"/>
                </a:lnTo>
                <a:lnTo>
                  <a:pt x="1435427" y="50797"/>
                </a:lnTo>
                <a:lnTo>
                  <a:pt x="1435980" y="50590"/>
                </a:lnTo>
                <a:lnTo>
                  <a:pt x="1436543" y="50400"/>
                </a:lnTo>
                <a:lnTo>
                  <a:pt x="1437117" y="50226"/>
                </a:lnTo>
                <a:lnTo>
                  <a:pt x="1437701" y="50069"/>
                </a:lnTo>
                <a:lnTo>
                  <a:pt x="1438295" y="49928"/>
                </a:lnTo>
                <a:lnTo>
                  <a:pt x="1438900" y="49804"/>
                </a:lnTo>
                <a:lnTo>
                  <a:pt x="1439515" y="49697"/>
                </a:lnTo>
                <a:lnTo>
                  <a:pt x="1440140" y="49606"/>
                </a:lnTo>
                <a:lnTo>
                  <a:pt x="1440776" y="49531"/>
                </a:lnTo>
                <a:lnTo>
                  <a:pt x="1441422" y="49473"/>
                </a:lnTo>
                <a:lnTo>
                  <a:pt x="1442079" y="49432"/>
                </a:lnTo>
                <a:lnTo>
                  <a:pt x="1442746" y="49407"/>
                </a:lnTo>
                <a:lnTo>
                  <a:pt x="1443423" y="49399"/>
                </a:lnTo>
                <a:lnTo>
                  <a:pt x="1444085" y="49407"/>
                </a:lnTo>
                <a:lnTo>
                  <a:pt x="1444738" y="49431"/>
                </a:lnTo>
                <a:lnTo>
                  <a:pt x="1445380" y="49471"/>
                </a:lnTo>
                <a:lnTo>
                  <a:pt x="1446013" y="49527"/>
                </a:lnTo>
                <a:lnTo>
                  <a:pt x="1446635" y="49600"/>
                </a:lnTo>
                <a:lnTo>
                  <a:pt x="1447247" y="49688"/>
                </a:lnTo>
                <a:lnTo>
                  <a:pt x="1447850" y="49793"/>
                </a:lnTo>
                <a:lnTo>
                  <a:pt x="1448442" y="49913"/>
                </a:lnTo>
                <a:lnTo>
                  <a:pt x="1449024" y="50050"/>
                </a:lnTo>
                <a:lnTo>
                  <a:pt x="1449596" y="50202"/>
                </a:lnTo>
                <a:lnTo>
                  <a:pt x="1450158" y="50371"/>
                </a:lnTo>
                <a:lnTo>
                  <a:pt x="1450710" y="50556"/>
                </a:lnTo>
                <a:lnTo>
                  <a:pt x="1451252" y="50757"/>
                </a:lnTo>
                <a:lnTo>
                  <a:pt x="1451784" y="50974"/>
                </a:lnTo>
                <a:lnTo>
                  <a:pt x="1452306" y="51207"/>
                </a:lnTo>
                <a:lnTo>
                  <a:pt x="1452818" y="51456"/>
                </a:lnTo>
                <a:lnTo>
                  <a:pt x="1453320" y="51721"/>
                </a:lnTo>
                <a:lnTo>
                  <a:pt x="1453812" y="52002"/>
                </a:lnTo>
                <a:lnTo>
                  <a:pt x="1454293" y="52300"/>
                </a:lnTo>
                <a:lnTo>
                  <a:pt x="1454765" y="52613"/>
                </a:lnTo>
                <a:lnTo>
                  <a:pt x="1455227" y="52942"/>
                </a:lnTo>
                <a:lnTo>
                  <a:pt x="1455678" y="53288"/>
                </a:lnTo>
                <a:lnTo>
                  <a:pt x="1456120" y="53650"/>
                </a:lnTo>
                <a:lnTo>
                  <a:pt x="1456551" y="54027"/>
                </a:lnTo>
                <a:lnTo>
                  <a:pt x="1456970" y="54421"/>
                </a:lnTo>
                <a:lnTo>
                  <a:pt x="1457371" y="54831"/>
                </a:lnTo>
                <a:lnTo>
                  <a:pt x="1457755" y="55258"/>
                </a:lnTo>
                <a:lnTo>
                  <a:pt x="1458123" y="55701"/>
                </a:lnTo>
                <a:lnTo>
                  <a:pt x="1458473" y="56161"/>
                </a:lnTo>
                <a:lnTo>
                  <a:pt x="1458807" y="56636"/>
                </a:lnTo>
                <a:lnTo>
                  <a:pt x="1459124" y="57128"/>
                </a:lnTo>
                <a:lnTo>
                  <a:pt x="1459424" y="57637"/>
                </a:lnTo>
                <a:lnTo>
                  <a:pt x="1459708" y="58162"/>
                </a:lnTo>
                <a:lnTo>
                  <a:pt x="1459974" y="58703"/>
                </a:lnTo>
                <a:lnTo>
                  <a:pt x="1460224" y="59261"/>
                </a:lnTo>
                <a:lnTo>
                  <a:pt x="1460457" y="59835"/>
                </a:lnTo>
                <a:lnTo>
                  <a:pt x="1460673" y="60425"/>
                </a:lnTo>
                <a:lnTo>
                  <a:pt x="1460872" y="61032"/>
                </a:lnTo>
                <a:lnTo>
                  <a:pt x="1461054" y="61655"/>
                </a:lnTo>
                <a:lnTo>
                  <a:pt x="1461219" y="62295"/>
                </a:lnTo>
                <a:lnTo>
                  <a:pt x="1461368" y="62951"/>
                </a:lnTo>
                <a:lnTo>
                  <a:pt x="1461500" y="63623"/>
                </a:lnTo>
                <a:lnTo>
                  <a:pt x="1461615" y="64312"/>
                </a:lnTo>
                <a:lnTo>
                  <a:pt x="1461713" y="65017"/>
                </a:lnTo>
                <a:lnTo>
                  <a:pt x="1461794" y="65739"/>
                </a:lnTo>
                <a:lnTo>
                  <a:pt x="1461858" y="66477"/>
                </a:lnTo>
                <a:lnTo>
                  <a:pt x="1461906" y="67231"/>
                </a:lnTo>
                <a:lnTo>
                  <a:pt x="1461936" y="68001"/>
                </a:lnTo>
                <a:lnTo>
                  <a:pt x="1424286" y="68001"/>
                </a:lnTo>
                <a:lnTo>
                  <a:pt x="1424339" y="67253"/>
                </a:lnTo>
                <a:lnTo>
                  <a:pt x="1424408" y="66519"/>
                </a:lnTo>
                <a:lnTo>
                  <a:pt x="1424493" y="65800"/>
                </a:lnTo>
                <a:lnTo>
                  <a:pt x="1424594" y="65097"/>
                </a:lnTo>
                <a:lnTo>
                  <a:pt x="1424712" y="64408"/>
                </a:lnTo>
                <a:lnTo>
                  <a:pt x="1424845" y="63734"/>
                </a:lnTo>
                <a:close/>
                <a:moveTo>
                  <a:pt x="1844811" y="123751"/>
                </a:moveTo>
                <a:lnTo>
                  <a:pt x="1845740" y="123686"/>
                </a:lnTo>
                <a:lnTo>
                  <a:pt x="1846660" y="123610"/>
                </a:lnTo>
                <a:lnTo>
                  <a:pt x="1847568" y="123522"/>
                </a:lnTo>
                <a:lnTo>
                  <a:pt x="1848467" y="123422"/>
                </a:lnTo>
                <a:lnTo>
                  <a:pt x="1849355" y="123311"/>
                </a:lnTo>
                <a:lnTo>
                  <a:pt x="1850233" y="123187"/>
                </a:lnTo>
                <a:lnTo>
                  <a:pt x="1851100" y="123052"/>
                </a:lnTo>
                <a:lnTo>
                  <a:pt x="1851957" y="122905"/>
                </a:lnTo>
                <a:lnTo>
                  <a:pt x="1852804" y="122747"/>
                </a:lnTo>
                <a:lnTo>
                  <a:pt x="1853641" y="122577"/>
                </a:lnTo>
                <a:lnTo>
                  <a:pt x="1854467" y="122395"/>
                </a:lnTo>
                <a:lnTo>
                  <a:pt x="1855282" y="122201"/>
                </a:lnTo>
                <a:lnTo>
                  <a:pt x="1856088" y="121995"/>
                </a:lnTo>
                <a:lnTo>
                  <a:pt x="1856882" y="121778"/>
                </a:lnTo>
                <a:lnTo>
                  <a:pt x="1857667" y="121549"/>
                </a:lnTo>
                <a:lnTo>
                  <a:pt x="1858441" y="121308"/>
                </a:lnTo>
                <a:lnTo>
                  <a:pt x="1859205" y="121056"/>
                </a:lnTo>
                <a:lnTo>
                  <a:pt x="1859959" y="120792"/>
                </a:lnTo>
                <a:lnTo>
                  <a:pt x="1860702" y="120516"/>
                </a:lnTo>
                <a:lnTo>
                  <a:pt x="1861433" y="120228"/>
                </a:lnTo>
                <a:lnTo>
                  <a:pt x="1862152" y="119928"/>
                </a:lnTo>
                <a:lnTo>
                  <a:pt x="1862858" y="119616"/>
                </a:lnTo>
                <a:lnTo>
                  <a:pt x="1863550" y="119292"/>
                </a:lnTo>
                <a:lnTo>
                  <a:pt x="1864230" y="118956"/>
                </a:lnTo>
                <a:lnTo>
                  <a:pt x="1864896" y="118607"/>
                </a:lnTo>
                <a:lnTo>
                  <a:pt x="1865550" y="118247"/>
                </a:lnTo>
                <a:lnTo>
                  <a:pt x="1866191" y="117875"/>
                </a:lnTo>
                <a:lnTo>
                  <a:pt x="1866818" y="117491"/>
                </a:lnTo>
                <a:lnTo>
                  <a:pt x="1867433" y="117094"/>
                </a:lnTo>
                <a:lnTo>
                  <a:pt x="1868035" y="116686"/>
                </a:lnTo>
                <a:lnTo>
                  <a:pt x="1868624" y="116265"/>
                </a:lnTo>
                <a:lnTo>
                  <a:pt x="1869199" y="115833"/>
                </a:lnTo>
                <a:lnTo>
                  <a:pt x="1869762" y="115388"/>
                </a:lnTo>
                <a:lnTo>
                  <a:pt x="1870312" y="114932"/>
                </a:lnTo>
                <a:lnTo>
                  <a:pt x="1870849" y="114463"/>
                </a:lnTo>
                <a:lnTo>
                  <a:pt x="1871373" y="113982"/>
                </a:lnTo>
                <a:lnTo>
                  <a:pt x="1871883" y="113490"/>
                </a:lnTo>
                <a:lnTo>
                  <a:pt x="1872381" y="112985"/>
                </a:lnTo>
                <a:lnTo>
                  <a:pt x="1872866" y="112468"/>
                </a:lnTo>
                <a:lnTo>
                  <a:pt x="1873338" y="111939"/>
                </a:lnTo>
                <a:lnTo>
                  <a:pt x="1873797" y="111398"/>
                </a:lnTo>
                <a:lnTo>
                  <a:pt x="1874243" y="110845"/>
                </a:lnTo>
                <a:lnTo>
                  <a:pt x="1874676" y="110280"/>
                </a:lnTo>
                <a:lnTo>
                  <a:pt x="1875094" y="109703"/>
                </a:lnTo>
                <a:lnTo>
                  <a:pt x="1875497" y="109114"/>
                </a:lnTo>
                <a:lnTo>
                  <a:pt x="1875883" y="108513"/>
                </a:lnTo>
                <a:lnTo>
                  <a:pt x="1876252" y="107900"/>
                </a:lnTo>
                <a:lnTo>
                  <a:pt x="1876606" y="107275"/>
                </a:lnTo>
                <a:lnTo>
                  <a:pt x="1876943" y="106639"/>
                </a:lnTo>
                <a:lnTo>
                  <a:pt x="1877264" y="105990"/>
                </a:lnTo>
                <a:lnTo>
                  <a:pt x="1877569" y="105330"/>
                </a:lnTo>
                <a:lnTo>
                  <a:pt x="1877857" y="104658"/>
                </a:lnTo>
                <a:lnTo>
                  <a:pt x="1878130" y="103974"/>
                </a:lnTo>
                <a:lnTo>
                  <a:pt x="1878386" y="103277"/>
                </a:lnTo>
                <a:lnTo>
                  <a:pt x="1878626" y="102569"/>
                </a:lnTo>
                <a:lnTo>
                  <a:pt x="1878849" y="101850"/>
                </a:lnTo>
                <a:lnTo>
                  <a:pt x="1879057" y="101118"/>
                </a:lnTo>
                <a:lnTo>
                  <a:pt x="1879248" y="100374"/>
                </a:lnTo>
                <a:lnTo>
                  <a:pt x="1879423" y="99619"/>
                </a:lnTo>
                <a:lnTo>
                  <a:pt x="1879582" y="98851"/>
                </a:lnTo>
                <a:lnTo>
                  <a:pt x="1879724" y="98072"/>
                </a:lnTo>
                <a:lnTo>
                  <a:pt x="1879851" y="97281"/>
                </a:lnTo>
                <a:lnTo>
                  <a:pt x="1879961" y="96477"/>
                </a:lnTo>
                <a:lnTo>
                  <a:pt x="1880055" y="95662"/>
                </a:lnTo>
                <a:lnTo>
                  <a:pt x="1880132" y="94835"/>
                </a:lnTo>
                <a:lnTo>
                  <a:pt x="1880194" y="93997"/>
                </a:lnTo>
                <a:lnTo>
                  <a:pt x="1880239" y="93146"/>
                </a:lnTo>
                <a:lnTo>
                  <a:pt x="1857008" y="93146"/>
                </a:lnTo>
                <a:lnTo>
                  <a:pt x="1856993" y="93706"/>
                </a:lnTo>
                <a:lnTo>
                  <a:pt x="1856962" y="94254"/>
                </a:lnTo>
                <a:lnTo>
                  <a:pt x="1856915" y="94790"/>
                </a:lnTo>
                <a:lnTo>
                  <a:pt x="1856852" y="95315"/>
                </a:lnTo>
                <a:lnTo>
                  <a:pt x="1856774" y="95828"/>
                </a:lnTo>
                <a:lnTo>
                  <a:pt x="1856680" y="96330"/>
                </a:lnTo>
                <a:lnTo>
                  <a:pt x="1856570" y="96820"/>
                </a:lnTo>
                <a:lnTo>
                  <a:pt x="1856444" y="97298"/>
                </a:lnTo>
                <a:lnTo>
                  <a:pt x="1856303" y="97765"/>
                </a:lnTo>
                <a:lnTo>
                  <a:pt x="1856146" y="98220"/>
                </a:lnTo>
                <a:lnTo>
                  <a:pt x="1855973" y="98664"/>
                </a:lnTo>
                <a:lnTo>
                  <a:pt x="1855784" y="99095"/>
                </a:lnTo>
                <a:lnTo>
                  <a:pt x="1855580" y="99516"/>
                </a:lnTo>
                <a:lnTo>
                  <a:pt x="1855360" y="99924"/>
                </a:lnTo>
                <a:lnTo>
                  <a:pt x="1855124" y="100321"/>
                </a:lnTo>
                <a:lnTo>
                  <a:pt x="1854872" y="100707"/>
                </a:lnTo>
                <a:lnTo>
                  <a:pt x="1854605" y="101080"/>
                </a:lnTo>
                <a:lnTo>
                  <a:pt x="1854321" y="101442"/>
                </a:lnTo>
                <a:lnTo>
                  <a:pt x="1854022" y="101793"/>
                </a:lnTo>
                <a:lnTo>
                  <a:pt x="1853708" y="102132"/>
                </a:lnTo>
                <a:lnTo>
                  <a:pt x="1853377" y="102459"/>
                </a:lnTo>
                <a:lnTo>
                  <a:pt x="1853031" y="102774"/>
                </a:lnTo>
                <a:lnTo>
                  <a:pt x="1852669" y="103078"/>
                </a:lnTo>
                <a:lnTo>
                  <a:pt x="1852291" y="103371"/>
                </a:lnTo>
                <a:lnTo>
                  <a:pt x="1851900" y="103651"/>
                </a:lnTo>
                <a:lnTo>
                  <a:pt x="1851498" y="103920"/>
                </a:lnTo>
                <a:lnTo>
                  <a:pt x="1851086" y="104176"/>
                </a:lnTo>
                <a:lnTo>
                  <a:pt x="1850664" y="104421"/>
                </a:lnTo>
                <a:lnTo>
                  <a:pt x="1850231" y="104654"/>
                </a:lnTo>
                <a:lnTo>
                  <a:pt x="1849787" y="104875"/>
                </a:lnTo>
                <a:lnTo>
                  <a:pt x="1849333" y="105084"/>
                </a:lnTo>
                <a:lnTo>
                  <a:pt x="1848869" y="105280"/>
                </a:lnTo>
                <a:lnTo>
                  <a:pt x="1848394" y="105466"/>
                </a:lnTo>
                <a:lnTo>
                  <a:pt x="1847908" y="105639"/>
                </a:lnTo>
                <a:lnTo>
                  <a:pt x="1847412" y="105800"/>
                </a:lnTo>
                <a:lnTo>
                  <a:pt x="1846906" y="105949"/>
                </a:lnTo>
                <a:lnTo>
                  <a:pt x="1846389" y="106086"/>
                </a:lnTo>
                <a:lnTo>
                  <a:pt x="1845861" y="106212"/>
                </a:lnTo>
                <a:lnTo>
                  <a:pt x="1845323" y="106325"/>
                </a:lnTo>
                <a:lnTo>
                  <a:pt x="1844775" y="106426"/>
                </a:lnTo>
                <a:lnTo>
                  <a:pt x="1844216" y="106516"/>
                </a:lnTo>
                <a:lnTo>
                  <a:pt x="1843646" y="106594"/>
                </a:lnTo>
                <a:lnTo>
                  <a:pt x="1843066" y="106659"/>
                </a:lnTo>
                <a:lnTo>
                  <a:pt x="1842475" y="106713"/>
                </a:lnTo>
                <a:lnTo>
                  <a:pt x="1841874" y="106755"/>
                </a:lnTo>
                <a:lnTo>
                  <a:pt x="1841263" y="106785"/>
                </a:lnTo>
                <a:lnTo>
                  <a:pt x="1840640" y="106802"/>
                </a:lnTo>
                <a:lnTo>
                  <a:pt x="1840008" y="106808"/>
                </a:lnTo>
                <a:lnTo>
                  <a:pt x="1839397" y="106803"/>
                </a:lnTo>
                <a:lnTo>
                  <a:pt x="1838796" y="106785"/>
                </a:lnTo>
                <a:lnTo>
                  <a:pt x="1838205" y="106757"/>
                </a:lnTo>
                <a:lnTo>
                  <a:pt x="1837624" y="106716"/>
                </a:lnTo>
                <a:lnTo>
                  <a:pt x="1837053" y="106664"/>
                </a:lnTo>
                <a:lnTo>
                  <a:pt x="1836492" y="106601"/>
                </a:lnTo>
                <a:lnTo>
                  <a:pt x="1835941" y="106526"/>
                </a:lnTo>
                <a:lnTo>
                  <a:pt x="1835399" y="106439"/>
                </a:lnTo>
                <a:lnTo>
                  <a:pt x="1834868" y="106341"/>
                </a:lnTo>
                <a:lnTo>
                  <a:pt x="1834346" y="106232"/>
                </a:lnTo>
                <a:lnTo>
                  <a:pt x="1833834" y="106111"/>
                </a:lnTo>
                <a:lnTo>
                  <a:pt x="1833332" y="105978"/>
                </a:lnTo>
                <a:lnTo>
                  <a:pt x="1832840" y="105834"/>
                </a:lnTo>
                <a:lnTo>
                  <a:pt x="1832358" y="105678"/>
                </a:lnTo>
                <a:lnTo>
                  <a:pt x="1831886" y="105511"/>
                </a:lnTo>
                <a:lnTo>
                  <a:pt x="1831424" y="105332"/>
                </a:lnTo>
                <a:lnTo>
                  <a:pt x="1830971" y="105142"/>
                </a:lnTo>
                <a:lnTo>
                  <a:pt x="1830529" y="104940"/>
                </a:lnTo>
                <a:lnTo>
                  <a:pt x="1830096" y="104727"/>
                </a:lnTo>
                <a:lnTo>
                  <a:pt x="1829673" y="104502"/>
                </a:lnTo>
                <a:lnTo>
                  <a:pt x="1829260" y="104266"/>
                </a:lnTo>
                <a:lnTo>
                  <a:pt x="1828857" y="104018"/>
                </a:lnTo>
                <a:lnTo>
                  <a:pt x="1828464" y="103758"/>
                </a:lnTo>
                <a:lnTo>
                  <a:pt x="1828081" y="103487"/>
                </a:lnTo>
                <a:lnTo>
                  <a:pt x="1827707" y="103207"/>
                </a:lnTo>
                <a:lnTo>
                  <a:pt x="1827341" y="102919"/>
                </a:lnTo>
                <a:lnTo>
                  <a:pt x="1826984" y="102623"/>
                </a:lnTo>
                <a:lnTo>
                  <a:pt x="1826636" y="102320"/>
                </a:lnTo>
                <a:lnTo>
                  <a:pt x="1826296" y="102010"/>
                </a:lnTo>
                <a:lnTo>
                  <a:pt x="1825964" y="101692"/>
                </a:lnTo>
                <a:lnTo>
                  <a:pt x="1825641" y="101366"/>
                </a:lnTo>
                <a:lnTo>
                  <a:pt x="1825327" y="101034"/>
                </a:lnTo>
                <a:lnTo>
                  <a:pt x="1825021" y="100694"/>
                </a:lnTo>
                <a:lnTo>
                  <a:pt x="1824723" y="100346"/>
                </a:lnTo>
                <a:lnTo>
                  <a:pt x="1824434" y="99991"/>
                </a:lnTo>
                <a:lnTo>
                  <a:pt x="1824153" y="99629"/>
                </a:lnTo>
                <a:lnTo>
                  <a:pt x="1823881" y="99259"/>
                </a:lnTo>
                <a:lnTo>
                  <a:pt x="1823618" y="98882"/>
                </a:lnTo>
                <a:lnTo>
                  <a:pt x="1823363" y="98497"/>
                </a:lnTo>
                <a:lnTo>
                  <a:pt x="1823116" y="98105"/>
                </a:lnTo>
                <a:lnTo>
                  <a:pt x="1822878" y="97705"/>
                </a:lnTo>
                <a:lnTo>
                  <a:pt x="1822649" y="97298"/>
                </a:lnTo>
                <a:lnTo>
                  <a:pt x="1822428" y="96884"/>
                </a:lnTo>
                <a:lnTo>
                  <a:pt x="1822215" y="96462"/>
                </a:lnTo>
                <a:lnTo>
                  <a:pt x="1822011" y="96033"/>
                </a:lnTo>
                <a:lnTo>
                  <a:pt x="1821815" y="95596"/>
                </a:lnTo>
                <a:lnTo>
                  <a:pt x="1821628" y="95152"/>
                </a:lnTo>
                <a:lnTo>
                  <a:pt x="1821450" y="94701"/>
                </a:lnTo>
                <a:lnTo>
                  <a:pt x="1821279" y="94244"/>
                </a:lnTo>
                <a:lnTo>
                  <a:pt x="1821115" y="93785"/>
                </a:lnTo>
                <a:lnTo>
                  <a:pt x="1820957" y="93322"/>
                </a:lnTo>
                <a:lnTo>
                  <a:pt x="1820806" y="92857"/>
                </a:lnTo>
                <a:lnTo>
                  <a:pt x="1820661" y="92389"/>
                </a:lnTo>
                <a:lnTo>
                  <a:pt x="1820524" y="91918"/>
                </a:lnTo>
                <a:lnTo>
                  <a:pt x="1820393" y="91444"/>
                </a:lnTo>
                <a:lnTo>
                  <a:pt x="1820268" y="90968"/>
                </a:lnTo>
                <a:lnTo>
                  <a:pt x="1820150" y="90488"/>
                </a:lnTo>
                <a:lnTo>
                  <a:pt x="1820039" y="90006"/>
                </a:lnTo>
                <a:lnTo>
                  <a:pt x="1819935" y="89521"/>
                </a:lnTo>
                <a:lnTo>
                  <a:pt x="1819837" y="89033"/>
                </a:lnTo>
                <a:lnTo>
                  <a:pt x="1819745" y="88542"/>
                </a:lnTo>
                <a:lnTo>
                  <a:pt x="1819661" y="88048"/>
                </a:lnTo>
                <a:lnTo>
                  <a:pt x="1819583" y="87552"/>
                </a:lnTo>
                <a:lnTo>
                  <a:pt x="1819511" y="87052"/>
                </a:lnTo>
                <a:lnTo>
                  <a:pt x="1819447" y="86550"/>
                </a:lnTo>
                <a:lnTo>
                  <a:pt x="1819389" y="86045"/>
                </a:lnTo>
                <a:lnTo>
                  <a:pt x="1819337" y="85537"/>
                </a:lnTo>
                <a:lnTo>
                  <a:pt x="1819293" y="85026"/>
                </a:lnTo>
                <a:lnTo>
                  <a:pt x="1819255" y="84513"/>
                </a:lnTo>
                <a:lnTo>
                  <a:pt x="1819223" y="83996"/>
                </a:lnTo>
                <a:lnTo>
                  <a:pt x="1819198" y="83477"/>
                </a:lnTo>
                <a:lnTo>
                  <a:pt x="1819180" y="82955"/>
                </a:lnTo>
                <a:lnTo>
                  <a:pt x="1880150" y="82955"/>
                </a:lnTo>
                <a:lnTo>
                  <a:pt x="1880165" y="82871"/>
                </a:lnTo>
                <a:lnTo>
                  <a:pt x="1880179" y="82784"/>
                </a:lnTo>
                <a:lnTo>
                  <a:pt x="1880193" y="82694"/>
                </a:lnTo>
                <a:lnTo>
                  <a:pt x="1880207" y="82601"/>
                </a:lnTo>
                <a:lnTo>
                  <a:pt x="1880220" y="82505"/>
                </a:lnTo>
                <a:lnTo>
                  <a:pt x="1880233" y="82406"/>
                </a:lnTo>
                <a:lnTo>
                  <a:pt x="1880246" y="82304"/>
                </a:lnTo>
                <a:lnTo>
                  <a:pt x="1880259" y="82200"/>
                </a:lnTo>
                <a:lnTo>
                  <a:pt x="1880271" y="82092"/>
                </a:lnTo>
                <a:lnTo>
                  <a:pt x="1880283" y="81981"/>
                </a:lnTo>
                <a:lnTo>
                  <a:pt x="1880294" y="81867"/>
                </a:lnTo>
                <a:lnTo>
                  <a:pt x="1880306" y="81751"/>
                </a:lnTo>
                <a:lnTo>
                  <a:pt x="1880317" y="81631"/>
                </a:lnTo>
                <a:lnTo>
                  <a:pt x="1880327" y="81509"/>
                </a:lnTo>
                <a:lnTo>
                  <a:pt x="1880338" y="81383"/>
                </a:lnTo>
                <a:lnTo>
                  <a:pt x="1880348" y="81255"/>
                </a:lnTo>
                <a:lnTo>
                  <a:pt x="1880358" y="81123"/>
                </a:lnTo>
                <a:lnTo>
                  <a:pt x="1880367" y="80989"/>
                </a:lnTo>
                <a:lnTo>
                  <a:pt x="1880376" y="80852"/>
                </a:lnTo>
                <a:lnTo>
                  <a:pt x="1880385" y="80711"/>
                </a:lnTo>
                <a:lnTo>
                  <a:pt x="1880393" y="80568"/>
                </a:lnTo>
                <a:lnTo>
                  <a:pt x="1880402" y="80422"/>
                </a:lnTo>
                <a:lnTo>
                  <a:pt x="1880409" y="80272"/>
                </a:lnTo>
                <a:lnTo>
                  <a:pt x="1880417" y="80120"/>
                </a:lnTo>
                <a:lnTo>
                  <a:pt x="1880424" y="79968"/>
                </a:lnTo>
                <a:lnTo>
                  <a:pt x="1880431" y="79818"/>
                </a:lnTo>
                <a:lnTo>
                  <a:pt x="1880438" y="79671"/>
                </a:lnTo>
                <a:lnTo>
                  <a:pt x="1880444" y="79527"/>
                </a:lnTo>
                <a:lnTo>
                  <a:pt x="1880450" y="79385"/>
                </a:lnTo>
                <a:lnTo>
                  <a:pt x="1880456" y="79246"/>
                </a:lnTo>
                <a:lnTo>
                  <a:pt x="1880461" y="79110"/>
                </a:lnTo>
                <a:lnTo>
                  <a:pt x="1880466" y="78976"/>
                </a:lnTo>
                <a:lnTo>
                  <a:pt x="1880471" y="78845"/>
                </a:lnTo>
                <a:lnTo>
                  <a:pt x="1880476" y="78716"/>
                </a:lnTo>
                <a:lnTo>
                  <a:pt x="1880480" y="78590"/>
                </a:lnTo>
                <a:lnTo>
                  <a:pt x="1880484" y="78467"/>
                </a:lnTo>
                <a:lnTo>
                  <a:pt x="1880487" y="78347"/>
                </a:lnTo>
                <a:lnTo>
                  <a:pt x="1880491" y="78229"/>
                </a:lnTo>
                <a:lnTo>
                  <a:pt x="1880494" y="78114"/>
                </a:lnTo>
                <a:lnTo>
                  <a:pt x="1880496" y="78001"/>
                </a:lnTo>
                <a:lnTo>
                  <a:pt x="1880498" y="77892"/>
                </a:lnTo>
                <a:lnTo>
                  <a:pt x="1880500" y="77784"/>
                </a:lnTo>
                <a:lnTo>
                  <a:pt x="1880502" y="77680"/>
                </a:lnTo>
                <a:lnTo>
                  <a:pt x="1880504" y="77578"/>
                </a:lnTo>
                <a:lnTo>
                  <a:pt x="1880505" y="77479"/>
                </a:lnTo>
                <a:lnTo>
                  <a:pt x="1880505" y="77382"/>
                </a:lnTo>
                <a:lnTo>
                  <a:pt x="1880506" y="77288"/>
                </a:lnTo>
                <a:lnTo>
                  <a:pt x="1880506" y="77197"/>
                </a:lnTo>
                <a:lnTo>
                  <a:pt x="1880486" y="75444"/>
                </a:lnTo>
                <a:lnTo>
                  <a:pt x="1880428" y="73726"/>
                </a:lnTo>
                <a:lnTo>
                  <a:pt x="1880330" y="72041"/>
                </a:lnTo>
                <a:lnTo>
                  <a:pt x="1880193" y="70390"/>
                </a:lnTo>
                <a:lnTo>
                  <a:pt x="1880017" y="68773"/>
                </a:lnTo>
                <a:lnTo>
                  <a:pt x="1879802" y="67190"/>
                </a:lnTo>
                <a:lnTo>
                  <a:pt x="1879548" y="65641"/>
                </a:lnTo>
                <a:lnTo>
                  <a:pt x="1879255" y="64126"/>
                </a:lnTo>
                <a:lnTo>
                  <a:pt x="1878923" y="62645"/>
                </a:lnTo>
                <a:lnTo>
                  <a:pt x="1878551" y="61197"/>
                </a:lnTo>
                <a:lnTo>
                  <a:pt x="1878141" y="59784"/>
                </a:lnTo>
                <a:lnTo>
                  <a:pt x="1877691" y="58404"/>
                </a:lnTo>
                <a:lnTo>
                  <a:pt x="1877202" y="57058"/>
                </a:lnTo>
                <a:lnTo>
                  <a:pt x="1876675" y="55746"/>
                </a:lnTo>
                <a:lnTo>
                  <a:pt x="1876108" y="54468"/>
                </a:lnTo>
                <a:lnTo>
                  <a:pt x="1875502" y="53224"/>
                </a:lnTo>
                <a:lnTo>
                  <a:pt x="1874857" y="52014"/>
                </a:lnTo>
                <a:lnTo>
                  <a:pt x="1874173" y="50838"/>
                </a:lnTo>
                <a:lnTo>
                  <a:pt x="1873449" y="49696"/>
                </a:lnTo>
                <a:lnTo>
                  <a:pt x="1872687" y="48587"/>
                </a:lnTo>
                <a:lnTo>
                  <a:pt x="1871886" y="47513"/>
                </a:lnTo>
                <a:lnTo>
                  <a:pt x="1871045" y="46472"/>
                </a:lnTo>
                <a:lnTo>
                  <a:pt x="1870165" y="45465"/>
                </a:lnTo>
                <a:lnTo>
                  <a:pt x="1869247" y="44492"/>
                </a:lnTo>
                <a:lnTo>
                  <a:pt x="1868294" y="43556"/>
                </a:lnTo>
                <a:lnTo>
                  <a:pt x="1867314" y="42660"/>
                </a:lnTo>
                <a:lnTo>
                  <a:pt x="1866305" y="41804"/>
                </a:lnTo>
                <a:lnTo>
                  <a:pt x="1865267" y="40987"/>
                </a:lnTo>
                <a:lnTo>
                  <a:pt x="1864202" y="40211"/>
                </a:lnTo>
                <a:lnTo>
                  <a:pt x="1863108" y="39474"/>
                </a:lnTo>
                <a:lnTo>
                  <a:pt x="1861986" y="38777"/>
                </a:lnTo>
                <a:lnTo>
                  <a:pt x="1860835" y="38120"/>
                </a:lnTo>
                <a:lnTo>
                  <a:pt x="1859657" y="37502"/>
                </a:lnTo>
                <a:lnTo>
                  <a:pt x="1858450" y="36925"/>
                </a:lnTo>
                <a:lnTo>
                  <a:pt x="1857215" y="36387"/>
                </a:lnTo>
                <a:lnTo>
                  <a:pt x="1855951" y="35889"/>
                </a:lnTo>
                <a:lnTo>
                  <a:pt x="1854659" y="35431"/>
                </a:lnTo>
                <a:lnTo>
                  <a:pt x="1853339" y="35013"/>
                </a:lnTo>
                <a:lnTo>
                  <a:pt x="1851991" y="34635"/>
                </a:lnTo>
                <a:lnTo>
                  <a:pt x="1850615" y="34296"/>
                </a:lnTo>
                <a:lnTo>
                  <a:pt x="1849210" y="33997"/>
                </a:lnTo>
                <a:lnTo>
                  <a:pt x="1847776" y="33739"/>
                </a:lnTo>
                <a:lnTo>
                  <a:pt x="1846315" y="33519"/>
                </a:lnTo>
                <a:lnTo>
                  <a:pt x="1844825" y="33340"/>
                </a:lnTo>
                <a:lnTo>
                  <a:pt x="1843307" y="33201"/>
                </a:lnTo>
                <a:lnTo>
                  <a:pt x="1841761" y="33101"/>
                </a:lnTo>
                <a:lnTo>
                  <a:pt x="1840187" y="33042"/>
                </a:lnTo>
                <a:lnTo>
                  <a:pt x="1838584" y="33022"/>
                </a:lnTo>
                <a:lnTo>
                  <a:pt x="1837427" y="33031"/>
                </a:lnTo>
                <a:lnTo>
                  <a:pt x="1836285" y="33059"/>
                </a:lnTo>
                <a:lnTo>
                  <a:pt x="1835159" y="33107"/>
                </a:lnTo>
                <a:lnTo>
                  <a:pt x="1834048" y="33173"/>
                </a:lnTo>
                <a:lnTo>
                  <a:pt x="1832952" y="33258"/>
                </a:lnTo>
                <a:lnTo>
                  <a:pt x="1831872" y="33362"/>
                </a:lnTo>
                <a:lnTo>
                  <a:pt x="1830807" y="33485"/>
                </a:lnTo>
                <a:lnTo>
                  <a:pt x="1829757" y="33627"/>
                </a:lnTo>
                <a:lnTo>
                  <a:pt x="1828723" y="33788"/>
                </a:lnTo>
                <a:lnTo>
                  <a:pt x="1827704" y="33968"/>
                </a:lnTo>
                <a:lnTo>
                  <a:pt x="1826700" y="34166"/>
                </a:lnTo>
                <a:lnTo>
                  <a:pt x="1825711" y="34384"/>
                </a:lnTo>
                <a:lnTo>
                  <a:pt x="1824738" y="34620"/>
                </a:lnTo>
                <a:lnTo>
                  <a:pt x="1823780" y="34876"/>
                </a:lnTo>
                <a:lnTo>
                  <a:pt x="1822837" y="35150"/>
                </a:lnTo>
                <a:lnTo>
                  <a:pt x="1821910" y="35443"/>
                </a:lnTo>
                <a:lnTo>
                  <a:pt x="1820998" y="35756"/>
                </a:lnTo>
                <a:lnTo>
                  <a:pt x="1820101" y="36087"/>
                </a:lnTo>
                <a:lnTo>
                  <a:pt x="1819219" y="36437"/>
                </a:lnTo>
                <a:lnTo>
                  <a:pt x="1818353" y="36806"/>
                </a:lnTo>
                <a:lnTo>
                  <a:pt x="1817502" y="37193"/>
                </a:lnTo>
                <a:lnTo>
                  <a:pt x="1816667" y="37600"/>
                </a:lnTo>
                <a:lnTo>
                  <a:pt x="1815846" y="38026"/>
                </a:lnTo>
                <a:lnTo>
                  <a:pt x="1815041" y="38471"/>
                </a:lnTo>
                <a:lnTo>
                  <a:pt x="1814252" y="38933"/>
                </a:lnTo>
                <a:lnTo>
                  <a:pt x="1813479" y="39411"/>
                </a:lnTo>
                <a:lnTo>
                  <a:pt x="1812722" y="39905"/>
                </a:lnTo>
                <a:lnTo>
                  <a:pt x="1811981" y="40416"/>
                </a:lnTo>
                <a:lnTo>
                  <a:pt x="1811255" y="40942"/>
                </a:lnTo>
                <a:lnTo>
                  <a:pt x="1810547" y="41485"/>
                </a:lnTo>
                <a:lnTo>
                  <a:pt x="1809854" y="42044"/>
                </a:lnTo>
                <a:lnTo>
                  <a:pt x="1809177" y="42619"/>
                </a:lnTo>
                <a:lnTo>
                  <a:pt x="1808516" y="43210"/>
                </a:lnTo>
                <a:lnTo>
                  <a:pt x="1807871" y="43817"/>
                </a:lnTo>
                <a:lnTo>
                  <a:pt x="1807243" y="44440"/>
                </a:lnTo>
                <a:lnTo>
                  <a:pt x="1806630" y="45079"/>
                </a:lnTo>
                <a:lnTo>
                  <a:pt x="1806034" y="45735"/>
                </a:lnTo>
                <a:lnTo>
                  <a:pt x="1805453" y="46406"/>
                </a:lnTo>
                <a:lnTo>
                  <a:pt x="1804889" y="47094"/>
                </a:lnTo>
                <a:lnTo>
                  <a:pt x="1804341" y="47798"/>
                </a:lnTo>
                <a:lnTo>
                  <a:pt x="1803809" y="48518"/>
                </a:lnTo>
                <a:lnTo>
                  <a:pt x="1803292" y="49254"/>
                </a:lnTo>
                <a:lnTo>
                  <a:pt x="1802792" y="50006"/>
                </a:lnTo>
                <a:lnTo>
                  <a:pt x="1802308" y="50774"/>
                </a:lnTo>
                <a:lnTo>
                  <a:pt x="1801841" y="51558"/>
                </a:lnTo>
                <a:lnTo>
                  <a:pt x="1801389" y="52359"/>
                </a:lnTo>
                <a:lnTo>
                  <a:pt x="1800953" y="53175"/>
                </a:lnTo>
                <a:lnTo>
                  <a:pt x="1800533" y="54008"/>
                </a:lnTo>
                <a:lnTo>
                  <a:pt x="1800130" y="54855"/>
                </a:lnTo>
                <a:lnTo>
                  <a:pt x="1799744" y="55716"/>
                </a:lnTo>
                <a:lnTo>
                  <a:pt x="1799375" y="56590"/>
                </a:lnTo>
                <a:lnTo>
                  <a:pt x="1799024" y="57477"/>
                </a:lnTo>
                <a:lnTo>
                  <a:pt x="1798689" y="58378"/>
                </a:lnTo>
                <a:lnTo>
                  <a:pt x="1798372" y="59293"/>
                </a:lnTo>
                <a:lnTo>
                  <a:pt x="1798072" y="60221"/>
                </a:lnTo>
                <a:lnTo>
                  <a:pt x="1797789" y="61162"/>
                </a:lnTo>
                <a:lnTo>
                  <a:pt x="1797523" y="62117"/>
                </a:lnTo>
                <a:lnTo>
                  <a:pt x="1797274" y="63085"/>
                </a:lnTo>
                <a:lnTo>
                  <a:pt x="1797043" y="64067"/>
                </a:lnTo>
                <a:lnTo>
                  <a:pt x="1796828" y="65062"/>
                </a:lnTo>
                <a:lnTo>
                  <a:pt x="1796631" y="66071"/>
                </a:lnTo>
                <a:lnTo>
                  <a:pt x="1796451" y="67093"/>
                </a:lnTo>
                <a:lnTo>
                  <a:pt x="1796288" y="68128"/>
                </a:lnTo>
                <a:lnTo>
                  <a:pt x="1796142" y="69177"/>
                </a:lnTo>
                <a:lnTo>
                  <a:pt x="1796014" y="70240"/>
                </a:lnTo>
                <a:lnTo>
                  <a:pt x="1795902" y="71316"/>
                </a:lnTo>
                <a:lnTo>
                  <a:pt x="1795808" y="72405"/>
                </a:lnTo>
                <a:lnTo>
                  <a:pt x="1795731" y="73508"/>
                </a:lnTo>
                <a:lnTo>
                  <a:pt x="1795671" y="74624"/>
                </a:lnTo>
                <a:lnTo>
                  <a:pt x="1795628" y="75754"/>
                </a:lnTo>
                <a:lnTo>
                  <a:pt x="1795602" y="76897"/>
                </a:lnTo>
                <a:lnTo>
                  <a:pt x="1795593" y="78054"/>
                </a:lnTo>
                <a:lnTo>
                  <a:pt x="1795602" y="79247"/>
                </a:lnTo>
                <a:lnTo>
                  <a:pt x="1795629" y="80427"/>
                </a:lnTo>
                <a:lnTo>
                  <a:pt x="1795673" y="81592"/>
                </a:lnTo>
                <a:lnTo>
                  <a:pt x="1795734" y="82742"/>
                </a:lnTo>
                <a:lnTo>
                  <a:pt x="1795814" y="83878"/>
                </a:lnTo>
                <a:lnTo>
                  <a:pt x="1795910" y="85000"/>
                </a:lnTo>
                <a:lnTo>
                  <a:pt x="1796025" y="86108"/>
                </a:lnTo>
                <a:lnTo>
                  <a:pt x="1796157" y="87201"/>
                </a:lnTo>
                <a:lnTo>
                  <a:pt x="1796307" y="88279"/>
                </a:lnTo>
                <a:lnTo>
                  <a:pt x="1796474" y="89344"/>
                </a:lnTo>
                <a:lnTo>
                  <a:pt x="1796659" y="90393"/>
                </a:lnTo>
                <a:lnTo>
                  <a:pt x="1796862" y="91429"/>
                </a:lnTo>
                <a:lnTo>
                  <a:pt x="1797082" y="92450"/>
                </a:lnTo>
                <a:lnTo>
                  <a:pt x="1797320" y="93457"/>
                </a:lnTo>
                <a:lnTo>
                  <a:pt x="1797575" y="94449"/>
                </a:lnTo>
                <a:lnTo>
                  <a:pt x="1797848" y="95427"/>
                </a:lnTo>
                <a:lnTo>
                  <a:pt x="1798139" y="96391"/>
                </a:lnTo>
                <a:lnTo>
                  <a:pt x="1798447" y="97340"/>
                </a:lnTo>
                <a:lnTo>
                  <a:pt x="1798773" y="98275"/>
                </a:lnTo>
                <a:lnTo>
                  <a:pt x="1799117" y="99195"/>
                </a:lnTo>
                <a:lnTo>
                  <a:pt x="1799478" y="100102"/>
                </a:lnTo>
                <a:lnTo>
                  <a:pt x="1799856" y="100993"/>
                </a:lnTo>
                <a:lnTo>
                  <a:pt x="1800253" y="101871"/>
                </a:lnTo>
                <a:lnTo>
                  <a:pt x="1800667" y="102734"/>
                </a:lnTo>
                <a:lnTo>
                  <a:pt x="1801098" y="103581"/>
                </a:lnTo>
                <a:lnTo>
                  <a:pt x="1801546" y="104411"/>
                </a:lnTo>
                <a:lnTo>
                  <a:pt x="1802010" y="105225"/>
                </a:lnTo>
                <a:lnTo>
                  <a:pt x="1802491" y="106022"/>
                </a:lnTo>
                <a:lnTo>
                  <a:pt x="1802989" y="106802"/>
                </a:lnTo>
                <a:lnTo>
                  <a:pt x="1803504" y="107566"/>
                </a:lnTo>
                <a:lnTo>
                  <a:pt x="1804035" y="108312"/>
                </a:lnTo>
                <a:lnTo>
                  <a:pt x="1804583" y="109043"/>
                </a:lnTo>
                <a:lnTo>
                  <a:pt x="1805148" y="109756"/>
                </a:lnTo>
                <a:lnTo>
                  <a:pt x="1805729" y="110453"/>
                </a:lnTo>
                <a:lnTo>
                  <a:pt x="1806327" y="111132"/>
                </a:lnTo>
                <a:lnTo>
                  <a:pt x="1806942" y="111796"/>
                </a:lnTo>
                <a:lnTo>
                  <a:pt x="1807573" y="112442"/>
                </a:lnTo>
                <a:lnTo>
                  <a:pt x="1808221" y="113072"/>
                </a:lnTo>
                <a:lnTo>
                  <a:pt x="1808886" y="113685"/>
                </a:lnTo>
                <a:lnTo>
                  <a:pt x="1809567" y="114281"/>
                </a:lnTo>
                <a:lnTo>
                  <a:pt x="1810266" y="114861"/>
                </a:lnTo>
                <a:lnTo>
                  <a:pt x="1810980" y="115423"/>
                </a:lnTo>
                <a:lnTo>
                  <a:pt x="1811712" y="115969"/>
                </a:lnTo>
                <a:lnTo>
                  <a:pt x="1812460" y="116499"/>
                </a:lnTo>
                <a:lnTo>
                  <a:pt x="1813225" y="117011"/>
                </a:lnTo>
                <a:lnTo>
                  <a:pt x="1814007" y="117507"/>
                </a:lnTo>
                <a:lnTo>
                  <a:pt x="1814805" y="117986"/>
                </a:lnTo>
                <a:lnTo>
                  <a:pt x="1815620" y="118449"/>
                </a:lnTo>
                <a:lnTo>
                  <a:pt x="1816451" y="118894"/>
                </a:lnTo>
                <a:lnTo>
                  <a:pt x="1817299" y="119319"/>
                </a:lnTo>
                <a:lnTo>
                  <a:pt x="1818162" y="119726"/>
                </a:lnTo>
                <a:lnTo>
                  <a:pt x="1819042" y="120114"/>
                </a:lnTo>
                <a:lnTo>
                  <a:pt x="1819937" y="120483"/>
                </a:lnTo>
                <a:lnTo>
                  <a:pt x="1820849" y="120833"/>
                </a:lnTo>
                <a:lnTo>
                  <a:pt x="1821777" y="121164"/>
                </a:lnTo>
                <a:lnTo>
                  <a:pt x="1822721" y="121476"/>
                </a:lnTo>
                <a:lnTo>
                  <a:pt x="1823681" y="121769"/>
                </a:lnTo>
                <a:lnTo>
                  <a:pt x="1824657" y="122044"/>
                </a:lnTo>
                <a:lnTo>
                  <a:pt x="1825649" y="122299"/>
                </a:lnTo>
                <a:lnTo>
                  <a:pt x="1826657" y="122536"/>
                </a:lnTo>
                <a:lnTo>
                  <a:pt x="1827681" y="122753"/>
                </a:lnTo>
                <a:lnTo>
                  <a:pt x="1828721" y="122952"/>
                </a:lnTo>
                <a:lnTo>
                  <a:pt x="1829778" y="123132"/>
                </a:lnTo>
                <a:lnTo>
                  <a:pt x="1830850" y="123292"/>
                </a:lnTo>
                <a:lnTo>
                  <a:pt x="1831938" y="123434"/>
                </a:lnTo>
                <a:lnTo>
                  <a:pt x="1833043" y="123557"/>
                </a:lnTo>
                <a:lnTo>
                  <a:pt x="1834164" y="123661"/>
                </a:lnTo>
                <a:lnTo>
                  <a:pt x="1835300" y="123746"/>
                </a:lnTo>
                <a:lnTo>
                  <a:pt x="1836453" y="123813"/>
                </a:lnTo>
                <a:lnTo>
                  <a:pt x="1837622" y="123860"/>
                </a:lnTo>
                <a:lnTo>
                  <a:pt x="1838807" y="123888"/>
                </a:lnTo>
                <a:lnTo>
                  <a:pt x="1840008" y="123898"/>
                </a:lnTo>
                <a:lnTo>
                  <a:pt x="1840989" y="123892"/>
                </a:lnTo>
                <a:lnTo>
                  <a:pt x="1841960" y="123874"/>
                </a:lnTo>
                <a:lnTo>
                  <a:pt x="1842921" y="123845"/>
                </a:lnTo>
                <a:lnTo>
                  <a:pt x="1843871" y="123804"/>
                </a:lnTo>
                <a:lnTo>
                  <a:pt x="1844811" y="123751"/>
                </a:lnTo>
                <a:close/>
                <a:moveTo>
                  <a:pt x="1819873" y="64408"/>
                </a:moveTo>
                <a:lnTo>
                  <a:pt x="1820006" y="63734"/>
                </a:lnTo>
                <a:lnTo>
                  <a:pt x="1820156" y="63075"/>
                </a:lnTo>
                <a:lnTo>
                  <a:pt x="1820322" y="62431"/>
                </a:lnTo>
                <a:lnTo>
                  <a:pt x="1820505" y="61802"/>
                </a:lnTo>
                <a:lnTo>
                  <a:pt x="1820704" y="61188"/>
                </a:lnTo>
                <a:lnTo>
                  <a:pt x="1820918" y="60589"/>
                </a:lnTo>
                <a:lnTo>
                  <a:pt x="1821149" y="60005"/>
                </a:lnTo>
                <a:lnTo>
                  <a:pt x="1821397" y="59436"/>
                </a:lnTo>
                <a:lnTo>
                  <a:pt x="1821660" y="58882"/>
                </a:lnTo>
                <a:lnTo>
                  <a:pt x="1821940" y="58343"/>
                </a:lnTo>
                <a:lnTo>
                  <a:pt x="1822236" y="57819"/>
                </a:lnTo>
                <a:lnTo>
                  <a:pt x="1822548" y="57309"/>
                </a:lnTo>
                <a:lnTo>
                  <a:pt x="1822877" y="56815"/>
                </a:lnTo>
                <a:lnTo>
                  <a:pt x="1823221" y="56336"/>
                </a:lnTo>
                <a:lnTo>
                  <a:pt x="1823582" y="55871"/>
                </a:lnTo>
                <a:lnTo>
                  <a:pt x="1823959" y="55422"/>
                </a:lnTo>
                <a:lnTo>
                  <a:pt x="1824353" y="54988"/>
                </a:lnTo>
                <a:lnTo>
                  <a:pt x="1824762" y="54568"/>
                </a:lnTo>
                <a:lnTo>
                  <a:pt x="1825188" y="54164"/>
                </a:lnTo>
                <a:lnTo>
                  <a:pt x="1825627" y="53775"/>
                </a:lnTo>
                <a:lnTo>
                  <a:pt x="1826077" y="53403"/>
                </a:lnTo>
                <a:lnTo>
                  <a:pt x="1826536" y="53047"/>
                </a:lnTo>
                <a:lnTo>
                  <a:pt x="1827007" y="52708"/>
                </a:lnTo>
                <a:lnTo>
                  <a:pt x="1827487" y="52385"/>
                </a:lnTo>
                <a:lnTo>
                  <a:pt x="1827978" y="52079"/>
                </a:lnTo>
                <a:lnTo>
                  <a:pt x="1828479" y="51790"/>
                </a:lnTo>
                <a:lnTo>
                  <a:pt x="1828991" y="51517"/>
                </a:lnTo>
                <a:lnTo>
                  <a:pt x="1829513" y="51260"/>
                </a:lnTo>
                <a:lnTo>
                  <a:pt x="1830045" y="51020"/>
                </a:lnTo>
                <a:lnTo>
                  <a:pt x="1830588" y="50797"/>
                </a:lnTo>
                <a:lnTo>
                  <a:pt x="1831141" y="50590"/>
                </a:lnTo>
                <a:lnTo>
                  <a:pt x="1831704" y="50400"/>
                </a:lnTo>
                <a:lnTo>
                  <a:pt x="1832278" y="50226"/>
                </a:lnTo>
                <a:lnTo>
                  <a:pt x="1832862" y="50069"/>
                </a:lnTo>
                <a:lnTo>
                  <a:pt x="1833456" y="49928"/>
                </a:lnTo>
                <a:lnTo>
                  <a:pt x="1834061" y="49804"/>
                </a:lnTo>
                <a:lnTo>
                  <a:pt x="1834676" y="49697"/>
                </a:lnTo>
                <a:lnTo>
                  <a:pt x="1835301" y="49606"/>
                </a:lnTo>
                <a:lnTo>
                  <a:pt x="1835937" y="49531"/>
                </a:lnTo>
                <a:lnTo>
                  <a:pt x="1836583" y="49473"/>
                </a:lnTo>
                <a:lnTo>
                  <a:pt x="1837240" y="49432"/>
                </a:lnTo>
                <a:lnTo>
                  <a:pt x="1837907" y="49407"/>
                </a:lnTo>
                <a:lnTo>
                  <a:pt x="1838584" y="49399"/>
                </a:lnTo>
                <a:lnTo>
                  <a:pt x="1839246" y="49407"/>
                </a:lnTo>
                <a:lnTo>
                  <a:pt x="1839899" y="49431"/>
                </a:lnTo>
                <a:lnTo>
                  <a:pt x="1840541" y="49471"/>
                </a:lnTo>
                <a:lnTo>
                  <a:pt x="1841174" y="49527"/>
                </a:lnTo>
                <a:lnTo>
                  <a:pt x="1841796" y="49600"/>
                </a:lnTo>
                <a:lnTo>
                  <a:pt x="1842408" y="49688"/>
                </a:lnTo>
                <a:lnTo>
                  <a:pt x="1843011" y="49793"/>
                </a:lnTo>
                <a:lnTo>
                  <a:pt x="1843603" y="49913"/>
                </a:lnTo>
                <a:lnTo>
                  <a:pt x="1844185" y="50050"/>
                </a:lnTo>
                <a:lnTo>
                  <a:pt x="1844757" y="50202"/>
                </a:lnTo>
                <a:lnTo>
                  <a:pt x="1845319" y="50371"/>
                </a:lnTo>
                <a:lnTo>
                  <a:pt x="1845871" y="50556"/>
                </a:lnTo>
                <a:lnTo>
                  <a:pt x="1846413" y="50757"/>
                </a:lnTo>
                <a:lnTo>
                  <a:pt x="1846945" y="50974"/>
                </a:lnTo>
                <a:lnTo>
                  <a:pt x="1847467" y="51207"/>
                </a:lnTo>
                <a:lnTo>
                  <a:pt x="1847979" y="51456"/>
                </a:lnTo>
                <a:lnTo>
                  <a:pt x="1848481" y="51721"/>
                </a:lnTo>
                <a:lnTo>
                  <a:pt x="1848973" y="52002"/>
                </a:lnTo>
                <a:lnTo>
                  <a:pt x="1849454" y="52300"/>
                </a:lnTo>
                <a:lnTo>
                  <a:pt x="1849926" y="52613"/>
                </a:lnTo>
                <a:lnTo>
                  <a:pt x="1850388" y="52942"/>
                </a:lnTo>
                <a:lnTo>
                  <a:pt x="1850839" y="53288"/>
                </a:lnTo>
                <a:lnTo>
                  <a:pt x="1851281" y="53650"/>
                </a:lnTo>
                <a:lnTo>
                  <a:pt x="1851712" y="54027"/>
                </a:lnTo>
                <a:lnTo>
                  <a:pt x="1852130" y="54421"/>
                </a:lnTo>
                <a:lnTo>
                  <a:pt x="1852532" y="54831"/>
                </a:lnTo>
                <a:lnTo>
                  <a:pt x="1852916" y="55258"/>
                </a:lnTo>
                <a:lnTo>
                  <a:pt x="1853283" y="55701"/>
                </a:lnTo>
                <a:lnTo>
                  <a:pt x="1853634" y="56161"/>
                </a:lnTo>
                <a:lnTo>
                  <a:pt x="1853968" y="56636"/>
                </a:lnTo>
                <a:lnTo>
                  <a:pt x="1854285" y="57128"/>
                </a:lnTo>
                <a:lnTo>
                  <a:pt x="1854585" y="57637"/>
                </a:lnTo>
                <a:lnTo>
                  <a:pt x="1854869" y="58162"/>
                </a:lnTo>
                <a:lnTo>
                  <a:pt x="1855135" y="58703"/>
                </a:lnTo>
                <a:lnTo>
                  <a:pt x="1855385" y="59261"/>
                </a:lnTo>
                <a:lnTo>
                  <a:pt x="1855617" y="59835"/>
                </a:lnTo>
                <a:lnTo>
                  <a:pt x="1855833" y="60425"/>
                </a:lnTo>
                <a:lnTo>
                  <a:pt x="1856033" y="61032"/>
                </a:lnTo>
                <a:lnTo>
                  <a:pt x="1856215" y="61655"/>
                </a:lnTo>
                <a:lnTo>
                  <a:pt x="1856380" y="62295"/>
                </a:lnTo>
                <a:lnTo>
                  <a:pt x="1856529" y="62951"/>
                </a:lnTo>
                <a:lnTo>
                  <a:pt x="1856660" y="63623"/>
                </a:lnTo>
                <a:lnTo>
                  <a:pt x="1856775" y="64312"/>
                </a:lnTo>
                <a:lnTo>
                  <a:pt x="1856873" y="65017"/>
                </a:lnTo>
                <a:lnTo>
                  <a:pt x="1856955" y="65739"/>
                </a:lnTo>
                <a:lnTo>
                  <a:pt x="1857019" y="66477"/>
                </a:lnTo>
                <a:lnTo>
                  <a:pt x="1857067" y="67231"/>
                </a:lnTo>
                <a:lnTo>
                  <a:pt x="1857097" y="68001"/>
                </a:lnTo>
                <a:lnTo>
                  <a:pt x="1819447" y="68001"/>
                </a:lnTo>
                <a:lnTo>
                  <a:pt x="1819500" y="67253"/>
                </a:lnTo>
                <a:lnTo>
                  <a:pt x="1819569" y="66519"/>
                </a:lnTo>
                <a:lnTo>
                  <a:pt x="1819654" y="65800"/>
                </a:lnTo>
                <a:lnTo>
                  <a:pt x="1819755" y="65097"/>
                </a:lnTo>
                <a:lnTo>
                  <a:pt x="1819873" y="64408"/>
                </a:lnTo>
                <a:close/>
                <a:moveTo>
                  <a:pt x="1939561" y="123831"/>
                </a:moveTo>
                <a:lnTo>
                  <a:pt x="1940159" y="123802"/>
                </a:lnTo>
                <a:lnTo>
                  <a:pt x="1940757" y="123768"/>
                </a:lnTo>
                <a:lnTo>
                  <a:pt x="1941352" y="123728"/>
                </a:lnTo>
                <a:lnTo>
                  <a:pt x="1941946" y="123683"/>
                </a:lnTo>
                <a:lnTo>
                  <a:pt x="1942538" y="123632"/>
                </a:lnTo>
                <a:lnTo>
                  <a:pt x="1943128" y="123576"/>
                </a:lnTo>
                <a:lnTo>
                  <a:pt x="1943717" y="123515"/>
                </a:lnTo>
                <a:lnTo>
                  <a:pt x="1944304" y="123449"/>
                </a:lnTo>
                <a:lnTo>
                  <a:pt x="1944889" y="123377"/>
                </a:lnTo>
                <a:lnTo>
                  <a:pt x="1945473" y="123300"/>
                </a:lnTo>
                <a:lnTo>
                  <a:pt x="1946055" y="123218"/>
                </a:lnTo>
                <a:lnTo>
                  <a:pt x="1946635" y="123130"/>
                </a:lnTo>
                <a:lnTo>
                  <a:pt x="1947213" y="123037"/>
                </a:lnTo>
                <a:lnTo>
                  <a:pt x="1947790" y="122939"/>
                </a:lnTo>
                <a:lnTo>
                  <a:pt x="1948365" y="122835"/>
                </a:lnTo>
                <a:lnTo>
                  <a:pt x="1948938" y="122727"/>
                </a:lnTo>
                <a:lnTo>
                  <a:pt x="1949510" y="122612"/>
                </a:lnTo>
                <a:lnTo>
                  <a:pt x="1950080" y="122493"/>
                </a:lnTo>
                <a:lnTo>
                  <a:pt x="1950648" y="122368"/>
                </a:lnTo>
                <a:lnTo>
                  <a:pt x="1951213" y="122237"/>
                </a:lnTo>
                <a:lnTo>
                  <a:pt x="1951773" y="122100"/>
                </a:lnTo>
                <a:lnTo>
                  <a:pt x="1952327" y="121957"/>
                </a:lnTo>
                <a:lnTo>
                  <a:pt x="1952876" y="121807"/>
                </a:lnTo>
                <a:lnTo>
                  <a:pt x="1953420" y="121651"/>
                </a:lnTo>
                <a:lnTo>
                  <a:pt x="1953958" y="121488"/>
                </a:lnTo>
                <a:lnTo>
                  <a:pt x="1954492" y="121319"/>
                </a:lnTo>
                <a:lnTo>
                  <a:pt x="1955020" y="121143"/>
                </a:lnTo>
                <a:lnTo>
                  <a:pt x="1955542" y="120961"/>
                </a:lnTo>
                <a:lnTo>
                  <a:pt x="1956060" y="120773"/>
                </a:lnTo>
                <a:lnTo>
                  <a:pt x="1956572" y="120578"/>
                </a:lnTo>
                <a:lnTo>
                  <a:pt x="1957079" y="120377"/>
                </a:lnTo>
                <a:lnTo>
                  <a:pt x="1957581" y="120170"/>
                </a:lnTo>
                <a:lnTo>
                  <a:pt x="1958077" y="119956"/>
                </a:lnTo>
                <a:lnTo>
                  <a:pt x="1958569" y="119735"/>
                </a:lnTo>
                <a:lnTo>
                  <a:pt x="1959055" y="119509"/>
                </a:lnTo>
                <a:lnTo>
                  <a:pt x="1959535" y="119275"/>
                </a:lnTo>
                <a:lnTo>
                  <a:pt x="1960011" y="119036"/>
                </a:lnTo>
                <a:lnTo>
                  <a:pt x="1960481" y="118790"/>
                </a:lnTo>
                <a:lnTo>
                  <a:pt x="1960946" y="118538"/>
                </a:lnTo>
                <a:lnTo>
                  <a:pt x="1961406" y="118279"/>
                </a:lnTo>
                <a:lnTo>
                  <a:pt x="1961860" y="118014"/>
                </a:lnTo>
                <a:lnTo>
                  <a:pt x="1962309" y="117742"/>
                </a:lnTo>
                <a:lnTo>
                  <a:pt x="1962753" y="117464"/>
                </a:lnTo>
                <a:lnTo>
                  <a:pt x="1963191" y="117179"/>
                </a:lnTo>
                <a:lnTo>
                  <a:pt x="1963621" y="116887"/>
                </a:lnTo>
                <a:lnTo>
                  <a:pt x="1964044" y="116588"/>
                </a:lnTo>
                <a:lnTo>
                  <a:pt x="1964459" y="116281"/>
                </a:lnTo>
                <a:lnTo>
                  <a:pt x="1964867" y="115967"/>
                </a:lnTo>
                <a:lnTo>
                  <a:pt x="1965268" y="115645"/>
                </a:lnTo>
                <a:lnTo>
                  <a:pt x="1965661" y="115316"/>
                </a:lnTo>
                <a:lnTo>
                  <a:pt x="1966047" y="114980"/>
                </a:lnTo>
                <a:lnTo>
                  <a:pt x="1966425" y="114637"/>
                </a:lnTo>
                <a:lnTo>
                  <a:pt x="1966796" y="114286"/>
                </a:lnTo>
                <a:lnTo>
                  <a:pt x="1967159" y="113927"/>
                </a:lnTo>
                <a:lnTo>
                  <a:pt x="1967515" y="113562"/>
                </a:lnTo>
                <a:lnTo>
                  <a:pt x="1967864" y="113189"/>
                </a:lnTo>
                <a:lnTo>
                  <a:pt x="1968205" y="112809"/>
                </a:lnTo>
                <a:lnTo>
                  <a:pt x="1968539" y="112421"/>
                </a:lnTo>
                <a:lnTo>
                  <a:pt x="1968865" y="112026"/>
                </a:lnTo>
                <a:lnTo>
                  <a:pt x="1969184" y="111624"/>
                </a:lnTo>
                <a:lnTo>
                  <a:pt x="1969496" y="111214"/>
                </a:lnTo>
                <a:lnTo>
                  <a:pt x="1969800" y="110797"/>
                </a:lnTo>
                <a:lnTo>
                  <a:pt x="1970096" y="110373"/>
                </a:lnTo>
                <a:lnTo>
                  <a:pt x="1970386" y="109941"/>
                </a:lnTo>
                <a:lnTo>
                  <a:pt x="1970667" y="109502"/>
                </a:lnTo>
                <a:lnTo>
                  <a:pt x="1970942" y="109056"/>
                </a:lnTo>
                <a:lnTo>
                  <a:pt x="1971209" y="108602"/>
                </a:lnTo>
                <a:lnTo>
                  <a:pt x="1971467" y="108141"/>
                </a:lnTo>
                <a:lnTo>
                  <a:pt x="1971714" y="107671"/>
                </a:lnTo>
                <a:lnTo>
                  <a:pt x="1971950" y="107193"/>
                </a:lnTo>
                <a:lnTo>
                  <a:pt x="1972174" y="106706"/>
                </a:lnTo>
                <a:lnTo>
                  <a:pt x="1972388" y="106210"/>
                </a:lnTo>
                <a:lnTo>
                  <a:pt x="1972591" y="105707"/>
                </a:lnTo>
                <a:lnTo>
                  <a:pt x="1972783" y="105194"/>
                </a:lnTo>
                <a:lnTo>
                  <a:pt x="1972964" y="104674"/>
                </a:lnTo>
                <a:lnTo>
                  <a:pt x="1973134" y="104145"/>
                </a:lnTo>
                <a:lnTo>
                  <a:pt x="1973294" y="103607"/>
                </a:lnTo>
                <a:lnTo>
                  <a:pt x="1973442" y="103061"/>
                </a:lnTo>
                <a:lnTo>
                  <a:pt x="1973579" y="102507"/>
                </a:lnTo>
                <a:lnTo>
                  <a:pt x="1973705" y="101944"/>
                </a:lnTo>
                <a:lnTo>
                  <a:pt x="1973820" y="101373"/>
                </a:lnTo>
                <a:lnTo>
                  <a:pt x="1973924" y="100793"/>
                </a:lnTo>
                <a:lnTo>
                  <a:pt x="1974018" y="100205"/>
                </a:lnTo>
                <a:lnTo>
                  <a:pt x="1974100" y="99608"/>
                </a:lnTo>
                <a:lnTo>
                  <a:pt x="1974171" y="99003"/>
                </a:lnTo>
                <a:lnTo>
                  <a:pt x="1974232" y="98390"/>
                </a:lnTo>
                <a:lnTo>
                  <a:pt x="1974281" y="97768"/>
                </a:lnTo>
                <a:lnTo>
                  <a:pt x="1974319" y="97138"/>
                </a:lnTo>
                <a:lnTo>
                  <a:pt x="1974347" y="96499"/>
                </a:lnTo>
                <a:lnTo>
                  <a:pt x="1974363" y="95851"/>
                </a:lnTo>
                <a:lnTo>
                  <a:pt x="1974369" y="95196"/>
                </a:lnTo>
                <a:lnTo>
                  <a:pt x="1974362" y="94496"/>
                </a:lnTo>
                <a:lnTo>
                  <a:pt x="1974341" y="93808"/>
                </a:lnTo>
                <a:lnTo>
                  <a:pt x="1974308" y="93130"/>
                </a:lnTo>
                <a:lnTo>
                  <a:pt x="1974260" y="92464"/>
                </a:lnTo>
                <a:lnTo>
                  <a:pt x="1974199" y="91808"/>
                </a:lnTo>
                <a:lnTo>
                  <a:pt x="1974124" y="91164"/>
                </a:lnTo>
                <a:lnTo>
                  <a:pt x="1974036" y="90530"/>
                </a:lnTo>
                <a:lnTo>
                  <a:pt x="1973934" y="89907"/>
                </a:lnTo>
                <a:lnTo>
                  <a:pt x="1973818" y="89295"/>
                </a:lnTo>
                <a:lnTo>
                  <a:pt x="1973689" y="88694"/>
                </a:lnTo>
                <a:lnTo>
                  <a:pt x="1973546" y="88104"/>
                </a:lnTo>
                <a:lnTo>
                  <a:pt x="1973390" y="87525"/>
                </a:lnTo>
                <a:lnTo>
                  <a:pt x="1973220" y="86957"/>
                </a:lnTo>
                <a:lnTo>
                  <a:pt x="1973036" y="86400"/>
                </a:lnTo>
                <a:lnTo>
                  <a:pt x="1972839" y="85854"/>
                </a:lnTo>
                <a:lnTo>
                  <a:pt x="1972628" y="85318"/>
                </a:lnTo>
                <a:lnTo>
                  <a:pt x="1972404" y="84794"/>
                </a:lnTo>
                <a:lnTo>
                  <a:pt x="1972166" y="84281"/>
                </a:lnTo>
                <a:lnTo>
                  <a:pt x="1971914" y="83778"/>
                </a:lnTo>
                <a:lnTo>
                  <a:pt x="1971649" y="83287"/>
                </a:lnTo>
                <a:lnTo>
                  <a:pt x="1971370" y="82806"/>
                </a:lnTo>
                <a:lnTo>
                  <a:pt x="1971078" y="82337"/>
                </a:lnTo>
                <a:lnTo>
                  <a:pt x="1970772" y="81878"/>
                </a:lnTo>
                <a:lnTo>
                  <a:pt x="1970452" y="81430"/>
                </a:lnTo>
                <a:lnTo>
                  <a:pt x="1970121" y="80992"/>
                </a:lnTo>
                <a:lnTo>
                  <a:pt x="1969781" y="80560"/>
                </a:lnTo>
                <a:lnTo>
                  <a:pt x="1969430" y="80137"/>
                </a:lnTo>
                <a:lnTo>
                  <a:pt x="1969070" y="79720"/>
                </a:lnTo>
                <a:lnTo>
                  <a:pt x="1968701" y="79312"/>
                </a:lnTo>
                <a:lnTo>
                  <a:pt x="1968322" y="78910"/>
                </a:lnTo>
                <a:lnTo>
                  <a:pt x="1967933" y="78517"/>
                </a:lnTo>
                <a:lnTo>
                  <a:pt x="1967535" y="78131"/>
                </a:lnTo>
                <a:lnTo>
                  <a:pt x="1967127" y="77752"/>
                </a:lnTo>
                <a:lnTo>
                  <a:pt x="1966710" y="77381"/>
                </a:lnTo>
                <a:lnTo>
                  <a:pt x="1966283" y="77017"/>
                </a:lnTo>
                <a:lnTo>
                  <a:pt x="1965846" y="76661"/>
                </a:lnTo>
                <a:lnTo>
                  <a:pt x="1965400" y="76312"/>
                </a:lnTo>
                <a:lnTo>
                  <a:pt x="1964944" y="75971"/>
                </a:lnTo>
                <a:lnTo>
                  <a:pt x="1964479" y="75637"/>
                </a:lnTo>
                <a:lnTo>
                  <a:pt x="1964004" y="75311"/>
                </a:lnTo>
                <a:lnTo>
                  <a:pt x="1963520" y="74992"/>
                </a:lnTo>
                <a:lnTo>
                  <a:pt x="1963026" y="74681"/>
                </a:lnTo>
                <a:lnTo>
                  <a:pt x="1962522" y="74378"/>
                </a:lnTo>
                <a:lnTo>
                  <a:pt x="1962009" y="74081"/>
                </a:lnTo>
                <a:lnTo>
                  <a:pt x="1961486" y="73793"/>
                </a:lnTo>
                <a:lnTo>
                  <a:pt x="1960954" y="73512"/>
                </a:lnTo>
                <a:lnTo>
                  <a:pt x="1960412" y="73238"/>
                </a:lnTo>
                <a:lnTo>
                  <a:pt x="1959861" y="72972"/>
                </a:lnTo>
                <a:lnTo>
                  <a:pt x="1959301" y="72712"/>
                </a:lnTo>
                <a:lnTo>
                  <a:pt x="1958736" y="72455"/>
                </a:lnTo>
                <a:lnTo>
                  <a:pt x="1958164" y="72203"/>
                </a:lnTo>
                <a:lnTo>
                  <a:pt x="1957586" y="71955"/>
                </a:lnTo>
                <a:lnTo>
                  <a:pt x="1957002" y="71711"/>
                </a:lnTo>
                <a:lnTo>
                  <a:pt x="1956412" y="71471"/>
                </a:lnTo>
                <a:lnTo>
                  <a:pt x="1955815" y="71235"/>
                </a:lnTo>
                <a:lnTo>
                  <a:pt x="1955212" y="71003"/>
                </a:lnTo>
                <a:lnTo>
                  <a:pt x="1954604" y="70775"/>
                </a:lnTo>
                <a:lnTo>
                  <a:pt x="1953989" y="70551"/>
                </a:lnTo>
                <a:lnTo>
                  <a:pt x="1953367" y="70331"/>
                </a:lnTo>
                <a:lnTo>
                  <a:pt x="1952740" y="70115"/>
                </a:lnTo>
                <a:lnTo>
                  <a:pt x="1952106" y="69904"/>
                </a:lnTo>
                <a:lnTo>
                  <a:pt x="1951467" y="69696"/>
                </a:lnTo>
                <a:lnTo>
                  <a:pt x="1950821" y="69492"/>
                </a:lnTo>
                <a:lnTo>
                  <a:pt x="1950169" y="69293"/>
                </a:lnTo>
                <a:lnTo>
                  <a:pt x="1949510" y="69097"/>
                </a:lnTo>
                <a:lnTo>
                  <a:pt x="1948846" y="68906"/>
                </a:lnTo>
                <a:lnTo>
                  <a:pt x="1948175" y="68719"/>
                </a:lnTo>
                <a:lnTo>
                  <a:pt x="1947498" y="68535"/>
                </a:lnTo>
                <a:lnTo>
                  <a:pt x="1946815" y="68356"/>
                </a:lnTo>
                <a:lnTo>
                  <a:pt x="1946126" y="68181"/>
                </a:lnTo>
                <a:lnTo>
                  <a:pt x="1945431" y="68010"/>
                </a:lnTo>
                <a:lnTo>
                  <a:pt x="1944729" y="67843"/>
                </a:lnTo>
                <a:lnTo>
                  <a:pt x="1944067" y="67693"/>
                </a:lnTo>
                <a:lnTo>
                  <a:pt x="1943416" y="67544"/>
                </a:lnTo>
                <a:lnTo>
                  <a:pt x="1942775" y="67396"/>
                </a:lnTo>
                <a:lnTo>
                  <a:pt x="1942146" y="67249"/>
                </a:lnTo>
                <a:lnTo>
                  <a:pt x="1941527" y="67103"/>
                </a:lnTo>
                <a:lnTo>
                  <a:pt x="1940919" y="66957"/>
                </a:lnTo>
                <a:lnTo>
                  <a:pt x="1940321" y="66812"/>
                </a:lnTo>
                <a:lnTo>
                  <a:pt x="1939735" y="66668"/>
                </a:lnTo>
                <a:lnTo>
                  <a:pt x="1939159" y="66525"/>
                </a:lnTo>
                <a:lnTo>
                  <a:pt x="1938595" y="66382"/>
                </a:lnTo>
                <a:lnTo>
                  <a:pt x="1938041" y="66241"/>
                </a:lnTo>
                <a:lnTo>
                  <a:pt x="1937498" y="66100"/>
                </a:lnTo>
                <a:lnTo>
                  <a:pt x="1936965" y="65959"/>
                </a:lnTo>
                <a:lnTo>
                  <a:pt x="1936444" y="65820"/>
                </a:lnTo>
                <a:lnTo>
                  <a:pt x="1935933" y="65681"/>
                </a:lnTo>
                <a:lnTo>
                  <a:pt x="1935433" y="65543"/>
                </a:lnTo>
                <a:lnTo>
                  <a:pt x="1934944" y="65406"/>
                </a:lnTo>
                <a:lnTo>
                  <a:pt x="1934466" y="65270"/>
                </a:lnTo>
                <a:lnTo>
                  <a:pt x="1933998" y="65135"/>
                </a:lnTo>
                <a:lnTo>
                  <a:pt x="1933542" y="65000"/>
                </a:lnTo>
                <a:lnTo>
                  <a:pt x="1933096" y="64866"/>
                </a:lnTo>
                <a:lnTo>
                  <a:pt x="1932661" y="64733"/>
                </a:lnTo>
                <a:lnTo>
                  <a:pt x="1932237" y="64600"/>
                </a:lnTo>
                <a:lnTo>
                  <a:pt x="1931823" y="64469"/>
                </a:lnTo>
                <a:lnTo>
                  <a:pt x="1931420" y="64337"/>
                </a:lnTo>
                <a:lnTo>
                  <a:pt x="1931026" y="64205"/>
                </a:lnTo>
                <a:lnTo>
                  <a:pt x="1930641" y="64071"/>
                </a:lnTo>
                <a:lnTo>
                  <a:pt x="1930266" y="63937"/>
                </a:lnTo>
                <a:lnTo>
                  <a:pt x="1929899" y="63801"/>
                </a:lnTo>
                <a:lnTo>
                  <a:pt x="1929543" y="63665"/>
                </a:lnTo>
                <a:lnTo>
                  <a:pt x="1929195" y="63528"/>
                </a:lnTo>
                <a:lnTo>
                  <a:pt x="1928856" y="63389"/>
                </a:lnTo>
                <a:lnTo>
                  <a:pt x="1928527" y="63250"/>
                </a:lnTo>
                <a:lnTo>
                  <a:pt x="1928207" y="63110"/>
                </a:lnTo>
                <a:lnTo>
                  <a:pt x="1927897" y="62969"/>
                </a:lnTo>
                <a:lnTo>
                  <a:pt x="1927595" y="62827"/>
                </a:lnTo>
                <a:lnTo>
                  <a:pt x="1927303" y="62684"/>
                </a:lnTo>
                <a:lnTo>
                  <a:pt x="1927021" y="62540"/>
                </a:lnTo>
                <a:lnTo>
                  <a:pt x="1926747" y="62396"/>
                </a:lnTo>
                <a:lnTo>
                  <a:pt x="1926483" y="62250"/>
                </a:lnTo>
                <a:lnTo>
                  <a:pt x="1926228" y="62103"/>
                </a:lnTo>
                <a:lnTo>
                  <a:pt x="1925982" y="61956"/>
                </a:lnTo>
                <a:lnTo>
                  <a:pt x="1925746" y="61807"/>
                </a:lnTo>
                <a:lnTo>
                  <a:pt x="1925519" y="61658"/>
                </a:lnTo>
                <a:lnTo>
                  <a:pt x="1925301" y="61507"/>
                </a:lnTo>
                <a:lnTo>
                  <a:pt x="1925092" y="61356"/>
                </a:lnTo>
                <a:lnTo>
                  <a:pt x="1924893" y="61204"/>
                </a:lnTo>
                <a:lnTo>
                  <a:pt x="1924703" y="61050"/>
                </a:lnTo>
                <a:lnTo>
                  <a:pt x="1924521" y="60896"/>
                </a:lnTo>
                <a:lnTo>
                  <a:pt x="1924347" y="60739"/>
                </a:lnTo>
                <a:lnTo>
                  <a:pt x="1924181" y="60580"/>
                </a:lnTo>
                <a:lnTo>
                  <a:pt x="1924023" y="60419"/>
                </a:lnTo>
                <a:lnTo>
                  <a:pt x="1923872" y="60256"/>
                </a:lnTo>
                <a:lnTo>
                  <a:pt x="1923729" y="60091"/>
                </a:lnTo>
                <a:lnTo>
                  <a:pt x="1923594" y="59924"/>
                </a:lnTo>
                <a:lnTo>
                  <a:pt x="1923467" y="59755"/>
                </a:lnTo>
                <a:lnTo>
                  <a:pt x="1923347" y="59584"/>
                </a:lnTo>
                <a:lnTo>
                  <a:pt x="1923235" y="59410"/>
                </a:lnTo>
                <a:lnTo>
                  <a:pt x="1923130" y="59235"/>
                </a:lnTo>
                <a:lnTo>
                  <a:pt x="1923034" y="59058"/>
                </a:lnTo>
                <a:lnTo>
                  <a:pt x="1922945" y="58879"/>
                </a:lnTo>
                <a:lnTo>
                  <a:pt x="1922864" y="58698"/>
                </a:lnTo>
                <a:lnTo>
                  <a:pt x="1922791" y="58515"/>
                </a:lnTo>
                <a:lnTo>
                  <a:pt x="1922725" y="58330"/>
                </a:lnTo>
                <a:lnTo>
                  <a:pt x="1922667" y="58142"/>
                </a:lnTo>
                <a:lnTo>
                  <a:pt x="1922617" y="57953"/>
                </a:lnTo>
                <a:lnTo>
                  <a:pt x="1922574" y="57762"/>
                </a:lnTo>
                <a:lnTo>
                  <a:pt x="1922539" y="57569"/>
                </a:lnTo>
                <a:lnTo>
                  <a:pt x="1922512" y="57373"/>
                </a:lnTo>
                <a:lnTo>
                  <a:pt x="1922493" y="57176"/>
                </a:lnTo>
                <a:lnTo>
                  <a:pt x="1922481" y="56977"/>
                </a:lnTo>
                <a:lnTo>
                  <a:pt x="1922478" y="56775"/>
                </a:lnTo>
                <a:lnTo>
                  <a:pt x="1922484" y="56427"/>
                </a:lnTo>
                <a:lnTo>
                  <a:pt x="1922502" y="56087"/>
                </a:lnTo>
                <a:lnTo>
                  <a:pt x="1922533" y="55755"/>
                </a:lnTo>
                <a:lnTo>
                  <a:pt x="1922575" y="55432"/>
                </a:lnTo>
                <a:lnTo>
                  <a:pt x="1922630" y="55116"/>
                </a:lnTo>
                <a:lnTo>
                  <a:pt x="1922697" y="54810"/>
                </a:lnTo>
                <a:lnTo>
                  <a:pt x="1922777" y="54511"/>
                </a:lnTo>
                <a:lnTo>
                  <a:pt x="1922868" y="54221"/>
                </a:lnTo>
                <a:lnTo>
                  <a:pt x="1922972" y="53939"/>
                </a:lnTo>
                <a:lnTo>
                  <a:pt x="1923088" y="53665"/>
                </a:lnTo>
                <a:lnTo>
                  <a:pt x="1923216" y="53400"/>
                </a:lnTo>
                <a:lnTo>
                  <a:pt x="1923357" y="53143"/>
                </a:lnTo>
                <a:lnTo>
                  <a:pt x="1923509" y="52894"/>
                </a:lnTo>
                <a:lnTo>
                  <a:pt x="1923674" y="52654"/>
                </a:lnTo>
                <a:lnTo>
                  <a:pt x="1923851" y="52421"/>
                </a:lnTo>
                <a:lnTo>
                  <a:pt x="1924040" y="52198"/>
                </a:lnTo>
                <a:lnTo>
                  <a:pt x="1924242" y="51982"/>
                </a:lnTo>
                <a:lnTo>
                  <a:pt x="1924455" y="51775"/>
                </a:lnTo>
                <a:lnTo>
                  <a:pt x="1924681" y="51576"/>
                </a:lnTo>
                <a:lnTo>
                  <a:pt x="1924919" y="51385"/>
                </a:lnTo>
                <a:lnTo>
                  <a:pt x="1925169" y="51203"/>
                </a:lnTo>
                <a:lnTo>
                  <a:pt x="1925432" y="51029"/>
                </a:lnTo>
                <a:lnTo>
                  <a:pt x="1925706" y="50864"/>
                </a:lnTo>
                <a:lnTo>
                  <a:pt x="1925993" y="50706"/>
                </a:lnTo>
                <a:lnTo>
                  <a:pt x="1926291" y="50556"/>
                </a:lnTo>
                <a:lnTo>
                  <a:pt x="1926598" y="50412"/>
                </a:lnTo>
                <a:lnTo>
                  <a:pt x="1926913" y="50275"/>
                </a:lnTo>
                <a:lnTo>
                  <a:pt x="1927238" y="50144"/>
                </a:lnTo>
                <a:lnTo>
                  <a:pt x="1927572" y="50019"/>
                </a:lnTo>
                <a:lnTo>
                  <a:pt x="1927915" y="49901"/>
                </a:lnTo>
                <a:lnTo>
                  <a:pt x="1928268" y="49789"/>
                </a:lnTo>
                <a:lnTo>
                  <a:pt x="1928629" y="49683"/>
                </a:lnTo>
                <a:lnTo>
                  <a:pt x="1928999" y="49584"/>
                </a:lnTo>
                <a:lnTo>
                  <a:pt x="1929379" y="49491"/>
                </a:lnTo>
                <a:lnTo>
                  <a:pt x="1929768" y="49405"/>
                </a:lnTo>
                <a:lnTo>
                  <a:pt x="1930166" y="49325"/>
                </a:lnTo>
                <a:lnTo>
                  <a:pt x="1930573" y="49252"/>
                </a:lnTo>
                <a:lnTo>
                  <a:pt x="1930989" y="49185"/>
                </a:lnTo>
                <a:lnTo>
                  <a:pt x="1931414" y="49124"/>
                </a:lnTo>
                <a:lnTo>
                  <a:pt x="1931848" y="49069"/>
                </a:lnTo>
                <a:lnTo>
                  <a:pt x="1932291" y="49022"/>
                </a:lnTo>
                <a:lnTo>
                  <a:pt x="1932744" y="48980"/>
                </a:lnTo>
                <a:lnTo>
                  <a:pt x="1933206" y="48945"/>
                </a:lnTo>
                <a:lnTo>
                  <a:pt x="1933676" y="48916"/>
                </a:lnTo>
                <a:lnTo>
                  <a:pt x="1934156" y="48894"/>
                </a:lnTo>
                <a:lnTo>
                  <a:pt x="1934645" y="48878"/>
                </a:lnTo>
                <a:lnTo>
                  <a:pt x="1935143" y="48868"/>
                </a:lnTo>
                <a:lnTo>
                  <a:pt x="1935651" y="48865"/>
                </a:lnTo>
                <a:lnTo>
                  <a:pt x="1936123" y="48869"/>
                </a:lnTo>
                <a:lnTo>
                  <a:pt x="1936590" y="48883"/>
                </a:lnTo>
                <a:lnTo>
                  <a:pt x="1937052" y="48906"/>
                </a:lnTo>
                <a:lnTo>
                  <a:pt x="1937509" y="48938"/>
                </a:lnTo>
                <a:lnTo>
                  <a:pt x="1937960" y="48980"/>
                </a:lnTo>
                <a:lnTo>
                  <a:pt x="1938407" y="49030"/>
                </a:lnTo>
                <a:lnTo>
                  <a:pt x="1938849" y="49090"/>
                </a:lnTo>
                <a:lnTo>
                  <a:pt x="1939285" y="49159"/>
                </a:lnTo>
                <a:lnTo>
                  <a:pt x="1939716" y="49237"/>
                </a:lnTo>
                <a:lnTo>
                  <a:pt x="1940143" y="49325"/>
                </a:lnTo>
                <a:lnTo>
                  <a:pt x="1940564" y="49421"/>
                </a:lnTo>
                <a:lnTo>
                  <a:pt x="1940980" y="49527"/>
                </a:lnTo>
                <a:lnTo>
                  <a:pt x="1941391" y="49642"/>
                </a:lnTo>
                <a:lnTo>
                  <a:pt x="1941797" y="49766"/>
                </a:lnTo>
                <a:lnTo>
                  <a:pt x="1942198" y="49899"/>
                </a:lnTo>
                <a:lnTo>
                  <a:pt x="1942593" y="50042"/>
                </a:lnTo>
                <a:lnTo>
                  <a:pt x="1942984" y="50193"/>
                </a:lnTo>
                <a:lnTo>
                  <a:pt x="1943369" y="50354"/>
                </a:lnTo>
                <a:lnTo>
                  <a:pt x="1943750" y="50524"/>
                </a:lnTo>
                <a:lnTo>
                  <a:pt x="1944125" y="50704"/>
                </a:lnTo>
                <a:lnTo>
                  <a:pt x="1944495" y="50892"/>
                </a:lnTo>
                <a:lnTo>
                  <a:pt x="1944860" y="51090"/>
                </a:lnTo>
                <a:lnTo>
                  <a:pt x="1945220" y="51297"/>
                </a:lnTo>
                <a:lnTo>
                  <a:pt x="1945575" y="51513"/>
                </a:lnTo>
                <a:lnTo>
                  <a:pt x="1945920" y="51741"/>
                </a:lnTo>
                <a:lnTo>
                  <a:pt x="1946250" y="51983"/>
                </a:lnTo>
                <a:lnTo>
                  <a:pt x="1946566" y="52240"/>
                </a:lnTo>
                <a:lnTo>
                  <a:pt x="1946867" y="52511"/>
                </a:lnTo>
                <a:lnTo>
                  <a:pt x="1947153" y="52797"/>
                </a:lnTo>
                <a:lnTo>
                  <a:pt x="1947425" y="53098"/>
                </a:lnTo>
                <a:lnTo>
                  <a:pt x="1947681" y="53413"/>
                </a:lnTo>
                <a:lnTo>
                  <a:pt x="1947924" y="53743"/>
                </a:lnTo>
                <a:lnTo>
                  <a:pt x="1948151" y="54087"/>
                </a:lnTo>
                <a:lnTo>
                  <a:pt x="1948364" y="54446"/>
                </a:lnTo>
                <a:lnTo>
                  <a:pt x="1948562" y="54820"/>
                </a:lnTo>
                <a:lnTo>
                  <a:pt x="1948746" y="55208"/>
                </a:lnTo>
                <a:lnTo>
                  <a:pt x="1948915" y="55611"/>
                </a:lnTo>
                <a:lnTo>
                  <a:pt x="1949069" y="56028"/>
                </a:lnTo>
                <a:lnTo>
                  <a:pt x="1949208" y="56460"/>
                </a:lnTo>
                <a:lnTo>
                  <a:pt x="1949333" y="56906"/>
                </a:lnTo>
                <a:lnTo>
                  <a:pt x="1949443" y="57367"/>
                </a:lnTo>
                <a:lnTo>
                  <a:pt x="1949539" y="57843"/>
                </a:lnTo>
                <a:lnTo>
                  <a:pt x="1949619" y="58333"/>
                </a:lnTo>
                <a:lnTo>
                  <a:pt x="1949685" y="58838"/>
                </a:lnTo>
                <a:lnTo>
                  <a:pt x="1949737" y="59358"/>
                </a:lnTo>
                <a:lnTo>
                  <a:pt x="1949773" y="59891"/>
                </a:lnTo>
                <a:lnTo>
                  <a:pt x="1949795" y="60440"/>
                </a:lnTo>
                <a:lnTo>
                  <a:pt x="1949803" y="61003"/>
                </a:lnTo>
                <a:lnTo>
                  <a:pt x="1971698" y="61003"/>
                </a:lnTo>
                <a:lnTo>
                  <a:pt x="1971693" y="60333"/>
                </a:lnTo>
                <a:lnTo>
                  <a:pt x="1971677" y="59672"/>
                </a:lnTo>
                <a:lnTo>
                  <a:pt x="1971650" y="59021"/>
                </a:lnTo>
                <a:lnTo>
                  <a:pt x="1971612" y="58379"/>
                </a:lnTo>
                <a:lnTo>
                  <a:pt x="1971563" y="57747"/>
                </a:lnTo>
                <a:lnTo>
                  <a:pt x="1971504" y="57123"/>
                </a:lnTo>
                <a:lnTo>
                  <a:pt x="1971433" y="56510"/>
                </a:lnTo>
                <a:lnTo>
                  <a:pt x="1971352" y="55905"/>
                </a:lnTo>
                <a:lnTo>
                  <a:pt x="1971260" y="55310"/>
                </a:lnTo>
                <a:lnTo>
                  <a:pt x="1971158" y="54724"/>
                </a:lnTo>
                <a:lnTo>
                  <a:pt x="1971044" y="54148"/>
                </a:lnTo>
                <a:lnTo>
                  <a:pt x="1970920" y="53581"/>
                </a:lnTo>
                <a:lnTo>
                  <a:pt x="1970784" y="53023"/>
                </a:lnTo>
                <a:lnTo>
                  <a:pt x="1970638" y="52475"/>
                </a:lnTo>
                <a:lnTo>
                  <a:pt x="1970482" y="51936"/>
                </a:lnTo>
                <a:lnTo>
                  <a:pt x="1970314" y="51407"/>
                </a:lnTo>
                <a:lnTo>
                  <a:pt x="1970135" y="50886"/>
                </a:lnTo>
                <a:lnTo>
                  <a:pt x="1969946" y="50376"/>
                </a:lnTo>
                <a:lnTo>
                  <a:pt x="1969746" y="49874"/>
                </a:lnTo>
                <a:lnTo>
                  <a:pt x="1969535" y="49382"/>
                </a:lnTo>
                <a:lnTo>
                  <a:pt x="1969313" y="48899"/>
                </a:lnTo>
                <a:lnTo>
                  <a:pt x="1969081" y="48426"/>
                </a:lnTo>
                <a:lnTo>
                  <a:pt x="1968837" y="47962"/>
                </a:lnTo>
                <a:lnTo>
                  <a:pt x="1968583" y="47508"/>
                </a:lnTo>
                <a:lnTo>
                  <a:pt x="1968320" y="47061"/>
                </a:lnTo>
                <a:lnTo>
                  <a:pt x="1968050" y="46623"/>
                </a:lnTo>
                <a:lnTo>
                  <a:pt x="1967772" y="46192"/>
                </a:lnTo>
                <a:lnTo>
                  <a:pt x="1967488" y="45769"/>
                </a:lnTo>
                <a:lnTo>
                  <a:pt x="1967196" y="45354"/>
                </a:lnTo>
                <a:lnTo>
                  <a:pt x="1966898" y="44946"/>
                </a:lnTo>
                <a:lnTo>
                  <a:pt x="1966592" y="44546"/>
                </a:lnTo>
                <a:lnTo>
                  <a:pt x="1966279" y="44153"/>
                </a:lnTo>
                <a:lnTo>
                  <a:pt x="1965959" y="43769"/>
                </a:lnTo>
                <a:lnTo>
                  <a:pt x="1965632" y="43391"/>
                </a:lnTo>
                <a:lnTo>
                  <a:pt x="1965298" y="43022"/>
                </a:lnTo>
                <a:lnTo>
                  <a:pt x="1964956" y="42660"/>
                </a:lnTo>
                <a:lnTo>
                  <a:pt x="1964608" y="42306"/>
                </a:lnTo>
                <a:lnTo>
                  <a:pt x="1964252" y="41959"/>
                </a:lnTo>
                <a:lnTo>
                  <a:pt x="1963890" y="41621"/>
                </a:lnTo>
                <a:lnTo>
                  <a:pt x="1963520" y="41289"/>
                </a:lnTo>
                <a:lnTo>
                  <a:pt x="1963143" y="40966"/>
                </a:lnTo>
                <a:lnTo>
                  <a:pt x="1962759" y="40650"/>
                </a:lnTo>
                <a:lnTo>
                  <a:pt x="1962368" y="40342"/>
                </a:lnTo>
                <a:lnTo>
                  <a:pt x="1961970" y="40041"/>
                </a:lnTo>
                <a:lnTo>
                  <a:pt x="1961564" y="39748"/>
                </a:lnTo>
                <a:lnTo>
                  <a:pt x="1961152" y="39463"/>
                </a:lnTo>
                <a:lnTo>
                  <a:pt x="1960732" y="39185"/>
                </a:lnTo>
                <a:lnTo>
                  <a:pt x="1960306" y="38916"/>
                </a:lnTo>
                <a:lnTo>
                  <a:pt x="1959873" y="38652"/>
                </a:lnTo>
                <a:lnTo>
                  <a:pt x="1959437" y="38396"/>
                </a:lnTo>
                <a:lnTo>
                  <a:pt x="1958996" y="38145"/>
                </a:lnTo>
                <a:lnTo>
                  <a:pt x="1958550" y="37902"/>
                </a:lnTo>
                <a:lnTo>
                  <a:pt x="1958100" y="37664"/>
                </a:lnTo>
                <a:lnTo>
                  <a:pt x="1957646" y="37433"/>
                </a:lnTo>
                <a:lnTo>
                  <a:pt x="1957188" y="37208"/>
                </a:lnTo>
                <a:lnTo>
                  <a:pt x="1956726" y="36990"/>
                </a:lnTo>
                <a:lnTo>
                  <a:pt x="1956259" y="36778"/>
                </a:lnTo>
                <a:lnTo>
                  <a:pt x="1955787" y="36573"/>
                </a:lnTo>
                <a:lnTo>
                  <a:pt x="1955312" y="36374"/>
                </a:lnTo>
                <a:lnTo>
                  <a:pt x="1954832" y="36181"/>
                </a:lnTo>
                <a:lnTo>
                  <a:pt x="1954347" y="35995"/>
                </a:lnTo>
                <a:lnTo>
                  <a:pt x="1953859" y="35815"/>
                </a:lnTo>
                <a:lnTo>
                  <a:pt x="1953366" y="35642"/>
                </a:lnTo>
                <a:lnTo>
                  <a:pt x="1952869" y="35475"/>
                </a:lnTo>
                <a:lnTo>
                  <a:pt x="1952367" y="35315"/>
                </a:lnTo>
                <a:lnTo>
                  <a:pt x="1951861" y="35161"/>
                </a:lnTo>
                <a:lnTo>
                  <a:pt x="1951351" y="35013"/>
                </a:lnTo>
                <a:lnTo>
                  <a:pt x="1950836" y="34872"/>
                </a:lnTo>
                <a:lnTo>
                  <a:pt x="1950317" y="34737"/>
                </a:lnTo>
                <a:lnTo>
                  <a:pt x="1949794" y="34608"/>
                </a:lnTo>
                <a:lnTo>
                  <a:pt x="1949267" y="34486"/>
                </a:lnTo>
                <a:lnTo>
                  <a:pt x="1948735" y="34371"/>
                </a:lnTo>
                <a:lnTo>
                  <a:pt x="1948200" y="34261"/>
                </a:lnTo>
                <a:lnTo>
                  <a:pt x="1947665" y="34155"/>
                </a:lnTo>
                <a:lnTo>
                  <a:pt x="1947128" y="34054"/>
                </a:lnTo>
                <a:lnTo>
                  <a:pt x="1946591" y="33958"/>
                </a:lnTo>
                <a:lnTo>
                  <a:pt x="1946053" y="33867"/>
                </a:lnTo>
                <a:lnTo>
                  <a:pt x="1945514" y="33780"/>
                </a:lnTo>
                <a:lnTo>
                  <a:pt x="1944974" y="33698"/>
                </a:lnTo>
                <a:lnTo>
                  <a:pt x="1944433" y="33621"/>
                </a:lnTo>
                <a:lnTo>
                  <a:pt x="1943891" y="33549"/>
                </a:lnTo>
                <a:lnTo>
                  <a:pt x="1943348" y="33481"/>
                </a:lnTo>
                <a:lnTo>
                  <a:pt x="1942804" y="33417"/>
                </a:lnTo>
                <a:lnTo>
                  <a:pt x="1942259" y="33359"/>
                </a:lnTo>
                <a:lnTo>
                  <a:pt x="1941714" y="33305"/>
                </a:lnTo>
                <a:lnTo>
                  <a:pt x="1941167" y="33256"/>
                </a:lnTo>
                <a:lnTo>
                  <a:pt x="1940620" y="33211"/>
                </a:lnTo>
                <a:lnTo>
                  <a:pt x="1940071" y="33171"/>
                </a:lnTo>
                <a:lnTo>
                  <a:pt x="1939522" y="33136"/>
                </a:lnTo>
                <a:lnTo>
                  <a:pt x="1938972" y="33106"/>
                </a:lnTo>
                <a:lnTo>
                  <a:pt x="1938421" y="33080"/>
                </a:lnTo>
                <a:lnTo>
                  <a:pt x="1937868" y="33059"/>
                </a:lnTo>
                <a:lnTo>
                  <a:pt x="1937315" y="33043"/>
                </a:lnTo>
                <a:lnTo>
                  <a:pt x="1936761" y="33031"/>
                </a:lnTo>
                <a:lnTo>
                  <a:pt x="1936206" y="33024"/>
                </a:lnTo>
                <a:lnTo>
                  <a:pt x="1935651" y="33022"/>
                </a:lnTo>
                <a:lnTo>
                  <a:pt x="1935080" y="33024"/>
                </a:lnTo>
                <a:lnTo>
                  <a:pt x="1934511" y="33031"/>
                </a:lnTo>
                <a:lnTo>
                  <a:pt x="1933942" y="33043"/>
                </a:lnTo>
                <a:lnTo>
                  <a:pt x="1933375" y="33059"/>
                </a:lnTo>
                <a:lnTo>
                  <a:pt x="1932809" y="33080"/>
                </a:lnTo>
                <a:lnTo>
                  <a:pt x="1932243" y="33106"/>
                </a:lnTo>
                <a:lnTo>
                  <a:pt x="1931679" y="33137"/>
                </a:lnTo>
                <a:lnTo>
                  <a:pt x="1931116" y="33172"/>
                </a:lnTo>
                <a:lnTo>
                  <a:pt x="1930554" y="33212"/>
                </a:lnTo>
                <a:lnTo>
                  <a:pt x="1929993" y="33256"/>
                </a:lnTo>
                <a:lnTo>
                  <a:pt x="1929434" y="33306"/>
                </a:lnTo>
                <a:lnTo>
                  <a:pt x="1928875" y="33360"/>
                </a:lnTo>
                <a:lnTo>
                  <a:pt x="1928317" y="33418"/>
                </a:lnTo>
                <a:lnTo>
                  <a:pt x="1927761" y="33482"/>
                </a:lnTo>
                <a:lnTo>
                  <a:pt x="1927205" y="33550"/>
                </a:lnTo>
                <a:lnTo>
                  <a:pt x="1926651" y="33622"/>
                </a:lnTo>
                <a:lnTo>
                  <a:pt x="1926098" y="33700"/>
                </a:lnTo>
                <a:lnTo>
                  <a:pt x="1925546" y="33782"/>
                </a:lnTo>
                <a:lnTo>
                  <a:pt x="1924994" y="33869"/>
                </a:lnTo>
                <a:lnTo>
                  <a:pt x="1924444" y="33960"/>
                </a:lnTo>
                <a:lnTo>
                  <a:pt x="1923895" y="34057"/>
                </a:lnTo>
                <a:lnTo>
                  <a:pt x="1923348" y="34157"/>
                </a:lnTo>
                <a:lnTo>
                  <a:pt x="1922801" y="34263"/>
                </a:lnTo>
                <a:lnTo>
                  <a:pt x="1922255" y="34373"/>
                </a:lnTo>
                <a:lnTo>
                  <a:pt x="1921712" y="34489"/>
                </a:lnTo>
                <a:lnTo>
                  <a:pt x="1921174" y="34609"/>
                </a:lnTo>
                <a:lnTo>
                  <a:pt x="1920640" y="34735"/>
                </a:lnTo>
                <a:lnTo>
                  <a:pt x="1920111" y="34867"/>
                </a:lnTo>
                <a:lnTo>
                  <a:pt x="1919587" y="35004"/>
                </a:lnTo>
                <a:lnTo>
                  <a:pt x="1919068" y="35146"/>
                </a:lnTo>
                <a:lnTo>
                  <a:pt x="1918552" y="35294"/>
                </a:lnTo>
                <a:lnTo>
                  <a:pt x="1918042" y="35448"/>
                </a:lnTo>
                <a:lnTo>
                  <a:pt x="1917536" y="35607"/>
                </a:lnTo>
                <a:lnTo>
                  <a:pt x="1917035" y="35771"/>
                </a:lnTo>
                <a:lnTo>
                  <a:pt x="1916539" y="35941"/>
                </a:lnTo>
                <a:lnTo>
                  <a:pt x="1916047" y="36116"/>
                </a:lnTo>
                <a:lnTo>
                  <a:pt x="1915560" y="36297"/>
                </a:lnTo>
                <a:lnTo>
                  <a:pt x="1915077" y="36483"/>
                </a:lnTo>
                <a:lnTo>
                  <a:pt x="1914599" y="36675"/>
                </a:lnTo>
                <a:lnTo>
                  <a:pt x="1914126" y="36872"/>
                </a:lnTo>
                <a:lnTo>
                  <a:pt x="1913657" y="37074"/>
                </a:lnTo>
                <a:lnTo>
                  <a:pt x="1913193" y="37282"/>
                </a:lnTo>
                <a:lnTo>
                  <a:pt x="1912734" y="37496"/>
                </a:lnTo>
                <a:lnTo>
                  <a:pt x="1912279" y="37715"/>
                </a:lnTo>
                <a:lnTo>
                  <a:pt x="1911829" y="37940"/>
                </a:lnTo>
                <a:lnTo>
                  <a:pt x="1911383" y="38169"/>
                </a:lnTo>
                <a:lnTo>
                  <a:pt x="1910942" y="38405"/>
                </a:lnTo>
                <a:lnTo>
                  <a:pt x="1910506" y="38646"/>
                </a:lnTo>
                <a:lnTo>
                  <a:pt x="1910076" y="38893"/>
                </a:lnTo>
                <a:lnTo>
                  <a:pt x="1909653" y="39146"/>
                </a:lnTo>
                <a:lnTo>
                  <a:pt x="1909237" y="39405"/>
                </a:lnTo>
                <a:lnTo>
                  <a:pt x="1908829" y="39671"/>
                </a:lnTo>
                <a:lnTo>
                  <a:pt x="1908427" y="39944"/>
                </a:lnTo>
                <a:lnTo>
                  <a:pt x="1908033" y="40223"/>
                </a:lnTo>
                <a:lnTo>
                  <a:pt x="1907647" y="40508"/>
                </a:lnTo>
                <a:lnTo>
                  <a:pt x="1907267" y="40800"/>
                </a:lnTo>
                <a:lnTo>
                  <a:pt x="1906895" y="41098"/>
                </a:lnTo>
                <a:lnTo>
                  <a:pt x="1906530" y="41402"/>
                </a:lnTo>
                <a:lnTo>
                  <a:pt x="1906173" y="41713"/>
                </a:lnTo>
                <a:lnTo>
                  <a:pt x="1905822" y="42031"/>
                </a:lnTo>
                <a:lnTo>
                  <a:pt x="1905479" y="42355"/>
                </a:lnTo>
                <a:lnTo>
                  <a:pt x="1905143" y="42685"/>
                </a:lnTo>
                <a:lnTo>
                  <a:pt x="1904815" y="43021"/>
                </a:lnTo>
                <a:lnTo>
                  <a:pt x="1904493" y="43364"/>
                </a:lnTo>
                <a:lnTo>
                  <a:pt x="1904179" y="43714"/>
                </a:lnTo>
                <a:lnTo>
                  <a:pt x="1903872" y="44070"/>
                </a:lnTo>
                <a:lnTo>
                  <a:pt x="1903573" y="44432"/>
                </a:lnTo>
                <a:lnTo>
                  <a:pt x="1903281" y="44801"/>
                </a:lnTo>
                <a:lnTo>
                  <a:pt x="1902995" y="45176"/>
                </a:lnTo>
                <a:lnTo>
                  <a:pt x="1902718" y="45557"/>
                </a:lnTo>
                <a:lnTo>
                  <a:pt x="1902447" y="45945"/>
                </a:lnTo>
                <a:lnTo>
                  <a:pt x="1902184" y="46339"/>
                </a:lnTo>
                <a:lnTo>
                  <a:pt x="1901930" y="46740"/>
                </a:lnTo>
                <a:lnTo>
                  <a:pt x="1901686" y="47148"/>
                </a:lnTo>
                <a:lnTo>
                  <a:pt x="1901454" y="47564"/>
                </a:lnTo>
                <a:lnTo>
                  <a:pt x="1901232" y="47986"/>
                </a:lnTo>
                <a:lnTo>
                  <a:pt x="1901021" y="48416"/>
                </a:lnTo>
                <a:lnTo>
                  <a:pt x="1900821" y="48853"/>
                </a:lnTo>
                <a:lnTo>
                  <a:pt x="1900632" y="49297"/>
                </a:lnTo>
                <a:lnTo>
                  <a:pt x="1900453" y="49748"/>
                </a:lnTo>
                <a:lnTo>
                  <a:pt x="1900286" y="50206"/>
                </a:lnTo>
                <a:lnTo>
                  <a:pt x="1900129" y="50672"/>
                </a:lnTo>
                <a:lnTo>
                  <a:pt x="1899983" y="51145"/>
                </a:lnTo>
                <a:lnTo>
                  <a:pt x="1899848" y="51625"/>
                </a:lnTo>
                <a:lnTo>
                  <a:pt x="1899723" y="52112"/>
                </a:lnTo>
                <a:lnTo>
                  <a:pt x="1899610" y="52606"/>
                </a:lnTo>
                <a:lnTo>
                  <a:pt x="1899507" y="53108"/>
                </a:lnTo>
                <a:lnTo>
                  <a:pt x="1899415" y="53617"/>
                </a:lnTo>
                <a:lnTo>
                  <a:pt x="1899334" y="54133"/>
                </a:lnTo>
                <a:lnTo>
                  <a:pt x="1899263" y="54656"/>
                </a:lnTo>
                <a:lnTo>
                  <a:pt x="1899204" y="55186"/>
                </a:lnTo>
                <a:lnTo>
                  <a:pt x="1899155" y="55724"/>
                </a:lnTo>
                <a:lnTo>
                  <a:pt x="1899117" y="56269"/>
                </a:lnTo>
                <a:lnTo>
                  <a:pt x="1899090" y="56821"/>
                </a:lnTo>
                <a:lnTo>
                  <a:pt x="1899074" y="57380"/>
                </a:lnTo>
                <a:lnTo>
                  <a:pt x="1899069" y="57946"/>
                </a:lnTo>
                <a:lnTo>
                  <a:pt x="1899076" y="58668"/>
                </a:lnTo>
                <a:lnTo>
                  <a:pt x="1899097" y="59378"/>
                </a:lnTo>
                <a:lnTo>
                  <a:pt x="1899133" y="60076"/>
                </a:lnTo>
                <a:lnTo>
                  <a:pt x="1899182" y="60762"/>
                </a:lnTo>
                <a:lnTo>
                  <a:pt x="1899246" y="61437"/>
                </a:lnTo>
                <a:lnTo>
                  <a:pt x="1899325" y="62100"/>
                </a:lnTo>
                <a:lnTo>
                  <a:pt x="1899417" y="62751"/>
                </a:lnTo>
                <a:lnTo>
                  <a:pt x="1899524" y="63390"/>
                </a:lnTo>
                <a:lnTo>
                  <a:pt x="1899645" y="64018"/>
                </a:lnTo>
                <a:lnTo>
                  <a:pt x="1899780" y="64634"/>
                </a:lnTo>
                <a:lnTo>
                  <a:pt x="1899929" y="65238"/>
                </a:lnTo>
                <a:lnTo>
                  <a:pt x="1900092" y="65831"/>
                </a:lnTo>
                <a:lnTo>
                  <a:pt x="1900270" y="66412"/>
                </a:lnTo>
                <a:lnTo>
                  <a:pt x="1900462" y="66981"/>
                </a:lnTo>
                <a:lnTo>
                  <a:pt x="1900668" y="67539"/>
                </a:lnTo>
                <a:lnTo>
                  <a:pt x="1900888" y="68085"/>
                </a:lnTo>
                <a:lnTo>
                  <a:pt x="1901123" y="68619"/>
                </a:lnTo>
                <a:lnTo>
                  <a:pt x="1901372" y="69141"/>
                </a:lnTo>
                <a:lnTo>
                  <a:pt x="1901635" y="69652"/>
                </a:lnTo>
                <a:lnTo>
                  <a:pt x="1901912" y="70150"/>
                </a:lnTo>
                <a:lnTo>
                  <a:pt x="1902203" y="70638"/>
                </a:lnTo>
                <a:lnTo>
                  <a:pt x="1902509" y="71113"/>
                </a:lnTo>
                <a:lnTo>
                  <a:pt x="1902829" y="71577"/>
                </a:lnTo>
                <a:lnTo>
                  <a:pt x="1903163" y="72029"/>
                </a:lnTo>
                <a:lnTo>
                  <a:pt x="1903510" y="72471"/>
                </a:lnTo>
                <a:lnTo>
                  <a:pt x="1903867" y="72906"/>
                </a:lnTo>
                <a:lnTo>
                  <a:pt x="1904236" y="73333"/>
                </a:lnTo>
                <a:lnTo>
                  <a:pt x="1904616" y="73753"/>
                </a:lnTo>
                <a:lnTo>
                  <a:pt x="1905006" y="74165"/>
                </a:lnTo>
                <a:lnTo>
                  <a:pt x="1905408" y="74570"/>
                </a:lnTo>
                <a:lnTo>
                  <a:pt x="1905820" y="74967"/>
                </a:lnTo>
                <a:lnTo>
                  <a:pt x="1906244" y="75357"/>
                </a:lnTo>
                <a:lnTo>
                  <a:pt x="1906678" y="75739"/>
                </a:lnTo>
                <a:lnTo>
                  <a:pt x="1907124" y="76114"/>
                </a:lnTo>
                <a:lnTo>
                  <a:pt x="1907580" y="76481"/>
                </a:lnTo>
                <a:lnTo>
                  <a:pt x="1908047" y="76841"/>
                </a:lnTo>
                <a:lnTo>
                  <a:pt x="1908526" y="77193"/>
                </a:lnTo>
                <a:lnTo>
                  <a:pt x="1909015" y="77538"/>
                </a:lnTo>
                <a:lnTo>
                  <a:pt x="1909515" y="77875"/>
                </a:lnTo>
                <a:lnTo>
                  <a:pt x="1910027" y="78205"/>
                </a:lnTo>
                <a:lnTo>
                  <a:pt x="1910549" y="78527"/>
                </a:lnTo>
                <a:lnTo>
                  <a:pt x="1911082" y="78842"/>
                </a:lnTo>
                <a:lnTo>
                  <a:pt x="1911626" y="79149"/>
                </a:lnTo>
                <a:lnTo>
                  <a:pt x="1912181" y="79449"/>
                </a:lnTo>
                <a:lnTo>
                  <a:pt x="1912747" y="79742"/>
                </a:lnTo>
                <a:lnTo>
                  <a:pt x="1913324" y="80026"/>
                </a:lnTo>
                <a:lnTo>
                  <a:pt x="1913912" y="80304"/>
                </a:lnTo>
                <a:lnTo>
                  <a:pt x="1914511" y="80574"/>
                </a:lnTo>
                <a:lnTo>
                  <a:pt x="1915119" y="80838"/>
                </a:lnTo>
                <a:lnTo>
                  <a:pt x="1915734" y="81099"/>
                </a:lnTo>
                <a:lnTo>
                  <a:pt x="1916356" y="81357"/>
                </a:lnTo>
                <a:lnTo>
                  <a:pt x="1916985" y="81612"/>
                </a:lnTo>
                <a:lnTo>
                  <a:pt x="1917621" y="81863"/>
                </a:lnTo>
                <a:lnTo>
                  <a:pt x="1918264" y="82111"/>
                </a:lnTo>
                <a:lnTo>
                  <a:pt x="1918913" y="82356"/>
                </a:lnTo>
                <a:lnTo>
                  <a:pt x="1919570" y="82598"/>
                </a:lnTo>
                <a:lnTo>
                  <a:pt x="1920234" y="82836"/>
                </a:lnTo>
                <a:lnTo>
                  <a:pt x="1920904" y="83071"/>
                </a:lnTo>
                <a:lnTo>
                  <a:pt x="1921582" y="83303"/>
                </a:lnTo>
                <a:lnTo>
                  <a:pt x="1922266" y="83531"/>
                </a:lnTo>
                <a:lnTo>
                  <a:pt x="1922958" y="83756"/>
                </a:lnTo>
                <a:lnTo>
                  <a:pt x="1923656" y="83978"/>
                </a:lnTo>
                <a:lnTo>
                  <a:pt x="1924361" y="84197"/>
                </a:lnTo>
                <a:lnTo>
                  <a:pt x="1925074" y="84412"/>
                </a:lnTo>
                <a:lnTo>
                  <a:pt x="1925793" y="84624"/>
                </a:lnTo>
                <a:lnTo>
                  <a:pt x="1926519" y="84833"/>
                </a:lnTo>
                <a:lnTo>
                  <a:pt x="1927252" y="85038"/>
                </a:lnTo>
                <a:lnTo>
                  <a:pt x="1927992" y="85241"/>
                </a:lnTo>
                <a:lnTo>
                  <a:pt x="1928739" y="85440"/>
                </a:lnTo>
                <a:lnTo>
                  <a:pt x="1929493" y="85635"/>
                </a:lnTo>
                <a:lnTo>
                  <a:pt x="1930254" y="85828"/>
                </a:lnTo>
                <a:lnTo>
                  <a:pt x="1931022" y="86017"/>
                </a:lnTo>
                <a:lnTo>
                  <a:pt x="1931930" y="86227"/>
                </a:lnTo>
                <a:lnTo>
                  <a:pt x="1932816" y="86436"/>
                </a:lnTo>
                <a:lnTo>
                  <a:pt x="1933678" y="86646"/>
                </a:lnTo>
                <a:lnTo>
                  <a:pt x="1934517" y="86854"/>
                </a:lnTo>
                <a:lnTo>
                  <a:pt x="1935333" y="87063"/>
                </a:lnTo>
                <a:lnTo>
                  <a:pt x="1936126" y="87271"/>
                </a:lnTo>
                <a:lnTo>
                  <a:pt x="1936896" y="87479"/>
                </a:lnTo>
                <a:lnTo>
                  <a:pt x="1937643" y="87687"/>
                </a:lnTo>
                <a:lnTo>
                  <a:pt x="1938367" y="87894"/>
                </a:lnTo>
                <a:lnTo>
                  <a:pt x="1939068" y="88102"/>
                </a:lnTo>
                <a:lnTo>
                  <a:pt x="1939746" y="88308"/>
                </a:lnTo>
                <a:lnTo>
                  <a:pt x="1940401" y="88515"/>
                </a:lnTo>
                <a:lnTo>
                  <a:pt x="1941033" y="88721"/>
                </a:lnTo>
                <a:lnTo>
                  <a:pt x="1941642" y="88927"/>
                </a:lnTo>
                <a:lnTo>
                  <a:pt x="1942228" y="89132"/>
                </a:lnTo>
                <a:lnTo>
                  <a:pt x="1942791" y="89337"/>
                </a:lnTo>
                <a:lnTo>
                  <a:pt x="1943331" y="89542"/>
                </a:lnTo>
                <a:lnTo>
                  <a:pt x="1943848" y="89747"/>
                </a:lnTo>
                <a:lnTo>
                  <a:pt x="1944341" y="89951"/>
                </a:lnTo>
                <a:lnTo>
                  <a:pt x="1944812" y="90155"/>
                </a:lnTo>
                <a:lnTo>
                  <a:pt x="1945260" y="90359"/>
                </a:lnTo>
                <a:lnTo>
                  <a:pt x="1945685" y="90562"/>
                </a:lnTo>
                <a:lnTo>
                  <a:pt x="1946086" y="90765"/>
                </a:lnTo>
                <a:lnTo>
                  <a:pt x="1946465" y="90968"/>
                </a:lnTo>
                <a:lnTo>
                  <a:pt x="1946824" y="91175"/>
                </a:lnTo>
                <a:lnTo>
                  <a:pt x="1947169" y="91390"/>
                </a:lnTo>
                <a:lnTo>
                  <a:pt x="1947498" y="91614"/>
                </a:lnTo>
                <a:lnTo>
                  <a:pt x="1947811" y="91847"/>
                </a:lnTo>
                <a:lnTo>
                  <a:pt x="1948110" y="92089"/>
                </a:lnTo>
                <a:lnTo>
                  <a:pt x="1948393" y="92340"/>
                </a:lnTo>
                <a:lnTo>
                  <a:pt x="1948660" y="92599"/>
                </a:lnTo>
                <a:lnTo>
                  <a:pt x="1948913" y="92867"/>
                </a:lnTo>
                <a:lnTo>
                  <a:pt x="1949150" y="93144"/>
                </a:lnTo>
                <a:lnTo>
                  <a:pt x="1949372" y="93429"/>
                </a:lnTo>
                <a:lnTo>
                  <a:pt x="1949578" y="93723"/>
                </a:lnTo>
                <a:lnTo>
                  <a:pt x="1949769" y="94026"/>
                </a:lnTo>
                <a:lnTo>
                  <a:pt x="1949945" y="94338"/>
                </a:lnTo>
                <a:lnTo>
                  <a:pt x="1950106" y="94658"/>
                </a:lnTo>
                <a:lnTo>
                  <a:pt x="1950251" y="94988"/>
                </a:lnTo>
                <a:lnTo>
                  <a:pt x="1950381" y="95326"/>
                </a:lnTo>
                <a:lnTo>
                  <a:pt x="1950496" y="95672"/>
                </a:lnTo>
                <a:lnTo>
                  <a:pt x="1950595" y="96028"/>
                </a:lnTo>
                <a:lnTo>
                  <a:pt x="1950680" y="96392"/>
                </a:lnTo>
                <a:lnTo>
                  <a:pt x="1950748" y="96765"/>
                </a:lnTo>
                <a:lnTo>
                  <a:pt x="1950802" y="97147"/>
                </a:lnTo>
                <a:lnTo>
                  <a:pt x="1950840" y="97537"/>
                </a:lnTo>
                <a:lnTo>
                  <a:pt x="1950863" y="97936"/>
                </a:lnTo>
                <a:lnTo>
                  <a:pt x="1950871" y="98344"/>
                </a:lnTo>
                <a:lnTo>
                  <a:pt x="1950864" y="98782"/>
                </a:lnTo>
                <a:lnTo>
                  <a:pt x="1950845" y="99209"/>
                </a:lnTo>
                <a:lnTo>
                  <a:pt x="1950812" y="99625"/>
                </a:lnTo>
                <a:lnTo>
                  <a:pt x="1950767" y="100030"/>
                </a:lnTo>
                <a:lnTo>
                  <a:pt x="1950709" y="100425"/>
                </a:lnTo>
                <a:lnTo>
                  <a:pt x="1950637" y="100809"/>
                </a:lnTo>
                <a:lnTo>
                  <a:pt x="1950553" y="101182"/>
                </a:lnTo>
                <a:lnTo>
                  <a:pt x="1950455" y="101545"/>
                </a:lnTo>
                <a:lnTo>
                  <a:pt x="1950345" y="101897"/>
                </a:lnTo>
                <a:lnTo>
                  <a:pt x="1950222" y="102239"/>
                </a:lnTo>
                <a:lnTo>
                  <a:pt x="1950086" y="102570"/>
                </a:lnTo>
                <a:lnTo>
                  <a:pt x="1949936" y="102890"/>
                </a:lnTo>
                <a:lnTo>
                  <a:pt x="1949774" y="103200"/>
                </a:lnTo>
                <a:lnTo>
                  <a:pt x="1949599" y="103499"/>
                </a:lnTo>
                <a:lnTo>
                  <a:pt x="1949411" y="103787"/>
                </a:lnTo>
                <a:lnTo>
                  <a:pt x="1949209" y="104064"/>
                </a:lnTo>
                <a:lnTo>
                  <a:pt x="1948995" y="104331"/>
                </a:lnTo>
                <a:lnTo>
                  <a:pt x="1948768" y="104588"/>
                </a:lnTo>
                <a:lnTo>
                  <a:pt x="1948528" y="104833"/>
                </a:lnTo>
                <a:lnTo>
                  <a:pt x="1948275" y="105068"/>
                </a:lnTo>
                <a:lnTo>
                  <a:pt x="1948009" y="105293"/>
                </a:lnTo>
                <a:lnTo>
                  <a:pt x="1947730" y="105506"/>
                </a:lnTo>
                <a:lnTo>
                  <a:pt x="1947438" y="105709"/>
                </a:lnTo>
                <a:lnTo>
                  <a:pt x="1947133" y="105902"/>
                </a:lnTo>
                <a:lnTo>
                  <a:pt x="1946816" y="106085"/>
                </a:lnTo>
                <a:lnTo>
                  <a:pt x="1946488" y="106260"/>
                </a:lnTo>
                <a:lnTo>
                  <a:pt x="1946151" y="106427"/>
                </a:lnTo>
                <a:lnTo>
                  <a:pt x="1945802" y="106587"/>
                </a:lnTo>
                <a:lnTo>
                  <a:pt x="1945444" y="106738"/>
                </a:lnTo>
                <a:lnTo>
                  <a:pt x="1945074" y="106882"/>
                </a:lnTo>
                <a:lnTo>
                  <a:pt x="1944694" y="107019"/>
                </a:lnTo>
                <a:lnTo>
                  <a:pt x="1944304" y="107147"/>
                </a:lnTo>
                <a:lnTo>
                  <a:pt x="1943903" y="107268"/>
                </a:lnTo>
                <a:lnTo>
                  <a:pt x="1943492" y="107381"/>
                </a:lnTo>
                <a:lnTo>
                  <a:pt x="1943070" y="107486"/>
                </a:lnTo>
                <a:lnTo>
                  <a:pt x="1942638" y="107583"/>
                </a:lnTo>
                <a:lnTo>
                  <a:pt x="1942195" y="107673"/>
                </a:lnTo>
                <a:lnTo>
                  <a:pt x="1941741" y="107754"/>
                </a:lnTo>
                <a:lnTo>
                  <a:pt x="1941278" y="107828"/>
                </a:lnTo>
                <a:lnTo>
                  <a:pt x="1940803" y="107894"/>
                </a:lnTo>
                <a:lnTo>
                  <a:pt x="1940318" y="107953"/>
                </a:lnTo>
                <a:lnTo>
                  <a:pt x="1939823" y="108003"/>
                </a:lnTo>
                <a:lnTo>
                  <a:pt x="1939317" y="108046"/>
                </a:lnTo>
                <a:lnTo>
                  <a:pt x="1938800" y="108081"/>
                </a:lnTo>
                <a:lnTo>
                  <a:pt x="1938274" y="108109"/>
                </a:lnTo>
                <a:lnTo>
                  <a:pt x="1937736" y="108128"/>
                </a:lnTo>
                <a:lnTo>
                  <a:pt x="1937188" y="108140"/>
                </a:lnTo>
                <a:lnTo>
                  <a:pt x="1936630" y="108144"/>
                </a:lnTo>
                <a:lnTo>
                  <a:pt x="1936062" y="108138"/>
                </a:lnTo>
                <a:lnTo>
                  <a:pt x="1935500" y="108123"/>
                </a:lnTo>
                <a:lnTo>
                  <a:pt x="1934943" y="108098"/>
                </a:lnTo>
                <a:lnTo>
                  <a:pt x="1934393" y="108062"/>
                </a:lnTo>
                <a:lnTo>
                  <a:pt x="1933849" y="108017"/>
                </a:lnTo>
                <a:lnTo>
                  <a:pt x="1933311" y="107961"/>
                </a:lnTo>
                <a:lnTo>
                  <a:pt x="1932779" y="107895"/>
                </a:lnTo>
                <a:lnTo>
                  <a:pt x="1932254" y="107819"/>
                </a:lnTo>
                <a:lnTo>
                  <a:pt x="1931734" y="107733"/>
                </a:lnTo>
                <a:lnTo>
                  <a:pt x="1931220" y="107637"/>
                </a:lnTo>
                <a:lnTo>
                  <a:pt x="1930712" y="107531"/>
                </a:lnTo>
                <a:lnTo>
                  <a:pt x="1930210" y="107414"/>
                </a:lnTo>
                <a:lnTo>
                  <a:pt x="1929714" y="107287"/>
                </a:lnTo>
                <a:lnTo>
                  <a:pt x="1929225" y="107151"/>
                </a:lnTo>
                <a:lnTo>
                  <a:pt x="1928741" y="107004"/>
                </a:lnTo>
                <a:lnTo>
                  <a:pt x="1928263" y="106847"/>
                </a:lnTo>
                <a:lnTo>
                  <a:pt x="1927791" y="106680"/>
                </a:lnTo>
                <a:lnTo>
                  <a:pt x="1927326" y="106502"/>
                </a:lnTo>
                <a:lnTo>
                  <a:pt x="1926866" y="106315"/>
                </a:lnTo>
                <a:lnTo>
                  <a:pt x="1926412" y="106117"/>
                </a:lnTo>
                <a:lnTo>
                  <a:pt x="1925965" y="105910"/>
                </a:lnTo>
                <a:lnTo>
                  <a:pt x="1925523" y="105692"/>
                </a:lnTo>
                <a:lnTo>
                  <a:pt x="1925088" y="105464"/>
                </a:lnTo>
                <a:lnTo>
                  <a:pt x="1924658" y="105226"/>
                </a:lnTo>
                <a:lnTo>
                  <a:pt x="1924241" y="104975"/>
                </a:lnTo>
                <a:lnTo>
                  <a:pt x="1923841" y="104708"/>
                </a:lnTo>
                <a:lnTo>
                  <a:pt x="1923459" y="104425"/>
                </a:lnTo>
                <a:lnTo>
                  <a:pt x="1923094" y="104127"/>
                </a:lnTo>
                <a:lnTo>
                  <a:pt x="1922748" y="103812"/>
                </a:lnTo>
                <a:lnTo>
                  <a:pt x="1922419" y="103482"/>
                </a:lnTo>
                <a:lnTo>
                  <a:pt x="1922108" y="103136"/>
                </a:lnTo>
                <a:lnTo>
                  <a:pt x="1921815" y="102774"/>
                </a:lnTo>
                <a:lnTo>
                  <a:pt x="1921540" y="102397"/>
                </a:lnTo>
                <a:lnTo>
                  <a:pt x="1921282" y="102003"/>
                </a:lnTo>
                <a:lnTo>
                  <a:pt x="1921042" y="101594"/>
                </a:lnTo>
                <a:lnTo>
                  <a:pt x="1920820" y="101169"/>
                </a:lnTo>
                <a:lnTo>
                  <a:pt x="1920615" y="100728"/>
                </a:lnTo>
                <a:lnTo>
                  <a:pt x="1920429" y="100271"/>
                </a:lnTo>
                <a:lnTo>
                  <a:pt x="1920260" y="99799"/>
                </a:lnTo>
                <a:lnTo>
                  <a:pt x="1920109" y="99311"/>
                </a:lnTo>
                <a:lnTo>
                  <a:pt x="1919976" y="98806"/>
                </a:lnTo>
                <a:lnTo>
                  <a:pt x="1919860" y="98286"/>
                </a:lnTo>
                <a:lnTo>
                  <a:pt x="1919762" y="97751"/>
                </a:lnTo>
                <a:lnTo>
                  <a:pt x="1919683" y="97199"/>
                </a:lnTo>
                <a:lnTo>
                  <a:pt x="1919620" y="96631"/>
                </a:lnTo>
                <a:lnTo>
                  <a:pt x="1919576" y="96048"/>
                </a:lnTo>
                <a:lnTo>
                  <a:pt x="1919549" y="95449"/>
                </a:lnTo>
                <a:lnTo>
                  <a:pt x="1919540" y="94834"/>
                </a:lnTo>
                <a:lnTo>
                  <a:pt x="1897645" y="94834"/>
                </a:lnTo>
                <a:lnTo>
                  <a:pt x="1897650" y="95534"/>
                </a:lnTo>
                <a:lnTo>
                  <a:pt x="1897668" y="96225"/>
                </a:lnTo>
                <a:lnTo>
                  <a:pt x="1897696" y="96905"/>
                </a:lnTo>
                <a:lnTo>
                  <a:pt x="1897736" y="97576"/>
                </a:lnTo>
                <a:lnTo>
                  <a:pt x="1897788" y="98237"/>
                </a:lnTo>
                <a:lnTo>
                  <a:pt x="1897850" y="98889"/>
                </a:lnTo>
                <a:lnTo>
                  <a:pt x="1897925" y="99531"/>
                </a:lnTo>
                <a:lnTo>
                  <a:pt x="1898011" y="100163"/>
                </a:lnTo>
                <a:lnTo>
                  <a:pt x="1898108" y="100786"/>
                </a:lnTo>
                <a:lnTo>
                  <a:pt x="1898216" y="101399"/>
                </a:lnTo>
                <a:lnTo>
                  <a:pt x="1898336" y="102002"/>
                </a:lnTo>
                <a:lnTo>
                  <a:pt x="1898468" y="102595"/>
                </a:lnTo>
                <a:lnTo>
                  <a:pt x="1898611" y="103179"/>
                </a:lnTo>
                <a:lnTo>
                  <a:pt x="1898765" y="103753"/>
                </a:lnTo>
                <a:lnTo>
                  <a:pt x="1898931" y="104317"/>
                </a:lnTo>
                <a:lnTo>
                  <a:pt x="1899108" y="104872"/>
                </a:lnTo>
                <a:lnTo>
                  <a:pt x="1899297" y="105417"/>
                </a:lnTo>
                <a:lnTo>
                  <a:pt x="1899497" y="105953"/>
                </a:lnTo>
                <a:lnTo>
                  <a:pt x="1899709" y="106478"/>
                </a:lnTo>
                <a:lnTo>
                  <a:pt x="1899932" y="106994"/>
                </a:lnTo>
                <a:lnTo>
                  <a:pt x="1900166" y="107501"/>
                </a:lnTo>
                <a:lnTo>
                  <a:pt x="1900412" y="107997"/>
                </a:lnTo>
                <a:lnTo>
                  <a:pt x="1900669" y="108484"/>
                </a:lnTo>
                <a:lnTo>
                  <a:pt x="1900938" y="108961"/>
                </a:lnTo>
                <a:lnTo>
                  <a:pt x="1901216" y="109430"/>
                </a:lnTo>
                <a:lnTo>
                  <a:pt x="1901503" y="109890"/>
                </a:lnTo>
                <a:lnTo>
                  <a:pt x="1901797" y="110341"/>
                </a:lnTo>
                <a:lnTo>
                  <a:pt x="1902100" y="110785"/>
                </a:lnTo>
                <a:lnTo>
                  <a:pt x="1902411" y="111220"/>
                </a:lnTo>
                <a:lnTo>
                  <a:pt x="1902729" y="111647"/>
                </a:lnTo>
                <a:lnTo>
                  <a:pt x="1903056" y="112065"/>
                </a:lnTo>
                <a:lnTo>
                  <a:pt x="1903391" y="112476"/>
                </a:lnTo>
                <a:lnTo>
                  <a:pt x="1903733" y="112878"/>
                </a:lnTo>
                <a:lnTo>
                  <a:pt x="1904084" y="113271"/>
                </a:lnTo>
                <a:lnTo>
                  <a:pt x="1904443" y="113657"/>
                </a:lnTo>
                <a:lnTo>
                  <a:pt x="1904810" y="114034"/>
                </a:lnTo>
                <a:lnTo>
                  <a:pt x="1905185" y="114403"/>
                </a:lnTo>
                <a:lnTo>
                  <a:pt x="1905567" y="114764"/>
                </a:lnTo>
                <a:lnTo>
                  <a:pt x="1905958" y="115116"/>
                </a:lnTo>
                <a:lnTo>
                  <a:pt x="1906357" y="115460"/>
                </a:lnTo>
                <a:lnTo>
                  <a:pt x="1906764" y="115796"/>
                </a:lnTo>
                <a:lnTo>
                  <a:pt x="1907180" y="116123"/>
                </a:lnTo>
                <a:lnTo>
                  <a:pt x="1907603" y="116443"/>
                </a:lnTo>
                <a:lnTo>
                  <a:pt x="1908034" y="116754"/>
                </a:lnTo>
                <a:lnTo>
                  <a:pt x="1908473" y="117056"/>
                </a:lnTo>
                <a:lnTo>
                  <a:pt x="1908920" y="117351"/>
                </a:lnTo>
                <a:lnTo>
                  <a:pt x="1909375" y="117637"/>
                </a:lnTo>
                <a:lnTo>
                  <a:pt x="1909839" y="117915"/>
                </a:lnTo>
                <a:lnTo>
                  <a:pt x="1910308" y="118185"/>
                </a:lnTo>
                <a:lnTo>
                  <a:pt x="1910782" y="118449"/>
                </a:lnTo>
                <a:lnTo>
                  <a:pt x="1911261" y="118706"/>
                </a:lnTo>
                <a:lnTo>
                  <a:pt x="1911745" y="118956"/>
                </a:lnTo>
                <a:lnTo>
                  <a:pt x="1912233" y="119200"/>
                </a:lnTo>
                <a:lnTo>
                  <a:pt x="1912726" y="119436"/>
                </a:lnTo>
                <a:lnTo>
                  <a:pt x="1913223" y="119666"/>
                </a:lnTo>
                <a:lnTo>
                  <a:pt x="1913725" y="119890"/>
                </a:lnTo>
                <a:lnTo>
                  <a:pt x="1914232" y="120106"/>
                </a:lnTo>
                <a:lnTo>
                  <a:pt x="1914743" y="120316"/>
                </a:lnTo>
                <a:lnTo>
                  <a:pt x="1915259" y="120519"/>
                </a:lnTo>
                <a:lnTo>
                  <a:pt x="1915780" y="120716"/>
                </a:lnTo>
                <a:lnTo>
                  <a:pt x="1916305" y="120906"/>
                </a:lnTo>
                <a:lnTo>
                  <a:pt x="1916835" y="121089"/>
                </a:lnTo>
                <a:lnTo>
                  <a:pt x="1917369" y="121265"/>
                </a:lnTo>
                <a:lnTo>
                  <a:pt x="1917909" y="121434"/>
                </a:lnTo>
                <a:lnTo>
                  <a:pt x="1918452" y="121597"/>
                </a:lnTo>
                <a:lnTo>
                  <a:pt x="1919001" y="121753"/>
                </a:lnTo>
                <a:lnTo>
                  <a:pt x="1919554" y="121903"/>
                </a:lnTo>
                <a:lnTo>
                  <a:pt x="1920111" y="122045"/>
                </a:lnTo>
                <a:lnTo>
                  <a:pt x="1920674" y="122181"/>
                </a:lnTo>
                <a:lnTo>
                  <a:pt x="1921241" y="122310"/>
                </a:lnTo>
                <a:lnTo>
                  <a:pt x="1921812" y="122433"/>
                </a:lnTo>
                <a:lnTo>
                  <a:pt x="1922389" y="122549"/>
                </a:lnTo>
                <a:lnTo>
                  <a:pt x="1922968" y="122659"/>
                </a:lnTo>
                <a:lnTo>
                  <a:pt x="1923548" y="122764"/>
                </a:lnTo>
                <a:lnTo>
                  <a:pt x="1924128" y="122865"/>
                </a:lnTo>
                <a:lnTo>
                  <a:pt x="1924710" y="122961"/>
                </a:lnTo>
                <a:lnTo>
                  <a:pt x="1925293" y="123052"/>
                </a:lnTo>
                <a:lnTo>
                  <a:pt x="1925877" y="123139"/>
                </a:lnTo>
                <a:lnTo>
                  <a:pt x="1926461" y="123221"/>
                </a:lnTo>
                <a:lnTo>
                  <a:pt x="1927047" y="123298"/>
                </a:lnTo>
                <a:lnTo>
                  <a:pt x="1927633" y="123371"/>
                </a:lnTo>
                <a:lnTo>
                  <a:pt x="1928220" y="123439"/>
                </a:lnTo>
                <a:lnTo>
                  <a:pt x="1928809" y="123502"/>
                </a:lnTo>
                <a:lnTo>
                  <a:pt x="1929398" y="123561"/>
                </a:lnTo>
                <a:lnTo>
                  <a:pt x="1929988" y="123614"/>
                </a:lnTo>
                <a:lnTo>
                  <a:pt x="1930579" y="123664"/>
                </a:lnTo>
                <a:lnTo>
                  <a:pt x="1931171" y="123708"/>
                </a:lnTo>
                <a:lnTo>
                  <a:pt x="1931764" y="123748"/>
                </a:lnTo>
                <a:lnTo>
                  <a:pt x="1932358" y="123783"/>
                </a:lnTo>
                <a:lnTo>
                  <a:pt x="1932953" y="123813"/>
                </a:lnTo>
                <a:lnTo>
                  <a:pt x="1933548" y="123839"/>
                </a:lnTo>
                <a:lnTo>
                  <a:pt x="1934145" y="123860"/>
                </a:lnTo>
                <a:lnTo>
                  <a:pt x="1934742" y="123877"/>
                </a:lnTo>
                <a:lnTo>
                  <a:pt x="1935341" y="123888"/>
                </a:lnTo>
                <a:lnTo>
                  <a:pt x="1935940" y="123895"/>
                </a:lnTo>
                <a:lnTo>
                  <a:pt x="1936541" y="123898"/>
                </a:lnTo>
                <a:lnTo>
                  <a:pt x="1937148" y="123895"/>
                </a:lnTo>
                <a:lnTo>
                  <a:pt x="1937754" y="123887"/>
                </a:lnTo>
                <a:lnTo>
                  <a:pt x="1938358" y="123874"/>
                </a:lnTo>
                <a:lnTo>
                  <a:pt x="1938960" y="123855"/>
                </a:lnTo>
                <a:lnTo>
                  <a:pt x="1939561" y="123831"/>
                </a:lnTo>
                <a:close/>
                <a:moveTo>
                  <a:pt x="2032709" y="123831"/>
                </a:moveTo>
                <a:lnTo>
                  <a:pt x="2033307" y="123802"/>
                </a:lnTo>
                <a:lnTo>
                  <a:pt x="2033905" y="123768"/>
                </a:lnTo>
                <a:lnTo>
                  <a:pt x="2034500" y="123728"/>
                </a:lnTo>
                <a:lnTo>
                  <a:pt x="2035094" y="123683"/>
                </a:lnTo>
                <a:lnTo>
                  <a:pt x="2035686" y="123632"/>
                </a:lnTo>
                <a:lnTo>
                  <a:pt x="2036276" y="123576"/>
                </a:lnTo>
                <a:lnTo>
                  <a:pt x="2036865" y="123515"/>
                </a:lnTo>
                <a:lnTo>
                  <a:pt x="2037452" y="123449"/>
                </a:lnTo>
                <a:lnTo>
                  <a:pt x="2038037" y="123377"/>
                </a:lnTo>
                <a:lnTo>
                  <a:pt x="2038621" y="123300"/>
                </a:lnTo>
                <a:lnTo>
                  <a:pt x="2039203" y="123218"/>
                </a:lnTo>
                <a:lnTo>
                  <a:pt x="2039783" y="123130"/>
                </a:lnTo>
                <a:lnTo>
                  <a:pt x="2040361" y="123037"/>
                </a:lnTo>
                <a:lnTo>
                  <a:pt x="2040938" y="122939"/>
                </a:lnTo>
                <a:lnTo>
                  <a:pt x="2041513" y="122835"/>
                </a:lnTo>
                <a:lnTo>
                  <a:pt x="2042086" y="122727"/>
                </a:lnTo>
                <a:lnTo>
                  <a:pt x="2042658" y="122612"/>
                </a:lnTo>
                <a:lnTo>
                  <a:pt x="2043228" y="122493"/>
                </a:lnTo>
                <a:lnTo>
                  <a:pt x="2043796" y="122368"/>
                </a:lnTo>
                <a:lnTo>
                  <a:pt x="2044361" y="122237"/>
                </a:lnTo>
                <a:lnTo>
                  <a:pt x="2044921" y="122100"/>
                </a:lnTo>
                <a:lnTo>
                  <a:pt x="2045475" y="121957"/>
                </a:lnTo>
                <a:lnTo>
                  <a:pt x="2046024" y="121807"/>
                </a:lnTo>
                <a:lnTo>
                  <a:pt x="2046568" y="121651"/>
                </a:lnTo>
                <a:lnTo>
                  <a:pt x="2047106" y="121488"/>
                </a:lnTo>
                <a:lnTo>
                  <a:pt x="2047640" y="121319"/>
                </a:lnTo>
                <a:lnTo>
                  <a:pt x="2048168" y="121143"/>
                </a:lnTo>
                <a:lnTo>
                  <a:pt x="2048690" y="120961"/>
                </a:lnTo>
                <a:lnTo>
                  <a:pt x="2049208" y="120773"/>
                </a:lnTo>
                <a:lnTo>
                  <a:pt x="2049720" y="120578"/>
                </a:lnTo>
                <a:lnTo>
                  <a:pt x="2050227" y="120377"/>
                </a:lnTo>
                <a:lnTo>
                  <a:pt x="2050729" y="120170"/>
                </a:lnTo>
                <a:lnTo>
                  <a:pt x="2051225" y="119956"/>
                </a:lnTo>
                <a:lnTo>
                  <a:pt x="2051717" y="119735"/>
                </a:lnTo>
                <a:lnTo>
                  <a:pt x="2052203" y="119509"/>
                </a:lnTo>
                <a:lnTo>
                  <a:pt x="2052683" y="119275"/>
                </a:lnTo>
                <a:lnTo>
                  <a:pt x="2053159" y="119036"/>
                </a:lnTo>
                <a:lnTo>
                  <a:pt x="2053629" y="118790"/>
                </a:lnTo>
                <a:lnTo>
                  <a:pt x="2054094" y="118538"/>
                </a:lnTo>
                <a:lnTo>
                  <a:pt x="2054554" y="118279"/>
                </a:lnTo>
                <a:lnTo>
                  <a:pt x="2055008" y="118014"/>
                </a:lnTo>
                <a:lnTo>
                  <a:pt x="2055457" y="117742"/>
                </a:lnTo>
                <a:lnTo>
                  <a:pt x="2055901" y="117464"/>
                </a:lnTo>
                <a:lnTo>
                  <a:pt x="2056339" y="117179"/>
                </a:lnTo>
                <a:lnTo>
                  <a:pt x="2056769" y="116887"/>
                </a:lnTo>
                <a:lnTo>
                  <a:pt x="2057192" y="116588"/>
                </a:lnTo>
                <a:lnTo>
                  <a:pt x="2057607" y="116281"/>
                </a:lnTo>
                <a:lnTo>
                  <a:pt x="2058015" y="115967"/>
                </a:lnTo>
                <a:lnTo>
                  <a:pt x="2058416" y="115645"/>
                </a:lnTo>
                <a:lnTo>
                  <a:pt x="2058809" y="115316"/>
                </a:lnTo>
                <a:lnTo>
                  <a:pt x="2059195" y="114980"/>
                </a:lnTo>
                <a:lnTo>
                  <a:pt x="2059573" y="114637"/>
                </a:lnTo>
                <a:lnTo>
                  <a:pt x="2059944" y="114286"/>
                </a:lnTo>
                <a:lnTo>
                  <a:pt x="2060307" y="113927"/>
                </a:lnTo>
                <a:lnTo>
                  <a:pt x="2060663" y="113562"/>
                </a:lnTo>
                <a:lnTo>
                  <a:pt x="2061012" y="113189"/>
                </a:lnTo>
                <a:lnTo>
                  <a:pt x="2061353" y="112809"/>
                </a:lnTo>
                <a:lnTo>
                  <a:pt x="2061687" y="112421"/>
                </a:lnTo>
                <a:lnTo>
                  <a:pt x="2062013" y="112026"/>
                </a:lnTo>
                <a:lnTo>
                  <a:pt x="2062332" y="111624"/>
                </a:lnTo>
                <a:lnTo>
                  <a:pt x="2062644" y="111214"/>
                </a:lnTo>
                <a:lnTo>
                  <a:pt x="2062948" y="110797"/>
                </a:lnTo>
                <a:lnTo>
                  <a:pt x="2063244" y="110373"/>
                </a:lnTo>
                <a:lnTo>
                  <a:pt x="2063534" y="109941"/>
                </a:lnTo>
                <a:lnTo>
                  <a:pt x="2063816" y="109502"/>
                </a:lnTo>
                <a:lnTo>
                  <a:pt x="2064090" y="109056"/>
                </a:lnTo>
                <a:lnTo>
                  <a:pt x="2064357" y="108602"/>
                </a:lnTo>
                <a:lnTo>
                  <a:pt x="2064615" y="108141"/>
                </a:lnTo>
                <a:lnTo>
                  <a:pt x="2064862" y="107671"/>
                </a:lnTo>
                <a:lnTo>
                  <a:pt x="2065098" y="107193"/>
                </a:lnTo>
                <a:lnTo>
                  <a:pt x="2065322" y="106706"/>
                </a:lnTo>
                <a:lnTo>
                  <a:pt x="2065536" y="106210"/>
                </a:lnTo>
                <a:lnTo>
                  <a:pt x="2065739" y="105707"/>
                </a:lnTo>
                <a:lnTo>
                  <a:pt x="2065931" y="105194"/>
                </a:lnTo>
                <a:lnTo>
                  <a:pt x="2066112" y="104674"/>
                </a:lnTo>
                <a:lnTo>
                  <a:pt x="2066282" y="104145"/>
                </a:lnTo>
                <a:lnTo>
                  <a:pt x="2066442" y="103607"/>
                </a:lnTo>
                <a:lnTo>
                  <a:pt x="2066590" y="103061"/>
                </a:lnTo>
                <a:lnTo>
                  <a:pt x="2066727" y="102507"/>
                </a:lnTo>
                <a:lnTo>
                  <a:pt x="2066853" y="101944"/>
                </a:lnTo>
                <a:lnTo>
                  <a:pt x="2066968" y="101373"/>
                </a:lnTo>
                <a:lnTo>
                  <a:pt x="2067072" y="100793"/>
                </a:lnTo>
                <a:lnTo>
                  <a:pt x="2067166" y="100205"/>
                </a:lnTo>
                <a:lnTo>
                  <a:pt x="2067248" y="99608"/>
                </a:lnTo>
                <a:lnTo>
                  <a:pt x="2067319" y="99003"/>
                </a:lnTo>
                <a:lnTo>
                  <a:pt x="2067380" y="98390"/>
                </a:lnTo>
                <a:lnTo>
                  <a:pt x="2067429" y="97768"/>
                </a:lnTo>
                <a:lnTo>
                  <a:pt x="2067467" y="97138"/>
                </a:lnTo>
                <a:lnTo>
                  <a:pt x="2067495" y="96499"/>
                </a:lnTo>
                <a:lnTo>
                  <a:pt x="2067511" y="95851"/>
                </a:lnTo>
                <a:lnTo>
                  <a:pt x="2067517" y="95196"/>
                </a:lnTo>
                <a:lnTo>
                  <a:pt x="2067510" y="94496"/>
                </a:lnTo>
                <a:lnTo>
                  <a:pt x="2067490" y="93808"/>
                </a:lnTo>
                <a:lnTo>
                  <a:pt x="2067456" y="93130"/>
                </a:lnTo>
                <a:lnTo>
                  <a:pt x="2067408" y="92464"/>
                </a:lnTo>
                <a:lnTo>
                  <a:pt x="2067347" y="91808"/>
                </a:lnTo>
                <a:lnTo>
                  <a:pt x="2067272" y="91164"/>
                </a:lnTo>
                <a:lnTo>
                  <a:pt x="2067184" y="90530"/>
                </a:lnTo>
                <a:lnTo>
                  <a:pt x="2067082" y="89907"/>
                </a:lnTo>
                <a:lnTo>
                  <a:pt x="2066966" y="89295"/>
                </a:lnTo>
                <a:lnTo>
                  <a:pt x="2066837" y="88694"/>
                </a:lnTo>
                <a:lnTo>
                  <a:pt x="2066694" y="88104"/>
                </a:lnTo>
                <a:lnTo>
                  <a:pt x="2066538" y="87525"/>
                </a:lnTo>
                <a:lnTo>
                  <a:pt x="2066368" y="86957"/>
                </a:lnTo>
                <a:lnTo>
                  <a:pt x="2066184" y="86400"/>
                </a:lnTo>
                <a:lnTo>
                  <a:pt x="2065987" y="85854"/>
                </a:lnTo>
                <a:lnTo>
                  <a:pt x="2065776" y="85318"/>
                </a:lnTo>
                <a:lnTo>
                  <a:pt x="2065552" y="84794"/>
                </a:lnTo>
                <a:lnTo>
                  <a:pt x="2065314" y="84281"/>
                </a:lnTo>
                <a:lnTo>
                  <a:pt x="2065062" y="83778"/>
                </a:lnTo>
                <a:lnTo>
                  <a:pt x="2064797" y="83287"/>
                </a:lnTo>
                <a:lnTo>
                  <a:pt x="2064518" y="82806"/>
                </a:lnTo>
                <a:lnTo>
                  <a:pt x="2064226" y="82337"/>
                </a:lnTo>
                <a:lnTo>
                  <a:pt x="2063920" y="81878"/>
                </a:lnTo>
                <a:lnTo>
                  <a:pt x="2063600" y="81430"/>
                </a:lnTo>
                <a:lnTo>
                  <a:pt x="2063269" y="80992"/>
                </a:lnTo>
                <a:lnTo>
                  <a:pt x="2062929" y="80560"/>
                </a:lnTo>
                <a:lnTo>
                  <a:pt x="2062578" y="80137"/>
                </a:lnTo>
                <a:lnTo>
                  <a:pt x="2062218" y="79720"/>
                </a:lnTo>
                <a:lnTo>
                  <a:pt x="2061849" y="79312"/>
                </a:lnTo>
                <a:lnTo>
                  <a:pt x="2061470" y="78910"/>
                </a:lnTo>
                <a:lnTo>
                  <a:pt x="2061081" y="78517"/>
                </a:lnTo>
                <a:lnTo>
                  <a:pt x="2060683" y="78131"/>
                </a:lnTo>
                <a:lnTo>
                  <a:pt x="2060275" y="77752"/>
                </a:lnTo>
                <a:lnTo>
                  <a:pt x="2059858" y="77381"/>
                </a:lnTo>
                <a:lnTo>
                  <a:pt x="2059431" y="77017"/>
                </a:lnTo>
                <a:lnTo>
                  <a:pt x="2058994" y="76661"/>
                </a:lnTo>
                <a:lnTo>
                  <a:pt x="2058548" y="76312"/>
                </a:lnTo>
                <a:lnTo>
                  <a:pt x="2058093" y="75971"/>
                </a:lnTo>
                <a:lnTo>
                  <a:pt x="2057627" y="75637"/>
                </a:lnTo>
                <a:lnTo>
                  <a:pt x="2057152" y="75311"/>
                </a:lnTo>
                <a:lnTo>
                  <a:pt x="2056668" y="74992"/>
                </a:lnTo>
                <a:lnTo>
                  <a:pt x="2056174" y="74681"/>
                </a:lnTo>
                <a:lnTo>
                  <a:pt x="2055670" y="74378"/>
                </a:lnTo>
                <a:lnTo>
                  <a:pt x="2055157" y="74081"/>
                </a:lnTo>
                <a:lnTo>
                  <a:pt x="2054634" y="73793"/>
                </a:lnTo>
                <a:lnTo>
                  <a:pt x="2054102" y="73512"/>
                </a:lnTo>
                <a:lnTo>
                  <a:pt x="2053560" y="73238"/>
                </a:lnTo>
                <a:lnTo>
                  <a:pt x="2053009" y="72972"/>
                </a:lnTo>
                <a:lnTo>
                  <a:pt x="2052449" y="72712"/>
                </a:lnTo>
                <a:lnTo>
                  <a:pt x="2051884" y="72455"/>
                </a:lnTo>
                <a:lnTo>
                  <a:pt x="2051312" y="72203"/>
                </a:lnTo>
                <a:lnTo>
                  <a:pt x="2050734" y="71955"/>
                </a:lnTo>
                <a:lnTo>
                  <a:pt x="2050150" y="71711"/>
                </a:lnTo>
                <a:lnTo>
                  <a:pt x="2049560" y="71471"/>
                </a:lnTo>
                <a:lnTo>
                  <a:pt x="2048963" y="71235"/>
                </a:lnTo>
                <a:lnTo>
                  <a:pt x="2048360" y="71003"/>
                </a:lnTo>
                <a:lnTo>
                  <a:pt x="2047752" y="70775"/>
                </a:lnTo>
                <a:lnTo>
                  <a:pt x="2047137" y="70551"/>
                </a:lnTo>
                <a:lnTo>
                  <a:pt x="2046515" y="70331"/>
                </a:lnTo>
                <a:lnTo>
                  <a:pt x="2045888" y="70115"/>
                </a:lnTo>
                <a:lnTo>
                  <a:pt x="2045254" y="69904"/>
                </a:lnTo>
                <a:lnTo>
                  <a:pt x="2044615" y="69696"/>
                </a:lnTo>
                <a:lnTo>
                  <a:pt x="2043969" y="69492"/>
                </a:lnTo>
                <a:lnTo>
                  <a:pt x="2043317" y="69293"/>
                </a:lnTo>
                <a:lnTo>
                  <a:pt x="2042658" y="69097"/>
                </a:lnTo>
                <a:lnTo>
                  <a:pt x="2041994" y="68906"/>
                </a:lnTo>
                <a:lnTo>
                  <a:pt x="2041323" y="68719"/>
                </a:lnTo>
                <a:lnTo>
                  <a:pt x="2040647" y="68535"/>
                </a:lnTo>
                <a:lnTo>
                  <a:pt x="2039964" y="68356"/>
                </a:lnTo>
                <a:lnTo>
                  <a:pt x="2039274" y="68181"/>
                </a:lnTo>
                <a:lnTo>
                  <a:pt x="2038579" y="68010"/>
                </a:lnTo>
                <a:lnTo>
                  <a:pt x="2037877" y="67843"/>
                </a:lnTo>
                <a:lnTo>
                  <a:pt x="2037215" y="67693"/>
                </a:lnTo>
                <a:lnTo>
                  <a:pt x="2036564" y="67544"/>
                </a:lnTo>
                <a:lnTo>
                  <a:pt x="2035923" y="67396"/>
                </a:lnTo>
                <a:lnTo>
                  <a:pt x="2035294" y="67249"/>
                </a:lnTo>
                <a:lnTo>
                  <a:pt x="2034675" y="67103"/>
                </a:lnTo>
                <a:lnTo>
                  <a:pt x="2034067" y="66957"/>
                </a:lnTo>
                <a:lnTo>
                  <a:pt x="2033470" y="66812"/>
                </a:lnTo>
                <a:lnTo>
                  <a:pt x="2032883" y="66668"/>
                </a:lnTo>
                <a:lnTo>
                  <a:pt x="2032308" y="66525"/>
                </a:lnTo>
                <a:lnTo>
                  <a:pt x="2031743" y="66382"/>
                </a:lnTo>
                <a:lnTo>
                  <a:pt x="2031189" y="66241"/>
                </a:lnTo>
                <a:lnTo>
                  <a:pt x="2030646" y="66100"/>
                </a:lnTo>
                <a:lnTo>
                  <a:pt x="2030113" y="65959"/>
                </a:lnTo>
                <a:lnTo>
                  <a:pt x="2029592" y="65820"/>
                </a:lnTo>
                <a:lnTo>
                  <a:pt x="2029081" y="65681"/>
                </a:lnTo>
                <a:lnTo>
                  <a:pt x="2028581" y="65543"/>
                </a:lnTo>
                <a:lnTo>
                  <a:pt x="2028092" y="65406"/>
                </a:lnTo>
                <a:lnTo>
                  <a:pt x="2027614" y="65270"/>
                </a:lnTo>
                <a:lnTo>
                  <a:pt x="2027146" y="65135"/>
                </a:lnTo>
                <a:lnTo>
                  <a:pt x="2026690" y="65000"/>
                </a:lnTo>
                <a:lnTo>
                  <a:pt x="2026244" y="64866"/>
                </a:lnTo>
                <a:lnTo>
                  <a:pt x="2025809" y="64733"/>
                </a:lnTo>
                <a:lnTo>
                  <a:pt x="2025385" y="64600"/>
                </a:lnTo>
                <a:lnTo>
                  <a:pt x="2024971" y="64469"/>
                </a:lnTo>
                <a:lnTo>
                  <a:pt x="2024568" y="64337"/>
                </a:lnTo>
                <a:lnTo>
                  <a:pt x="2024174" y="64205"/>
                </a:lnTo>
                <a:lnTo>
                  <a:pt x="2023789" y="64071"/>
                </a:lnTo>
                <a:lnTo>
                  <a:pt x="2023414" y="63937"/>
                </a:lnTo>
                <a:lnTo>
                  <a:pt x="2023048" y="63801"/>
                </a:lnTo>
                <a:lnTo>
                  <a:pt x="2022691" y="63665"/>
                </a:lnTo>
                <a:lnTo>
                  <a:pt x="2022343" y="63528"/>
                </a:lnTo>
                <a:lnTo>
                  <a:pt x="2022005" y="63389"/>
                </a:lnTo>
                <a:lnTo>
                  <a:pt x="2021675" y="63250"/>
                </a:lnTo>
                <a:lnTo>
                  <a:pt x="2021355" y="63110"/>
                </a:lnTo>
                <a:lnTo>
                  <a:pt x="2021045" y="62969"/>
                </a:lnTo>
                <a:lnTo>
                  <a:pt x="2020744" y="62827"/>
                </a:lnTo>
                <a:lnTo>
                  <a:pt x="2020452" y="62684"/>
                </a:lnTo>
                <a:lnTo>
                  <a:pt x="2020169" y="62540"/>
                </a:lnTo>
                <a:lnTo>
                  <a:pt x="2019895" y="62396"/>
                </a:lnTo>
                <a:lnTo>
                  <a:pt x="2019631" y="62250"/>
                </a:lnTo>
                <a:lnTo>
                  <a:pt x="2019376" y="62103"/>
                </a:lnTo>
                <a:lnTo>
                  <a:pt x="2019130" y="61956"/>
                </a:lnTo>
                <a:lnTo>
                  <a:pt x="2018894" y="61807"/>
                </a:lnTo>
                <a:lnTo>
                  <a:pt x="2018667" y="61658"/>
                </a:lnTo>
                <a:lnTo>
                  <a:pt x="2018449" y="61507"/>
                </a:lnTo>
                <a:lnTo>
                  <a:pt x="2018240" y="61356"/>
                </a:lnTo>
                <a:lnTo>
                  <a:pt x="2018041" y="61204"/>
                </a:lnTo>
                <a:lnTo>
                  <a:pt x="2017851" y="61050"/>
                </a:lnTo>
                <a:lnTo>
                  <a:pt x="2017669" y="60896"/>
                </a:lnTo>
                <a:lnTo>
                  <a:pt x="2017495" y="60739"/>
                </a:lnTo>
                <a:lnTo>
                  <a:pt x="2017329" y="60580"/>
                </a:lnTo>
                <a:lnTo>
                  <a:pt x="2017171" y="60419"/>
                </a:lnTo>
                <a:lnTo>
                  <a:pt x="2017020" y="60256"/>
                </a:lnTo>
                <a:lnTo>
                  <a:pt x="2016877" y="60091"/>
                </a:lnTo>
                <a:lnTo>
                  <a:pt x="2016742" y="59924"/>
                </a:lnTo>
                <a:lnTo>
                  <a:pt x="2016615" y="59755"/>
                </a:lnTo>
                <a:lnTo>
                  <a:pt x="2016495" y="59584"/>
                </a:lnTo>
                <a:lnTo>
                  <a:pt x="2016383" y="59410"/>
                </a:lnTo>
                <a:lnTo>
                  <a:pt x="2016279" y="59235"/>
                </a:lnTo>
                <a:lnTo>
                  <a:pt x="2016182" y="59058"/>
                </a:lnTo>
                <a:lnTo>
                  <a:pt x="2016093" y="58879"/>
                </a:lnTo>
                <a:lnTo>
                  <a:pt x="2016012" y="58698"/>
                </a:lnTo>
                <a:lnTo>
                  <a:pt x="2015939" y="58515"/>
                </a:lnTo>
                <a:lnTo>
                  <a:pt x="2015873" y="58330"/>
                </a:lnTo>
                <a:lnTo>
                  <a:pt x="2015815" y="58142"/>
                </a:lnTo>
                <a:lnTo>
                  <a:pt x="2015765" y="57953"/>
                </a:lnTo>
                <a:lnTo>
                  <a:pt x="2015722" y="57762"/>
                </a:lnTo>
                <a:lnTo>
                  <a:pt x="2015687" y="57569"/>
                </a:lnTo>
                <a:lnTo>
                  <a:pt x="2015660" y="57373"/>
                </a:lnTo>
                <a:lnTo>
                  <a:pt x="2015641" y="57176"/>
                </a:lnTo>
                <a:lnTo>
                  <a:pt x="2015630" y="56977"/>
                </a:lnTo>
                <a:lnTo>
                  <a:pt x="2015626" y="56775"/>
                </a:lnTo>
                <a:lnTo>
                  <a:pt x="2015632" y="56427"/>
                </a:lnTo>
                <a:lnTo>
                  <a:pt x="2015650" y="56087"/>
                </a:lnTo>
                <a:lnTo>
                  <a:pt x="2015681" y="55755"/>
                </a:lnTo>
                <a:lnTo>
                  <a:pt x="2015723" y="55432"/>
                </a:lnTo>
                <a:lnTo>
                  <a:pt x="2015778" y="55116"/>
                </a:lnTo>
                <a:lnTo>
                  <a:pt x="2015845" y="54810"/>
                </a:lnTo>
                <a:lnTo>
                  <a:pt x="2015925" y="54511"/>
                </a:lnTo>
                <a:lnTo>
                  <a:pt x="2016016" y="54221"/>
                </a:lnTo>
                <a:lnTo>
                  <a:pt x="2016120" y="53939"/>
                </a:lnTo>
                <a:lnTo>
                  <a:pt x="2016236" y="53665"/>
                </a:lnTo>
                <a:lnTo>
                  <a:pt x="2016364" y="53400"/>
                </a:lnTo>
                <a:lnTo>
                  <a:pt x="2016505" y="53143"/>
                </a:lnTo>
                <a:lnTo>
                  <a:pt x="2016657" y="52894"/>
                </a:lnTo>
                <a:lnTo>
                  <a:pt x="2016822" y="52654"/>
                </a:lnTo>
                <a:lnTo>
                  <a:pt x="2016999" y="52421"/>
                </a:lnTo>
                <a:lnTo>
                  <a:pt x="2017188" y="52198"/>
                </a:lnTo>
                <a:lnTo>
                  <a:pt x="2017390" y="51982"/>
                </a:lnTo>
                <a:lnTo>
                  <a:pt x="2017603" y="51775"/>
                </a:lnTo>
                <a:lnTo>
                  <a:pt x="2017829" y="51576"/>
                </a:lnTo>
                <a:lnTo>
                  <a:pt x="2018067" y="51385"/>
                </a:lnTo>
                <a:lnTo>
                  <a:pt x="2018317" y="51203"/>
                </a:lnTo>
                <a:lnTo>
                  <a:pt x="2018580" y="51029"/>
                </a:lnTo>
                <a:lnTo>
                  <a:pt x="2018855" y="50864"/>
                </a:lnTo>
                <a:lnTo>
                  <a:pt x="2019141" y="50706"/>
                </a:lnTo>
                <a:lnTo>
                  <a:pt x="2019439" y="50556"/>
                </a:lnTo>
                <a:lnTo>
                  <a:pt x="2019746" y="50412"/>
                </a:lnTo>
                <a:lnTo>
                  <a:pt x="2020061" y="50275"/>
                </a:lnTo>
                <a:lnTo>
                  <a:pt x="2020386" y="50144"/>
                </a:lnTo>
                <a:lnTo>
                  <a:pt x="2020720" y="50019"/>
                </a:lnTo>
                <a:lnTo>
                  <a:pt x="2021063" y="49901"/>
                </a:lnTo>
                <a:lnTo>
                  <a:pt x="2021416" y="49789"/>
                </a:lnTo>
                <a:lnTo>
                  <a:pt x="2021777" y="49683"/>
                </a:lnTo>
                <a:lnTo>
                  <a:pt x="2022148" y="49584"/>
                </a:lnTo>
                <a:lnTo>
                  <a:pt x="2022527" y="49491"/>
                </a:lnTo>
                <a:lnTo>
                  <a:pt x="2022916" y="49405"/>
                </a:lnTo>
                <a:lnTo>
                  <a:pt x="2023314" y="49325"/>
                </a:lnTo>
                <a:lnTo>
                  <a:pt x="2023721" y="49252"/>
                </a:lnTo>
                <a:lnTo>
                  <a:pt x="2024137" y="49185"/>
                </a:lnTo>
                <a:lnTo>
                  <a:pt x="2024562" y="49124"/>
                </a:lnTo>
                <a:lnTo>
                  <a:pt x="2024996" y="49069"/>
                </a:lnTo>
                <a:lnTo>
                  <a:pt x="2025440" y="49022"/>
                </a:lnTo>
                <a:lnTo>
                  <a:pt x="2025892" y="48980"/>
                </a:lnTo>
                <a:lnTo>
                  <a:pt x="2026354" y="48945"/>
                </a:lnTo>
                <a:lnTo>
                  <a:pt x="2026824" y="48916"/>
                </a:lnTo>
                <a:lnTo>
                  <a:pt x="2027304" y="48894"/>
                </a:lnTo>
                <a:lnTo>
                  <a:pt x="2027793" y="48878"/>
                </a:lnTo>
                <a:lnTo>
                  <a:pt x="2028291" y="48868"/>
                </a:lnTo>
                <a:lnTo>
                  <a:pt x="2028799" y="48865"/>
                </a:lnTo>
                <a:lnTo>
                  <a:pt x="2029271" y="48869"/>
                </a:lnTo>
                <a:lnTo>
                  <a:pt x="2029738" y="48883"/>
                </a:lnTo>
                <a:lnTo>
                  <a:pt x="2030200" y="48906"/>
                </a:lnTo>
                <a:lnTo>
                  <a:pt x="2030657" y="48938"/>
                </a:lnTo>
                <a:lnTo>
                  <a:pt x="2031108" y="48980"/>
                </a:lnTo>
                <a:lnTo>
                  <a:pt x="2031555" y="49030"/>
                </a:lnTo>
                <a:lnTo>
                  <a:pt x="2031997" y="49090"/>
                </a:lnTo>
                <a:lnTo>
                  <a:pt x="2032433" y="49159"/>
                </a:lnTo>
                <a:lnTo>
                  <a:pt x="2032865" y="49237"/>
                </a:lnTo>
                <a:lnTo>
                  <a:pt x="2033291" y="49325"/>
                </a:lnTo>
                <a:lnTo>
                  <a:pt x="2033712" y="49421"/>
                </a:lnTo>
                <a:lnTo>
                  <a:pt x="2034128" y="49527"/>
                </a:lnTo>
                <a:lnTo>
                  <a:pt x="2034539" y="49642"/>
                </a:lnTo>
                <a:lnTo>
                  <a:pt x="2034945" y="49766"/>
                </a:lnTo>
                <a:lnTo>
                  <a:pt x="2035346" y="49899"/>
                </a:lnTo>
                <a:lnTo>
                  <a:pt x="2035741" y="50042"/>
                </a:lnTo>
                <a:lnTo>
                  <a:pt x="2036132" y="50193"/>
                </a:lnTo>
                <a:lnTo>
                  <a:pt x="2036517" y="50354"/>
                </a:lnTo>
                <a:lnTo>
                  <a:pt x="2036898" y="50524"/>
                </a:lnTo>
                <a:lnTo>
                  <a:pt x="2037273" y="50704"/>
                </a:lnTo>
                <a:lnTo>
                  <a:pt x="2037643" y="50892"/>
                </a:lnTo>
                <a:lnTo>
                  <a:pt x="2038008" y="51090"/>
                </a:lnTo>
                <a:lnTo>
                  <a:pt x="2038368" y="51297"/>
                </a:lnTo>
                <a:lnTo>
                  <a:pt x="2038723" y="51513"/>
                </a:lnTo>
                <a:lnTo>
                  <a:pt x="2039068" y="51741"/>
                </a:lnTo>
                <a:lnTo>
                  <a:pt x="2039398" y="51983"/>
                </a:lnTo>
                <a:lnTo>
                  <a:pt x="2039714" y="52240"/>
                </a:lnTo>
                <a:lnTo>
                  <a:pt x="2040015" y="52511"/>
                </a:lnTo>
                <a:lnTo>
                  <a:pt x="2040301" y="52797"/>
                </a:lnTo>
                <a:lnTo>
                  <a:pt x="2040573" y="53098"/>
                </a:lnTo>
                <a:lnTo>
                  <a:pt x="2040830" y="53413"/>
                </a:lnTo>
                <a:lnTo>
                  <a:pt x="2041072" y="53743"/>
                </a:lnTo>
                <a:lnTo>
                  <a:pt x="2041299" y="54087"/>
                </a:lnTo>
                <a:lnTo>
                  <a:pt x="2041512" y="54446"/>
                </a:lnTo>
                <a:lnTo>
                  <a:pt x="2041710" y="54820"/>
                </a:lnTo>
                <a:lnTo>
                  <a:pt x="2041894" y="55208"/>
                </a:lnTo>
                <a:lnTo>
                  <a:pt x="2042063" y="55611"/>
                </a:lnTo>
                <a:lnTo>
                  <a:pt x="2042217" y="56028"/>
                </a:lnTo>
                <a:lnTo>
                  <a:pt x="2042356" y="56460"/>
                </a:lnTo>
                <a:lnTo>
                  <a:pt x="2042481" y="56906"/>
                </a:lnTo>
                <a:lnTo>
                  <a:pt x="2042591" y="57367"/>
                </a:lnTo>
                <a:lnTo>
                  <a:pt x="2042687" y="57843"/>
                </a:lnTo>
                <a:lnTo>
                  <a:pt x="2042767" y="58333"/>
                </a:lnTo>
                <a:lnTo>
                  <a:pt x="2042833" y="58838"/>
                </a:lnTo>
                <a:lnTo>
                  <a:pt x="2042885" y="59358"/>
                </a:lnTo>
                <a:lnTo>
                  <a:pt x="2042921" y="59891"/>
                </a:lnTo>
                <a:lnTo>
                  <a:pt x="2042943" y="60440"/>
                </a:lnTo>
                <a:lnTo>
                  <a:pt x="2042951" y="61003"/>
                </a:lnTo>
                <a:lnTo>
                  <a:pt x="2064847" y="61003"/>
                </a:lnTo>
                <a:lnTo>
                  <a:pt x="2064841" y="60333"/>
                </a:lnTo>
                <a:lnTo>
                  <a:pt x="2064825" y="59672"/>
                </a:lnTo>
                <a:lnTo>
                  <a:pt x="2064798" y="59021"/>
                </a:lnTo>
                <a:lnTo>
                  <a:pt x="2064760" y="58379"/>
                </a:lnTo>
                <a:lnTo>
                  <a:pt x="2064711" y="57747"/>
                </a:lnTo>
                <a:lnTo>
                  <a:pt x="2064652" y="57123"/>
                </a:lnTo>
                <a:lnTo>
                  <a:pt x="2064582" y="56510"/>
                </a:lnTo>
                <a:lnTo>
                  <a:pt x="2064500" y="55905"/>
                </a:lnTo>
                <a:lnTo>
                  <a:pt x="2064408" y="55310"/>
                </a:lnTo>
                <a:lnTo>
                  <a:pt x="2064306" y="54724"/>
                </a:lnTo>
                <a:lnTo>
                  <a:pt x="2064192" y="54148"/>
                </a:lnTo>
                <a:lnTo>
                  <a:pt x="2064068" y="53581"/>
                </a:lnTo>
                <a:lnTo>
                  <a:pt x="2063933" y="53023"/>
                </a:lnTo>
                <a:lnTo>
                  <a:pt x="2063787" y="52475"/>
                </a:lnTo>
                <a:lnTo>
                  <a:pt x="2063630" y="51936"/>
                </a:lnTo>
                <a:lnTo>
                  <a:pt x="2063462" y="51407"/>
                </a:lnTo>
                <a:lnTo>
                  <a:pt x="2063284" y="50886"/>
                </a:lnTo>
                <a:lnTo>
                  <a:pt x="2063094" y="50376"/>
                </a:lnTo>
                <a:lnTo>
                  <a:pt x="2062894" y="49874"/>
                </a:lnTo>
                <a:lnTo>
                  <a:pt x="2062683" y="49382"/>
                </a:lnTo>
                <a:lnTo>
                  <a:pt x="2062461" y="48899"/>
                </a:lnTo>
                <a:lnTo>
                  <a:pt x="2062229" y="48426"/>
                </a:lnTo>
                <a:lnTo>
                  <a:pt x="2061986" y="47962"/>
                </a:lnTo>
                <a:lnTo>
                  <a:pt x="2061731" y="47508"/>
                </a:lnTo>
                <a:lnTo>
                  <a:pt x="2061468" y="47061"/>
                </a:lnTo>
                <a:lnTo>
                  <a:pt x="2061198" y="46623"/>
                </a:lnTo>
                <a:lnTo>
                  <a:pt x="2060921" y="46192"/>
                </a:lnTo>
                <a:lnTo>
                  <a:pt x="2060636" y="45769"/>
                </a:lnTo>
                <a:lnTo>
                  <a:pt x="2060344" y="45354"/>
                </a:lnTo>
                <a:lnTo>
                  <a:pt x="2060046" y="44946"/>
                </a:lnTo>
                <a:lnTo>
                  <a:pt x="2059740" y="44546"/>
                </a:lnTo>
                <a:lnTo>
                  <a:pt x="2059427" y="44153"/>
                </a:lnTo>
                <a:lnTo>
                  <a:pt x="2059107" y="43769"/>
                </a:lnTo>
                <a:lnTo>
                  <a:pt x="2058780" y="43391"/>
                </a:lnTo>
                <a:lnTo>
                  <a:pt x="2058446" y="43022"/>
                </a:lnTo>
                <a:lnTo>
                  <a:pt x="2058104" y="42660"/>
                </a:lnTo>
                <a:lnTo>
                  <a:pt x="2057756" y="42306"/>
                </a:lnTo>
                <a:lnTo>
                  <a:pt x="2057400" y="41959"/>
                </a:lnTo>
                <a:lnTo>
                  <a:pt x="2057038" y="41621"/>
                </a:lnTo>
                <a:lnTo>
                  <a:pt x="2056668" y="41289"/>
                </a:lnTo>
                <a:lnTo>
                  <a:pt x="2056291" y="40966"/>
                </a:lnTo>
                <a:lnTo>
                  <a:pt x="2055907" y="40650"/>
                </a:lnTo>
                <a:lnTo>
                  <a:pt x="2055516" y="40342"/>
                </a:lnTo>
                <a:lnTo>
                  <a:pt x="2055118" y="40041"/>
                </a:lnTo>
                <a:lnTo>
                  <a:pt x="2054712" y="39748"/>
                </a:lnTo>
                <a:lnTo>
                  <a:pt x="2054300" y="39463"/>
                </a:lnTo>
                <a:lnTo>
                  <a:pt x="2053880" y="39185"/>
                </a:lnTo>
                <a:lnTo>
                  <a:pt x="2053454" y="38916"/>
                </a:lnTo>
                <a:lnTo>
                  <a:pt x="2053021" y="38652"/>
                </a:lnTo>
                <a:lnTo>
                  <a:pt x="2052585" y="38396"/>
                </a:lnTo>
                <a:lnTo>
                  <a:pt x="2052144" y="38145"/>
                </a:lnTo>
                <a:lnTo>
                  <a:pt x="2051698" y="37902"/>
                </a:lnTo>
                <a:lnTo>
                  <a:pt x="2051249" y="37664"/>
                </a:lnTo>
                <a:lnTo>
                  <a:pt x="2050795" y="37433"/>
                </a:lnTo>
                <a:lnTo>
                  <a:pt x="2050336" y="37208"/>
                </a:lnTo>
                <a:lnTo>
                  <a:pt x="2049874" y="36990"/>
                </a:lnTo>
                <a:lnTo>
                  <a:pt x="2049407" y="36778"/>
                </a:lnTo>
                <a:lnTo>
                  <a:pt x="2048935" y="36573"/>
                </a:lnTo>
                <a:lnTo>
                  <a:pt x="2048460" y="36374"/>
                </a:lnTo>
                <a:lnTo>
                  <a:pt x="2047980" y="36181"/>
                </a:lnTo>
                <a:lnTo>
                  <a:pt x="2047495" y="35995"/>
                </a:lnTo>
                <a:lnTo>
                  <a:pt x="2047007" y="35815"/>
                </a:lnTo>
                <a:lnTo>
                  <a:pt x="2046514" y="35642"/>
                </a:lnTo>
                <a:lnTo>
                  <a:pt x="2046017" y="35475"/>
                </a:lnTo>
                <a:lnTo>
                  <a:pt x="2045515" y="35315"/>
                </a:lnTo>
                <a:lnTo>
                  <a:pt x="2045009" y="35161"/>
                </a:lnTo>
                <a:lnTo>
                  <a:pt x="2044499" y="35013"/>
                </a:lnTo>
                <a:lnTo>
                  <a:pt x="2043984" y="34872"/>
                </a:lnTo>
                <a:lnTo>
                  <a:pt x="2043465" y="34737"/>
                </a:lnTo>
                <a:lnTo>
                  <a:pt x="2042942" y="34608"/>
                </a:lnTo>
                <a:lnTo>
                  <a:pt x="2042415" y="34486"/>
                </a:lnTo>
                <a:lnTo>
                  <a:pt x="2041883" y="34371"/>
                </a:lnTo>
                <a:lnTo>
                  <a:pt x="2041348" y="34261"/>
                </a:lnTo>
                <a:lnTo>
                  <a:pt x="2040813" y="34155"/>
                </a:lnTo>
                <a:lnTo>
                  <a:pt x="2040276" y="34054"/>
                </a:lnTo>
                <a:lnTo>
                  <a:pt x="2039739" y="33958"/>
                </a:lnTo>
                <a:lnTo>
                  <a:pt x="2039201" y="33867"/>
                </a:lnTo>
                <a:lnTo>
                  <a:pt x="2038662" y="33780"/>
                </a:lnTo>
                <a:lnTo>
                  <a:pt x="2038122" y="33698"/>
                </a:lnTo>
                <a:lnTo>
                  <a:pt x="2037581" y="33621"/>
                </a:lnTo>
                <a:lnTo>
                  <a:pt x="2037039" y="33549"/>
                </a:lnTo>
                <a:lnTo>
                  <a:pt x="2036496" y="33481"/>
                </a:lnTo>
                <a:lnTo>
                  <a:pt x="2035952" y="33417"/>
                </a:lnTo>
                <a:lnTo>
                  <a:pt x="2035407" y="33359"/>
                </a:lnTo>
                <a:lnTo>
                  <a:pt x="2034862" y="33305"/>
                </a:lnTo>
                <a:lnTo>
                  <a:pt x="2034315" y="33256"/>
                </a:lnTo>
                <a:lnTo>
                  <a:pt x="2033768" y="33211"/>
                </a:lnTo>
                <a:lnTo>
                  <a:pt x="2033219" y="33171"/>
                </a:lnTo>
                <a:lnTo>
                  <a:pt x="2032670" y="33136"/>
                </a:lnTo>
                <a:lnTo>
                  <a:pt x="2032120" y="33106"/>
                </a:lnTo>
                <a:lnTo>
                  <a:pt x="2031569" y="33080"/>
                </a:lnTo>
                <a:lnTo>
                  <a:pt x="2031016" y="33059"/>
                </a:lnTo>
                <a:lnTo>
                  <a:pt x="2030463" y="33043"/>
                </a:lnTo>
                <a:lnTo>
                  <a:pt x="2029909" y="33031"/>
                </a:lnTo>
                <a:lnTo>
                  <a:pt x="2029355" y="33024"/>
                </a:lnTo>
                <a:lnTo>
                  <a:pt x="2028799" y="33022"/>
                </a:lnTo>
                <a:lnTo>
                  <a:pt x="2028228" y="33024"/>
                </a:lnTo>
                <a:lnTo>
                  <a:pt x="2027659" y="33031"/>
                </a:lnTo>
                <a:lnTo>
                  <a:pt x="2027090" y="33043"/>
                </a:lnTo>
                <a:lnTo>
                  <a:pt x="2026523" y="33059"/>
                </a:lnTo>
                <a:lnTo>
                  <a:pt x="2025957" y="33080"/>
                </a:lnTo>
                <a:lnTo>
                  <a:pt x="2025391" y="33106"/>
                </a:lnTo>
                <a:lnTo>
                  <a:pt x="2024827" y="33137"/>
                </a:lnTo>
                <a:lnTo>
                  <a:pt x="2024264" y="33172"/>
                </a:lnTo>
                <a:lnTo>
                  <a:pt x="2023702" y="33212"/>
                </a:lnTo>
                <a:lnTo>
                  <a:pt x="2023142" y="33256"/>
                </a:lnTo>
                <a:lnTo>
                  <a:pt x="2022582" y="33306"/>
                </a:lnTo>
                <a:lnTo>
                  <a:pt x="2022023" y="33360"/>
                </a:lnTo>
                <a:lnTo>
                  <a:pt x="2021465" y="33418"/>
                </a:lnTo>
                <a:lnTo>
                  <a:pt x="2020909" y="33482"/>
                </a:lnTo>
                <a:lnTo>
                  <a:pt x="2020353" y="33550"/>
                </a:lnTo>
                <a:lnTo>
                  <a:pt x="2019799" y="33622"/>
                </a:lnTo>
                <a:lnTo>
                  <a:pt x="2019246" y="33700"/>
                </a:lnTo>
                <a:lnTo>
                  <a:pt x="2018694" y="33782"/>
                </a:lnTo>
                <a:lnTo>
                  <a:pt x="2018143" y="33869"/>
                </a:lnTo>
                <a:lnTo>
                  <a:pt x="2017592" y="33960"/>
                </a:lnTo>
                <a:lnTo>
                  <a:pt x="2017044" y="34057"/>
                </a:lnTo>
                <a:lnTo>
                  <a:pt x="2016496" y="34157"/>
                </a:lnTo>
                <a:lnTo>
                  <a:pt x="2015949" y="34263"/>
                </a:lnTo>
                <a:lnTo>
                  <a:pt x="2015403" y="34373"/>
                </a:lnTo>
                <a:lnTo>
                  <a:pt x="2014860" y="34489"/>
                </a:lnTo>
                <a:lnTo>
                  <a:pt x="2014322" y="34609"/>
                </a:lnTo>
                <a:lnTo>
                  <a:pt x="2013789" y="34735"/>
                </a:lnTo>
                <a:lnTo>
                  <a:pt x="2013260" y="34867"/>
                </a:lnTo>
                <a:lnTo>
                  <a:pt x="2012735" y="35004"/>
                </a:lnTo>
                <a:lnTo>
                  <a:pt x="2012216" y="35146"/>
                </a:lnTo>
                <a:lnTo>
                  <a:pt x="2011701" y="35294"/>
                </a:lnTo>
                <a:lnTo>
                  <a:pt x="2011190" y="35448"/>
                </a:lnTo>
                <a:lnTo>
                  <a:pt x="2010684" y="35607"/>
                </a:lnTo>
                <a:lnTo>
                  <a:pt x="2010183" y="35771"/>
                </a:lnTo>
                <a:lnTo>
                  <a:pt x="2009687" y="35941"/>
                </a:lnTo>
                <a:lnTo>
                  <a:pt x="2009195" y="36116"/>
                </a:lnTo>
                <a:lnTo>
                  <a:pt x="2008708" y="36297"/>
                </a:lnTo>
                <a:lnTo>
                  <a:pt x="2008225" y="36483"/>
                </a:lnTo>
                <a:lnTo>
                  <a:pt x="2007747" y="36675"/>
                </a:lnTo>
                <a:lnTo>
                  <a:pt x="2007274" y="36872"/>
                </a:lnTo>
                <a:lnTo>
                  <a:pt x="2006805" y="37074"/>
                </a:lnTo>
                <a:lnTo>
                  <a:pt x="2006341" y="37282"/>
                </a:lnTo>
                <a:lnTo>
                  <a:pt x="2005882" y="37496"/>
                </a:lnTo>
                <a:lnTo>
                  <a:pt x="2005427" y="37715"/>
                </a:lnTo>
                <a:lnTo>
                  <a:pt x="2004977" y="37940"/>
                </a:lnTo>
                <a:lnTo>
                  <a:pt x="2004531" y="38169"/>
                </a:lnTo>
                <a:lnTo>
                  <a:pt x="2004090" y="38405"/>
                </a:lnTo>
                <a:lnTo>
                  <a:pt x="2003654" y="38646"/>
                </a:lnTo>
                <a:lnTo>
                  <a:pt x="2003224" y="38893"/>
                </a:lnTo>
                <a:lnTo>
                  <a:pt x="2002801" y="39146"/>
                </a:lnTo>
                <a:lnTo>
                  <a:pt x="2002385" y="39405"/>
                </a:lnTo>
                <a:lnTo>
                  <a:pt x="2001977" y="39671"/>
                </a:lnTo>
                <a:lnTo>
                  <a:pt x="2001575" y="39944"/>
                </a:lnTo>
                <a:lnTo>
                  <a:pt x="2001181" y="40223"/>
                </a:lnTo>
                <a:lnTo>
                  <a:pt x="2000795" y="40508"/>
                </a:lnTo>
                <a:lnTo>
                  <a:pt x="2000415" y="40800"/>
                </a:lnTo>
                <a:lnTo>
                  <a:pt x="2000043" y="41098"/>
                </a:lnTo>
                <a:lnTo>
                  <a:pt x="1999678" y="41402"/>
                </a:lnTo>
                <a:lnTo>
                  <a:pt x="1999321" y="41713"/>
                </a:lnTo>
                <a:lnTo>
                  <a:pt x="1998970" y="42031"/>
                </a:lnTo>
                <a:lnTo>
                  <a:pt x="1998627" y="42355"/>
                </a:lnTo>
                <a:lnTo>
                  <a:pt x="1998291" y="42685"/>
                </a:lnTo>
                <a:lnTo>
                  <a:pt x="1997963" y="43021"/>
                </a:lnTo>
                <a:lnTo>
                  <a:pt x="1997641" y="43364"/>
                </a:lnTo>
                <a:lnTo>
                  <a:pt x="1997327" y="43714"/>
                </a:lnTo>
                <a:lnTo>
                  <a:pt x="1997020" y="44070"/>
                </a:lnTo>
                <a:lnTo>
                  <a:pt x="1996721" y="44432"/>
                </a:lnTo>
                <a:lnTo>
                  <a:pt x="1996429" y="44801"/>
                </a:lnTo>
                <a:lnTo>
                  <a:pt x="1996144" y="45176"/>
                </a:lnTo>
                <a:lnTo>
                  <a:pt x="1995866" y="45557"/>
                </a:lnTo>
                <a:lnTo>
                  <a:pt x="1995595" y="45945"/>
                </a:lnTo>
                <a:lnTo>
                  <a:pt x="1995332" y="46339"/>
                </a:lnTo>
                <a:lnTo>
                  <a:pt x="1995078" y="46740"/>
                </a:lnTo>
                <a:lnTo>
                  <a:pt x="1994834" y="47148"/>
                </a:lnTo>
                <a:lnTo>
                  <a:pt x="1994602" y="47564"/>
                </a:lnTo>
                <a:lnTo>
                  <a:pt x="1994380" y="47986"/>
                </a:lnTo>
                <a:lnTo>
                  <a:pt x="1994169" y="48416"/>
                </a:lnTo>
                <a:lnTo>
                  <a:pt x="1993969" y="48853"/>
                </a:lnTo>
                <a:lnTo>
                  <a:pt x="1993780" y="49297"/>
                </a:lnTo>
                <a:lnTo>
                  <a:pt x="1993601" y="49748"/>
                </a:lnTo>
                <a:lnTo>
                  <a:pt x="1993434" y="50206"/>
                </a:lnTo>
                <a:lnTo>
                  <a:pt x="1993277" y="50672"/>
                </a:lnTo>
                <a:lnTo>
                  <a:pt x="1993131" y="51145"/>
                </a:lnTo>
                <a:lnTo>
                  <a:pt x="1992996" y="51625"/>
                </a:lnTo>
                <a:lnTo>
                  <a:pt x="1992871" y="52112"/>
                </a:lnTo>
                <a:lnTo>
                  <a:pt x="1992758" y="52606"/>
                </a:lnTo>
                <a:lnTo>
                  <a:pt x="1992655" y="53108"/>
                </a:lnTo>
                <a:lnTo>
                  <a:pt x="1992563" y="53617"/>
                </a:lnTo>
                <a:lnTo>
                  <a:pt x="1992482" y="54133"/>
                </a:lnTo>
                <a:lnTo>
                  <a:pt x="1992412" y="54656"/>
                </a:lnTo>
                <a:lnTo>
                  <a:pt x="1992352" y="55186"/>
                </a:lnTo>
                <a:lnTo>
                  <a:pt x="1992303" y="55724"/>
                </a:lnTo>
                <a:lnTo>
                  <a:pt x="1992265" y="56269"/>
                </a:lnTo>
                <a:lnTo>
                  <a:pt x="1992238" y="56821"/>
                </a:lnTo>
                <a:lnTo>
                  <a:pt x="1992222" y="57380"/>
                </a:lnTo>
                <a:lnTo>
                  <a:pt x="1992217" y="57946"/>
                </a:lnTo>
                <a:lnTo>
                  <a:pt x="1992224" y="58668"/>
                </a:lnTo>
                <a:lnTo>
                  <a:pt x="1992245" y="59378"/>
                </a:lnTo>
                <a:lnTo>
                  <a:pt x="1992281" y="60076"/>
                </a:lnTo>
                <a:lnTo>
                  <a:pt x="1992331" y="60762"/>
                </a:lnTo>
                <a:lnTo>
                  <a:pt x="1992395" y="61437"/>
                </a:lnTo>
                <a:lnTo>
                  <a:pt x="1992473" y="62100"/>
                </a:lnTo>
                <a:lnTo>
                  <a:pt x="1992565" y="62751"/>
                </a:lnTo>
                <a:lnTo>
                  <a:pt x="1992672" y="63390"/>
                </a:lnTo>
                <a:lnTo>
                  <a:pt x="1992793" y="64018"/>
                </a:lnTo>
                <a:lnTo>
                  <a:pt x="1992928" y="64634"/>
                </a:lnTo>
                <a:lnTo>
                  <a:pt x="1993077" y="65238"/>
                </a:lnTo>
                <a:lnTo>
                  <a:pt x="1993240" y="65831"/>
                </a:lnTo>
                <a:lnTo>
                  <a:pt x="1993418" y="66412"/>
                </a:lnTo>
                <a:lnTo>
                  <a:pt x="1993610" y="66981"/>
                </a:lnTo>
                <a:lnTo>
                  <a:pt x="1993816" y="67539"/>
                </a:lnTo>
                <a:lnTo>
                  <a:pt x="1994037" y="68085"/>
                </a:lnTo>
                <a:lnTo>
                  <a:pt x="1994271" y="68619"/>
                </a:lnTo>
                <a:lnTo>
                  <a:pt x="1994520" y="69141"/>
                </a:lnTo>
                <a:lnTo>
                  <a:pt x="1994783" y="69652"/>
                </a:lnTo>
                <a:lnTo>
                  <a:pt x="1995060" y="70150"/>
                </a:lnTo>
                <a:lnTo>
                  <a:pt x="1995352" y="70638"/>
                </a:lnTo>
                <a:lnTo>
                  <a:pt x="1995657" y="71113"/>
                </a:lnTo>
                <a:lnTo>
                  <a:pt x="1995977" y="71577"/>
                </a:lnTo>
                <a:lnTo>
                  <a:pt x="1996311" y="72029"/>
                </a:lnTo>
                <a:lnTo>
                  <a:pt x="1996658" y="72471"/>
                </a:lnTo>
                <a:lnTo>
                  <a:pt x="1997015" y="72906"/>
                </a:lnTo>
                <a:lnTo>
                  <a:pt x="1997384" y="73333"/>
                </a:lnTo>
                <a:lnTo>
                  <a:pt x="1997764" y="73753"/>
                </a:lnTo>
                <a:lnTo>
                  <a:pt x="1998154" y="74165"/>
                </a:lnTo>
                <a:lnTo>
                  <a:pt x="1998556" y="74570"/>
                </a:lnTo>
                <a:lnTo>
                  <a:pt x="1998968" y="74967"/>
                </a:lnTo>
                <a:lnTo>
                  <a:pt x="1999392" y="75357"/>
                </a:lnTo>
                <a:lnTo>
                  <a:pt x="1999826" y="75739"/>
                </a:lnTo>
                <a:lnTo>
                  <a:pt x="2000272" y="76114"/>
                </a:lnTo>
                <a:lnTo>
                  <a:pt x="2000728" y="76481"/>
                </a:lnTo>
                <a:lnTo>
                  <a:pt x="2001195" y="76841"/>
                </a:lnTo>
                <a:lnTo>
                  <a:pt x="2001674" y="77193"/>
                </a:lnTo>
                <a:lnTo>
                  <a:pt x="2002163" y="77538"/>
                </a:lnTo>
                <a:lnTo>
                  <a:pt x="2002663" y="77875"/>
                </a:lnTo>
                <a:lnTo>
                  <a:pt x="2003175" y="78205"/>
                </a:lnTo>
                <a:lnTo>
                  <a:pt x="2003697" y="78527"/>
                </a:lnTo>
                <a:lnTo>
                  <a:pt x="2004230" y="78842"/>
                </a:lnTo>
                <a:lnTo>
                  <a:pt x="2004774" y="79149"/>
                </a:lnTo>
                <a:lnTo>
                  <a:pt x="2005329" y="79449"/>
                </a:lnTo>
                <a:lnTo>
                  <a:pt x="2005895" y="79742"/>
                </a:lnTo>
                <a:lnTo>
                  <a:pt x="2006472" y="80026"/>
                </a:lnTo>
                <a:lnTo>
                  <a:pt x="2007061" y="80304"/>
                </a:lnTo>
                <a:lnTo>
                  <a:pt x="2007660" y="80574"/>
                </a:lnTo>
                <a:lnTo>
                  <a:pt x="2008268" y="80838"/>
                </a:lnTo>
                <a:lnTo>
                  <a:pt x="2008882" y="81099"/>
                </a:lnTo>
                <a:lnTo>
                  <a:pt x="2009504" y="81357"/>
                </a:lnTo>
                <a:lnTo>
                  <a:pt x="2010133" y="81612"/>
                </a:lnTo>
                <a:lnTo>
                  <a:pt x="2010769" y="81863"/>
                </a:lnTo>
                <a:lnTo>
                  <a:pt x="2011412" y="82111"/>
                </a:lnTo>
                <a:lnTo>
                  <a:pt x="2012061" y="82356"/>
                </a:lnTo>
                <a:lnTo>
                  <a:pt x="2012718" y="82598"/>
                </a:lnTo>
                <a:lnTo>
                  <a:pt x="2013382" y="82836"/>
                </a:lnTo>
                <a:lnTo>
                  <a:pt x="2014052" y="83071"/>
                </a:lnTo>
                <a:lnTo>
                  <a:pt x="2014730" y="83303"/>
                </a:lnTo>
                <a:lnTo>
                  <a:pt x="2015414" y="83531"/>
                </a:lnTo>
                <a:lnTo>
                  <a:pt x="2016106" y="83756"/>
                </a:lnTo>
                <a:lnTo>
                  <a:pt x="2016804" y="83978"/>
                </a:lnTo>
                <a:lnTo>
                  <a:pt x="2017509" y="84197"/>
                </a:lnTo>
                <a:lnTo>
                  <a:pt x="2018222" y="84412"/>
                </a:lnTo>
                <a:lnTo>
                  <a:pt x="2018941" y="84624"/>
                </a:lnTo>
                <a:lnTo>
                  <a:pt x="2019667" y="84833"/>
                </a:lnTo>
                <a:lnTo>
                  <a:pt x="2020400" y="85038"/>
                </a:lnTo>
                <a:lnTo>
                  <a:pt x="2021140" y="85241"/>
                </a:lnTo>
                <a:lnTo>
                  <a:pt x="2021887" y="85440"/>
                </a:lnTo>
                <a:lnTo>
                  <a:pt x="2022641" y="85635"/>
                </a:lnTo>
                <a:lnTo>
                  <a:pt x="2023402" y="85828"/>
                </a:lnTo>
                <a:lnTo>
                  <a:pt x="2024170" y="86017"/>
                </a:lnTo>
                <a:lnTo>
                  <a:pt x="2025079" y="86227"/>
                </a:lnTo>
                <a:lnTo>
                  <a:pt x="2025964" y="86436"/>
                </a:lnTo>
                <a:lnTo>
                  <a:pt x="2026826" y="86646"/>
                </a:lnTo>
                <a:lnTo>
                  <a:pt x="2027665" y="86854"/>
                </a:lnTo>
                <a:lnTo>
                  <a:pt x="2028481" y="87063"/>
                </a:lnTo>
                <a:lnTo>
                  <a:pt x="2029274" y="87271"/>
                </a:lnTo>
                <a:lnTo>
                  <a:pt x="2030044" y="87479"/>
                </a:lnTo>
                <a:lnTo>
                  <a:pt x="2030791" y="87687"/>
                </a:lnTo>
                <a:lnTo>
                  <a:pt x="2031516" y="87894"/>
                </a:lnTo>
                <a:lnTo>
                  <a:pt x="2032217" y="88102"/>
                </a:lnTo>
                <a:lnTo>
                  <a:pt x="2032894" y="88308"/>
                </a:lnTo>
                <a:lnTo>
                  <a:pt x="2033549" y="88515"/>
                </a:lnTo>
                <a:lnTo>
                  <a:pt x="2034181" y="88721"/>
                </a:lnTo>
                <a:lnTo>
                  <a:pt x="2034790" y="88927"/>
                </a:lnTo>
                <a:lnTo>
                  <a:pt x="2035376" y="89132"/>
                </a:lnTo>
                <a:lnTo>
                  <a:pt x="2035939" y="89337"/>
                </a:lnTo>
                <a:lnTo>
                  <a:pt x="2036479" y="89542"/>
                </a:lnTo>
                <a:lnTo>
                  <a:pt x="2036996" y="89747"/>
                </a:lnTo>
                <a:lnTo>
                  <a:pt x="2037489" y="89951"/>
                </a:lnTo>
                <a:lnTo>
                  <a:pt x="2037960" y="90155"/>
                </a:lnTo>
                <a:lnTo>
                  <a:pt x="2038408" y="90359"/>
                </a:lnTo>
                <a:lnTo>
                  <a:pt x="2038833" y="90562"/>
                </a:lnTo>
                <a:lnTo>
                  <a:pt x="2039234" y="90765"/>
                </a:lnTo>
                <a:lnTo>
                  <a:pt x="2039613" y="90968"/>
                </a:lnTo>
                <a:lnTo>
                  <a:pt x="2039973" y="91175"/>
                </a:lnTo>
                <a:lnTo>
                  <a:pt x="2040317" y="91390"/>
                </a:lnTo>
                <a:lnTo>
                  <a:pt x="2040646" y="91614"/>
                </a:lnTo>
                <a:lnTo>
                  <a:pt x="2040959" y="91847"/>
                </a:lnTo>
                <a:lnTo>
                  <a:pt x="2041258" y="92089"/>
                </a:lnTo>
                <a:lnTo>
                  <a:pt x="2041541" y="92340"/>
                </a:lnTo>
                <a:lnTo>
                  <a:pt x="2041808" y="92599"/>
                </a:lnTo>
                <a:lnTo>
                  <a:pt x="2042061" y="92867"/>
                </a:lnTo>
                <a:lnTo>
                  <a:pt x="2042298" y="93144"/>
                </a:lnTo>
                <a:lnTo>
                  <a:pt x="2042520" y="93429"/>
                </a:lnTo>
                <a:lnTo>
                  <a:pt x="2042726" y="93723"/>
                </a:lnTo>
                <a:lnTo>
                  <a:pt x="2042917" y="94026"/>
                </a:lnTo>
                <a:lnTo>
                  <a:pt x="2043093" y="94338"/>
                </a:lnTo>
                <a:lnTo>
                  <a:pt x="2043254" y="94658"/>
                </a:lnTo>
                <a:lnTo>
                  <a:pt x="2043399" y="94988"/>
                </a:lnTo>
                <a:lnTo>
                  <a:pt x="2043529" y="95326"/>
                </a:lnTo>
                <a:lnTo>
                  <a:pt x="2043644" y="95672"/>
                </a:lnTo>
                <a:lnTo>
                  <a:pt x="2043744" y="96028"/>
                </a:lnTo>
                <a:lnTo>
                  <a:pt x="2043828" y="96392"/>
                </a:lnTo>
                <a:lnTo>
                  <a:pt x="2043897" y="96765"/>
                </a:lnTo>
                <a:lnTo>
                  <a:pt x="2043950" y="97147"/>
                </a:lnTo>
                <a:lnTo>
                  <a:pt x="2043988" y="97537"/>
                </a:lnTo>
                <a:lnTo>
                  <a:pt x="2044011" y="97936"/>
                </a:lnTo>
                <a:lnTo>
                  <a:pt x="2044019" y="98344"/>
                </a:lnTo>
                <a:lnTo>
                  <a:pt x="2044012" y="98782"/>
                </a:lnTo>
                <a:lnTo>
                  <a:pt x="2043993" y="99209"/>
                </a:lnTo>
                <a:lnTo>
                  <a:pt x="2043960" y="99625"/>
                </a:lnTo>
                <a:lnTo>
                  <a:pt x="2043915" y="100030"/>
                </a:lnTo>
                <a:lnTo>
                  <a:pt x="2043857" y="100425"/>
                </a:lnTo>
                <a:lnTo>
                  <a:pt x="2043785" y="100809"/>
                </a:lnTo>
                <a:lnTo>
                  <a:pt x="2043701" y="101182"/>
                </a:lnTo>
                <a:lnTo>
                  <a:pt x="2043604" y="101545"/>
                </a:lnTo>
                <a:lnTo>
                  <a:pt x="2043493" y="101897"/>
                </a:lnTo>
                <a:lnTo>
                  <a:pt x="2043370" y="102239"/>
                </a:lnTo>
                <a:lnTo>
                  <a:pt x="2043234" y="102570"/>
                </a:lnTo>
                <a:lnTo>
                  <a:pt x="2043084" y="102890"/>
                </a:lnTo>
                <a:lnTo>
                  <a:pt x="2042922" y="103200"/>
                </a:lnTo>
                <a:lnTo>
                  <a:pt x="2042747" y="103499"/>
                </a:lnTo>
                <a:lnTo>
                  <a:pt x="2042559" y="103787"/>
                </a:lnTo>
                <a:lnTo>
                  <a:pt x="2042357" y="104064"/>
                </a:lnTo>
                <a:lnTo>
                  <a:pt x="2042143" y="104331"/>
                </a:lnTo>
                <a:lnTo>
                  <a:pt x="2041916" y="104588"/>
                </a:lnTo>
                <a:lnTo>
                  <a:pt x="2041676" y="104833"/>
                </a:lnTo>
                <a:lnTo>
                  <a:pt x="2041423" y="105068"/>
                </a:lnTo>
                <a:lnTo>
                  <a:pt x="2041157" y="105293"/>
                </a:lnTo>
                <a:lnTo>
                  <a:pt x="2040878" y="105506"/>
                </a:lnTo>
                <a:lnTo>
                  <a:pt x="2040586" y="105709"/>
                </a:lnTo>
                <a:lnTo>
                  <a:pt x="2040281" y="105902"/>
                </a:lnTo>
                <a:lnTo>
                  <a:pt x="2039964" y="106085"/>
                </a:lnTo>
                <a:lnTo>
                  <a:pt x="2039637" y="106260"/>
                </a:lnTo>
                <a:lnTo>
                  <a:pt x="2039299" y="106427"/>
                </a:lnTo>
                <a:lnTo>
                  <a:pt x="2038950" y="106587"/>
                </a:lnTo>
                <a:lnTo>
                  <a:pt x="2038592" y="106738"/>
                </a:lnTo>
                <a:lnTo>
                  <a:pt x="2038222" y="106882"/>
                </a:lnTo>
                <a:lnTo>
                  <a:pt x="2037843" y="107019"/>
                </a:lnTo>
                <a:lnTo>
                  <a:pt x="2037452" y="107147"/>
                </a:lnTo>
                <a:lnTo>
                  <a:pt x="2037051" y="107268"/>
                </a:lnTo>
                <a:lnTo>
                  <a:pt x="2036640" y="107381"/>
                </a:lnTo>
                <a:lnTo>
                  <a:pt x="2036218" y="107486"/>
                </a:lnTo>
                <a:lnTo>
                  <a:pt x="2035786" y="107583"/>
                </a:lnTo>
                <a:lnTo>
                  <a:pt x="2035343" y="107673"/>
                </a:lnTo>
                <a:lnTo>
                  <a:pt x="2034890" y="107754"/>
                </a:lnTo>
                <a:lnTo>
                  <a:pt x="2034426" y="107828"/>
                </a:lnTo>
                <a:lnTo>
                  <a:pt x="2033951" y="107894"/>
                </a:lnTo>
                <a:lnTo>
                  <a:pt x="2033466" y="107953"/>
                </a:lnTo>
                <a:lnTo>
                  <a:pt x="2032971" y="108003"/>
                </a:lnTo>
                <a:lnTo>
                  <a:pt x="2032465" y="108046"/>
                </a:lnTo>
                <a:lnTo>
                  <a:pt x="2031949" y="108081"/>
                </a:lnTo>
                <a:lnTo>
                  <a:pt x="2031422" y="108109"/>
                </a:lnTo>
                <a:lnTo>
                  <a:pt x="2030884" y="108128"/>
                </a:lnTo>
                <a:lnTo>
                  <a:pt x="2030336" y="108140"/>
                </a:lnTo>
                <a:lnTo>
                  <a:pt x="2029778" y="108144"/>
                </a:lnTo>
                <a:lnTo>
                  <a:pt x="2029210" y="108138"/>
                </a:lnTo>
                <a:lnTo>
                  <a:pt x="2028648" y="108123"/>
                </a:lnTo>
                <a:lnTo>
                  <a:pt x="2028092" y="108098"/>
                </a:lnTo>
                <a:lnTo>
                  <a:pt x="2027541" y="108062"/>
                </a:lnTo>
                <a:lnTo>
                  <a:pt x="2026997" y="108017"/>
                </a:lnTo>
                <a:lnTo>
                  <a:pt x="2026459" y="107961"/>
                </a:lnTo>
                <a:lnTo>
                  <a:pt x="2025928" y="107895"/>
                </a:lnTo>
                <a:lnTo>
                  <a:pt x="2025402" y="107819"/>
                </a:lnTo>
                <a:lnTo>
                  <a:pt x="2024882" y="107733"/>
                </a:lnTo>
                <a:lnTo>
                  <a:pt x="2024368" y="107637"/>
                </a:lnTo>
                <a:lnTo>
                  <a:pt x="2023860" y="107531"/>
                </a:lnTo>
                <a:lnTo>
                  <a:pt x="2023358" y="107414"/>
                </a:lnTo>
                <a:lnTo>
                  <a:pt x="2022862" y="107287"/>
                </a:lnTo>
                <a:lnTo>
                  <a:pt x="2022373" y="107151"/>
                </a:lnTo>
                <a:lnTo>
                  <a:pt x="2021889" y="107004"/>
                </a:lnTo>
                <a:lnTo>
                  <a:pt x="2021411" y="106847"/>
                </a:lnTo>
                <a:lnTo>
                  <a:pt x="2020939" y="106680"/>
                </a:lnTo>
                <a:lnTo>
                  <a:pt x="2020474" y="106502"/>
                </a:lnTo>
                <a:lnTo>
                  <a:pt x="2020014" y="106315"/>
                </a:lnTo>
                <a:lnTo>
                  <a:pt x="2019561" y="106117"/>
                </a:lnTo>
                <a:lnTo>
                  <a:pt x="2019113" y="105910"/>
                </a:lnTo>
                <a:lnTo>
                  <a:pt x="2018671" y="105692"/>
                </a:lnTo>
                <a:lnTo>
                  <a:pt x="2018236" y="105464"/>
                </a:lnTo>
                <a:lnTo>
                  <a:pt x="2017806" y="105226"/>
                </a:lnTo>
                <a:lnTo>
                  <a:pt x="2017389" y="104975"/>
                </a:lnTo>
                <a:lnTo>
                  <a:pt x="2016989" y="104708"/>
                </a:lnTo>
                <a:lnTo>
                  <a:pt x="2016607" y="104425"/>
                </a:lnTo>
                <a:lnTo>
                  <a:pt x="2016243" y="104127"/>
                </a:lnTo>
                <a:lnTo>
                  <a:pt x="2015896" y="103812"/>
                </a:lnTo>
                <a:lnTo>
                  <a:pt x="2015567" y="103482"/>
                </a:lnTo>
                <a:lnTo>
                  <a:pt x="2015256" y="103136"/>
                </a:lnTo>
                <a:lnTo>
                  <a:pt x="2014963" y="102774"/>
                </a:lnTo>
                <a:lnTo>
                  <a:pt x="2014688" y="102397"/>
                </a:lnTo>
                <a:lnTo>
                  <a:pt x="2014430" y="102003"/>
                </a:lnTo>
                <a:lnTo>
                  <a:pt x="2014190" y="101594"/>
                </a:lnTo>
                <a:lnTo>
                  <a:pt x="2013968" y="101169"/>
                </a:lnTo>
                <a:lnTo>
                  <a:pt x="2013764" y="100728"/>
                </a:lnTo>
                <a:lnTo>
                  <a:pt x="2013577" y="100271"/>
                </a:lnTo>
                <a:lnTo>
                  <a:pt x="2013408" y="99799"/>
                </a:lnTo>
                <a:lnTo>
                  <a:pt x="2013257" y="99311"/>
                </a:lnTo>
                <a:lnTo>
                  <a:pt x="2013124" y="98806"/>
                </a:lnTo>
                <a:lnTo>
                  <a:pt x="2013008" y="98286"/>
                </a:lnTo>
                <a:lnTo>
                  <a:pt x="2012911" y="97751"/>
                </a:lnTo>
                <a:lnTo>
                  <a:pt x="2012831" y="97199"/>
                </a:lnTo>
                <a:lnTo>
                  <a:pt x="2012768" y="96631"/>
                </a:lnTo>
                <a:lnTo>
                  <a:pt x="2012724" y="96048"/>
                </a:lnTo>
                <a:lnTo>
                  <a:pt x="2012697" y="95449"/>
                </a:lnTo>
                <a:lnTo>
                  <a:pt x="2012688" y="94834"/>
                </a:lnTo>
                <a:lnTo>
                  <a:pt x="1990793" y="94834"/>
                </a:lnTo>
                <a:lnTo>
                  <a:pt x="1990798" y="95534"/>
                </a:lnTo>
                <a:lnTo>
                  <a:pt x="1990816" y="96225"/>
                </a:lnTo>
                <a:lnTo>
                  <a:pt x="1990844" y="96905"/>
                </a:lnTo>
                <a:lnTo>
                  <a:pt x="1990884" y="97576"/>
                </a:lnTo>
                <a:lnTo>
                  <a:pt x="1990936" y="98237"/>
                </a:lnTo>
                <a:lnTo>
                  <a:pt x="1990999" y="98889"/>
                </a:lnTo>
                <a:lnTo>
                  <a:pt x="1991073" y="99531"/>
                </a:lnTo>
                <a:lnTo>
                  <a:pt x="1991159" y="100163"/>
                </a:lnTo>
                <a:lnTo>
                  <a:pt x="1991256" y="100786"/>
                </a:lnTo>
                <a:lnTo>
                  <a:pt x="1991364" y="101399"/>
                </a:lnTo>
                <a:lnTo>
                  <a:pt x="1991485" y="102002"/>
                </a:lnTo>
                <a:lnTo>
                  <a:pt x="1991616" y="102595"/>
                </a:lnTo>
                <a:lnTo>
                  <a:pt x="1991759" y="103179"/>
                </a:lnTo>
                <a:lnTo>
                  <a:pt x="1991913" y="103753"/>
                </a:lnTo>
                <a:lnTo>
                  <a:pt x="1992079" y="104317"/>
                </a:lnTo>
                <a:lnTo>
                  <a:pt x="1992256" y="104872"/>
                </a:lnTo>
                <a:lnTo>
                  <a:pt x="1992445" y="105417"/>
                </a:lnTo>
                <a:lnTo>
                  <a:pt x="1992645" y="105953"/>
                </a:lnTo>
                <a:lnTo>
                  <a:pt x="1992857" y="106478"/>
                </a:lnTo>
                <a:lnTo>
                  <a:pt x="1993080" y="106994"/>
                </a:lnTo>
                <a:lnTo>
                  <a:pt x="1993314" y="107501"/>
                </a:lnTo>
                <a:lnTo>
                  <a:pt x="1993560" y="107997"/>
                </a:lnTo>
                <a:lnTo>
                  <a:pt x="1993817" y="108484"/>
                </a:lnTo>
                <a:lnTo>
                  <a:pt x="1994086" y="108961"/>
                </a:lnTo>
                <a:lnTo>
                  <a:pt x="1994364" y="109430"/>
                </a:lnTo>
                <a:lnTo>
                  <a:pt x="1994651" y="109890"/>
                </a:lnTo>
                <a:lnTo>
                  <a:pt x="1994945" y="110341"/>
                </a:lnTo>
                <a:lnTo>
                  <a:pt x="1995248" y="110785"/>
                </a:lnTo>
                <a:lnTo>
                  <a:pt x="1995559" y="111220"/>
                </a:lnTo>
                <a:lnTo>
                  <a:pt x="1995877" y="111647"/>
                </a:lnTo>
                <a:lnTo>
                  <a:pt x="1996204" y="112065"/>
                </a:lnTo>
                <a:lnTo>
                  <a:pt x="1996539" y="112476"/>
                </a:lnTo>
                <a:lnTo>
                  <a:pt x="1996881" y="112878"/>
                </a:lnTo>
                <a:lnTo>
                  <a:pt x="1997232" y="113271"/>
                </a:lnTo>
                <a:lnTo>
                  <a:pt x="1997591" y="113657"/>
                </a:lnTo>
                <a:lnTo>
                  <a:pt x="1997958" y="114034"/>
                </a:lnTo>
                <a:lnTo>
                  <a:pt x="1998333" y="114403"/>
                </a:lnTo>
                <a:lnTo>
                  <a:pt x="1998716" y="114764"/>
                </a:lnTo>
                <a:lnTo>
                  <a:pt x="1999107" y="115116"/>
                </a:lnTo>
                <a:lnTo>
                  <a:pt x="1999506" y="115460"/>
                </a:lnTo>
                <a:lnTo>
                  <a:pt x="1999913" y="115796"/>
                </a:lnTo>
                <a:lnTo>
                  <a:pt x="2000328" y="116123"/>
                </a:lnTo>
                <a:lnTo>
                  <a:pt x="2000751" y="116443"/>
                </a:lnTo>
                <a:lnTo>
                  <a:pt x="2001182" y="116754"/>
                </a:lnTo>
                <a:lnTo>
                  <a:pt x="2001621" y="117056"/>
                </a:lnTo>
                <a:lnTo>
                  <a:pt x="2002068" y="117351"/>
                </a:lnTo>
                <a:lnTo>
                  <a:pt x="2002523" y="117637"/>
                </a:lnTo>
                <a:lnTo>
                  <a:pt x="2002987" y="117915"/>
                </a:lnTo>
                <a:lnTo>
                  <a:pt x="2003456" y="118185"/>
                </a:lnTo>
                <a:lnTo>
                  <a:pt x="2003931" y="118449"/>
                </a:lnTo>
                <a:lnTo>
                  <a:pt x="2004409" y="118706"/>
                </a:lnTo>
                <a:lnTo>
                  <a:pt x="2004893" y="118956"/>
                </a:lnTo>
                <a:lnTo>
                  <a:pt x="2005381" y="119200"/>
                </a:lnTo>
                <a:lnTo>
                  <a:pt x="2005874" y="119436"/>
                </a:lnTo>
                <a:lnTo>
                  <a:pt x="2006371" y="119666"/>
                </a:lnTo>
                <a:lnTo>
                  <a:pt x="2006873" y="119890"/>
                </a:lnTo>
                <a:lnTo>
                  <a:pt x="2007380" y="120106"/>
                </a:lnTo>
                <a:lnTo>
                  <a:pt x="2007891" y="120316"/>
                </a:lnTo>
                <a:lnTo>
                  <a:pt x="2008407" y="120519"/>
                </a:lnTo>
                <a:lnTo>
                  <a:pt x="2008928" y="120716"/>
                </a:lnTo>
                <a:lnTo>
                  <a:pt x="2009453" y="120906"/>
                </a:lnTo>
                <a:lnTo>
                  <a:pt x="2009983" y="121089"/>
                </a:lnTo>
                <a:lnTo>
                  <a:pt x="2010517" y="121265"/>
                </a:lnTo>
                <a:lnTo>
                  <a:pt x="2011057" y="121434"/>
                </a:lnTo>
                <a:lnTo>
                  <a:pt x="2011600" y="121597"/>
                </a:lnTo>
                <a:lnTo>
                  <a:pt x="2012149" y="121753"/>
                </a:lnTo>
                <a:lnTo>
                  <a:pt x="2012702" y="121903"/>
                </a:lnTo>
                <a:lnTo>
                  <a:pt x="2013260" y="122045"/>
                </a:lnTo>
                <a:lnTo>
                  <a:pt x="2013822" y="122181"/>
                </a:lnTo>
                <a:lnTo>
                  <a:pt x="2014389" y="122310"/>
                </a:lnTo>
                <a:lnTo>
                  <a:pt x="2014960" y="122433"/>
                </a:lnTo>
                <a:lnTo>
                  <a:pt x="2015537" y="122549"/>
                </a:lnTo>
                <a:lnTo>
                  <a:pt x="2016116" y="122659"/>
                </a:lnTo>
                <a:lnTo>
                  <a:pt x="2016696" y="122764"/>
                </a:lnTo>
                <a:lnTo>
                  <a:pt x="2017276" y="122865"/>
                </a:lnTo>
                <a:lnTo>
                  <a:pt x="2017858" y="122961"/>
                </a:lnTo>
                <a:lnTo>
                  <a:pt x="2018441" y="123052"/>
                </a:lnTo>
                <a:lnTo>
                  <a:pt x="2019025" y="123139"/>
                </a:lnTo>
                <a:lnTo>
                  <a:pt x="2019609" y="123221"/>
                </a:lnTo>
                <a:lnTo>
                  <a:pt x="2020195" y="123298"/>
                </a:lnTo>
                <a:lnTo>
                  <a:pt x="2020781" y="123371"/>
                </a:lnTo>
                <a:lnTo>
                  <a:pt x="2021368" y="123439"/>
                </a:lnTo>
                <a:lnTo>
                  <a:pt x="2021957" y="123502"/>
                </a:lnTo>
                <a:lnTo>
                  <a:pt x="2022546" y="123561"/>
                </a:lnTo>
                <a:lnTo>
                  <a:pt x="2023136" y="123614"/>
                </a:lnTo>
                <a:lnTo>
                  <a:pt x="2023727" y="123664"/>
                </a:lnTo>
                <a:lnTo>
                  <a:pt x="2024319" y="123708"/>
                </a:lnTo>
                <a:lnTo>
                  <a:pt x="2024912" y="123748"/>
                </a:lnTo>
                <a:lnTo>
                  <a:pt x="2025506" y="123783"/>
                </a:lnTo>
                <a:lnTo>
                  <a:pt x="2026101" y="123813"/>
                </a:lnTo>
                <a:lnTo>
                  <a:pt x="2026696" y="123839"/>
                </a:lnTo>
                <a:lnTo>
                  <a:pt x="2027293" y="123860"/>
                </a:lnTo>
                <a:lnTo>
                  <a:pt x="2027891" y="123877"/>
                </a:lnTo>
                <a:lnTo>
                  <a:pt x="2028489" y="123888"/>
                </a:lnTo>
                <a:lnTo>
                  <a:pt x="2029088" y="123895"/>
                </a:lnTo>
                <a:lnTo>
                  <a:pt x="2029689" y="123898"/>
                </a:lnTo>
                <a:lnTo>
                  <a:pt x="2030296" y="123895"/>
                </a:lnTo>
                <a:lnTo>
                  <a:pt x="2030902" y="123887"/>
                </a:lnTo>
                <a:lnTo>
                  <a:pt x="2031506" y="123874"/>
                </a:lnTo>
                <a:lnTo>
                  <a:pt x="2032108" y="123855"/>
                </a:lnTo>
                <a:lnTo>
                  <a:pt x="2032709" y="123831"/>
                </a:lnTo>
                <a:close/>
                <a:moveTo>
                  <a:pt x="2115494" y="123757"/>
                </a:moveTo>
                <a:lnTo>
                  <a:pt x="2116245" y="123695"/>
                </a:lnTo>
                <a:lnTo>
                  <a:pt x="2116989" y="123621"/>
                </a:lnTo>
                <a:lnTo>
                  <a:pt x="2117724" y="123537"/>
                </a:lnTo>
                <a:lnTo>
                  <a:pt x="2118452" y="123441"/>
                </a:lnTo>
                <a:lnTo>
                  <a:pt x="2119172" y="123334"/>
                </a:lnTo>
                <a:lnTo>
                  <a:pt x="2119885" y="123215"/>
                </a:lnTo>
                <a:lnTo>
                  <a:pt x="2120590" y="123086"/>
                </a:lnTo>
                <a:lnTo>
                  <a:pt x="2121287" y="122945"/>
                </a:lnTo>
                <a:lnTo>
                  <a:pt x="2121976" y="122792"/>
                </a:lnTo>
                <a:lnTo>
                  <a:pt x="2122658" y="122629"/>
                </a:lnTo>
                <a:lnTo>
                  <a:pt x="2123332" y="122454"/>
                </a:lnTo>
                <a:lnTo>
                  <a:pt x="2123998" y="122268"/>
                </a:lnTo>
                <a:lnTo>
                  <a:pt x="2124656" y="122070"/>
                </a:lnTo>
                <a:lnTo>
                  <a:pt x="2125307" y="121862"/>
                </a:lnTo>
                <a:lnTo>
                  <a:pt x="2125950" y="121642"/>
                </a:lnTo>
                <a:lnTo>
                  <a:pt x="2126585" y="121410"/>
                </a:lnTo>
                <a:lnTo>
                  <a:pt x="2127213" y="121168"/>
                </a:lnTo>
                <a:lnTo>
                  <a:pt x="2127833" y="120914"/>
                </a:lnTo>
                <a:lnTo>
                  <a:pt x="2128445" y="120649"/>
                </a:lnTo>
                <a:lnTo>
                  <a:pt x="2129050" y="120373"/>
                </a:lnTo>
                <a:lnTo>
                  <a:pt x="2129649" y="120086"/>
                </a:lnTo>
                <a:lnTo>
                  <a:pt x="2130241" y="119789"/>
                </a:lnTo>
                <a:lnTo>
                  <a:pt x="2130828" y="119481"/>
                </a:lnTo>
                <a:lnTo>
                  <a:pt x="2131408" y="119162"/>
                </a:lnTo>
                <a:lnTo>
                  <a:pt x="2131983" y="118833"/>
                </a:lnTo>
                <a:lnTo>
                  <a:pt x="2132551" y="118493"/>
                </a:lnTo>
                <a:lnTo>
                  <a:pt x="2133113" y="118142"/>
                </a:lnTo>
                <a:lnTo>
                  <a:pt x="2133668" y="117781"/>
                </a:lnTo>
                <a:lnTo>
                  <a:pt x="2134218" y="117409"/>
                </a:lnTo>
                <a:lnTo>
                  <a:pt x="2134761" y="117026"/>
                </a:lnTo>
                <a:lnTo>
                  <a:pt x="2135298" y="116633"/>
                </a:lnTo>
                <a:lnTo>
                  <a:pt x="2135829" y="116229"/>
                </a:lnTo>
                <a:lnTo>
                  <a:pt x="2136354" y="115814"/>
                </a:lnTo>
                <a:lnTo>
                  <a:pt x="2136873" y="115389"/>
                </a:lnTo>
                <a:lnTo>
                  <a:pt x="2137385" y="114953"/>
                </a:lnTo>
                <a:lnTo>
                  <a:pt x="2137891" y="114506"/>
                </a:lnTo>
                <a:lnTo>
                  <a:pt x="2138391" y="114049"/>
                </a:lnTo>
                <a:lnTo>
                  <a:pt x="2138885" y="113581"/>
                </a:lnTo>
                <a:lnTo>
                  <a:pt x="2139373" y="113102"/>
                </a:lnTo>
                <a:lnTo>
                  <a:pt x="2139854" y="112613"/>
                </a:lnTo>
                <a:lnTo>
                  <a:pt x="2140330" y="112113"/>
                </a:lnTo>
                <a:lnTo>
                  <a:pt x="2140799" y="111602"/>
                </a:lnTo>
                <a:lnTo>
                  <a:pt x="2141262" y="111081"/>
                </a:lnTo>
                <a:lnTo>
                  <a:pt x="2141974" y="122296"/>
                </a:lnTo>
                <a:lnTo>
                  <a:pt x="2164047" y="122296"/>
                </a:lnTo>
                <a:lnTo>
                  <a:pt x="2164047" y="63290"/>
                </a:lnTo>
                <a:lnTo>
                  <a:pt x="2164043" y="62559"/>
                </a:lnTo>
                <a:lnTo>
                  <a:pt x="2164028" y="61839"/>
                </a:lnTo>
                <a:lnTo>
                  <a:pt x="2164004" y="61128"/>
                </a:lnTo>
                <a:lnTo>
                  <a:pt x="2163971" y="60428"/>
                </a:lnTo>
                <a:lnTo>
                  <a:pt x="2163928" y="59738"/>
                </a:lnTo>
                <a:lnTo>
                  <a:pt x="2163875" y="59058"/>
                </a:lnTo>
                <a:lnTo>
                  <a:pt x="2163813" y="58389"/>
                </a:lnTo>
                <a:lnTo>
                  <a:pt x="2163741" y="57729"/>
                </a:lnTo>
                <a:lnTo>
                  <a:pt x="2163659" y="57080"/>
                </a:lnTo>
                <a:lnTo>
                  <a:pt x="2163568" y="56441"/>
                </a:lnTo>
                <a:lnTo>
                  <a:pt x="2163468" y="55812"/>
                </a:lnTo>
                <a:lnTo>
                  <a:pt x="2163358" y="55193"/>
                </a:lnTo>
                <a:lnTo>
                  <a:pt x="2163238" y="54585"/>
                </a:lnTo>
                <a:lnTo>
                  <a:pt x="2163109" y="53986"/>
                </a:lnTo>
                <a:lnTo>
                  <a:pt x="2162970" y="53398"/>
                </a:lnTo>
                <a:lnTo>
                  <a:pt x="2162821" y="52820"/>
                </a:lnTo>
                <a:lnTo>
                  <a:pt x="2162663" y="52252"/>
                </a:lnTo>
                <a:lnTo>
                  <a:pt x="2162495" y="51694"/>
                </a:lnTo>
                <a:lnTo>
                  <a:pt x="2162318" y="51147"/>
                </a:lnTo>
                <a:lnTo>
                  <a:pt x="2162131" y="50610"/>
                </a:lnTo>
                <a:lnTo>
                  <a:pt x="2161935" y="50082"/>
                </a:lnTo>
                <a:lnTo>
                  <a:pt x="2161729" y="49565"/>
                </a:lnTo>
                <a:lnTo>
                  <a:pt x="2161513" y="49058"/>
                </a:lnTo>
                <a:lnTo>
                  <a:pt x="2161288" y="48562"/>
                </a:lnTo>
                <a:lnTo>
                  <a:pt x="2161054" y="48074"/>
                </a:lnTo>
                <a:lnTo>
                  <a:pt x="2160813" y="47595"/>
                </a:lnTo>
                <a:lnTo>
                  <a:pt x="2160563" y="47125"/>
                </a:lnTo>
                <a:lnTo>
                  <a:pt x="2160305" y="46663"/>
                </a:lnTo>
                <a:lnTo>
                  <a:pt x="2160040" y="46210"/>
                </a:lnTo>
                <a:lnTo>
                  <a:pt x="2159767" y="45766"/>
                </a:lnTo>
                <a:lnTo>
                  <a:pt x="2159486" y="45330"/>
                </a:lnTo>
                <a:lnTo>
                  <a:pt x="2159197" y="44903"/>
                </a:lnTo>
                <a:lnTo>
                  <a:pt x="2158900" y="44484"/>
                </a:lnTo>
                <a:lnTo>
                  <a:pt x="2158595" y="44074"/>
                </a:lnTo>
                <a:lnTo>
                  <a:pt x="2158282" y="43672"/>
                </a:lnTo>
                <a:lnTo>
                  <a:pt x="2157962" y="43280"/>
                </a:lnTo>
                <a:lnTo>
                  <a:pt x="2157633" y="42895"/>
                </a:lnTo>
                <a:lnTo>
                  <a:pt x="2157297" y="42520"/>
                </a:lnTo>
                <a:lnTo>
                  <a:pt x="2156953" y="42153"/>
                </a:lnTo>
                <a:lnTo>
                  <a:pt x="2156601" y="41795"/>
                </a:lnTo>
                <a:lnTo>
                  <a:pt x="2156241" y="41445"/>
                </a:lnTo>
                <a:lnTo>
                  <a:pt x="2155873" y="41104"/>
                </a:lnTo>
                <a:lnTo>
                  <a:pt x="2155497" y="40771"/>
                </a:lnTo>
                <a:lnTo>
                  <a:pt x="2155113" y="40448"/>
                </a:lnTo>
                <a:lnTo>
                  <a:pt x="2154722" y="40132"/>
                </a:lnTo>
                <a:lnTo>
                  <a:pt x="2154323" y="39826"/>
                </a:lnTo>
                <a:lnTo>
                  <a:pt x="2153915" y="39528"/>
                </a:lnTo>
                <a:lnTo>
                  <a:pt x="2153500" y="39238"/>
                </a:lnTo>
                <a:lnTo>
                  <a:pt x="2153078" y="38956"/>
                </a:lnTo>
                <a:lnTo>
                  <a:pt x="2152649" y="38682"/>
                </a:lnTo>
                <a:lnTo>
                  <a:pt x="2152214" y="38414"/>
                </a:lnTo>
                <a:lnTo>
                  <a:pt x="2151773" y="38153"/>
                </a:lnTo>
                <a:lnTo>
                  <a:pt x="2151326" y="37900"/>
                </a:lnTo>
                <a:lnTo>
                  <a:pt x="2150872" y="37653"/>
                </a:lnTo>
                <a:lnTo>
                  <a:pt x="2150411" y="37413"/>
                </a:lnTo>
                <a:lnTo>
                  <a:pt x="2149945" y="37181"/>
                </a:lnTo>
                <a:lnTo>
                  <a:pt x="2149472" y="36955"/>
                </a:lnTo>
                <a:lnTo>
                  <a:pt x="2148993" y="36737"/>
                </a:lnTo>
                <a:lnTo>
                  <a:pt x="2148507" y="36525"/>
                </a:lnTo>
                <a:lnTo>
                  <a:pt x="2148015" y="36321"/>
                </a:lnTo>
                <a:lnTo>
                  <a:pt x="2147517" y="36124"/>
                </a:lnTo>
                <a:lnTo>
                  <a:pt x="2147012" y="35934"/>
                </a:lnTo>
                <a:lnTo>
                  <a:pt x="2146501" y="35750"/>
                </a:lnTo>
                <a:lnTo>
                  <a:pt x="2145984" y="35574"/>
                </a:lnTo>
                <a:lnTo>
                  <a:pt x="2145460" y="35405"/>
                </a:lnTo>
                <a:lnTo>
                  <a:pt x="2144930" y="35243"/>
                </a:lnTo>
                <a:lnTo>
                  <a:pt x="2144394" y="35088"/>
                </a:lnTo>
                <a:lnTo>
                  <a:pt x="2143852" y="34940"/>
                </a:lnTo>
                <a:lnTo>
                  <a:pt x="2143303" y="34799"/>
                </a:lnTo>
                <a:lnTo>
                  <a:pt x="2142747" y="34665"/>
                </a:lnTo>
                <a:lnTo>
                  <a:pt x="2142186" y="34538"/>
                </a:lnTo>
                <a:lnTo>
                  <a:pt x="2141618" y="34418"/>
                </a:lnTo>
                <a:lnTo>
                  <a:pt x="2141044" y="34304"/>
                </a:lnTo>
                <a:lnTo>
                  <a:pt x="2140466" y="34195"/>
                </a:lnTo>
                <a:lnTo>
                  <a:pt x="2139882" y="34091"/>
                </a:lnTo>
                <a:lnTo>
                  <a:pt x="2139294" y="33991"/>
                </a:lnTo>
                <a:lnTo>
                  <a:pt x="2138700" y="33897"/>
                </a:lnTo>
                <a:lnTo>
                  <a:pt x="2138102" y="33807"/>
                </a:lnTo>
                <a:lnTo>
                  <a:pt x="2137499" y="33722"/>
                </a:lnTo>
                <a:lnTo>
                  <a:pt x="2136890" y="33642"/>
                </a:lnTo>
                <a:lnTo>
                  <a:pt x="2136277" y="33567"/>
                </a:lnTo>
                <a:lnTo>
                  <a:pt x="2135659" y="33497"/>
                </a:lnTo>
                <a:lnTo>
                  <a:pt x="2135036" y="33431"/>
                </a:lnTo>
                <a:lnTo>
                  <a:pt x="2134408" y="33371"/>
                </a:lnTo>
                <a:lnTo>
                  <a:pt x="2133775" y="33315"/>
                </a:lnTo>
                <a:lnTo>
                  <a:pt x="2133137" y="33264"/>
                </a:lnTo>
                <a:lnTo>
                  <a:pt x="2132494" y="33218"/>
                </a:lnTo>
                <a:lnTo>
                  <a:pt x="2131847" y="33177"/>
                </a:lnTo>
                <a:lnTo>
                  <a:pt x="2131194" y="33140"/>
                </a:lnTo>
                <a:lnTo>
                  <a:pt x="2130536" y="33109"/>
                </a:lnTo>
                <a:lnTo>
                  <a:pt x="2129874" y="33082"/>
                </a:lnTo>
                <a:lnTo>
                  <a:pt x="2129206" y="33060"/>
                </a:lnTo>
                <a:lnTo>
                  <a:pt x="2128534" y="33043"/>
                </a:lnTo>
                <a:lnTo>
                  <a:pt x="2127856" y="33031"/>
                </a:lnTo>
                <a:lnTo>
                  <a:pt x="2127174" y="33024"/>
                </a:lnTo>
                <a:lnTo>
                  <a:pt x="2126486" y="33022"/>
                </a:lnTo>
                <a:lnTo>
                  <a:pt x="2125549" y="33027"/>
                </a:lnTo>
                <a:lnTo>
                  <a:pt x="2124621" y="33042"/>
                </a:lnTo>
                <a:lnTo>
                  <a:pt x="2123703" y="33067"/>
                </a:lnTo>
                <a:lnTo>
                  <a:pt x="2122794" y="33102"/>
                </a:lnTo>
                <a:lnTo>
                  <a:pt x="2121894" y="33147"/>
                </a:lnTo>
                <a:lnTo>
                  <a:pt x="2121004" y="33202"/>
                </a:lnTo>
                <a:lnTo>
                  <a:pt x="2120123" y="33267"/>
                </a:lnTo>
                <a:lnTo>
                  <a:pt x="2119252" y="33342"/>
                </a:lnTo>
                <a:lnTo>
                  <a:pt x="2118390" y="33427"/>
                </a:lnTo>
                <a:lnTo>
                  <a:pt x="2117538" y="33522"/>
                </a:lnTo>
                <a:lnTo>
                  <a:pt x="2116695" y="33628"/>
                </a:lnTo>
                <a:lnTo>
                  <a:pt x="2115861" y="33743"/>
                </a:lnTo>
                <a:lnTo>
                  <a:pt x="2115037" y="33868"/>
                </a:lnTo>
                <a:lnTo>
                  <a:pt x="2114222" y="34003"/>
                </a:lnTo>
                <a:lnTo>
                  <a:pt x="2113417" y="34148"/>
                </a:lnTo>
                <a:lnTo>
                  <a:pt x="2112621" y="34304"/>
                </a:lnTo>
                <a:lnTo>
                  <a:pt x="2111835" y="34469"/>
                </a:lnTo>
                <a:lnTo>
                  <a:pt x="2111058" y="34644"/>
                </a:lnTo>
                <a:lnTo>
                  <a:pt x="2110290" y="34829"/>
                </a:lnTo>
                <a:lnTo>
                  <a:pt x="2109532" y="35025"/>
                </a:lnTo>
                <a:lnTo>
                  <a:pt x="2108783" y="35230"/>
                </a:lnTo>
                <a:lnTo>
                  <a:pt x="2108044" y="35445"/>
                </a:lnTo>
                <a:lnTo>
                  <a:pt x="2107314" y="35671"/>
                </a:lnTo>
                <a:lnTo>
                  <a:pt x="2106593" y="35906"/>
                </a:lnTo>
                <a:lnTo>
                  <a:pt x="2105884" y="36153"/>
                </a:lnTo>
                <a:lnTo>
                  <a:pt x="2105188" y="36412"/>
                </a:lnTo>
                <a:lnTo>
                  <a:pt x="2104505" y="36685"/>
                </a:lnTo>
                <a:lnTo>
                  <a:pt x="2103834" y="36970"/>
                </a:lnTo>
                <a:lnTo>
                  <a:pt x="2103177" y="37268"/>
                </a:lnTo>
                <a:lnTo>
                  <a:pt x="2102532" y="37579"/>
                </a:lnTo>
                <a:lnTo>
                  <a:pt x="2101901" y="37903"/>
                </a:lnTo>
                <a:lnTo>
                  <a:pt x="2101283" y="38240"/>
                </a:lnTo>
                <a:lnTo>
                  <a:pt x="2100677" y="38590"/>
                </a:lnTo>
                <a:lnTo>
                  <a:pt x="2100085" y="38952"/>
                </a:lnTo>
                <a:lnTo>
                  <a:pt x="2099505" y="39327"/>
                </a:lnTo>
                <a:lnTo>
                  <a:pt x="2098939" y="39715"/>
                </a:lnTo>
                <a:lnTo>
                  <a:pt x="2098385" y="40116"/>
                </a:lnTo>
                <a:lnTo>
                  <a:pt x="2097845" y="40530"/>
                </a:lnTo>
                <a:lnTo>
                  <a:pt x="2097317" y="40957"/>
                </a:lnTo>
                <a:lnTo>
                  <a:pt x="2096803" y="41396"/>
                </a:lnTo>
                <a:lnTo>
                  <a:pt x="2096301" y="41848"/>
                </a:lnTo>
                <a:lnTo>
                  <a:pt x="2095812" y="42313"/>
                </a:lnTo>
                <a:lnTo>
                  <a:pt x="2095337" y="42791"/>
                </a:lnTo>
                <a:lnTo>
                  <a:pt x="2094874" y="43282"/>
                </a:lnTo>
                <a:lnTo>
                  <a:pt x="2094424" y="43786"/>
                </a:lnTo>
                <a:lnTo>
                  <a:pt x="2093988" y="44303"/>
                </a:lnTo>
                <a:lnTo>
                  <a:pt x="2093564" y="44832"/>
                </a:lnTo>
                <a:lnTo>
                  <a:pt x="2093153" y="45374"/>
                </a:lnTo>
                <a:lnTo>
                  <a:pt x="2092758" y="45931"/>
                </a:lnTo>
                <a:lnTo>
                  <a:pt x="2092379" y="46503"/>
                </a:lnTo>
                <a:lnTo>
                  <a:pt x="2092016" y="47093"/>
                </a:lnTo>
                <a:lnTo>
                  <a:pt x="2091671" y="47698"/>
                </a:lnTo>
                <a:lnTo>
                  <a:pt x="2091343" y="48320"/>
                </a:lnTo>
                <a:lnTo>
                  <a:pt x="2091031" y="48958"/>
                </a:lnTo>
                <a:lnTo>
                  <a:pt x="2090736" y="49612"/>
                </a:lnTo>
                <a:lnTo>
                  <a:pt x="2090458" y="50282"/>
                </a:lnTo>
                <a:lnTo>
                  <a:pt x="2090197" y="50969"/>
                </a:lnTo>
                <a:lnTo>
                  <a:pt x="2089953" y="51672"/>
                </a:lnTo>
                <a:lnTo>
                  <a:pt x="2089726" y="52391"/>
                </a:lnTo>
                <a:lnTo>
                  <a:pt x="2089515" y="53127"/>
                </a:lnTo>
                <a:lnTo>
                  <a:pt x="2089321" y="53879"/>
                </a:lnTo>
                <a:lnTo>
                  <a:pt x="2089145" y="54647"/>
                </a:lnTo>
                <a:lnTo>
                  <a:pt x="2088985" y="55431"/>
                </a:lnTo>
                <a:lnTo>
                  <a:pt x="2088841" y="56232"/>
                </a:lnTo>
                <a:lnTo>
                  <a:pt x="2088715" y="57049"/>
                </a:lnTo>
                <a:lnTo>
                  <a:pt x="2088606" y="57882"/>
                </a:lnTo>
                <a:lnTo>
                  <a:pt x="2088513" y="58731"/>
                </a:lnTo>
                <a:lnTo>
                  <a:pt x="2088437" y="59597"/>
                </a:lnTo>
                <a:lnTo>
                  <a:pt x="2088378" y="60479"/>
                </a:lnTo>
                <a:lnTo>
                  <a:pt x="2088336" y="61377"/>
                </a:lnTo>
                <a:lnTo>
                  <a:pt x="2088311" y="62292"/>
                </a:lnTo>
                <a:lnTo>
                  <a:pt x="2088302" y="63223"/>
                </a:lnTo>
                <a:lnTo>
                  <a:pt x="2110376" y="63223"/>
                </a:lnTo>
                <a:lnTo>
                  <a:pt x="2110384" y="62590"/>
                </a:lnTo>
                <a:lnTo>
                  <a:pt x="2110408" y="61972"/>
                </a:lnTo>
                <a:lnTo>
                  <a:pt x="2110447" y="61369"/>
                </a:lnTo>
                <a:lnTo>
                  <a:pt x="2110502" y="60781"/>
                </a:lnTo>
                <a:lnTo>
                  <a:pt x="2110573" y="60208"/>
                </a:lnTo>
                <a:lnTo>
                  <a:pt x="2110660" y="59649"/>
                </a:lnTo>
                <a:lnTo>
                  <a:pt x="2110762" y="59105"/>
                </a:lnTo>
                <a:lnTo>
                  <a:pt x="2110881" y="58576"/>
                </a:lnTo>
                <a:lnTo>
                  <a:pt x="2111015" y="58061"/>
                </a:lnTo>
                <a:lnTo>
                  <a:pt x="2111164" y="57561"/>
                </a:lnTo>
                <a:lnTo>
                  <a:pt x="2111330" y="57077"/>
                </a:lnTo>
                <a:lnTo>
                  <a:pt x="2111511" y="56606"/>
                </a:lnTo>
                <a:lnTo>
                  <a:pt x="2111708" y="56151"/>
                </a:lnTo>
                <a:lnTo>
                  <a:pt x="2111921" y="55710"/>
                </a:lnTo>
                <a:lnTo>
                  <a:pt x="2112149" y="55285"/>
                </a:lnTo>
                <a:lnTo>
                  <a:pt x="2112394" y="54873"/>
                </a:lnTo>
                <a:lnTo>
                  <a:pt x="2112654" y="54477"/>
                </a:lnTo>
                <a:lnTo>
                  <a:pt x="2112930" y="54096"/>
                </a:lnTo>
                <a:lnTo>
                  <a:pt x="2113221" y="53729"/>
                </a:lnTo>
                <a:lnTo>
                  <a:pt x="2113529" y="53377"/>
                </a:lnTo>
                <a:lnTo>
                  <a:pt x="2113852" y="53040"/>
                </a:lnTo>
                <a:lnTo>
                  <a:pt x="2114191" y="52717"/>
                </a:lnTo>
                <a:lnTo>
                  <a:pt x="2114545" y="52409"/>
                </a:lnTo>
                <a:lnTo>
                  <a:pt x="2114916" y="52116"/>
                </a:lnTo>
                <a:lnTo>
                  <a:pt x="2115298" y="51837"/>
                </a:lnTo>
                <a:lnTo>
                  <a:pt x="2115689" y="51569"/>
                </a:lnTo>
                <a:lnTo>
                  <a:pt x="2116089" y="51313"/>
                </a:lnTo>
                <a:lnTo>
                  <a:pt x="2116498" y="51068"/>
                </a:lnTo>
                <a:lnTo>
                  <a:pt x="2116915" y="50836"/>
                </a:lnTo>
                <a:lnTo>
                  <a:pt x="2117341" y="50616"/>
                </a:lnTo>
                <a:lnTo>
                  <a:pt x="2117776" y="50408"/>
                </a:lnTo>
                <a:lnTo>
                  <a:pt x="2118219" y="50211"/>
                </a:lnTo>
                <a:lnTo>
                  <a:pt x="2118671" y="50027"/>
                </a:lnTo>
                <a:lnTo>
                  <a:pt x="2119131" y="49854"/>
                </a:lnTo>
                <a:lnTo>
                  <a:pt x="2119600" y="49693"/>
                </a:lnTo>
                <a:lnTo>
                  <a:pt x="2120078" y="49544"/>
                </a:lnTo>
                <a:lnTo>
                  <a:pt x="2120564" y="49407"/>
                </a:lnTo>
                <a:lnTo>
                  <a:pt x="2121060" y="49282"/>
                </a:lnTo>
                <a:lnTo>
                  <a:pt x="2121563" y="49169"/>
                </a:lnTo>
                <a:lnTo>
                  <a:pt x="2122076" y="49068"/>
                </a:lnTo>
                <a:lnTo>
                  <a:pt x="2122597" y="48979"/>
                </a:lnTo>
                <a:lnTo>
                  <a:pt x="2123126" y="48901"/>
                </a:lnTo>
                <a:lnTo>
                  <a:pt x="2123665" y="48836"/>
                </a:lnTo>
                <a:lnTo>
                  <a:pt x="2124212" y="48782"/>
                </a:lnTo>
                <a:lnTo>
                  <a:pt x="2124768" y="48740"/>
                </a:lnTo>
                <a:lnTo>
                  <a:pt x="2125332" y="48711"/>
                </a:lnTo>
                <a:lnTo>
                  <a:pt x="2125905" y="48693"/>
                </a:lnTo>
                <a:lnTo>
                  <a:pt x="2126486" y="48687"/>
                </a:lnTo>
                <a:lnTo>
                  <a:pt x="2127016" y="48692"/>
                </a:lnTo>
                <a:lnTo>
                  <a:pt x="2127538" y="48709"/>
                </a:lnTo>
                <a:lnTo>
                  <a:pt x="2128052" y="48737"/>
                </a:lnTo>
                <a:lnTo>
                  <a:pt x="2128557" y="48776"/>
                </a:lnTo>
                <a:lnTo>
                  <a:pt x="2129054" y="48826"/>
                </a:lnTo>
                <a:lnTo>
                  <a:pt x="2129543" y="48888"/>
                </a:lnTo>
                <a:lnTo>
                  <a:pt x="2130024" y="48960"/>
                </a:lnTo>
                <a:lnTo>
                  <a:pt x="2130497" y="49044"/>
                </a:lnTo>
                <a:lnTo>
                  <a:pt x="2130961" y="49139"/>
                </a:lnTo>
                <a:lnTo>
                  <a:pt x="2131417" y="49245"/>
                </a:lnTo>
                <a:lnTo>
                  <a:pt x="2131865" y="49362"/>
                </a:lnTo>
                <a:lnTo>
                  <a:pt x="2132305" y="49491"/>
                </a:lnTo>
                <a:lnTo>
                  <a:pt x="2132737" y="49630"/>
                </a:lnTo>
                <a:lnTo>
                  <a:pt x="2133160" y="49781"/>
                </a:lnTo>
                <a:lnTo>
                  <a:pt x="2133576" y="49943"/>
                </a:lnTo>
                <a:lnTo>
                  <a:pt x="2133983" y="50116"/>
                </a:lnTo>
                <a:lnTo>
                  <a:pt x="2134382" y="50300"/>
                </a:lnTo>
                <a:lnTo>
                  <a:pt x="2134772" y="50495"/>
                </a:lnTo>
                <a:lnTo>
                  <a:pt x="2135155" y="50702"/>
                </a:lnTo>
                <a:lnTo>
                  <a:pt x="2135529" y="50920"/>
                </a:lnTo>
                <a:lnTo>
                  <a:pt x="2135896" y="51149"/>
                </a:lnTo>
                <a:lnTo>
                  <a:pt x="2136253" y="51389"/>
                </a:lnTo>
                <a:lnTo>
                  <a:pt x="2136603" y="51640"/>
                </a:lnTo>
                <a:lnTo>
                  <a:pt x="2136945" y="51902"/>
                </a:lnTo>
                <a:lnTo>
                  <a:pt x="2137275" y="52180"/>
                </a:lnTo>
                <a:lnTo>
                  <a:pt x="2137592" y="52476"/>
                </a:lnTo>
                <a:lnTo>
                  <a:pt x="2137894" y="52792"/>
                </a:lnTo>
                <a:lnTo>
                  <a:pt x="2138182" y="53127"/>
                </a:lnTo>
                <a:lnTo>
                  <a:pt x="2138456" y="53481"/>
                </a:lnTo>
                <a:lnTo>
                  <a:pt x="2138717" y="53854"/>
                </a:lnTo>
                <a:lnTo>
                  <a:pt x="2138963" y="54247"/>
                </a:lnTo>
                <a:lnTo>
                  <a:pt x="2139195" y="54658"/>
                </a:lnTo>
                <a:lnTo>
                  <a:pt x="2139413" y="55089"/>
                </a:lnTo>
                <a:lnTo>
                  <a:pt x="2139617" y="55539"/>
                </a:lnTo>
                <a:lnTo>
                  <a:pt x="2139806" y="56008"/>
                </a:lnTo>
                <a:lnTo>
                  <a:pt x="2139982" y="56496"/>
                </a:lnTo>
                <a:lnTo>
                  <a:pt x="2140144" y="57003"/>
                </a:lnTo>
                <a:lnTo>
                  <a:pt x="2140292" y="57529"/>
                </a:lnTo>
                <a:lnTo>
                  <a:pt x="2140425" y="58075"/>
                </a:lnTo>
                <a:lnTo>
                  <a:pt x="2140545" y="58640"/>
                </a:lnTo>
                <a:lnTo>
                  <a:pt x="2140650" y="59223"/>
                </a:lnTo>
                <a:lnTo>
                  <a:pt x="2140742" y="59826"/>
                </a:lnTo>
                <a:lnTo>
                  <a:pt x="2140819" y="60448"/>
                </a:lnTo>
                <a:lnTo>
                  <a:pt x="2140882" y="61090"/>
                </a:lnTo>
                <a:lnTo>
                  <a:pt x="2140931" y="61750"/>
                </a:lnTo>
                <a:lnTo>
                  <a:pt x="2140967" y="62429"/>
                </a:lnTo>
                <a:lnTo>
                  <a:pt x="2140988" y="63128"/>
                </a:lnTo>
                <a:lnTo>
                  <a:pt x="2140995" y="63846"/>
                </a:lnTo>
                <a:lnTo>
                  <a:pt x="2140995" y="68622"/>
                </a:lnTo>
                <a:lnTo>
                  <a:pt x="2139570" y="68655"/>
                </a:lnTo>
                <a:lnTo>
                  <a:pt x="2138161" y="68694"/>
                </a:lnTo>
                <a:lnTo>
                  <a:pt x="2136766" y="68740"/>
                </a:lnTo>
                <a:lnTo>
                  <a:pt x="2135386" y="68792"/>
                </a:lnTo>
                <a:lnTo>
                  <a:pt x="2134020" y="68851"/>
                </a:lnTo>
                <a:lnTo>
                  <a:pt x="2132670" y="68916"/>
                </a:lnTo>
                <a:lnTo>
                  <a:pt x="2131334" y="68988"/>
                </a:lnTo>
                <a:lnTo>
                  <a:pt x="2130012" y="69066"/>
                </a:lnTo>
                <a:lnTo>
                  <a:pt x="2128705" y="69150"/>
                </a:lnTo>
                <a:lnTo>
                  <a:pt x="2127413" y="69241"/>
                </a:lnTo>
                <a:lnTo>
                  <a:pt x="2126136" y="69338"/>
                </a:lnTo>
                <a:lnTo>
                  <a:pt x="2124873" y="69441"/>
                </a:lnTo>
                <a:lnTo>
                  <a:pt x="2123625" y="69551"/>
                </a:lnTo>
                <a:lnTo>
                  <a:pt x="2122392" y="69668"/>
                </a:lnTo>
                <a:lnTo>
                  <a:pt x="2121173" y="69791"/>
                </a:lnTo>
                <a:lnTo>
                  <a:pt x="2119969" y="69920"/>
                </a:lnTo>
                <a:lnTo>
                  <a:pt x="2118780" y="70055"/>
                </a:lnTo>
                <a:lnTo>
                  <a:pt x="2117605" y="70197"/>
                </a:lnTo>
                <a:lnTo>
                  <a:pt x="2116445" y="70346"/>
                </a:lnTo>
                <a:lnTo>
                  <a:pt x="2115300" y="70500"/>
                </a:lnTo>
                <a:lnTo>
                  <a:pt x="2114169" y="70661"/>
                </a:lnTo>
                <a:lnTo>
                  <a:pt x="2113054" y="70829"/>
                </a:lnTo>
                <a:lnTo>
                  <a:pt x="2111952" y="71003"/>
                </a:lnTo>
                <a:lnTo>
                  <a:pt x="2110866" y="71183"/>
                </a:lnTo>
                <a:lnTo>
                  <a:pt x="2109797" y="71374"/>
                </a:lnTo>
                <a:lnTo>
                  <a:pt x="2108747" y="71578"/>
                </a:lnTo>
                <a:lnTo>
                  <a:pt x="2107718" y="71796"/>
                </a:lnTo>
                <a:lnTo>
                  <a:pt x="2106708" y="72028"/>
                </a:lnTo>
                <a:lnTo>
                  <a:pt x="2105719" y="72273"/>
                </a:lnTo>
                <a:lnTo>
                  <a:pt x="2104749" y="72532"/>
                </a:lnTo>
                <a:lnTo>
                  <a:pt x="2103800" y="72805"/>
                </a:lnTo>
                <a:lnTo>
                  <a:pt x="2102870" y="73091"/>
                </a:lnTo>
                <a:lnTo>
                  <a:pt x="2101960" y="73392"/>
                </a:lnTo>
                <a:lnTo>
                  <a:pt x="2101070" y="73706"/>
                </a:lnTo>
                <a:lnTo>
                  <a:pt x="2100200" y="74034"/>
                </a:lnTo>
                <a:lnTo>
                  <a:pt x="2099350" y="74375"/>
                </a:lnTo>
                <a:lnTo>
                  <a:pt x="2098520" y="74730"/>
                </a:lnTo>
                <a:lnTo>
                  <a:pt x="2097710" y="75099"/>
                </a:lnTo>
                <a:lnTo>
                  <a:pt x="2096920" y="75482"/>
                </a:lnTo>
                <a:lnTo>
                  <a:pt x="2096150" y="75878"/>
                </a:lnTo>
                <a:lnTo>
                  <a:pt x="2095400" y="76289"/>
                </a:lnTo>
                <a:lnTo>
                  <a:pt x="2094669" y="76713"/>
                </a:lnTo>
                <a:lnTo>
                  <a:pt x="2093959" y="77150"/>
                </a:lnTo>
                <a:lnTo>
                  <a:pt x="2093268" y="77602"/>
                </a:lnTo>
                <a:lnTo>
                  <a:pt x="2092598" y="78067"/>
                </a:lnTo>
                <a:lnTo>
                  <a:pt x="2091947" y="78546"/>
                </a:lnTo>
                <a:lnTo>
                  <a:pt x="2091316" y="79038"/>
                </a:lnTo>
                <a:lnTo>
                  <a:pt x="2090706" y="79544"/>
                </a:lnTo>
                <a:lnTo>
                  <a:pt x="2090117" y="80068"/>
                </a:lnTo>
                <a:lnTo>
                  <a:pt x="2089554" y="80612"/>
                </a:lnTo>
                <a:lnTo>
                  <a:pt x="2089016" y="81177"/>
                </a:lnTo>
                <a:lnTo>
                  <a:pt x="2088503" y="81762"/>
                </a:lnTo>
                <a:lnTo>
                  <a:pt x="2088015" y="82369"/>
                </a:lnTo>
                <a:lnTo>
                  <a:pt x="2087551" y="82996"/>
                </a:lnTo>
                <a:lnTo>
                  <a:pt x="2087113" y="83644"/>
                </a:lnTo>
                <a:lnTo>
                  <a:pt x="2086700" y="84312"/>
                </a:lnTo>
                <a:lnTo>
                  <a:pt x="2086312" y="85002"/>
                </a:lnTo>
                <a:lnTo>
                  <a:pt x="2085949" y="85712"/>
                </a:lnTo>
                <a:lnTo>
                  <a:pt x="2085611" y="86443"/>
                </a:lnTo>
                <a:lnTo>
                  <a:pt x="2085298" y="87194"/>
                </a:lnTo>
                <a:lnTo>
                  <a:pt x="2085011" y="87967"/>
                </a:lnTo>
                <a:lnTo>
                  <a:pt x="2084748" y="88760"/>
                </a:lnTo>
                <a:lnTo>
                  <a:pt x="2084510" y="89574"/>
                </a:lnTo>
                <a:lnTo>
                  <a:pt x="2084297" y="90408"/>
                </a:lnTo>
                <a:lnTo>
                  <a:pt x="2084109" y="91264"/>
                </a:lnTo>
                <a:lnTo>
                  <a:pt x="2083947" y="92140"/>
                </a:lnTo>
                <a:lnTo>
                  <a:pt x="2083809" y="93037"/>
                </a:lnTo>
                <a:lnTo>
                  <a:pt x="2083696" y="93954"/>
                </a:lnTo>
                <a:lnTo>
                  <a:pt x="2083609" y="94893"/>
                </a:lnTo>
                <a:lnTo>
                  <a:pt x="2083546" y="95852"/>
                </a:lnTo>
                <a:lnTo>
                  <a:pt x="2083509" y="96832"/>
                </a:lnTo>
                <a:lnTo>
                  <a:pt x="2083496" y="97833"/>
                </a:lnTo>
                <a:lnTo>
                  <a:pt x="2083503" y="98554"/>
                </a:lnTo>
                <a:lnTo>
                  <a:pt x="2083524" y="99265"/>
                </a:lnTo>
                <a:lnTo>
                  <a:pt x="2083558" y="99966"/>
                </a:lnTo>
                <a:lnTo>
                  <a:pt x="2083606" y="100657"/>
                </a:lnTo>
                <a:lnTo>
                  <a:pt x="2083668" y="101338"/>
                </a:lnTo>
                <a:lnTo>
                  <a:pt x="2083744" y="102009"/>
                </a:lnTo>
                <a:lnTo>
                  <a:pt x="2083833" y="102669"/>
                </a:lnTo>
                <a:lnTo>
                  <a:pt x="2083936" y="103320"/>
                </a:lnTo>
                <a:lnTo>
                  <a:pt x="2084053" y="103960"/>
                </a:lnTo>
                <a:lnTo>
                  <a:pt x="2084184" y="104590"/>
                </a:lnTo>
                <a:lnTo>
                  <a:pt x="2084328" y="105210"/>
                </a:lnTo>
                <a:lnTo>
                  <a:pt x="2084486" y="105820"/>
                </a:lnTo>
                <a:lnTo>
                  <a:pt x="2084658" y="106420"/>
                </a:lnTo>
                <a:lnTo>
                  <a:pt x="2084844" y="107010"/>
                </a:lnTo>
                <a:lnTo>
                  <a:pt x="2085043" y="107589"/>
                </a:lnTo>
                <a:lnTo>
                  <a:pt x="2085256" y="108159"/>
                </a:lnTo>
                <a:lnTo>
                  <a:pt x="2085483" y="108718"/>
                </a:lnTo>
                <a:lnTo>
                  <a:pt x="2085724" y="109267"/>
                </a:lnTo>
                <a:lnTo>
                  <a:pt x="2085978" y="109806"/>
                </a:lnTo>
                <a:lnTo>
                  <a:pt x="2086247" y="110335"/>
                </a:lnTo>
                <a:lnTo>
                  <a:pt x="2086529" y="110854"/>
                </a:lnTo>
                <a:lnTo>
                  <a:pt x="2086824" y="111362"/>
                </a:lnTo>
                <a:lnTo>
                  <a:pt x="2087134" y="111861"/>
                </a:lnTo>
                <a:lnTo>
                  <a:pt x="2087457" y="112349"/>
                </a:lnTo>
                <a:lnTo>
                  <a:pt x="2087791" y="112827"/>
                </a:lnTo>
                <a:lnTo>
                  <a:pt x="2088134" y="113295"/>
                </a:lnTo>
                <a:lnTo>
                  <a:pt x="2088485" y="113753"/>
                </a:lnTo>
                <a:lnTo>
                  <a:pt x="2088845" y="114200"/>
                </a:lnTo>
                <a:lnTo>
                  <a:pt x="2089213" y="114638"/>
                </a:lnTo>
                <a:lnTo>
                  <a:pt x="2089590" y="115065"/>
                </a:lnTo>
                <a:lnTo>
                  <a:pt x="2089976" y="115482"/>
                </a:lnTo>
                <a:lnTo>
                  <a:pt x="2090369" y="115889"/>
                </a:lnTo>
                <a:lnTo>
                  <a:pt x="2090772" y="116286"/>
                </a:lnTo>
                <a:lnTo>
                  <a:pt x="2091183" y="116673"/>
                </a:lnTo>
                <a:lnTo>
                  <a:pt x="2091602" y="117049"/>
                </a:lnTo>
                <a:lnTo>
                  <a:pt x="2092030" y="117416"/>
                </a:lnTo>
                <a:lnTo>
                  <a:pt x="2092466" y="117772"/>
                </a:lnTo>
                <a:lnTo>
                  <a:pt x="2092911" y="118118"/>
                </a:lnTo>
                <a:lnTo>
                  <a:pt x="2093364" y="118454"/>
                </a:lnTo>
                <a:lnTo>
                  <a:pt x="2093826" y="118780"/>
                </a:lnTo>
                <a:lnTo>
                  <a:pt x="2094296" y="119096"/>
                </a:lnTo>
                <a:lnTo>
                  <a:pt x="2094775" y="119401"/>
                </a:lnTo>
                <a:lnTo>
                  <a:pt x="2095262" y="119697"/>
                </a:lnTo>
                <a:lnTo>
                  <a:pt x="2095758" y="119982"/>
                </a:lnTo>
                <a:lnTo>
                  <a:pt x="2096262" y="120257"/>
                </a:lnTo>
                <a:lnTo>
                  <a:pt x="2096775" y="120522"/>
                </a:lnTo>
                <a:lnTo>
                  <a:pt x="2097296" y="120777"/>
                </a:lnTo>
                <a:lnTo>
                  <a:pt x="2097826" y="121022"/>
                </a:lnTo>
                <a:lnTo>
                  <a:pt x="2098362" y="121256"/>
                </a:lnTo>
                <a:lnTo>
                  <a:pt x="2098901" y="121481"/>
                </a:lnTo>
                <a:lnTo>
                  <a:pt x="2099444" y="121696"/>
                </a:lnTo>
                <a:lnTo>
                  <a:pt x="2099990" y="121901"/>
                </a:lnTo>
                <a:lnTo>
                  <a:pt x="2100539" y="122095"/>
                </a:lnTo>
                <a:lnTo>
                  <a:pt x="2101092" y="122280"/>
                </a:lnTo>
                <a:lnTo>
                  <a:pt x="2101648" y="122455"/>
                </a:lnTo>
                <a:lnTo>
                  <a:pt x="2102207" y="122620"/>
                </a:lnTo>
                <a:lnTo>
                  <a:pt x="2102770" y="122774"/>
                </a:lnTo>
                <a:lnTo>
                  <a:pt x="2103337" y="122919"/>
                </a:lnTo>
                <a:lnTo>
                  <a:pt x="2103906" y="123054"/>
                </a:lnTo>
                <a:lnTo>
                  <a:pt x="2104480" y="123179"/>
                </a:lnTo>
                <a:lnTo>
                  <a:pt x="2105056" y="123294"/>
                </a:lnTo>
                <a:lnTo>
                  <a:pt x="2105636" y="123398"/>
                </a:lnTo>
                <a:lnTo>
                  <a:pt x="2106219" y="123493"/>
                </a:lnTo>
                <a:lnTo>
                  <a:pt x="2106806" y="123578"/>
                </a:lnTo>
                <a:lnTo>
                  <a:pt x="2107396" y="123653"/>
                </a:lnTo>
                <a:lnTo>
                  <a:pt x="2107990" y="123718"/>
                </a:lnTo>
                <a:lnTo>
                  <a:pt x="2108587" y="123773"/>
                </a:lnTo>
                <a:lnTo>
                  <a:pt x="2109187" y="123818"/>
                </a:lnTo>
                <a:lnTo>
                  <a:pt x="2109791" y="123853"/>
                </a:lnTo>
                <a:lnTo>
                  <a:pt x="2110398" y="123878"/>
                </a:lnTo>
                <a:lnTo>
                  <a:pt x="2111008" y="123893"/>
                </a:lnTo>
                <a:lnTo>
                  <a:pt x="2111622" y="123898"/>
                </a:lnTo>
                <a:lnTo>
                  <a:pt x="2112412" y="123892"/>
                </a:lnTo>
                <a:lnTo>
                  <a:pt x="2113194" y="123875"/>
                </a:lnTo>
                <a:lnTo>
                  <a:pt x="2113968" y="123847"/>
                </a:lnTo>
                <a:lnTo>
                  <a:pt x="2114735" y="123808"/>
                </a:lnTo>
                <a:lnTo>
                  <a:pt x="2115494" y="123757"/>
                </a:lnTo>
                <a:close/>
                <a:moveTo>
                  <a:pt x="2117191" y="107580"/>
                </a:moveTo>
                <a:lnTo>
                  <a:pt x="2116776" y="107528"/>
                </a:lnTo>
                <a:lnTo>
                  <a:pt x="2116369" y="107467"/>
                </a:lnTo>
                <a:lnTo>
                  <a:pt x="2115969" y="107396"/>
                </a:lnTo>
                <a:lnTo>
                  <a:pt x="2115575" y="107315"/>
                </a:lnTo>
                <a:lnTo>
                  <a:pt x="2115189" y="107225"/>
                </a:lnTo>
                <a:lnTo>
                  <a:pt x="2114810" y="107126"/>
                </a:lnTo>
                <a:lnTo>
                  <a:pt x="2114437" y="107017"/>
                </a:lnTo>
                <a:lnTo>
                  <a:pt x="2114072" y="106899"/>
                </a:lnTo>
                <a:lnTo>
                  <a:pt x="2113713" y="106771"/>
                </a:lnTo>
                <a:lnTo>
                  <a:pt x="2113361" y="106634"/>
                </a:lnTo>
                <a:lnTo>
                  <a:pt x="2113017" y="106487"/>
                </a:lnTo>
                <a:lnTo>
                  <a:pt x="2112679" y="106331"/>
                </a:lnTo>
                <a:lnTo>
                  <a:pt x="2112348" y="106165"/>
                </a:lnTo>
                <a:lnTo>
                  <a:pt x="2112024" y="105990"/>
                </a:lnTo>
                <a:lnTo>
                  <a:pt x="2111708" y="105806"/>
                </a:lnTo>
                <a:lnTo>
                  <a:pt x="2111398" y="105612"/>
                </a:lnTo>
                <a:lnTo>
                  <a:pt x="2111095" y="105408"/>
                </a:lnTo>
                <a:lnTo>
                  <a:pt x="2110799" y="105195"/>
                </a:lnTo>
                <a:lnTo>
                  <a:pt x="2110510" y="104973"/>
                </a:lnTo>
                <a:lnTo>
                  <a:pt x="2110230" y="104740"/>
                </a:lnTo>
                <a:lnTo>
                  <a:pt x="2109962" y="104498"/>
                </a:lnTo>
                <a:lnTo>
                  <a:pt x="2109707" y="104246"/>
                </a:lnTo>
                <a:lnTo>
                  <a:pt x="2109463" y="103983"/>
                </a:lnTo>
                <a:lnTo>
                  <a:pt x="2109231" y="103711"/>
                </a:lnTo>
                <a:lnTo>
                  <a:pt x="2109011" y="103428"/>
                </a:lnTo>
                <a:lnTo>
                  <a:pt x="2108802" y="103135"/>
                </a:lnTo>
                <a:lnTo>
                  <a:pt x="2108606" y="102832"/>
                </a:lnTo>
                <a:lnTo>
                  <a:pt x="2108422" y="102519"/>
                </a:lnTo>
                <a:lnTo>
                  <a:pt x="2108249" y="102196"/>
                </a:lnTo>
                <a:lnTo>
                  <a:pt x="2108088" y="101863"/>
                </a:lnTo>
                <a:lnTo>
                  <a:pt x="2107940" y="101519"/>
                </a:lnTo>
                <a:lnTo>
                  <a:pt x="2107803" y="101166"/>
                </a:lnTo>
                <a:lnTo>
                  <a:pt x="2107678" y="100803"/>
                </a:lnTo>
                <a:lnTo>
                  <a:pt x="2107565" y="100429"/>
                </a:lnTo>
                <a:lnTo>
                  <a:pt x="2107464" y="100045"/>
                </a:lnTo>
                <a:lnTo>
                  <a:pt x="2107374" y="99651"/>
                </a:lnTo>
                <a:lnTo>
                  <a:pt x="2107297" y="99247"/>
                </a:lnTo>
                <a:lnTo>
                  <a:pt x="2107232" y="98833"/>
                </a:lnTo>
                <a:lnTo>
                  <a:pt x="2107178" y="98409"/>
                </a:lnTo>
                <a:lnTo>
                  <a:pt x="2107137" y="97975"/>
                </a:lnTo>
                <a:lnTo>
                  <a:pt x="2107107" y="97531"/>
                </a:lnTo>
                <a:lnTo>
                  <a:pt x="2107089" y="97076"/>
                </a:lnTo>
                <a:lnTo>
                  <a:pt x="2107083" y="96612"/>
                </a:lnTo>
                <a:lnTo>
                  <a:pt x="2107096" y="95968"/>
                </a:lnTo>
                <a:lnTo>
                  <a:pt x="2107135" y="95339"/>
                </a:lnTo>
                <a:lnTo>
                  <a:pt x="2107200" y="94725"/>
                </a:lnTo>
                <a:lnTo>
                  <a:pt x="2107291" y="94126"/>
                </a:lnTo>
                <a:lnTo>
                  <a:pt x="2107407" y="93542"/>
                </a:lnTo>
                <a:lnTo>
                  <a:pt x="2107550" y="92973"/>
                </a:lnTo>
                <a:lnTo>
                  <a:pt x="2107719" y="92420"/>
                </a:lnTo>
                <a:lnTo>
                  <a:pt x="2107914" y="91881"/>
                </a:lnTo>
                <a:lnTo>
                  <a:pt x="2108134" y="91357"/>
                </a:lnTo>
                <a:lnTo>
                  <a:pt x="2108381" y="90848"/>
                </a:lnTo>
                <a:lnTo>
                  <a:pt x="2108654" y="90354"/>
                </a:lnTo>
                <a:lnTo>
                  <a:pt x="2108952" y="89875"/>
                </a:lnTo>
                <a:lnTo>
                  <a:pt x="2109277" y="89411"/>
                </a:lnTo>
                <a:lnTo>
                  <a:pt x="2109627" y="88962"/>
                </a:lnTo>
                <a:lnTo>
                  <a:pt x="2110004" y="88528"/>
                </a:lnTo>
                <a:lnTo>
                  <a:pt x="2110406" y="88109"/>
                </a:lnTo>
                <a:lnTo>
                  <a:pt x="2110834" y="87705"/>
                </a:lnTo>
                <a:lnTo>
                  <a:pt x="2111289" y="87316"/>
                </a:lnTo>
                <a:lnTo>
                  <a:pt x="2111769" y="86942"/>
                </a:lnTo>
                <a:lnTo>
                  <a:pt x="2112275" y="86583"/>
                </a:lnTo>
                <a:lnTo>
                  <a:pt x="2112807" y="86239"/>
                </a:lnTo>
                <a:lnTo>
                  <a:pt x="2113365" y="85910"/>
                </a:lnTo>
                <a:lnTo>
                  <a:pt x="2113949" y="85596"/>
                </a:lnTo>
                <a:lnTo>
                  <a:pt x="2114560" y="85297"/>
                </a:lnTo>
                <a:lnTo>
                  <a:pt x="2115202" y="85011"/>
                </a:lnTo>
                <a:lnTo>
                  <a:pt x="2115884" y="84737"/>
                </a:lnTo>
                <a:lnTo>
                  <a:pt x="2116604" y="84475"/>
                </a:lnTo>
                <a:lnTo>
                  <a:pt x="2117363" y="84225"/>
                </a:lnTo>
                <a:lnTo>
                  <a:pt x="2118162" y="83986"/>
                </a:lnTo>
                <a:lnTo>
                  <a:pt x="2118999" y="83760"/>
                </a:lnTo>
                <a:lnTo>
                  <a:pt x="2119875" y="83545"/>
                </a:lnTo>
                <a:lnTo>
                  <a:pt x="2120790" y="83342"/>
                </a:lnTo>
                <a:lnTo>
                  <a:pt x="2121744" y="83151"/>
                </a:lnTo>
                <a:lnTo>
                  <a:pt x="2122737" y="82972"/>
                </a:lnTo>
                <a:lnTo>
                  <a:pt x="2123769" y="82805"/>
                </a:lnTo>
                <a:lnTo>
                  <a:pt x="2124840" y="82649"/>
                </a:lnTo>
                <a:lnTo>
                  <a:pt x="2125950" y="82506"/>
                </a:lnTo>
                <a:lnTo>
                  <a:pt x="2127098" y="82374"/>
                </a:lnTo>
                <a:lnTo>
                  <a:pt x="2128286" y="82254"/>
                </a:lnTo>
                <a:lnTo>
                  <a:pt x="2129513" y="82145"/>
                </a:lnTo>
                <a:lnTo>
                  <a:pt x="2130778" y="82049"/>
                </a:lnTo>
                <a:lnTo>
                  <a:pt x="2132083" y="81965"/>
                </a:lnTo>
                <a:lnTo>
                  <a:pt x="2133426" y="81892"/>
                </a:lnTo>
                <a:lnTo>
                  <a:pt x="2134809" y="81831"/>
                </a:lnTo>
                <a:lnTo>
                  <a:pt x="2136230" y="81782"/>
                </a:lnTo>
                <a:lnTo>
                  <a:pt x="2137690" y="81745"/>
                </a:lnTo>
                <a:lnTo>
                  <a:pt x="2139189" y="81719"/>
                </a:lnTo>
                <a:lnTo>
                  <a:pt x="2140728" y="81706"/>
                </a:lnTo>
                <a:lnTo>
                  <a:pt x="2140728" y="96066"/>
                </a:lnTo>
                <a:lnTo>
                  <a:pt x="2140442" y="96443"/>
                </a:lnTo>
                <a:lnTo>
                  <a:pt x="2140148" y="96817"/>
                </a:lnTo>
                <a:lnTo>
                  <a:pt x="2139847" y="97186"/>
                </a:lnTo>
                <a:lnTo>
                  <a:pt x="2139537" y="97553"/>
                </a:lnTo>
                <a:lnTo>
                  <a:pt x="2139220" y="97916"/>
                </a:lnTo>
                <a:lnTo>
                  <a:pt x="2138895" y="98275"/>
                </a:lnTo>
                <a:lnTo>
                  <a:pt x="2138562" y="98631"/>
                </a:lnTo>
                <a:lnTo>
                  <a:pt x="2138221" y="98984"/>
                </a:lnTo>
                <a:lnTo>
                  <a:pt x="2137872" y="99333"/>
                </a:lnTo>
                <a:lnTo>
                  <a:pt x="2137515" y="99679"/>
                </a:lnTo>
                <a:lnTo>
                  <a:pt x="2137150" y="100021"/>
                </a:lnTo>
                <a:lnTo>
                  <a:pt x="2136778" y="100360"/>
                </a:lnTo>
                <a:lnTo>
                  <a:pt x="2136398" y="100695"/>
                </a:lnTo>
                <a:lnTo>
                  <a:pt x="2136009" y="101027"/>
                </a:lnTo>
                <a:lnTo>
                  <a:pt x="2135613" y="101355"/>
                </a:lnTo>
                <a:lnTo>
                  <a:pt x="2135209" y="101680"/>
                </a:lnTo>
                <a:lnTo>
                  <a:pt x="2134797" y="102001"/>
                </a:lnTo>
                <a:lnTo>
                  <a:pt x="2134378" y="102319"/>
                </a:lnTo>
                <a:lnTo>
                  <a:pt x="2133950" y="102634"/>
                </a:lnTo>
                <a:lnTo>
                  <a:pt x="2133514" y="102945"/>
                </a:lnTo>
                <a:lnTo>
                  <a:pt x="2133071" y="103253"/>
                </a:lnTo>
                <a:lnTo>
                  <a:pt x="2132620" y="103557"/>
                </a:lnTo>
                <a:lnTo>
                  <a:pt x="2132160" y="103858"/>
                </a:lnTo>
                <a:lnTo>
                  <a:pt x="2131693" y="104155"/>
                </a:lnTo>
                <a:lnTo>
                  <a:pt x="2131221" y="104444"/>
                </a:lnTo>
                <a:lnTo>
                  <a:pt x="2130744" y="104721"/>
                </a:lnTo>
                <a:lnTo>
                  <a:pt x="2130264" y="104985"/>
                </a:lnTo>
                <a:lnTo>
                  <a:pt x="2129781" y="105238"/>
                </a:lnTo>
                <a:lnTo>
                  <a:pt x="2129294" y="105478"/>
                </a:lnTo>
                <a:lnTo>
                  <a:pt x="2128803" y="105705"/>
                </a:lnTo>
                <a:lnTo>
                  <a:pt x="2128309" y="105921"/>
                </a:lnTo>
                <a:lnTo>
                  <a:pt x="2127812" y="106124"/>
                </a:lnTo>
                <a:lnTo>
                  <a:pt x="2127311" y="106314"/>
                </a:lnTo>
                <a:lnTo>
                  <a:pt x="2126806" y="106493"/>
                </a:lnTo>
                <a:lnTo>
                  <a:pt x="2126297" y="106659"/>
                </a:lnTo>
                <a:lnTo>
                  <a:pt x="2125786" y="106813"/>
                </a:lnTo>
                <a:lnTo>
                  <a:pt x="2125270" y="106954"/>
                </a:lnTo>
                <a:lnTo>
                  <a:pt x="2124751" y="107083"/>
                </a:lnTo>
                <a:lnTo>
                  <a:pt x="2124229" y="107200"/>
                </a:lnTo>
                <a:lnTo>
                  <a:pt x="2123703" y="107305"/>
                </a:lnTo>
                <a:lnTo>
                  <a:pt x="2123173" y="107397"/>
                </a:lnTo>
                <a:lnTo>
                  <a:pt x="2122640" y="107477"/>
                </a:lnTo>
                <a:lnTo>
                  <a:pt x="2122103" y="107545"/>
                </a:lnTo>
                <a:lnTo>
                  <a:pt x="2121563" y="107600"/>
                </a:lnTo>
                <a:lnTo>
                  <a:pt x="2121019" y="107643"/>
                </a:lnTo>
                <a:lnTo>
                  <a:pt x="2120471" y="107674"/>
                </a:lnTo>
                <a:lnTo>
                  <a:pt x="2119920" y="107692"/>
                </a:lnTo>
                <a:lnTo>
                  <a:pt x="2119366" y="107699"/>
                </a:lnTo>
                <a:lnTo>
                  <a:pt x="2118917" y="107694"/>
                </a:lnTo>
                <a:lnTo>
                  <a:pt x="2118475" y="107680"/>
                </a:lnTo>
                <a:lnTo>
                  <a:pt x="2118040" y="107656"/>
                </a:lnTo>
                <a:lnTo>
                  <a:pt x="2117612" y="107623"/>
                </a:lnTo>
                <a:lnTo>
                  <a:pt x="2117191" y="107580"/>
                </a:lnTo>
                <a:close/>
                <a:moveTo>
                  <a:pt x="2324643" y="123751"/>
                </a:moveTo>
                <a:lnTo>
                  <a:pt x="2325572" y="123686"/>
                </a:lnTo>
                <a:lnTo>
                  <a:pt x="2326491" y="123610"/>
                </a:lnTo>
                <a:lnTo>
                  <a:pt x="2327400" y="123522"/>
                </a:lnTo>
                <a:lnTo>
                  <a:pt x="2328299" y="123422"/>
                </a:lnTo>
                <a:lnTo>
                  <a:pt x="2329187" y="123311"/>
                </a:lnTo>
                <a:lnTo>
                  <a:pt x="2330065" y="123187"/>
                </a:lnTo>
                <a:lnTo>
                  <a:pt x="2330932" y="123052"/>
                </a:lnTo>
                <a:lnTo>
                  <a:pt x="2331789" y="122905"/>
                </a:lnTo>
                <a:lnTo>
                  <a:pt x="2332636" y="122747"/>
                </a:lnTo>
                <a:lnTo>
                  <a:pt x="2333472" y="122577"/>
                </a:lnTo>
                <a:lnTo>
                  <a:pt x="2334298" y="122395"/>
                </a:lnTo>
                <a:lnTo>
                  <a:pt x="2335114" y="122201"/>
                </a:lnTo>
                <a:lnTo>
                  <a:pt x="2335919" y="121995"/>
                </a:lnTo>
                <a:lnTo>
                  <a:pt x="2336714" y="121778"/>
                </a:lnTo>
                <a:lnTo>
                  <a:pt x="2337499" y="121549"/>
                </a:lnTo>
                <a:lnTo>
                  <a:pt x="2338273" y="121308"/>
                </a:lnTo>
                <a:lnTo>
                  <a:pt x="2339037" y="121056"/>
                </a:lnTo>
                <a:lnTo>
                  <a:pt x="2339791" y="120792"/>
                </a:lnTo>
                <a:lnTo>
                  <a:pt x="2340534" y="120516"/>
                </a:lnTo>
                <a:lnTo>
                  <a:pt x="2341265" y="120228"/>
                </a:lnTo>
                <a:lnTo>
                  <a:pt x="2341984" y="119928"/>
                </a:lnTo>
                <a:lnTo>
                  <a:pt x="2342689" y="119616"/>
                </a:lnTo>
                <a:lnTo>
                  <a:pt x="2343382" y="119292"/>
                </a:lnTo>
                <a:lnTo>
                  <a:pt x="2344062" y="118956"/>
                </a:lnTo>
                <a:lnTo>
                  <a:pt x="2344728" y="118607"/>
                </a:lnTo>
                <a:lnTo>
                  <a:pt x="2345382" y="118247"/>
                </a:lnTo>
                <a:lnTo>
                  <a:pt x="2346022" y="117875"/>
                </a:lnTo>
                <a:lnTo>
                  <a:pt x="2346650" y="117491"/>
                </a:lnTo>
                <a:lnTo>
                  <a:pt x="2347265" y="117094"/>
                </a:lnTo>
                <a:lnTo>
                  <a:pt x="2347867" y="116686"/>
                </a:lnTo>
                <a:lnTo>
                  <a:pt x="2348455" y="116265"/>
                </a:lnTo>
                <a:lnTo>
                  <a:pt x="2349031" y="115833"/>
                </a:lnTo>
                <a:lnTo>
                  <a:pt x="2349594" y="115388"/>
                </a:lnTo>
                <a:lnTo>
                  <a:pt x="2350144" y="114932"/>
                </a:lnTo>
                <a:lnTo>
                  <a:pt x="2350681" y="114463"/>
                </a:lnTo>
                <a:lnTo>
                  <a:pt x="2351204" y="113982"/>
                </a:lnTo>
                <a:lnTo>
                  <a:pt x="2351715" y="113490"/>
                </a:lnTo>
                <a:lnTo>
                  <a:pt x="2352213" y="112985"/>
                </a:lnTo>
                <a:lnTo>
                  <a:pt x="2352698" y="112468"/>
                </a:lnTo>
                <a:lnTo>
                  <a:pt x="2353170" y="111939"/>
                </a:lnTo>
                <a:lnTo>
                  <a:pt x="2353629" y="111398"/>
                </a:lnTo>
                <a:lnTo>
                  <a:pt x="2354075" y="110845"/>
                </a:lnTo>
                <a:lnTo>
                  <a:pt x="2354508" y="110280"/>
                </a:lnTo>
                <a:lnTo>
                  <a:pt x="2354926" y="109703"/>
                </a:lnTo>
                <a:lnTo>
                  <a:pt x="2355328" y="109114"/>
                </a:lnTo>
                <a:lnTo>
                  <a:pt x="2355714" y="108513"/>
                </a:lnTo>
                <a:lnTo>
                  <a:pt x="2356084" y="107900"/>
                </a:lnTo>
                <a:lnTo>
                  <a:pt x="2356437" y="107275"/>
                </a:lnTo>
                <a:lnTo>
                  <a:pt x="2356775" y="106639"/>
                </a:lnTo>
                <a:lnTo>
                  <a:pt x="2357096" y="105990"/>
                </a:lnTo>
                <a:lnTo>
                  <a:pt x="2357401" y="105330"/>
                </a:lnTo>
                <a:lnTo>
                  <a:pt x="2357689" y="104658"/>
                </a:lnTo>
                <a:lnTo>
                  <a:pt x="2357961" y="103974"/>
                </a:lnTo>
                <a:lnTo>
                  <a:pt x="2358218" y="103277"/>
                </a:lnTo>
                <a:lnTo>
                  <a:pt x="2358458" y="102569"/>
                </a:lnTo>
                <a:lnTo>
                  <a:pt x="2358681" y="101850"/>
                </a:lnTo>
                <a:lnTo>
                  <a:pt x="2358889" y="101118"/>
                </a:lnTo>
                <a:lnTo>
                  <a:pt x="2359080" y="100374"/>
                </a:lnTo>
                <a:lnTo>
                  <a:pt x="2359255" y="99619"/>
                </a:lnTo>
                <a:lnTo>
                  <a:pt x="2359414" y="98851"/>
                </a:lnTo>
                <a:lnTo>
                  <a:pt x="2359556" y="98072"/>
                </a:lnTo>
                <a:lnTo>
                  <a:pt x="2359683" y="97281"/>
                </a:lnTo>
                <a:lnTo>
                  <a:pt x="2359793" y="96477"/>
                </a:lnTo>
                <a:lnTo>
                  <a:pt x="2359886" y="95662"/>
                </a:lnTo>
                <a:lnTo>
                  <a:pt x="2359964" y="94835"/>
                </a:lnTo>
                <a:lnTo>
                  <a:pt x="2360026" y="93997"/>
                </a:lnTo>
                <a:lnTo>
                  <a:pt x="2360071" y="93146"/>
                </a:lnTo>
                <a:lnTo>
                  <a:pt x="2336840" y="93146"/>
                </a:lnTo>
                <a:lnTo>
                  <a:pt x="2336825" y="93706"/>
                </a:lnTo>
                <a:lnTo>
                  <a:pt x="2336794" y="94254"/>
                </a:lnTo>
                <a:lnTo>
                  <a:pt x="2336747" y="94790"/>
                </a:lnTo>
                <a:lnTo>
                  <a:pt x="2336684" y="95315"/>
                </a:lnTo>
                <a:lnTo>
                  <a:pt x="2336606" y="95828"/>
                </a:lnTo>
                <a:lnTo>
                  <a:pt x="2336512" y="96330"/>
                </a:lnTo>
                <a:lnTo>
                  <a:pt x="2336402" y="96820"/>
                </a:lnTo>
                <a:lnTo>
                  <a:pt x="2336276" y="97298"/>
                </a:lnTo>
                <a:lnTo>
                  <a:pt x="2336135" y="97765"/>
                </a:lnTo>
                <a:lnTo>
                  <a:pt x="2335978" y="98220"/>
                </a:lnTo>
                <a:lnTo>
                  <a:pt x="2335805" y="98664"/>
                </a:lnTo>
                <a:lnTo>
                  <a:pt x="2335616" y="99095"/>
                </a:lnTo>
                <a:lnTo>
                  <a:pt x="2335412" y="99516"/>
                </a:lnTo>
                <a:lnTo>
                  <a:pt x="2335191" y="99924"/>
                </a:lnTo>
                <a:lnTo>
                  <a:pt x="2334955" y="100321"/>
                </a:lnTo>
                <a:lnTo>
                  <a:pt x="2334704" y="100707"/>
                </a:lnTo>
                <a:lnTo>
                  <a:pt x="2334436" y="101080"/>
                </a:lnTo>
                <a:lnTo>
                  <a:pt x="2334153" y="101442"/>
                </a:lnTo>
                <a:lnTo>
                  <a:pt x="2333854" y="101793"/>
                </a:lnTo>
                <a:lnTo>
                  <a:pt x="2333539" y="102132"/>
                </a:lnTo>
                <a:lnTo>
                  <a:pt x="2333209" y="102459"/>
                </a:lnTo>
                <a:lnTo>
                  <a:pt x="2332862" y="102774"/>
                </a:lnTo>
                <a:lnTo>
                  <a:pt x="2332500" y="103078"/>
                </a:lnTo>
                <a:lnTo>
                  <a:pt x="2332123" y="103371"/>
                </a:lnTo>
                <a:lnTo>
                  <a:pt x="2331732" y="103651"/>
                </a:lnTo>
                <a:lnTo>
                  <a:pt x="2331330" y="103920"/>
                </a:lnTo>
                <a:lnTo>
                  <a:pt x="2330918" y="104176"/>
                </a:lnTo>
                <a:lnTo>
                  <a:pt x="2330496" y="104421"/>
                </a:lnTo>
                <a:lnTo>
                  <a:pt x="2330063" y="104654"/>
                </a:lnTo>
                <a:lnTo>
                  <a:pt x="2329619" y="104875"/>
                </a:lnTo>
                <a:lnTo>
                  <a:pt x="2329165" y="105084"/>
                </a:lnTo>
                <a:lnTo>
                  <a:pt x="2328701" y="105280"/>
                </a:lnTo>
                <a:lnTo>
                  <a:pt x="2328226" y="105466"/>
                </a:lnTo>
                <a:lnTo>
                  <a:pt x="2327740" y="105639"/>
                </a:lnTo>
                <a:lnTo>
                  <a:pt x="2327244" y="105800"/>
                </a:lnTo>
                <a:lnTo>
                  <a:pt x="2326738" y="105949"/>
                </a:lnTo>
                <a:lnTo>
                  <a:pt x="2326221" y="106086"/>
                </a:lnTo>
                <a:lnTo>
                  <a:pt x="2325693" y="106212"/>
                </a:lnTo>
                <a:lnTo>
                  <a:pt x="2325155" y="106325"/>
                </a:lnTo>
                <a:lnTo>
                  <a:pt x="2324606" y="106426"/>
                </a:lnTo>
                <a:lnTo>
                  <a:pt x="2324047" y="106516"/>
                </a:lnTo>
                <a:lnTo>
                  <a:pt x="2323478" y="106594"/>
                </a:lnTo>
                <a:lnTo>
                  <a:pt x="2322898" y="106659"/>
                </a:lnTo>
                <a:lnTo>
                  <a:pt x="2322307" y="106713"/>
                </a:lnTo>
                <a:lnTo>
                  <a:pt x="2321706" y="106755"/>
                </a:lnTo>
                <a:lnTo>
                  <a:pt x="2321094" y="106785"/>
                </a:lnTo>
                <a:lnTo>
                  <a:pt x="2320472" y="106802"/>
                </a:lnTo>
                <a:lnTo>
                  <a:pt x="2319840" y="106808"/>
                </a:lnTo>
                <a:lnTo>
                  <a:pt x="2319229" y="106803"/>
                </a:lnTo>
                <a:lnTo>
                  <a:pt x="2318628" y="106785"/>
                </a:lnTo>
                <a:lnTo>
                  <a:pt x="2318037" y="106757"/>
                </a:lnTo>
                <a:lnTo>
                  <a:pt x="2317456" y="106716"/>
                </a:lnTo>
                <a:lnTo>
                  <a:pt x="2316885" y="106664"/>
                </a:lnTo>
                <a:lnTo>
                  <a:pt x="2316324" y="106601"/>
                </a:lnTo>
                <a:lnTo>
                  <a:pt x="2315772" y="106526"/>
                </a:lnTo>
                <a:lnTo>
                  <a:pt x="2315231" y="106439"/>
                </a:lnTo>
                <a:lnTo>
                  <a:pt x="2314699" y="106341"/>
                </a:lnTo>
                <a:lnTo>
                  <a:pt x="2314178" y="106232"/>
                </a:lnTo>
                <a:lnTo>
                  <a:pt x="2313666" y="106111"/>
                </a:lnTo>
                <a:lnTo>
                  <a:pt x="2313164" y="105978"/>
                </a:lnTo>
                <a:lnTo>
                  <a:pt x="2312672" y="105834"/>
                </a:lnTo>
                <a:lnTo>
                  <a:pt x="2312190" y="105678"/>
                </a:lnTo>
                <a:lnTo>
                  <a:pt x="2311718" y="105511"/>
                </a:lnTo>
                <a:lnTo>
                  <a:pt x="2311255" y="105332"/>
                </a:lnTo>
                <a:lnTo>
                  <a:pt x="2310803" y="105142"/>
                </a:lnTo>
                <a:lnTo>
                  <a:pt x="2310360" y="104940"/>
                </a:lnTo>
                <a:lnTo>
                  <a:pt x="2309928" y="104727"/>
                </a:lnTo>
                <a:lnTo>
                  <a:pt x="2309505" y="104502"/>
                </a:lnTo>
                <a:lnTo>
                  <a:pt x="2309092" y="104266"/>
                </a:lnTo>
                <a:lnTo>
                  <a:pt x="2308689" y="104018"/>
                </a:lnTo>
                <a:lnTo>
                  <a:pt x="2308296" y="103758"/>
                </a:lnTo>
                <a:lnTo>
                  <a:pt x="2307913" y="103487"/>
                </a:lnTo>
                <a:lnTo>
                  <a:pt x="2307539" y="103207"/>
                </a:lnTo>
                <a:lnTo>
                  <a:pt x="2307173" y="102919"/>
                </a:lnTo>
                <a:lnTo>
                  <a:pt x="2306816" y="102623"/>
                </a:lnTo>
                <a:lnTo>
                  <a:pt x="2306468" y="102320"/>
                </a:lnTo>
                <a:lnTo>
                  <a:pt x="2306127" y="102010"/>
                </a:lnTo>
                <a:lnTo>
                  <a:pt x="2305796" y="101692"/>
                </a:lnTo>
                <a:lnTo>
                  <a:pt x="2305473" y="101366"/>
                </a:lnTo>
                <a:lnTo>
                  <a:pt x="2305158" y="101034"/>
                </a:lnTo>
                <a:lnTo>
                  <a:pt x="2304852" y="100694"/>
                </a:lnTo>
                <a:lnTo>
                  <a:pt x="2304555" y="100346"/>
                </a:lnTo>
                <a:lnTo>
                  <a:pt x="2304266" y="99991"/>
                </a:lnTo>
                <a:lnTo>
                  <a:pt x="2303985" y="99629"/>
                </a:lnTo>
                <a:lnTo>
                  <a:pt x="2303713" y="99259"/>
                </a:lnTo>
                <a:lnTo>
                  <a:pt x="2303450" y="98882"/>
                </a:lnTo>
                <a:lnTo>
                  <a:pt x="2303195" y="98497"/>
                </a:lnTo>
                <a:lnTo>
                  <a:pt x="2302948" y="98105"/>
                </a:lnTo>
                <a:lnTo>
                  <a:pt x="2302710" y="97705"/>
                </a:lnTo>
                <a:lnTo>
                  <a:pt x="2302480" y="97298"/>
                </a:lnTo>
                <a:lnTo>
                  <a:pt x="2302259" y="96884"/>
                </a:lnTo>
                <a:lnTo>
                  <a:pt x="2302047" y="96462"/>
                </a:lnTo>
                <a:lnTo>
                  <a:pt x="2301843" y="96033"/>
                </a:lnTo>
                <a:lnTo>
                  <a:pt x="2301647" y="95596"/>
                </a:lnTo>
                <a:lnTo>
                  <a:pt x="2301460" y="95152"/>
                </a:lnTo>
                <a:lnTo>
                  <a:pt x="2301282" y="94701"/>
                </a:lnTo>
                <a:lnTo>
                  <a:pt x="2301111" y="94244"/>
                </a:lnTo>
                <a:lnTo>
                  <a:pt x="2300946" y="93785"/>
                </a:lnTo>
                <a:lnTo>
                  <a:pt x="2300789" y="93322"/>
                </a:lnTo>
                <a:lnTo>
                  <a:pt x="2300638" y="92857"/>
                </a:lnTo>
                <a:lnTo>
                  <a:pt x="2300493" y="92389"/>
                </a:lnTo>
                <a:lnTo>
                  <a:pt x="2300355" y="91918"/>
                </a:lnTo>
                <a:lnTo>
                  <a:pt x="2300224" y="91444"/>
                </a:lnTo>
                <a:lnTo>
                  <a:pt x="2300100" y="90968"/>
                </a:lnTo>
                <a:lnTo>
                  <a:pt x="2299982" y="90488"/>
                </a:lnTo>
                <a:lnTo>
                  <a:pt x="2299871" y="90006"/>
                </a:lnTo>
                <a:lnTo>
                  <a:pt x="2299766" y="89521"/>
                </a:lnTo>
                <a:lnTo>
                  <a:pt x="2299668" y="89033"/>
                </a:lnTo>
                <a:lnTo>
                  <a:pt x="2299577" y="88542"/>
                </a:lnTo>
                <a:lnTo>
                  <a:pt x="2299493" y="88048"/>
                </a:lnTo>
                <a:lnTo>
                  <a:pt x="2299415" y="87552"/>
                </a:lnTo>
                <a:lnTo>
                  <a:pt x="2299343" y="87052"/>
                </a:lnTo>
                <a:lnTo>
                  <a:pt x="2299279" y="86550"/>
                </a:lnTo>
                <a:lnTo>
                  <a:pt x="2299221" y="86045"/>
                </a:lnTo>
                <a:lnTo>
                  <a:pt x="2299169" y="85537"/>
                </a:lnTo>
                <a:lnTo>
                  <a:pt x="2299124" y="85026"/>
                </a:lnTo>
                <a:lnTo>
                  <a:pt x="2299086" y="84513"/>
                </a:lnTo>
                <a:lnTo>
                  <a:pt x="2299055" y="83996"/>
                </a:lnTo>
                <a:lnTo>
                  <a:pt x="2299030" y="83477"/>
                </a:lnTo>
                <a:lnTo>
                  <a:pt x="2299012" y="82955"/>
                </a:lnTo>
                <a:lnTo>
                  <a:pt x="2359982" y="82955"/>
                </a:lnTo>
                <a:lnTo>
                  <a:pt x="2359996" y="82871"/>
                </a:lnTo>
                <a:lnTo>
                  <a:pt x="2360011" y="82784"/>
                </a:lnTo>
                <a:lnTo>
                  <a:pt x="2360025" y="82694"/>
                </a:lnTo>
                <a:lnTo>
                  <a:pt x="2360039" y="82601"/>
                </a:lnTo>
                <a:lnTo>
                  <a:pt x="2360052" y="82505"/>
                </a:lnTo>
                <a:lnTo>
                  <a:pt x="2360065" y="82406"/>
                </a:lnTo>
                <a:lnTo>
                  <a:pt x="2360078" y="82304"/>
                </a:lnTo>
                <a:lnTo>
                  <a:pt x="2360091" y="82200"/>
                </a:lnTo>
                <a:lnTo>
                  <a:pt x="2360103" y="82092"/>
                </a:lnTo>
                <a:lnTo>
                  <a:pt x="2360115" y="81981"/>
                </a:lnTo>
                <a:lnTo>
                  <a:pt x="2360126" y="81867"/>
                </a:lnTo>
                <a:lnTo>
                  <a:pt x="2360138" y="81751"/>
                </a:lnTo>
                <a:lnTo>
                  <a:pt x="2360148" y="81631"/>
                </a:lnTo>
                <a:lnTo>
                  <a:pt x="2360159" y="81509"/>
                </a:lnTo>
                <a:lnTo>
                  <a:pt x="2360170" y="81383"/>
                </a:lnTo>
                <a:lnTo>
                  <a:pt x="2360180" y="81255"/>
                </a:lnTo>
                <a:lnTo>
                  <a:pt x="2360189" y="81123"/>
                </a:lnTo>
                <a:lnTo>
                  <a:pt x="2360199" y="80989"/>
                </a:lnTo>
                <a:lnTo>
                  <a:pt x="2360208" y="80852"/>
                </a:lnTo>
                <a:lnTo>
                  <a:pt x="2360217" y="80711"/>
                </a:lnTo>
                <a:lnTo>
                  <a:pt x="2360225" y="80568"/>
                </a:lnTo>
                <a:lnTo>
                  <a:pt x="2360233" y="80422"/>
                </a:lnTo>
                <a:lnTo>
                  <a:pt x="2360241" y="80272"/>
                </a:lnTo>
                <a:lnTo>
                  <a:pt x="2360249" y="80120"/>
                </a:lnTo>
                <a:lnTo>
                  <a:pt x="2360256" y="79968"/>
                </a:lnTo>
                <a:lnTo>
                  <a:pt x="2360263" y="79818"/>
                </a:lnTo>
                <a:lnTo>
                  <a:pt x="2360270" y="79671"/>
                </a:lnTo>
                <a:lnTo>
                  <a:pt x="2360276" y="79527"/>
                </a:lnTo>
                <a:lnTo>
                  <a:pt x="2360282" y="79385"/>
                </a:lnTo>
                <a:lnTo>
                  <a:pt x="2360288" y="79246"/>
                </a:lnTo>
                <a:lnTo>
                  <a:pt x="2360293" y="79110"/>
                </a:lnTo>
                <a:lnTo>
                  <a:pt x="2360298" y="78976"/>
                </a:lnTo>
                <a:lnTo>
                  <a:pt x="2360303" y="78845"/>
                </a:lnTo>
                <a:lnTo>
                  <a:pt x="2360308" y="78716"/>
                </a:lnTo>
                <a:lnTo>
                  <a:pt x="2360312" y="78590"/>
                </a:lnTo>
                <a:lnTo>
                  <a:pt x="2360316" y="78467"/>
                </a:lnTo>
                <a:lnTo>
                  <a:pt x="2360319" y="78347"/>
                </a:lnTo>
                <a:lnTo>
                  <a:pt x="2360322" y="78229"/>
                </a:lnTo>
                <a:lnTo>
                  <a:pt x="2360325" y="78114"/>
                </a:lnTo>
                <a:lnTo>
                  <a:pt x="2360328" y="78001"/>
                </a:lnTo>
                <a:lnTo>
                  <a:pt x="2360330" y="77892"/>
                </a:lnTo>
                <a:lnTo>
                  <a:pt x="2360332" y="77784"/>
                </a:lnTo>
                <a:lnTo>
                  <a:pt x="2360334" y="77680"/>
                </a:lnTo>
                <a:lnTo>
                  <a:pt x="2360335" y="77578"/>
                </a:lnTo>
                <a:lnTo>
                  <a:pt x="2360336" y="77479"/>
                </a:lnTo>
                <a:lnTo>
                  <a:pt x="2360337" y="77382"/>
                </a:lnTo>
                <a:lnTo>
                  <a:pt x="2360338" y="77288"/>
                </a:lnTo>
                <a:lnTo>
                  <a:pt x="2360338" y="77197"/>
                </a:lnTo>
                <a:lnTo>
                  <a:pt x="2360318" y="75444"/>
                </a:lnTo>
                <a:lnTo>
                  <a:pt x="2360260" y="73726"/>
                </a:lnTo>
                <a:lnTo>
                  <a:pt x="2360162" y="72041"/>
                </a:lnTo>
                <a:lnTo>
                  <a:pt x="2360025" y="70390"/>
                </a:lnTo>
                <a:lnTo>
                  <a:pt x="2359849" y="68773"/>
                </a:lnTo>
                <a:lnTo>
                  <a:pt x="2359634" y="67190"/>
                </a:lnTo>
                <a:lnTo>
                  <a:pt x="2359380" y="65641"/>
                </a:lnTo>
                <a:lnTo>
                  <a:pt x="2359087" y="64126"/>
                </a:lnTo>
                <a:lnTo>
                  <a:pt x="2358754" y="62645"/>
                </a:lnTo>
                <a:lnTo>
                  <a:pt x="2358383" y="61197"/>
                </a:lnTo>
                <a:lnTo>
                  <a:pt x="2357973" y="59784"/>
                </a:lnTo>
                <a:lnTo>
                  <a:pt x="2357523" y="58404"/>
                </a:lnTo>
                <a:lnTo>
                  <a:pt x="2357034" y="57058"/>
                </a:lnTo>
                <a:lnTo>
                  <a:pt x="2356506" y="55746"/>
                </a:lnTo>
                <a:lnTo>
                  <a:pt x="2355940" y="54468"/>
                </a:lnTo>
                <a:lnTo>
                  <a:pt x="2355334" y="53224"/>
                </a:lnTo>
                <a:lnTo>
                  <a:pt x="2354689" y="52014"/>
                </a:lnTo>
                <a:lnTo>
                  <a:pt x="2354004" y="50838"/>
                </a:lnTo>
                <a:lnTo>
                  <a:pt x="2353281" y="49696"/>
                </a:lnTo>
                <a:lnTo>
                  <a:pt x="2352519" y="48587"/>
                </a:lnTo>
                <a:lnTo>
                  <a:pt x="2351717" y="47513"/>
                </a:lnTo>
                <a:lnTo>
                  <a:pt x="2350877" y="46472"/>
                </a:lnTo>
                <a:lnTo>
                  <a:pt x="2349997" y="45465"/>
                </a:lnTo>
                <a:lnTo>
                  <a:pt x="2349078" y="44492"/>
                </a:lnTo>
                <a:lnTo>
                  <a:pt x="2348126" y="43556"/>
                </a:lnTo>
                <a:lnTo>
                  <a:pt x="2347145" y="42660"/>
                </a:lnTo>
                <a:lnTo>
                  <a:pt x="2346136" y="41804"/>
                </a:lnTo>
                <a:lnTo>
                  <a:pt x="2345099" y="40987"/>
                </a:lnTo>
                <a:lnTo>
                  <a:pt x="2344034" y="40211"/>
                </a:lnTo>
                <a:lnTo>
                  <a:pt x="2342940" y="39474"/>
                </a:lnTo>
                <a:lnTo>
                  <a:pt x="2341818" y="38777"/>
                </a:lnTo>
                <a:lnTo>
                  <a:pt x="2340667" y="38120"/>
                </a:lnTo>
                <a:lnTo>
                  <a:pt x="2339489" y="37502"/>
                </a:lnTo>
                <a:lnTo>
                  <a:pt x="2338282" y="36925"/>
                </a:lnTo>
                <a:lnTo>
                  <a:pt x="2337046" y="36387"/>
                </a:lnTo>
                <a:lnTo>
                  <a:pt x="2335783" y="35889"/>
                </a:lnTo>
                <a:lnTo>
                  <a:pt x="2334491" y="35431"/>
                </a:lnTo>
                <a:lnTo>
                  <a:pt x="2333171" y="35013"/>
                </a:lnTo>
                <a:lnTo>
                  <a:pt x="2331823" y="34635"/>
                </a:lnTo>
                <a:lnTo>
                  <a:pt x="2330446" y="34296"/>
                </a:lnTo>
                <a:lnTo>
                  <a:pt x="2329041" y="33997"/>
                </a:lnTo>
                <a:lnTo>
                  <a:pt x="2327608" y="33739"/>
                </a:lnTo>
                <a:lnTo>
                  <a:pt x="2326147" y="33519"/>
                </a:lnTo>
                <a:lnTo>
                  <a:pt x="2324657" y="33340"/>
                </a:lnTo>
                <a:lnTo>
                  <a:pt x="2323139" y="33201"/>
                </a:lnTo>
                <a:lnTo>
                  <a:pt x="2321593" y="33101"/>
                </a:lnTo>
                <a:lnTo>
                  <a:pt x="2320018" y="33042"/>
                </a:lnTo>
                <a:lnTo>
                  <a:pt x="2318415" y="33022"/>
                </a:lnTo>
                <a:lnTo>
                  <a:pt x="2317259" y="33031"/>
                </a:lnTo>
                <a:lnTo>
                  <a:pt x="2316117" y="33059"/>
                </a:lnTo>
                <a:lnTo>
                  <a:pt x="2314991" y="33107"/>
                </a:lnTo>
                <a:lnTo>
                  <a:pt x="2313880" y="33173"/>
                </a:lnTo>
                <a:lnTo>
                  <a:pt x="2312784" y="33258"/>
                </a:lnTo>
                <a:lnTo>
                  <a:pt x="2311704" y="33362"/>
                </a:lnTo>
                <a:lnTo>
                  <a:pt x="2310639" y="33485"/>
                </a:lnTo>
                <a:lnTo>
                  <a:pt x="2309589" y="33627"/>
                </a:lnTo>
                <a:lnTo>
                  <a:pt x="2308554" y="33788"/>
                </a:lnTo>
                <a:lnTo>
                  <a:pt x="2307535" y="33968"/>
                </a:lnTo>
                <a:lnTo>
                  <a:pt x="2306531" y="34166"/>
                </a:lnTo>
                <a:lnTo>
                  <a:pt x="2305543" y="34384"/>
                </a:lnTo>
                <a:lnTo>
                  <a:pt x="2304570" y="34620"/>
                </a:lnTo>
                <a:lnTo>
                  <a:pt x="2303612" y="34876"/>
                </a:lnTo>
                <a:lnTo>
                  <a:pt x="2302669" y="35150"/>
                </a:lnTo>
                <a:lnTo>
                  <a:pt x="2301741" y="35443"/>
                </a:lnTo>
                <a:lnTo>
                  <a:pt x="2300829" y="35756"/>
                </a:lnTo>
                <a:lnTo>
                  <a:pt x="2299933" y="36087"/>
                </a:lnTo>
                <a:lnTo>
                  <a:pt x="2299051" y="36437"/>
                </a:lnTo>
                <a:lnTo>
                  <a:pt x="2298185" y="36806"/>
                </a:lnTo>
                <a:lnTo>
                  <a:pt x="2297334" y="37193"/>
                </a:lnTo>
                <a:lnTo>
                  <a:pt x="2296498" y="37600"/>
                </a:lnTo>
                <a:lnTo>
                  <a:pt x="2295678" y="38026"/>
                </a:lnTo>
                <a:lnTo>
                  <a:pt x="2294873" y="38471"/>
                </a:lnTo>
                <a:lnTo>
                  <a:pt x="2294084" y="38933"/>
                </a:lnTo>
                <a:lnTo>
                  <a:pt x="2293311" y="39411"/>
                </a:lnTo>
                <a:lnTo>
                  <a:pt x="2292553" y="39905"/>
                </a:lnTo>
                <a:lnTo>
                  <a:pt x="2291812" y="40416"/>
                </a:lnTo>
                <a:lnTo>
                  <a:pt x="2291087" y="40942"/>
                </a:lnTo>
                <a:lnTo>
                  <a:pt x="2290378" y="41485"/>
                </a:lnTo>
                <a:lnTo>
                  <a:pt x="2289685" y="42044"/>
                </a:lnTo>
                <a:lnTo>
                  <a:pt x="2289009" y="42619"/>
                </a:lnTo>
                <a:lnTo>
                  <a:pt x="2288348" y="43210"/>
                </a:lnTo>
                <a:lnTo>
                  <a:pt x="2287703" y="43817"/>
                </a:lnTo>
                <a:lnTo>
                  <a:pt x="2287074" y="44440"/>
                </a:lnTo>
                <a:lnTo>
                  <a:pt x="2286462" y="45079"/>
                </a:lnTo>
                <a:lnTo>
                  <a:pt x="2285865" y="45735"/>
                </a:lnTo>
                <a:lnTo>
                  <a:pt x="2285285" y="46406"/>
                </a:lnTo>
                <a:lnTo>
                  <a:pt x="2284721" y="47094"/>
                </a:lnTo>
                <a:lnTo>
                  <a:pt x="2284172" y="47798"/>
                </a:lnTo>
                <a:lnTo>
                  <a:pt x="2283640" y="48518"/>
                </a:lnTo>
                <a:lnTo>
                  <a:pt x="2283124" y="49254"/>
                </a:lnTo>
                <a:lnTo>
                  <a:pt x="2282624" y="50006"/>
                </a:lnTo>
                <a:lnTo>
                  <a:pt x="2282140" y="50774"/>
                </a:lnTo>
                <a:lnTo>
                  <a:pt x="2281672" y="51558"/>
                </a:lnTo>
                <a:lnTo>
                  <a:pt x="2281220" y="52359"/>
                </a:lnTo>
                <a:lnTo>
                  <a:pt x="2280785" y="53175"/>
                </a:lnTo>
                <a:lnTo>
                  <a:pt x="2280365" y="54008"/>
                </a:lnTo>
                <a:lnTo>
                  <a:pt x="2279962" y="54855"/>
                </a:lnTo>
                <a:lnTo>
                  <a:pt x="2279576" y="55716"/>
                </a:lnTo>
                <a:lnTo>
                  <a:pt x="2279207" y="56590"/>
                </a:lnTo>
                <a:lnTo>
                  <a:pt x="2278856" y="57477"/>
                </a:lnTo>
                <a:lnTo>
                  <a:pt x="2278521" y="58378"/>
                </a:lnTo>
                <a:lnTo>
                  <a:pt x="2278204" y="59293"/>
                </a:lnTo>
                <a:lnTo>
                  <a:pt x="2277904" y="60221"/>
                </a:lnTo>
                <a:lnTo>
                  <a:pt x="2277621" y="61162"/>
                </a:lnTo>
                <a:lnTo>
                  <a:pt x="2277355" y="62117"/>
                </a:lnTo>
                <a:lnTo>
                  <a:pt x="2277106" y="63085"/>
                </a:lnTo>
                <a:lnTo>
                  <a:pt x="2276874" y="64067"/>
                </a:lnTo>
                <a:lnTo>
                  <a:pt x="2276660" y="65062"/>
                </a:lnTo>
                <a:lnTo>
                  <a:pt x="2276463" y="66071"/>
                </a:lnTo>
                <a:lnTo>
                  <a:pt x="2276283" y="67093"/>
                </a:lnTo>
                <a:lnTo>
                  <a:pt x="2276120" y="68128"/>
                </a:lnTo>
                <a:lnTo>
                  <a:pt x="2275974" y="69177"/>
                </a:lnTo>
                <a:lnTo>
                  <a:pt x="2275845" y="70240"/>
                </a:lnTo>
                <a:lnTo>
                  <a:pt x="2275734" y="71316"/>
                </a:lnTo>
                <a:lnTo>
                  <a:pt x="2275639" y="72405"/>
                </a:lnTo>
                <a:lnTo>
                  <a:pt x="2275562" y="73508"/>
                </a:lnTo>
                <a:lnTo>
                  <a:pt x="2275502" y="74624"/>
                </a:lnTo>
                <a:lnTo>
                  <a:pt x="2275459" y="75754"/>
                </a:lnTo>
                <a:lnTo>
                  <a:pt x="2275434" y="76897"/>
                </a:lnTo>
                <a:lnTo>
                  <a:pt x="2275425" y="78054"/>
                </a:lnTo>
                <a:lnTo>
                  <a:pt x="2275434" y="79247"/>
                </a:lnTo>
                <a:lnTo>
                  <a:pt x="2275460" y="80427"/>
                </a:lnTo>
                <a:lnTo>
                  <a:pt x="2275504" y="81592"/>
                </a:lnTo>
                <a:lnTo>
                  <a:pt x="2275566" y="82742"/>
                </a:lnTo>
                <a:lnTo>
                  <a:pt x="2275645" y="83878"/>
                </a:lnTo>
                <a:lnTo>
                  <a:pt x="2275742" y="85000"/>
                </a:lnTo>
                <a:lnTo>
                  <a:pt x="2275857" y="86108"/>
                </a:lnTo>
                <a:lnTo>
                  <a:pt x="2275989" y="87201"/>
                </a:lnTo>
                <a:lnTo>
                  <a:pt x="2276139" y="88279"/>
                </a:lnTo>
                <a:lnTo>
                  <a:pt x="2276306" y="89344"/>
                </a:lnTo>
                <a:lnTo>
                  <a:pt x="2276491" y="90393"/>
                </a:lnTo>
                <a:lnTo>
                  <a:pt x="2276693" y="91429"/>
                </a:lnTo>
                <a:lnTo>
                  <a:pt x="2276914" y="92450"/>
                </a:lnTo>
                <a:lnTo>
                  <a:pt x="2277151" y="93457"/>
                </a:lnTo>
                <a:lnTo>
                  <a:pt x="2277407" y="94449"/>
                </a:lnTo>
                <a:lnTo>
                  <a:pt x="2277680" y="95427"/>
                </a:lnTo>
                <a:lnTo>
                  <a:pt x="2277971" y="96391"/>
                </a:lnTo>
                <a:lnTo>
                  <a:pt x="2278279" y="97340"/>
                </a:lnTo>
                <a:lnTo>
                  <a:pt x="2278605" y="98275"/>
                </a:lnTo>
                <a:lnTo>
                  <a:pt x="2278948" y="99195"/>
                </a:lnTo>
                <a:lnTo>
                  <a:pt x="2279309" y="100102"/>
                </a:lnTo>
                <a:lnTo>
                  <a:pt x="2279688" y="100993"/>
                </a:lnTo>
                <a:lnTo>
                  <a:pt x="2280085" y="101871"/>
                </a:lnTo>
                <a:lnTo>
                  <a:pt x="2280498" y="102734"/>
                </a:lnTo>
                <a:lnTo>
                  <a:pt x="2280930" y="103581"/>
                </a:lnTo>
                <a:lnTo>
                  <a:pt x="2281377" y="104411"/>
                </a:lnTo>
                <a:lnTo>
                  <a:pt x="2281842" y="105225"/>
                </a:lnTo>
                <a:lnTo>
                  <a:pt x="2282323" y="106022"/>
                </a:lnTo>
                <a:lnTo>
                  <a:pt x="2282821" y="106802"/>
                </a:lnTo>
                <a:lnTo>
                  <a:pt x="2283336" y="107566"/>
                </a:lnTo>
                <a:lnTo>
                  <a:pt x="2283867" y="108312"/>
                </a:lnTo>
                <a:lnTo>
                  <a:pt x="2284415" y="109043"/>
                </a:lnTo>
                <a:lnTo>
                  <a:pt x="2284979" y="109756"/>
                </a:lnTo>
                <a:lnTo>
                  <a:pt x="2285561" y="110453"/>
                </a:lnTo>
                <a:lnTo>
                  <a:pt x="2286159" y="111132"/>
                </a:lnTo>
                <a:lnTo>
                  <a:pt x="2286773" y="111796"/>
                </a:lnTo>
                <a:lnTo>
                  <a:pt x="2287405" y="112442"/>
                </a:lnTo>
                <a:lnTo>
                  <a:pt x="2288053" y="113072"/>
                </a:lnTo>
                <a:lnTo>
                  <a:pt x="2288718" y="113685"/>
                </a:lnTo>
                <a:lnTo>
                  <a:pt x="2289399" y="114281"/>
                </a:lnTo>
                <a:lnTo>
                  <a:pt x="2290097" y="114861"/>
                </a:lnTo>
                <a:lnTo>
                  <a:pt x="2290812" y="115423"/>
                </a:lnTo>
                <a:lnTo>
                  <a:pt x="2291544" y="115969"/>
                </a:lnTo>
                <a:lnTo>
                  <a:pt x="2292292" y="116499"/>
                </a:lnTo>
                <a:lnTo>
                  <a:pt x="2293057" y="117011"/>
                </a:lnTo>
                <a:lnTo>
                  <a:pt x="2293838" y="117507"/>
                </a:lnTo>
                <a:lnTo>
                  <a:pt x="2294637" y="117986"/>
                </a:lnTo>
                <a:lnTo>
                  <a:pt x="2295452" y="118449"/>
                </a:lnTo>
                <a:lnTo>
                  <a:pt x="2296283" y="118894"/>
                </a:lnTo>
                <a:lnTo>
                  <a:pt x="2297130" y="119319"/>
                </a:lnTo>
                <a:lnTo>
                  <a:pt x="2297994" y="119726"/>
                </a:lnTo>
                <a:lnTo>
                  <a:pt x="2298873" y="120114"/>
                </a:lnTo>
                <a:lnTo>
                  <a:pt x="2299769" y="120483"/>
                </a:lnTo>
                <a:lnTo>
                  <a:pt x="2300681" y="120833"/>
                </a:lnTo>
                <a:lnTo>
                  <a:pt x="2301609" y="121164"/>
                </a:lnTo>
                <a:lnTo>
                  <a:pt x="2302552" y="121476"/>
                </a:lnTo>
                <a:lnTo>
                  <a:pt x="2303512" y="121769"/>
                </a:lnTo>
                <a:lnTo>
                  <a:pt x="2304488" y="122044"/>
                </a:lnTo>
                <a:lnTo>
                  <a:pt x="2305480" y="122299"/>
                </a:lnTo>
                <a:lnTo>
                  <a:pt x="2306489" y="122536"/>
                </a:lnTo>
                <a:lnTo>
                  <a:pt x="2307513" y="122753"/>
                </a:lnTo>
                <a:lnTo>
                  <a:pt x="2308553" y="122952"/>
                </a:lnTo>
                <a:lnTo>
                  <a:pt x="2309609" y="123132"/>
                </a:lnTo>
                <a:lnTo>
                  <a:pt x="2310682" y="123292"/>
                </a:lnTo>
                <a:lnTo>
                  <a:pt x="2311770" y="123434"/>
                </a:lnTo>
                <a:lnTo>
                  <a:pt x="2312875" y="123557"/>
                </a:lnTo>
                <a:lnTo>
                  <a:pt x="2313995" y="123661"/>
                </a:lnTo>
                <a:lnTo>
                  <a:pt x="2315132" y="123746"/>
                </a:lnTo>
                <a:lnTo>
                  <a:pt x="2316285" y="123813"/>
                </a:lnTo>
                <a:lnTo>
                  <a:pt x="2317454" y="123860"/>
                </a:lnTo>
                <a:lnTo>
                  <a:pt x="2318639" y="123888"/>
                </a:lnTo>
                <a:lnTo>
                  <a:pt x="2319840" y="123898"/>
                </a:lnTo>
                <a:lnTo>
                  <a:pt x="2320821" y="123892"/>
                </a:lnTo>
                <a:lnTo>
                  <a:pt x="2321792" y="123874"/>
                </a:lnTo>
                <a:lnTo>
                  <a:pt x="2322752" y="123845"/>
                </a:lnTo>
                <a:lnTo>
                  <a:pt x="2323703" y="123804"/>
                </a:lnTo>
                <a:lnTo>
                  <a:pt x="2324643" y="123751"/>
                </a:lnTo>
                <a:close/>
                <a:moveTo>
                  <a:pt x="2299704" y="64408"/>
                </a:moveTo>
                <a:lnTo>
                  <a:pt x="2299838" y="63734"/>
                </a:lnTo>
                <a:lnTo>
                  <a:pt x="2299988" y="63075"/>
                </a:lnTo>
                <a:lnTo>
                  <a:pt x="2300154" y="62431"/>
                </a:lnTo>
                <a:lnTo>
                  <a:pt x="2300337" y="61802"/>
                </a:lnTo>
                <a:lnTo>
                  <a:pt x="2300535" y="61188"/>
                </a:lnTo>
                <a:lnTo>
                  <a:pt x="2300750" y="60589"/>
                </a:lnTo>
                <a:lnTo>
                  <a:pt x="2300981" y="60005"/>
                </a:lnTo>
                <a:lnTo>
                  <a:pt x="2301229" y="59436"/>
                </a:lnTo>
                <a:lnTo>
                  <a:pt x="2301492" y="58882"/>
                </a:lnTo>
                <a:lnTo>
                  <a:pt x="2301772" y="58343"/>
                </a:lnTo>
                <a:lnTo>
                  <a:pt x="2302068" y="57819"/>
                </a:lnTo>
                <a:lnTo>
                  <a:pt x="2302380" y="57309"/>
                </a:lnTo>
                <a:lnTo>
                  <a:pt x="2302709" y="56815"/>
                </a:lnTo>
                <a:lnTo>
                  <a:pt x="2303053" y="56336"/>
                </a:lnTo>
                <a:lnTo>
                  <a:pt x="2303414" y="55871"/>
                </a:lnTo>
                <a:lnTo>
                  <a:pt x="2303791" y="55422"/>
                </a:lnTo>
                <a:lnTo>
                  <a:pt x="2304185" y="54988"/>
                </a:lnTo>
                <a:lnTo>
                  <a:pt x="2304594" y="54568"/>
                </a:lnTo>
                <a:lnTo>
                  <a:pt x="2305020" y="54164"/>
                </a:lnTo>
                <a:lnTo>
                  <a:pt x="2305459" y="53775"/>
                </a:lnTo>
                <a:lnTo>
                  <a:pt x="2305908" y="53403"/>
                </a:lnTo>
                <a:lnTo>
                  <a:pt x="2306368" y="53047"/>
                </a:lnTo>
                <a:lnTo>
                  <a:pt x="2306838" y="52708"/>
                </a:lnTo>
                <a:lnTo>
                  <a:pt x="2307319" y="52385"/>
                </a:lnTo>
                <a:lnTo>
                  <a:pt x="2307810" y="52079"/>
                </a:lnTo>
                <a:lnTo>
                  <a:pt x="2308311" y="51790"/>
                </a:lnTo>
                <a:lnTo>
                  <a:pt x="2308823" y="51517"/>
                </a:lnTo>
                <a:lnTo>
                  <a:pt x="2309344" y="51260"/>
                </a:lnTo>
                <a:lnTo>
                  <a:pt x="2309877" y="51020"/>
                </a:lnTo>
                <a:lnTo>
                  <a:pt x="2310419" y="50797"/>
                </a:lnTo>
                <a:lnTo>
                  <a:pt x="2310972" y="50590"/>
                </a:lnTo>
                <a:lnTo>
                  <a:pt x="2311536" y="50400"/>
                </a:lnTo>
                <a:lnTo>
                  <a:pt x="2312109" y="50226"/>
                </a:lnTo>
                <a:lnTo>
                  <a:pt x="2312693" y="50069"/>
                </a:lnTo>
                <a:lnTo>
                  <a:pt x="2313288" y="49928"/>
                </a:lnTo>
                <a:lnTo>
                  <a:pt x="2313892" y="49804"/>
                </a:lnTo>
                <a:lnTo>
                  <a:pt x="2314508" y="49697"/>
                </a:lnTo>
                <a:lnTo>
                  <a:pt x="2315133" y="49606"/>
                </a:lnTo>
                <a:lnTo>
                  <a:pt x="2315769" y="49531"/>
                </a:lnTo>
                <a:lnTo>
                  <a:pt x="2316415" y="49473"/>
                </a:lnTo>
                <a:lnTo>
                  <a:pt x="2317071" y="49432"/>
                </a:lnTo>
                <a:lnTo>
                  <a:pt x="2317738" y="49407"/>
                </a:lnTo>
                <a:lnTo>
                  <a:pt x="2318415" y="49399"/>
                </a:lnTo>
                <a:lnTo>
                  <a:pt x="2319078" y="49407"/>
                </a:lnTo>
                <a:lnTo>
                  <a:pt x="2319730" y="49431"/>
                </a:lnTo>
                <a:lnTo>
                  <a:pt x="2320373" y="49471"/>
                </a:lnTo>
                <a:lnTo>
                  <a:pt x="2321005" y="49527"/>
                </a:lnTo>
                <a:lnTo>
                  <a:pt x="2321628" y="49600"/>
                </a:lnTo>
                <a:lnTo>
                  <a:pt x="2322240" y="49688"/>
                </a:lnTo>
                <a:lnTo>
                  <a:pt x="2322842" y="49793"/>
                </a:lnTo>
                <a:lnTo>
                  <a:pt x="2323434" y="49913"/>
                </a:lnTo>
                <a:lnTo>
                  <a:pt x="2324017" y="50050"/>
                </a:lnTo>
                <a:lnTo>
                  <a:pt x="2324589" y="50202"/>
                </a:lnTo>
                <a:lnTo>
                  <a:pt x="2325151" y="50371"/>
                </a:lnTo>
                <a:lnTo>
                  <a:pt x="2325703" y="50556"/>
                </a:lnTo>
                <a:lnTo>
                  <a:pt x="2326245" y="50757"/>
                </a:lnTo>
                <a:lnTo>
                  <a:pt x="2326777" y="50974"/>
                </a:lnTo>
                <a:lnTo>
                  <a:pt x="2327299" y="51207"/>
                </a:lnTo>
                <a:lnTo>
                  <a:pt x="2327811" y="51456"/>
                </a:lnTo>
                <a:lnTo>
                  <a:pt x="2328312" y="51721"/>
                </a:lnTo>
                <a:lnTo>
                  <a:pt x="2328804" y="52002"/>
                </a:lnTo>
                <a:lnTo>
                  <a:pt x="2329286" y="52300"/>
                </a:lnTo>
                <a:lnTo>
                  <a:pt x="2329758" y="52613"/>
                </a:lnTo>
                <a:lnTo>
                  <a:pt x="2330219" y="52942"/>
                </a:lnTo>
                <a:lnTo>
                  <a:pt x="2330671" y="53288"/>
                </a:lnTo>
                <a:lnTo>
                  <a:pt x="2331113" y="53650"/>
                </a:lnTo>
                <a:lnTo>
                  <a:pt x="2331544" y="54027"/>
                </a:lnTo>
                <a:lnTo>
                  <a:pt x="2331962" y="54421"/>
                </a:lnTo>
                <a:lnTo>
                  <a:pt x="2332363" y="54831"/>
                </a:lnTo>
                <a:lnTo>
                  <a:pt x="2332748" y="55258"/>
                </a:lnTo>
                <a:lnTo>
                  <a:pt x="2333115" y="55701"/>
                </a:lnTo>
                <a:lnTo>
                  <a:pt x="2333466" y="56161"/>
                </a:lnTo>
                <a:lnTo>
                  <a:pt x="2333800" y="56636"/>
                </a:lnTo>
                <a:lnTo>
                  <a:pt x="2334117" y="57128"/>
                </a:lnTo>
                <a:lnTo>
                  <a:pt x="2334417" y="57637"/>
                </a:lnTo>
                <a:lnTo>
                  <a:pt x="2334700" y="58162"/>
                </a:lnTo>
                <a:lnTo>
                  <a:pt x="2334967" y="58703"/>
                </a:lnTo>
                <a:lnTo>
                  <a:pt x="2335216" y="59261"/>
                </a:lnTo>
                <a:lnTo>
                  <a:pt x="2335449" y="59835"/>
                </a:lnTo>
                <a:lnTo>
                  <a:pt x="2335665" y="60425"/>
                </a:lnTo>
                <a:lnTo>
                  <a:pt x="2335864" y="61032"/>
                </a:lnTo>
                <a:lnTo>
                  <a:pt x="2336047" y="61655"/>
                </a:lnTo>
                <a:lnTo>
                  <a:pt x="2336212" y="62295"/>
                </a:lnTo>
                <a:lnTo>
                  <a:pt x="2336361" y="62951"/>
                </a:lnTo>
                <a:lnTo>
                  <a:pt x="2336492" y="63623"/>
                </a:lnTo>
                <a:lnTo>
                  <a:pt x="2336607" y="64312"/>
                </a:lnTo>
                <a:lnTo>
                  <a:pt x="2336705" y="65017"/>
                </a:lnTo>
                <a:lnTo>
                  <a:pt x="2336786" y="65739"/>
                </a:lnTo>
                <a:lnTo>
                  <a:pt x="2336851" y="66477"/>
                </a:lnTo>
                <a:lnTo>
                  <a:pt x="2336898" y="67231"/>
                </a:lnTo>
                <a:lnTo>
                  <a:pt x="2336929" y="68001"/>
                </a:lnTo>
                <a:lnTo>
                  <a:pt x="2299279" y="68001"/>
                </a:lnTo>
                <a:lnTo>
                  <a:pt x="2299332" y="67253"/>
                </a:lnTo>
                <a:lnTo>
                  <a:pt x="2299400" y="66519"/>
                </a:lnTo>
                <a:lnTo>
                  <a:pt x="2299485" y="65800"/>
                </a:lnTo>
                <a:lnTo>
                  <a:pt x="2299587" y="65097"/>
                </a:lnTo>
                <a:lnTo>
                  <a:pt x="2299704" y="644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Passing(RMP)">
            <a:extLst xmlns:a="http://schemas.openxmlformats.org/drawingml/2006/main">
              <a:ext uri="{FF2B5EF4-FFF2-40B4-BE49-F238E27FC236}">
                <a16:creationId xmlns:a16="http://schemas.microsoft.com/office/drawing/2014/main" id="{5E508A3A-DF2E-4480-8D03-A6700F2C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632" y="2897236"/>
            <a:ext cx="1137811" cy="155851"/>
          </a:xfrm>
          <a:custGeom xmlns:a="http://schemas.openxmlformats.org/drawingml/2006/main">
            <a:pathLst>
              <a:path w="1137811" h="155851">
                <a:moveTo>
                  <a:pt x="407351" y="22872"/>
                </a:moveTo>
                <a:lnTo>
                  <a:pt x="407844" y="22821"/>
                </a:lnTo>
                <a:lnTo>
                  <a:pt x="408327" y="22758"/>
                </a:lnTo>
                <a:lnTo>
                  <a:pt x="408799" y="22684"/>
                </a:lnTo>
                <a:lnTo>
                  <a:pt x="409261" y="22598"/>
                </a:lnTo>
                <a:lnTo>
                  <a:pt x="409712" y="22501"/>
                </a:lnTo>
                <a:lnTo>
                  <a:pt x="410152" y="22392"/>
                </a:lnTo>
                <a:lnTo>
                  <a:pt x="410581" y="22272"/>
                </a:lnTo>
                <a:lnTo>
                  <a:pt x="411000" y="22140"/>
                </a:lnTo>
                <a:lnTo>
                  <a:pt x="411408" y="21998"/>
                </a:lnTo>
                <a:lnTo>
                  <a:pt x="411806" y="21843"/>
                </a:lnTo>
                <a:lnTo>
                  <a:pt x="412193" y="21677"/>
                </a:lnTo>
                <a:lnTo>
                  <a:pt x="412569" y="21500"/>
                </a:lnTo>
                <a:lnTo>
                  <a:pt x="412935" y="21311"/>
                </a:lnTo>
                <a:lnTo>
                  <a:pt x="413289" y="21111"/>
                </a:lnTo>
                <a:lnTo>
                  <a:pt x="413634" y="20900"/>
                </a:lnTo>
                <a:lnTo>
                  <a:pt x="413967" y="20677"/>
                </a:lnTo>
                <a:lnTo>
                  <a:pt x="414290" y="20442"/>
                </a:lnTo>
                <a:lnTo>
                  <a:pt x="414602" y="20197"/>
                </a:lnTo>
                <a:lnTo>
                  <a:pt x="414904" y="19939"/>
                </a:lnTo>
                <a:lnTo>
                  <a:pt x="415195" y="19671"/>
                </a:lnTo>
                <a:lnTo>
                  <a:pt x="415474" y="19393"/>
                </a:lnTo>
                <a:lnTo>
                  <a:pt x="415742" y="19111"/>
                </a:lnTo>
                <a:lnTo>
                  <a:pt x="415998" y="18822"/>
                </a:lnTo>
                <a:lnTo>
                  <a:pt x="416242" y="18528"/>
                </a:lnTo>
                <a:lnTo>
                  <a:pt x="416474" y="18229"/>
                </a:lnTo>
                <a:lnTo>
                  <a:pt x="416694" y="17924"/>
                </a:lnTo>
                <a:lnTo>
                  <a:pt x="416902" y="17613"/>
                </a:lnTo>
                <a:lnTo>
                  <a:pt x="417099" y="17297"/>
                </a:lnTo>
                <a:lnTo>
                  <a:pt x="417283" y="16975"/>
                </a:lnTo>
                <a:lnTo>
                  <a:pt x="417455" y="16648"/>
                </a:lnTo>
                <a:lnTo>
                  <a:pt x="417616" y="16315"/>
                </a:lnTo>
                <a:lnTo>
                  <a:pt x="417765" y="15977"/>
                </a:lnTo>
                <a:lnTo>
                  <a:pt x="417902" y="15633"/>
                </a:lnTo>
                <a:lnTo>
                  <a:pt x="418027" y="15283"/>
                </a:lnTo>
                <a:lnTo>
                  <a:pt x="418140" y="14928"/>
                </a:lnTo>
                <a:lnTo>
                  <a:pt x="418241" y="14567"/>
                </a:lnTo>
                <a:lnTo>
                  <a:pt x="418330" y="14201"/>
                </a:lnTo>
                <a:lnTo>
                  <a:pt x="418407" y="13829"/>
                </a:lnTo>
                <a:lnTo>
                  <a:pt x="418473" y="13452"/>
                </a:lnTo>
                <a:lnTo>
                  <a:pt x="418526" y="13069"/>
                </a:lnTo>
                <a:lnTo>
                  <a:pt x="418568" y="12681"/>
                </a:lnTo>
                <a:lnTo>
                  <a:pt x="418598" y="12287"/>
                </a:lnTo>
                <a:lnTo>
                  <a:pt x="418616" y="11887"/>
                </a:lnTo>
                <a:lnTo>
                  <a:pt x="418622" y="11482"/>
                </a:lnTo>
                <a:lnTo>
                  <a:pt x="418616" y="11070"/>
                </a:lnTo>
                <a:lnTo>
                  <a:pt x="418598" y="10663"/>
                </a:lnTo>
                <a:lnTo>
                  <a:pt x="418568" y="10263"/>
                </a:lnTo>
                <a:lnTo>
                  <a:pt x="418526" y="9869"/>
                </a:lnTo>
                <a:lnTo>
                  <a:pt x="418473" y="9480"/>
                </a:lnTo>
                <a:lnTo>
                  <a:pt x="418407" y="9098"/>
                </a:lnTo>
                <a:lnTo>
                  <a:pt x="418330" y="8722"/>
                </a:lnTo>
                <a:lnTo>
                  <a:pt x="418241" y="8352"/>
                </a:lnTo>
                <a:lnTo>
                  <a:pt x="418140" y="7988"/>
                </a:lnTo>
                <a:lnTo>
                  <a:pt x="418027" y="7630"/>
                </a:lnTo>
                <a:lnTo>
                  <a:pt x="417902" y="7277"/>
                </a:lnTo>
                <a:lnTo>
                  <a:pt x="417765" y="6931"/>
                </a:lnTo>
                <a:lnTo>
                  <a:pt x="417616" y="6591"/>
                </a:lnTo>
                <a:lnTo>
                  <a:pt x="417455" y="6257"/>
                </a:lnTo>
                <a:lnTo>
                  <a:pt x="417283" y="5929"/>
                </a:lnTo>
                <a:lnTo>
                  <a:pt x="417099" y="5607"/>
                </a:lnTo>
                <a:lnTo>
                  <a:pt x="416902" y="5292"/>
                </a:lnTo>
                <a:lnTo>
                  <a:pt x="416694" y="4982"/>
                </a:lnTo>
                <a:lnTo>
                  <a:pt x="416474" y="4678"/>
                </a:lnTo>
                <a:lnTo>
                  <a:pt x="416242" y="4380"/>
                </a:lnTo>
                <a:lnTo>
                  <a:pt x="415998" y="4088"/>
                </a:lnTo>
                <a:lnTo>
                  <a:pt x="415742" y="3802"/>
                </a:lnTo>
                <a:lnTo>
                  <a:pt x="415474" y="3522"/>
                </a:lnTo>
                <a:lnTo>
                  <a:pt x="415195" y="3249"/>
                </a:lnTo>
                <a:lnTo>
                  <a:pt x="414904" y="2984"/>
                </a:lnTo>
                <a:lnTo>
                  <a:pt x="414602" y="2730"/>
                </a:lnTo>
                <a:lnTo>
                  <a:pt x="414290" y="2487"/>
                </a:lnTo>
                <a:lnTo>
                  <a:pt x="413967" y="2256"/>
                </a:lnTo>
                <a:lnTo>
                  <a:pt x="413634" y="2036"/>
                </a:lnTo>
                <a:lnTo>
                  <a:pt x="413289" y="1827"/>
                </a:lnTo>
                <a:lnTo>
                  <a:pt x="412935" y="1630"/>
                </a:lnTo>
                <a:lnTo>
                  <a:pt x="412569" y="1444"/>
                </a:lnTo>
                <a:lnTo>
                  <a:pt x="412193" y="1269"/>
                </a:lnTo>
                <a:lnTo>
                  <a:pt x="411806" y="1105"/>
                </a:lnTo>
                <a:lnTo>
                  <a:pt x="411408" y="953"/>
                </a:lnTo>
                <a:lnTo>
                  <a:pt x="411000" y="812"/>
                </a:lnTo>
                <a:lnTo>
                  <a:pt x="410581" y="682"/>
                </a:lnTo>
                <a:lnTo>
                  <a:pt x="410152" y="564"/>
                </a:lnTo>
                <a:lnTo>
                  <a:pt x="409712" y="457"/>
                </a:lnTo>
                <a:lnTo>
                  <a:pt x="409261" y="361"/>
                </a:lnTo>
                <a:lnTo>
                  <a:pt x="408799" y="276"/>
                </a:lnTo>
                <a:lnTo>
                  <a:pt x="408327" y="203"/>
                </a:lnTo>
                <a:lnTo>
                  <a:pt x="407844" y="141"/>
                </a:lnTo>
                <a:lnTo>
                  <a:pt x="407351" y="90"/>
                </a:lnTo>
                <a:lnTo>
                  <a:pt x="406847" y="51"/>
                </a:lnTo>
                <a:lnTo>
                  <a:pt x="406332" y="23"/>
                </a:lnTo>
                <a:lnTo>
                  <a:pt x="405807" y="6"/>
                </a:lnTo>
                <a:lnTo>
                  <a:pt x="405270" y="0"/>
                </a:lnTo>
                <a:lnTo>
                  <a:pt x="404734" y="6"/>
                </a:lnTo>
                <a:lnTo>
                  <a:pt x="404209" y="23"/>
                </a:lnTo>
                <a:lnTo>
                  <a:pt x="403694" y="51"/>
                </a:lnTo>
                <a:lnTo>
                  <a:pt x="403190" y="90"/>
                </a:lnTo>
                <a:lnTo>
                  <a:pt x="402696" y="141"/>
                </a:lnTo>
                <a:lnTo>
                  <a:pt x="402214" y="203"/>
                </a:lnTo>
                <a:lnTo>
                  <a:pt x="401741" y="276"/>
                </a:lnTo>
                <a:lnTo>
                  <a:pt x="401280" y="361"/>
                </a:lnTo>
                <a:lnTo>
                  <a:pt x="400829" y="457"/>
                </a:lnTo>
                <a:lnTo>
                  <a:pt x="400389" y="564"/>
                </a:lnTo>
                <a:lnTo>
                  <a:pt x="399959" y="682"/>
                </a:lnTo>
                <a:lnTo>
                  <a:pt x="399541" y="812"/>
                </a:lnTo>
                <a:lnTo>
                  <a:pt x="399132" y="953"/>
                </a:lnTo>
                <a:lnTo>
                  <a:pt x="398735" y="1105"/>
                </a:lnTo>
                <a:lnTo>
                  <a:pt x="398348" y="1269"/>
                </a:lnTo>
                <a:lnTo>
                  <a:pt x="397972" y="1444"/>
                </a:lnTo>
                <a:lnTo>
                  <a:pt x="397606" y="1630"/>
                </a:lnTo>
                <a:lnTo>
                  <a:pt x="397251" y="1827"/>
                </a:lnTo>
                <a:lnTo>
                  <a:pt x="396907" y="2036"/>
                </a:lnTo>
                <a:lnTo>
                  <a:pt x="396574" y="2256"/>
                </a:lnTo>
                <a:lnTo>
                  <a:pt x="396251" y="2487"/>
                </a:lnTo>
                <a:lnTo>
                  <a:pt x="395939" y="2730"/>
                </a:lnTo>
                <a:lnTo>
                  <a:pt x="395637" y="2984"/>
                </a:lnTo>
                <a:lnTo>
                  <a:pt x="395346" y="3249"/>
                </a:lnTo>
                <a:lnTo>
                  <a:pt x="395067" y="3522"/>
                </a:lnTo>
                <a:lnTo>
                  <a:pt x="394799" y="3802"/>
                </a:lnTo>
                <a:lnTo>
                  <a:pt x="394543" y="4088"/>
                </a:lnTo>
                <a:lnTo>
                  <a:pt x="394299" y="4380"/>
                </a:lnTo>
                <a:lnTo>
                  <a:pt x="394067" y="4678"/>
                </a:lnTo>
                <a:lnTo>
                  <a:pt x="393847" y="4982"/>
                </a:lnTo>
                <a:lnTo>
                  <a:pt x="393639" y="5292"/>
                </a:lnTo>
                <a:lnTo>
                  <a:pt x="393442" y="5607"/>
                </a:lnTo>
                <a:lnTo>
                  <a:pt x="393258" y="5929"/>
                </a:lnTo>
                <a:lnTo>
                  <a:pt x="393085" y="6257"/>
                </a:lnTo>
                <a:lnTo>
                  <a:pt x="392925" y="6591"/>
                </a:lnTo>
                <a:lnTo>
                  <a:pt x="392776" y="6931"/>
                </a:lnTo>
                <a:lnTo>
                  <a:pt x="392639" y="7277"/>
                </a:lnTo>
                <a:lnTo>
                  <a:pt x="392514" y="7630"/>
                </a:lnTo>
                <a:lnTo>
                  <a:pt x="392401" y="7988"/>
                </a:lnTo>
                <a:lnTo>
                  <a:pt x="392300" y="8352"/>
                </a:lnTo>
                <a:lnTo>
                  <a:pt x="392211" y="8722"/>
                </a:lnTo>
                <a:lnTo>
                  <a:pt x="392134" y="9098"/>
                </a:lnTo>
                <a:lnTo>
                  <a:pt x="392068" y="9480"/>
                </a:lnTo>
                <a:lnTo>
                  <a:pt x="392015" y="9869"/>
                </a:lnTo>
                <a:lnTo>
                  <a:pt x="391973" y="10263"/>
                </a:lnTo>
                <a:lnTo>
                  <a:pt x="391943" y="10663"/>
                </a:lnTo>
                <a:lnTo>
                  <a:pt x="391925" y="11070"/>
                </a:lnTo>
                <a:lnTo>
                  <a:pt x="391919" y="11482"/>
                </a:lnTo>
                <a:lnTo>
                  <a:pt x="391925" y="11887"/>
                </a:lnTo>
                <a:lnTo>
                  <a:pt x="391943" y="12287"/>
                </a:lnTo>
                <a:lnTo>
                  <a:pt x="391973" y="12681"/>
                </a:lnTo>
                <a:lnTo>
                  <a:pt x="392015" y="13069"/>
                </a:lnTo>
                <a:lnTo>
                  <a:pt x="392068" y="13452"/>
                </a:lnTo>
                <a:lnTo>
                  <a:pt x="392134" y="13829"/>
                </a:lnTo>
                <a:lnTo>
                  <a:pt x="392211" y="14201"/>
                </a:lnTo>
                <a:lnTo>
                  <a:pt x="392300" y="14567"/>
                </a:lnTo>
                <a:lnTo>
                  <a:pt x="392401" y="14928"/>
                </a:lnTo>
                <a:lnTo>
                  <a:pt x="392514" y="15283"/>
                </a:lnTo>
                <a:lnTo>
                  <a:pt x="392639" y="15633"/>
                </a:lnTo>
                <a:lnTo>
                  <a:pt x="392776" y="15977"/>
                </a:lnTo>
                <a:lnTo>
                  <a:pt x="392925" y="16315"/>
                </a:lnTo>
                <a:lnTo>
                  <a:pt x="393085" y="16648"/>
                </a:lnTo>
                <a:lnTo>
                  <a:pt x="393258" y="16975"/>
                </a:lnTo>
                <a:lnTo>
                  <a:pt x="393442" y="17297"/>
                </a:lnTo>
                <a:lnTo>
                  <a:pt x="393639" y="17613"/>
                </a:lnTo>
                <a:lnTo>
                  <a:pt x="393847" y="17924"/>
                </a:lnTo>
                <a:lnTo>
                  <a:pt x="394067" y="18229"/>
                </a:lnTo>
                <a:lnTo>
                  <a:pt x="394299" y="18528"/>
                </a:lnTo>
                <a:lnTo>
                  <a:pt x="394543" y="18822"/>
                </a:lnTo>
                <a:lnTo>
                  <a:pt x="394799" y="19111"/>
                </a:lnTo>
                <a:lnTo>
                  <a:pt x="395067" y="19393"/>
                </a:lnTo>
                <a:lnTo>
                  <a:pt x="395346" y="19671"/>
                </a:lnTo>
                <a:lnTo>
                  <a:pt x="395637" y="19939"/>
                </a:lnTo>
                <a:lnTo>
                  <a:pt x="395939" y="20197"/>
                </a:lnTo>
                <a:lnTo>
                  <a:pt x="396251" y="20442"/>
                </a:lnTo>
                <a:lnTo>
                  <a:pt x="396574" y="20677"/>
                </a:lnTo>
                <a:lnTo>
                  <a:pt x="396907" y="20900"/>
                </a:lnTo>
                <a:lnTo>
                  <a:pt x="397251" y="21111"/>
                </a:lnTo>
                <a:lnTo>
                  <a:pt x="397606" y="21311"/>
                </a:lnTo>
                <a:lnTo>
                  <a:pt x="397972" y="21500"/>
                </a:lnTo>
                <a:lnTo>
                  <a:pt x="398348" y="21677"/>
                </a:lnTo>
                <a:lnTo>
                  <a:pt x="398735" y="21843"/>
                </a:lnTo>
                <a:lnTo>
                  <a:pt x="399132" y="21998"/>
                </a:lnTo>
                <a:lnTo>
                  <a:pt x="399541" y="22140"/>
                </a:lnTo>
                <a:lnTo>
                  <a:pt x="399959" y="22272"/>
                </a:lnTo>
                <a:lnTo>
                  <a:pt x="400389" y="22392"/>
                </a:lnTo>
                <a:lnTo>
                  <a:pt x="400829" y="22501"/>
                </a:lnTo>
                <a:lnTo>
                  <a:pt x="401280" y="22598"/>
                </a:lnTo>
                <a:lnTo>
                  <a:pt x="401741" y="22684"/>
                </a:lnTo>
                <a:lnTo>
                  <a:pt x="402214" y="22758"/>
                </a:lnTo>
                <a:lnTo>
                  <a:pt x="402696" y="22821"/>
                </a:lnTo>
                <a:lnTo>
                  <a:pt x="403190" y="22872"/>
                </a:lnTo>
                <a:lnTo>
                  <a:pt x="403694" y="22912"/>
                </a:lnTo>
                <a:lnTo>
                  <a:pt x="404209" y="22941"/>
                </a:lnTo>
                <a:lnTo>
                  <a:pt x="404734" y="22958"/>
                </a:lnTo>
                <a:lnTo>
                  <a:pt x="405270" y="22964"/>
                </a:lnTo>
                <a:lnTo>
                  <a:pt x="405807" y="22958"/>
                </a:lnTo>
                <a:lnTo>
                  <a:pt x="406332" y="22941"/>
                </a:lnTo>
                <a:lnTo>
                  <a:pt x="406847" y="22912"/>
                </a:lnTo>
                <a:lnTo>
                  <a:pt x="407351" y="22872"/>
                </a:lnTo>
                <a:close/>
                <a:moveTo>
                  <a:pt x="47979" y="79565"/>
                </a:moveTo>
                <a:lnTo>
                  <a:pt x="48954" y="79544"/>
                </a:lnTo>
                <a:lnTo>
                  <a:pt x="49923" y="79508"/>
                </a:lnTo>
                <a:lnTo>
                  <a:pt x="50884" y="79457"/>
                </a:lnTo>
                <a:lnTo>
                  <a:pt x="51837" y="79393"/>
                </a:lnTo>
                <a:lnTo>
                  <a:pt x="52784" y="79314"/>
                </a:lnTo>
                <a:lnTo>
                  <a:pt x="53723" y="79221"/>
                </a:lnTo>
                <a:lnTo>
                  <a:pt x="54655" y="79113"/>
                </a:lnTo>
                <a:lnTo>
                  <a:pt x="55580" y="78991"/>
                </a:lnTo>
                <a:lnTo>
                  <a:pt x="56498" y="78855"/>
                </a:lnTo>
                <a:lnTo>
                  <a:pt x="57408" y="78704"/>
                </a:lnTo>
                <a:lnTo>
                  <a:pt x="58311" y="78539"/>
                </a:lnTo>
                <a:lnTo>
                  <a:pt x="59206" y="78360"/>
                </a:lnTo>
                <a:lnTo>
                  <a:pt x="60095" y="78166"/>
                </a:lnTo>
                <a:lnTo>
                  <a:pt x="60976" y="77958"/>
                </a:lnTo>
                <a:lnTo>
                  <a:pt x="61850" y="77735"/>
                </a:lnTo>
                <a:lnTo>
                  <a:pt x="62717" y="77498"/>
                </a:lnTo>
                <a:lnTo>
                  <a:pt x="63576" y="77247"/>
                </a:lnTo>
                <a:lnTo>
                  <a:pt x="64428" y="76982"/>
                </a:lnTo>
                <a:lnTo>
                  <a:pt x="65273" y="76702"/>
                </a:lnTo>
                <a:lnTo>
                  <a:pt x="66111" y="76408"/>
                </a:lnTo>
                <a:lnTo>
                  <a:pt x="66941" y="76099"/>
                </a:lnTo>
                <a:lnTo>
                  <a:pt x="67764" y="75776"/>
                </a:lnTo>
                <a:lnTo>
                  <a:pt x="68580" y="75439"/>
                </a:lnTo>
                <a:lnTo>
                  <a:pt x="69385" y="75087"/>
                </a:lnTo>
                <a:lnTo>
                  <a:pt x="70177" y="74719"/>
                </a:lnTo>
                <a:lnTo>
                  <a:pt x="70955" y="74336"/>
                </a:lnTo>
                <a:lnTo>
                  <a:pt x="71719" y="73938"/>
                </a:lnTo>
                <a:lnTo>
                  <a:pt x="72469" y="73525"/>
                </a:lnTo>
                <a:lnTo>
                  <a:pt x="73205" y="73096"/>
                </a:lnTo>
                <a:lnTo>
                  <a:pt x="73928" y="72652"/>
                </a:lnTo>
                <a:lnTo>
                  <a:pt x="74637" y="72193"/>
                </a:lnTo>
                <a:lnTo>
                  <a:pt x="75333" y="71719"/>
                </a:lnTo>
                <a:lnTo>
                  <a:pt x="76014" y="71229"/>
                </a:lnTo>
                <a:lnTo>
                  <a:pt x="76682" y="70724"/>
                </a:lnTo>
                <a:lnTo>
                  <a:pt x="77336" y="70204"/>
                </a:lnTo>
                <a:lnTo>
                  <a:pt x="77976" y="69668"/>
                </a:lnTo>
                <a:lnTo>
                  <a:pt x="78603" y="69117"/>
                </a:lnTo>
                <a:lnTo>
                  <a:pt x="79216" y="68551"/>
                </a:lnTo>
                <a:lnTo>
                  <a:pt x="79815" y="67970"/>
                </a:lnTo>
                <a:lnTo>
                  <a:pt x="80400" y="67373"/>
                </a:lnTo>
                <a:lnTo>
                  <a:pt x="80971" y="66761"/>
                </a:lnTo>
                <a:lnTo>
                  <a:pt x="81529" y="66134"/>
                </a:lnTo>
                <a:lnTo>
                  <a:pt x="82073" y="65492"/>
                </a:lnTo>
                <a:lnTo>
                  <a:pt x="82603" y="64834"/>
                </a:lnTo>
                <a:lnTo>
                  <a:pt x="83120" y="64161"/>
                </a:lnTo>
                <a:lnTo>
                  <a:pt x="83623" y="63473"/>
                </a:lnTo>
                <a:lnTo>
                  <a:pt x="84112" y="62769"/>
                </a:lnTo>
                <a:lnTo>
                  <a:pt x="84584" y="62050"/>
                </a:lnTo>
                <a:lnTo>
                  <a:pt x="85036" y="61316"/>
                </a:lnTo>
                <a:lnTo>
                  <a:pt x="85468" y="60565"/>
                </a:lnTo>
                <a:lnTo>
                  <a:pt x="85879" y="59799"/>
                </a:lnTo>
                <a:lnTo>
                  <a:pt x="86271" y="59017"/>
                </a:lnTo>
                <a:lnTo>
                  <a:pt x="86643" y="58219"/>
                </a:lnTo>
                <a:lnTo>
                  <a:pt x="86994" y="57406"/>
                </a:lnTo>
                <a:lnTo>
                  <a:pt x="87326" y="56576"/>
                </a:lnTo>
                <a:lnTo>
                  <a:pt x="87637" y="55731"/>
                </a:lnTo>
                <a:lnTo>
                  <a:pt x="87928" y="54871"/>
                </a:lnTo>
                <a:lnTo>
                  <a:pt x="88200" y="53994"/>
                </a:lnTo>
                <a:lnTo>
                  <a:pt x="88451" y="53102"/>
                </a:lnTo>
                <a:lnTo>
                  <a:pt x="88682" y="52194"/>
                </a:lnTo>
                <a:lnTo>
                  <a:pt x="88893" y="51270"/>
                </a:lnTo>
                <a:lnTo>
                  <a:pt x="89084" y="50330"/>
                </a:lnTo>
                <a:lnTo>
                  <a:pt x="89254" y="49375"/>
                </a:lnTo>
                <a:lnTo>
                  <a:pt x="89405" y="48404"/>
                </a:lnTo>
                <a:lnTo>
                  <a:pt x="89536" y="47417"/>
                </a:lnTo>
                <a:lnTo>
                  <a:pt x="89646" y="46415"/>
                </a:lnTo>
                <a:lnTo>
                  <a:pt x="89736" y="45396"/>
                </a:lnTo>
                <a:lnTo>
                  <a:pt x="89807" y="44362"/>
                </a:lnTo>
                <a:lnTo>
                  <a:pt x="89857" y="43313"/>
                </a:lnTo>
                <a:lnTo>
                  <a:pt x="89887" y="42247"/>
                </a:lnTo>
                <a:lnTo>
                  <a:pt x="89897" y="41166"/>
                </a:lnTo>
                <a:lnTo>
                  <a:pt x="89887" y="40070"/>
                </a:lnTo>
                <a:lnTo>
                  <a:pt x="89857" y="38990"/>
                </a:lnTo>
                <a:lnTo>
                  <a:pt x="89807" y="37927"/>
                </a:lnTo>
                <a:lnTo>
                  <a:pt x="89736" y="36881"/>
                </a:lnTo>
                <a:lnTo>
                  <a:pt x="89646" y="35850"/>
                </a:lnTo>
                <a:lnTo>
                  <a:pt x="89536" y="34836"/>
                </a:lnTo>
                <a:lnTo>
                  <a:pt x="89405" y="33839"/>
                </a:lnTo>
                <a:lnTo>
                  <a:pt x="89254" y="32858"/>
                </a:lnTo>
                <a:lnTo>
                  <a:pt x="89084" y="31893"/>
                </a:lnTo>
                <a:lnTo>
                  <a:pt x="88893" y="30944"/>
                </a:lnTo>
                <a:lnTo>
                  <a:pt x="88682" y="30012"/>
                </a:lnTo>
                <a:lnTo>
                  <a:pt x="88451" y="29096"/>
                </a:lnTo>
                <a:lnTo>
                  <a:pt x="88200" y="28197"/>
                </a:lnTo>
                <a:lnTo>
                  <a:pt x="87928" y="27314"/>
                </a:lnTo>
                <a:lnTo>
                  <a:pt x="87637" y="26447"/>
                </a:lnTo>
                <a:lnTo>
                  <a:pt x="87326" y="25597"/>
                </a:lnTo>
                <a:lnTo>
                  <a:pt x="86994" y="24763"/>
                </a:lnTo>
                <a:lnTo>
                  <a:pt x="86643" y="23945"/>
                </a:lnTo>
                <a:lnTo>
                  <a:pt x="86271" y="23144"/>
                </a:lnTo>
                <a:lnTo>
                  <a:pt x="85879" y="22360"/>
                </a:lnTo>
                <a:lnTo>
                  <a:pt x="85468" y="21591"/>
                </a:lnTo>
                <a:lnTo>
                  <a:pt x="85036" y="20839"/>
                </a:lnTo>
                <a:lnTo>
                  <a:pt x="84584" y="20103"/>
                </a:lnTo>
                <a:lnTo>
                  <a:pt x="84112" y="19384"/>
                </a:lnTo>
                <a:lnTo>
                  <a:pt x="83623" y="18680"/>
                </a:lnTo>
                <a:lnTo>
                  <a:pt x="83120" y="17992"/>
                </a:lnTo>
                <a:lnTo>
                  <a:pt x="82603" y="17319"/>
                </a:lnTo>
                <a:lnTo>
                  <a:pt x="82073" y="16661"/>
                </a:lnTo>
                <a:lnTo>
                  <a:pt x="81529" y="16017"/>
                </a:lnTo>
                <a:lnTo>
                  <a:pt x="80971" y="15390"/>
                </a:lnTo>
                <a:lnTo>
                  <a:pt x="80400" y="14777"/>
                </a:lnTo>
                <a:lnTo>
                  <a:pt x="79815" y="14179"/>
                </a:lnTo>
                <a:lnTo>
                  <a:pt x="79216" y="13596"/>
                </a:lnTo>
                <a:lnTo>
                  <a:pt x="78603" y="13029"/>
                </a:lnTo>
                <a:lnTo>
                  <a:pt x="77976" y="12477"/>
                </a:lnTo>
                <a:lnTo>
                  <a:pt x="77336" y="11939"/>
                </a:lnTo>
                <a:lnTo>
                  <a:pt x="76682" y="11417"/>
                </a:lnTo>
                <a:lnTo>
                  <a:pt x="76014" y="10910"/>
                </a:lnTo>
                <a:lnTo>
                  <a:pt x="75333" y="10419"/>
                </a:lnTo>
                <a:lnTo>
                  <a:pt x="74637" y="9942"/>
                </a:lnTo>
                <a:lnTo>
                  <a:pt x="73928" y="9480"/>
                </a:lnTo>
                <a:lnTo>
                  <a:pt x="73205" y="9034"/>
                </a:lnTo>
                <a:lnTo>
                  <a:pt x="72469" y="8603"/>
                </a:lnTo>
                <a:lnTo>
                  <a:pt x="71719" y="8186"/>
                </a:lnTo>
                <a:lnTo>
                  <a:pt x="70955" y="7785"/>
                </a:lnTo>
                <a:lnTo>
                  <a:pt x="70177" y="7399"/>
                </a:lnTo>
                <a:lnTo>
                  <a:pt x="69385" y="7028"/>
                </a:lnTo>
                <a:lnTo>
                  <a:pt x="68580" y="6673"/>
                </a:lnTo>
                <a:lnTo>
                  <a:pt x="67764" y="6332"/>
                </a:lnTo>
                <a:lnTo>
                  <a:pt x="66941" y="6005"/>
                </a:lnTo>
                <a:lnTo>
                  <a:pt x="66111" y="5693"/>
                </a:lnTo>
                <a:lnTo>
                  <a:pt x="65273" y="5395"/>
                </a:lnTo>
                <a:lnTo>
                  <a:pt x="64428" y="5112"/>
                </a:lnTo>
                <a:lnTo>
                  <a:pt x="63576" y="4844"/>
                </a:lnTo>
                <a:lnTo>
                  <a:pt x="62717" y="4590"/>
                </a:lnTo>
                <a:lnTo>
                  <a:pt x="61850" y="4350"/>
                </a:lnTo>
                <a:lnTo>
                  <a:pt x="60976" y="4125"/>
                </a:lnTo>
                <a:lnTo>
                  <a:pt x="60095" y="3915"/>
                </a:lnTo>
                <a:lnTo>
                  <a:pt x="59206" y="3719"/>
                </a:lnTo>
                <a:lnTo>
                  <a:pt x="58311" y="3537"/>
                </a:lnTo>
                <a:lnTo>
                  <a:pt x="57408" y="3370"/>
                </a:lnTo>
                <a:lnTo>
                  <a:pt x="56498" y="3218"/>
                </a:lnTo>
                <a:lnTo>
                  <a:pt x="55580" y="3080"/>
                </a:lnTo>
                <a:lnTo>
                  <a:pt x="54655" y="2957"/>
                </a:lnTo>
                <a:lnTo>
                  <a:pt x="53723" y="2848"/>
                </a:lnTo>
                <a:lnTo>
                  <a:pt x="52784" y="2753"/>
                </a:lnTo>
                <a:lnTo>
                  <a:pt x="51837" y="2674"/>
                </a:lnTo>
                <a:lnTo>
                  <a:pt x="50884" y="2608"/>
                </a:lnTo>
                <a:lnTo>
                  <a:pt x="49923" y="2558"/>
                </a:lnTo>
                <a:lnTo>
                  <a:pt x="48954" y="2521"/>
                </a:lnTo>
                <a:lnTo>
                  <a:pt x="47979" y="2499"/>
                </a:lnTo>
                <a:lnTo>
                  <a:pt x="46996" y="2492"/>
                </a:lnTo>
                <a:lnTo>
                  <a:pt x="0" y="2492"/>
                </a:lnTo>
                <a:lnTo>
                  <a:pt x="0" y="122296"/>
                </a:lnTo>
                <a:lnTo>
                  <a:pt x="25011" y="122296"/>
                </a:lnTo>
                <a:lnTo>
                  <a:pt x="25011" y="79572"/>
                </a:lnTo>
                <a:lnTo>
                  <a:pt x="46996" y="79572"/>
                </a:lnTo>
                <a:lnTo>
                  <a:pt x="47979" y="79565"/>
                </a:lnTo>
                <a:close/>
                <a:moveTo>
                  <a:pt x="46070" y="22728"/>
                </a:moveTo>
                <a:lnTo>
                  <a:pt x="46750" y="22768"/>
                </a:lnTo>
                <a:lnTo>
                  <a:pt x="47418" y="22823"/>
                </a:lnTo>
                <a:lnTo>
                  <a:pt x="48077" y="22893"/>
                </a:lnTo>
                <a:lnTo>
                  <a:pt x="48726" y="22980"/>
                </a:lnTo>
                <a:lnTo>
                  <a:pt x="49364" y="23082"/>
                </a:lnTo>
                <a:lnTo>
                  <a:pt x="49992" y="23200"/>
                </a:lnTo>
                <a:lnTo>
                  <a:pt x="50610" y="23334"/>
                </a:lnTo>
                <a:lnTo>
                  <a:pt x="51218" y="23483"/>
                </a:lnTo>
                <a:lnTo>
                  <a:pt x="51816" y="23648"/>
                </a:lnTo>
                <a:lnTo>
                  <a:pt x="52403" y="23829"/>
                </a:lnTo>
                <a:lnTo>
                  <a:pt x="52980" y="24025"/>
                </a:lnTo>
                <a:lnTo>
                  <a:pt x="53547" y="24238"/>
                </a:lnTo>
                <a:lnTo>
                  <a:pt x="54104" y="24466"/>
                </a:lnTo>
                <a:lnTo>
                  <a:pt x="54650" y="24709"/>
                </a:lnTo>
                <a:lnTo>
                  <a:pt x="55187" y="24969"/>
                </a:lnTo>
                <a:lnTo>
                  <a:pt x="55713" y="25244"/>
                </a:lnTo>
                <a:lnTo>
                  <a:pt x="56229" y="25535"/>
                </a:lnTo>
                <a:lnTo>
                  <a:pt x="56735" y="25841"/>
                </a:lnTo>
                <a:lnTo>
                  <a:pt x="57230" y="26164"/>
                </a:lnTo>
                <a:lnTo>
                  <a:pt x="57715" y="26502"/>
                </a:lnTo>
                <a:lnTo>
                  <a:pt x="58191" y="26856"/>
                </a:lnTo>
                <a:lnTo>
                  <a:pt x="58656" y="27225"/>
                </a:lnTo>
                <a:lnTo>
                  <a:pt x="59106" y="27611"/>
                </a:lnTo>
                <a:lnTo>
                  <a:pt x="59537" y="28014"/>
                </a:lnTo>
                <a:lnTo>
                  <a:pt x="59949" y="28433"/>
                </a:lnTo>
                <a:lnTo>
                  <a:pt x="60342" y="28870"/>
                </a:lnTo>
                <a:lnTo>
                  <a:pt x="60715" y="29324"/>
                </a:lnTo>
                <a:lnTo>
                  <a:pt x="61070" y="29794"/>
                </a:lnTo>
                <a:lnTo>
                  <a:pt x="61405" y="30282"/>
                </a:lnTo>
                <a:lnTo>
                  <a:pt x="61721" y="30787"/>
                </a:lnTo>
                <a:lnTo>
                  <a:pt x="62018" y="31308"/>
                </a:lnTo>
                <a:lnTo>
                  <a:pt x="62296" y="31847"/>
                </a:lnTo>
                <a:lnTo>
                  <a:pt x="62555" y="32402"/>
                </a:lnTo>
                <a:lnTo>
                  <a:pt x="62794" y="32974"/>
                </a:lnTo>
                <a:lnTo>
                  <a:pt x="63015" y="33564"/>
                </a:lnTo>
                <a:lnTo>
                  <a:pt x="63216" y="34170"/>
                </a:lnTo>
                <a:lnTo>
                  <a:pt x="63398" y="34793"/>
                </a:lnTo>
                <a:lnTo>
                  <a:pt x="63561" y="35433"/>
                </a:lnTo>
                <a:lnTo>
                  <a:pt x="63705" y="36091"/>
                </a:lnTo>
                <a:lnTo>
                  <a:pt x="63829" y="36765"/>
                </a:lnTo>
                <a:lnTo>
                  <a:pt x="63935" y="37456"/>
                </a:lnTo>
                <a:lnTo>
                  <a:pt x="64021" y="38164"/>
                </a:lnTo>
                <a:lnTo>
                  <a:pt x="64088" y="38889"/>
                </a:lnTo>
                <a:lnTo>
                  <a:pt x="64136" y="39631"/>
                </a:lnTo>
                <a:lnTo>
                  <a:pt x="64164" y="40390"/>
                </a:lnTo>
                <a:lnTo>
                  <a:pt x="64174" y="41166"/>
                </a:lnTo>
                <a:lnTo>
                  <a:pt x="64165" y="41913"/>
                </a:lnTo>
                <a:lnTo>
                  <a:pt x="64137" y="42644"/>
                </a:lnTo>
                <a:lnTo>
                  <a:pt x="64090" y="43361"/>
                </a:lnTo>
                <a:lnTo>
                  <a:pt x="64024" y="44061"/>
                </a:lnTo>
                <a:lnTo>
                  <a:pt x="63940" y="44747"/>
                </a:lnTo>
                <a:lnTo>
                  <a:pt x="63838" y="45417"/>
                </a:lnTo>
                <a:lnTo>
                  <a:pt x="63716" y="46071"/>
                </a:lnTo>
                <a:lnTo>
                  <a:pt x="63576" y="46710"/>
                </a:lnTo>
                <a:lnTo>
                  <a:pt x="63417" y="47334"/>
                </a:lnTo>
                <a:lnTo>
                  <a:pt x="63239" y="47942"/>
                </a:lnTo>
                <a:lnTo>
                  <a:pt x="63043" y="48535"/>
                </a:lnTo>
                <a:lnTo>
                  <a:pt x="62828" y="49112"/>
                </a:lnTo>
                <a:lnTo>
                  <a:pt x="62594" y="49674"/>
                </a:lnTo>
                <a:lnTo>
                  <a:pt x="62342" y="50221"/>
                </a:lnTo>
                <a:lnTo>
                  <a:pt x="62071" y="50752"/>
                </a:lnTo>
                <a:lnTo>
                  <a:pt x="61781" y="51268"/>
                </a:lnTo>
                <a:lnTo>
                  <a:pt x="61472" y="51768"/>
                </a:lnTo>
                <a:lnTo>
                  <a:pt x="61145" y="52253"/>
                </a:lnTo>
                <a:lnTo>
                  <a:pt x="60799" y="52723"/>
                </a:lnTo>
                <a:lnTo>
                  <a:pt x="60435" y="53177"/>
                </a:lnTo>
                <a:lnTo>
                  <a:pt x="60051" y="53616"/>
                </a:lnTo>
                <a:lnTo>
                  <a:pt x="59649" y="54039"/>
                </a:lnTo>
                <a:lnTo>
                  <a:pt x="59229" y="54447"/>
                </a:lnTo>
                <a:lnTo>
                  <a:pt x="58789" y="54839"/>
                </a:lnTo>
                <a:lnTo>
                  <a:pt x="58335" y="55216"/>
                </a:lnTo>
                <a:lnTo>
                  <a:pt x="57868" y="55577"/>
                </a:lnTo>
                <a:lnTo>
                  <a:pt x="57391" y="55922"/>
                </a:lnTo>
                <a:lnTo>
                  <a:pt x="56901" y="56250"/>
                </a:lnTo>
                <a:lnTo>
                  <a:pt x="56401" y="56563"/>
                </a:lnTo>
                <a:lnTo>
                  <a:pt x="55888" y="56859"/>
                </a:lnTo>
                <a:lnTo>
                  <a:pt x="55364" y="57140"/>
                </a:lnTo>
                <a:lnTo>
                  <a:pt x="54828" y="57405"/>
                </a:lnTo>
                <a:lnTo>
                  <a:pt x="54281" y="57653"/>
                </a:lnTo>
                <a:lnTo>
                  <a:pt x="53722" y="57886"/>
                </a:lnTo>
                <a:lnTo>
                  <a:pt x="53152" y="58102"/>
                </a:lnTo>
                <a:lnTo>
                  <a:pt x="52570" y="58302"/>
                </a:lnTo>
                <a:lnTo>
                  <a:pt x="51976" y="58487"/>
                </a:lnTo>
                <a:lnTo>
                  <a:pt x="51371" y="58655"/>
                </a:lnTo>
                <a:lnTo>
                  <a:pt x="50754" y="58807"/>
                </a:lnTo>
                <a:lnTo>
                  <a:pt x="50126" y="58944"/>
                </a:lnTo>
                <a:lnTo>
                  <a:pt x="49486" y="59064"/>
                </a:lnTo>
                <a:lnTo>
                  <a:pt x="48834" y="59168"/>
                </a:lnTo>
                <a:lnTo>
                  <a:pt x="48171" y="59256"/>
                </a:lnTo>
                <a:lnTo>
                  <a:pt x="47496" y="59328"/>
                </a:lnTo>
                <a:lnTo>
                  <a:pt x="46810" y="59385"/>
                </a:lnTo>
                <a:lnTo>
                  <a:pt x="46112" y="59425"/>
                </a:lnTo>
                <a:lnTo>
                  <a:pt x="45403" y="59449"/>
                </a:lnTo>
                <a:lnTo>
                  <a:pt x="44682" y="59457"/>
                </a:lnTo>
                <a:lnTo>
                  <a:pt x="25011" y="59457"/>
                </a:lnTo>
                <a:lnTo>
                  <a:pt x="25011" y="22697"/>
                </a:lnTo>
                <a:lnTo>
                  <a:pt x="44682" y="22697"/>
                </a:lnTo>
                <a:lnTo>
                  <a:pt x="45381" y="22705"/>
                </a:lnTo>
                <a:lnTo>
                  <a:pt x="46070" y="22728"/>
                </a:lnTo>
                <a:close/>
                <a:moveTo>
                  <a:pt x="566655" y="93300"/>
                </a:moveTo>
                <a:lnTo>
                  <a:pt x="567483" y="93481"/>
                </a:lnTo>
                <a:lnTo>
                  <a:pt x="568324" y="93648"/>
                </a:lnTo>
                <a:lnTo>
                  <a:pt x="569176" y="93800"/>
                </a:lnTo>
                <a:lnTo>
                  <a:pt x="570041" y="93938"/>
                </a:lnTo>
                <a:lnTo>
                  <a:pt x="570917" y="94061"/>
                </a:lnTo>
                <a:lnTo>
                  <a:pt x="571806" y="94170"/>
                </a:lnTo>
                <a:lnTo>
                  <a:pt x="572707" y="94264"/>
                </a:lnTo>
                <a:lnTo>
                  <a:pt x="573619" y="94344"/>
                </a:lnTo>
                <a:lnTo>
                  <a:pt x="574544" y="94409"/>
                </a:lnTo>
                <a:lnTo>
                  <a:pt x="575481" y="94460"/>
                </a:lnTo>
                <a:lnTo>
                  <a:pt x="576430" y="94496"/>
                </a:lnTo>
                <a:lnTo>
                  <a:pt x="577391" y="94518"/>
                </a:lnTo>
                <a:lnTo>
                  <a:pt x="578364" y="94525"/>
                </a:lnTo>
                <a:lnTo>
                  <a:pt x="579403" y="94518"/>
                </a:lnTo>
                <a:lnTo>
                  <a:pt x="580426" y="94497"/>
                </a:lnTo>
                <a:lnTo>
                  <a:pt x="581434" y="94462"/>
                </a:lnTo>
                <a:lnTo>
                  <a:pt x="582428" y="94412"/>
                </a:lnTo>
                <a:lnTo>
                  <a:pt x="583406" y="94348"/>
                </a:lnTo>
                <a:lnTo>
                  <a:pt x="584369" y="94270"/>
                </a:lnTo>
                <a:lnTo>
                  <a:pt x="585318" y="94178"/>
                </a:lnTo>
                <a:lnTo>
                  <a:pt x="586251" y="94071"/>
                </a:lnTo>
                <a:lnTo>
                  <a:pt x="587170" y="93950"/>
                </a:lnTo>
                <a:lnTo>
                  <a:pt x="588073" y="93816"/>
                </a:lnTo>
                <a:lnTo>
                  <a:pt x="588962" y="93667"/>
                </a:lnTo>
                <a:lnTo>
                  <a:pt x="589835" y="93503"/>
                </a:lnTo>
                <a:lnTo>
                  <a:pt x="590693" y="93326"/>
                </a:lnTo>
                <a:lnTo>
                  <a:pt x="591537" y="93134"/>
                </a:lnTo>
                <a:lnTo>
                  <a:pt x="592365" y="92928"/>
                </a:lnTo>
                <a:lnTo>
                  <a:pt x="593179" y="92708"/>
                </a:lnTo>
                <a:lnTo>
                  <a:pt x="593977" y="92474"/>
                </a:lnTo>
                <a:lnTo>
                  <a:pt x="594761" y="92226"/>
                </a:lnTo>
                <a:lnTo>
                  <a:pt x="595530" y="91963"/>
                </a:lnTo>
                <a:lnTo>
                  <a:pt x="596283" y="91686"/>
                </a:lnTo>
                <a:lnTo>
                  <a:pt x="597022" y="91395"/>
                </a:lnTo>
                <a:lnTo>
                  <a:pt x="597745" y="91090"/>
                </a:lnTo>
                <a:lnTo>
                  <a:pt x="598454" y="90770"/>
                </a:lnTo>
                <a:lnTo>
                  <a:pt x="599147" y="90437"/>
                </a:lnTo>
                <a:lnTo>
                  <a:pt x="599826" y="90091"/>
                </a:lnTo>
                <a:lnTo>
                  <a:pt x="600491" y="89736"/>
                </a:lnTo>
                <a:lnTo>
                  <a:pt x="601142" y="89371"/>
                </a:lnTo>
                <a:lnTo>
                  <a:pt x="601778" y="88997"/>
                </a:lnTo>
                <a:lnTo>
                  <a:pt x="602400" y="88614"/>
                </a:lnTo>
                <a:lnTo>
                  <a:pt x="603008" y="88220"/>
                </a:lnTo>
                <a:lnTo>
                  <a:pt x="603602" y="87817"/>
                </a:lnTo>
                <a:lnTo>
                  <a:pt x="604181" y="87405"/>
                </a:lnTo>
                <a:lnTo>
                  <a:pt x="604746" y="86983"/>
                </a:lnTo>
                <a:lnTo>
                  <a:pt x="605298" y="86551"/>
                </a:lnTo>
                <a:lnTo>
                  <a:pt x="605834" y="86110"/>
                </a:lnTo>
                <a:lnTo>
                  <a:pt x="606357" y="85660"/>
                </a:lnTo>
                <a:lnTo>
                  <a:pt x="606865" y="85199"/>
                </a:lnTo>
                <a:lnTo>
                  <a:pt x="607359" y="84729"/>
                </a:lnTo>
                <a:lnTo>
                  <a:pt x="607839" y="84250"/>
                </a:lnTo>
                <a:lnTo>
                  <a:pt x="608305" y="83761"/>
                </a:lnTo>
                <a:lnTo>
                  <a:pt x="608757" y="83263"/>
                </a:lnTo>
                <a:lnTo>
                  <a:pt x="609194" y="82755"/>
                </a:lnTo>
                <a:lnTo>
                  <a:pt x="609617" y="82237"/>
                </a:lnTo>
                <a:lnTo>
                  <a:pt x="610026" y="81710"/>
                </a:lnTo>
                <a:lnTo>
                  <a:pt x="610421" y="81173"/>
                </a:lnTo>
                <a:lnTo>
                  <a:pt x="610801" y="80627"/>
                </a:lnTo>
                <a:lnTo>
                  <a:pt x="611167" y="80071"/>
                </a:lnTo>
                <a:lnTo>
                  <a:pt x="611519" y="79506"/>
                </a:lnTo>
                <a:lnTo>
                  <a:pt x="611857" y="78933"/>
                </a:lnTo>
                <a:lnTo>
                  <a:pt x="612180" y="78356"/>
                </a:lnTo>
                <a:lnTo>
                  <a:pt x="612489" y="77775"/>
                </a:lnTo>
                <a:lnTo>
                  <a:pt x="612784" y="77190"/>
                </a:lnTo>
                <a:lnTo>
                  <a:pt x="613064" y="76600"/>
                </a:lnTo>
                <a:lnTo>
                  <a:pt x="613330" y="76006"/>
                </a:lnTo>
                <a:lnTo>
                  <a:pt x="613582" y="75408"/>
                </a:lnTo>
                <a:lnTo>
                  <a:pt x="613819" y="74805"/>
                </a:lnTo>
                <a:lnTo>
                  <a:pt x="614041" y="74198"/>
                </a:lnTo>
                <a:lnTo>
                  <a:pt x="614250" y="73587"/>
                </a:lnTo>
                <a:lnTo>
                  <a:pt x="614444" y="72972"/>
                </a:lnTo>
                <a:lnTo>
                  <a:pt x="614623" y="72352"/>
                </a:lnTo>
                <a:lnTo>
                  <a:pt x="614789" y="71727"/>
                </a:lnTo>
                <a:lnTo>
                  <a:pt x="614940" y="71099"/>
                </a:lnTo>
                <a:lnTo>
                  <a:pt x="615076" y="70466"/>
                </a:lnTo>
                <a:lnTo>
                  <a:pt x="615198" y="69828"/>
                </a:lnTo>
                <a:lnTo>
                  <a:pt x="615306" y="69187"/>
                </a:lnTo>
                <a:lnTo>
                  <a:pt x="615399" y="68541"/>
                </a:lnTo>
                <a:lnTo>
                  <a:pt x="615479" y="67891"/>
                </a:lnTo>
                <a:lnTo>
                  <a:pt x="615543" y="67236"/>
                </a:lnTo>
                <a:lnTo>
                  <a:pt x="615593" y="66577"/>
                </a:lnTo>
                <a:lnTo>
                  <a:pt x="615629" y="65914"/>
                </a:lnTo>
                <a:lnTo>
                  <a:pt x="615651" y="65246"/>
                </a:lnTo>
                <a:lnTo>
                  <a:pt x="615658" y="64575"/>
                </a:lnTo>
                <a:lnTo>
                  <a:pt x="615651" y="63874"/>
                </a:lnTo>
                <a:lnTo>
                  <a:pt x="615630" y="63179"/>
                </a:lnTo>
                <a:lnTo>
                  <a:pt x="615595" y="62489"/>
                </a:lnTo>
                <a:lnTo>
                  <a:pt x="615546" y="61805"/>
                </a:lnTo>
                <a:lnTo>
                  <a:pt x="615482" y="61128"/>
                </a:lnTo>
                <a:lnTo>
                  <a:pt x="615405" y="60455"/>
                </a:lnTo>
                <a:lnTo>
                  <a:pt x="615314" y="59789"/>
                </a:lnTo>
                <a:lnTo>
                  <a:pt x="615208" y="59128"/>
                </a:lnTo>
                <a:lnTo>
                  <a:pt x="615089" y="58473"/>
                </a:lnTo>
                <a:lnTo>
                  <a:pt x="614955" y="57823"/>
                </a:lnTo>
                <a:lnTo>
                  <a:pt x="614807" y="57180"/>
                </a:lnTo>
                <a:lnTo>
                  <a:pt x="614646" y="56542"/>
                </a:lnTo>
                <a:lnTo>
                  <a:pt x="614470" y="55909"/>
                </a:lnTo>
                <a:lnTo>
                  <a:pt x="614280" y="55283"/>
                </a:lnTo>
                <a:lnTo>
                  <a:pt x="614076" y="54662"/>
                </a:lnTo>
                <a:lnTo>
                  <a:pt x="613858" y="54047"/>
                </a:lnTo>
                <a:lnTo>
                  <a:pt x="613626" y="53438"/>
                </a:lnTo>
                <a:lnTo>
                  <a:pt x="613380" y="52834"/>
                </a:lnTo>
                <a:lnTo>
                  <a:pt x="613120" y="52236"/>
                </a:lnTo>
                <a:lnTo>
                  <a:pt x="612846" y="51644"/>
                </a:lnTo>
                <a:lnTo>
                  <a:pt x="612558" y="51057"/>
                </a:lnTo>
                <a:lnTo>
                  <a:pt x="612255" y="50477"/>
                </a:lnTo>
                <a:lnTo>
                  <a:pt x="611939" y="49901"/>
                </a:lnTo>
                <a:lnTo>
                  <a:pt x="611608" y="49332"/>
                </a:lnTo>
                <a:lnTo>
                  <a:pt x="611264" y="48770"/>
                </a:lnTo>
                <a:lnTo>
                  <a:pt x="610905" y="48218"/>
                </a:lnTo>
                <a:lnTo>
                  <a:pt x="610532" y="47675"/>
                </a:lnTo>
                <a:lnTo>
                  <a:pt x="610145" y="47141"/>
                </a:lnTo>
                <a:lnTo>
                  <a:pt x="609743" y="46617"/>
                </a:lnTo>
                <a:lnTo>
                  <a:pt x="609328" y="46103"/>
                </a:lnTo>
                <a:lnTo>
                  <a:pt x="608898" y="45597"/>
                </a:lnTo>
                <a:lnTo>
                  <a:pt x="608454" y="45101"/>
                </a:lnTo>
                <a:lnTo>
                  <a:pt x="607995" y="44615"/>
                </a:lnTo>
                <a:lnTo>
                  <a:pt x="607523" y="44138"/>
                </a:lnTo>
                <a:lnTo>
                  <a:pt x="607036" y="43670"/>
                </a:lnTo>
                <a:lnTo>
                  <a:pt x="606716" y="43377"/>
                </a:lnTo>
                <a:lnTo>
                  <a:pt x="606769" y="43335"/>
                </a:lnTo>
                <a:lnTo>
                  <a:pt x="607131" y="43073"/>
                </a:lnTo>
                <a:lnTo>
                  <a:pt x="607504" y="42824"/>
                </a:lnTo>
                <a:lnTo>
                  <a:pt x="607887" y="42589"/>
                </a:lnTo>
                <a:lnTo>
                  <a:pt x="608280" y="42367"/>
                </a:lnTo>
                <a:lnTo>
                  <a:pt x="608684" y="42159"/>
                </a:lnTo>
                <a:lnTo>
                  <a:pt x="609097" y="41964"/>
                </a:lnTo>
                <a:lnTo>
                  <a:pt x="609520" y="41783"/>
                </a:lnTo>
                <a:lnTo>
                  <a:pt x="609953" y="41614"/>
                </a:lnTo>
                <a:lnTo>
                  <a:pt x="610396" y="41460"/>
                </a:lnTo>
                <a:lnTo>
                  <a:pt x="610850" y="41319"/>
                </a:lnTo>
                <a:lnTo>
                  <a:pt x="611313" y="41191"/>
                </a:lnTo>
                <a:lnTo>
                  <a:pt x="611786" y="41077"/>
                </a:lnTo>
                <a:lnTo>
                  <a:pt x="612267" y="40971"/>
                </a:lnTo>
                <a:lnTo>
                  <a:pt x="612752" y="40871"/>
                </a:lnTo>
                <a:lnTo>
                  <a:pt x="613240" y="40774"/>
                </a:lnTo>
                <a:lnTo>
                  <a:pt x="613733" y="40682"/>
                </a:lnTo>
                <a:lnTo>
                  <a:pt x="614231" y="40595"/>
                </a:lnTo>
                <a:lnTo>
                  <a:pt x="614732" y="40512"/>
                </a:lnTo>
                <a:lnTo>
                  <a:pt x="615237" y="40434"/>
                </a:lnTo>
                <a:lnTo>
                  <a:pt x="615747" y="40360"/>
                </a:lnTo>
                <a:lnTo>
                  <a:pt x="616261" y="40290"/>
                </a:lnTo>
                <a:lnTo>
                  <a:pt x="616779" y="40225"/>
                </a:lnTo>
                <a:lnTo>
                  <a:pt x="617301" y="40165"/>
                </a:lnTo>
                <a:lnTo>
                  <a:pt x="617828" y="40109"/>
                </a:lnTo>
                <a:lnTo>
                  <a:pt x="618358" y="40057"/>
                </a:lnTo>
                <a:lnTo>
                  <a:pt x="618893" y="40010"/>
                </a:lnTo>
                <a:lnTo>
                  <a:pt x="619432" y="39968"/>
                </a:lnTo>
                <a:lnTo>
                  <a:pt x="619975" y="39930"/>
                </a:lnTo>
                <a:lnTo>
                  <a:pt x="620522" y="39896"/>
                </a:lnTo>
                <a:lnTo>
                  <a:pt x="621074" y="39867"/>
                </a:lnTo>
                <a:lnTo>
                  <a:pt x="621629" y="39842"/>
                </a:lnTo>
                <a:lnTo>
                  <a:pt x="622189" y="39822"/>
                </a:lnTo>
                <a:lnTo>
                  <a:pt x="622753" y="39806"/>
                </a:lnTo>
                <a:lnTo>
                  <a:pt x="623321" y="39795"/>
                </a:lnTo>
                <a:lnTo>
                  <a:pt x="623893" y="39788"/>
                </a:lnTo>
                <a:lnTo>
                  <a:pt x="624470" y="39786"/>
                </a:lnTo>
                <a:lnTo>
                  <a:pt x="624470" y="22608"/>
                </a:lnTo>
                <a:lnTo>
                  <a:pt x="623622" y="22621"/>
                </a:lnTo>
                <a:lnTo>
                  <a:pt x="622785" y="22645"/>
                </a:lnTo>
                <a:lnTo>
                  <a:pt x="621958" y="22681"/>
                </a:lnTo>
                <a:lnTo>
                  <a:pt x="621141" y="22729"/>
                </a:lnTo>
                <a:lnTo>
                  <a:pt x="620334" y="22788"/>
                </a:lnTo>
                <a:lnTo>
                  <a:pt x="619538" y="22858"/>
                </a:lnTo>
                <a:lnTo>
                  <a:pt x="618753" y="22940"/>
                </a:lnTo>
                <a:lnTo>
                  <a:pt x="617977" y="23033"/>
                </a:lnTo>
                <a:lnTo>
                  <a:pt x="617212" y="23138"/>
                </a:lnTo>
                <a:lnTo>
                  <a:pt x="616458" y="23254"/>
                </a:lnTo>
                <a:lnTo>
                  <a:pt x="615713" y="23381"/>
                </a:lnTo>
                <a:lnTo>
                  <a:pt x="614979" y="23520"/>
                </a:lnTo>
                <a:lnTo>
                  <a:pt x="614256" y="23670"/>
                </a:lnTo>
                <a:lnTo>
                  <a:pt x="613543" y="23832"/>
                </a:lnTo>
                <a:lnTo>
                  <a:pt x="612840" y="24005"/>
                </a:lnTo>
                <a:lnTo>
                  <a:pt x="612147" y="24190"/>
                </a:lnTo>
                <a:lnTo>
                  <a:pt x="611465" y="24386"/>
                </a:lnTo>
                <a:lnTo>
                  <a:pt x="610793" y="24594"/>
                </a:lnTo>
                <a:lnTo>
                  <a:pt x="610132" y="24813"/>
                </a:lnTo>
                <a:lnTo>
                  <a:pt x="609481" y="25043"/>
                </a:lnTo>
                <a:lnTo>
                  <a:pt x="608840" y="25285"/>
                </a:lnTo>
                <a:lnTo>
                  <a:pt x="608210" y="25538"/>
                </a:lnTo>
                <a:lnTo>
                  <a:pt x="607590" y="25803"/>
                </a:lnTo>
                <a:lnTo>
                  <a:pt x="606980" y="26079"/>
                </a:lnTo>
                <a:lnTo>
                  <a:pt x="606382" y="26371"/>
                </a:lnTo>
                <a:lnTo>
                  <a:pt x="605797" y="26684"/>
                </a:lnTo>
                <a:lnTo>
                  <a:pt x="605226" y="27016"/>
                </a:lnTo>
                <a:lnTo>
                  <a:pt x="604667" y="27370"/>
                </a:lnTo>
                <a:lnTo>
                  <a:pt x="604122" y="27743"/>
                </a:lnTo>
                <a:lnTo>
                  <a:pt x="603589" y="28137"/>
                </a:lnTo>
                <a:lnTo>
                  <a:pt x="603070" y="28552"/>
                </a:lnTo>
                <a:lnTo>
                  <a:pt x="602564" y="28987"/>
                </a:lnTo>
                <a:lnTo>
                  <a:pt x="602071" y="29442"/>
                </a:lnTo>
                <a:lnTo>
                  <a:pt x="601592" y="29917"/>
                </a:lnTo>
                <a:lnTo>
                  <a:pt x="601125" y="30414"/>
                </a:lnTo>
                <a:lnTo>
                  <a:pt x="600672" y="30930"/>
                </a:lnTo>
                <a:lnTo>
                  <a:pt x="600231" y="31467"/>
                </a:lnTo>
                <a:lnTo>
                  <a:pt x="599804" y="32024"/>
                </a:lnTo>
                <a:lnTo>
                  <a:pt x="599390" y="32602"/>
                </a:lnTo>
                <a:lnTo>
                  <a:pt x="598989" y="33200"/>
                </a:lnTo>
                <a:lnTo>
                  <a:pt x="598601" y="33818"/>
                </a:lnTo>
                <a:lnTo>
                  <a:pt x="598227" y="34457"/>
                </a:lnTo>
                <a:lnTo>
                  <a:pt x="597865" y="35116"/>
                </a:lnTo>
                <a:lnTo>
                  <a:pt x="597517" y="35796"/>
                </a:lnTo>
                <a:lnTo>
                  <a:pt x="597182" y="36496"/>
                </a:lnTo>
                <a:lnTo>
                  <a:pt x="596859" y="37216"/>
                </a:lnTo>
                <a:lnTo>
                  <a:pt x="596827" y="37294"/>
                </a:lnTo>
                <a:lnTo>
                  <a:pt x="596582" y="37196"/>
                </a:lnTo>
                <a:lnTo>
                  <a:pt x="595837" y="36919"/>
                </a:lnTo>
                <a:lnTo>
                  <a:pt x="595078" y="36657"/>
                </a:lnTo>
                <a:lnTo>
                  <a:pt x="594304" y="36408"/>
                </a:lnTo>
                <a:lnTo>
                  <a:pt x="593515" y="36174"/>
                </a:lnTo>
                <a:lnTo>
                  <a:pt x="592712" y="35954"/>
                </a:lnTo>
                <a:lnTo>
                  <a:pt x="591894" y="35748"/>
                </a:lnTo>
                <a:lnTo>
                  <a:pt x="591061" y="35556"/>
                </a:lnTo>
                <a:lnTo>
                  <a:pt x="590213" y="35379"/>
                </a:lnTo>
                <a:lnTo>
                  <a:pt x="589351" y="35216"/>
                </a:lnTo>
                <a:lnTo>
                  <a:pt x="588474" y="35067"/>
                </a:lnTo>
                <a:lnTo>
                  <a:pt x="587583" y="34932"/>
                </a:lnTo>
                <a:lnTo>
                  <a:pt x="586676" y="34811"/>
                </a:lnTo>
                <a:lnTo>
                  <a:pt x="585756" y="34705"/>
                </a:lnTo>
                <a:lnTo>
                  <a:pt x="584820" y="34612"/>
                </a:lnTo>
                <a:lnTo>
                  <a:pt x="583870" y="34534"/>
                </a:lnTo>
                <a:lnTo>
                  <a:pt x="582905" y="34470"/>
                </a:lnTo>
                <a:lnTo>
                  <a:pt x="581925" y="34421"/>
                </a:lnTo>
                <a:lnTo>
                  <a:pt x="580931" y="34385"/>
                </a:lnTo>
                <a:lnTo>
                  <a:pt x="579922" y="34364"/>
                </a:lnTo>
                <a:lnTo>
                  <a:pt x="578898" y="34357"/>
                </a:lnTo>
                <a:lnTo>
                  <a:pt x="577903" y="34364"/>
                </a:lnTo>
                <a:lnTo>
                  <a:pt x="576921" y="34385"/>
                </a:lnTo>
                <a:lnTo>
                  <a:pt x="575951" y="34421"/>
                </a:lnTo>
                <a:lnTo>
                  <a:pt x="574994" y="34470"/>
                </a:lnTo>
                <a:lnTo>
                  <a:pt x="574050" y="34534"/>
                </a:lnTo>
                <a:lnTo>
                  <a:pt x="573118" y="34612"/>
                </a:lnTo>
                <a:lnTo>
                  <a:pt x="572199" y="34705"/>
                </a:lnTo>
                <a:lnTo>
                  <a:pt x="571293" y="34811"/>
                </a:lnTo>
                <a:lnTo>
                  <a:pt x="570399" y="34932"/>
                </a:lnTo>
                <a:lnTo>
                  <a:pt x="569519" y="35067"/>
                </a:lnTo>
                <a:lnTo>
                  <a:pt x="568650" y="35216"/>
                </a:lnTo>
                <a:lnTo>
                  <a:pt x="567795" y="35379"/>
                </a:lnTo>
                <a:lnTo>
                  <a:pt x="566952" y="35556"/>
                </a:lnTo>
                <a:lnTo>
                  <a:pt x="566121" y="35748"/>
                </a:lnTo>
                <a:lnTo>
                  <a:pt x="565304" y="35954"/>
                </a:lnTo>
                <a:lnTo>
                  <a:pt x="564499" y="36174"/>
                </a:lnTo>
                <a:lnTo>
                  <a:pt x="563707" y="36408"/>
                </a:lnTo>
                <a:lnTo>
                  <a:pt x="562927" y="36657"/>
                </a:lnTo>
                <a:lnTo>
                  <a:pt x="562160" y="36919"/>
                </a:lnTo>
                <a:lnTo>
                  <a:pt x="561406" y="37196"/>
                </a:lnTo>
                <a:lnTo>
                  <a:pt x="560664" y="37487"/>
                </a:lnTo>
                <a:lnTo>
                  <a:pt x="559935" y="37792"/>
                </a:lnTo>
                <a:lnTo>
                  <a:pt x="559219" y="38112"/>
                </a:lnTo>
                <a:lnTo>
                  <a:pt x="558516" y="38445"/>
                </a:lnTo>
                <a:lnTo>
                  <a:pt x="557825" y="38791"/>
                </a:lnTo>
                <a:lnTo>
                  <a:pt x="557149" y="39146"/>
                </a:lnTo>
                <a:lnTo>
                  <a:pt x="556487" y="39510"/>
                </a:lnTo>
                <a:lnTo>
                  <a:pt x="555839" y="39884"/>
                </a:lnTo>
                <a:lnTo>
                  <a:pt x="555205" y="40267"/>
                </a:lnTo>
                <a:lnTo>
                  <a:pt x="554585" y="40659"/>
                </a:lnTo>
                <a:lnTo>
                  <a:pt x="553980" y="41061"/>
                </a:lnTo>
                <a:lnTo>
                  <a:pt x="553388" y="41472"/>
                </a:lnTo>
                <a:lnTo>
                  <a:pt x="552810" y="41893"/>
                </a:lnTo>
                <a:lnTo>
                  <a:pt x="552247" y="42323"/>
                </a:lnTo>
                <a:lnTo>
                  <a:pt x="551697" y="42763"/>
                </a:lnTo>
                <a:lnTo>
                  <a:pt x="551161" y="43212"/>
                </a:lnTo>
                <a:lnTo>
                  <a:pt x="550640" y="43670"/>
                </a:lnTo>
                <a:lnTo>
                  <a:pt x="550133" y="44138"/>
                </a:lnTo>
                <a:lnTo>
                  <a:pt x="549639" y="44615"/>
                </a:lnTo>
                <a:lnTo>
                  <a:pt x="549160" y="45101"/>
                </a:lnTo>
                <a:lnTo>
                  <a:pt x="548695" y="45597"/>
                </a:lnTo>
                <a:lnTo>
                  <a:pt x="548244" y="46103"/>
                </a:lnTo>
                <a:lnTo>
                  <a:pt x="547807" y="46617"/>
                </a:lnTo>
                <a:lnTo>
                  <a:pt x="547384" y="47141"/>
                </a:lnTo>
                <a:lnTo>
                  <a:pt x="546975" y="47675"/>
                </a:lnTo>
                <a:lnTo>
                  <a:pt x="546580" y="48218"/>
                </a:lnTo>
                <a:lnTo>
                  <a:pt x="546199" y="48770"/>
                </a:lnTo>
                <a:lnTo>
                  <a:pt x="545832" y="49332"/>
                </a:lnTo>
                <a:lnTo>
                  <a:pt x="545480" y="49901"/>
                </a:lnTo>
                <a:lnTo>
                  <a:pt x="545143" y="50477"/>
                </a:lnTo>
                <a:lnTo>
                  <a:pt x="544820" y="51057"/>
                </a:lnTo>
                <a:lnTo>
                  <a:pt x="544513" y="51644"/>
                </a:lnTo>
                <a:lnTo>
                  <a:pt x="544221" y="52236"/>
                </a:lnTo>
                <a:lnTo>
                  <a:pt x="543944" y="52834"/>
                </a:lnTo>
                <a:lnTo>
                  <a:pt x="543681" y="53438"/>
                </a:lnTo>
                <a:lnTo>
                  <a:pt x="543434" y="54047"/>
                </a:lnTo>
                <a:lnTo>
                  <a:pt x="543202" y="54662"/>
                </a:lnTo>
                <a:lnTo>
                  <a:pt x="542984" y="55283"/>
                </a:lnTo>
                <a:lnTo>
                  <a:pt x="542782" y="55909"/>
                </a:lnTo>
                <a:lnTo>
                  <a:pt x="542595" y="56542"/>
                </a:lnTo>
                <a:lnTo>
                  <a:pt x="542422" y="57180"/>
                </a:lnTo>
                <a:lnTo>
                  <a:pt x="542265" y="57823"/>
                </a:lnTo>
                <a:lnTo>
                  <a:pt x="542122" y="58473"/>
                </a:lnTo>
                <a:lnTo>
                  <a:pt x="541995" y="59128"/>
                </a:lnTo>
                <a:lnTo>
                  <a:pt x="541883" y="59789"/>
                </a:lnTo>
                <a:lnTo>
                  <a:pt x="541785" y="60455"/>
                </a:lnTo>
                <a:lnTo>
                  <a:pt x="541703" y="61128"/>
                </a:lnTo>
                <a:lnTo>
                  <a:pt x="541635" y="61805"/>
                </a:lnTo>
                <a:lnTo>
                  <a:pt x="541583" y="62489"/>
                </a:lnTo>
                <a:lnTo>
                  <a:pt x="541545" y="63179"/>
                </a:lnTo>
                <a:lnTo>
                  <a:pt x="541523" y="63874"/>
                </a:lnTo>
                <a:lnTo>
                  <a:pt x="541515" y="64575"/>
                </a:lnTo>
                <a:lnTo>
                  <a:pt x="541523" y="65232"/>
                </a:lnTo>
                <a:lnTo>
                  <a:pt x="541545" y="65886"/>
                </a:lnTo>
                <a:lnTo>
                  <a:pt x="541582" y="66536"/>
                </a:lnTo>
                <a:lnTo>
                  <a:pt x="541634" y="67182"/>
                </a:lnTo>
                <a:lnTo>
                  <a:pt x="541701" y="67824"/>
                </a:lnTo>
                <a:lnTo>
                  <a:pt x="541782" y="68463"/>
                </a:lnTo>
                <a:lnTo>
                  <a:pt x="541879" y="69098"/>
                </a:lnTo>
                <a:lnTo>
                  <a:pt x="541990" y="69730"/>
                </a:lnTo>
                <a:lnTo>
                  <a:pt x="542116" y="70357"/>
                </a:lnTo>
                <a:lnTo>
                  <a:pt x="542257" y="70981"/>
                </a:lnTo>
                <a:lnTo>
                  <a:pt x="542413" y="71602"/>
                </a:lnTo>
                <a:lnTo>
                  <a:pt x="542583" y="72218"/>
                </a:lnTo>
                <a:lnTo>
                  <a:pt x="542769" y="72831"/>
                </a:lnTo>
                <a:lnTo>
                  <a:pt x="542969" y="73440"/>
                </a:lnTo>
                <a:lnTo>
                  <a:pt x="543184" y="74046"/>
                </a:lnTo>
                <a:lnTo>
                  <a:pt x="543414" y="74647"/>
                </a:lnTo>
                <a:lnTo>
                  <a:pt x="543659" y="75245"/>
                </a:lnTo>
                <a:lnTo>
                  <a:pt x="543919" y="75840"/>
                </a:lnTo>
                <a:lnTo>
                  <a:pt x="544193" y="76430"/>
                </a:lnTo>
                <a:lnTo>
                  <a:pt x="544482" y="77017"/>
                </a:lnTo>
                <a:lnTo>
                  <a:pt x="544786" y="77600"/>
                </a:lnTo>
                <a:lnTo>
                  <a:pt x="545105" y="78180"/>
                </a:lnTo>
                <a:lnTo>
                  <a:pt x="545439" y="78755"/>
                </a:lnTo>
                <a:lnTo>
                  <a:pt x="545788" y="79328"/>
                </a:lnTo>
                <a:lnTo>
                  <a:pt x="546151" y="79893"/>
                </a:lnTo>
                <a:lnTo>
                  <a:pt x="546528" y="80449"/>
                </a:lnTo>
                <a:lnTo>
                  <a:pt x="546918" y="80996"/>
                </a:lnTo>
                <a:lnTo>
                  <a:pt x="547323" y="81534"/>
                </a:lnTo>
                <a:lnTo>
                  <a:pt x="547742" y="82063"/>
                </a:lnTo>
                <a:lnTo>
                  <a:pt x="548174" y="82582"/>
                </a:lnTo>
                <a:lnTo>
                  <a:pt x="548621" y="83092"/>
                </a:lnTo>
                <a:lnTo>
                  <a:pt x="549081" y="83593"/>
                </a:lnTo>
                <a:lnTo>
                  <a:pt x="549555" y="84085"/>
                </a:lnTo>
                <a:lnTo>
                  <a:pt x="550043" y="84567"/>
                </a:lnTo>
                <a:lnTo>
                  <a:pt x="550545" y="85040"/>
                </a:lnTo>
                <a:lnTo>
                  <a:pt x="551061" y="85504"/>
                </a:lnTo>
                <a:lnTo>
                  <a:pt x="551591" y="85958"/>
                </a:lnTo>
                <a:lnTo>
                  <a:pt x="552135" y="86404"/>
                </a:lnTo>
                <a:lnTo>
                  <a:pt x="552693" y="86840"/>
                </a:lnTo>
                <a:lnTo>
                  <a:pt x="553264" y="87266"/>
                </a:lnTo>
                <a:lnTo>
                  <a:pt x="553850" y="87684"/>
                </a:lnTo>
                <a:lnTo>
                  <a:pt x="554449" y="88092"/>
                </a:lnTo>
                <a:lnTo>
                  <a:pt x="555000" y="88451"/>
                </a:lnTo>
                <a:lnTo>
                  <a:pt x="554768" y="88543"/>
                </a:lnTo>
                <a:lnTo>
                  <a:pt x="554152" y="88798"/>
                </a:lnTo>
                <a:lnTo>
                  <a:pt x="553550" y="89057"/>
                </a:lnTo>
                <a:lnTo>
                  <a:pt x="552963" y="89319"/>
                </a:lnTo>
                <a:lnTo>
                  <a:pt x="552390" y="89583"/>
                </a:lnTo>
                <a:lnTo>
                  <a:pt x="551832" y="89852"/>
                </a:lnTo>
                <a:lnTo>
                  <a:pt x="551289" y="90123"/>
                </a:lnTo>
                <a:lnTo>
                  <a:pt x="550761" y="90398"/>
                </a:lnTo>
                <a:lnTo>
                  <a:pt x="550247" y="90676"/>
                </a:lnTo>
                <a:lnTo>
                  <a:pt x="549748" y="90957"/>
                </a:lnTo>
                <a:lnTo>
                  <a:pt x="549264" y="91241"/>
                </a:lnTo>
                <a:lnTo>
                  <a:pt x="548794" y="91529"/>
                </a:lnTo>
                <a:lnTo>
                  <a:pt x="548339" y="91820"/>
                </a:lnTo>
                <a:lnTo>
                  <a:pt x="547899" y="92114"/>
                </a:lnTo>
                <a:lnTo>
                  <a:pt x="547473" y="92411"/>
                </a:lnTo>
                <a:lnTo>
                  <a:pt x="547062" y="92712"/>
                </a:lnTo>
                <a:lnTo>
                  <a:pt x="546666" y="93016"/>
                </a:lnTo>
                <a:lnTo>
                  <a:pt x="546284" y="93323"/>
                </a:lnTo>
                <a:lnTo>
                  <a:pt x="545917" y="93633"/>
                </a:lnTo>
                <a:lnTo>
                  <a:pt x="545565" y="93947"/>
                </a:lnTo>
                <a:lnTo>
                  <a:pt x="545227" y="94265"/>
                </a:lnTo>
                <a:lnTo>
                  <a:pt x="544904" y="94589"/>
                </a:lnTo>
                <a:lnTo>
                  <a:pt x="544595" y="94918"/>
                </a:lnTo>
                <a:lnTo>
                  <a:pt x="544300" y="95254"/>
                </a:lnTo>
                <a:lnTo>
                  <a:pt x="544020" y="95595"/>
                </a:lnTo>
                <a:lnTo>
                  <a:pt x="543754" y="95941"/>
                </a:lnTo>
                <a:lnTo>
                  <a:pt x="543503" y="96294"/>
                </a:lnTo>
                <a:lnTo>
                  <a:pt x="543266" y="96652"/>
                </a:lnTo>
                <a:lnTo>
                  <a:pt x="543043" y="97016"/>
                </a:lnTo>
                <a:lnTo>
                  <a:pt x="542835" y="97385"/>
                </a:lnTo>
                <a:lnTo>
                  <a:pt x="542641" y="97760"/>
                </a:lnTo>
                <a:lnTo>
                  <a:pt x="542461" y="98141"/>
                </a:lnTo>
                <a:lnTo>
                  <a:pt x="542296" y="98528"/>
                </a:lnTo>
                <a:lnTo>
                  <a:pt x="542145" y="98920"/>
                </a:lnTo>
                <a:lnTo>
                  <a:pt x="542008" y="99319"/>
                </a:lnTo>
                <a:lnTo>
                  <a:pt x="541886" y="99722"/>
                </a:lnTo>
                <a:lnTo>
                  <a:pt x="541778" y="100132"/>
                </a:lnTo>
                <a:lnTo>
                  <a:pt x="541685" y="100547"/>
                </a:lnTo>
                <a:lnTo>
                  <a:pt x="541606" y="100968"/>
                </a:lnTo>
                <a:lnTo>
                  <a:pt x="541541" y="101395"/>
                </a:lnTo>
                <a:lnTo>
                  <a:pt x="541491" y="101828"/>
                </a:lnTo>
                <a:lnTo>
                  <a:pt x="541455" y="102266"/>
                </a:lnTo>
                <a:lnTo>
                  <a:pt x="541433" y="102710"/>
                </a:lnTo>
                <a:lnTo>
                  <a:pt x="541426" y="103159"/>
                </a:lnTo>
                <a:lnTo>
                  <a:pt x="541431" y="103449"/>
                </a:lnTo>
                <a:lnTo>
                  <a:pt x="541445" y="103738"/>
                </a:lnTo>
                <a:lnTo>
                  <a:pt x="541468" y="104028"/>
                </a:lnTo>
                <a:lnTo>
                  <a:pt x="541500" y="104319"/>
                </a:lnTo>
                <a:lnTo>
                  <a:pt x="541542" y="104609"/>
                </a:lnTo>
                <a:lnTo>
                  <a:pt x="541593" y="104900"/>
                </a:lnTo>
                <a:lnTo>
                  <a:pt x="541653" y="105192"/>
                </a:lnTo>
                <a:lnTo>
                  <a:pt x="541723" y="105483"/>
                </a:lnTo>
                <a:lnTo>
                  <a:pt x="541802" y="105775"/>
                </a:lnTo>
                <a:lnTo>
                  <a:pt x="541890" y="106067"/>
                </a:lnTo>
                <a:lnTo>
                  <a:pt x="541987" y="106360"/>
                </a:lnTo>
                <a:lnTo>
                  <a:pt x="542094" y="106653"/>
                </a:lnTo>
                <a:lnTo>
                  <a:pt x="542210" y="106946"/>
                </a:lnTo>
                <a:lnTo>
                  <a:pt x="542335" y="107239"/>
                </a:lnTo>
                <a:lnTo>
                  <a:pt x="542469" y="107533"/>
                </a:lnTo>
                <a:lnTo>
                  <a:pt x="542613" y="107827"/>
                </a:lnTo>
                <a:lnTo>
                  <a:pt x="542766" y="108121"/>
                </a:lnTo>
                <a:lnTo>
                  <a:pt x="542928" y="108416"/>
                </a:lnTo>
                <a:lnTo>
                  <a:pt x="543100" y="108711"/>
                </a:lnTo>
                <a:lnTo>
                  <a:pt x="543281" y="109006"/>
                </a:lnTo>
                <a:lnTo>
                  <a:pt x="543471" y="109302"/>
                </a:lnTo>
                <a:lnTo>
                  <a:pt x="543670" y="109598"/>
                </a:lnTo>
                <a:lnTo>
                  <a:pt x="543879" y="109894"/>
                </a:lnTo>
                <a:lnTo>
                  <a:pt x="544097" y="110191"/>
                </a:lnTo>
                <a:lnTo>
                  <a:pt x="544324" y="110486"/>
                </a:lnTo>
                <a:lnTo>
                  <a:pt x="544563" y="110778"/>
                </a:lnTo>
                <a:lnTo>
                  <a:pt x="544813" y="111068"/>
                </a:lnTo>
                <a:lnTo>
                  <a:pt x="545073" y="111354"/>
                </a:lnTo>
                <a:lnTo>
                  <a:pt x="545344" y="111637"/>
                </a:lnTo>
                <a:lnTo>
                  <a:pt x="545626" y="111918"/>
                </a:lnTo>
                <a:lnTo>
                  <a:pt x="545919" y="112196"/>
                </a:lnTo>
                <a:lnTo>
                  <a:pt x="546223" y="112470"/>
                </a:lnTo>
                <a:lnTo>
                  <a:pt x="546537" y="112742"/>
                </a:lnTo>
                <a:lnTo>
                  <a:pt x="546863" y="113011"/>
                </a:lnTo>
                <a:lnTo>
                  <a:pt x="547199" y="113277"/>
                </a:lnTo>
                <a:lnTo>
                  <a:pt x="547546" y="113540"/>
                </a:lnTo>
                <a:lnTo>
                  <a:pt x="547903" y="113800"/>
                </a:lnTo>
                <a:lnTo>
                  <a:pt x="548272" y="114057"/>
                </a:lnTo>
                <a:lnTo>
                  <a:pt x="548651" y="114311"/>
                </a:lnTo>
                <a:lnTo>
                  <a:pt x="549041" y="114562"/>
                </a:lnTo>
                <a:lnTo>
                  <a:pt x="549442" y="114810"/>
                </a:lnTo>
                <a:lnTo>
                  <a:pt x="549854" y="115055"/>
                </a:lnTo>
                <a:lnTo>
                  <a:pt x="550277" y="115298"/>
                </a:lnTo>
                <a:lnTo>
                  <a:pt x="550710" y="115537"/>
                </a:lnTo>
                <a:lnTo>
                  <a:pt x="551154" y="115774"/>
                </a:lnTo>
                <a:lnTo>
                  <a:pt x="551610" y="116007"/>
                </a:lnTo>
                <a:lnTo>
                  <a:pt x="551834" y="116118"/>
                </a:lnTo>
                <a:lnTo>
                  <a:pt x="551501" y="116256"/>
                </a:lnTo>
                <a:lnTo>
                  <a:pt x="550673" y="116622"/>
                </a:lnTo>
                <a:lnTo>
                  <a:pt x="549874" y="116999"/>
                </a:lnTo>
                <a:lnTo>
                  <a:pt x="549103" y="117388"/>
                </a:lnTo>
                <a:lnTo>
                  <a:pt x="548361" y="117788"/>
                </a:lnTo>
                <a:lnTo>
                  <a:pt x="547647" y="118200"/>
                </a:lnTo>
                <a:lnTo>
                  <a:pt x="546961" y="118624"/>
                </a:lnTo>
                <a:lnTo>
                  <a:pt x="546304" y="119059"/>
                </a:lnTo>
                <a:lnTo>
                  <a:pt x="545676" y="119506"/>
                </a:lnTo>
                <a:lnTo>
                  <a:pt x="545076" y="119965"/>
                </a:lnTo>
                <a:lnTo>
                  <a:pt x="544502" y="120432"/>
                </a:lnTo>
                <a:lnTo>
                  <a:pt x="543952" y="120906"/>
                </a:lnTo>
                <a:lnTo>
                  <a:pt x="543428" y="121386"/>
                </a:lnTo>
                <a:lnTo>
                  <a:pt x="542927" y="121873"/>
                </a:lnTo>
                <a:lnTo>
                  <a:pt x="542451" y="122366"/>
                </a:lnTo>
                <a:lnTo>
                  <a:pt x="541999" y="122865"/>
                </a:lnTo>
                <a:lnTo>
                  <a:pt x="541572" y="123370"/>
                </a:lnTo>
                <a:lnTo>
                  <a:pt x="541169" y="123882"/>
                </a:lnTo>
                <a:lnTo>
                  <a:pt x="540791" y="124401"/>
                </a:lnTo>
                <a:lnTo>
                  <a:pt x="540437" y="124925"/>
                </a:lnTo>
                <a:lnTo>
                  <a:pt x="540107" y="125456"/>
                </a:lnTo>
                <a:lnTo>
                  <a:pt x="539802" y="125994"/>
                </a:lnTo>
                <a:lnTo>
                  <a:pt x="539521" y="126537"/>
                </a:lnTo>
                <a:lnTo>
                  <a:pt x="539265" y="127087"/>
                </a:lnTo>
                <a:lnTo>
                  <a:pt x="539033" y="127644"/>
                </a:lnTo>
                <a:lnTo>
                  <a:pt x="538825" y="128207"/>
                </a:lnTo>
                <a:lnTo>
                  <a:pt x="538642" y="128776"/>
                </a:lnTo>
                <a:lnTo>
                  <a:pt x="538484" y="129351"/>
                </a:lnTo>
                <a:lnTo>
                  <a:pt x="538349" y="129933"/>
                </a:lnTo>
                <a:lnTo>
                  <a:pt x="538239" y="130521"/>
                </a:lnTo>
                <a:lnTo>
                  <a:pt x="538154" y="131116"/>
                </a:lnTo>
                <a:lnTo>
                  <a:pt x="538093" y="131717"/>
                </a:lnTo>
                <a:lnTo>
                  <a:pt x="538056" y="132324"/>
                </a:lnTo>
                <a:lnTo>
                  <a:pt x="538044" y="132938"/>
                </a:lnTo>
                <a:lnTo>
                  <a:pt x="538051" y="133441"/>
                </a:lnTo>
                <a:lnTo>
                  <a:pt x="538072" y="133942"/>
                </a:lnTo>
                <a:lnTo>
                  <a:pt x="538107" y="134440"/>
                </a:lnTo>
                <a:lnTo>
                  <a:pt x="538155" y="134935"/>
                </a:lnTo>
                <a:lnTo>
                  <a:pt x="538218" y="135427"/>
                </a:lnTo>
                <a:lnTo>
                  <a:pt x="538294" y="135916"/>
                </a:lnTo>
                <a:lnTo>
                  <a:pt x="538385" y="136402"/>
                </a:lnTo>
                <a:lnTo>
                  <a:pt x="538489" y="136886"/>
                </a:lnTo>
                <a:lnTo>
                  <a:pt x="538607" y="137366"/>
                </a:lnTo>
                <a:lnTo>
                  <a:pt x="538739" y="137843"/>
                </a:lnTo>
                <a:lnTo>
                  <a:pt x="538885" y="138318"/>
                </a:lnTo>
                <a:lnTo>
                  <a:pt x="539045" y="138789"/>
                </a:lnTo>
                <a:lnTo>
                  <a:pt x="539219" y="139258"/>
                </a:lnTo>
                <a:lnTo>
                  <a:pt x="539407" y="139723"/>
                </a:lnTo>
                <a:lnTo>
                  <a:pt x="539609" y="140186"/>
                </a:lnTo>
                <a:lnTo>
                  <a:pt x="539824" y="140645"/>
                </a:lnTo>
                <a:lnTo>
                  <a:pt x="540054" y="141102"/>
                </a:lnTo>
                <a:lnTo>
                  <a:pt x="540297" y="141556"/>
                </a:lnTo>
                <a:lnTo>
                  <a:pt x="540554" y="142007"/>
                </a:lnTo>
                <a:lnTo>
                  <a:pt x="540826" y="142454"/>
                </a:lnTo>
                <a:lnTo>
                  <a:pt x="541111" y="142899"/>
                </a:lnTo>
                <a:lnTo>
                  <a:pt x="541410" y="143341"/>
                </a:lnTo>
                <a:lnTo>
                  <a:pt x="541723" y="143780"/>
                </a:lnTo>
                <a:lnTo>
                  <a:pt x="542049" y="144216"/>
                </a:lnTo>
                <a:lnTo>
                  <a:pt x="542392" y="144648"/>
                </a:lnTo>
                <a:lnTo>
                  <a:pt x="542753" y="145072"/>
                </a:lnTo>
                <a:lnTo>
                  <a:pt x="543131" y="145489"/>
                </a:lnTo>
                <a:lnTo>
                  <a:pt x="543528" y="145899"/>
                </a:lnTo>
                <a:lnTo>
                  <a:pt x="543942" y="146302"/>
                </a:lnTo>
                <a:lnTo>
                  <a:pt x="544375" y="146699"/>
                </a:lnTo>
                <a:lnTo>
                  <a:pt x="544825" y="147088"/>
                </a:lnTo>
                <a:lnTo>
                  <a:pt x="545293" y="147470"/>
                </a:lnTo>
                <a:lnTo>
                  <a:pt x="545779" y="147846"/>
                </a:lnTo>
                <a:lnTo>
                  <a:pt x="546283" y="148214"/>
                </a:lnTo>
                <a:lnTo>
                  <a:pt x="546805" y="148576"/>
                </a:lnTo>
                <a:lnTo>
                  <a:pt x="547345" y="148930"/>
                </a:lnTo>
                <a:lnTo>
                  <a:pt x="547903" y="149278"/>
                </a:lnTo>
                <a:lnTo>
                  <a:pt x="548479" y="149618"/>
                </a:lnTo>
                <a:lnTo>
                  <a:pt x="549073" y="149952"/>
                </a:lnTo>
                <a:lnTo>
                  <a:pt x="549684" y="150279"/>
                </a:lnTo>
                <a:lnTo>
                  <a:pt x="550314" y="150598"/>
                </a:lnTo>
                <a:lnTo>
                  <a:pt x="550961" y="150911"/>
                </a:lnTo>
                <a:lnTo>
                  <a:pt x="551627" y="151217"/>
                </a:lnTo>
                <a:lnTo>
                  <a:pt x="552310" y="151516"/>
                </a:lnTo>
                <a:lnTo>
                  <a:pt x="553011" y="151808"/>
                </a:lnTo>
                <a:lnTo>
                  <a:pt x="553730" y="152093"/>
                </a:lnTo>
                <a:lnTo>
                  <a:pt x="554467" y="152371"/>
                </a:lnTo>
                <a:lnTo>
                  <a:pt x="555222" y="152641"/>
                </a:lnTo>
                <a:lnTo>
                  <a:pt x="555997" y="152903"/>
                </a:lnTo>
                <a:lnTo>
                  <a:pt x="556795" y="153154"/>
                </a:lnTo>
                <a:lnTo>
                  <a:pt x="557614" y="153394"/>
                </a:lnTo>
                <a:lnTo>
                  <a:pt x="558456" y="153622"/>
                </a:lnTo>
                <a:lnTo>
                  <a:pt x="559320" y="153840"/>
                </a:lnTo>
                <a:lnTo>
                  <a:pt x="560207" y="154046"/>
                </a:lnTo>
                <a:lnTo>
                  <a:pt x="561115" y="154241"/>
                </a:lnTo>
                <a:lnTo>
                  <a:pt x="562046" y="154425"/>
                </a:lnTo>
                <a:lnTo>
                  <a:pt x="562999" y="154597"/>
                </a:lnTo>
                <a:lnTo>
                  <a:pt x="563975" y="154759"/>
                </a:lnTo>
                <a:lnTo>
                  <a:pt x="564972" y="154910"/>
                </a:lnTo>
                <a:lnTo>
                  <a:pt x="565992" y="155049"/>
                </a:lnTo>
                <a:lnTo>
                  <a:pt x="567034" y="155177"/>
                </a:lnTo>
                <a:lnTo>
                  <a:pt x="568099" y="155294"/>
                </a:lnTo>
                <a:lnTo>
                  <a:pt x="569185" y="155400"/>
                </a:lnTo>
                <a:lnTo>
                  <a:pt x="570294" y="155495"/>
                </a:lnTo>
                <a:lnTo>
                  <a:pt x="571425" y="155578"/>
                </a:lnTo>
                <a:lnTo>
                  <a:pt x="572579" y="155651"/>
                </a:lnTo>
                <a:lnTo>
                  <a:pt x="573754" y="155712"/>
                </a:lnTo>
                <a:lnTo>
                  <a:pt x="574952" y="155762"/>
                </a:lnTo>
                <a:lnTo>
                  <a:pt x="576172" y="155801"/>
                </a:lnTo>
                <a:lnTo>
                  <a:pt x="577415" y="155829"/>
                </a:lnTo>
                <a:lnTo>
                  <a:pt x="578679" y="155846"/>
                </a:lnTo>
                <a:lnTo>
                  <a:pt x="579966" y="155851"/>
                </a:lnTo>
                <a:lnTo>
                  <a:pt x="581758" y="155838"/>
                </a:lnTo>
                <a:lnTo>
                  <a:pt x="583514" y="155798"/>
                </a:lnTo>
                <a:lnTo>
                  <a:pt x="585234" y="155731"/>
                </a:lnTo>
                <a:lnTo>
                  <a:pt x="586919" y="155638"/>
                </a:lnTo>
                <a:lnTo>
                  <a:pt x="588567" y="155518"/>
                </a:lnTo>
                <a:lnTo>
                  <a:pt x="590180" y="155372"/>
                </a:lnTo>
                <a:lnTo>
                  <a:pt x="591757" y="155199"/>
                </a:lnTo>
                <a:lnTo>
                  <a:pt x="593298" y="154999"/>
                </a:lnTo>
                <a:lnTo>
                  <a:pt x="594803" y="154773"/>
                </a:lnTo>
                <a:lnTo>
                  <a:pt x="596272" y="154520"/>
                </a:lnTo>
                <a:lnTo>
                  <a:pt x="597705" y="154240"/>
                </a:lnTo>
                <a:lnTo>
                  <a:pt x="599103" y="153934"/>
                </a:lnTo>
                <a:lnTo>
                  <a:pt x="600465" y="153601"/>
                </a:lnTo>
                <a:lnTo>
                  <a:pt x="601790" y="153242"/>
                </a:lnTo>
                <a:lnTo>
                  <a:pt x="603080" y="152856"/>
                </a:lnTo>
                <a:lnTo>
                  <a:pt x="604334" y="152443"/>
                </a:lnTo>
                <a:lnTo>
                  <a:pt x="605553" y="152004"/>
                </a:lnTo>
                <a:lnTo>
                  <a:pt x="606735" y="151538"/>
                </a:lnTo>
                <a:lnTo>
                  <a:pt x="607882" y="151045"/>
                </a:lnTo>
                <a:lnTo>
                  <a:pt x="608993" y="150526"/>
                </a:lnTo>
                <a:lnTo>
                  <a:pt x="610067" y="149980"/>
                </a:lnTo>
                <a:lnTo>
                  <a:pt x="611106" y="149408"/>
                </a:lnTo>
                <a:lnTo>
                  <a:pt x="612110" y="148809"/>
                </a:lnTo>
                <a:lnTo>
                  <a:pt x="613077" y="148183"/>
                </a:lnTo>
                <a:lnTo>
                  <a:pt x="614007" y="147536"/>
                </a:lnTo>
                <a:lnTo>
                  <a:pt x="614897" y="146872"/>
                </a:lnTo>
                <a:lnTo>
                  <a:pt x="615747" y="146191"/>
                </a:lnTo>
                <a:lnTo>
                  <a:pt x="616558" y="145494"/>
                </a:lnTo>
                <a:lnTo>
                  <a:pt x="617330" y="144780"/>
                </a:lnTo>
                <a:lnTo>
                  <a:pt x="618061" y="144049"/>
                </a:lnTo>
                <a:lnTo>
                  <a:pt x="618754" y="143301"/>
                </a:lnTo>
                <a:lnTo>
                  <a:pt x="619406" y="142537"/>
                </a:lnTo>
                <a:lnTo>
                  <a:pt x="620020" y="141756"/>
                </a:lnTo>
                <a:lnTo>
                  <a:pt x="620593" y="140958"/>
                </a:lnTo>
                <a:lnTo>
                  <a:pt x="621127" y="140144"/>
                </a:lnTo>
                <a:lnTo>
                  <a:pt x="621622" y="139313"/>
                </a:lnTo>
                <a:lnTo>
                  <a:pt x="622077" y="138465"/>
                </a:lnTo>
                <a:lnTo>
                  <a:pt x="622492" y="137600"/>
                </a:lnTo>
                <a:lnTo>
                  <a:pt x="622868" y="136719"/>
                </a:lnTo>
                <a:lnTo>
                  <a:pt x="623204" y="135821"/>
                </a:lnTo>
                <a:lnTo>
                  <a:pt x="623501" y="134906"/>
                </a:lnTo>
                <a:lnTo>
                  <a:pt x="623758" y="133974"/>
                </a:lnTo>
                <a:lnTo>
                  <a:pt x="623975" y="133026"/>
                </a:lnTo>
                <a:lnTo>
                  <a:pt x="624153" y="132061"/>
                </a:lnTo>
                <a:lnTo>
                  <a:pt x="624292" y="131079"/>
                </a:lnTo>
                <a:lnTo>
                  <a:pt x="624391" y="130081"/>
                </a:lnTo>
                <a:lnTo>
                  <a:pt x="624450" y="129066"/>
                </a:lnTo>
                <a:lnTo>
                  <a:pt x="624470" y="128034"/>
                </a:lnTo>
                <a:lnTo>
                  <a:pt x="624453" y="127019"/>
                </a:lnTo>
                <a:lnTo>
                  <a:pt x="624401" y="126027"/>
                </a:lnTo>
                <a:lnTo>
                  <a:pt x="624315" y="125056"/>
                </a:lnTo>
                <a:lnTo>
                  <a:pt x="624194" y="124108"/>
                </a:lnTo>
                <a:lnTo>
                  <a:pt x="624039" y="123182"/>
                </a:lnTo>
                <a:lnTo>
                  <a:pt x="623850" y="122277"/>
                </a:lnTo>
                <a:lnTo>
                  <a:pt x="623626" y="121395"/>
                </a:lnTo>
                <a:lnTo>
                  <a:pt x="623367" y="120534"/>
                </a:lnTo>
                <a:lnTo>
                  <a:pt x="623074" y="119696"/>
                </a:lnTo>
                <a:lnTo>
                  <a:pt x="622747" y="118879"/>
                </a:lnTo>
                <a:lnTo>
                  <a:pt x="622385" y="118084"/>
                </a:lnTo>
                <a:lnTo>
                  <a:pt x="621989" y="117312"/>
                </a:lnTo>
                <a:lnTo>
                  <a:pt x="621558" y="116561"/>
                </a:lnTo>
                <a:lnTo>
                  <a:pt x="621093" y="115833"/>
                </a:lnTo>
                <a:lnTo>
                  <a:pt x="620593" y="115126"/>
                </a:lnTo>
                <a:lnTo>
                  <a:pt x="620059" y="114442"/>
                </a:lnTo>
                <a:lnTo>
                  <a:pt x="619490" y="113779"/>
                </a:lnTo>
                <a:lnTo>
                  <a:pt x="618887" y="113139"/>
                </a:lnTo>
                <a:lnTo>
                  <a:pt x="618250" y="112520"/>
                </a:lnTo>
                <a:lnTo>
                  <a:pt x="617578" y="111923"/>
                </a:lnTo>
                <a:lnTo>
                  <a:pt x="616872" y="111349"/>
                </a:lnTo>
                <a:lnTo>
                  <a:pt x="616131" y="110796"/>
                </a:lnTo>
                <a:lnTo>
                  <a:pt x="615355" y="110265"/>
                </a:lnTo>
                <a:lnTo>
                  <a:pt x="614546" y="109757"/>
                </a:lnTo>
                <a:lnTo>
                  <a:pt x="613698" y="109269"/>
                </a:lnTo>
                <a:lnTo>
                  <a:pt x="612810" y="108803"/>
                </a:lnTo>
                <a:lnTo>
                  <a:pt x="611882" y="108356"/>
                </a:lnTo>
                <a:lnTo>
                  <a:pt x="610912" y="107931"/>
                </a:lnTo>
                <a:lnTo>
                  <a:pt x="609902" y="107527"/>
                </a:lnTo>
                <a:lnTo>
                  <a:pt x="608852" y="107143"/>
                </a:lnTo>
                <a:lnTo>
                  <a:pt x="607761" y="106780"/>
                </a:lnTo>
                <a:lnTo>
                  <a:pt x="606629" y="106438"/>
                </a:lnTo>
                <a:lnTo>
                  <a:pt x="605456" y="106116"/>
                </a:lnTo>
                <a:lnTo>
                  <a:pt x="604243" y="105815"/>
                </a:lnTo>
                <a:lnTo>
                  <a:pt x="602990" y="105535"/>
                </a:lnTo>
                <a:lnTo>
                  <a:pt x="601695" y="105276"/>
                </a:lnTo>
                <a:lnTo>
                  <a:pt x="600360" y="105037"/>
                </a:lnTo>
                <a:lnTo>
                  <a:pt x="598984" y="104819"/>
                </a:lnTo>
                <a:lnTo>
                  <a:pt x="597568" y="104622"/>
                </a:lnTo>
                <a:lnTo>
                  <a:pt x="596111" y="104446"/>
                </a:lnTo>
                <a:lnTo>
                  <a:pt x="594614" y="104290"/>
                </a:lnTo>
                <a:lnTo>
                  <a:pt x="593075" y="104156"/>
                </a:lnTo>
                <a:lnTo>
                  <a:pt x="591497" y="104042"/>
                </a:lnTo>
                <a:lnTo>
                  <a:pt x="589877" y="103948"/>
                </a:lnTo>
                <a:lnTo>
                  <a:pt x="588217" y="103876"/>
                </a:lnTo>
                <a:lnTo>
                  <a:pt x="586516" y="103824"/>
                </a:lnTo>
                <a:lnTo>
                  <a:pt x="584775" y="103793"/>
                </a:lnTo>
                <a:lnTo>
                  <a:pt x="582993" y="103782"/>
                </a:lnTo>
                <a:lnTo>
                  <a:pt x="580856" y="103782"/>
                </a:lnTo>
                <a:lnTo>
                  <a:pt x="580165" y="103781"/>
                </a:lnTo>
                <a:lnTo>
                  <a:pt x="579487" y="103778"/>
                </a:lnTo>
                <a:lnTo>
                  <a:pt x="578821" y="103773"/>
                </a:lnTo>
                <a:lnTo>
                  <a:pt x="578168" y="103766"/>
                </a:lnTo>
                <a:lnTo>
                  <a:pt x="577527" y="103757"/>
                </a:lnTo>
                <a:lnTo>
                  <a:pt x="576898" y="103746"/>
                </a:lnTo>
                <a:lnTo>
                  <a:pt x="576283" y="103733"/>
                </a:lnTo>
                <a:lnTo>
                  <a:pt x="575679" y="103718"/>
                </a:lnTo>
                <a:lnTo>
                  <a:pt x="575088" y="103701"/>
                </a:lnTo>
                <a:lnTo>
                  <a:pt x="574510" y="103682"/>
                </a:lnTo>
                <a:lnTo>
                  <a:pt x="573944" y="103661"/>
                </a:lnTo>
                <a:lnTo>
                  <a:pt x="573391" y="103638"/>
                </a:lnTo>
                <a:lnTo>
                  <a:pt x="572850" y="103612"/>
                </a:lnTo>
                <a:lnTo>
                  <a:pt x="572322" y="103585"/>
                </a:lnTo>
                <a:lnTo>
                  <a:pt x="571806" y="103556"/>
                </a:lnTo>
                <a:lnTo>
                  <a:pt x="571303" y="103525"/>
                </a:lnTo>
                <a:lnTo>
                  <a:pt x="570812" y="103492"/>
                </a:lnTo>
                <a:lnTo>
                  <a:pt x="570334" y="103457"/>
                </a:lnTo>
                <a:lnTo>
                  <a:pt x="569868" y="103420"/>
                </a:lnTo>
                <a:lnTo>
                  <a:pt x="569415" y="103380"/>
                </a:lnTo>
                <a:lnTo>
                  <a:pt x="568975" y="103339"/>
                </a:lnTo>
                <a:lnTo>
                  <a:pt x="568547" y="103296"/>
                </a:lnTo>
                <a:lnTo>
                  <a:pt x="568131" y="103251"/>
                </a:lnTo>
                <a:lnTo>
                  <a:pt x="567728" y="103204"/>
                </a:lnTo>
                <a:lnTo>
                  <a:pt x="567336" y="103154"/>
                </a:lnTo>
                <a:lnTo>
                  <a:pt x="566954" y="103103"/>
                </a:lnTo>
                <a:lnTo>
                  <a:pt x="566582" y="103050"/>
                </a:lnTo>
                <a:lnTo>
                  <a:pt x="566220" y="102995"/>
                </a:lnTo>
                <a:lnTo>
                  <a:pt x="565867" y="102937"/>
                </a:lnTo>
                <a:lnTo>
                  <a:pt x="565525" y="102878"/>
                </a:lnTo>
                <a:lnTo>
                  <a:pt x="565192" y="102817"/>
                </a:lnTo>
                <a:lnTo>
                  <a:pt x="564870" y="102754"/>
                </a:lnTo>
                <a:lnTo>
                  <a:pt x="564557" y="102688"/>
                </a:lnTo>
                <a:lnTo>
                  <a:pt x="564254" y="102621"/>
                </a:lnTo>
                <a:lnTo>
                  <a:pt x="563961" y="102552"/>
                </a:lnTo>
                <a:lnTo>
                  <a:pt x="563678" y="102480"/>
                </a:lnTo>
                <a:lnTo>
                  <a:pt x="563405" y="102407"/>
                </a:lnTo>
                <a:lnTo>
                  <a:pt x="563142" y="102332"/>
                </a:lnTo>
                <a:lnTo>
                  <a:pt x="562888" y="102254"/>
                </a:lnTo>
                <a:lnTo>
                  <a:pt x="562645" y="102175"/>
                </a:lnTo>
                <a:lnTo>
                  <a:pt x="562411" y="102094"/>
                </a:lnTo>
                <a:lnTo>
                  <a:pt x="562187" y="102010"/>
                </a:lnTo>
                <a:lnTo>
                  <a:pt x="561973" y="101925"/>
                </a:lnTo>
                <a:lnTo>
                  <a:pt x="561769" y="101838"/>
                </a:lnTo>
                <a:lnTo>
                  <a:pt x="561575" y="101748"/>
                </a:lnTo>
                <a:lnTo>
                  <a:pt x="561391" y="101657"/>
                </a:lnTo>
                <a:lnTo>
                  <a:pt x="561217" y="101563"/>
                </a:lnTo>
                <a:lnTo>
                  <a:pt x="561052" y="101468"/>
                </a:lnTo>
                <a:lnTo>
                  <a:pt x="560896" y="101371"/>
                </a:lnTo>
                <a:lnTo>
                  <a:pt x="560747" y="101271"/>
                </a:lnTo>
                <a:lnTo>
                  <a:pt x="560604" y="101170"/>
                </a:lnTo>
                <a:lnTo>
                  <a:pt x="560468" y="101067"/>
                </a:lnTo>
                <a:lnTo>
                  <a:pt x="560338" y="100963"/>
                </a:lnTo>
                <a:lnTo>
                  <a:pt x="560215" y="100856"/>
                </a:lnTo>
                <a:lnTo>
                  <a:pt x="560099" y="100748"/>
                </a:lnTo>
                <a:lnTo>
                  <a:pt x="559989" y="100637"/>
                </a:lnTo>
                <a:lnTo>
                  <a:pt x="559886" y="100525"/>
                </a:lnTo>
                <a:lnTo>
                  <a:pt x="559790" y="100411"/>
                </a:lnTo>
                <a:lnTo>
                  <a:pt x="559700" y="100295"/>
                </a:lnTo>
                <a:lnTo>
                  <a:pt x="559617" y="100177"/>
                </a:lnTo>
                <a:lnTo>
                  <a:pt x="559541" y="100058"/>
                </a:lnTo>
                <a:lnTo>
                  <a:pt x="559471" y="99936"/>
                </a:lnTo>
                <a:lnTo>
                  <a:pt x="559408" y="99813"/>
                </a:lnTo>
                <a:lnTo>
                  <a:pt x="559351" y="99688"/>
                </a:lnTo>
                <a:lnTo>
                  <a:pt x="559301" y="99561"/>
                </a:lnTo>
                <a:lnTo>
                  <a:pt x="559258" y="99432"/>
                </a:lnTo>
                <a:lnTo>
                  <a:pt x="559222" y="99301"/>
                </a:lnTo>
                <a:lnTo>
                  <a:pt x="559192" y="99169"/>
                </a:lnTo>
                <a:lnTo>
                  <a:pt x="559169" y="99034"/>
                </a:lnTo>
                <a:lnTo>
                  <a:pt x="559152" y="98898"/>
                </a:lnTo>
                <a:lnTo>
                  <a:pt x="559142" y="98760"/>
                </a:lnTo>
                <a:lnTo>
                  <a:pt x="559139" y="98620"/>
                </a:lnTo>
                <a:lnTo>
                  <a:pt x="559144" y="98421"/>
                </a:lnTo>
                <a:lnTo>
                  <a:pt x="559161" y="98225"/>
                </a:lnTo>
                <a:lnTo>
                  <a:pt x="559189" y="98031"/>
                </a:lnTo>
                <a:lnTo>
                  <a:pt x="559228" y="97840"/>
                </a:lnTo>
                <a:lnTo>
                  <a:pt x="559278" y="97651"/>
                </a:lnTo>
                <a:lnTo>
                  <a:pt x="559339" y="97465"/>
                </a:lnTo>
                <a:lnTo>
                  <a:pt x="559411" y="97282"/>
                </a:lnTo>
                <a:lnTo>
                  <a:pt x="559495" y="97102"/>
                </a:lnTo>
                <a:lnTo>
                  <a:pt x="559589" y="96924"/>
                </a:lnTo>
                <a:lnTo>
                  <a:pt x="559695" y="96748"/>
                </a:lnTo>
                <a:lnTo>
                  <a:pt x="559812" y="96576"/>
                </a:lnTo>
                <a:lnTo>
                  <a:pt x="559940" y="96406"/>
                </a:lnTo>
                <a:lnTo>
                  <a:pt x="560079" y="96238"/>
                </a:lnTo>
                <a:lnTo>
                  <a:pt x="560229" y="96074"/>
                </a:lnTo>
                <a:lnTo>
                  <a:pt x="560390" y="95911"/>
                </a:lnTo>
                <a:lnTo>
                  <a:pt x="560563" y="95752"/>
                </a:lnTo>
                <a:lnTo>
                  <a:pt x="560746" y="95595"/>
                </a:lnTo>
                <a:lnTo>
                  <a:pt x="560941" y="95441"/>
                </a:lnTo>
                <a:lnTo>
                  <a:pt x="561147" y="95289"/>
                </a:lnTo>
                <a:lnTo>
                  <a:pt x="561364" y="95140"/>
                </a:lnTo>
                <a:lnTo>
                  <a:pt x="561592" y="94993"/>
                </a:lnTo>
                <a:lnTo>
                  <a:pt x="561831" y="94850"/>
                </a:lnTo>
                <a:lnTo>
                  <a:pt x="562081" y="94709"/>
                </a:lnTo>
                <a:lnTo>
                  <a:pt x="562343" y="94570"/>
                </a:lnTo>
                <a:lnTo>
                  <a:pt x="562613" y="94434"/>
                </a:lnTo>
                <a:lnTo>
                  <a:pt x="562888" y="94299"/>
                </a:lnTo>
                <a:lnTo>
                  <a:pt x="563169" y="94166"/>
                </a:lnTo>
                <a:lnTo>
                  <a:pt x="563456" y="94035"/>
                </a:lnTo>
                <a:lnTo>
                  <a:pt x="563748" y="93905"/>
                </a:lnTo>
                <a:lnTo>
                  <a:pt x="564045" y="93777"/>
                </a:lnTo>
                <a:lnTo>
                  <a:pt x="564348" y="93651"/>
                </a:lnTo>
                <a:lnTo>
                  <a:pt x="564657" y="93527"/>
                </a:lnTo>
                <a:lnTo>
                  <a:pt x="564971" y="93404"/>
                </a:lnTo>
                <a:lnTo>
                  <a:pt x="565291" y="93283"/>
                </a:lnTo>
                <a:lnTo>
                  <a:pt x="565617" y="93163"/>
                </a:lnTo>
                <a:lnTo>
                  <a:pt x="565807" y="93096"/>
                </a:lnTo>
                <a:lnTo>
                  <a:pt x="565838" y="93104"/>
                </a:lnTo>
                <a:lnTo>
                  <a:pt x="566655" y="93300"/>
                </a:lnTo>
                <a:close/>
                <a:moveTo>
                  <a:pt x="576472" y="80262"/>
                </a:moveTo>
                <a:lnTo>
                  <a:pt x="576010" y="80200"/>
                </a:lnTo>
                <a:lnTo>
                  <a:pt x="575552" y="80124"/>
                </a:lnTo>
                <a:lnTo>
                  <a:pt x="575099" y="80034"/>
                </a:lnTo>
                <a:lnTo>
                  <a:pt x="574651" y="79930"/>
                </a:lnTo>
                <a:lnTo>
                  <a:pt x="574207" y="79812"/>
                </a:lnTo>
                <a:lnTo>
                  <a:pt x="573767" y="79680"/>
                </a:lnTo>
                <a:lnTo>
                  <a:pt x="573332" y="79534"/>
                </a:lnTo>
                <a:lnTo>
                  <a:pt x="572901" y="79375"/>
                </a:lnTo>
                <a:lnTo>
                  <a:pt x="572475" y="79201"/>
                </a:lnTo>
                <a:lnTo>
                  <a:pt x="572054" y="79014"/>
                </a:lnTo>
                <a:lnTo>
                  <a:pt x="571637" y="78813"/>
                </a:lnTo>
                <a:lnTo>
                  <a:pt x="571224" y="78598"/>
                </a:lnTo>
                <a:lnTo>
                  <a:pt x="570816" y="78369"/>
                </a:lnTo>
                <a:lnTo>
                  <a:pt x="570412" y="78127"/>
                </a:lnTo>
                <a:lnTo>
                  <a:pt x="570013" y="77870"/>
                </a:lnTo>
                <a:lnTo>
                  <a:pt x="569618" y="77600"/>
                </a:lnTo>
                <a:lnTo>
                  <a:pt x="569228" y="77315"/>
                </a:lnTo>
                <a:lnTo>
                  <a:pt x="568842" y="77017"/>
                </a:lnTo>
                <a:lnTo>
                  <a:pt x="568461" y="76705"/>
                </a:lnTo>
                <a:lnTo>
                  <a:pt x="568084" y="76379"/>
                </a:lnTo>
                <a:lnTo>
                  <a:pt x="567717" y="76040"/>
                </a:lnTo>
                <a:lnTo>
                  <a:pt x="567366" y="75687"/>
                </a:lnTo>
                <a:lnTo>
                  <a:pt x="567030" y="75321"/>
                </a:lnTo>
                <a:lnTo>
                  <a:pt x="566710" y="74942"/>
                </a:lnTo>
                <a:lnTo>
                  <a:pt x="566406" y="74549"/>
                </a:lnTo>
                <a:lnTo>
                  <a:pt x="566117" y="74144"/>
                </a:lnTo>
                <a:lnTo>
                  <a:pt x="565844" y="73725"/>
                </a:lnTo>
                <a:lnTo>
                  <a:pt x="565587" y="73292"/>
                </a:lnTo>
                <a:lnTo>
                  <a:pt x="565345" y="72847"/>
                </a:lnTo>
                <a:lnTo>
                  <a:pt x="565119" y="72388"/>
                </a:lnTo>
                <a:lnTo>
                  <a:pt x="564908" y="71916"/>
                </a:lnTo>
                <a:lnTo>
                  <a:pt x="564713" y="71431"/>
                </a:lnTo>
                <a:lnTo>
                  <a:pt x="564533" y="70932"/>
                </a:lnTo>
                <a:lnTo>
                  <a:pt x="564369" y="70421"/>
                </a:lnTo>
                <a:lnTo>
                  <a:pt x="564221" y="69896"/>
                </a:lnTo>
                <a:lnTo>
                  <a:pt x="564088" y="69357"/>
                </a:lnTo>
                <a:lnTo>
                  <a:pt x="563971" y="68806"/>
                </a:lnTo>
                <a:lnTo>
                  <a:pt x="563870" y="68241"/>
                </a:lnTo>
                <a:lnTo>
                  <a:pt x="563784" y="67663"/>
                </a:lnTo>
                <a:lnTo>
                  <a:pt x="563714" y="67072"/>
                </a:lnTo>
                <a:lnTo>
                  <a:pt x="563659" y="66468"/>
                </a:lnTo>
                <a:lnTo>
                  <a:pt x="563620" y="65850"/>
                </a:lnTo>
                <a:lnTo>
                  <a:pt x="563597" y="65219"/>
                </a:lnTo>
                <a:lnTo>
                  <a:pt x="563589" y="64575"/>
                </a:lnTo>
                <a:lnTo>
                  <a:pt x="563597" y="63923"/>
                </a:lnTo>
                <a:lnTo>
                  <a:pt x="563619" y="63284"/>
                </a:lnTo>
                <a:lnTo>
                  <a:pt x="563657" y="62659"/>
                </a:lnTo>
                <a:lnTo>
                  <a:pt x="563710" y="62046"/>
                </a:lnTo>
                <a:lnTo>
                  <a:pt x="563778" y="61447"/>
                </a:lnTo>
                <a:lnTo>
                  <a:pt x="563862" y="60861"/>
                </a:lnTo>
                <a:lnTo>
                  <a:pt x="563960" y="60287"/>
                </a:lnTo>
                <a:lnTo>
                  <a:pt x="564074" y="59727"/>
                </a:lnTo>
                <a:lnTo>
                  <a:pt x="564202" y="59180"/>
                </a:lnTo>
                <a:lnTo>
                  <a:pt x="564346" y="58647"/>
                </a:lnTo>
                <a:lnTo>
                  <a:pt x="564505" y="58126"/>
                </a:lnTo>
                <a:lnTo>
                  <a:pt x="564679" y="57618"/>
                </a:lnTo>
                <a:lnTo>
                  <a:pt x="564869" y="57124"/>
                </a:lnTo>
                <a:lnTo>
                  <a:pt x="565073" y="56642"/>
                </a:lnTo>
                <a:lnTo>
                  <a:pt x="565293" y="56174"/>
                </a:lnTo>
                <a:lnTo>
                  <a:pt x="565527" y="55718"/>
                </a:lnTo>
                <a:lnTo>
                  <a:pt x="565777" y="55276"/>
                </a:lnTo>
                <a:lnTo>
                  <a:pt x="566042" y="54847"/>
                </a:lnTo>
                <a:lnTo>
                  <a:pt x="566322" y="54431"/>
                </a:lnTo>
                <a:lnTo>
                  <a:pt x="566618" y="54028"/>
                </a:lnTo>
                <a:lnTo>
                  <a:pt x="566928" y="53638"/>
                </a:lnTo>
                <a:lnTo>
                  <a:pt x="567254" y="53262"/>
                </a:lnTo>
                <a:lnTo>
                  <a:pt x="567595" y="52898"/>
                </a:lnTo>
                <a:lnTo>
                  <a:pt x="567950" y="52548"/>
                </a:lnTo>
                <a:lnTo>
                  <a:pt x="568318" y="52211"/>
                </a:lnTo>
                <a:lnTo>
                  <a:pt x="568693" y="51888"/>
                </a:lnTo>
                <a:lnTo>
                  <a:pt x="569077" y="51580"/>
                </a:lnTo>
                <a:lnTo>
                  <a:pt x="569468" y="51286"/>
                </a:lnTo>
                <a:lnTo>
                  <a:pt x="569868" y="51007"/>
                </a:lnTo>
                <a:lnTo>
                  <a:pt x="570276" y="50742"/>
                </a:lnTo>
                <a:lnTo>
                  <a:pt x="570691" y="50491"/>
                </a:lnTo>
                <a:lnTo>
                  <a:pt x="571115" y="50254"/>
                </a:lnTo>
                <a:lnTo>
                  <a:pt x="571547" y="50032"/>
                </a:lnTo>
                <a:lnTo>
                  <a:pt x="571987" y="49824"/>
                </a:lnTo>
                <a:lnTo>
                  <a:pt x="572434" y="49631"/>
                </a:lnTo>
                <a:lnTo>
                  <a:pt x="572890" y="49452"/>
                </a:lnTo>
                <a:lnTo>
                  <a:pt x="573354" y="49287"/>
                </a:lnTo>
                <a:lnTo>
                  <a:pt x="573826" y="49136"/>
                </a:lnTo>
                <a:lnTo>
                  <a:pt x="574306" y="49000"/>
                </a:lnTo>
                <a:lnTo>
                  <a:pt x="574794" y="48878"/>
                </a:lnTo>
                <a:lnTo>
                  <a:pt x="575290" y="48771"/>
                </a:lnTo>
                <a:lnTo>
                  <a:pt x="575794" y="48678"/>
                </a:lnTo>
                <a:lnTo>
                  <a:pt x="576306" y="48599"/>
                </a:lnTo>
                <a:lnTo>
                  <a:pt x="576826" y="48534"/>
                </a:lnTo>
                <a:lnTo>
                  <a:pt x="577355" y="48484"/>
                </a:lnTo>
                <a:lnTo>
                  <a:pt x="577891" y="48448"/>
                </a:lnTo>
                <a:lnTo>
                  <a:pt x="578435" y="48427"/>
                </a:lnTo>
                <a:lnTo>
                  <a:pt x="578987" y="48420"/>
                </a:lnTo>
                <a:lnTo>
                  <a:pt x="579532" y="48427"/>
                </a:lnTo>
                <a:lnTo>
                  <a:pt x="580068" y="48448"/>
                </a:lnTo>
                <a:lnTo>
                  <a:pt x="580595" y="48482"/>
                </a:lnTo>
                <a:lnTo>
                  <a:pt x="581114" y="48531"/>
                </a:lnTo>
                <a:lnTo>
                  <a:pt x="581623" y="48593"/>
                </a:lnTo>
                <a:lnTo>
                  <a:pt x="582125" y="48669"/>
                </a:lnTo>
                <a:lnTo>
                  <a:pt x="582617" y="48760"/>
                </a:lnTo>
                <a:lnTo>
                  <a:pt x="583101" y="48864"/>
                </a:lnTo>
                <a:lnTo>
                  <a:pt x="583577" y="48982"/>
                </a:lnTo>
                <a:lnTo>
                  <a:pt x="584043" y="49113"/>
                </a:lnTo>
                <a:lnTo>
                  <a:pt x="584501" y="49259"/>
                </a:lnTo>
                <a:lnTo>
                  <a:pt x="584951" y="49418"/>
                </a:lnTo>
                <a:lnTo>
                  <a:pt x="585391" y="49592"/>
                </a:lnTo>
                <a:lnTo>
                  <a:pt x="585824" y="49779"/>
                </a:lnTo>
                <a:lnTo>
                  <a:pt x="586247" y="49980"/>
                </a:lnTo>
                <a:lnTo>
                  <a:pt x="586662" y="50195"/>
                </a:lnTo>
                <a:lnTo>
                  <a:pt x="587068" y="50424"/>
                </a:lnTo>
                <a:lnTo>
                  <a:pt x="587465" y="50667"/>
                </a:lnTo>
                <a:lnTo>
                  <a:pt x="587854" y="50923"/>
                </a:lnTo>
                <a:lnTo>
                  <a:pt x="588234" y="51194"/>
                </a:lnTo>
                <a:lnTo>
                  <a:pt x="588606" y="51478"/>
                </a:lnTo>
                <a:lnTo>
                  <a:pt x="588968" y="51776"/>
                </a:lnTo>
                <a:lnTo>
                  <a:pt x="589323" y="52088"/>
                </a:lnTo>
                <a:lnTo>
                  <a:pt x="589668" y="52414"/>
                </a:lnTo>
                <a:lnTo>
                  <a:pt x="590002" y="52754"/>
                </a:lnTo>
                <a:lnTo>
                  <a:pt x="590322" y="53109"/>
                </a:lnTo>
                <a:lnTo>
                  <a:pt x="590628" y="53478"/>
                </a:lnTo>
                <a:lnTo>
                  <a:pt x="590919" y="53861"/>
                </a:lnTo>
                <a:lnTo>
                  <a:pt x="591196" y="54259"/>
                </a:lnTo>
                <a:lnTo>
                  <a:pt x="591459" y="54672"/>
                </a:lnTo>
                <a:lnTo>
                  <a:pt x="591708" y="55099"/>
                </a:lnTo>
                <a:lnTo>
                  <a:pt x="591943" y="55540"/>
                </a:lnTo>
                <a:lnTo>
                  <a:pt x="592163" y="55996"/>
                </a:lnTo>
                <a:lnTo>
                  <a:pt x="592369" y="56467"/>
                </a:lnTo>
                <a:lnTo>
                  <a:pt x="592561" y="56952"/>
                </a:lnTo>
                <a:lnTo>
                  <a:pt x="592739" y="57451"/>
                </a:lnTo>
                <a:lnTo>
                  <a:pt x="592902" y="57965"/>
                </a:lnTo>
                <a:lnTo>
                  <a:pt x="593052" y="58494"/>
                </a:lnTo>
                <a:lnTo>
                  <a:pt x="593187" y="59037"/>
                </a:lnTo>
                <a:lnTo>
                  <a:pt x="593308" y="59594"/>
                </a:lnTo>
                <a:lnTo>
                  <a:pt x="593414" y="60166"/>
                </a:lnTo>
                <a:lnTo>
                  <a:pt x="593507" y="60752"/>
                </a:lnTo>
                <a:lnTo>
                  <a:pt x="593585" y="61353"/>
                </a:lnTo>
                <a:lnTo>
                  <a:pt x="593649" y="61968"/>
                </a:lnTo>
                <a:lnTo>
                  <a:pt x="593698" y="62598"/>
                </a:lnTo>
                <a:lnTo>
                  <a:pt x="593734" y="63243"/>
                </a:lnTo>
                <a:lnTo>
                  <a:pt x="593755" y="63901"/>
                </a:lnTo>
                <a:lnTo>
                  <a:pt x="593762" y="64575"/>
                </a:lnTo>
                <a:lnTo>
                  <a:pt x="593755" y="65212"/>
                </a:lnTo>
                <a:lnTo>
                  <a:pt x="593732" y="65836"/>
                </a:lnTo>
                <a:lnTo>
                  <a:pt x="593694" y="66447"/>
                </a:lnTo>
                <a:lnTo>
                  <a:pt x="593640" y="67046"/>
                </a:lnTo>
                <a:lnTo>
                  <a:pt x="593571" y="67632"/>
                </a:lnTo>
                <a:lnTo>
                  <a:pt x="593487" y="68205"/>
                </a:lnTo>
                <a:lnTo>
                  <a:pt x="593388" y="68765"/>
                </a:lnTo>
                <a:lnTo>
                  <a:pt x="593273" y="69313"/>
                </a:lnTo>
                <a:lnTo>
                  <a:pt x="593143" y="69848"/>
                </a:lnTo>
                <a:lnTo>
                  <a:pt x="592998" y="70370"/>
                </a:lnTo>
                <a:lnTo>
                  <a:pt x="592837" y="70879"/>
                </a:lnTo>
                <a:lnTo>
                  <a:pt x="592661" y="71375"/>
                </a:lnTo>
                <a:lnTo>
                  <a:pt x="592470" y="71859"/>
                </a:lnTo>
                <a:lnTo>
                  <a:pt x="592263" y="72330"/>
                </a:lnTo>
                <a:lnTo>
                  <a:pt x="592041" y="72788"/>
                </a:lnTo>
                <a:lnTo>
                  <a:pt x="591804" y="73233"/>
                </a:lnTo>
                <a:lnTo>
                  <a:pt x="591552" y="73665"/>
                </a:lnTo>
                <a:lnTo>
                  <a:pt x="591284" y="74085"/>
                </a:lnTo>
                <a:lnTo>
                  <a:pt x="591001" y="74492"/>
                </a:lnTo>
                <a:lnTo>
                  <a:pt x="590703" y="74886"/>
                </a:lnTo>
                <a:lnTo>
                  <a:pt x="590389" y="75267"/>
                </a:lnTo>
                <a:lnTo>
                  <a:pt x="590060" y="75636"/>
                </a:lnTo>
                <a:lnTo>
                  <a:pt x="589716" y="75992"/>
                </a:lnTo>
                <a:lnTo>
                  <a:pt x="589357" y="76335"/>
                </a:lnTo>
                <a:lnTo>
                  <a:pt x="588986" y="76664"/>
                </a:lnTo>
                <a:lnTo>
                  <a:pt x="588607" y="76980"/>
                </a:lnTo>
                <a:lnTo>
                  <a:pt x="588221" y="77281"/>
                </a:lnTo>
                <a:lnTo>
                  <a:pt x="587827" y="77569"/>
                </a:lnTo>
                <a:lnTo>
                  <a:pt x="587426" y="77842"/>
                </a:lnTo>
                <a:lnTo>
                  <a:pt x="587017" y="78102"/>
                </a:lnTo>
                <a:lnTo>
                  <a:pt x="586601" y="78347"/>
                </a:lnTo>
                <a:lnTo>
                  <a:pt x="586177" y="78578"/>
                </a:lnTo>
                <a:lnTo>
                  <a:pt x="585746" y="78796"/>
                </a:lnTo>
                <a:lnTo>
                  <a:pt x="585306" y="78999"/>
                </a:lnTo>
                <a:lnTo>
                  <a:pt x="584860" y="79188"/>
                </a:lnTo>
                <a:lnTo>
                  <a:pt x="584406" y="79364"/>
                </a:lnTo>
                <a:lnTo>
                  <a:pt x="583944" y="79525"/>
                </a:lnTo>
                <a:lnTo>
                  <a:pt x="583474" y="79672"/>
                </a:lnTo>
                <a:lnTo>
                  <a:pt x="582997" y="79805"/>
                </a:lnTo>
                <a:lnTo>
                  <a:pt x="582513" y="79925"/>
                </a:lnTo>
                <a:lnTo>
                  <a:pt x="582021" y="80030"/>
                </a:lnTo>
                <a:lnTo>
                  <a:pt x="581521" y="80121"/>
                </a:lnTo>
                <a:lnTo>
                  <a:pt x="581014" y="80198"/>
                </a:lnTo>
                <a:lnTo>
                  <a:pt x="580499" y="80261"/>
                </a:lnTo>
                <a:lnTo>
                  <a:pt x="579977" y="80310"/>
                </a:lnTo>
                <a:lnTo>
                  <a:pt x="579447" y="80345"/>
                </a:lnTo>
                <a:lnTo>
                  <a:pt x="578909" y="80366"/>
                </a:lnTo>
                <a:lnTo>
                  <a:pt x="578364" y="80373"/>
                </a:lnTo>
                <a:lnTo>
                  <a:pt x="577884" y="80366"/>
                </a:lnTo>
                <a:lnTo>
                  <a:pt x="577409" y="80346"/>
                </a:lnTo>
                <a:lnTo>
                  <a:pt x="576938" y="80311"/>
                </a:lnTo>
                <a:lnTo>
                  <a:pt x="576472" y="80262"/>
                </a:lnTo>
                <a:close/>
                <a:moveTo>
                  <a:pt x="575522" y="140936"/>
                </a:moveTo>
                <a:lnTo>
                  <a:pt x="574765" y="140875"/>
                </a:lnTo>
                <a:lnTo>
                  <a:pt x="574028" y="140802"/>
                </a:lnTo>
                <a:lnTo>
                  <a:pt x="573311" y="140719"/>
                </a:lnTo>
                <a:lnTo>
                  <a:pt x="572614" y="140624"/>
                </a:lnTo>
                <a:lnTo>
                  <a:pt x="571937" y="140517"/>
                </a:lnTo>
                <a:lnTo>
                  <a:pt x="571280" y="140400"/>
                </a:lnTo>
                <a:lnTo>
                  <a:pt x="570643" y="140272"/>
                </a:lnTo>
                <a:lnTo>
                  <a:pt x="570026" y="140132"/>
                </a:lnTo>
                <a:lnTo>
                  <a:pt x="569430" y="139981"/>
                </a:lnTo>
                <a:lnTo>
                  <a:pt x="568853" y="139819"/>
                </a:lnTo>
                <a:lnTo>
                  <a:pt x="568297" y="139646"/>
                </a:lnTo>
                <a:lnTo>
                  <a:pt x="567760" y="139461"/>
                </a:lnTo>
                <a:lnTo>
                  <a:pt x="567244" y="139266"/>
                </a:lnTo>
                <a:lnTo>
                  <a:pt x="566748" y="139059"/>
                </a:lnTo>
                <a:lnTo>
                  <a:pt x="566272" y="138841"/>
                </a:lnTo>
                <a:lnTo>
                  <a:pt x="565816" y="138612"/>
                </a:lnTo>
                <a:lnTo>
                  <a:pt x="565380" y="138372"/>
                </a:lnTo>
                <a:lnTo>
                  <a:pt x="564964" y="138121"/>
                </a:lnTo>
                <a:lnTo>
                  <a:pt x="564568" y="137858"/>
                </a:lnTo>
                <a:lnTo>
                  <a:pt x="564190" y="137589"/>
                </a:lnTo>
                <a:lnTo>
                  <a:pt x="563829" y="137318"/>
                </a:lnTo>
                <a:lnTo>
                  <a:pt x="563483" y="137045"/>
                </a:lnTo>
                <a:lnTo>
                  <a:pt x="563154" y="136770"/>
                </a:lnTo>
                <a:lnTo>
                  <a:pt x="562841" y="136494"/>
                </a:lnTo>
                <a:lnTo>
                  <a:pt x="562543" y="136215"/>
                </a:lnTo>
                <a:lnTo>
                  <a:pt x="562262" y="135935"/>
                </a:lnTo>
                <a:lnTo>
                  <a:pt x="561997" y="135653"/>
                </a:lnTo>
                <a:lnTo>
                  <a:pt x="561748" y="135368"/>
                </a:lnTo>
                <a:lnTo>
                  <a:pt x="561515" y="135082"/>
                </a:lnTo>
                <a:lnTo>
                  <a:pt x="561298" y="134795"/>
                </a:lnTo>
                <a:lnTo>
                  <a:pt x="561097" y="134505"/>
                </a:lnTo>
                <a:lnTo>
                  <a:pt x="560912" y="134213"/>
                </a:lnTo>
                <a:lnTo>
                  <a:pt x="560743" y="133920"/>
                </a:lnTo>
                <a:lnTo>
                  <a:pt x="560591" y="133624"/>
                </a:lnTo>
                <a:lnTo>
                  <a:pt x="560454" y="133327"/>
                </a:lnTo>
                <a:lnTo>
                  <a:pt x="560334" y="133028"/>
                </a:lnTo>
                <a:lnTo>
                  <a:pt x="560229" y="132727"/>
                </a:lnTo>
                <a:lnTo>
                  <a:pt x="560141" y="132424"/>
                </a:lnTo>
                <a:lnTo>
                  <a:pt x="560068" y="132120"/>
                </a:lnTo>
                <a:lnTo>
                  <a:pt x="560012" y="131813"/>
                </a:lnTo>
                <a:lnTo>
                  <a:pt x="559972" y="131505"/>
                </a:lnTo>
                <a:lnTo>
                  <a:pt x="559948" y="131194"/>
                </a:lnTo>
                <a:lnTo>
                  <a:pt x="559940" y="130882"/>
                </a:lnTo>
                <a:lnTo>
                  <a:pt x="559944" y="130615"/>
                </a:lnTo>
                <a:lnTo>
                  <a:pt x="559955" y="130351"/>
                </a:lnTo>
                <a:lnTo>
                  <a:pt x="559974" y="130089"/>
                </a:lnTo>
                <a:lnTo>
                  <a:pt x="560000" y="129830"/>
                </a:lnTo>
                <a:lnTo>
                  <a:pt x="560034" y="129574"/>
                </a:lnTo>
                <a:lnTo>
                  <a:pt x="560076" y="129320"/>
                </a:lnTo>
                <a:lnTo>
                  <a:pt x="560125" y="129069"/>
                </a:lnTo>
                <a:lnTo>
                  <a:pt x="560182" y="128821"/>
                </a:lnTo>
                <a:lnTo>
                  <a:pt x="560246" y="128575"/>
                </a:lnTo>
                <a:lnTo>
                  <a:pt x="560318" y="128332"/>
                </a:lnTo>
                <a:lnTo>
                  <a:pt x="560398" y="128092"/>
                </a:lnTo>
                <a:lnTo>
                  <a:pt x="560485" y="127854"/>
                </a:lnTo>
                <a:lnTo>
                  <a:pt x="560580" y="127619"/>
                </a:lnTo>
                <a:lnTo>
                  <a:pt x="560682" y="127386"/>
                </a:lnTo>
                <a:lnTo>
                  <a:pt x="560792" y="127156"/>
                </a:lnTo>
                <a:lnTo>
                  <a:pt x="560909" y="126929"/>
                </a:lnTo>
                <a:lnTo>
                  <a:pt x="561034" y="126704"/>
                </a:lnTo>
                <a:lnTo>
                  <a:pt x="561166" y="126482"/>
                </a:lnTo>
                <a:lnTo>
                  <a:pt x="561306" y="126263"/>
                </a:lnTo>
                <a:lnTo>
                  <a:pt x="561454" y="126046"/>
                </a:lnTo>
                <a:lnTo>
                  <a:pt x="561609" y="125832"/>
                </a:lnTo>
                <a:lnTo>
                  <a:pt x="561772" y="125620"/>
                </a:lnTo>
                <a:lnTo>
                  <a:pt x="561943" y="125411"/>
                </a:lnTo>
                <a:lnTo>
                  <a:pt x="562120" y="125205"/>
                </a:lnTo>
                <a:lnTo>
                  <a:pt x="562304" y="125002"/>
                </a:lnTo>
                <a:lnTo>
                  <a:pt x="562493" y="124803"/>
                </a:lnTo>
                <a:lnTo>
                  <a:pt x="562686" y="124608"/>
                </a:lnTo>
                <a:lnTo>
                  <a:pt x="562883" y="124417"/>
                </a:lnTo>
                <a:lnTo>
                  <a:pt x="563085" y="124229"/>
                </a:lnTo>
                <a:lnTo>
                  <a:pt x="563291" y="124046"/>
                </a:lnTo>
                <a:lnTo>
                  <a:pt x="563502" y="123866"/>
                </a:lnTo>
                <a:lnTo>
                  <a:pt x="563718" y="123690"/>
                </a:lnTo>
                <a:lnTo>
                  <a:pt x="563937" y="123518"/>
                </a:lnTo>
                <a:lnTo>
                  <a:pt x="564162" y="123350"/>
                </a:lnTo>
                <a:lnTo>
                  <a:pt x="564391" y="123186"/>
                </a:lnTo>
                <a:lnTo>
                  <a:pt x="564624" y="123026"/>
                </a:lnTo>
                <a:lnTo>
                  <a:pt x="564862" y="122869"/>
                </a:lnTo>
                <a:lnTo>
                  <a:pt x="565104" y="122717"/>
                </a:lnTo>
                <a:lnTo>
                  <a:pt x="565350" y="122568"/>
                </a:lnTo>
                <a:lnTo>
                  <a:pt x="565602" y="122424"/>
                </a:lnTo>
                <a:lnTo>
                  <a:pt x="565857" y="122283"/>
                </a:lnTo>
                <a:lnTo>
                  <a:pt x="566117" y="122146"/>
                </a:lnTo>
                <a:lnTo>
                  <a:pt x="566382" y="122013"/>
                </a:lnTo>
                <a:lnTo>
                  <a:pt x="566651" y="121884"/>
                </a:lnTo>
                <a:lnTo>
                  <a:pt x="566925" y="121758"/>
                </a:lnTo>
                <a:lnTo>
                  <a:pt x="567203" y="121637"/>
                </a:lnTo>
                <a:lnTo>
                  <a:pt x="567485" y="121519"/>
                </a:lnTo>
                <a:lnTo>
                  <a:pt x="567772" y="121406"/>
                </a:lnTo>
                <a:lnTo>
                  <a:pt x="583616" y="121406"/>
                </a:lnTo>
                <a:lnTo>
                  <a:pt x="584153" y="121407"/>
                </a:lnTo>
                <a:lnTo>
                  <a:pt x="584681" y="121413"/>
                </a:lnTo>
                <a:lnTo>
                  <a:pt x="585200" y="121422"/>
                </a:lnTo>
                <a:lnTo>
                  <a:pt x="585710" y="121435"/>
                </a:lnTo>
                <a:lnTo>
                  <a:pt x="586211" y="121452"/>
                </a:lnTo>
                <a:lnTo>
                  <a:pt x="586703" y="121473"/>
                </a:lnTo>
                <a:lnTo>
                  <a:pt x="587186" y="121497"/>
                </a:lnTo>
                <a:lnTo>
                  <a:pt x="587661" y="121525"/>
                </a:lnTo>
                <a:lnTo>
                  <a:pt x="588126" y="121556"/>
                </a:lnTo>
                <a:lnTo>
                  <a:pt x="588582" y="121592"/>
                </a:lnTo>
                <a:lnTo>
                  <a:pt x="589029" y="121631"/>
                </a:lnTo>
                <a:lnTo>
                  <a:pt x="589468" y="121673"/>
                </a:lnTo>
                <a:lnTo>
                  <a:pt x="589897" y="121720"/>
                </a:lnTo>
                <a:lnTo>
                  <a:pt x="590318" y="121770"/>
                </a:lnTo>
                <a:lnTo>
                  <a:pt x="590729" y="121824"/>
                </a:lnTo>
                <a:lnTo>
                  <a:pt x="591132" y="121882"/>
                </a:lnTo>
                <a:lnTo>
                  <a:pt x="591525" y="121943"/>
                </a:lnTo>
                <a:lnTo>
                  <a:pt x="591910" y="122008"/>
                </a:lnTo>
                <a:lnTo>
                  <a:pt x="592286" y="122077"/>
                </a:lnTo>
                <a:lnTo>
                  <a:pt x="592652" y="122149"/>
                </a:lnTo>
                <a:lnTo>
                  <a:pt x="593010" y="122225"/>
                </a:lnTo>
                <a:lnTo>
                  <a:pt x="593359" y="122305"/>
                </a:lnTo>
                <a:lnTo>
                  <a:pt x="593699" y="122389"/>
                </a:lnTo>
                <a:lnTo>
                  <a:pt x="594029" y="122476"/>
                </a:lnTo>
                <a:lnTo>
                  <a:pt x="594352" y="122567"/>
                </a:lnTo>
                <a:lnTo>
                  <a:pt x="594667" y="122662"/>
                </a:lnTo>
                <a:lnTo>
                  <a:pt x="594974" y="122759"/>
                </a:lnTo>
                <a:lnTo>
                  <a:pt x="595273" y="122859"/>
                </a:lnTo>
                <a:lnTo>
                  <a:pt x="595565" y="122963"/>
                </a:lnTo>
                <a:lnTo>
                  <a:pt x="595849" y="123069"/>
                </a:lnTo>
                <a:lnTo>
                  <a:pt x="596125" y="123179"/>
                </a:lnTo>
                <a:lnTo>
                  <a:pt x="596393" y="123291"/>
                </a:lnTo>
                <a:lnTo>
                  <a:pt x="596654" y="123407"/>
                </a:lnTo>
                <a:lnTo>
                  <a:pt x="596907" y="123526"/>
                </a:lnTo>
                <a:lnTo>
                  <a:pt x="597152" y="123648"/>
                </a:lnTo>
                <a:lnTo>
                  <a:pt x="597389" y="123773"/>
                </a:lnTo>
                <a:lnTo>
                  <a:pt x="597619" y="123902"/>
                </a:lnTo>
                <a:lnTo>
                  <a:pt x="597841" y="124033"/>
                </a:lnTo>
                <a:lnTo>
                  <a:pt x="598056" y="124167"/>
                </a:lnTo>
                <a:lnTo>
                  <a:pt x="598262" y="124305"/>
                </a:lnTo>
                <a:lnTo>
                  <a:pt x="598461" y="124445"/>
                </a:lnTo>
                <a:lnTo>
                  <a:pt x="598652" y="124589"/>
                </a:lnTo>
                <a:lnTo>
                  <a:pt x="598836" y="124736"/>
                </a:lnTo>
                <a:lnTo>
                  <a:pt x="599011" y="124886"/>
                </a:lnTo>
                <a:lnTo>
                  <a:pt x="599179" y="125039"/>
                </a:lnTo>
                <a:lnTo>
                  <a:pt x="599340" y="125195"/>
                </a:lnTo>
                <a:lnTo>
                  <a:pt x="599492" y="125354"/>
                </a:lnTo>
                <a:lnTo>
                  <a:pt x="599637" y="125517"/>
                </a:lnTo>
                <a:lnTo>
                  <a:pt x="599775" y="125682"/>
                </a:lnTo>
                <a:lnTo>
                  <a:pt x="599907" y="125851"/>
                </a:lnTo>
                <a:lnTo>
                  <a:pt x="600033" y="126023"/>
                </a:lnTo>
                <a:lnTo>
                  <a:pt x="600154" y="126198"/>
                </a:lnTo>
                <a:lnTo>
                  <a:pt x="600268" y="126376"/>
                </a:lnTo>
                <a:lnTo>
                  <a:pt x="600377" y="126557"/>
                </a:lnTo>
                <a:lnTo>
                  <a:pt x="600480" y="126741"/>
                </a:lnTo>
                <a:lnTo>
                  <a:pt x="600576" y="126929"/>
                </a:lnTo>
                <a:lnTo>
                  <a:pt x="600667" y="127119"/>
                </a:lnTo>
                <a:lnTo>
                  <a:pt x="600753" y="127313"/>
                </a:lnTo>
                <a:lnTo>
                  <a:pt x="600832" y="127509"/>
                </a:lnTo>
                <a:lnTo>
                  <a:pt x="600905" y="127709"/>
                </a:lnTo>
                <a:lnTo>
                  <a:pt x="600973" y="127912"/>
                </a:lnTo>
                <a:lnTo>
                  <a:pt x="601034" y="128118"/>
                </a:lnTo>
                <a:lnTo>
                  <a:pt x="601090" y="128327"/>
                </a:lnTo>
                <a:lnTo>
                  <a:pt x="601140" y="128539"/>
                </a:lnTo>
                <a:lnTo>
                  <a:pt x="601184" y="128754"/>
                </a:lnTo>
                <a:lnTo>
                  <a:pt x="601222" y="128973"/>
                </a:lnTo>
                <a:lnTo>
                  <a:pt x="601255" y="129194"/>
                </a:lnTo>
                <a:lnTo>
                  <a:pt x="601281" y="129419"/>
                </a:lnTo>
                <a:lnTo>
                  <a:pt x="601302" y="129646"/>
                </a:lnTo>
                <a:lnTo>
                  <a:pt x="601316" y="129877"/>
                </a:lnTo>
                <a:lnTo>
                  <a:pt x="601325" y="130111"/>
                </a:lnTo>
                <a:lnTo>
                  <a:pt x="601328" y="130348"/>
                </a:lnTo>
                <a:lnTo>
                  <a:pt x="601320" y="130718"/>
                </a:lnTo>
                <a:lnTo>
                  <a:pt x="601294" y="131084"/>
                </a:lnTo>
                <a:lnTo>
                  <a:pt x="601252" y="131445"/>
                </a:lnTo>
                <a:lnTo>
                  <a:pt x="601192" y="131801"/>
                </a:lnTo>
                <a:lnTo>
                  <a:pt x="601116" y="132152"/>
                </a:lnTo>
                <a:lnTo>
                  <a:pt x="601022" y="132499"/>
                </a:lnTo>
                <a:lnTo>
                  <a:pt x="600912" y="132841"/>
                </a:lnTo>
                <a:lnTo>
                  <a:pt x="600784" y="133179"/>
                </a:lnTo>
                <a:lnTo>
                  <a:pt x="600640" y="133512"/>
                </a:lnTo>
                <a:lnTo>
                  <a:pt x="600478" y="133840"/>
                </a:lnTo>
                <a:lnTo>
                  <a:pt x="600300" y="134164"/>
                </a:lnTo>
                <a:lnTo>
                  <a:pt x="600104" y="134483"/>
                </a:lnTo>
                <a:lnTo>
                  <a:pt x="599892" y="134797"/>
                </a:lnTo>
                <a:lnTo>
                  <a:pt x="599662" y="135107"/>
                </a:lnTo>
                <a:lnTo>
                  <a:pt x="599416" y="135412"/>
                </a:lnTo>
                <a:lnTo>
                  <a:pt x="599152" y="135712"/>
                </a:lnTo>
                <a:lnTo>
                  <a:pt x="598872" y="136008"/>
                </a:lnTo>
                <a:lnTo>
                  <a:pt x="598574" y="136299"/>
                </a:lnTo>
                <a:lnTo>
                  <a:pt x="598260" y="136585"/>
                </a:lnTo>
                <a:lnTo>
                  <a:pt x="597928" y="136867"/>
                </a:lnTo>
                <a:lnTo>
                  <a:pt x="597580" y="137144"/>
                </a:lnTo>
                <a:lnTo>
                  <a:pt x="597215" y="137416"/>
                </a:lnTo>
                <a:lnTo>
                  <a:pt x="596832" y="137684"/>
                </a:lnTo>
                <a:lnTo>
                  <a:pt x="596433" y="137947"/>
                </a:lnTo>
                <a:lnTo>
                  <a:pt x="596012" y="138202"/>
                </a:lnTo>
                <a:lnTo>
                  <a:pt x="595568" y="138447"/>
                </a:lnTo>
                <a:lnTo>
                  <a:pt x="595099" y="138680"/>
                </a:lnTo>
                <a:lnTo>
                  <a:pt x="594606" y="138903"/>
                </a:lnTo>
                <a:lnTo>
                  <a:pt x="594088" y="139115"/>
                </a:lnTo>
                <a:lnTo>
                  <a:pt x="593545" y="139316"/>
                </a:lnTo>
                <a:lnTo>
                  <a:pt x="592979" y="139506"/>
                </a:lnTo>
                <a:lnTo>
                  <a:pt x="592388" y="139685"/>
                </a:lnTo>
                <a:lnTo>
                  <a:pt x="591772" y="139854"/>
                </a:lnTo>
                <a:lnTo>
                  <a:pt x="591132" y="140011"/>
                </a:lnTo>
                <a:lnTo>
                  <a:pt x="590468" y="140158"/>
                </a:lnTo>
                <a:lnTo>
                  <a:pt x="589779" y="140294"/>
                </a:lnTo>
                <a:lnTo>
                  <a:pt x="589066" y="140419"/>
                </a:lnTo>
                <a:lnTo>
                  <a:pt x="588329" y="140533"/>
                </a:lnTo>
                <a:lnTo>
                  <a:pt x="587567" y="140636"/>
                </a:lnTo>
                <a:lnTo>
                  <a:pt x="586780" y="140728"/>
                </a:lnTo>
                <a:lnTo>
                  <a:pt x="585970" y="140810"/>
                </a:lnTo>
                <a:lnTo>
                  <a:pt x="585134" y="140881"/>
                </a:lnTo>
                <a:lnTo>
                  <a:pt x="584275" y="140940"/>
                </a:lnTo>
                <a:lnTo>
                  <a:pt x="583391" y="140989"/>
                </a:lnTo>
                <a:lnTo>
                  <a:pt x="582482" y="141027"/>
                </a:lnTo>
                <a:lnTo>
                  <a:pt x="581549" y="141054"/>
                </a:lnTo>
                <a:lnTo>
                  <a:pt x="580592" y="141071"/>
                </a:lnTo>
                <a:lnTo>
                  <a:pt x="579610" y="141076"/>
                </a:lnTo>
                <a:lnTo>
                  <a:pt x="578753" y="141071"/>
                </a:lnTo>
                <a:lnTo>
                  <a:pt x="577915" y="141054"/>
                </a:lnTo>
                <a:lnTo>
                  <a:pt x="577097" y="141026"/>
                </a:lnTo>
                <a:lnTo>
                  <a:pt x="576300" y="140987"/>
                </a:lnTo>
                <a:lnTo>
                  <a:pt x="575522" y="140936"/>
                </a:lnTo>
                <a:close/>
                <a:moveTo>
                  <a:pt x="465897" y="62208"/>
                </a:moveTo>
                <a:lnTo>
                  <a:pt x="466224" y="61826"/>
                </a:lnTo>
                <a:lnTo>
                  <a:pt x="466556" y="61449"/>
                </a:lnTo>
                <a:lnTo>
                  <a:pt x="466892" y="61077"/>
                </a:lnTo>
                <a:lnTo>
                  <a:pt x="467233" y="60710"/>
                </a:lnTo>
                <a:lnTo>
                  <a:pt x="467578" y="60348"/>
                </a:lnTo>
                <a:lnTo>
                  <a:pt x="467927" y="59991"/>
                </a:lnTo>
                <a:lnTo>
                  <a:pt x="468281" y="59639"/>
                </a:lnTo>
                <a:lnTo>
                  <a:pt x="468640" y="59292"/>
                </a:lnTo>
                <a:lnTo>
                  <a:pt x="469003" y="58950"/>
                </a:lnTo>
                <a:lnTo>
                  <a:pt x="469371" y="58614"/>
                </a:lnTo>
                <a:lnTo>
                  <a:pt x="469743" y="58282"/>
                </a:lnTo>
                <a:lnTo>
                  <a:pt x="470119" y="57955"/>
                </a:lnTo>
                <a:lnTo>
                  <a:pt x="470500" y="57633"/>
                </a:lnTo>
                <a:lnTo>
                  <a:pt x="470886" y="57317"/>
                </a:lnTo>
                <a:lnTo>
                  <a:pt x="471276" y="57005"/>
                </a:lnTo>
                <a:lnTo>
                  <a:pt x="471670" y="56698"/>
                </a:lnTo>
                <a:lnTo>
                  <a:pt x="472069" y="56396"/>
                </a:lnTo>
                <a:lnTo>
                  <a:pt x="472472" y="56100"/>
                </a:lnTo>
                <a:lnTo>
                  <a:pt x="472880" y="55808"/>
                </a:lnTo>
                <a:lnTo>
                  <a:pt x="473293" y="55522"/>
                </a:lnTo>
                <a:lnTo>
                  <a:pt x="473709" y="55240"/>
                </a:lnTo>
                <a:lnTo>
                  <a:pt x="474132" y="54967"/>
                </a:lnTo>
                <a:lnTo>
                  <a:pt x="474561" y="54705"/>
                </a:lnTo>
                <a:lnTo>
                  <a:pt x="474998" y="54455"/>
                </a:lnTo>
                <a:lnTo>
                  <a:pt x="475441" y="54217"/>
                </a:lnTo>
                <a:lnTo>
                  <a:pt x="475892" y="53990"/>
                </a:lnTo>
                <a:lnTo>
                  <a:pt x="476349" y="53775"/>
                </a:lnTo>
                <a:lnTo>
                  <a:pt x="476813" y="53571"/>
                </a:lnTo>
                <a:lnTo>
                  <a:pt x="477284" y="53379"/>
                </a:lnTo>
                <a:lnTo>
                  <a:pt x="477763" y="53199"/>
                </a:lnTo>
                <a:lnTo>
                  <a:pt x="478248" y="53031"/>
                </a:lnTo>
                <a:lnTo>
                  <a:pt x="478740" y="52874"/>
                </a:lnTo>
                <a:lnTo>
                  <a:pt x="479239" y="52728"/>
                </a:lnTo>
                <a:lnTo>
                  <a:pt x="479745" y="52595"/>
                </a:lnTo>
                <a:lnTo>
                  <a:pt x="480258" y="52473"/>
                </a:lnTo>
                <a:lnTo>
                  <a:pt x="480778" y="52362"/>
                </a:lnTo>
                <a:lnTo>
                  <a:pt x="481305" y="52263"/>
                </a:lnTo>
                <a:lnTo>
                  <a:pt x="481838" y="52176"/>
                </a:lnTo>
                <a:lnTo>
                  <a:pt x="482379" y="52100"/>
                </a:lnTo>
                <a:lnTo>
                  <a:pt x="482927" y="52036"/>
                </a:lnTo>
                <a:lnTo>
                  <a:pt x="483482" y="51984"/>
                </a:lnTo>
                <a:lnTo>
                  <a:pt x="484043" y="51943"/>
                </a:lnTo>
                <a:lnTo>
                  <a:pt x="484612" y="51914"/>
                </a:lnTo>
                <a:lnTo>
                  <a:pt x="485187" y="51897"/>
                </a:lnTo>
                <a:lnTo>
                  <a:pt x="485770" y="51891"/>
                </a:lnTo>
                <a:lnTo>
                  <a:pt x="486160" y="51895"/>
                </a:lnTo>
                <a:lnTo>
                  <a:pt x="486543" y="51905"/>
                </a:lnTo>
                <a:lnTo>
                  <a:pt x="486921" y="51922"/>
                </a:lnTo>
                <a:lnTo>
                  <a:pt x="487292" y="51946"/>
                </a:lnTo>
                <a:lnTo>
                  <a:pt x="487656" y="51978"/>
                </a:lnTo>
                <a:lnTo>
                  <a:pt x="488014" y="52016"/>
                </a:lnTo>
                <a:lnTo>
                  <a:pt x="488366" y="52061"/>
                </a:lnTo>
                <a:lnTo>
                  <a:pt x="488712" y="52112"/>
                </a:lnTo>
                <a:lnTo>
                  <a:pt x="489051" y="52171"/>
                </a:lnTo>
                <a:lnTo>
                  <a:pt x="489384" y="52237"/>
                </a:lnTo>
                <a:lnTo>
                  <a:pt x="489711" y="52309"/>
                </a:lnTo>
                <a:lnTo>
                  <a:pt x="490031" y="52389"/>
                </a:lnTo>
                <a:lnTo>
                  <a:pt x="490345" y="52475"/>
                </a:lnTo>
                <a:lnTo>
                  <a:pt x="490653" y="52569"/>
                </a:lnTo>
                <a:lnTo>
                  <a:pt x="490954" y="52669"/>
                </a:lnTo>
                <a:lnTo>
                  <a:pt x="491249" y="52776"/>
                </a:lnTo>
                <a:lnTo>
                  <a:pt x="491537" y="52890"/>
                </a:lnTo>
                <a:lnTo>
                  <a:pt x="491820" y="53011"/>
                </a:lnTo>
                <a:lnTo>
                  <a:pt x="492095" y="53139"/>
                </a:lnTo>
                <a:lnTo>
                  <a:pt x="492365" y="53274"/>
                </a:lnTo>
                <a:lnTo>
                  <a:pt x="492628" y="53416"/>
                </a:lnTo>
                <a:lnTo>
                  <a:pt x="492885" y="53565"/>
                </a:lnTo>
                <a:lnTo>
                  <a:pt x="493136" y="53720"/>
                </a:lnTo>
                <a:lnTo>
                  <a:pt x="493380" y="53883"/>
                </a:lnTo>
                <a:lnTo>
                  <a:pt x="493618" y="54051"/>
                </a:lnTo>
                <a:lnTo>
                  <a:pt x="493851" y="54226"/>
                </a:lnTo>
                <a:lnTo>
                  <a:pt x="494079" y="54406"/>
                </a:lnTo>
                <a:lnTo>
                  <a:pt x="494301" y="54592"/>
                </a:lnTo>
                <a:lnTo>
                  <a:pt x="494518" y="54783"/>
                </a:lnTo>
                <a:lnTo>
                  <a:pt x="494729" y="54980"/>
                </a:lnTo>
                <a:lnTo>
                  <a:pt x="494935" y="55183"/>
                </a:lnTo>
                <a:lnTo>
                  <a:pt x="495135" y="55391"/>
                </a:lnTo>
                <a:lnTo>
                  <a:pt x="495330" y="55605"/>
                </a:lnTo>
                <a:lnTo>
                  <a:pt x="495520" y="55825"/>
                </a:lnTo>
                <a:lnTo>
                  <a:pt x="495704" y="56050"/>
                </a:lnTo>
                <a:lnTo>
                  <a:pt x="495883" y="56281"/>
                </a:lnTo>
                <a:lnTo>
                  <a:pt x="496057" y="56518"/>
                </a:lnTo>
                <a:lnTo>
                  <a:pt x="496225" y="56760"/>
                </a:lnTo>
                <a:lnTo>
                  <a:pt x="496387" y="57008"/>
                </a:lnTo>
                <a:lnTo>
                  <a:pt x="496545" y="57261"/>
                </a:lnTo>
                <a:lnTo>
                  <a:pt x="496696" y="57520"/>
                </a:lnTo>
                <a:lnTo>
                  <a:pt x="496843" y="57785"/>
                </a:lnTo>
                <a:lnTo>
                  <a:pt x="496984" y="58056"/>
                </a:lnTo>
                <a:lnTo>
                  <a:pt x="497119" y="58332"/>
                </a:lnTo>
                <a:lnTo>
                  <a:pt x="497250" y="58614"/>
                </a:lnTo>
                <a:lnTo>
                  <a:pt x="497374" y="58901"/>
                </a:lnTo>
                <a:lnTo>
                  <a:pt x="497494" y="59194"/>
                </a:lnTo>
                <a:lnTo>
                  <a:pt x="497608" y="59493"/>
                </a:lnTo>
                <a:lnTo>
                  <a:pt x="497717" y="59796"/>
                </a:lnTo>
                <a:lnTo>
                  <a:pt x="497821" y="60104"/>
                </a:lnTo>
                <a:lnTo>
                  <a:pt x="497921" y="60416"/>
                </a:lnTo>
                <a:lnTo>
                  <a:pt x="498016" y="60732"/>
                </a:lnTo>
                <a:lnTo>
                  <a:pt x="498106" y="61052"/>
                </a:lnTo>
                <a:lnTo>
                  <a:pt x="498192" y="61376"/>
                </a:lnTo>
                <a:lnTo>
                  <a:pt x="498273" y="61704"/>
                </a:lnTo>
                <a:lnTo>
                  <a:pt x="498349" y="62036"/>
                </a:lnTo>
                <a:lnTo>
                  <a:pt x="498421" y="62373"/>
                </a:lnTo>
                <a:lnTo>
                  <a:pt x="498489" y="62713"/>
                </a:lnTo>
                <a:lnTo>
                  <a:pt x="498551" y="63058"/>
                </a:lnTo>
                <a:lnTo>
                  <a:pt x="498609" y="63406"/>
                </a:lnTo>
                <a:lnTo>
                  <a:pt x="498662" y="63759"/>
                </a:lnTo>
                <a:lnTo>
                  <a:pt x="498711" y="64116"/>
                </a:lnTo>
                <a:lnTo>
                  <a:pt x="498755" y="64477"/>
                </a:lnTo>
                <a:lnTo>
                  <a:pt x="498795" y="64842"/>
                </a:lnTo>
                <a:lnTo>
                  <a:pt x="498829" y="65211"/>
                </a:lnTo>
                <a:lnTo>
                  <a:pt x="498859" y="65584"/>
                </a:lnTo>
                <a:lnTo>
                  <a:pt x="498885" y="65962"/>
                </a:lnTo>
                <a:lnTo>
                  <a:pt x="498906" y="66343"/>
                </a:lnTo>
                <a:lnTo>
                  <a:pt x="498922" y="66729"/>
                </a:lnTo>
                <a:lnTo>
                  <a:pt x="498934" y="67118"/>
                </a:lnTo>
                <a:lnTo>
                  <a:pt x="498941" y="67512"/>
                </a:lnTo>
                <a:lnTo>
                  <a:pt x="498943" y="67910"/>
                </a:lnTo>
                <a:lnTo>
                  <a:pt x="498943" y="122296"/>
                </a:lnTo>
                <a:lnTo>
                  <a:pt x="522352" y="122296"/>
                </a:lnTo>
                <a:lnTo>
                  <a:pt x="522352" y="65034"/>
                </a:lnTo>
                <a:lnTo>
                  <a:pt x="522339" y="63739"/>
                </a:lnTo>
                <a:lnTo>
                  <a:pt x="522301" y="62471"/>
                </a:lnTo>
                <a:lnTo>
                  <a:pt x="522238" y="61229"/>
                </a:lnTo>
                <a:lnTo>
                  <a:pt x="522149" y="60013"/>
                </a:lnTo>
                <a:lnTo>
                  <a:pt x="522035" y="58823"/>
                </a:lnTo>
                <a:lnTo>
                  <a:pt x="521896" y="57659"/>
                </a:lnTo>
                <a:lnTo>
                  <a:pt x="521731" y="56521"/>
                </a:lnTo>
                <a:lnTo>
                  <a:pt x="521541" y="55410"/>
                </a:lnTo>
                <a:lnTo>
                  <a:pt x="521325" y="54325"/>
                </a:lnTo>
                <a:lnTo>
                  <a:pt x="521085" y="53266"/>
                </a:lnTo>
                <a:lnTo>
                  <a:pt x="520818" y="52233"/>
                </a:lnTo>
                <a:lnTo>
                  <a:pt x="520527" y="51226"/>
                </a:lnTo>
                <a:lnTo>
                  <a:pt x="520210" y="50245"/>
                </a:lnTo>
                <a:lnTo>
                  <a:pt x="519868" y="49290"/>
                </a:lnTo>
                <a:lnTo>
                  <a:pt x="519501" y="48362"/>
                </a:lnTo>
                <a:lnTo>
                  <a:pt x="519108" y="47460"/>
                </a:lnTo>
                <a:lnTo>
                  <a:pt x="518690" y="46583"/>
                </a:lnTo>
                <a:lnTo>
                  <a:pt x="518246" y="45733"/>
                </a:lnTo>
                <a:lnTo>
                  <a:pt x="517777" y="44910"/>
                </a:lnTo>
                <a:lnTo>
                  <a:pt x="517283" y="44112"/>
                </a:lnTo>
                <a:lnTo>
                  <a:pt x="516764" y="43340"/>
                </a:lnTo>
                <a:lnTo>
                  <a:pt x="516219" y="42595"/>
                </a:lnTo>
                <a:lnTo>
                  <a:pt x="515649" y="41876"/>
                </a:lnTo>
                <a:lnTo>
                  <a:pt x="515053" y="41182"/>
                </a:lnTo>
                <a:lnTo>
                  <a:pt x="514435" y="40517"/>
                </a:lnTo>
                <a:lnTo>
                  <a:pt x="513795" y="39879"/>
                </a:lnTo>
                <a:lnTo>
                  <a:pt x="513135" y="39270"/>
                </a:lnTo>
                <a:lnTo>
                  <a:pt x="512455" y="38689"/>
                </a:lnTo>
                <a:lnTo>
                  <a:pt x="511753" y="38136"/>
                </a:lnTo>
                <a:lnTo>
                  <a:pt x="511031" y="37612"/>
                </a:lnTo>
                <a:lnTo>
                  <a:pt x="510288" y="37116"/>
                </a:lnTo>
                <a:lnTo>
                  <a:pt x="509525" y="36649"/>
                </a:lnTo>
                <a:lnTo>
                  <a:pt x="508741" y="36209"/>
                </a:lnTo>
                <a:lnTo>
                  <a:pt x="507936" y="35799"/>
                </a:lnTo>
                <a:lnTo>
                  <a:pt x="507110" y="35416"/>
                </a:lnTo>
                <a:lnTo>
                  <a:pt x="506264" y="35062"/>
                </a:lnTo>
                <a:lnTo>
                  <a:pt x="505397" y="34736"/>
                </a:lnTo>
                <a:lnTo>
                  <a:pt x="504509" y="34438"/>
                </a:lnTo>
                <a:lnTo>
                  <a:pt x="503600" y="34169"/>
                </a:lnTo>
                <a:lnTo>
                  <a:pt x="502671" y="33928"/>
                </a:lnTo>
                <a:lnTo>
                  <a:pt x="501721" y="33716"/>
                </a:lnTo>
                <a:lnTo>
                  <a:pt x="500751" y="33532"/>
                </a:lnTo>
                <a:lnTo>
                  <a:pt x="499760" y="33376"/>
                </a:lnTo>
                <a:lnTo>
                  <a:pt x="498748" y="33248"/>
                </a:lnTo>
                <a:lnTo>
                  <a:pt x="497715" y="33149"/>
                </a:lnTo>
                <a:lnTo>
                  <a:pt x="496661" y="33078"/>
                </a:lnTo>
                <a:lnTo>
                  <a:pt x="495587" y="33036"/>
                </a:lnTo>
                <a:lnTo>
                  <a:pt x="494493" y="33022"/>
                </a:lnTo>
                <a:lnTo>
                  <a:pt x="493551" y="33029"/>
                </a:lnTo>
                <a:lnTo>
                  <a:pt x="492623" y="33052"/>
                </a:lnTo>
                <a:lnTo>
                  <a:pt x="491711" y="33089"/>
                </a:lnTo>
                <a:lnTo>
                  <a:pt x="490814" y="33142"/>
                </a:lnTo>
                <a:lnTo>
                  <a:pt x="489931" y="33209"/>
                </a:lnTo>
                <a:lnTo>
                  <a:pt x="489063" y="33291"/>
                </a:lnTo>
                <a:lnTo>
                  <a:pt x="488210" y="33389"/>
                </a:lnTo>
                <a:lnTo>
                  <a:pt x="487372" y="33501"/>
                </a:lnTo>
                <a:lnTo>
                  <a:pt x="486549" y="33629"/>
                </a:lnTo>
                <a:lnTo>
                  <a:pt x="485740" y="33771"/>
                </a:lnTo>
                <a:lnTo>
                  <a:pt x="484947" y="33928"/>
                </a:lnTo>
                <a:lnTo>
                  <a:pt x="484168" y="34101"/>
                </a:lnTo>
                <a:lnTo>
                  <a:pt x="483404" y="34288"/>
                </a:lnTo>
                <a:lnTo>
                  <a:pt x="482655" y="34491"/>
                </a:lnTo>
                <a:lnTo>
                  <a:pt x="481920" y="34708"/>
                </a:lnTo>
                <a:lnTo>
                  <a:pt x="481201" y="34940"/>
                </a:lnTo>
                <a:lnTo>
                  <a:pt x="480496" y="35188"/>
                </a:lnTo>
                <a:lnTo>
                  <a:pt x="479806" y="35450"/>
                </a:lnTo>
                <a:lnTo>
                  <a:pt x="479131" y="35727"/>
                </a:lnTo>
                <a:lnTo>
                  <a:pt x="478471" y="36019"/>
                </a:lnTo>
                <a:lnTo>
                  <a:pt x="477826" y="36327"/>
                </a:lnTo>
                <a:lnTo>
                  <a:pt x="477195" y="36649"/>
                </a:lnTo>
                <a:lnTo>
                  <a:pt x="476580" y="36986"/>
                </a:lnTo>
                <a:lnTo>
                  <a:pt x="475979" y="37338"/>
                </a:lnTo>
                <a:lnTo>
                  <a:pt x="475390" y="37700"/>
                </a:lnTo>
                <a:lnTo>
                  <a:pt x="474811" y="38067"/>
                </a:lnTo>
                <a:lnTo>
                  <a:pt x="474242" y="38438"/>
                </a:lnTo>
                <a:lnTo>
                  <a:pt x="473682" y="38813"/>
                </a:lnTo>
                <a:lnTo>
                  <a:pt x="473132" y="39193"/>
                </a:lnTo>
                <a:lnTo>
                  <a:pt x="472591" y="39578"/>
                </a:lnTo>
                <a:lnTo>
                  <a:pt x="472060" y="39966"/>
                </a:lnTo>
                <a:lnTo>
                  <a:pt x="471539" y="40360"/>
                </a:lnTo>
                <a:lnTo>
                  <a:pt x="471027" y="40758"/>
                </a:lnTo>
                <a:lnTo>
                  <a:pt x="470524" y="41160"/>
                </a:lnTo>
                <a:lnTo>
                  <a:pt x="470031" y="41567"/>
                </a:lnTo>
                <a:lnTo>
                  <a:pt x="469548" y="41978"/>
                </a:lnTo>
                <a:lnTo>
                  <a:pt x="469075" y="42394"/>
                </a:lnTo>
                <a:lnTo>
                  <a:pt x="468611" y="42814"/>
                </a:lnTo>
                <a:lnTo>
                  <a:pt x="468156" y="43239"/>
                </a:lnTo>
                <a:lnTo>
                  <a:pt x="467711" y="43668"/>
                </a:lnTo>
                <a:lnTo>
                  <a:pt x="467276" y="44102"/>
                </a:lnTo>
                <a:lnTo>
                  <a:pt x="466850" y="44540"/>
                </a:lnTo>
                <a:lnTo>
                  <a:pt x="466434" y="44982"/>
                </a:lnTo>
                <a:lnTo>
                  <a:pt x="466028" y="45429"/>
                </a:lnTo>
                <a:lnTo>
                  <a:pt x="465631" y="45881"/>
                </a:lnTo>
                <a:lnTo>
                  <a:pt x="465243" y="46337"/>
                </a:lnTo>
                <a:lnTo>
                  <a:pt x="464865" y="46798"/>
                </a:lnTo>
                <a:lnTo>
                  <a:pt x="464497" y="47263"/>
                </a:lnTo>
                <a:lnTo>
                  <a:pt x="464052" y="34357"/>
                </a:lnTo>
                <a:lnTo>
                  <a:pt x="441355" y="34357"/>
                </a:lnTo>
                <a:lnTo>
                  <a:pt x="441355" y="122296"/>
                </a:lnTo>
                <a:lnTo>
                  <a:pt x="464942" y="122296"/>
                </a:lnTo>
                <a:lnTo>
                  <a:pt x="464942" y="63384"/>
                </a:lnTo>
                <a:lnTo>
                  <a:pt x="465256" y="62987"/>
                </a:lnTo>
                <a:lnTo>
                  <a:pt x="465574" y="62595"/>
                </a:lnTo>
                <a:lnTo>
                  <a:pt x="465897" y="62208"/>
                </a:lnTo>
                <a:close/>
                <a:moveTo>
                  <a:pt x="417019" y="122296"/>
                </a:moveTo>
                <a:lnTo>
                  <a:pt x="417019" y="34357"/>
                </a:lnTo>
                <a:lnTo>
                  <a:pt x="393433" y="34357"/>
                </a:lnTo>
                <a:lnTo>
                  <a:pt x="393433" y="122296"/>
                </a:lnTo>
                <a:lnTo>
                  <a:pt x="417019" y="122296"/>
                </a:lnTo>
                <a:close/>
                <a:moveTo>
                  <a:pt x="135179" y="123808"/>
                </a:moveTo>
                <a:lnTo>
                  <a:pt x="135938" y="123757"/>
                </a:lnTo>
                <a:lnTo>
                  <a:pt x="136690" y="123695"/>
                </a:lnTo>
                <a:lnTo>
                  <a:pt x="137433" y="123621"/>
                </a:lnTo>
                <a:lnTo>
                  <a:pt x="138169" y="123537"/>
                </a:lnTo>
                <a:lnTo>
                  <a:pt x="138897" y="123441"/>
                </a:lnTo>
                <a:lnTo>
                  <a:pt x="139617" y="123334"/>
                </a:lnTo>
                <a:lnTo>
                  <a:pt x="140329" y="123215"/>
                </a:lnTo>
                <a:lnTo>
                  <a:pt x="141034" y="123086"/>
                </a:lnTo>
                <a:lnTo>
                  <a:pt x="141731" y="122945"/>
                </a:lnTo>
                <a:lnTo>
                  <a:pt x="142421" y="122792"/>
                </a:lnTo>
                <a:lnTo>
                  <a:pt x="143102" y="122629"/>
                </a:lnTo>
                <a:lnTo>
                  <a:pt x="143776" y="122454"/>
                </a:lnTo>
                <a:lnTo>
                  <a:pt x="144442" y="122268"/>
                </a:lnTo>
                <a:lnTo>
                  <a:pt x="145101" y="122070"/>
                </a:lnTo>
                <a:lnTo>
                  <a:pt x="145751" y="121862"/>
                </a:lnTo>
                <a:lnTo>
                  <a:pt x="146394" y="121642"/>
                </a:lnTo>
                <a:lnTo>
                  <a:pt x="147030" y="121410"/>
                </a:lnTo>
                <a:lnTo>
                  <a:pt x="147657" y="121168"/>
                </a:lnTo>
                <a:lnTo>
                  <a:pt x="148277" y="120914"/>
                </a:lnTo>
                <a:lnTo>
                  <a:pt x="148889" y="120649"/>
                </a:lnTo>
                <a:lnTo>
                  <a:pt x="149494" y="120373"/>
                </a:lnTo>
                <a:lnTo>
                  <a:pt x="150093" y="120086"/>
                </a:lnTo>
                <a:lnTo>
                  <a:pt x="150686" y="119789"/>
                </a:lnTo>
                <a:lnTo>
                  <a:pt x="151272" y="119481"/>
                </a:lnTo>
                <a:lnTo>
                  <a:pt x="151853" y="119162"/>
                </a:lnTo>
                <a:lnTo>
                  <a:pt x="152427" y="118833"/>
                </a:lnTo>
                <a:lnTo>
                  <a:pt x="152995" y="118493"/>
                </a:lnTo>
                <a:lnTo>
                  <a:pt x="153557" y="118142"/>
                </a:lnTo>
                <a:lnTo>
                  <a:pt x="154113" y="117781"/>
                </a:lnTo>
                <a:lnTo>
                  <a:pt x="154662" y="117409"/>
                </a:lnTo>
                <a:lnTo>
                  <a:pt x="155205" y="117026"/>
                </a:lnTo>
                <a:lnTo>
                  <a:pt x="155743" y="116633"/>
                </a:lnTo>
                <a:lnTo>
                  <a:pt x="156274" y="116229"/>
                </a:lnTo>
                <a:lnTo>
                  <a:pt x="156798" y="115814"/>
                </a:lnTo>
                <a:lnTo>
                  <a:pt x="157317" y="115389"/>
                </a:lnTo>
                <a:lnTo>
                  <a:pt x="157829" y="114953"/>
                </a:lnTo>
                <a:lnTo>
                  <a:pt x="158336" y="114506"/>
                </a:lnTo>
                <a:lnTo>
                  <a:pt x="158836" y="114049"/>
                </a:lnTo>
                <a:lnTo>
                  <a:pt x="159329" y="113581"/>
                </a:lnTo>
                <a:lnTo>
                  <a:pt x="159817" y="113102"/>
                </a:lnTo>
                <a:lnTo>
                  <a:pt x="160299" y="112613"/>
                </a:lnTo>
                <a:lnTo>
                  <a:pt x="160774" y="112113"/>
                </a:lnTo>
                <a:lnTo>
                  <a:pt x="161243" y="111602"/>
                </a:lnTo>
                <a:lnTo>
                  <a:pt x="161706" y="111081"/>
                </a:lnTo>
                <a:lnTo>
                  <a:pt x="162418" y="122296"/>
                </a:lnTo>
                <a:lnTo>
                  <a:pt x="184492" y="122296"/>
                </a:lnTo>
                <a:lnTo>
                  <a:pt x="184492" y="63290"/>
                </a:lnTo>
                <a:lnTo>
                  <a:pt x="184487" y="62559"/>
                </a:lnTo>
                <a:lnTo>
                  <a:pt x="184473" y="61839"/>
                </a:lnTo>
                <a:lnTo>
                  <a:pt x="184449" y="61128"/>
                </a:lnTo>
                <a:lnTo>
                  <a:pt x="184415" y="60428"/>
                </a:lnTo>
                <a:lnTo>
                  <a:pt x="184372" y="59738"/>
                </a:lnTo>
                <a:lnTo>
                  <a:pt x="184319" y="59058"/>
                </a:lnTo>
                <a:lnTo>
                  <a:pt x="184257" y="58389"/>
                </a:lnTo>
                <a:lnTo>
                  <a:pt x="184185" y="57729"/>
                </a:lnTo>
                <a:lnTo>
                  <a:pt x="184104" y="57080"/>
                </a:lnTo>
                <a:lnTo>
                  <a:pt x="184013" y="56441"/>
                </a:lnTo>
                <a:lnTo>
                  <a:pt x="183912" y="55812"/>
                </a:lnTo>
                <a:lnTo>
                  <a:pt x="183802" y="55193"/>
                </a:lnTo>
                <a:lnTo>
                  <a:pt x="183682" y="54585"/>
                </a:lnTo>
                <a:lnTo>
                  <a:pt x="183553" y="53986"/>
                </a:lnTo>
                <a:lnTo>
                  <a:pt x="183414" y="53398"/>
                </a:lnTo>
                <a:lnTo>
                  <a:pt x="183266" y="52820"/>
                </a:lnTo>
                <a:lnTo>
                  <a:pt x="183107" y="52252"/>
                </a:lnTo>
                <a:lnTo>
                  <a:pt x="182940" y="51694"/>
                </a:lnTo>
                <a:lnTo>
                  <a:pt x="182763" y="51147"/>
                </a:lnTo>
                <a:lnTo>
                  <a:pt x="182576" y="50610"/>
                </a:lnTo>
                <a:lnTo>
                  <a:pt x="182379" y="50082"/>
                </a:lnTo>
                <a:lnTo>
                  <a:pt x="182173" y="49565"/>
                </a:lnTo>
                <a:lnTo>
                  <a:pt x="181958" y="49058"/>
                </a:lnTo>
                <a:lnTo>
                  <a:pt x="181733" y="48562"/>
                </a:lnTo>
                <a:lnTo>
                  <a:pt x="181499" y="48074"/>
                </a:lnTo>
                <a:lnTo>
                  <a:pt x="181257" y="47595"/>
                </a:lnTo>
                <a:lnTo>
                  <a:pt x="181007" y="47125"/>
                </a:lnTo>
                <a:lnTo>
                  <a:pt x="180750" y="46663"/>
                </a:lnTo>
                <a:lnTo>
                  <a:pt x="180484" y="46210"/>
                </a:lnTo>
                <a:lnTo>
                  <a:pt x="180211" y="45766"/>
                </a:lnTo>
                <a:lnTo>
                  <a:pt x="179930" y="45330"/>
                </a:lnTo>
                <a:lnTo>
                  <a:pt x="179641" y="44903"/>
                </a:lnTo>
                <a:lnTo>
                  <a:pt x="179344" y="44484"/>
                </a:lnTo>
                <a:lnTo>
                  <a:pt x="179039" y="44074"/>
                </a:lnTo>
                <a:lnTo>
                  <a:pt x="178727" y="43672"/>
                </a:lnTo>
                <a:lnTo>
                  <a:pt x="178406" y="43280"/>
                </a:lnTo>
                <a:lnTo>
                  <a:pt x="178078" y="42895"/>
                </a:lnTo>
                <a:lnTo>
                  <a:pt x="177741" y="42520"/>
                </a:lnTo>
                <a:lnTo>
                  <a:pt x="177397" y="42153"/>
                </a:lnTo>
                <a:lnTo>
                  <a:pt x="177045" y="41795"/>
                </a:lnTo>
                <a:lnTo>
                  <a:pt x="176685" y="41445"/>
                </a:lnTo>
                <a:lnTo>
                  <a:pt x="176317" y="41104"/>
                </a:lnTo>
                <a:lnTo>
                  <a:pt x="175941" y="40771"/>
                </a:lnTo>
                <a:lnTo>
                  <a:pt x="175558" y="40448"/>
                </a:lnTo>
                <a:lnTo>
                  <a:pt x="175166" y="40132"/>
                </a:lnTo>
                <a:lnTo>
                  <a:pt x="174767" y="39826"/>
                </a:lnTo>
                <a:lnTo>
                  <a:pt x="174360" y="39528"/>
                </a:lnTo>
                <a:lnTo>
                  <a:pt x="173945" y="39238"/>
                </a:lnTo>
                <a:lnTo>
                  <a:pt x="173522" y="38956"/>
                </a:lnTo>
                <a:lnTo>
                  <a:pt x="173094" y="38682"/>
                </a:lnTo>
                <a:lnTo>
                  <a:pt x="172659" y="38414"/>
                </a:lnTo>
                <a:lnTo>
                  <a:pt x="172218" y="38153"/>
                </a:lnTo>
                <a:lnTo>
                  <a:pt x="171770" y="37900"/>
                </a:lnTo>
                <a:lnTo>
                  <a:pt x="171316" y="37653"/>
                </a:lnTo>
                <a:lnTo>
                  <a:pt x="170856" y="37413"/>
                </a:lnTo>
                <a:lnTo>
                  <a:pt x="170389" y="37181"/>
                </a:lnTo>
                <a:lnTo>
                  <a:pt x="169916" y="36955"/>
                </a:lnTo>
                <a:lnTo>
                  <a:pt x="169437" y="36737"/>
                </a:lnTo>
                <a:lnTo>
                  <a:pt x="168951" y="36525"/>
                </a:lnTo>
                <a:lnTo>
                  <a:pt x="168459" y="36321"/>
                </a:lnTo>
                <a:lnTo>
                  <a:pt x="167961" y="36124"/>
                </a:lnTo>
                <a:lnTo>
                  <a:pt x="167457" y="35934"/>
                </a:lnTo>
                <a:lnTo>
                  <a:pt x="166946" y="35750"/>
                </a:lnTo>
                <a:lnTo>
                  <a:pt x="166428" y="35574"/>
                </a:lnTo>
                <a:lnTo>
                  <a:pt x="165905" y="35405"/>
                </a:lnTo>
                <a:lnTo>
                  <a:pt x="165375" y="35243"/>
                </a:lnTo>
                <a:lnTo>
                  <a:pt x="164839" y="35088"/>
                </a:lnTo>
                <a:lnTo>
                  <a:pt x="164296" y="34940"/>
                </a:lnTo>
                <a:lnTo>
                  <a:pt x="163747" y="34799"/>
                </a:lnTo>
                <a:lnTo>
                  <a:pt x="163192" y="34665"/>
                </a:lnTo>
                <a:lnTo>
                  <a:pt x="162630" y="34538"/>
                </a:lnTo>
                <a:lnTo>
                  <a:pt x="162062" y="34418"/>
                </a:lnTo>
                <a:lnTo>
                  <a:pt x="161488" y="34304"/>
                </a:lnTo>
                <a:lnTo>
                  <a:pt x="160910" y="34195"/>
                </a:lnTo>
                <a:lnTo>
                  <a:pt x="160326" y="34091"/>
                </a:lnTo>
                <a:lnTo>
                  <a:pt x="159738" y="33991"/>
                </a:lnTo>
                <a:lnTo>
                  <a:pt x="159145" y="33897"/>
                </a:lnTo>
                <a:lnTo>
                  <a:pt x="158546" y="33807"/>
                </a:lnTo>
                <a:lnTo>
                  <a:pt x="157943" y="33722"/>
                </a:lnTo>
                <a:lnTo>
                  <a:pt x="157335" y="33642"/>
                </a:lnTo>
                <a:lnTo>
                  <a:pt x="156722" y="33567"/>
                </a:lnTo>
                <a:lnTo>
                  <a:pt x="156104" y="33497"/>
                </a:lnTo>
                <a:lnTo>
                  <a:pt x="155481" y="33431"/>
                </a:lnTo>
                <a:lnTo>
                  <a:pt x="154853" y="33371"/>
                </a:lnTo>
                <a:lnTo>
                  <a:pt x="154220" y="33315"/>
                </a:lnTo>
                <a:lnTo>
                  <a:pt x="153582" y="33264"/>
                </a:lnTo>
                <a:lnTo>
                  <a:pt x="152939" y="33218"/>
                </a:lnTo>
                <a:lnTo>
                  <a:pt x="152291" y="33177"/>
                </a:lnTo>
                <a:lnTo>
                  <a:pt x="151638" y="33140"/>
                </a:lnTo>
                <a:lnTo>
                  <a:pt x="150981" y="33109"/>
                </a:lnTo>
                <a:lnTo>
                  <a:pt x="150318" y="33082"/>
                </a:lnTo>
                <a:lnTo>
                  <a:pt x="149651" y="33060"/>
                </a:lnTo>
                <a:lnTo>
                  <a:pt x="148978" y="33043"/>
                </a:lnTo>
                <a:lnTo>
                  <a:pt x="148301" y="33031"/>
                </a:lnTo>
                <a:lnTo>
                  <a:pt x="147618" y="33024"/>
                </a:lnTo>
                <a:lnTo>
                  <a:pt x="146931" y="33022"/>
                </a:lnTo>
                <a:lnTo>
                  <a:pt x="145994" y="33027"/>
                </a:lnTo>
                <a:lnTo>
                  <a:pt x="145066" y="33042"/>
                </a:lnTo>
                <a:lnTo>
                  <a:pt x="144147" y="33067"/>
                </a:lnTo>
                <a:lnTo>
                  <a:pt x="143238" y="33102"/>
                </a:lnTo>
                <a:lnTo>
                  <a:pt x="142339" y="33147"/>
                </a:lnTo>
                <a:lnTo>
                  <a:pt x="141449" y="33202"/>
                </a:lnTo>
                <a:lnTo>
                  <a:pt x="140568" y="33267"/>
                </a:lnTo>
                <a:lnTo>
                  <a:pt x="139697" y="33342"/>
                </a:lnTo>
                <a:lnTo>
                  <a:pt x="138835" y="33427"/>
                </a:lnTo>
                <a:lnTo>
                  <a:pt x="137982" y="33522"/>
                </a:lnTo>
                <a:lnTo>
                  <a:pt x="137139" y="33628"/>
                </a:lnTo>
                <a:lnTo>
                  <a:pt x="136306" y="33743"/>
                </a:lnTo>
                <a:lnTo>
                  <a:pt x="135482" y="33868"/>
                </a:lnTo>
                <a:lnTo>
                  <a:pt x="134667" y="34003"/>
                </a:lnTo>
                <a:lnTo>
                  <a:pt x="133861" y="34148"/>
                </a:lnTo>
                <a:lnTo>
                  <a:pt x="133066" y="34304"/>
                </a:lnTo>
                <a:lnTo>
                  <a:pt x="132279" y="34469"/>
                </a:lnTo>
                <a:lnTo>
                  <a:pt x="131502" y="34644"/>
                </a:lnTo>
                <a:lnTo>
                  <a:pt x="130734" y="34829"/>
                </a:lnTo>
                <a:lnTo>
                  <a:pt x="129976" y="35025"/>
                </a:lnTo>
                <a:lnTo>
                  <a:pt x="129228" y="35230"/>
                </a:lnTo>
                <a:lnTo>
                  <a:pt x="128488" y="35445"/>
                </a:lnTo>
                <a:lnTo>
                  <a:pt x="127758" y="35671"/>
                </a:lnTo>
                <a:lnTo>
                  <a:pt x="127038" y="35906"/>
                </a:lnTo>
                <a:lnTo>
                  <a:pt x="126329" y="36153"/>
                </a:lnTo>
                <a:lnTo>
                  <a:pt x="125632" y="36412"/>
                </a:lnTo>
                <a:lnTo>
                  <a:pt x="124949" y="36685"/>
                </a:lnTo>
                <a:lnTo>
                  <a:pt x="124279" y="36970"/>
                </a:lnTo>
                <a:lnTo>
                  <a:pt x="123621" y="37268"/>
                </a:lnTo>
                <a:lnTo>
                  <a:pt x="122977" y="37579"/>
                </a:lnTo>
                <a:lnTo>
                  <a:pt x="122345" y="37903"/>
                </a:lnTo>
                <a:lnTo>
                  <a:pt x="121727" y="38240"/>
                </a:lnTo>
                <a:lnTo>
                  <a:pt x="121122" y="38590"/>
                </a:lnTo>
                <a:lnTo>
                  <a:pt x="120529" y="38952"/>
                </a:lnTo>
                <a:lnTo>
                  <a:pt x="119950" y="39327"/>
                </a:lnTo>
                <a:lnTo>
                  <a:pt x="119383" y="39715"/>
                </a:lnTo>
                <a:lnTo>
                  <a:pt x="118830" y="40116"/>
                </a:lnTo>
                <a:lnTo>
                  <a:pt x="118289" y="40530"/>
                </a:lnTo>
                <a:lnTo>
                  <a:pt x="117762" y="40957"/>
                </a:lnTo>
                <a:lnTo>
                  <a:pt x="117247" y="41396"/>
                </a:lnTo>
                <a:lnTo>
                  <a:pt x="116745" y="41848"/>
                </a:lnTo>
                <a:lnTo>
                  <a:pt x="116257" y="42313"/>
                </a:lnTo>
                <a:lnTo>
                  <a:pt x="115781" y="42791"/>
                </a:lnTo>
                <a:lnTo>
                  <a:pt x="115319" y="43282"/>
                </a:lnTo>
                <a:lnTo>
                  <a:pt x="114869" y="43786"/>
                </a:lnTo>
                <a:lnTo>
                  <a:pt x="114432" y="44303"/>
                </a:lnTo>
                <a:lnTo>
                  <a:pt x="114008" y="44832"/>
                </a:lnTo>
                <a:lnTo>
                  <a:pt x="113598" y="45374"/>
                </a:lnTo>
                <a:lnTo>
                  <a:pt x="113202" y="45931"/>
                </a:lnTo>
                <a:lnTo>
                  <a:pt x="112823" y="46503"/>
                </a:lnTo>
                <a:lnTo>
                  <a:pt x="112461" y="47093"/>
                </a:lnTo>
                <a:lnTo>
                  <a:pt x="112116" y="47698"/>
                </a:lnTo>
                <a:lnTo>
                  <a:pt x="111787" y="48320"/>
                </a:lnTo>
                <a:lnTo>
                  <a:pt x="111475" y="48958"/>
                </a:lnTo>
                <a:lnTo>
                  <a:pt x="111181" y="49612"/>
                </a:lnTo>
                <a:lnTo>
                  <a:pt x="110903" y="50282"/>
                </a:lnTo>
                <a:lnTo>
                  <a:pt x="110642" y="50969"/>
                </a:lnTo>
                <a:lnTo>
                  <a:pt x="110398" y="51672"/>
                </a:lnTo>
                <a:lnTo>
                  <a:pt x="110170" y="52391"/>
                </a:lnTo>
                <a:lnTo>
                  <a:pt x="109960" y="53127"/>
                </a:lnTo>
                <a:lnTo>
                  <a:pt x="109766" y="53879"/>
                </a:lnTo>
                <a:lnTo>
                  <a:pt x="109589" y="54647"/>
                </a:lnTo>
                <a:lnTo>
                  <a:pt x="109429" y="55431"/>
                </a:lnTo>
                <a:lnTo>
                  <a:pt x="109286" y="56232"/>
                </a:lnTo>
                <a:lnTo>
                  <a:pt x="109160" y="57049"/>
                </a:lnTo>
                <a:lnTo>
                  <a:pt x="109050" y="57882"/>
                </a:lnTo>
                <a:lnTo>
                  <a:pt x="108957" y="58731"/>
                </a:lnTo>
                <a:lnTo>
                  <a:pt x="108882" y="59597"/>
                </a:lnTo>
                <a:lnTo>
                  <a:pt x="108823" y="60479"/>
                </a:lnTo>
                <a:lnTo>
                  <a:pt x="108781" y="61377"/>
                </a:lnTo>
                <a:lnTo>
                  <a:pt x="108755" y="62292"/>
                </a:lnTo>
                <a:lnTo>
                  <a:pt x="108747" y="63223"/>
                </a:lnTo>
                <a:lnTo>
                  <a:pt x="130821" y="63223"/>
                </a:lnTo>
                <a:lnTo>
                  <a:pt x="130828" y="62590"/>
                </a:lnTo>
                <a:lnTo>
                  <a:pt x="130852" y="61972"/>
                </a:lnTo>
                <a:lnTo>
                  <a:pt x="130892" y="61369"/>
                </a:lnTo>
                <a:lnTo>
                  <a:pt x="130947" y="60781"/>
                </a:lnTo>
                <a:lnTo>
                  <a:pt x="131018" y="60208"/>
                </a:lnTo>
                <a:lnTo>
                  <a:pt x="131104" y="59649"/>
                </a:lnTo>
                <a:lnTo>
                  <a:pt x="131207" y="59105"/>
                </a:lnTo>
                <a:lnTo>
                  <a:pt x="131325" y="58576"/>
                </a:lnTo>
                <a:lnTo>
                  <a:pt x="131459" y="58061"/>
                </a:lnTo>
                <a:lnTo>
                  <a:pt x="131609" y="57561"/>
                </a:lnTo>
                <a:lnTo>
                  <a:pt x="131774" y="57077"/>
                </a:lnTo>
                <a:lnTo>
                  <a:pt x="131955" y="56606"/>
                </a:lnTo>
                <a:lnTo>
                  <a:pt x="132152" y="56151"/>
                </a:lnTo>
                <a:lnTo>
                  <a:pt x="132365" y="55710"/>
                </a:lnTo>
                <a:lnTo>
                  <a:pt x="132594" y="55285"/>
                </a:lnTo>
                <a:lnTo>
                  <a:pt x="132838" y="54873"/>
                </a:lnTo>
                <a:lnTo>
                  <a:pt x="133098" y="54477"/>
                </a:lnTo>
                <a:lnTo>
                  <a:pt x="133374" y="54096"/>
                </a:lnTo>
                <a:lnTo>
                  <a:pt x="133666" y="53729"/>
                </a:lnTo>
                <a:lnTo>
                  <a:pt x="133973" y="53377"/>
                </a:lnTo>
                <a:lnTo>
                  <a:pt x="134296" y="53040"/>
                </a:lnTo>
                <a:lnTo>
                  <a:pt x="134635" y="52717"/>
                </a:lnTo>
                <a:lnTo>
                  <a:pt x="134990" y="52409"/>
                </a:lnTo>
                <a:lnTo>
                  <a:pt x="135360" y="52116"/>
                </a:lnTo>
                <a:lnTo>
                  <a:pt x="135743" y="51837"/>
                </a:lnTo>
                <a:lnTo>
                  <a:pt x="136134" y="51569"/>
                </a:lnTo>
                <a:lnTo>
                  <a:pt x="136534" y="51313"/>
                </a:lnTo>
                <a:lnTo>
                  <a:pt x="136942" y="51068"/>
                </a:lnTo>
                <a:lnTo>
                  <a:pt x="137360" y="50836"/>
                </a:lnTo>
                <a:lnTo>
                  <a:pt x="137785" y="50616"/>
                </a:lnTo>
                <a:lnTo>
                  <a:pt x="138220" y="50408"/>
                </a:lnTo>
                <a:lnTo>
                  <a:pt x="138663" y="50211"/>
                </a:lnTo>
                <a:lnTo>
                  <a:pt x="139115" y="50027"/>
                </a:lnTo>
                <a:lnTo>
                  <a:pt x="139575" y="49854"/>
                </a:lnTo>
                <a:lnTo>
                  <a:pt x="140045" y="49693"/>
                </a:lnTo>
                <a:lnTo>
                  <a:pt x="140522" y="49544"/>
                </a:lnTo>
                <a:lnTo>
                  <a:pt x="141009" y="49407"/>
                </a:lnTo>
                <a:lnTo>
                  <a:pt x="141504" y="49282"/>
                </a:lnTo>
                <a:lnTo>
                  <a:pt x="142008" y="49169"/>
                </a:lnTo>
                <a:lnTo>
                  <a:pt x="142520" y="49068"/>
                </a:lnTo>
                <a:lnTo>
                  <a:pt x="143041" y="48979"/>
                </a:lnTo>
                <a:lnTo>
                  <a:pt x="143571" y="48901"/>
                </a:lnTo>
                <a:lnTo>
                  <a:pt x="144109" y="48836"/>
                </a:lnTo>
                <a:lnTo>
                  <a:pt x="144656" y="48782"/>
                </a:lnTo>
                <a:lnTo>
                  <a:pt x="145212" y="48740"/>
                </a:lnTo>
                <a:lnTo>
                  <a:pt x="145776" y="48711"/>
                </a:lnTo>
                <a:lnTo>
                  <a:pt x="146349" y="48693"/>
                </a:lnTo>
                <a:lnTo>
                  <a:pt x="146931" y="48687"/>
                </a:lnTo>
                <a:lnTo>
                  <a:pt x="147461" y="48692"/>
                </a:lnTo>
                <a:lnTo>
                  <a:pt x="147983" y="48709"/>
                </a:lnTo>
                <a:lnTo>
                  <a:pt x="148496" y="48737"/>
                </a:lnTo>
                <a:lnTo>
                  <a:pt x="149002" y="48776"/>
                </a:lnTo>
                <a:lnTo>
                  <a:pt x="149499" y="48826"/>
                </a:lnTo>
                <a:lnTo>
                  <a:pt x="149988" y="48888"/>
                </a:lnTo>
                <a:lnTo>
                  <a:pt x="150469" y="48960"/>
                </a:lnTo>
                <a:lnTo>
                  <a:pt x="150941" y="49044"/>
                </a:lnTo>
                <a:lnTo>
                  <a:pt x="151406" y="49139"/>
                </a:lnTo>
                <a:lnTo>
                  <a:pt x="151862" y="49245"/>
                </a:lnTo>
                <a:lnTo>
                  <a:pt x="152310" y="49362"/>
                </a:lnTo>
                <a:lnTo>
                  <a:pt x="152750" y="49491"/>
                </a:lnTo>
                <a:lnTo>
                  <a:pt x="153181" y="49630"/>
                </a:lnTo>
                <a:lnTo>
                  <a:pt x="153605" y="49781"/>
                </a:lnTo>
                <a:lnTo>
                  <a:pt x="154020" y="49943"/>
                </a:lnTo>
                <a:lnTo>
                  <a:pt x="154427" y="50116"/>
                </a:lnTo>
                <a:lnTo>
                  <a:pt x="154826" y="50300"/>
                </a:lnTo>
                <a:lnTo>
                  <a:pt x="155217" y="50495"/>
                </a:lnTo>
                <a:lnTo>
                  <a:pt x="155599" y="50702"/>
                </a:lnTo>
                <a:lnTo>
                  <a:pt x="155974" y="50920"/>
                </a:lnTo>
                <a:lnTo>
                  <a:pt x="156340" y="51149"/>
                </a:lnTo>
                <a:lnTo>
                  <a:pt x="156698" y="51389"/>
                </a:lnTo>
                <a:lnTo>
                  <a:pt x="157048" y="51640"/>
                </a:lnTo>
                <a:lnTo>
                  <a:pt x="157389" y="51902"/>
                </a:lnTo>
                <a:lnTo>
                  <a:pt x="157720" y="52180"/>
                </a:lnTo>
                <a:lnTo>
                  <a:pt x="158036" y="52476"/>
                </a:lnTo>
                <a:lnTo>
                  <a:pt x="158338" y="52792"/>
                </a:lnTo>
                <a:lnTo>
                  <a:pt x="158627" y="53127"/>
                </a:lnTo>
                <a:lnTo>
                  <a:pt x="158901" y="53481"/>
                </a:lnTo>
                <a:lnTo>
                  <a:pt x="159161" y="53854"/>
                </a:lnTo>
                <a:lnTo>
                  <a:pt x="159407" y="54247"/>
                </a:lnTo>
                <a:lnTo>
                  <a:pt x="159639" y="54658"/>
                </a:lnTo>
                <a:lnTo>
                  <a:pt x="159857" y="55089"/>
                </a:lnTo>
                <a:lnTo>
                  <a:pt x="160061" y="55539"/>
                </a:lnTo>
                <a:lnTo>
                  <a:pt x="160251" y="56008"/>
                </a:lnTo>
                <a:lnTo>
                  <a:pt x="160427" y="56496"/>
                </a:lnTo>
                <a:lnTo>
                  <a:pt x="160588" y="57003"/>
                </a:lnTo>
                <a:lnTo>
                  <a:pt x="160736" y="57529"/>
                </a:lnTo>
                <a:lnTo>
                  <a:pt x="160870" y="58075"/>
                </a:lnTo>
                <a:lnTo>
                  <a:pt x="160989" y="58640"/>
                </a:lnTo>
                <a:lnTo>
                  <a:pt x="161095" y="59223"/>
                </a:lnTo>
                <a:lnTo>
                  <a:pt x="161186" y="59826"/>
                </a:lnTo>
                <a:lnTo>
                  <a:pt x="161263" y="60448"/>
                </a:lnTo>
                <a:lnTo>
                  <a:pt x="161327" y="61090"/>
                </a:lnTo>
                <a:lnTo>
                  <a:pt x="161376" y="61750"/>
                </a:lnTo>
                <a:lnTo>
                  <a:pt x="161411" y="62429"/>
                </a:lnTo>
                <a:lnTo>
                  <a:pt x="161432" y="63128"/>
                </a:lnTo>
                <a:lnTo>
                  <a:pt x="161439" y="63846"/>
                </a:lnTo>
                <a:lnTo>
                  <a:pt x="161439" y="68622"/>
                </a:lnTo>
                <a:lnTo>
                  <a:pt x="160015" y="68655"/>
                </a:lnTo>
                <a:lnTo>
                  <a:pt x="158605" y="68694"/>
                </a:lnTo>
                <a:lnTo>
                  <a:pt x="157210" y="68740"/>
                </a:lnTo>
                <a:lnTo>
                  <a:pt x="155830" y="68792"/>
                </a:lnTo>
                <a:lnTo>
                  <a:pt x="154465" y="68851"/>
                </a:lnTo>
                <a:lnTo>
                  <a:pt x="153114" y="68916"/>
                </a:lnTo>
                <a:lnTo>
                  <a:pt x="151778" y="68988"/>
                </a:lnTo>
                <a:lnTo>
                  <a:pt x="150457" y="69066"/>
                </a:lnTo>
                <a:lnTo>
                  <a:pt x="149150" y="69150"/>
                </a:lnTo>
                <a:lnTo>
                  <a:pt x="147858" y="69241"/>
                </a:lnTo>
                <a:lnTo>
                  <a:pt x="146580" y="69338"/>
                </a:lnTo>
                <a:lnTo>
                  <a:pt x="145318" y="69441"/>
                </a:lnTo>
                <a:lnTo>
                  <a:pt x="144070" y="69551"/>
                </a:lnTo>
                <a:lnTo>
                  <a:pt x="142836" y="69668"/>
                </a:lnTo>
                <a:lnTo>
                  <a:pt x="141618" y="69791"/>
                </a:lnTo>
                <a:lnTo>
                  <a:pt x="140414" y="69920"/>
                </a:lnTo>
                <a:lnTo>
                  <a:pt x="139224" y="70055"/>
                </a:lnTo>
                <a:lnTo>
                  <a:pt x="138050" y="70197"/>
                </a:lnTo>
                <a:lnTo>
                  <a:pt x="136890" y="70346"/>
                </a:lnTo>
                <a:lnTo>
                  <a:pt x="135744" y="70500"/>
                </a:lnTo>
                <a:lnTo>
                  <a:pt x="134614" y="70661"/>
                </a:lnTo>
                <a:lnTo>
                  <a:pt x="133498" y="70829"/>
                </a:lnTo>
                <a:lnTo>
                  <a:pt x="132397" y="71003"/>
                </a:lnTo>
                <a:lnTo>
                  <a:pt x="131310" y="71183"/>
                </a:lnTo>
                <a:lnTo>
                  <a:pt x="130241" y="71374"/>
                </a:lnTo>
                <a:lnTo>
                  <a:pt x="129192" y="71578"/>
                </a:lnTo>
                <a:lnTo>
                  <a:pt x="128162" y="71796"/>
                </a:lnTo>
                <a:lnTo>
                  <a:pt x="127153" y="72028"/>
                </a:lnTo>
                <a:lnTo>
                  <a:pt x="126163" y="72273"/>
                </a:lnTo>
                <a:lnTo>
                  <a:pt x="125194" y="72532"/>
                </a:lnTo>
                <a:lnTo>
                  <a:pt x="124244" y="72805"/>
                </a:lnTo>
                <a:lnTo>
                  <a:pt x="123314" y="73091"/>
                </a:lnTo>
                <a:lnTo>
                  <a:pt x="122405" y="73392"/>
                </a:lnTo>
                <a:lnTo>
                  <a:pt x="121515" y="73706"/>
                </a:lnTo>
                <a:lnTo>
                  <a:pt x="120645" y="74034"/>
                </a:lnTo>
                <a:lnTo>
                  <a:pt x="119795" y="74375"/>
                </a:lnTo>
                <a:lnTo>
                  <a:pt x="118965" y="74730"/>
                </a:lnTo>
                <a:lnTo>
                  <a:pt x="118155" y="75099"/>
                </a:lnTo>
                <a:lnTo>
                  <a:pt x="117365" y="75482"/>
                </a:lnTo>
                <a:lnTo>
                  <a:pt x="116594" y="75878"/>
                </a:lnTo>
                <a:lnTo>
                  <a:pt x="115844" y="76289"/>
                </a:lnTo>
                <a:lnTo>
                  <a:pt x="115114" y="76713"/>
                </a:lnTo>
                <a:lnTo>
                  <a:pt x="114403" y="77150"/>
                </a:lnTo>
                <a:lnTo>
                  <a:pt x="113713" y="77602"/>
                </a:lnTo>
                <a:lnTo>
                  <a:pt x="113042" y="78067"/>
                </a:lnTo>
                <a:lnTo>
                  <a:pt x="112392" y="78546"/>
                </a:lnTo>
                <a:lnTo>
                  <a:pt x="111761" y="79038"/>
                </a:lnTo>
                <a:lnTo>
                  <a:pt x="111150" y="79544"/>
                </a:lnTo>
                <a:lnTo>
                  <a:pt x="110562" y="80068"/>
                </a:lnTo>
                <a:lnTo>
                  <a:pt x="109999" y="80612"/>
                </a:lnTo>
                <a:lnTo>
                  <a:pt x="109460" y="81177"/>
                </a:lnTo>
                <a:lnTo>
                  <a:pt x="108947" y="81762"/>
                </a:lnTo>
                <a:lnTo>
                  <a:pt x="108459" y="82369"/>
                </a:lnTo>
                <a:lnTo>
                  <a:pt x="107996" y="82996"/>
                </a:lnTo>
                <a:lnTo>
                  <a:pt x="107558" y="83644"/>
                </a:lnTo>
                <a:lnTo>
                  <a:pt x="107145" y="84312"/>
                </a:lnTo>
                <a:lnTo>
                  <a:pt x="106757" y="85002"/>
                </a:lnTo>
                <a:lnTo>
                  <a:pt x="106394" y="85712"/>
                </a:lnTo>
                <a:lnTo>
                  <a:pt x="106056" y="86443"/>
                </a:lnTo>
                <a:lnTo>
                  <a:pt x="105743" y="87194"/>
                </a:lnTo>
                <a:lnTo>
                  <a:pt x="105455" y="87967"/>
                </a:lnTo>
                <a:lnTo>
                  <a:pt x="105192" y="88760"/>
                </a:lnTo>
                <a:lnTo>
                  <a:pt x="104954" y="89574"/>
                </a:lnTo>
                <a:lnTo>
                  <a:pt x="104742" y="90408"/>
                </a:lnTo>
                <a:lnTo>
                  <a:pt x="104554" y="91264"/>
                </a:lnTo>
                <a:lnTo>
                  <a:pt x="104391" y="92140"/>
                </a:lnTo>
                <a:lnTo>
                  <a:pt x="104253" y="93037"/>
                </a:lnTo>
                <a:lnTo>
                  <a:pt x="104141" y="93954"/>
                </a:lnTo>
                <a:lnTo>
                  <a:pt x="104053" y="94893"/>
                </a:lnTo>
                <a:lnTo>
                  <a:pt x="103991" y="95852"/>
                </a:lnTo>
                <a:lnTo>
                  <a:pt x="103953" y="96832"/>
                </a:lnTo>
                <a:lnTo>
                  <a:pt x="103940" y="97833"/>
                </a:lnTo>
                <a:lnTo>
                  <a:pt x="103947" y="98554"/>
                </a:lnTo>
                <a:lnTo>
                  <a:pt x="103968" y="99265"/>
                </a:lnTo>
                <a:lnTo>
                  <a:pt x="104002" y="99966"/>
                </a:lnTo>
                <a:lnTo>
                  <a:pt x="104051" y="100657"/>
                </a:lnTo>
                <a:lnTo>
                  <a:pt x="104112" y="101338"/>
                </a:lnTo>
                <a:lnTo>
                  <a:pt x="104188" y="102009"/>
                </a:lnTo>
                <a:lnTo>
                  <a:pt x="104277" y="102669"/>
                </a:lnTo>
                <a:lnTo>
                  <a:pt x="104381" y="103320"/>
                </a:lnTo>
                <a:lnTo>
                  <a:pt x="104497" y="103960"/>
                </a:lnTo>
                <a:lnTo>
                  <a:pt x="104628" y="104590"/>
                </a:lnTo>
                <a:lnTo>
                  <a:pt x="104773" y="105210"/>
                </a:lnTo>
                <a:lnTo>
                  <a:pt x="104931" y="105820"/>
                </a:lnTo>
                <a:lnTo>
                  <a:pt x="105103" y="106420"/>
                </a:lnTo>
                <a:lnTo>
                  <a:pt x="105288" y="107010"/>
                </a:lnTo>
                <a:lnTo>
                  <a:pt x="105488" y="107589"/>
                </a:lnTo>
                <a:lnTo>
                  <a:pt x="105701" y="108159"/>
                </a:lnTo>
                <a:lnTo>
                  <a:pt x="105928" y="108718"/>
                </a:lnTo>
                <a:lnTo>
                  <a:pt x="106168" y="109267"/>
                </a:lnTo>
                <a:lnTo>
                  <a:pt x="106423" y="109806"/>
                </a:lnTo>
                <a:lnTo>
                  <a:pt x="106691" y="110335"/>
                </a:lnTo>
                <a:lnTo>
                  <a:pt x="106973" y="110854"/>
                </a:lnTo>
                <a:lnTo>
                  <a:pt x="107269" y="111362"/>
                </a:lnTo>
                <a:lnTo>
                  <a:pt x="107578" y="111861"/>
                </a:lnTo>
                <a:lnTo>
                  <a:pt x="107901" y="112349"/>
                </a:lnTo>
                <a:lnTo>
                  <a:pt x="108236" y="112827"/>
                </a:lnTo>
                <a:lnTo>
                  <a:pt x="108578" y="113295"/>
                </a:lnTo>
                <a:lnTo>
                  <a:pt x="108930" y="113753"/>
                </a:lnTo>
                <a:lnTo>
                  <a:pt x="109290" y="114200"/>
                </a:lnTo>
                <a:lnTo>
                  <a:pt x="109658" y="114638"/>
                </a:lnTo>
                <a:lnTo>
                  <a:pt x="110035" y="115065"/>
                </a:lnTo>
                <a:lnTo>
                  <a:pt x="110420" y="115482"/>
                </a:lnTo>
                <a:lnTo>
                  <a:pt x="110814" y="115889"/>
                </a:lnTo>
                <a:lnTo>
                  <a:pt x="111216" y="116286"/>
                </a:lnTo>
                <a:lnTo>
                  <a:pt x="111627" y="116673"/>
                </a:lnTo>
                <a:lnTo>
                  <a:pt x="112046" y="117049"/>
                </a:lnTo>
                <a:lnTo>
                  <a:pt x="112474" y="117416"/>
                </a:lnTo>
                <a:lnTo>
                  <a:pt x="112910" y="117772"/>
                </a:lnTo>
                <a:lnTo>
                  <a:pt x="113355" y="118118"/>
                </a:lnTo>
                <a:lnTo>
                  <a:pt x="113808" y="118454"/>
                </a:lnTo>
                <a:lnTo>
                  <a:pt x="114270" y="118780"/>
                </a:lnTo>
                <a:lnTo>
                  <a:pt x="114741" y="119096"/>
                </a:lnTo>
                <a:lnTo>
                  <a:pt x="115219" y="119401"/>
                </a:lnTo>
                <a:lnTo>
                  <a:pt x="115707" y="119697"/>
                </a:lnTo>
                <a:lnTo>
                  <a:pt x="116202" y="119982"/>
                </a:lnTo>
                <a:lnTo>
                  <a:pt x="116707" y="120257"/>
                </a:lnTo>
                <a:lnTo>
                  <a:pt x="117220" y="120522"/>
                </a:lnTo>
                <a:lnTo>
                  <a:pt x="117741" y="120777"/>
                </a:lnTo>
                <a:lnTo>
                  <a:pt x="118271" y="121022"/>
                </a:lnTo>
                <a:lnTo>
                  <a:pt x="118806" y="121256"/>
                </a:lnTo>
                <a:lnTo>
                  <a:pt x="119346" y="121481"/>
                </a:lnTo>
                <a:lnTo>
                  <a:pt x="119888" y="121696"/>
                </a:lnTo>
                <a:lnTo>
                  <a:pt x="120434" y="121901"/>
                </a:lnTo>
                <a:lnTo>
                  <a:pt x="120983" y="122095"/>
                </a:lnTo>
                <a:lnTo>
                  <a:pt x="121536" y="122280"/>
                </a:lnTo>
                <a:lnTo>
                  <a:pt x="122092" y="122455"/>
                </a:lnTo>
                <a:lnTo>
                  <a:pt x="122652" y="122620"/>
                </a:lnTo>
                <a:lnTo>
                  <a:pt x="123215" y="122774"/>
                </a:lnTo>
                <a:lnTo>
                  <a:pt x="123781" y="122919"/>
                </a:lnTo>
                <a:lnTo>
                  <a:pt x="124351" y="123054"/>
                </a:lnTo>
                <a:lnTo>
                  <a:pt x="124924" y="123179"/>
                </a:lnTo>
                <a:lnTo>
                  <a:pt x="125500" y="123294"/>
                </a:lnTo>
                <a:lnTo>
                  <a:pt x="126080" y="123398"/>
                </a:lnTo>
                <a:lnTo>
                  <a:pt x="126664" y="123493"/>
                </a:lnTo>
                <a:lnTo>
                  <a:pt x="127250" y="123578"/>
                </a:lnTo>
                <a:lnTo>
                  <a:pt x="127841" y="123653"/>
                </a:lnTo>
                <a:lnTo>
                  <a:pt x="128434" y="123718"/>
                </a:lnTo>
                <a:lnTo>
                  <a:pt x="129031" y="123773"/>
                </a:lnTo>
                <a:lnTo>
                  <a:pt x="129631" y="123818"/>
                </a:lnTo>
                <a:lnTo>
                  <a:pt x="130235" y="123853"/>
                </a:lnTo>
                <a:lnTo>
                  <a:pt x="130842" y="123878"/>
                </a:lnTo>
                <a:lnTo>
                  <a:pt x="131453" y="123893"/>
                </a:lnTo>
                <a:lnTo>
                  <a:pt x="132067" y="123898"/>
                </a:lnTo>
                <a:lnTo>
                  <a:pt x="132856" y="123892"/>
                </a:lnTo>
                <a:lnTo>
                  <a:pt x="133639" y="123875"/>
                </a:lnTo>
                <a:lnTo>
                  <a:pt x="134413" y="123847"/>
                </a:lnTo>
                <a:lnTo>
                  <a:pt x="135179" y="123808"/>
                </a:lnTo>
                <a:close/>
                <a:moveTo>
                  <a:pt x="138056" y="107623"/>
                </a:moveTo>
                <a:lnTo>
                  <a:pt x="137635" y="107580"/>
                </a:lnTo>
                <a:lnTo>
                  <a:pt x="137221" y="107528"/>
                </a:lnTo>
                <a:lnTo>
                  <a:pt x="136814" y="107467"/>
                </a:lnTo>
                <a:lnTo>
                  <a:pt x="136413" y="107396"/>
                </a:lnTo>
                <a:lnTo>
                  <a:pt x="136020" y="107315"/>
                </a:lnTo>
                <a:lnTo>
                  <a:pt x="135633" y="107225"/>
                </a:lnTo>
                <a:lnTo>
                  <a:pt x="135254" y="107126"/>
                </a:lnTo>
                <a:lnTo>
                  <a:pt x="134882" y="107017"/>
                </a:lnTo>
                <a:lnTo>
                  <a:pt x="134516" y="106899"/>
                </a:lnTo>
                <a:lnTo>
                  <a:pt x="134157" y="106771"/>
                </a:lnTo>
                <a:lnTo>
                  <a:pt x="133806" y="106634"/>
                </a:lnTo>
                <a:lnTo>
                  <a:pt x="133461" y="106487"/>
                </a:lnTo>
                <a:lnTo>
                  <a:pt x="133123" y="106331"/>
                </a:lnTo>
                <a:lnTo>
                  <a:pt x="132793" y="106165"/>
                </a:lnTo>
                <a:lnTo>
                  <a:pt x="132469" y="105990"/>
                </a:lnTo>
                <a:lnTo>
                  <a:pt x="132152" y="105806"/>
                </a:lnTo>
                <a:lnTo>
                  <a:pt x="131842" y="105612"/>
                </a:lnTo>
                <a:lnTo>
                  <a:pt x="131539" y="105408"/>
                </a:lnTo>
                <a:lnTo>
                  <a:pt x="131243" y="105195"/>
                </a:lnTo>
                <a:lnTo>
                  <a:pt x="130954" y="104973"/>
                </a:lnTo>
                <a:lnTo>
                  <a:pt x="130675" y="104740"/>
                </a:lnTo>
                <a:lnTo>
                  <a:pt x="130407" y="104498"/>
                </a:lnTo>
                <a:lnTo>
                  <a:pt x="130151" y="104246"/>
                </a:lnTo>
                <a:lnTo>
                  <a:pt x="129907" y="103983"/>
                </a:lnTo>
                <a:lnTo>
                  <a:pt x="129675" y="103711"/>
                </a:lnTo>
                <a:lnTo>
                  <a:pt x="129455" y="103428"/>
                </a:lnTo>
                <a:lnTo>
                  <a:pt x="129247" y="103135"/>
                </a:lnTo>
                <a:lnTo>
                  <a:pt x="129050" y="102832"/>
                </a:lnTo>
                <a:lnTo>
                  <a:pt x="128866" y="102519"/>
                </a:lnTo>
                <a:lnTo>
                  <a:pt x="128693" y="102196"/>
                </a:lnTo>
                <a:lnTo>
                  <a:pt x="128533" y="101863"/>
                </a:lnTo>
                <a:lnTo>
                  <a:pt x="128384" y="101519"/>
                </a:lnTo>
                <a:lnTo>
                  <a:pt x="128247" y="101166"/>
                </a:lnTo>
                <a:lnTo>
                  <a:pt x="128122" y="100803"/>
                </a:lnTo>
                <a:lnTo>
                  <a:pt x="128009" y="100429"/>
                </a:lnTo>
                <a:lnTo>
                  <a:pt x="127908" y="100045"/>
                </a:lnTo>
                <a:lnTo>
                  <a:pt x="127819" y="99651"/>
                </a:lnTo>
                <a:lnTo>
                  <a:pt x="127742" y="99247"/>
                </a:lnTo>
                <a:lnTo>
                  <a:pt x="127676" y="98833"/>
                </a:lnTo>
                <a:lnTo>
                  <a:pt x="127623" y="98409"/>
                </a:lnTo>
                <a:lnTo>
                  <a:pt x="127581" y="97975"/>
                </a:lnTo>
                <a:lnTo>
                  <a:pt x="127551" y="97531"/>
                </a:lnTo>
                <a:lnTo>
                  <a:pt x="127533" y="97076"/>
                </a:lnTo>
                <a:lnTo>
                  <a:pt x="127527" y="96612"/>
                </a:lnTo>
                <a:lnTo>
                  <a:pt x="127540" y="95968"/>
                </a:lnTo>
                <a:lnTo>
                  <a:pt x="127579" y="95339"/>
                </a:lnTo>
                <a:lnTo>
                  <a:pt x="127644" y="94725"/>
                </a:lnTo>
                <a:lnTo>
                  <a:pt x="127735" y="94126"/>
                </a:lnTo>
                <a:lnTo>
                  <a:pt x="127852" y="93542"/>
                </a:lnTo>
                <a:lnTo>
                  <a:pt x="127995" y="92973"/>
                </a:lnTo>
                <a:lnTo>
                  <a:pt x="128163" y="92420"/>
                </a:lnTo>
                <a:lnTo>
                  <a:pt x="128358" y="91881"/>
                </a:lnTo>
                <a:lnTo>
                  <a:pt x="128579" y="91357"/>
                </a:lnTo>
                <a:lnTo>
                  <a:pt x="128825" y="90848"/>
                </a:lnTo>
                <a:lnTo>
                  <a:pt x="129098" y="90354"/>
                </a:lnTo>
                <a:lnTo>
                  <a:pt x="129396" y="89875"/>
                </a:lnTo>
                <a:lnTo>
                  <a:pt x="129721" y="89411"/>
                </a:lnTo>
                <a:lnTo>
                  <a:pt x="130071" y="88962"/>
                </a:lnTo>
                <a:lnTo>
                  <a:pt x="130448" y="88528"/>
                </a:lnTo>
                <a:lnTo>
                  <a:pt x="130850" y="88109"/>
                </a:lnTo>
                <a:lnTo>
                  <a:pt x="131279" y="87705"/>
                </a:lnTo>
                <a:lnTo>
                  <a:pt x="131733" y="87316"/>
                </a:lnTo>
                <a:lnTo>
                  <a:pt x="132213" y="86942"/>
                </a:lnTo>
                <a:lnTo>
                  <a:pt x="132719" y="86583"/>
                </a:lnTo>
                <a:lnTo>
                  <a:pt x="133252" y="86239"/>
                </a:lnTo>
                <a:lnTo>
                  <a:pt x="133810" y="85910"/>
                </a:lnTo>
                <a:lnTo>
                  <a:pt x="134394" y="85596"/>
                </a:lnTo>
                <a:lnTo>
                  <a:pt x="135004" y="85297"/>
                </a:lnTo>
                <a:lnTo>
                  <a:pt x="135646" y="85011"/>
                </a:lnTo>
                <a:lnTo>
                  <a:pt x="136328" y="84737"/>
                </a:lnTo>
                <a:lnTo>
                  <a:pt x="137048" y="84475"/>
                </a:lnTo>
                <a:lnTo>
                  <a:pt x="137808" y="84225"/>
                </a:lnTo>
                <a:lnTo>
                  <a:pt x="138606" y="83986"/>
                </a:lnTo>
                <a:lnTo>
                  <a:pt x="139443" y="83760"/>
                </a:lnTo>
                <a:lnTo>
                  <a:pt x="140319" y="83545"/>
                </a:lnTo>
                <a:lnTo>
                  <a:pt x="141234" y="83342"/>
                </a:lnTo>
                <a:lnTo>
                  <a:pt x="142188" y="83151"/>
                </a:lnTo>
                <a:lnTo>
                  <a:pt x="143181" y="82972"/>
                </a:lnTo>
                <a:lnTo>
                  <a:pt x="144213" y="82805"/>
                </a:lnTo>
                <a:lnTo>
                  <a:pt x="145284" y="82649"/>
                </a:lnTo>
                <a:lnTo>
                  <a:pt x="146394" y="82506"/>
                </a:lnTo>
                <a:lnTo>
                  <a:pt x="147543" y="82374"/>
                </a:lnTo>
                <a:lnTo>
                  <a:pt x="148730" y="82254"/>
                </a:lnTo>
                <a:lnTo>
                  <a:pt x="149957" y="82145"/>
                </a:lnTo>
                <a:lnTo>
                  <a:pt x="151223" y="82049"/>
                </a:lnTo>
                <a:lnTo>
                  <a:pt x="152527" y="81965"/>
                </a:lnTo>
                <a:lnTo>
                  <a:pt x="153871" y="81892"/>
                </a:lnTo>
                <a:lnTo>
                  <a:pt x="155253" y="81831"/>
                </a:lnTo>
                <a:lnTo>
                  <a:pt x="156674" y="81782"/>
                </a:lnTo>
                <a:lnTo>
                  <a:pt x="158135" y="81745"/>
                </a:lnTo>
                <a:lnTo>
                  <a:pt x="159634" y="81719"/>
                </a:lnTo>
                <a:lnTo>
                  <a:pt x="161172" y="81706"/>
                </a:lnTo>
                <a:lnTo>
                  <a:pt x="161172" y="96066"/>
                </a:lnTo>
                <a:lnTo>
                  <a:pt x="160886" y="96443"/>
                </a:lnTo>
                <a:lnTo>
                  <a:pt x="160593" y="96817"/>
                </a:lnTo>
                <a:lnTo>
                  <a:pt x="160291" y="97186"/>
                </a:lnTo>
                <a:lnTo>
                  <a:pt x="159982" y="97553"/>
                </a:lnTo>
                <a:lnTo>
                  <a:pt x="159664" y="97916"/>
                </a:lnTo>
                <a:lnTo>
                  <a:pt x="159339" y="98275"/>
                </a:lnTo>
                <a:lnTo>
                  <a:pt x="159006" y="98631"/>
                </a:lnTo>
                <a:lnTo>
                  <a:pt x="158665" y="98984"/>
                </a:lnTo>
                <a:lnTo>
                  <a:pt x="158316" y="99333"/>
                </a:lnTo>
                <a:lnTo>
                  <a:pt x="157959" y="99679"/>
                </a:lnTo>
                <a:lnTo>
                  <a:pt x="157595" y="100021"/>
                </a:lnTo>
                <a:lnTo>
                  <a:pt x="157222" y="100360"/>
                </a:lnTo>
                <a:lnTo>
                  <a:pt x="156842" y="100695"/>
                </a:lnTo>
                <a:lnTo>
                  <a:pt x="156454" y="101027"/>
                </a:lnTo>
                <a:lnTo>
                  <a:pt x="156058" y="101355"/>
                </a:lnTo>
                <a:lnTo>
                  <a:pt x="155654" y="101680"/>
                </a:lnTo>
                <a:lnTo>
                  <a:pt x="155242" y="102001"/>
                </a:lnTo>
                <a:lnTo>
                  <a:pt x="154822" y="102319"/>
                </a:lnTo>
                <a:lnTo>
                  <a:pt x="154394" y="102634"/>
                </a:lnTo>
                <a:lnTo>
                  <a:pt x="153959" y="102945"/>
                </a:lnTo>
                <a:lnTo>
                  <a:pt x="153515" y="103253"/>
                </a:lnTo>
                <a:lnTo>
                  <a:pt x="153064" y="103557"/>
                </a:lnTo>
                <a:lnTo>
                  <a:pt x="152605" y="103858"/>
                </a:lnTo>
                <a:lnTo>
                  <a:pt x="152138" y="104155"/>
                </a:lnTo>
                <a:lnTo>
                  <a:pt x="151665" y="104444"/>
                </a:lnTo>
                <a:lnTo>
                  <a:pt x="151189" y="104721"/>
                </a:lnTo>
                <a:lnTo>
                  <a:pt x="150709" y="104985"/>
                </a:lnTo>
                <a:lnTo>
                  <a:pt x="150225" y="105238"/>
                </a:lnTo>
                <a:lnTo>
                  <a:pt x="149738" y="105478"/>
                </a:lnTo>
                <a:lnTo>
                  <a:pt x="149248" y="105705"/>
                </a:lnTo>
                <a:lnTo>
                  <a:pt x="148754" y="105921"/>
                </a:lnTo>
                <a:lnTo>
                  <a:pt x="148256" y="106124"/>
                </a:lnTo>
                <a:lnTo>
                  <a:pt x="147755" y="106314"/>
                </a:lnTo>
                <a:lnTo>
                  <a:pt x="147250" y="106493"/>
                </a:lnTo>
                <a:lnTo>
                  <a:pt x="146742" y="106659"/>
                </a:lnTo>
                <a:lnTo>
                  <a:pt x="146230" y="106813"/>
                </a:lnTo>
                <a:lnTo>
                  <a:pt x="145715" y="106954"/>
                </a:lnTo>
                <a:lnTo>
                  <a:pt x="145196" y="107083"/>
                </a:lnTo>
                <a:lnTo>
                  <a:pt x="144673" y="107200"/>
                </a:lnTo>
                <a:lnTo>
                  <a:pt x="144147" y="107305"/>
                </a:lnTo>
                <a:lnTo>
                  <a:pt x="143617" y="107397"/>
                </a:lnTo>
                <a:lnTo>
                  <a:pt x="143084" y="107477"/>
                </a:lnTo>
                <a:lnTo>
                  <a:pt x="142547" y="107545"/>
                </a:lnTo>
                <a:lnTo>
                  <a:pt x="142007" y="107600"/>
                </a:lnTo>
                <a:lnTo>
                  <a:pt x="141463" y="107643"/>
                </a:lnTo>
                <a:lnTo>
                  <a:pt x="140916" y="107674"/>
                </a:lnTo>
                <a:lnTo>
                  <a:pt x="140365" y="107692"/>
                </a:lnTo>
                <a:lnTo>
                  <a:pt x="139810" y="107699"/>
                </a:lnTo>
                <a:lnTo>
                  <a:pt x="139361" y="107694"/>
                </a:lnTo>
                <a:lnTo>
                  <a:pt x="138919" y="107680"/>
                </a:lnTo>
                <a:lnTo>
                  <a:pt x="138484" y="107656"/>
                </a:lnTo>
                <a:lnTo>
                  <a:pt x="138056" y="107623"/>
                </a:lnTo>
                <a:close/>
                <a:moveTo>
                  <a:pt x="245083" y="123831"/>
                </a:moveTo>
                <a:lnTo>
                  <a:pt x="245682" y="123802"/>
                </a:lnTo>
                <a:lnTo>
                  <a:pt x="246279" y="123768"/>
                </a:lnTo>
                <a:lnTo>
                  <a:pt x="246875" y="123728"/>
                </a:lnTo>
                <a:lnTo>
                  <a:pt x="247469" y="123683"/>
                </a:lnTo>
                <a:lnTo>
                  <a:pt x="248061" y="123632"/>
                </a:lnTo>
                <a:lnTo>
                  <a:pt x="248651" y="123576"/>
                </a:lnTo>
                <a:lnTo>
                  <a:pt x="249240" y="123515"/>
                </a:lnTo>
                <a:lnTo>
                  <a:pt x="249827" y="123449"/>
                </a:lnTo>
                <a:lnTo>
                  <a:pt x="250412" y="123377"/>
                </a:lnTo>
                <a:lnTo>
                  <a:pt x="250996" y="123300"/>
                </a:lnTo>
                <a:lnTo>
                  <a:pt x="251577" y="123218"/>
                </a:lnTo>
                <a:lnTo>
                  <a:pt x="252158" y="123130"/>
                </a:lnTo>
                <a:lnTo>
                  <a:pt x="252736" y="123037"/>
                </a:lnTo>
                <a:lnTo>
                  <a:pt x="253313" y="122939"/>
                </a:lnTo>
                <a:lnTo>
                  <a:pt x="253888" y="122835"/>
                </a:lnTo>
                <a:lnTo>
                  <a:pt x="254461" y="122727"/>
                </a:lnTo>
                <a:lnTo>
                  <a:pt x="255033" y="122612"/>
                </a:lnTo>
                <a:lnTo>
                  <a:pt x="255603" y="122493"/>
                </a:lnTo>
                <a:lnTo>
                  <a:pt x="256171" y="122368"/>
                </a:lnTo>
                <a:lnTo>
                  <a:pt x="256736" y="122237"/>
                </a:lnTo>
                <a:lnTo>
                  <a:pt x="257296" y="122100"/>
                </a:lnTo>
                <a:lnTo>
                  <a:pt x="257850" y="121957"/>
                </a:lnTo>
                <a:lnTo>
                  <a:pt x="258399" y="121807"/>
                </a:lnTo>
                <a:lnTo>
                  <a:pt x="258943" y="121651"/>
                </a:lnTo>
                <a:lnTo>
                  <a:pt x="259481" y="121488"/>
                </a:lnTo>
                <a:lnTo>
                  <a:pt x="260014" y="121319"/>
                </a:lnTo>
                <a:lnTo>
                  <a:pt x="260542" y="121143"/>
                </a:lnTo>
                <a:lnTo>
                  <a:pt x="261065" y="120961"/>
                </a:lnTo>
                <a:lnTo>
                  <a:pt x="261583" y="120773"/>
                </a:lnTo>
                <a:lnTo>
                  <a:pt x="262095" y="120578"/>
                </a:lnTo>
                <a:lnTo>
                  <a:pt x="262602" y="120377"/>
                </a:lnTo>
                <a:lnTo>
                  <a:pt x="263104" y="120170"/>
                </a:lnTo>
                <a:lnTo>
                  <a:pt x="263600" y="119956"/>
                </a:lnTo>
                <a:lnTo>
                  <a:pt x="264091" y="119735"/>
                </a:lnTo>
                <a:lnTo>
                  <a:pt x="264577" y="119509"/>
                </a:lnTo>
                <a:lnTo>
                  <a:pt x="265058" y="119275"/>
                </a:lnTo>
                <a:lnTo>
                  <a:pt x="265534" y="119036"/>
                </a:lnTo>
                <a:lnTo>
                  <a:pt x="266004" y="118790"/>
                </a:lnTo>
                <a:lnTo>
                  <a:pt x="266469" y="118538"/>
                </a:lnTo>
                <a:lnTo>
                  <a:pt x="266929" y="118279"/>
                </a:lnTo>
                <a:lnTo>
                  <a:pt x="267383" y="118014"/>
                </a:lnTo>
                <a:lnTo>
                  <a:pt x="267832" y="117742"/>
                </a:lnTo>
                <a:lnTo>
                  <a:pt x="268276" y="117464"/>
                </a:lnTo>
                <a:lnTo>
                  <a:pt x="268714" y="117179"/>
                </a:lnTo>
                <a:lnTo>
                  <a:pt x="269144" y="116887"/>
                </a:lnTo>
                <a:lnTo>
                  <a:pt x="269567" y="116588"/>
                </a:lnTo>
                <a:lnTo>
                  <a:pt x="269982" y="116281"/>
                </a:lnTo>
                <a:lnTo>
                  <a:pt x="270390" y="115967"/>
                </a:lnTo>
                <a:lnTo>
                  <a:pt x="270791" y="115645"/>
                </a:lnTo>
                <a:lnTo>
                  <a:pt x="271184" y="115316"/>
                </a:lnTo>
                <a:lnTo>
                  <a:pt x="271569" y="114980"/>
                </a:lnTo>
                <a:lnTo>
                  <a:pt x="271948" y="114637"/>
                </a:lnTo>
                <a:lnTo>
                  <a:pt x="272319" y="114286"/>
                </a:lnTo>
                <a:lnTo>
                  <a:pt x="272682" y="113927"/>
                </a:lnTo>
                <a:lnTo>
                  <a:pt x="273038" y="113562"/>
                </a:lnTo>
                <a:lnTo>
                  <a:pt x="273387" y="113189"/>
                </a:lnTo>
                <a:lnTo>
                  <a:pt x="273728" y="112809"/>
                </a:lnTo>
                <a:lnTo>
                  <a:pt x="274062" y="112421"/>
                </a:lnTo>
                <a:lnTo>
                  <a:pt x="274388" y="112026"/>
                </a:lnTo>
                <a:lnTo>
                  <a:pt x="274707" y="111624"/>
                </a:lnTo>
                <a:lnTo>
                  <a:pt x="275018" y="111214"/>
                </a:lnTo>
                <a:lnTo>
                  <a:pt x="275323" y="110797"/>
                </a:lnTo>
                <a:lnTo>
                  <a:pt x="275619" y="110373"/>
                </a:lnTo>
                <a:lnTo>
                  <a:pt x="275909" y="109941"/>
                </a:lnTo>
                <a:lnTo>
                  <a:pt x="276190" y="109502"/>
                </a:lnTo>
                <a:lnTo>
                  <a:pt x="276465" y="109056"/>
                </a:lnTo>
                <a:lnTo>
                  <a:pt x="276732" y="108602"/>
                </a:lnTo>
                <a:lnTo>
                  <a:pt x="276990" y="108141"/>
                </a:lnTo>
                <a:lnTo>
                  <a:pt x="277237" y="107671"/>
                </a:lnTo>
                <a:lnTo>
                  <a:pt x="277472" y="107193"/>
                </a:lnTo>
                <a:lnTo>
                  <a:pt x="277697" y="106706"/>
                </a:lnTo>
                <a:lnTo>
                  <a:pt x="277911" y="106210"/>
                </a:lnTo>
                <a:lnTo>
                  <a:pt x="278114" y="105707"/>
                </a:lnTo>
                <a:lnTo>
                  <a:pt x="278306" y="105194"/>
                </a:lnTo>
                <a:lnTo>
                  <a:pt x="278487" y="104674"/>
                </a:lnTo>
                <a:lnTo>
                  <a:pt x="278657" y="104145"/>
                </a:lnTo>
                <a:lnTo>
                  <a:pt x="278816" y="103607"/>
                </a:lnTo>
                <a:lnTo>
                  <a:pt x="278964" y="103061"/>
                </a:lnTo>
                <a:lnTo>
                  <a:pt x="279102" y="102507"/>
                </a:lnTo>
                <a:lnTo>
                  <a:pt x="279228" y="101944"/>
                </a:lnTo>
                <a:lnTo>
                  <a:pt x="279343" y="101373"/>
                </a:lnTo>
                <a:lnTo>
                  <a:pt x="279447" y="100793"/>
                </a:lnTo>
                <a:lnTo>
                  <a:pt x="279540" y="100205"/>
                </a:lnTo>
                <a:lnTo>
                  <a:pt x="279623" y="99608"/>
                </a:lnTo>
                <a:lnTo>
                  <a:pt x="279694" y="99003"/>
                </a:lnTo>
                <a:lnTo>
                  <a:pt x="279754" y="98390"/>
                </a:lnTo>
                <a:lnTo>
                  <a:pt x="279804" y="97768"/>
                </a:lnTo>
                <a:lnTo>
                  <a:pt x="279842" y="97138"/>
                </a:lnTo>
                <a:lnTo>
                  <a:pt x="279870" y="96499"/>
                </a:lnTo>
                <a:lnTo>
                  <a:pt x="279886" y="95851"/>
                </a:lnTo>
                <a:lnTo>
                  <a:pt x="279892" y="95196"/>
                </a:lnTo>
                <a:lnTo>
                  <a:pt x="279885" y="94496"/>
                </a:lnTo>
                <a:lnTo>
                  <a:pt x="279864" y="93808"/>
                </a:lnTo>
                <a:lnTo>
                  <a:pt x="279830" y="93130"/>
                </a:lnTo>
                <a:lnTo>
                  <a:pt x="279783" y="92464"/>
                </a:lnTo>
                <a:lnTo>
                  <a:pt x="279722" y="91808"/>
                </a:lnTo>
                <a:lnTo>
                  <a:pt x="279647" y="91164"/>
                </a:lnTo>
                <a:lnTo>
                  <a:pt x="279558" y="90530"/>
                </a:lnTo>
                <a:lnTo>
                  <a:pt x="279456" y="89907"/>
                </a:lnTo>
                <a:lnTo>
                  <a:pt x="279341" y="89295"/>
                </a:lnTo>
                <a:lnTo>
                  <a:pt x="279212" y="88694"/>
                </a:lnTo>
                <a:lnTo>
                  <a:pt x="279069" y="88104"/>
                </a:lnTo>
                <a:lnTo>
                  <a:pt x="278912" y="87525"/>
                </a:lnTo>
                <a:lnTo>
                  <a:pt x="278743" y="86957"/>
                </a:lnTo>
                <a:lnTo>
                  <a:pt x="278559" y="86400"/>
                </a:lnTo>
                <a:lnTo>
                  <a:pt x="278362" y="85854"/>
                </a:lnTo>
                <a:lnTo>
                  <a:pt x="278151" y="85318"/>
                </a:lnTo>
                <a:lnTo>
                  <a:pt x="277927" y="84794"/>
                </a:lnTo>
                <a:lnTo>
                  <a:pt x="277689" y="84281"/>
                </a:lnTo>
                <a:lnTo>
                  <a:pt x="277437" y="83778"/>
                </a:lnTo>
                <a:lnTo>
                  <a:pt x="277172" y="83287"/>
                </a:lnTo>
                <a:lnTo>
                  <a:pt x="276893" y="82806"/>
                </a:lnTo>
                <a:lnTo>
                  <a:pt x="276601" y="82337"/>
                </a:lnTo>
                <a:lnTo>
                  <a:pt x="276295" y="81878"/>
                </a:lnTo>
                <a:lnTo>
                  <a:pt x="275975" y="81430"/>
                </a:lnTo>
                <a:lnTo>
                  <a:pt x="275644" y="80992"/>
                </a:lnTo>
                <a:lnTo>
                  <a:pt x="275303" y="80560"/>
                </a:lnTo>
                <a:lnTo>
                  <a:pt x="274953" y="80137"/>
                </a:lnTo>
                <a:lnTo>
                  <a:pt x="274593" y="79720"/>
                </a:lnTo>
                <a:lnTo>
                  <a:pt x="274224" y="79312"/>
                </a:lnTo>
                <a:lnTo>
                  <a:pt x="273845" y="78910"/>
                </a:lnTo>
                <a:lnTo>
                  <a:pt x="273456" y="78517"/>
                </a:lnTo>
                <a:lnTo>
                  <a:pt x="273058" y="78131"/>
                </a:lnTo>
                <a:lnTo>
                  <a:pt x="272650" y="77752"/>
                </a:lnTo>
                <a:lnTo>
                  <a:pt x="272233" y="77381"/>
                </a:lnTo>
                <a:lnTo>
                  <a:pt x="271806" y="77017"/>
                </a:lnTo>
                <a:lnTo>
                  <a:pt x="271369" y="76661"/>
                </a:lnTo>
                <a:lnTo>
                  <a:pt x="270923" y="76312"/>
                </a:lnTo>
                <a:lnTo>
                  <a:pt x="270467" y="75971"/>
                </a:lnTo>
                <a:lnTo>
                  <a:pt x="270002" y="75637"/>
                </a:lnTo>
                <a:lnTo>
                  <a:pt x="269527" y="75311"/>
                </a:lnTo>
                <a:lnTo>
                  <a:pt x="269043" y="74992"/>
                </a:lnTo>
                <a:lnTo>
                  <a:pt x="268549" y="74681"/>
                </a:lnTo>
                <a:lnTo>
                  <a:pt x="268045" y="74378"/>
                </a:lnTo>
                <a:lnTo>
                  <a:pt x="267532" y="74081"/>
                </a:lnTo>
                <a:lnTo>
                  <a:pt x="267009" y="73793"/>
                </a:lnTo>
                <a:lnTo>
                  <a:pt x="266477" y="73512"/>
                </a:lnTo>
                <a:lnTo>
                  <a:pt x="265935" y="73238"/>
                </a:lnTo>
                <a:lnTo>
                  <a:pt x="265383" y="72972"/>
                </a:lnTo>
                <a:lnTo>
                  <a:pt x="264824" y="72712"/>
                </a:lnTo>
                <a:lnTo>
                  <a:pt x="264258" y="72455"/>
                </a:lnTo>
                <a:lnTo>
                  <a:pt x="263687" y="72203"/>
                </a:lnTo>
                <a:lnTo>
                  <a:pt x="263109" y="71955"/>
                </a:lnTo>
                <a:lnTo>
                  <a:pt x="262525" y="71711"/>
                </a:lnTo>
                <a:lnTo>
                  <a:pt x="261934" y="71471"/>
                </a:lnTo>
                <a:lnTo>
                  <a:pt x="261338" y="71235"/>
                </a:lnTo>
                <a:lnTo>
                  <a:pt x="260735" y="71003"/>
                </a:lnTo>
                <a:lnTo>
                  <a:pt x="260126" y="70775"/>
                </a:lnTo>
                <a:lnTo>
                  <a:pt x="259511" y="70551"/>
                </a:lnTo>
                <a:lnTo>
                  <a:pt x="258890" y="70331"/>
                </a:lnTo>
                <a:lnTo>
                  <a:pt x="258263" y="70115"/>
                </a:lnTo>
                <a:lnTo>
                  <a:pt x="257629" y="69904"/>
                </a:lnTo>
                <a:lnTo>
                  <a:pt x="256990" y="69696"/>
                </a:lnTo>
                <a:lnTo>
                  <a:pt x="256344" y="69492"/>
                </a:lnTo>
                <a:lnTo>
                  <a:pt x="255692" y="69293"/>
                </a:lnTo>
                <a:lnTo>
                  <a:pt x="255033" y="69097"/>
                </a:lnTo>
                <a:lnTo>
                  <a:pt x="254369" y="68906"/>
                </a:lnTo>
                <a:lnTo>
                  <a:pt x="253698" y="68719"/>
                </a:lnTo>
                <a:lnTo>
                  <a:pt x="253021" y="68535"/>
                </a:lnTo>
                <a:lnTo>
                  <a:pt x="252338" y="68356"/>
                </a:lnTo>
                <a:lnTo>
                  <a:pt x="251649" y="68181"/>
                </a:lnTo>
                <a:lnTo>
                  <a:pt x="250954" y="68010"/>
                </a:lnTo>
                <a:lnTo>
                  <a:pt x="250252" y="67843"/>
                </a:lnTo>
                <a:lnTo>
                  <a:pt x="249590" y="67693"/>
                </a:lnTo>
                <a:lnTo>
                  <a:pt x="248939" y="67544"/>
                </a:lnTo>
                <a:lnTo>
                  <a:pt x="248298" y="67396"/>
                </a:lnTo>
                <a:lnTo>
                  <a:pt x="247669" y="67249"/>
                </a:lnTo>
                <a:lnTo>
                  <a:pt x="247050" y="67103"/>
                </a:lnTo>
                <a:lnTo>
                  <a:pt x="246442" y="66957"/>
                </a:lnTo>
                <a:lnTo>
                  <a:pt x="245844" y="66812"/>
                </a:lnTo>
                <a:lnTo>
                  <a:pt x="245258" y="66668"/>
                </a:lnTo>
                <a:lnTo>
                  <a:pt x="244682" y="66525"/>
                </a:lnTo>
                <a:lnTo>
                  <a:pt x="244118" y="66382"/>
                </a:lnTo>
                <a:lnTo>
                  <a:pt x="243564" y="66241"/>
                </a:lnTo>
                <a:lnTo>
                  <a:pt x="243020" y="66100"/>
                </a:lnTo>
                <a:lnTo>
                  <a:pt x="242488" y="65959"/>
                </a:lnTo>
                <a:lnTo>
                  <a:pt x="241967" y="65820"/>
                </a:lnTo>
                <a:lnTo>
                  <a:pt x="241456" y="65681"/>
                </a:lnTo>
                <a:lnTo>
                  <a:pt x="240956" y="65543"/>
                </a:lnTo>
                <a:lnTo>
                  <a:pt x="240467" y="65406"/>
                </a:lnTo>
                <a:lnTo>
                  <a:pt x="239989" y="65270"/>
                </a:lnTo>
                <a:lnTo>
                  <a:pt x="239521" y="65135"/>
                </a:lnTo>
                <a:lnTo>
                  <a:pt x="239065" y="65000"/>
                </a:lnTo>
                <a:lnTo>
                  <a:pt x="238619" y="64866"/>
                </a:lnTo>
                <a:lnTo>
                  <a:pt x="238184" y="64733"/>
                </a:lnTo>
                <a:lnTo>
                  <a:pt x="237760" y="64600"/>
                </a:lnTo>
                <a:lnTo>
                  <a:pt x="237346" y="64469"/>
                </a:lnTo>
                <a:lnTo>
                  <a:pt x="236943" y="64337"/>
                </a:lnTo>
                <a:lnTo>
                  <a:pt x="236549" y="64205"/>
                </a:lnTo>
                <a:lnTo>
                  <a:pt x="236164" y="64071"/>
                </a:lnTo>
                <a:lnTo>
                  <a:pt x="235789" y="63937"/>
                </a:lnTo>
                <a:lnTo>
                  <a:pt x="235422" y="63801"/>
                </a:lnTo>
                <a:lnTo>
                  <a:pt x="235065" y="63665"/>
                </a:lnTo>
                <a:lnTo>
                  <a:pt x="234718" y="63528"/>
                </a:lnTo>
                <a:lnTo>
                  <a:pt x="234379" y="63389"/>
                </a:lnTo>
                <a:lnTo>
                  <a:pt x="234050" y="63250"/>
                </a:lnTo>
                <a:lnTo>
                  <a:pt x="233730" y="63110"/>
                </a:lnTo>
                <a:lnTo>
                  <a:pt x="233420" y="62969"/>
                </a:lnTo>
                <a:lnTo>
                  <a:pt x="233118" y="62827"/>
                </a:lnTo>
                <a:lnTo>
                  <a:pt x="232826" y="62684"/>
                </a:lnTo>
                <a:lnTo>
                  <a:pt x="232544" y="62540"/>
                </a:lnTo>
                <a:lnTo>
                  <a:pt x="232270" y="62396"/>
                </a:lnTo>
                <a:lnTo>
                  <a:pt x="232006" y="62250"/>
                </a:lnTo>
                <a:lnTo>
                  <a:pt x="231751" y="62103"/>
                </a:lnTo>
                <a:lnTo>
                  <a:pt x="231505" y="61956"/>
                </a:lnTo>
                <a:lnTo>
                  <a:pt x="231269" y="61807"/>
                </a:lnTo>
                <a:lnTo>
                  <a:pt x="231042" y="61658"/>
                </a:lnTo>
                <a:lnTo>
                  <a:pt x="230824" y="61507"/>
                </a:lnTo>
                <a:lnTo>
                  <a:pt x="230615" y="61356"/>
                </a:lnTo>
                <a:lnTo>
                  <a:pt x="230416" y="61204"/>
                </a:lnTo>
                <a:lnTo>
                  <a:pt x="230226" y="61050"/>
                </a:lnTo>
                <a:lnTo>
                  <a:pt x="230044" y="60896"/>
                </a:lnTo>
                <a:lnTo>
                  <a:pt x="229870" y="60739"/>
                </a:lnTo>
                <a:lnTo>
                  <a:pt x="229704" y="60580"/>
                </a:lnTo>
                <a:lnTo>
                  <a:pt x="229546" y="60419"/>
                </a:lnTo>
                <a:lnTo>
                  <a:pt x="229395" y="60256"/>
                </a:lnTo>
                <a:lnTo>
                  <a:pt x="229252" y="60091"/>
                </a:lnTo>
                <a:lnTo>
                  <a:pt x="229117" y="59924"/>
                </a:lnTo>
                <a:lnTo>
                  <a:pt x="228989" y="59755"/>
                </a:lnTo>
                <a:lnTo>
                  <a:pt x="228870" y="59584"/>
                </a:lnTo>
                <a:lnTo>
                  <a:pt x="228758" y="59410"/>
                </a:lnTo>
                <a:lnTo>
                  <a:pt x="228653" y="59235"/>
                </a:lnTo>
                <a:lnTo>
                  <a:pt x="228557" y="59058"/>
                </a:lnTo>
                <a:lnTo>
                  <a:pt x="228468" y="58879"/>
                </a:lnTo>
                <a:lnTo>
                  <a:pt x="228387" y="58698"/>
                </a:lnTo>
                <a:lnTo>
                  <a:pt x="228313" y="58515"/>
                </a:lnTo>
                <a:lnTo>
                  <a:pt x="228248" y="58330"/>
                </a:lnTo>
                <a:lnTo>
                  <a:pt x="228190" y="58142"/>
                </a:lnTo>
                <a:lnTo>
                  <a:pt x="228140" y="57953"/>
                </a:lnTo>
                <a:lnTo>
                  <a:pt x="228097" y="57762"/>
                </a:lnTo>
                <a:lnTo>
                  <a:pt x="228062" y="57569"/>
                </a:lnTo>
                <a:lnTo>
                  <a:pt x="228035" y="57373"/>
                </a:lnTo>
                <a:lnTo>
                  <a:pt x="228016" y="57176"/>
                </a:lnTo>
                <a:lnTo>
                  <a:pt x="228004" y="56977"/>
                </a:lnTo>
                <a:lnTo>
                  <a:pt x="228000" y="56775"/>
                </a:lnTo>
                <a:lnTo>
                  <a:pt x="228007" y="56427"/>
                </a:lnTo>
                <a:lnTo>
                  <a:pt x="228025" y="56087"/>
                </a:lnTo>
                <a:lnTo>
                  <a:pt x="228055" y="55755"/>
                </a:lnTo>
                <a:lnTo>
                  <a:pt x="228098" y="55432"/>
                </a:lnTo>
                <a:lnTo>
                  <a:pt x="228153" y="55116"/>
                </a:lnTo>
                <a:lnTo>
                  <a:pt x="228220" y="54810"/>
                </a:lnTo>
                <a:lnTo>
                  <a:pt x="228300" y="54511"/>
                </a:lnTo>
                <a:lnTo>
                  <a:pt x="228391" y="54221"/>
                </a:lnTo>
                <a:lnTo>
                  <a:pt x="228495" y="53939"/>
                </a:lnTo>
                <a:lnTo>
                  <a:pt x="228611" y="53665"/>
                </a:lnTo>
                <a:lnTo>
                  <a:pt x="228739" y="53400"/>
                </a:lnTo>
                <a:lnTo>
                  <a:pt x="228879" y="53143"/>
                </a:lnTo>
                <a:lnTo>
                  <a:pt x="229032" y="52894"/>
                </a:lnTo>
                <a:lnTo>
                  <a:pt x="229197" y="52654"/>
                </a:lnTo>
                <a:lnTo>
                  <a:pt x="229374" y="52421"/>
                </a:lnTo>
                <a:lnTo>
                  <a:pt x="229563" y="52198"/>
                </a:lnTo>
                <a:lnTo>
                  <a:pt x="229764" y="51982"/>
                </a:lnTo>
                <a:lnTo>
                  <a:pt x="229978" y="51775"/>
                </a:lnTo>
                <a:lnTo>
                  <a:pt x="230204" y="51576"/>
                </a:lnTo>
                <a:lnTo>
                  <a:pt x="230442" y="51385"/>
                </a:lnTo>
                <a:lnTo>
                  <a:pt x="230692" y="51203"/>
                </a:lnTo>
                <a:lnTo>
                  <a:pt x="230955" y="51029"/>
                </a:lnTo>
                <a:lnTo>
                  <a:pt x="231229" y="50864"/>
                </a:lnTo>
                <a:lnTo>
                  <a:pt x="231516" y="50706"/>
                </a:lnTo>
                <a:lnTo>
                  <a:pt x="231814" y="50556"/>
                </a:lnTo>
                <a:lnTo>
                  <a:pt x="232120" y="50412"/>
                </a:lnTo>
                <a:lnTo>
                  <a:pt x="232436" y="50275"/>
                </a:lnTo>
                <a:lnTo>
                  <a:pt x="232761" y="50144"/>
                </a:lnTo>
                <a:lnTo>
                  <a:pt x="233095" y="50019"/>
                </a:lnTo>
                <a:lnTo>
                  <a:pt x="233438" y="49901"/>
                </a:lnTo>
                <a:lnTo>
                  <a:pt x="233790" y="49789"/>
                </a:lnTo>
                <a:lnTo>
                  <a:pt x="234152" y="49683"/>
                </a:lnTo>
                <a:lnTo>
                  <a:pt x="234522" y="49584"/>
                </a:lnTo>
                <a:lnTo>
                  <a:pt x="234902" y="49491"/>
                </a:lnTo>
                <a:lnTo>
                  <a:pt x="235291" y="49405"/>
                </a:lnTo>
                <a:lnTo>
                  <a:pt x="235688" y="49325"/>
                </a:lnTo>
                <a:lnTo>
                  <a:pt x="236095" y="49252"/>
                </a:lnTo>
                <a:lnTo>
                  <a:pt x="236511" y="49185"/>
                </a:lnTo>
                <a:lnTo>
                  <a:pt x="236937" y="49124"/>
                </a:lnTo>
                <a:lnTo>
                  <a:pt x="237371" y="49069"/>
                </a:lnTo>
                <a:lnTo>
                  <a:pt x="237814" y="49022"/>
                </a:lnTo>
                <a:lnTo>
                  <a:pt x="238267" y="48980"/>
                </a:lnTo>
                <a:lnTo>
                  <a:pt x="238729" y="48945"/>
                </a:lnTo>
                <a:lnTo>
                  <a:pt x="239199" y="48916"/>
                </a:lnTo>
                <a:lnTo>
                  <a:pt x="239679" y="48894"/>
                </a:lnTo>
                <a:lnTo>
                  <a:pt x="240168" y="48878"/>
                </a:lnTo>
                <a:lnTo>
                  <a:pt x="240666" y="48868"/>
                </a:lnTo>
                <a:lnTo>
                  <a:pt x="241174" y="48865"/>
                </a:lnTo>
                <a:lnTo>
                  <a:pt x="241646" y="48869"/>
                </a:lnTo>
                <a:lnTo>
                  <a:pt x="242113" y="48883"/>
                </a:lnTo>
                <a:lnTo>
                  <a:pt x="242575" y="48906"/>
                </a:lnTo>
                <a:lnTo>
                  <a:pt x="243032" y="48938"/>
                </a:lnTo>
                <a:lnTo>
                  <a:pt x="243483" y="48980"/>
                </a:lnTo>
                <a:lnTo>
                  <a:pt x="243930" y="49030"/>
                </a:lnTo>
                <a:lnTo>
                  <a:pt x="244372" y="49090"/>
                </a:lnTo>
                <a:lnTo>
                  <a:pt x="244808" y="49159"/>
                </a:lnTo>
                <a:lnTo>
                  <a:pt x="245239" y="49237"/>
                </a:lnTo>
                <a:lnTo>
                  <a:pt x="245666" y="49325"/>
                </a:lnTo>
                <a:lnTo>
                  <a:pt x="246087" y="49421"/>
                </a:lnTo>
                <a:lnTo>
                  <a:pt x="246503" y="49527"/>
                </a:lnTo>
                <a:lnTo>
                  <a:pt x="246914" y="49642"/>
                </a:lnTo>
                <a:lnTo>
                  <a:pt x="247320" y="49766"/>
                </a:lnTo>
                <a:lnTo>
                  <a:pt x="247720" y="49899"/>
                </a:lnTo>
                <a:lnTo>
                  <a:pt x="248116" y="50042"/>
                </a:lnTo>
                <a:lnTo>
                  <a:pt x="248507" y="50193"/>
                </a:lnTo>
                <a:lnTo>
                  <a:pt x="248892" y="50354"/>
                </a:lnTo>
                <a:lnTo>
                  <a:pt x="249272" y="50524"/>
                </a:lnTo>
                <a:lnTo>
                  <a:pt x="249648" y="50704"/>
                </a:lnTo>
                <a:lnTo>
                  <a:pt x="250018" y="50892"/>
                </a:lnTo>
                <a:lnTo>
                  <a:pt x="250383" y="51090"/>
                </a:lnTo>
                <a:lnTo>
                  <a:pt x="250743" y="51297"/>
                </a:lnTo>
                <a:lnTo>
                  <a:pt x="251098" y="51513"/>
                </a:lnTo>
                <a:lnTo>
                  <a:pt x="251443" y="51741"/>
                </a:lnTo>
                <a:lnTo>
                  <a:pt x="251773" y="51983"/>
                </a:lnTo>
                <a:lnTo>
                  <a:pt x="252089" y="52240"/>
                </a:lnTo>
                <a:lnTo>
                  <a:pt x="252390" y="52511"/>
                </a:lnTo>
                <a:lnTo>
                  <a:pt x="252676" y="52797"/>
                </a:lnTo>
                <a:lnTo>
                  <a:pt x="252947" y="53098"/>
                </a:lnTo>
                <a:lnTo>
                  <a:pt x="253204" y="53413"/>
                </a:lnTo>
                <a:lnTo>
                  <a:pt x="253447" y="53743"/>
                </a:lnTo>
                <a:lnTo>
                  <a:pt x="253674" y="54087"/>
                </a:lnTo>
                <a:lnTo>
                  <a:pt x="253887" y="54446"/>
                </a:lnTo>
                <a:lnTo>
                  <a:pt x="254085" y="54820"/>
                </a:lnTo>
                <a:lnTo>
                  <a:pt x="254269" y="55208"/>
                </a:lnTo>
                <a:lnTo>
                  <a:pt x="254437" y="55611"/>
                </a:lnTo>
                <a:lnTo>
                  <a:pt x="254592" y="56028"/>
                </a:lnTo>
                <a:lnTo>
                  <a:pt x="254731" y="56460"/>
                </a:lnTo>
                <a:lnTo>
                  <a:pt x="254856" y="56906"/>
                </a:lnTo>
                <a:lnTo>
                  <a:pt x="254966" y="57367"/>
                </a:lnTo>
                <a:lnTo>
                  <a:pt x="255061" y="57843"/>
                </a:lnTo>
                <a:lnTo>
                  <a:pt x="255142" y="58333"/>
                </a:lnTo>
                <a:lnTo>
                  <a:pt x="255208" y="58838"/>
                </a:lnTo>
                <a:lnTo>
                  <a:pt x="255260" y="59358"/>
                </a:lnTo>
                <a:lnTo>
                  <a:pt x="255296" y="59891"/>
                </a:lnTo>
                <a:lnTo>
                  <a:pt x="255318" y="60440"/>
                </a:lnTo>
                <a:lnTo>
                  <a:pt x="255326" y="61003"/>
                </a:lnTo>
                <a:lnTo>
                  <a:pt x="277221" y="61003"/>
                </a:lnTo>
                <a:lnTo>
                  <a:pt x="277216" y="60333"/>
                </a:lnTo>
                <a:lnTo>
                  <a:pt x="277200" y="59672"/>
                </a:lnTo>
                <a:lnTo>
                  <a:pt x="277173" y="59021"/>
                </a:lnTo>
                <a:lnTo>
                  <a:pt x="277135" y="58379"/>
                </a:lnTo>
                <a:lnTo>
                  <a:pt x="277086" y="57747"/>
                </a:lnTo>
                <a:lnTo>
                  <a:pt x="277027" y="57123"/>
                </a:lnTo>
                <a:lnTo>
                  <a:pt x="276956" y="56510"/>
                </a:lnTo>
                <a:lnTo>
                  <a:pt x="276875" y="55905"/>
                </a:lnTo>
                <a:lnTo>
                  <a:pt x="276783" y="55310"/>
                </a:lnTo>
                <a:lnTo>
                  <a:pt x="276681" y="54724"/>
                </a:lnTo>
                <a:lnTo>
                  <a:pt x="276567" y="54148"/>
                </a:lnTo>
                <a:lnTo>
                  <a:pt x="276443" y="53581"/>
                </a:lnTo>
                <a:lnTo>
                  <a:pt x="276307" y="53023"/>
                </a:lnTo>
                <a:lnTo>
                  <a:pt x="276161" y="52475"/>
                </a:lnTo>
                <a:lnTo>
                  <a:pt x="276004" y="51936"/>
                </a:lnTo>
                <a:lnTo>
                  <a:pt x="275837" y="51407"/>
                </a:lnTo>
                <a:lnTo>
                  <a:pt x="275658" y="50886"/>
                </a:lnTo>
                <a:lnTo>
                  <a:pt x="275469" y="50376"/>
                </a:lnTo>
                <a:lnTo>
                  <a:pt x="275269" y="49874"/>
                </a:lnTo>
                <a:lnTo>
                  <a:pt x="275058" y="49382"/>
                </a:lnTo>
                <a:lnTo>
                  <a:pt x="274836" y="48899"/>
                </a:lnTo>
                <a:lnTo>
                  <a:pt x="274604" y="48426"/>
                </a:lnTo>
                <a:lnTo>
                  <a:pt x="274360" y="47962"/>
                </a:lnTo>
                <a:lnTo>
                  <a:pt x="274106" y="47508"/>
                </a:lnTo>
                <a:lnTo>
                  <a:pt x="273843" y="47061"/>
                </a:lnTo>
                <a:lnTo>
                  <a:pt x="273573" y="46623"/>
                </a:lnTo>
                <a:lnTo>
                  <a:pt x="273295" y="46192"/>
                </a:lnTo>
                <a:lnTo>
                  <a:pt x="273011" y="45769"/>
                </a:lnTo>
                <a:lnTo>
                  <a:pt x="272719" y="45354"/>
                </a:lnTo>
                <a:lnTo>
                  <a:pt x="272421" y="44946"/>
                </a:lnTo>
                <a:lnTo>
                  <a:pt x="272115" y="44546"/>
                </a:lnTo>
                <a:lnTo>
                  <a:pt x="271802" y="44153"/>
                </a:lnTo>
                <a:lnTo>
                  <a:pt x="271482" y="43769"/>
                </a:lnTo>
                <a:lnTo>
                  <a:pt x="271155" y="43391"/>
                </a:lnTo>
                <a:lnTo>
                  <a:pt x="270820" y="43022"/>
                </a:lnTo>
                <a:lnTo>
                  <a:pt x="270479" y="42660"/>
                </a:lnTo>
                <a:lnTo>
                  <a:pt x="270131" y="42306"/>
                </a:lnTo>
                <a:lnTo>
                  <a:pt x="269775" y="41959"/>
                </a:lnTo>
                <a:lnTo>
                  <a:pt x="269412" y="41621"/>
                </a:lnTo>
                <a:lnTo>
                  <a:pt x="269043" y="41289"/>
                </a:lnTo>
                <a:lnTo>
                  <a:pt x="268666" y="40966"/>
                </a:lnTo>
                <a:lnTo>
                  <a:pt x="268282" y="40650"/>
                </a:lnTo>
                <a:lnTo>
                  <a:pt x="267891" y="40342"/>
                </a:lnTo>
                <a:lnTo>
                  <a:pt x="267492" y="40041"/>
                </a:lnTo>
                <a:lnTo>
                  <a:pt x="267087" y="39748"/>
                </a:lnTo>
                <a:lnTo>
                  <a:pt x="266675" y="39463"/>
                </a:lnTo>
                <a:lnTo>
                  <a:pt x="266255" y="39185"/>
                </a:lnTo>
                <a:lnTo>
                  <a:pt x="265828" y="38916"/>
                </a:lnTo>
                <a:lnTo>
                  <a:pt x="265396" y="38652"/>
                </a:lnTo>
                <a:lnTo>
                  <a:pt x="264959" y="38396"/>
                </a:lnTo>
                <a:lnTo>
                  <a:pt x="264518" y="38145"/>
                </a:lnTo>
                <a:lnTo>
                  <a:pt x="264073" y="37902"/>
                </a:lnTo>
                <a:lnTo>
                  <a:pt x="263623" y="37664"/>
                </a:lnTo>
                <a:lnTo>
                  <a:pt x="263169" y="37433"/>
                </a:lnTo>
                <a:lnTo>
                  <a:pt x="262711" y="37208"/>
                </a:lnTo>
                <a:lnTo>
                  <a:pt x="262248" y="36990"/>
                </a:lnTo>
                <a:lnTo>
                  <a:pt x="261781" y="36778"/>
                </a:lnTo>
                <a:lnTo>
                  <a:pt x="261310" y="36573"/>
                </a:lnTo>
                <a:lnTo>
                  <a:pt x="260834" y="36374"/>
                </a:lnTo>
                <a:lnTo>
                  <a:pt x="260355" y="36181"/>
                </a:lnTo>
                <a:lnTo>
                  <a:pt x="259870" y="35995"/>
                </a:lnTo>
                <a:lnTo>
                  <a:pt x="259382" y="35815"/>
                </a:lnTo>
                <a:lnTo>
                  <a:pt x="258889" y="35642"/>
                </a:lnTo>
                <a:lnTo>
                  <a:pt x="258391" y="35475"/>
                </a:lnTo>
                <a:lnTo>
                  <a:pt x="257890" y="35315"/>
                </a:lnTo>
                <a:lnTo>
                  <a:pt x="257384" y="35161"/>
                </a:lnTo>
                <a:lnTo>
                  <a:pt x="256874" y="35013"/>
                </a:lnTo>
                <a:lnTo>
                  <a:pt x="256359" y="34872"/>
                </a:lnTo>
                <a:lnTo>
                  <a:pt x="255840" y="34737"/>
                </a:lnTo>
                <a:lnTo>
                  <a:pt x="255317" y="34608"/>
                </a:lnTo>
                <a:lnTo>
                  <a:pt x="254789" y="34486"/>
                </a:lnTo>
                <a:lnTo>
                  <a:pt x="254258" y="34371"/>
                </a:lnTo>
                <a:lnTo>
                  <a:pt x="253723" y="34261"/>
                </a:lnTo>
                <a:lnTo>
                  <a:pt x="253188" y="34155"/>
                </a:lnTo>
                <a:lnTo>
                  <a:pt x="252651" y="34054"/>
                </a:lnTo>
                <a:lnTo>
                  <a:pt x="252114" y="33958"/>
                </a:lnTo>
                <a:lnTo>
                  <a:pt x="251576" y="33867"/>
                </a:lnTo>
                <a:lnTo>
                  <a:pt x="251037" y="33780"/>
                </a:lnTo>
                <a:lnTo>
                  <a:pt x="250497" y="33698"/>
                </a:lnTo>
                <a:lnTo>
                  <a:pt x="249956" y="33621"/>
                </a:lnTo>
                <a:lnTo>
                  <a:pt x="249414" y="33549"/>
                </a:lnTo>
                <a:lnTo>
                  <a:pt x="248871" y="33481"/>
                </a:lnTo>
                <a:lnTo>
                  <a:pt x="248327" y="33417"/>
                </a:lnTo>
                <a:lnTo>
                  <a:pt x="247782" y="33359"/>
                </a:lnTo>
                <a:lnTo>
                  <a:pt x="247237" y="33305"/>
                </a:lnTo>
                <a:lnTo>
                  <a:pt x="246690" y="33256"/>
                </a:lnTo>
                <a:lnTo>
                  <a:pt x="246143" y="33211"/>
                </a:lnTo>
                <a:lnTo>
                  <a:pt x="245594" y="33171"/>
                </a:lnTo>
                <a:lnTo>
                  <a:pt x="245045" y="33136"/>
                </a:lnTo>
                <a:lnTo>
                  <a:pt x="244495" y="33106"/>
                </a:lnTo>
                <a:lnTo>
                  <a:pt x="243943" y="33080"/>
                </a:lnTo>
                <a:lnTo>
                  <a:pt x="243391" y="33059"/>
                </a:lnTo>
                <a:lnTo>
                  <a:pt x="242838" y="33043"/>
                </a:lnTo>
                <a:lnTo>
                  <a:pt x="242284" y="33031"/>
                </a:lnTo>
                <a:lnTo>
                  <a:pt x="241729" y="33024"/>
                </a:lnTo>
                <a:lnTo>
                  <a:pt x="241174" y="33022"/>
                </a:lnTo>
                <a:lnTo>
                  <a:pt x="240603" y="33024"/>
                </a:lnTo>
                <a:lnTo>
                  <a:pt x="240033" y="33031"/>
                </a:lnTo>
                <a:lnTo>
                  <a:pt x="239465" y="33043"/>
                </a:lnTo>
                <a:lnTo>
                  <a:pt x="238898" y="33059"/>
                </a:lnTo>
                <a:lnTo>
                  <a:pt x="238331" y="33080"/>
                </a:lnTo>
                <a:lnTo>
                  <a:pt x="237766" y="33106"/>
                </a:lnTo>
                <a:lnTo>
                  <a:pt x="237202" y="33137"/>
                </a:lnTo>
                <a:lnTo>
                  <a:pt x="236639" y="33172"/>
                </a:lnTo>
                <a:lnTo>
                  <a:pt x="236077" y="33212"/>
                </a:lnTo>
                <a:lnTo>
                  <a:pt x="235516" y="33256"/>
                </a:lnTo>
                <a:lnTo>
                  <a:pt x="234957" y="33306"/>
                </a:lnTo>
                <a:lnTo>
                  <a:pt x="234398" y="33360"/>
                </a:lnTo>
                <a:lnTo>
                  <a:pt x="233840" y="33418"/>
                </a:lnTo>
                <a:lnTo>
                  <a:pt x="233284" y="33482"/>
                </a:lnTo>
                <a:lnTo>
                  <a:pt x="232728" y="33550"/>
                </a:lnTo>
                <a:lnTo>
                  <a:pt x="232174" y="33622"/>
                </a:lnTo>
                <a:lnTo>
                  <a:pt x="231621" y="33700"/>
                </a:lnTo>
                <a:lnTo>
                  <a:pt x="231068" y="33782"/>
                </a:lnTo>
                <a:lnTo>
                  <a:pt x="230517" y="33869"/>
                </a:lnTo>
                <a:lnTo>
                  <a:pt x="229967" y="33960"/>
                </a:lnTo>
                <a:lnTo>
                  <a:pt x="229418" y="34057"/>
                </a:lnTo>
                <a:lnTo>
                  <a:pt x="228870" y="34157"/>
                </a:lnTo>
                <a:lnTo>
                  <a:pt x="228324" y="34263"/>
                </a:lnTo>
                <a:lnTo>
                  <a:pt x="227778" y="34373"/>
                </a:lnTo>
                <a:lnTo>
                  <a:pt x="227235" y="34489"/>
                </a:lnTo>
                <a:lnTo>
                  <a:pt x="226697" y="34609"/>
                </a:lnTo>
                <a:lnTo>
                  <a:pt x="226163" y="34735"/>
                </a:lnTo>
                <a:lnTo>
                  <a:pt x="225634" y="34867"/>
                </a:lnTo>
                <a:lnTo>
                  <a:pt x="225110" y="35004"/>
                </a:lnTo>
                <a:lnTo>
                  <a:pt x="224590" y="35146"/>
                </a:lnTo>
                <a:lnTo>
                  <a:pt x="224075" y="35294"/>
                </a:lnTo>
                <a:lnTo>
                  <a:pt x="223565" y="35448"/>
                </a:lnTo>
                <a:lnTo>
                  <a:pt x="223059" y="35607"/>
                </a:lnTo>
                <a:lnTo>
                  <a:pt x="222558" y="35771"/>
                </a:lnTo>
                <a:lnTo>
                  <a:pt x="222062" y="35941"/>
                </a:lnTo>
                <a:lnTo>
                  <a:pt x="221570" y="36116"/>
                </a:lnTo>
                <a:lnTo>
                  <a:pt x="221082" y="36297"/>
                </a:lnTo>
                <a:lnTo>
                  <a:pt x="220600" y="36483"/>
                </a:lnTo>
                <a:lnTo>
                  <a:pt x="220122" y="36675"/>
                </a:lnTo>
                <a:lnTo>
                  <a:pt x="219649" y="36872"/>
                </a:lnTo>
                <a:lnTo>
                  <a:pt x="219180" y="37074"/>
                </a:lnTo>
                <a:lnTo>
                  <a:pt x="218716" y="37282"/>
                </a:lnTo>
                <a:lnTo>
                  <a:pt x="218257" y="37496"/>
                </a:lnTo>
                <a:lnTo>
                  <a:pt x="217802" y="37715"/>
                </a:lnTo>
                <a:lnTo>
                  <a:pt x="217352" y="37940"/>
                </a:lnTo>
                <a:lnTo>
                  <a:pt x="216906" y="38169"/>
                </a:lnTo>
                <a:lnTo>
                  <a:pt x="216465" y="38405"/>
                </a:lnTo>
                <a:lnTo>
                  <a:pt x="216029" y="38646"/>
                </a:lnTo>
                <a:lnTo>
                  <a:pt x="215599" y="38893"/>
                </a:lnTo>
                <a:lnTo>
                  <a:pt x="215176" y="39146"/>
                </a:lnTo>
                <a:lnTo>
                  <a:pt x="214760" y="39405"/>
                </a:lnTo>
                <a:lnTo>
                  <a:pt x="214351" y="39671"/>
                </a:lnTo>
                <a:lnTo>
                  <a:pt x="213950" y="39944"/>
                </a:lnTo>
                <a:lnTo>
                  <a:pt x="213556" y="40223"/>
                </a:lnTo>
                <a:lnTo>
                  <a:pt x="213170" y="40508"/>
                </a:lnTo>
                <a:lnTo>
                  <a:pt x="212790" y="40800"/>
                </a:lnTo>
                <a:lnTo>
                  <a:pt x="212418" y="41098"/>
                </a:lnTo>
                <a:lnTo>
                  <a:pt x="212053" y="41402"/>
                </a:lnTo>
                <a:lnTo>
                  <a:pt x="211695" y="41713"/>
                </a:lnTo>
                <a:lnTo>
                  <a:pt x="211345" y="42031"/>
                </a:lnTo>
                <a:lnTo>
                  <a:pt x="211002" y="42355"/>
                </a:lnTo>
                <a:lnTo>
                  <a:pt x="210666" y="42685"/>
                </a:lnTo>
                <a:lnTo>
                  <a:pt x="210337" y="43021"/>
                </a:lnTo>
                <a:lnTo>
                  <a:pt x="210016" y="43364"/>
                </a:lnTo>
                <a:lnTo>
                  <a:pt x="209702" y="43714"/>
                </a:lnTo>
                <a:lnTo>
                  <a:pt x="209395" y="44070"/>
                </a:lnTo>
                <a:lnTo>
                  <a:pt x="209096" y="44432"/>
                </a:lnTo>
                <a:lnTo>
                  <a:pt x="208803" y="44801"/>
                </a:lnTo>
                <a:lnTo>
                  <a:pt x="208518" y="45176"/>
                </a:lnTo>
                <a:lnTo>
                  <a:pt x="208241" y="45557"/>
                </a:lnTo>
                <a:lnTo>
                  <a:pt x="207970" y="45945"/>
                </a:lnTo>
                <a:lnTo>
                  <a:pt x="207707" y="46339"/>
                </a:lnTo>
                <a:lnTo>
                  <a:pt x="207453" y="46740"/>
                </a:lnTo>
                <a:lnTo>
                  <a:pt x="207209" y="47148"/>
                </a:lnTo>
                <a:lnTo>
                  <a:pt x="206977" y="47564"/>
                </a:lnTo>
                <a:lnTo>
                  <a:pt x="206755" y="47986"/>
                </a:lnTo>
                <a:lnTo>
                  <a:pt x="206544" y="48416"/>
                </a:lnTo>
                <a:lnTo>
                  <a:pt x="206344" y="48853"/>
                </a:lnTo>
                <a:lnTo>
                  <a:pt x="206155" y="49297"/>
                </a:lnTo>
                <a:lnTo>
                  <a:pt x="205976" y="49748"/>
                </a:lnTo>
                <a:lnTo>
                  <a:pt x="205809" y="50206"/>
                </a:lnTo>
                <a:lnTo>
                  <a:pt x="205652" y="50672"/>
                </a:lnTo>
                <a:lnTo>
                  <a:pt x="205506" y="51145"/>
                </a:lnTo>
                <a:lnTo>
                  <a:pt x="205370" y="51625"/>
                </a:lnTo>
                <a:lnTo>
                  <a:pt x="205246" y="52112"/>
                </a:lnTo>
                <a:lnTo>
                  <a:pt x="205132" y="52606"/>
                </a:lnTo>
                <a:lnTo>
                  <a:pt x="205030" y="53108"/>
                </a:lnTo>
                <a:lnTo>
                  <a:pt x="204938" y="53617"/>
                </a:lnTo>
                <a:lnTo>
                  <a:pt x="204857" y="54133"/>
                </a:lnTo>
                <a:lnTo>
                  <a:pt x="204786" y="54656"/>
                </a:lnTo>
                <a:lnTo>
                  <a:pt x="204727" y="55186"/>
                </a:lnTo>
                <a:lnTo>
                  <a:pt x="204678" y="55724"/>
                </a:lnTo>
                <a:lnTo>
                  <a:pt x="204640" y="56269"/>
                </a:lnTo>
                <a:lnTo>
                  <a:pt x="204613" y="56821"/>
                </a:lnTo>
                <a:lnTo>
                  <a:pt x="204597" y="57380"/>
                </a:lnTo>
                <a:lnTo>
                  <a:pt x="204592" y="57946"/>
                </a:lnTo>
                <a:lnTo>
                  <a:pt x="204599" y="58668"/>
                </a:lnTo>
                <a:lnTo>
                  <a:pt x="204620" y="59378"/>
                </a:lnTo>
                <a:lnTo>
                  <a:pt x="204656" y="60076"/>
                </a:lnTo>
                <a:lnTo>
                  <a:pt x="204705" y="60762"/>
                </a:lnTo>
                <a:lnTo>
                  <a:pt x="204769" y="61437"/>
                </a:lnTo>
                <a:lnTo>
                  <a:pt x="204848" y="62100"/>
                </a:lnTo>
                <a:lnTo>
                  <a:pt x="204940" y="62751"/>
                </a:lnTo>
                <a:lnTo>
                  <a:pt x="205047" y="63390"/>
                </a:lnTo>
                <a:lnTo>
                  <a:pt x="205167" y="64018"/>
                </a:lnTo>
                <a:lnTo>
                  <a:pt x="205302" y="64634"/>
                </a:lnTo>
                <a:lnTo>
                  <a:pt x="205452" y="65238"/>
                </a:lnTo>
                <a:lnTo>
                  <a:pt x="205615" y="65831"/>
                </a:lnTo>
                <a:lnTo>
                  <a:pt x="205793" y="66412"/>
                </a:lnTo>
                <a:lnTo>
                  <a:pt x="205985" y="66981"/>
                </a:lnTo>
                <a:lnTo>
                  <a:pt x="206191" y="67539"/>
                </a:lnTo>
                <a:lnTo>
                  <a:pt x="206411" y="68085"/>
                </a:lnTo>
                <a:lnTo>
                  <a:pt x="206646" y="68619"/>
                </a:lnTo>
                <a:lnTo>
                  <a:pt x="206895" y="69141"/>
                </a:lnTo>
                <a:lnTo>
                  <a:pt x="207158" y="69652"/>
                </a:lnTo>
                <a:lnTo>
                  <a:pt x="207435" y="70150"/>
                </a:lnTo>
                <a:lnTo>
                  <a:pt x="207726" y="70638"/>
                </a:lnTo>
                <a:lnTo>
                  <a:pt x="208032" y="71113"/>
                </a:lnTo>
                <a:lnTo>
                  <a:pt x="208352" y="71577"/>
                </a:lnTo>
                <a:lnTo>
                  <a:pt x="208686" y="72029"/>
                </a:lnTo>
                <a:lnTo>
                  <a:pt x="209033" y="72471"/>
                </a:lnTo>
                <a:lnTo>
                  <a:pt x="209390" y="72906"/>
                </a:lnTo>
                <a:lnTo>
                  <a:pt x="209759" y="73333"/>
                </a:lnTo>
                <a:lnTo>
                  <a:pt x="210138" y="73753"/>
                </a:lnTo>
                <a:lnTo>
                  <a:pt x="210529" y="74165"/>
                </a:lnTo>
                <a:lnTo>
                  <a:pt x="210931" y="74570"/>
                </a:lnTo>
                <a:lnTo>
                  <a:pt x="211343" y="74967"/>
                </a:lnTo>
                <a:lnTo>
                  <a:pt x="211767" y="75357"/>
                </a:lnTo>
                <a:lnTo>
                  <a:pt x="212201" y="75739"/>
                </a:lnTo>
                <a:lnTo>
                  <a:pt x="212646" y="76114"/>
                </a:lnTo>
                <a:lnTo>
                  <a:pt x="213103" y="76481"/>
                </a:lnTo>
                <a:lnTo>
                  <a:pt x="213570" y="76841"/>
                </a:lnTo>
                <a:lnTo>
                  <a:pt x="214049" y="77193"/>
                </a:lnTo>
                <a:lnTo>
                  <a:pt x="214538" y="77538"/>
                </a:lnTo>
                <a:lnTo>
                  <a:pt x="215038" y="77875"/>
                </a:lnTo>
                <a:lnTo>
                  <a:pt x="215549" y="78205"/>
                </a:lnTo>
                <a:lnTo>
                  <a:pt x="216072" y="78527"/>
                </a:lnTo>
                <a:lnTo>
                  <a:pt x="216605" y="78842"/>
                </a:lnTo>
                <a:lnTo>
                  <a:pt x="217149" y="79149"/>
                </a:lnTo>
                <a:lnTo>
                  <a:pt x="217704" y="79449"/>
                </a:lnTo>
                <a:lnTo>
                  <a:pt x="218270" y="79742"/>
                </a:lnTo>
                <a:lnTo>
                  <a:pt x="218847" y="80026"/>
                </a:lnTo>
                <a:lnTo>
                  <a:pt x="219435" y="80304"/>
                </a:lnTo>
                <a:lnTo>
                  <a:pt x="220034" y="80574"/>
                </a:lnTo>
                <a:lnTo>
                  <a:pt x="220642" y="80838"/>
                </a:lnTo>
                <a:lnTo>
                  <a:pt x="221257" y="81099"/>
                </a:lnTo>
                <a:lnTo>
                  <a:pt x="221879" y="81357"/>
                </a:lnTo>
                <a:lnTo>
                  <a:pt x="222508" y="81612"/>
                </a:lnTo>
                <a:lnTo>
                  <a:pt x="223144" y="81863"/>
                </a:lnTo>
                <a:lnTo>
                  <a:pt x="223787" y="82111"/>
                </a:lnTo>
                <a:lnTo>
                  <a:pt x="224436" y="82356"/>
                </a:lnTo>
                <a:lnTo>
                  <a:pt x="225093" y="82598"/>
                </a:lnTo>
                <a:lnTo>
                  <a:pt x="225757" y="82836"/>
                </a:lnTo>
                <a:lnTo>
                  <a:pt x="226427" y="83071"/>
                </a:lnTo>
                <a:lnTo>
                  <a:pt x="227105" y="83303"/>
                </a:lnTo>
                <a:lnTo>
                  <a:pt x="227789" y="83531"/>
                </a:lnTo>
                <a:lnTo>
                  <a:pt x="228481" y="83756"/>
                </a:lnTo>
                <a:lnTo>
                  <a:pt x="229179" y="83978"/>
                </a:lnTo>
                <a:lnTo>
                  <a:pt x="229884" y="84197"/>
                </a:lnTo>
                <a:lnTo>
                  <a:pt x="230597" y="84412"/>
                </a:lnTo>
                <a:lnTo>
                  <a:pt x="231316" y="84624"/>
                </a:lnTo>
                <a:lnTo>
                  <a:pt x="232042" y="84833"/>
                </a:lnTo>
                <a:lnTo>
                  <a:pt x="232775" y="85038"/>
                </a:lnTo>
                <a:lnTo>
                  <a:pt x="233515" y="85241"/>
                </a:lnTo>
                <a:lnTo>
                  <a:pt x="234262" y="85440"/>
                </a:lnTo>
                <a:lnTo>
                  <a:pt x="235016" y="85635"/>
                </a:lnTo>
                <a:lnTo>
                  <a:pt x="235777" y="85828"/>
                </a:lnTo>
                <a:lnTo>
                  <a:pt x="236545" y="86017"/>
                </a:lnTo>
                <a:lnTo>
                  <a:pt x="237453" y="86227"/>
                </a:lnTo>
                <a:lnTo>
                  <a:pt x="238339" y="86436"/>
                </a:lnTo>
                <a:lnTo>
                  <a:pt x="239201" y="86646"/>
                </a:lnTo>
                <a:lnTo>
                  <a:pt x="240040" y="86854"/>
                </a:lnTo>
                <a:lnTo>
                  <a:pt x="240856" y="87063"/>
                </a:lnTo>
                <a:lnTo>
                  <a:pt x="241649" y="87271"/>
                </a:lnTo>
                <a:lnTo>
                  <a:pt x="242419" y="87479"/>
                </a:lnTo>
                <a:lnTo>
                  <a:pt x="243166" y="87687"/>
                </a:lnTo>
                <a:lnTo>
                  <a:pt x="243890" y="87894"/>
                </a:lnTo>
                <a:lnTo>
                  <a:pt x="244591" y="88102"/>
                </a:lnTo>
                <a:lnTo>
                  <a:pt x="245269" y="88308"/>
                </a:lnTo>
                <a:lnTo>
                  <a:pt x="245924" y="88515"/>
                </a:lnTo>
                <a:lnTo>
                  <a:pt x="246556" y="88721"/>
                </a:lnTo>
                <a:lnTo>
                  <a:pt x="247165" y="88927"/>
                </a:lnTo>
                <a:lnTo>
                  <a:pt x="247751" y="89132"/>
                </a:lnTo>
                <a:lnTo>
                  <a:pt x="248314" y="89337"/>
                </a:lnTo>
                <a:lnTo>
                  <a:pt x="248854" y="89542"/>
                </a:lnTo>
                <a:lnTo>
                  <a:pt x="249371" y="89747"/>
                </a:lnTo>
                <a:lnTo>
                  <a:pt x="249864" y="89951"/>
                </a:lnTo>
                <a:lnTo>
                  <a:pt x="250335" y="90155"/>
                </a:lnTo>
                <a:lnTo>
                  <a:pt x="250783" y="90359"/>
                </a:lnTo>
                <a:lnTo>
                  <a:pt x="251208" y="90562"/>
                </a:lnTo>
                <a:lnTo>
                  <a:pt x="251609" y="90765"/>
                </a:lnTo>
                <a:lnTo>
                  <a:pt x="251988" y="90968"/>
                </a:lnTo>
                <a:lnTo>
                  <a:pt x="252347" y="91175"/>
                </a:lnTo>
                <a:lnTo>
                  <a:pt x="252692" y="91390"/>
                </a:lnTo>
                <a:lnTo>
                  <a:pt x="253020" y="91614"/>
                </a:lnTo>
                <a:lnTo>
                  <a:pt x="253334" y="91847"/>
                </a:lnTo>
                <a:lnTo>
                  <a:pt x="253632" y="92089"/>
                </a:lnTo>
                <a:lnTo>
                  <a:pt x="253915" y="92340"/>
                </a:lnTo>
                <a:lnTo>
                  <a:pt x="254183" y="92599"/>
                </a:lnTo>
                <a:lnTo>
                  <a:pt x="254436" y="92867"/>
                </a:lnTo>
                <a:lnTo>
                  <a:pt x="254673" y="93144"/>
                </a:lnTo>
                <a:lnTo>
                  <a:pt x="254895" y="93429"/>
                </a:lnTo>
                <a:lnTo>
                  <a:pt x="255101" y="93723"/>
                </a:lnTo>
                <a:lnTo>
                  <a:pt x="255292" y="94026"/>
                </a:lnTo>
                <a:lnTo>
                  <a:pt x="255468" y="94338"/>
                </a:lnTo>
                <a:lnTo>
                  <a:pt x="255629" y="94658"/>
                </a:lnTo>
                <a:lnTo>
                  <a:pt x="255774" y="94988"/>
                </a:lnTo>
                <a:lnTo>
                  <a:pt x="255904" y="95326"/>
                </a:lnTo>
                <a:lnTo>
                  <a:pt x="256019" y="95672"/>
                </a:lnTo>
                <a:lnTo>
                  <a:pt x="256118" y="96028"/>
                </a:lnTo>
                <a:lnTo>
                  <a:pt x="256202" y="96392"/>
                </a:lnTo>
                <a:lnTo>
                  <a:pt x="256271" y="96765"/>
                </a:lnTo>
                <a:lnTo>
                  <a:pt x="256325" y="97147"/>
                </a:lnTo>
                <a:lnTo>
                  <a:pt x="256363" y="97537"/>
                </a:lnTo>
                <a:lnTo>
                  <a:pt x="256386" y="97936"/>
                </a:lnTo>
                <a:lnTo>
                  <a:pt x="256394" y="98344"/>
                </a:lnTo>
                <a:lnTo>
                  <a:pt x="256387" y="98782"/>
                </a:lnTo>
                <a:lnTo>
                  <a:pt x="256368" y="99209"/>
                </a:lnTo>
                <a:lnTo>
                  <a:pt x="256335" y="99625"/>
                </a:lnTo>
                <a:lnTo>
                  <a:pt x="256290" y="100030"/>
                </a:lnTo>
                <a:lnTo>
                  <a:pt x="256231" y="100425"/>
                </a:lnTo>
                <a:lnTo>
                  <a:pt x="256160" y="100809"/>
                </a:lnTo>
                <a:lnTo>
                  <a:pt x="256076" y="101182"/>
                </a:lnTo>
                <a:lnTo>
                  <a:pt x="255978" y="101545"/>
                </a:lnTo>
                <a:lnTo>
                  <a:pt x="255868" y="101897"/>
                </a:lnTo>
                <a:lnTo>
                  <a:pt x="255745" y="102239"/>
                </a:lnTo>
                <a:lnTo>
                  <a:pt x="255608" y="102570"/>
                </a:lnTo>
                <a:lnTo>
                  <a:pt x="255459" y="102890"/>
                </a:lnTo>
                <a:lnTo>
                  <a:pt x="255297" y="103200"/>
                </a:lnTo>
                <a:lnTo>
                  <a:pt x="255122" y="103499"/>
                </a:lnTo>
                <a:lnTo>
                  <a:pt x="254933" y="103787"/>
                </a:lnTo>
                <a:lnTo>
                  <a:pt x="254732" y="104064"/>
                </a:lnTo>
                <a:lnTo>
                  <a:pt x="254518" y="104331"/>
                </a:lnTo>
                <a:lnTo>
                  <a:pt x="254291" y="104588"/>
                </a:lnTo>
                <a:lnTo>
                  <a:pt x="254051" y="104833"/>
                </a:lnTo>
                <a:lnTo>
                  <a:pt x="253798" y="105068"/>
                </a:lnTo>
                <a:lnTo>
                  <a:pt x="253532" y="105293"/>
                </a:lnTo>
                <a:lnTo>
                  <a:pt x="253253" y="105506"/>
                </a:lnTo>
                <a:lnTo>
                  <a:pt x="252960" y="105709"/>
                </a:lnTo>
                <a:lnTo>
                  <a:pt x="252655" y="105902"/>
                </a:lnTo>
                <a:lnTo>
                  <a:pt x="252339" y="106085"/>
                </a:lnTo>
                <a:lnTo>
                  <a:pt x="252011" y="106260"/>
                </a:lnTo>
                <a:lnTo>
                  <a:pt x="251674" y="106427"/>
                </a:lnTo>
                <a:lnTo>
                  <a:pt x="251325" y="106587"/>
                </a:lnTo>
                <a:lnTo>
                  <a:pt x="250966" y="106738"/>
                </a:lnTo>
                <a:lnTo>
                  <a:pt x="250597" y="106882"/>
                </a:lnTo>
                <a:lnTo>
                  <a:pt x="250217" y="107019"/>
                </a:lnTo>
                <a:lnTo>
                  <a:pt x="249827" y="107147"/>
                </a:lnTo>
                <a:lnTo>
                  <a:pt x="249426" y="107268"/>
                </a:lnTo>
                <a:lnTo>
                  <a:pt x="249015" y="107381"/>
                </a:lnTo>
                <a:lnTo>
                  <a:pt x="248593" y="107486"/>
                </a:lnTo>
                <a:lnTo>
                  <a:pt x="248161" y="107583"/>
                </a:lnTo>
                <a:lnTo>
                  <a:pt x="247718" y="107673"/>
                </a:lnTo>
                <a:lnTo>
                  <a:pt x="247264" y="107754"/>
                </a:lnTo>
                <a:lnTo>
                  <a:pt x="246800" y="107828"/>
                </a:lnTo>
                <a:lnTo>
                  <a:pt x="246326" y="107894"/>
                </a:lnTo>
                <a:lnTo>
                  <a:pt x="245841" y="107953"/>
                </a:lnTo>
                <a:lnTo>
                  <a:pt x="245346" y="108003"/>
                </a:lnTo>
                <a:lnTo>
                  <a:pt x="244840" y="108046"/>
                </a:lnTo>
                <a:lnTo>
                  <a:pt x="244323" y="108081"/>
                </a:lnTo>
                <a:lnTo>
                  <a:pt x="243796" y="108109"/>
                </a:lnTo>
                <a:lnTo>
                  <a:pt x="243259" y="108128"/>
                </a:lnTo>
                <a:lnTo>
                  <a:pt x="242711" y="108140"/>
                </a:lnTo>
                <a:lnTo>
                  <a:pt x="242153" y="108144"/>
                </a:lnTo>
                <a:lnTo>
                  <a:pt x="241584" y="108138"/>
                </a:lnTo>
                <a:lnTo>
                  <a:pt x="241022" y="108123"/>
                </a:lnTo>
                <a:lnTo>
                  <a:pt x="240466" y="108098"/>
                </a:lnTo>
                <a:lnTo>
                  <a:pt x="239916" y="108062"/>
                </a:lnTo>
                <a:lnTo>
                  <a:pt x="239372" y="108017"/>
                </a:lnTo>
                <a:lnTo>
                  <a:pt x="238834" y="107961"/>
                </a:lnTo>
                <a:lnTo>
                  <a:pt x="238302" y="107895"/>
                </a:lnTo>
                <a:lnTo>
                  <a:pt x="237776" y="107819"/>
                </a:lnTo>
                <a:lnTo>
                  <a:pt x="237257" y="107733"/>
                </a:lnTo>
                <a:lnTo>
                  <a:pt x="236743" y="107637"/>
                </a:lnTo>
                <a:lnTo>
                  <a:pt x="236235" y="107531"/>
                </a:lnTo>
                <a:lnTo>
                  <a:pt x="235733" y="107414"/>
                </a:lnTo>
                <a:lnTo>
                  <a:pt x="235237" y="107287"/>
                </a:lnTo>
                <a:lnTo>
                  <a:pt x="234747" y="107151"/>
                </a:lnTo>
                <a:lnTo>
                  <a:pt x="234264" y="107004"/>
                </a:lnTo>
                <a:lnTo>
                  <a:pt x="233786" y="106847"/>
                </a:lnTo>
                <a:lnTo>
                  <a:pt x="233314" y="106680"/>
                </a:lnTo>
                <a:lnTo>
                  <a:pt x="232849" y="106502"/>
                </a:lnTo>
                <a:lnTo>
                  <a:pt x="232389" y="106315"/>
                </a:lnTo>
                <a:lnTo>
                  <a:pt x="231935" y="106117"/>
                </a:lnTo>
                <a:lnTo>
                  <a:pt x="231488" y="105910"/>
                </a:lnTo>
                <a:lnTo>
                  <a:pt x="231046" y="105692"/>
                </a:lnTo>
                <a:lnTo>
                  <a:pt x="230611" y="105464"/>
                </a:lnTo>
                <a:lnTo>
                  <a:pt x="230181" y="105226"/>
                </a:lnTo>
                <a:lnTo>
                  <a:pt x="229764" y="104975"/>
                </a:lnTo>
                <a:lnTo>
                  <a:pt x="229364" y="104708"/>
                </a:lnTo>
                <a:lnTo>
                  <a:pt x="228982" y="104425"/>
                </a:lnTo>
                <a:lnTo>
                  <a:pt x="228617" y="104127"/>
                </a:lnTo>
                <a:lnTo>
                  <a:pt x="228271" y="103812"/>
                </a:lnTo>
                <a:lnTo>
                  <a:pt x="227942" y="103482"/>
                </a:lnTo>
                <a:lnTo>
                  <a:pt x="227631" y="103136"/>
                </a:lnTo>
                <a:lnTo>
                  <a:pt x="227338" y="102774"/>
                </a:lnTo>
                <a:lnTo>
                  <a:pt x="227062" y="102397"/>
                </a:lnTo>
                <a:lnTo>
                  <a:pt x="226805" y="102003"/>
                </a:lnTo>
                <a:lnTo>
                  <a:pt x="226565" y="101594"/>
                </a:lnTo>
                <a:lnTo>
                  <a:pt x="226343" y="101169"/>
                </a:lnTo>
                <a:lnTo>
                  <a:pt x="226138" y="100728"/>
                </a:lnTo>
                <a:lnTo>
                  <a:pt x="225952" y="100271"/>
                </a:lnTo>
                <a:lnTo>
                  <a:pt x="225783" y="99799"/>
                </a:lnTo>
                <a:lnTo>
                  <a:pt x="225632" y="99311"/>
                </a:lnTo>
                <a:lnTo>
                  <a:pt x="225499" y="98806"/>
                </a:lnTo>
                <a:lnTo>
                  <a:pt x="225383" y="98286"/>
                </a:lnTo>
                <a:lnTo>
                  <a:pt x="225285" y="97751"/>
                </a:lnTo>
                <a:lnTo>
                  <a:pt x="225205" y="97199"/>
                </a:lnTo>
                <a:lnTo>
                  <a:pt x="225143" y="96631"/>
                </a:lnTo>
                <a:lnTo>
                  <a:pt x="225099" y="96048"/>
                </a:lnTo>
                <a:lnTo>
                  <a:pt x="225072" y="95449"/>
                </a:lnTo>
                <a:lnTo>
                  <a:pt x="225063" y="94834"/>
                </a:lnTo>
                <a:lnTo>
                  <a:pt x="203168" y="94834"/>
                </a:lnTo>
                <a:lnTo>
                  <a:pt x="203173" y="95534"/>
                </a:lnTo>
                <a:lnTo>
                  <a:pt x="203190" y="96225"/>
                </a:lnTo>
                <a:lnTo>
                  <a:pt x="203219" y="96905"/>
                </a:lnTo>
                <a:lnTo>
                  <a:pt x="203259" y="97576"/>
                </a:lnTo>
                <a:lnTo>
                  <a:pt x="203310" y="98237"/>
                </a:lnTo>
                <a:lnTo>
                  <a:pt x="203373" y="98889"/>
                </a:lnTo>
                <a:lnTo>
                  <a:pt x="203448" y="99531"/>
                </a:lnTo>
                <a:lnTo>
                  <a:pt x="203533" y="100163"/>
                </a:lnTo>
                <a:lnTo>
                  <a:pt x="203631" y="100786"/>
                </a:lnTo>
                <a:lnTo>
                  <a:pt x="203739" y="101399"/>
                </a:lnTo>
                <a:lnTo>
                  <a:pt x="203859" y="102002"/>
                </a:lnTo>
                <a:lnTo>
                  <a:pt x="203991" y="102595"/>
                </a:lnTo>
                <a:lnTo>
                  <a:pt x="204134" y="103179"/>
                </a:lnTo>
                <a:lnTo>
                  <a:pt x="204288" y="103753"/>
                </a:lnTo>
                <a:lnTo>
                  <a:pt x="204454" y="104317"/>
                </a:lnTo>
                <a:lnTo>
                  <a:pt x="204631" y="104872"/>
                </a:lnTo>
                <a:lnTo>
                  <a:pt x="204820" y="105417"/>
                </a:lnTo>
                <a:lnTo>
                  <a:pt x="205020" y="105953"/>
                </a:lnTo>
                <a:lnTo>
                  <a:pt x="205232" y="106478"/>
                </a:lnTo>
                <a:lnTo>
                  <a:pt x="205454" y="106994"/>
                </a:lnTo>
                <a:lnTo>
                  <a:pt x="205689" y="107501"/>
                </a:lnTo>
                <a:lnTo>
                  <a:pt x="205935" y="107997"/>
                </a:lnTo>
                <a:lnTo>
                  <a:pt x="206192" y="108484"/>
                </a:lnTo>
                <a:lnTo>
                  <a:pt x="206461" y="108961"/>
                </a:lnTo>
                <a:lnTo>
                  <a:pt x="206739" y="109430"/>
                </a:lnTo>
                <a:lnTo>
                  <a:pt x="207026" y="109890"/>
                </a:lnTo>
                <a:lnTo>
                  <a:pt x="207320" y="110341"/>
                </a:lnTo>
                <a:lnTo>
                  <a:pt x="207623" y="110785"/>
                </a:lnTo>
                <a:lnTo>
                  <a:pt x="207933" y="111220"/>
                </a:lnTo>
                <a:lnTo>
                  <a:pt x="208252" y="111647"/>
                </a:lnTo>
                <a:lnTo>
                  <a:pt x="208579" y="112065"/>
                </a:lnTo>
                <a:lnTo>
                  <a:pt x="208913" y="112476"/>
                </a:lnTo>
                <a:lnTo>
                  <a:pt x="209256" y="112878"/>
                </a:lnTo>
                <a:lnTo>
                  <a:pt x="209607" y="113271"/>
                </a:lnTo>
                <a:lnTo>
                  <a:pt x="209966" y="113657"/>
                </a:lnTo>
                <a:lnTo>
                  <a:pt x="210333" y="114034"/>
                </a:lnTo>
                <a:lnTo>
                  <a:pt x="210707" y="114403"/>
                </a:lnTo>
                <a:lnTo>
                  <a:pt x="211090" y="114764"/>
                </a:lnTo>
                <a:lnTo>
                  <a:pt x="211481" y="115116"/>
                </a:lnTo>
                <a:lnTo>
                  <a:pt x="211880" y="115460"/>
                </a:lnTo>
                <a:lnTo>
                  <a:pt x="212287" y="115796"/>
                </a:lnTo>
                <a:lnTo>
                  <a:pt x="212702" y="116123"/>
                </a:lnTo>
                <a:lnTo>
                  <a:pt x="213125" y="116443"/>
                </a:lnTo>
                <a:lnTo>
                  <a:pt x="213557" y="116754"/>
                </a:lnTo>
                <a:lnTo>
                  <a:pt x="213996" y="117056"/>
                </a:lnTo>
                <a:lnTo>
                  <a:pt x="214443" y="117351"/>
                </a:lnTo>
                <a:lnTo>
                  <a:pt x="214898" y="117637"/>
                </a:lnTo>
                <a:lnTo>
                  <a:pt x="215361" y="117915"/>
                </a:lnTo>
                <a:lnTo>
                  <a:pt x="215831" y="118185"/>
                </a:lnTo>
                <a:lnTo>
                  <a:pt x="216305" y="118449"/>
                </a:lnTo>
                <a:lnTo>
                  <a:pt x="216784" y="118706"/>
                </a:lnTo>
                <a:lnTo>
                  <a:pt x="217268" y="118956"/>
                </a:lnTo>
                <a:lnTo>
                  <a:pt x="217756" y="119200"/>
                </a:lnTo>
                <a:lnTo>
                  <a:pt x="218249" y="119436"/>
                </a:lnTo>
                <a:lnTo>
                  <a:pt x="218746" y="119666"/>
                </a:lnTo>
                <a:lnTo>
                  <a:pt x="219248" y="119890"/>
                </a:lnTo>
                <a:lnTo>
                  <a:pt x="219755" y="120106"/>
                </a:lnTo>
                <a:lnTo>
                  <a:pt x="220266" y="120316"/>
                </a:lnTo>
                <a:lnTo>
                  <a:pt x="220782" y="120519"/>
                </a:lnTo>
                <a:lnTo>
                  <a:pt x="221303" y="120716"/>
                </a:lnTo>
                <a:lnTo>
                  <a:pt x="221828" y="120906"/>
                </a:lnTo>
                <a:lnTo>
                  <a:pt x="222358" y="121089"/>
                </a:lnTo>
                <a:lnTo>
                  <a:pt x="222892" y="121265"/>
                </a:lnTo>
                <a:lnTo>
                  <a:pt x="223431" y="121434"/>
                </a:lnTo>
                <a:lnTo>
                  <a:pt x="223975" y="121597"/>
                </a:lnTo>
                <a:lnTo>
                  <a:pt x="224524" y="121753"/>
                </a:lnTo>
                <a:lnTo>
                  <a:pt x="225077" y="121903"/>
                </a:lnTo>
                <a:lnTo>
                  <a:pt x="225634" y="122045"/>
                </a:lnTo>
                <a:lnTo>
                  <a:pt x="226197" y="122181"/>
                </a:lnTo>
                <a:lnTo>
                  <a:pt x="226764" y="122310"/>
                </a:lnTo>
                <a:lnTo>
                  <a:pt x="227335" y="122433"/>
                </a:lnTo>
                <a:lnTo>
                  <a:pt x="227911" y="122549"/>
                </a:lnTo>
                <a:lnTo>
                  <a:pt x="228490" y="122659"/>
                </a:lnTo>
                <a:lnTo>
                  <a:pt x="229070" y="122764"/>
                </a:lnTo>
                <a:lnTo>
                  <a:pt x="229651" y="122865"/>
                </a:lnTo>
                <a:lnTo>
                  <a:pt x="230233" y="122961"/>
                </a:lnTo>
                <a:lnTo>
                  <a:pt x="230816" y="123052"/>
                </a:lnTo>
                <a:lnTo>
                  <a:pt x="231399" y="123139"/>
                </a:lnTo>
                <a:lnTo>
                  <a:pt x="231984" y="123221"/>
                </a:lnTo>
                <a:lnTo>
                  <a:pt x="232570" y="123298"/>
                </a:lnTo>
                <a:lnTo>
                  <a:pt x="233156" y="123371"/>
                </a:lnTo>
                <a:lnTo>
                  <a:pt x="233743" y="123439"/>
                </a:lnTo>
                <a:lnTo>
                  <a:pt x="234332" y="123502"/>
                </a:lnTo>
                <a:lnTo>
                  <a:pt x="234921" y="123561"/>
                </a:lnTo>
                <a:lnTo>
                  <a:pt x="235511" y="123614"/>
                </a:lnTo>
                <a:lnTo>
                  <a:pt x="236102" y="123664"/>
                </a:lnTo>
                <a:lnTo>
                  <a:pt x="236694" y="123708"/>
                </a:lnTo>
                <a:lnTo>
                  <a:pt x="237287" y="123748"/>
                </a:lnTo>
                <a:lnTo>
                  <a:pt x="237881" y="123783"/>
                </a:lnTo>
                <a:lnTo>
                  <a:pt x="238475" y="123813"/>
                </a:lnTo>
                <a:lnTo>
                  <a:pt x="239071" y="123839"/>
                </a:lnTo>
                <a:lnTo>
                  <a:pt x="239668" y="123860"/>
                </a:lnTo>
                <a:lnTo>
                  <a:pt x="240265" y="123877"/>
                </a:lnTo>
                <a:lnTo>
                  <a:pt x="240864" y="123888"/>
                </a:lnTo>
                <a:lnTo>
                  <a:pt x="241463" y="123895"/>
                </a:lnTo>
                <a:lnTo>
                  <a:pt x="242064" y="123898"/>
                </a:lnTo>
                <a:lnTo>
                  <a:pt x="242671" y="123895"/>
                </a:lnTo>
                <a:lnTo>
                  <a:pt x="243277" y="123887"/>
                </a:lnTo>
                <a:lnTo>
                  <a:pt x="243881" y="123874"/>
                </a:lnTo>
                <a:lnTo>
                  <a:pt x="244483" y="123855"/>
                </a:lnTo>
                <a:lnTo>
                  <a:pt x="245083" y="123831"/>
                </a:lnTo>
                <a:close/>
                <a:moveTo>
                  <a:pt x="338213" y="123831"/>
                </a:moveTo>
                <a:lnTo>
                  <a:pt x="338812" y="123802"/>
                </a:lnTo>
                <a:lnTo>
                  <a:pt x="339409" y="123768"/>
                </a:lnTo>
                <a:lnTo>
                  <a:pt x="340004" y="123728"/>
                </a:lnTo>
                <a:lnTo>
                  <a:pt x="340598" y="123683"/>
                </a:lnTo>
                <a:lnTo>
                  <a:pt x="341190" y="123632"/>
                </a:lnTo>
                <a:lnTo>
                  <a:pt x="341781" y="123576"/>
                </a:lnTo>
                <a:lnTo>
                  <a:pt x="342369" y="123515"/>
                </a:lnTo>
                <a:lnTo>
                  <a:pt x="342956" y="123449"/>
                </a:lnTo>
                <a:lnTo>
                  <a:pt x="343542" y="123377"/>
                </a:lnTo>
                <a:lnTo>
                  <a:pt x="344125" y="123300"/>
                </a:lnTo>
                <a:lnTo>
                  <a:pt x="344707" y="123218"/>
                </a:lnTo>
                <a:lnTo>
                  <a:pt x="345287" y="123130"/>
                </a:lnTo>
                <a:lnTo>
                  <a:pt x="345866" y="123037"/>
                </a:lnTo>
                <a:lnTo>
                  <a:pt x="346442" y="122939"/>
                </a:lnTo>
                <a:lnTo>
                  <a:pt x="347017" y="122835"/>
                </a:lnTo>
                <a:lnTo>
                  <a:pt x="347591" y="122727"/>
                </a:lnTo>
                <a:lnTo>
                  <a:pt x="348162" y="122612"/>
                </a:lnTo>
                <a:lnTo>
                  <a:pt x="348732" y="122493"/>
                </a:lnTo>
                <a:lnTo>
                  <a:pt x="349301" y="122368"/>
                </a:lnTo>
                <a:lnTo>
                  <a:pt x="349865" y="122237"/>
                </a:lnTo>
                <a:lnTo>
                  <a:pt x="350425" y="122100"/>
                </a:lnTo>
                <a:lnTo>
                  <a:pt x="350979" y="121957"/>
                </a:lnTo>
                <a:lnTo>
                  <a:pt x="351528" y="121807"/>
                </a:lnTo>
                <a:lnTo>
                  <a:pt x="352072" y="121651"/>
                </a:lnTo>
                <a:lnTo>
                  <a:pt x="352611" y="121488"/>
                </a:lnTo>
                <a:lnTo>
                  <a:pt x="353144" y="121319"/>
                </a:lnTo>
                <a:lnTo>
                  <a:pt x="353672" y="121143"/>
                </a:lnTo>
                <a:lnTo>
                  <a:pt x="354195" y="120961"/>
                </a:lnTo>
                <a:lnTo>
                  <a:pt x="354712" y="120773"/>
                </a:lnTo>
                <a:lnTo>
                  <a:pt x="355224" y="120578"/>
                </a:lnTo>
                <a:lnTo>
                  <a:pt x="355731" y="120377"/>
                </a:lnTo>
                <a:lnTo>
                  <a:pt x="356233" y="120170"/>
                </a:lnTo>
                <a:lnTo>
                  <a:pt x="356730" y="119956"/>
                </a:lnTo>
                <a:lnTo>
                  <a:pt x="357221" y="119735"/>
                </a:lnTo>
                <a:lnTo>
                  <a:pt x="357707" y="119509"/>
                </a:lnTo>
                <a:lnTo>
                  <a:pt x="358188" y="119275"/>
                </a:lnTo>
                <a:lnTo>
                  <a:pt x="358663" y="119036"/>
                </a:lnTo>
                <a:lnTo>
                  <a:pt x="359133" y="118790"/>
                </a:lnTo>
                <a:lnTo>
                  <a:pt x="359598" y="118538"/>
                </a:lnTo>
                <a:lnTo>
                  <a:pt x="360058" y="118279"/>
                </a:lnTo>
                <a:lnTo>
                  <a:pt x="360512" y="118014"/>
                </a:lnTo>
                <a:lnTo>
                  <a:pt x="360962" y="117742"/>
                </a:lnTo>
                <a:lnTo>
                  <a:pt x="361406" y="117464"/>
                </a:lnTo>
                <a:lnTo>
                  <a:pt x="361843" y="117179"/>
                </a:lnTo>
                <a:lnTo>
                  <a:pt x="362273" y="116887"/>
                </a:lnTo>
                <a:lnTo>
                  <a:pt x="362696" y="116588"/>
                </a:lnTo>
                <a:lnTo>
                  <a:pt x="363112" y="116281"/>
                </a:lnTo>
                <a:lnTo>
                  <a:pt x="363520" y="115967"/>
                </a:lnTo>
                <a:lnTo>
                  <a:pt x="363920" y="115645"/>
                </a:lnTo>
                <a:lnTo>
                  <a:pt x="364313" y="115316"/>
                </a:lnTo>
                <a:lnTo>
                  <a:pt x="364699" y="114980"/>
                </a:lnTo>
                <a:lnTo>
                  <a:pt x="365077" y="114637"/>
                </a:lnTo>
                <a:lnTo>
                  <a:pt x="365448" y="114286"/>
                </a:lnTo>
                <a:lnTo>
                  <a:pt x="365811" y="113927"/>
                </a:lnTo>
                <a:lnTo>
                  <a:pt x="366168" y="113562"/>
                </a:lnTo>
                <a:lnTo>
                  <a:pt x="366516" y="113189"/>
                </a:lnTo>
                <a:lnTo>
                  <a:pt x="366857" y="112809"/>
                </a:lnTo>
                <a:lnTo>
                  <a:pt x="367191" y="112421"/>
                </a:lnTo>
                <a:lnTo>
                  <a:pt x="367517" y="112026"/>
                </a:lnTo>
                <a:lnTo>
                  <a:pt x="367836" y="111624"/>
                </a:lnTo>
                <a:lnTo>
                  <a:pt x="368148" y="111214"/>
                </a:lnTo>
                <a:lnTo>
                  <a:pt x="368452" y="110797"/>
                </a:lnTo>
                <a:lnTo>
                  <a:pt x="368749" y="110373"/>
                </a:lnTo>
                <a:lnTo>
                  <a:pt x="369038" y="109941"/>
                </a:lnTo>
                <a:lnTo>
                  <a:pt x="369320" y="109502"/>
                </a:lnTo>
                <a:lnTo>
                  <a:pt x="369594" y="109056"/>
                </a:lnTo>
                <a:lnTo>
                  <a:pt x="369861" y="108602"/>
                </a:lnTo>
                <a:lnTo>
                  <a:pt x="370119" y="108141"/>
                </a:lnTo>
                <a:lnTo>
                  <a:pt x="370366" y="107671"/>
                </a:lnTo>
                <a:lnTo>
                  <a:pt x="370602" y="107193"/>
                </a:lnTo>
                <a:lnTo>
                  <a:pt x="370827" y="106706"/>
                </a:lnTo>
                <a:lnTo>
                  <a:pt x="371041" y="106210"/>
                </a:lnTo>
                <a:lnTo>
                  <a:pt x="371244" y="105707"/>
                </a:lnTo>
                <a:lnTo>
                  <a:pt x="371436" y="105194"/>
                </a:lnTo>
                <a:lnTo>
                  <a:pt x="371617" y="104674"/>
                </a:lnTo>
                <a:lnTo>
                  <a:pt x="371787" y="104145"/>
                </a:lnTo>
                <a:lnTo>
                  <a:pt x="371946" y="103607"/>
                </a:lnTo>
                <a:lnTo>
                  <a:pt x="372094" y="103061"/>
                </a:lnTo>
                <a:lnTo>
                  <a:pt x="372231" y="102507"/>
                </a:lnTo>
                <a:lnTo>
                  <a:pt x="372357" y="101944"/>
                </a:lnTo>
                <a:lnTo>
                  <a:pt x="372473" y="101373"/>
                </a:lnTo>
                <a:lnTo>
                  <a:pt x="372577" y="100793"/>
                </a:lnTo>
                <a:lnTo>
                  <a:pt x="372670" y="100205"/>
                </a:lnTo>
                <a:lnTo>
                  <a:pt x="372752" y="99608"/>
                </a:lnTo>
                <a:lnTo>
                  <a:pt x="372824" y="99003"/>
                </a:lnTo>
                <a:lnTo>
                  <a:pt x="372884" y="98390"/>
                </a:lnTo>
                <a:lnTo>
                  <a:pt x="372933" y="97768"/>
                </a:lnTo>
                <a:lnTo>
                  <a:pt x="372972" y="97138"/>
                </a:lnTo>
                <a:lnTo>
                  <a:pt x="372999" y="96499"/>
                </a:lnTo>
                <a:lnTo>
                  <a:pt x="373016" y="95851"/>
                </a:lnTo>
                <a:lnTo>
                  <a:pt x="373021" y="95196"/>
                </a:lnTo>
                <a:lnTo>
                  <a:pt x="373014" y="94496"/>
                </a:lnTo>
                <a:lnTo>
                  <a:pt x="372994" y="93808"/>
                </a:lnTo>
                <a:lnTo>
                  <a:pt x="372960" y="93130"/>
                </a:lnTo>
                <a:lnTo>
                  <a:pt x="372912" y="92464"/>
                </a:lnTo>
                <a:lnTo>
                  <a:pt x="372851" y="91808"/>
                </a:lnTo>
                <a:lnTo>
                  <a:pt x="372776" y="91164"/>
                </a:lnTo>
                <a:lnTo>
                  <a:pt x="372688" y="90530"/>
                </a:lnTo>
                <a:lnTo>
                  <a:pt x="372586" y="89907"/>
                </a:lnTo>
                <a:lnTo>
                  <a:pt x="372470" y="89295"/>
                </a:lnTo>
                <a:lnTo>
                  <a:pt x="372341" y="88694"/>
                </a:lnTo>
                <a:lnTo>
                  <a:pt x="372198" y="88104"/>
                </a:lnTo>
                <a:lnTo>
                  <a:pt x="372042" y="87525"/>
                </a:lnTo>
                <a:lnTo>
                  <a:pt x="371872" y="86957"/>
                </a:lnTo>
                <a:lnTo>
                  <a:pt x="371688" y="86400"/>
                </a:lnTo>
                <a:lnTo>
                  <a:pt x="371491" y="85854"/>
                </a:lnTo>
                <a:lnTo>
                  <a:pt x="371280" y="85318"/>
                </a:lnTo>
                <a:lnTo>
                  <a:pt x="371056" y="84794"/>
                </a:lnTo>
                <a:lnTo>
                  <a:pt x="370818" y="84281"/>
                </a:lnTo>
                <a:lnTo>
                  <a:pt x="370567" y="83778"/>
                </a:lnTo>
                <a:lnTo>
                  <a:pt x="370301" y="83287"/>
                </a:lnTo>
                <a:lnTo>
                  <a:pt x="370023" y="82806"/>
                </a:lnTo>
                <a:lnTo>
                  <a:pt x="369730" y="82337"/>
                </a:lnTo>
                <a:lnTo>
                  <a:pt x="369424" y="81878"/>
                </a:lnTo>
                <a:lnTo>
                  <a:pt x="369105" y="81430"/>
                </a:lnTo>
                <a:lnTo>
                  <a:pt x="368774" y="80992"/>
                </a:lnTo>
                <a:lnTo>
                  <a:pt x="368433" y="80560"/>
                </a:lnTo>
                <a:lnTo>
                  <a:pt x="368083" y="80137"/>
                </a:lnTo>
                <a:lnTo>
                  <a:pt x="367723" y="79720"/>
                </a:lnTo>
                <a:lnTo>
                  <a:pt x="367353" y="79312"/>
                </a:lnTo>
                <a:lnTo>
                  <a:pt x="366974" y="78910"/>
                </a:lnTo>
                <a:lnTo>
                  <a:pt x="366586" y="78517"/>
                </a:lnTo>
                <a:lnTo>
                  <a:pt x="366187" y="78131"/>
                </a:lnTo>
                <a:lnTo>
                  <a:pt x="365780" y="77752"/>
                </a:lnTo>
                <a:lnTo>
                  <a:pt x="365362" y="77381"/>
                </a:lnTo>
                <a:lnTo>
                  <a:pt x="364935" y="77017"/>
                </a:lnTo>
                <a:lnTo>
                  <a:pt x="364499" y="76661"/>
                </a:lnTo>
                <a:lnTo>
                  <a:pt x="364053" y="76312"/>
                </a:lnTo>
                <a:lnTo>
                  <a:pt x="363597" y="75971"/>
                </a:lnTo>
                <a:lnTo>
                  <a:pt x="363132" y="75637"/>
                </a:lnTo>
                <a:lnTo>
                  <a:pt x="362657" y="75311"/>
                </a:lnTo>
                <a:lnTo>
                  <a:pt x="362172" y="74992"/>
                </a:lnTo>
                <a:lnTo>
                  <a:pt x="361678" y="74681"/>
                </a:lnTo>
                <a:lnTo>
                  <a:pt x="361175" y="74378"/>
                </a:lnTo>
                <a:lnTo>
                  <a:pt x="360661" y="74081"/>
                </a:lnTo>
                <a:lnTo>
                  <a:pt x="360139" y="73793"/>
                </a:lnTo>
                <a:lnTo>
                  <a:pt x="359606" y="73512"/>
                </a:lnTo>
                <a:lnTo>
                  <a:pt x="359064" y="73238"/>
                </a:lnTo>
                <a:lnTo>
                  <a:pt x="358513" y="72972"/>
                </a:lnTo>
                <a:lnTo>
                  <a:pt x="357954" y="72712"/>
                </a:lnTo>
                <a:lnTo>
                  <a:pt x="357388" y="72455"/>
                </a:lnTo>
                <a:lnTo>
                  <a:pt x="356816" y="72203"/>
                </a:lnTo>
                <a:lnTo>
                  <a:pt x="356238" y="71955"/>
                </a:lnTo>
                <a:lnTo>
                  <a:pt x="355654" y="71711"/>
                </a:lnTo>
                <a:lnTo>
                  <a:pt x="355064" y="71471"/>
                </a:lnTo>
                <a:lnTo>
                  <a:pt x="354467" y="71235"/>
                </a:lnTo>
                <a:lnTo>
                  <a:pt x="353865" y="71003"/>
                </a:lnTo>
                <a:lnTo>
                  <a:pt x="353256" y="70775"/>
                </a:lnTo>
                <a:lnTo>
                  <a:pt x="352641" y="70551"/>
                </a:lnTo>
                <a:lnTo>
                  <a:pt x="352020" y="70331"/>
                </a:lnTo>
                <a:lnTo>
                  <a:pt x="351392" y="70115"/>
                </a:lnTo>
                <a:lnTo>
                  <a:pt x="350759" y="69904"/>
                </a:lnTo>
                <a:lnTo>
                  <a:pt x="350119" y="69696"/>
                </a:lnTo>
                <a:lnTo>
                  <a:pt x="349473" y="69492"/>
                </a:lnTo>
                <a:lnTo>
                  <a:pt x="348821" y="69293"/>
                </a:lnTo>
                <a:lnTo>
                  <a:pt x="348163" y="69097"/>
                </a:lnTo>
                <a:lnTo>
                  <a:pt x="347498" y="68906"/>
                </a:lnTo>
                <a:lnTo>
                  <a:pt x="346828" y="68719"/>
                </a:lnTo>
                <a:lnTo>
                  <a:pt x="346151" y="68535"/>
                </a:lnTo>
                <a:lnTo>
                  <a:pt x="345468" y="68356"/>
                </a:lnTo>
                <a:lnTo>
                  <a:pt x="344779" y="68181"/>
                </a:lnTo>
                <a:lnTo>
                  <a:pt x="344083" y="68010"/>
                </a:lnTo>
                <a:lnTo>
                  <a:pt x="343382" y="67843"/>
                </a:lnTo>
                <a:lnTo>
                  <a:pt x="342720" y="67693"/>
                </a:lnTo>
                <a:lnTo>
                  <a:pt x="342068" y="67544"/>
                </a:lnTo>
                <a:lnTo>
                  <a:pt x="341428" y="67396"/>
                </a:lnTo>
                <a:lnTo>
                  <a:pt x="340798" y="67249"/>
                </a:lnTo>
                <a:lnTo>
                  <a:pt x="340179" y="67103"/>
                </a:lnTo>
                <a:lnTo>
                  <a:pt x="339571" y="66957"/>
                </a:lnTo>
                <a:lnTo>
                  <a:pt x="338974" y="66812"/>
                </a:lnTo>
                <a:lnTo>
                  <a:pt x="338387" y="66668"/>
                </a:lnTo>
                <a:lnTo>
                  <a:pt x="337812" y="66525"/>
                </a:lnTo>
                <a:lnTo>
                  <a:pt x="337247" y="66382"/>
                </a:lnTo>
                <a:lnTo>
                  <a:pt x="336693" y="66241"/>
                </a:lnTo>
                <a:lnTo>
                  <a:pt x="336150" y="66100"/>
                </a:lnTo>
                <a:lnTo>
                  <a:pt x="335618" y="65959"/>
                </a:lnTo>
                <a:lnTo>
                  <a:pt x="335096" y="65820"/>
                </a:lnTo>
                <a:lnTo>
                  <a:pt x="334585" y="65681"/>
                </a:lnTo>
                <a:lnTo>
                  <a:pt x="334085" y="65543"/>
                </a:lnTo>
                <a:lnTo>
                  <a:pt x="333596" y="65406"/>
                </a:lnTo>
                <a:lnTo>
                  <a:pt x="333118" y="65270"/>
                </a:lnTo>
                <a:lnTo>
                  <a:pt x="332651" y="65135"/>
                </a:lnTo>
                <a:lnTo>
                  <a:pt x="332194" y="65000"/>
                </a:lnTo>
                <a:lnTo>
                  <a:pt x="331748" y="64866"/>
                </a:lnTo>
                <a:lnTo>
                  <a:pt x="331313" y="64733"/>
                </a:lnTo>
                <a:lnTo>
                  <a:pt x="330889" y="64600"/>
                </a:lnTo>
                <a:lnTo>
                  <a:pt x="330476" y="64469"/>
                </a:lnTo>
                <a:lnTo>
                  <a:pt x="330072" y="64337"/>
                </a:lnTo>
                <a:lnTo>
                  <a:pt x="329678" y="64205"/>
                </a:lnTo>
                <a:lnTo>
                  <a:pt x="329294" y="64071"/>
                </a:lnTo>
                <a:lnTo>
                  <a:pt x="328918" y="63937"/>
                </a:lnTo>
                <a:lnTo>
                  <a:pt x="328552" y="63801"/>
                </a:lnTo>
                <a:lnTo>
                  <a:pt x="328195" y="63665"/>
                </a:lnTo>
                <a:lnTo>
                  <a:pt x="327847" y="63528"/>
                </a:lnTo>
                <a:lnTo>
                  <a:pt x="327509" y="63389"/>
                </a:lnTo>
                <a:lnTo>
                  <a:pt x="327180" y="63250"/>
                </a:lnTo>
                <a:lnTo>
                  <a:pt x="326860" y="63110"/>
                </a:lnTo>
                <a:lnTo>
                  <a:pt x="326549" y="62969"/>
                </a:lnTo>
                <a:lnTo>
                  <a:pt x="326248" y="62827"/>
                </a:lnTo>
                <a:lnTo>
                  <a:pt x="325956" y="62684"/>
                </a:lnTo>
                <a:lnTo>
                  <a:pt x="325673" y="62540"/>
                </a:lnTo>
                <a:lnTo>
                  <a:pt x="325400" y="62396"/>
                </a:lnTo>
                <a:lnTo>
                  <a:pt x="325135" y="62250"/>
                </a:lnTo>
                <a:lnTo>
                  <a:pt x="324880" y="62103"/>
                </a:lnTo>
                <a:lnTo>
                  <a:pt x="324635" y="61956"/>
                </a:lnTo>
                <a:lnTo>
                  <a:pt x="324398" y="61807"/>
                </a:lnTo>
                <a:lnTo>
                  <a:pt x="324171" y="61658"/>
                </a:lnTo>
                <a:lnTo>
                  <a:pt x="323953" y="61507"/>
                </a:lnTo>
                <a:lnTo>
                  <a:pt x="323745" y="61356"/>
                </a:lnTo>
                <a:lnTo>
                  <a:pt x="323545" y="61204"/>
                </a:lnTo>
                <a:lnTo>
                  <a:pt x="323355" y="61050"/>
                </a:lnTo>
                <a:lnTo>
                  <a:pt x="323174" y="60896"/>
                </a:lnTo>
                <a:lnTo>
                  <a:pt x="323000" y="60739"/>
                </a:lnTo>
                <a:lnTo>
                  <a:pt x="322834" y="60580"/>
                </a:lnTo>
                <a:lnTo>
                  <a:pt x="322675" y="60419"/>
                </a:lnTo>
                <a:lnTo>
                  <a:pt x="322525" y="60256"/>
                </a:lnTo>
                <a:lnTo>
                  <a:pt x="322382" y="60091"/>
                </a:lnTo>
                <a:lnTo>
                  <a:pt x="322246" y="59924"/>
                </a:lnTo>
                <a:lnTo>
                  <a:pt x="322119" y="59755"/>
                </a:lnTo>
                <a:lnTo>
                  <a:pt x="321999" y="59584"/>
                </a:lnTo>
                <a:lnTo>
                  <a:pt x="321887" y="59410"/>
                </a:lnTo>
                <a:lnTo>
                  <a:pt x="321783" y="59235"/>
                </a:lnTo>
                <a:lnTo>
                  <a:pt x="321686" y="59058"/>
                </a:lnTo>
                <a:lnTo>
                  <a:pt x="321597" y="58879"/>
                </a:lnTo>
                <a:lnTo>
                  <a:pt x="321516" y="58698"/>
                </a:lnTo>
                <a:lnTo>
                  <a:pt x="321443" y="58515"/>
                </a:lnTo>
                <a:lnTo>
                  <a:pt x="321377" y="58330"/>
                </a:lnTo>
                <a:lnTo>
                  <a:pt x="321319" y="58142"/>
                </a:lnTo>
                <a:lnTo>
                  <a:pt x="321269" y="57953"/>
                </a:lnTo>
                <a:lnTo>
                  <a:pt x="321227" y="57762"/>
                </a:lnTo>
                <a:lnTo>
                  <a:pt x="321192" y="57569"/>
                </a:lnTo>
                <a:lnTo>
                  <a:pt x="321165" y="57373"/>
                </a:lnTo>
                <a:lnTo>
                  <a:pt x="321145" y="57176"/>
                </a:lnTo>
                <a:lnTo>
                  <a:pt x="321134" y="56977"/>
                </a:lnTo>
                <a:lnTo>
                  <a:pt x="321130" y="56775"/>
                </a:lnTo>
                <a:lnTo>
                  <a:pt x="321136" y="56427"/>
                </a:lnTo>
                <a:lnTo>
                  <a:pt x="321154" y="56087"/>
                </a:lnTo>
                <a:lnTo>
                  <a:pt x="321185" y="55755"/>
                </a:lnTo>
                <a:lnTo>
                  <a:pt x="321228" y="55432"/>
                </a:lnTo>
                <a:lnTo>
                  <a:pt x="321283" y="55116"/>
                </a:lnTo>
                <a:lnTo>
                  <a:pt x="321350" y="54810"/>
                </a:lnTo>
                <a:lnTo>
                  <a:pt x="321429" y="54511"/>
                </a:lnTo>
                <a:lnTo>
                  <a:pt x="321521" y="54221"/>
                </a:lnTo>
                <a:lnTo>
                  <a:pt x="321624" y="53939"/>
                </a:lnTo>
                <a:lnTo>
                  <a:pt x="321740" y="53665"/>
                </a:lnTo>
                <a:lnTo>
                  <a:pt x="321869" y="53400"/>
                </a:lnTo>
                <a:lnTo>
                  <a:pt x="322009" y="53143"/>
                </a:lnTo>
                <a:lnTo>
                  <a:pt x="322162" y="52894"/>
                </a:lnTo>
                <a:lnTo>
                  <a:pt x="322326" y="52654"/>
                </a:lnTo>
                <a:lnTo>
                  <a:pt x="322503" y="52421"/>
                </a:lnTo>
                <a:lnTo>
                  <a:pt x="322693" y="52198"/>
                </a:lnTo>
                <a:lnTo>
                  <a:pt x="322894" y="51982"/>
                </a:lnTo>
                <a:lnTo>
                  <a:pt x="323108" y="51775"/>
                </a:lnTo>
                <a:lnTo>
                  <a:pt x="323333" y="51576"/>
                </a:lnTo>
                <a:lnTo>
                  <a:pt x="323571" y="51385"/>
                </a:lnTo>
                <a:lnTo>
                  <a:pt x="323822" y="51203"/>
                </a:lnTo>
                <a:lnTo>
                  <a:pt x="324084" y="51029"/>
                </a:lnTo>
                <a:lnTo>
                  <a:pt x="324359" y="50864"/>
                </a:lnTo>
                <a:lnTo>
                  <a:pt x="324646" y="50706"/>
                </a:lnTo>
                <a:lnTo>
                  <a:pt x="324943" y="50556"/>
                </a:lnTo>
                <a:lnTo>
                  <a:pt x="325250" y="50412"/>
                </a:lnTo>
                <a:lnTo>
                  <a:pt x="325566" y="50275"/>
                </a:lnTo>
                <a:lnTo>
                  <a:pt x="325891" y="50144"/>
                </a:lnTo>
                <a:lnTo>
                  <a:pt x="326225" y="50019"/>
                </a:lnTo>
                <a:lnTo>
                  <a:pt x="326568" y="49901"/>
                </a:lnTo>
                <a:lnTo>
                  <a:pt x="326920" y="49789"/>
                </a:lnTo>
                <a:lnTo>
                  <a:pt x="327281" y="49683"/>
                </a:lnTo>
                <a:lnTo>
                  <a:pt x="327652" y="49584"/>
                </a:lnTo>
                <a:lnTo>
                  <a:pt x="328031" y="49491"/>
                </a:lnTo>
                <a:lnTo>
                  <a:pt x="328420" y="49405"/>
                </a:lnTo>
                <a:lnTo>
                  <a:pt x="328818" y="49325"/>
                </a:lnTo>
                <a:lnTo>
                  <a:pt x="329225" y="49252"/>
                </a:lnTo>
                <a:lnTo>
                  <a:pt x="329641" y="49185"/>
                </a:lnTo>
                <a:lnTo>
                  <a:pt x="330066" y="49124"/>
                </a:lnTo>
                <a:lnTo>
                  <a:pt x="330500" y="49069"/>
                </a:lnTo>
                <a:lnTo>
                  <a:pt x="330944" y="49022"/>
                </a:lnTo>
                <a:lnTo>
                  <a:pt x="331396" y="48980"/>
                </a:lnTo>
                <a:lnTo>
                  <a:pt x="331858" y="48945"/>
                </a:lnTo>
                <a:lnTo>
                  <a:pt x="332329" y="48916"/>
                </a:lnTo>
                <a:lnTo>
                  <a:pt x="332809" y="48894"/>
                </a:lnTo>
                <a:lnTo>
                  <a:pt x="333298" y="48878"/>
                </a:lnTo>
                <a:lnTo>
                  <a:pt x="333796" y="48868"/>
                </a:lnTo>
                <a:lnTo>
                  <a:pt x="334303" y="48865"/>
                </a:lnTo>
                <a:lnTo>
                  <a:pt x="334775" y="48869"/>
                </a:lnTo>
                <a:lnTo>
                  <a:pt x="335242" y="48883"/>
                </a:lnTo>
                <a:lnTo>
                  <a:pt x="335704" y="48906"/>
                </a:lnTo>
                <a:lnTo>
                  <a:pt x="336161" y="48938"/>
                </a:lnTo>
                <a:lnTo>
                  <a:pt x="336613" y="48980"/>
                </a:lnTo>
                <a:lnTo>
                  <a:pt x="337059" y="49030"/>
                </a:lnTo>
                <a:lnTo>
                  <a:pt x="337501" y="49090"/>
                </a:lnTo>
                <a:lnTo>
                  <a:pt x="337937" y="49159"/>
                </a:lnTo>
                <a:lnTo>
                  <a:pt x="338369" y="49237"/>
                </a:lnTo>
                <a:lnTo>
                  <a:pt x="338795" y="49325"/>
                </a:lnTo>
                <a:lnTo>
                  <a:pt x="339216" y="49421"/>
                </a:lnTo>
                <a:lnTo>
                  <a:pt x="339632" y="49527"/>
                </a:lnTo>
                <a:lnTo>
                  <a:pt x="340043" y="49642"/>
                </a:lnTo>
                <a:lnTo>
                  <a:pt x="340449" y="49766"/>
                </a:lnTo>
                <a:lnTo>
                  <a:pt x="340850" y="49899"/>
                </a:lnTo>
                <a:lnTo>
                  <a:pt x="341246" y="50042"/>
                </a:lnTo>
                <a:lnTo>
                  <a:pt x="341636" y="50193"/>
                </a:lnTo>
                <a:lnTo>
                  <a:pt x="342022" y="50354"/>
                </a:lnTo>
                <a:lnTo>
                  <a:pt x="342402" y="50524"/>
                </a:lnTo>
                <a:lnTo>
                  <a:pt x="342777" y="50704"/>
                </a:lnTo>
                <a:lnTo>
                  <a:pt x="343147" y="50892"/>
                </a:lnTo>
                <a:lnTo>
                  <a:pt x="343512" y="51090"/>
                </a:lnTo>
                <a:lnTo>
                  <a:pt x="343872" y="51297"/>
                </a:lnTo>
                <a:lnTo>
                  <a:pt x="344227" y="51513"/>
                </a:lnTo>
                <a:lnTo>
                  <a:pt x="344572" y="51741"/>
                </a:lnTo>
                <a:lnTo>
                  <a:pt x="344903" y="51983"/>
                </a:lnTo>
                <a:lnTo>
                  <a:pt x="345218" y="52240"/>
                </a:lnTo>
                <a:lnTo>
                  <a:pt x="345519" y="52511"/>
                </a:lnTo>
                <a:lnTo>
                  <a:pt x="345805" y="52797"/>
                </a:lnTo>
                <a:lnTo>
                  <a:pt x="346077" y="53098"/>
                </a:lnTo>
                <a:lnTo>
                  <a:pt x="346334" y="53413"/>
                </a:lnTo>
                <a:lnTo>
                  <a:pt x="346576" y="53743"/>
                </a:lnTo>
                <a:lnTo>
                  <a:pt x="346804" y="54087"/>
                </a:lnTo>
                <a:lnTo>
                  <a:pt x="347016" y="54446"/>
                </a:lnTo>
                <a:lnTo>
                  <a:pt x="347215" y="54820"/>
                </a:lnTo>
                <a:lnTo>
                  <a:pt x="347398" y="55208"/>
                </a:lnTo>
                <a:lnTo>
                  <a:pt x="347567" y="55611"/>
                </a:lnTo>
                <a:lnTo>
                  <a:pt x="347721" y="56028"/>
                </a:lnTo>
                <a:lnTo>
                  <a:pt x="347861" y="56460"/>
                </a:lnTo>
                <a:lnTo>
                  <a:pt x="347985" y="56906"/>
                </a:lnTo>
                <a:lnTo>
                  <a:pt x="348095" y="57367"/>
                </a:lnTo>
                <a:lnTo>
                  <a:pt x="348191" y="57843"/>
                </a:lnTo>
                <a:lnTo>
                  <a:pt x="348272" y="58333"/>
                </a:lnTo>
                <a:lnTo>
                  <a:pt x="348338" y="58838"/>
                </a:lnTo>
                <a:lnTo>
                  <a:pt x="348389" y="59358"/>
                </a:lnTo>
                <a:lnTo>
                  <a:pt x="348426" y="59891"/>
                </a:lnTo>
                <a:lnTo>
                  <a:pt x="348448" y="60440"/>
                </a:lnTo>
                <a:lnTo>
                  <a:pt x="348455" y="61003"/>
                </a:lnTo>
                <a:lnTo>
                  <a:pt x="370351" y="61003"/>
                </a:lnTo>
                <a:lnTo>
                  <a:pt x="370345" y="60333"/>
                </a:lnTo>
                <a:lnTo>
                  <a:pt x="370329" y="59672"/>
                </a:lnTo>
                <a:lnTo>
                  <a:pt x="370302" y="59021"/>
                </a:lnTo>
                <a:lnTo>
                  <a:pt x="370264" y="58379"/>
                </a:lnTo>
                <a:lnTo>
                  <a:pt x="370216" y="57747"/>
                </a:lnTo>
                <a:lnTo>
                  <a:pt x="370156" y="57123"/>
                </a:lnTo>
                <a:lnTo>
                  <a:pt x="370086" y="56510"/>
                </a:lnTo>
                <a:lnTo>
                  <a:pt x="370005" y="55905"/>
                </a:lnTo>
                <a:lnTo>
                  <a:pt x="369913" y="55310"/>
                </a:lnTo>
                <a:lnTo>
                  <a:pt x="369810" y="54724"/>
                </a:lnTo>
                <a:lnTo>
                  <a:pt x="369696" y="54148"/>
                </a:lnTo>
                <a:lnTo>
                  <a:pt x="369572" y="53581"/>
                </a:lnTo>
                <a:lnTo>
                  <a:pt x="369437" y="53023"/>
                </a:lnTo>
                <a:lnTo>
                  <a:pt x="369291" y="52475"/>
                </a:lnTo>
                <a:lnTo>
                  <a:pt x="369134" y="51936"/>
                </a:lnTo>
                <a:lnTo>
                  <a:pt x="368966" y="51407"/>
                </a:lnTo>
                <a:lnTo>
                  <a:pt x="368788" y="50886"/>
                </a:lnTo>
                <a:lnTo>
                  <a:pt x="368599" y="50376"/>
                </a:lnTo>
                <a:lnTo>
                  <a:pt x="368398" y="49874"/>
                </a:lnTo>
                <a:lnTo>
                  <a:pt x="368187" y="49382"/>
                </a:lnTo>
                <a:lnTo>
                  <a:pt x="367966" y="48899"/>
                </a:lnTo>
                <a:lnTo>
                  <a:pt x="367733" y="48426"/>
                </a:lnTo>
                <a:lnTo>
                  <a:pt x="367490" y="47962"/>
                </a:lnTo>
                <a:lnTo>
                  <a:pt x="367236" y="47508"/>
                </a:lnTo>
                <a:lnTo>
                  <a:pt x="366972" y="47061"/>
                </a:lnTo>
                <a:lnTo>
                  <a:pt x="366702" y="46623"/>
                </a:lnTo>
                <a:lnTo>
                  <a:pt x="366425" y="46192"/>
                </a:lnTo>
                <a:lnTo>
                  <a:pt x="366140" y="45769"/>
                </a:lnTo>
                <a:lnTo>
                  <a:pt x="365849" y="45354"/>
                </a:lnTo>
                <a:lnTo>
                  <a:pt x="365550" y="44946"/>
                </a:lnTo>
                <a:lnTo>
                  <a:pt x="365244" y="44546"/>
                </a:lnTo>
                <a:lnTo>
                  <a:pt x="364931" y="44153"/>
                </a:lnTo>
                <a:lnTo>
                  <a:pt x="364611" y="43769"/>
                </a:lnTo>
                <a:lnTo>
                  <a:pt x="364284" y="43391"/>
                </a:lnTo>
                <a:lnTo>
                  <a:pt x="363950" y="43022"/>
                </a:lnTo>
                <a:lnTo>
                  <a:pt x="363609" y="42660"/>
                </a:lnTo>
                <a:lnTo>
                  <a:pt x="363260" y="42306"/>
                </a:lnTo>
                <a:lnTo>
                  <a:pt x="362905" y="41959"/>
                </a:lnTo>
                <a:lnTo>
                  <a:pt x="362542" y="41621"/>
                </a:lnTo>
                <a:lnTo>
                  <a:pt x="362172" y="41289"/>
                </a:lnTo>
                <a:lnTo>
                  <a:pt x="361795" y="40966"/>
                </a:lnTo>
                <a:lnTo>
                  <a:pt x="361411" y="40650"/>
                </a:lnTo>
                <a:lnTo>
                  <a:pt x="361020" y="40342"/>
                </a:lnTo>
                <a:lnTo>
                  <a:pt x="360622" y="40041"/>
                </a:lnTo>
                <a:lnTo>
                  <a:pt x="360217" y="39748"/>
                </a:lnTo>
                <a:lnTo>
                  <a:pt x="359804" y="39463"/>
                </a:lnTo>
                <a:lnTo>
                  <a:pt x="359385" y="39185"/>
                </a:lnTo>
                <a:lnTo>
                  <a:pt x="358958" y="38916"/>
                </a:lnTo>
                <a:lnTo>
                  <a:pt x="358526" y="38652"/>
                </a:lnTo>
                <a:lnTo>
                  <a:pt x="358089" y="38396"/>
                </a:lnTo>
                <a:lnTo>
                  <a:pt x="357648" y="38145"/>
                </a:lnTo>
                <a:lnTo>
                  <a:pt x="357203" y="37902"/>
                </a:lnTo>
                <a:lnTo>
                  <a:pt x="356753" y="37664"/>
                </a:lnTo>
                <a:lnTo>
                  <a:pt x="356299" y="37433"/>
                </a:lnTo>
                <a:lnTo>
                  <a:pt x="355841" y="37208"/>
                </a:lnTo>
                <a:lnTo>
                  <a:pt x="355378" y="36990"/>
                </a:lnTo>
                <a:lnTo>
                  <a:pt x="354911" y="36778"/>
                </a:lnTo>
                <a:lnTo>
                  <a:pt x="354440" y="36573"/>
                </a:lnTo>
                <a:lnTo>
                  <a:pt x="353964" y="36374"/>
                </a:lnTo>
                <a:lnTo>
                  <a:pt x="353484" y="36181"/>
                </a:lnTo>
                <a:lnTo>
                  <a:pt x="353000" y="35995"/>
                </a:lnTo>
                <a:lnTo>
                  <a:pt x="352511" y="35815"/>
                </a:lnTo>
                <a:lnTo>
                  <a:pt x="352018" y="35642"/>
                </a:lnTo>
                <a:lnTo>
                  <a:pt x="351521" y="35475"/>
                </a:lnTo>
                <a:lnTo>
                  <a:pt x="351019" y="35315"/>
                </a:lnTo>
                <a:lnTo>
                  <a:pt x="350513" y="35161"/>
                </a:lnTo>
                <a:lnTo>
                  <a:pt x="350003" y="35013"/>
                </a:lnTo>
                <a:lnTo>
                  <a:pt x="349489" y="34872"/>
                </a:lnTo>
                <a:lnTo>
                  <a:pt x="348970" y="34737"/>
                </a:lnTo>
                <a:lnTo>
                  <a:pt x="348446" y="34608"/>
                </a:lnTo>
                <a:lnTo>
                  <a:pt x="347919" y="34486"/>
                </a:lnTo>
                <a:lnTo>
                  <a:pt x="347387" y="34371"/>
                </a:lnTo>
                <a:lnTo>
                  <a:pt x="346853" y="34261"/>
                </a:lnTo>
                <a:lnTo>
                  <a:pt x="346317" y="34155"/>
                </a:lnTo>
                <a:lnTo>
                  <a:pt x="345781" y="34054"/>
                </a:lnTo>
                <a:lnTo>
                  <a:pt x="345243" y="33958"/>
                </a:lnTo>
                <a:lnTo>
                  <a:pt x="344705" y="33867"/>
                </a:lnTo>
                <a:lnTo>
                  <a:pt x="344166" y="33780"/>
                </a:lnTo>
                <a:lnTo>
                  <a:pt x="343626" y="33698"/>
                </a:lnTo>
                <a:lnTo>
                  <a:pt x="343085" y="33621"/>
                </a:lnTo>
                <a:lnTo>
                  <a:pt x="342543" y="33549"/>
                </a:lnTo>
                <a:lnTo>
                  <a:pt x="342000" y="33481"/>
                </a:lnTo>
                <a:lnTo>
                  <a:pt x="341456" y="33417"/>
                </a:lnTo>
                <a:lnTo>
                  <a:pt x="340912" y="33359"/>
                </a:lnTo>
                <a:lnTo>
                  <a:pt x="340366" y="33305"/>
                </a:lnTo>
                <a:lnTo>
                  <a:pt x="339820" y="33256"/>
                </a:lnTo>
                <a:lnTo>
                  <a:pt x="339272" y="33211"/>
                </a:lnTo>
                <a:lnTo>
                  <a:pt x="338724" y="33171"/>
                </a:lnTo>
                <a:lnTo>
                  <a:pt x="338174" y="33136"/>
                </a:lnTo>
                <a:lnTo>
                  <a:pt x="337624" y="33106"/>
                </a:lnTo>
                <a:lnTo>
                  <a:pt x="337073" y="33080"/>
                </a:lnTo>
                <a:lnTo>
                  <a:pt x="336521" y="33059"/>
                </a:lnTo>
                <a:lnTo>
                  <a:pt x="335968" y="33043"/>
                </a:lnTo>
                <a:lnTo>
                  <a:pt x="335414" y="33031"/>
                </a:lnTo>
                <a:lnTo>
                  <a:pt x="334859" y="33024"/>
                </a:lnTo>
                <a:lnTo>
                  <a:pt x="334303" y="33022"/>
                </a:lnTo>
                <a:lnTo>
                  <a:pt x="333732" y="33024"/>
                </a:lnTo>
                <a:lnTo>
                  <a:pt x="333163" y="33031"/>
                </a:lnTo>
                <a:lnTo>
                  <a:pt x="332594" y="33043"/>
                </a:lnTo>
                <a:lnTo>
                  <a:pt x="332027" y="33059"/>
                </a:lnTo>
                <a:lnTo>
                  <a:pt x="331461" y="33080"/>
                </a:lnTo>
                <a:lnTo>
                  <a:pt x="330896" y="33106"/>
                </a:lnTo>
                <a:lnTo>
                  <a:pt x="330332" y="33137"/>
                </a:lnTo>
                <a:lnTo>
                  <a:pt x="329769" y="33172"/>
                </a:lnTo>
                <a:lnTo>
                  <a:pt x="329207" y="33212"/>
                </a:lnTo>
                <a:lnTo>
                  <a:pt x="328646" y="33256"/>
                </a:lnTo>
                <a:lnTo>
                  <a:pt x="328086" y="33306"/>
                </a:lnTo>
                <a:lnTo>
                  <a:pt x="327527" y="33360"/>
                </a:lnTo>
                <a:lnTo>
                  <a:pt x="326970" y="33418"/>
                </a:lnTo>
                <a:lnTo>
                  <a:pt x="326413" y="33482"/>
                </a:lnTo>
                <a:lnTo>
                  <a:pt x="325858" y="33550"/>
                </a:lnTo>
                <a:lnTo>
                  <a:pt x="325303" y="33622"/>
                </a:lnTo>
                <a:lnTo>
                  <a:pt x="324750" y="33700"/>
                </a:lnTo>
                <a:lnTo>
                  <a:pt x="324198" y="33782"/>
                </a:lnTo>
                <a:lnTo>
                  <a:pt x="323647" y="33869"/>
                </a:lnTo>
                <a:lnTo>
                  <a:pt x="323097" y="33960"/>
                </a:lnTo>
                <a:lnTo>
                  <a:pt x="322548" y="34057"/>
                </a:lnTo>
                <a:lnTo>
                  <a:pt x="322000" y="34157"/>
                </a:lnTo>
                <a:lnTo>
                  <a:pt x="321453" y="34263"/>
                </a:lnTo>
                <a:lnTo>
                  <a:pt x="320907" y="34373"/>
                </a:lnTo>
                <a:lnTo>
                  <a:pt x="320365" y="34489"/>
                </a:lnTo>
                <a:lnTo>
                  <a:pt x="319826" y="34609"/>
                </a:lnTo>
                <a:lnTo>
                  <a:pt x="319293" y="34735"/>
                </a:lnTo>
                <a:lnTo>
                  <a:pt x="318764" y="34867"/>
                </a:lnTo>
                <a:lnTo>
                  <a:pt x="318240" y="35004"/>
                </a:lnTo>
                <a:lnTo>
                  <a:pt x="317720" y="35146"/>
                </a:lnTo>
                <a:lnTo>
                  <a:pt x="317205" y="35294"/>
                </a:lnTo>
                <a:lnTo>
                  <a:pt x="316694" y="35448"/>
                </a:lnTo>
                <a:lnTo>
                  <a:pt x="316189" y="35607"/>
                </a:lnTo>
                <a:lnTo>
                  <a:pt x="315688" y="35771"/>
                </a:lnTo>
                <a:lnTo>
                  <a:pt x="315191" y="35941"/>
                </a:lnTo>
                <a:lnTo>
                  <a:pt x="314699" y="36116"/>
                </a:lnTo>
                <a:lnTo>
                  <a:pt x="314212" y="36297"/>
                </a:lnTo>
                <a:lnTo>
                  <a:pt x="313729" y="36483"/>
                </a:lnTo>
                <a:lnTo>
                  <a:pt x="313251" y="36675"/>
                </a:lnTo>
                <a:lnTo>
                  <a:pt x="312778" y="36872"/>
                </a:lnTo>
                <a:lnTo>
                  <a:pt x="312309" y="37074"/>
                </a:lnTo>
                <a:lnTo>
                  <a:pt x="311845" y="37282"/>
                </a:lnTo>
                <a:lnTo>
                  <a:pt x="311386" y="37496"/>
                </a:lnTo>
                <a:lnTo>
                  <a:pt x="310931" y="37715"/>
                </a:lnTo>
                <a:lnTo>
                  <a:pt x="310481" y="37940"/>
                </a:lnTo>
                <a:lnTo>
                  <a:pt x="310036" y="38169"/>
                </a:lnTo>
                <a:lnTo>
                  <a:pt x="309595" y="38405"/>
                </a:lnTo>
                <a:lnTo>
                  <a:pt x="309159" y="38646"/>
                </a:lnTo>
                <a:lnTo>
                  <a:pt x="308728" y="38893"/>
                </a:lnTo>
                <a:lnTo>
                  <a:pt x="308305" y="39146"/>
                </a:lnTo>
                <a:lnTo>
                  <a:pt x="307889" y="39405"/>
                </a:lnTo>
                <a:lnTo>
                  <a:pt x="307481" y="39671"/>
                </a:lnTo>
                <a:lnTo>
                  <a:pt x="307080" y="39944"/>
                </a:lnTo>
                <a:lnTo>
                  <a:pt x="306686" y="40223"/>
                </a:lnTo>
                <a:lnTo>
                  <a:pt x="306299" y="40508"/>
                </a:lnTo>
                <a:lnTo>
                  <a:pt x="305920" y="40800"/>
                </a:lnTo>
                <a:lnTo>
                  <a:pt x="305547" y="41098"/>
                </a:lnTo>
                <a:lnTo>
                  <a:pt x="305183" y="41402"/>
                </a:lnTo>
                <a:lnTo>
                  <a:pt x="304825" y="41713"/>
                </a:lnTo>
                <a:lnTo>
                  <a:pt x="304475" y="42031"/>
                </a:lnTo>
                <a:lnTo>
                  <a:pt x="304131" y="42355"/>
                </a:lnTo>
                <a:lnTo>
                  <a:pt x="303796" y="42685"/>
                </a:lnTo>
                <a:lnTo>
                  <a:pt x="303467" y="43021"/>
                </a:lnTo>
                <a:lnTo>
                  <a:pt x="303146" y="43364"/>
                </a:lnTo>
                <a:lnTo>
                  <a:pt x="302832" y="43714"/>
                </a:lnTo>
                <a:lnTo>
                  <a:pt x="302525" y="44070"/>
                </a:lnTo>
                <a:lnTo>
                  <a:pt x="302225" y="44432"/>
                </a:lnTo>
                <a:lnTo>
                  <a:pt x="301933" y="44801"/>
                </a:lnTo>
                <a:lnTo>
                  <a:pt x="301648" y="45176"/>
                </a:lnTo>
                <a:lnTo>
                  <a:pt x="301370" y="45557"/>
                </a:lnTo>
                <a:lnTo>
                  <a:pt x="301100" y="45945"/>
                </a:lnTo>
                <a:lnTo>
                  <a:pt x="300836" y="46339"/>
                </a:lnTo>
                <a:lnTo>
                  <a:pt x="300582" y="46740"/>
                </a:lnTo>
                <a:lnTo>
                  <a:pt x="300339" y="47148"/>
                </a:lnTo>
                <a:lnTo>
                  <a:pt x="300106" y="47564"/>
                </a:lnTo>
                <a:lnTo>
                  <a:pt x="299884" y="47986"/>
                </a:lnTo>
                <a:lnTo>
                  <a:pt x="299674" y="48416"/>
                </a:lnTo>
                <a:lnTo>
                  <a:pt x="299473" y="48853"/>
                </a:lnTo>
                <a:lnTo>
                  <a:pt x="299284" y="49297"/>
                </a:lnTo>
                <a:lnTo>
                  <a:pt x="299106" y="49748"/>
                </a:lnTo>
                <a:lnTo>
                  <a:pt x="298938" y="50206"/>
                </a:lnTo>
                <a:lnTo>
                  <a:pt x="298781" y="50672"/>
                </a:lnTo>
                <a:lnTo>
                  <a:pt x="298635" y="51145"/>
                </a:lnTo>
                <a:lnTo>
                  <a:pt x="298500" y="51625"/>
                </a:lnTo>
                <a:lnTo>
                  <a:pt x="298376" y="52112"/>
                </a:lnTo>
                <a:lnTo>
                  <a:pt x="298262" y="52606"/>
                </a:lnTo>
                <a:lnTo>
                  <a:pt x="298159" y="53108"/>
                </a:lnTo>
                <a:lnTo>
                  <a:pt x="298067" y="53617"/>
                </a:lnTo>
                <a:lnTo>
                  <a:pt x="297986" y="54133"/>
                </a:lnTo>
                <a:lnTo>
                  <a:pt x="297916" y="54656"/>
                </a:lnTo>
                <a:lnTo>
                  <a:pt x="297856" y="55186"/>
                </a:lnTo>
                <a:lnTo>
                  <a:pt x="297808" y="55724"/>
                </a:lnTo>
                <a:lnTo>
                  <a:pt x="297770" y="56269"/>
                </a:lnTo>
                <a:lnTo>
                  <a:pt x="297743" y="56821"/>
                </a:lnTo>
                <a:lnTo>
                  <a:pt x="297727" y="57380"/>
                </a:lnTo>
                <a:lnTo>
                  <a:pt x="297721" y="57946"/>
                </a:lnTo>
                <a:lnTo>
                  <a:pt x="297728" y="58668"/>
                </a:lnTo>
                <a:lnTo>
                  <a:pt x="297750" y="59378"/>
                </a:lnTo>
                <a:lnTo>
                  <a:pt x="297785" y="60076"/>
                </a:lnTo>
                <a:lnTo>
                  <a:pt x="297835" y="60762"/>
                </a:lnTo>
                <a:lnTo>
                  <a:pt x="297899" y="61437"/>
                </a:lnTo>
                <a:lnTo>
                  <a:pt x="297977" y="62100"/>
                </a:lnTo>
                <a:lnTo>
                  <a:pt x="298069" y="62751"/>
                </a:lnTo>
                <a:lnTo>
                  <a:pt x="298176" y="63390"/>
                </a:lnTo>
                <a:lnTo>
                  <a:pt x="298297" y="64018"/>
                </a:lnTo>
                <a:lnTo>
                  <a:pt x="298432" y="64634"/>
                </a:lnTo>
                <a:lnTo>
                  <a:pt x="298581" y="65238"/>
                </a:lnTo>
                <a:lnTo>
                  <a:pt x="298745" y="65831"/>
                </a:lnTo>
                <a:lnTo>
                  <a:pt x="298922" y="66412"/>
                </a:lnTo>
                <a:lnTo>
                  <a:pt x="299114" y="66981"/>
                </a:lnTo>
                <a:lnTo>
                  <a:pt x="299320" y="67539"/>
                </a:lnTo>
                <a:lnTo>
                  <a:pt x="299541" y="68085"/>
                </a:lnTo>
                <a:lnTo>
                  <a:pt x="299775" y="68619"/>
                </a:lnTo>
                <a:lnTo>
                  <a:pt x="300024" y="69141"/>
                </a:lnTo>
                <a:lnTo>
                  <a:pt x="300287" y="69652"/>
                </a:lnTo>
                <a:lnTo>
                  <a:pt x="300564" y="70150"/>
                </a:lnTo>
                <a:lnTo>
                  <a:pt x="300856" y="70638"/>
                </a:lnTo>
                <a:lnTo>
                  <a:pt x="301161" y="71113"/>
                </a:lnTo>
                <a:lnTo>
                  <a:pt x="301481" y="71577"/>
                </a:lnTo>
                <a:lnTo>
                  <a:pt x="301815" y="72029"/>
                </a:lnTo>
                <a:lnTo>
                  <a:pt x="302162" y="72471"/>
                </a:lnTo>
                <a:lnTo>
                  <a:pt x="302520" y="72906"/>
                </a:lnTo>
                <a:lnTo>
                  <a:pt x="302888" y="73333"/>
                </a:lnTo>
                <a:lnTo>
                  <a:pt x="303268" y="73753"/>
                </a:lnTo>
                <a:lnTo>
                  <a:pt x="303659" y="74165"/>
                </a:lnTo>
                <a:lnTo>
                  <a:pt x="304060" y="74570"/>
                </a:lnTo>
                <a:lnTo>
                  <a:pt x="304473" y="74967"/>
                </a:lnTo>
                <a:lnTo>
                  <a:pt x="304896" y="75357"/>
                </a:lnTo>
                <a:lnTo>
                  <a:pt x="305331" y="75739"/>
                </a:lnTo>
                <a:lnTo>
                  <a:pt x="305776" y="76114"/>
                </a:lnTo>
                <a:lnTo>
                  <a:pt x="306232" y="76481"/>
                </a:lnTo>
                <a:lnTo>
                  <a:pt x="306700" y="76841"/>
                </a:lnTo>
                <a:lnTo>
                  <a:pt x="307178" y="77193"/>
                </a:lnTo>
                <a:lnTo>
                  <a:pt x="307667" y="77538"/>
                </a:lnTo>
                <a:lnTo>
                  <a:pt x="308168" y="77875"/>
                </a:lnTo>
                <a:lnTo>
                  <a:pt x="308679" y="78205"/>
                </a:lnTo>
                <a:lnTo>
                  <a:pt x="309201" y="78527"/>
                </a:lnTo>
                <a:lnTo>
                  <a:pt x="309734" y="78842"/>
                </a:lnTo>
                <a:lnTo>
                  <a:pt x="310278" y="79149"/>
                </a:lnTo>
                <a:lnTo>
                  <a:pt x="310834" y="79449"/>
                </a:lnTo>
                <a:lnTo>
                  <a:pt x="311400" y="79742"/>
                </a:lnTo>
                <a:lnTo>
                  <a:pt x="311977" y="80026"/>
                </a:lnTo>
                <a:lnTo>
                  <a:pt x="312565" y="80304"/>
                </a:lnTo>
                <a:lnTo>
                  <a:pt x="313164" y="80574"/>
                </a:lnTo>
                <a:lnTo>
                  <a:pt x="313772" y="80838"/>
                </a:lnTo>
                <a:lnTo>
                  <a:pt x="314387" y="81099"/>
                </a:lnTo>
                <a:lnTo>
                  <a:pt x="315009" y="81357"/>
                </a:lnTo>
                <a:lnTo>
                  <a:pt x="315637" y="81612"/>
                </a:lnTo>
                <a:lnTo>
                  <a:pt x="316273" y="81863"/>
                </a:lnTo>
                <a:lnTo>
                  <a:pt x="316916" y="82111"/>
                </a:lnTo>
                <a:lnTo>
                  <a:pt x="317566" y="82356"/>
                </a:lnTo>
                <a:lnTo>
                  <a:pt x="318222" y="82598"/>
                </a:lnTo>
                <a:lnTo>
                  <a:pt x="318886" y="82836"/>
                </a:lnTo>
                <a:lnTo>
                  <a:pt x="319557" y="83071"/>
                </a:lnTo>
                <a:lnTo>
                  <a:pt x="320234" y="83303"/>
                </a:lnTo>
                <a:lnTo>
                  <a:pt x="320919" y="83531"/>
                </a:lnTo>
                <a:lnTo>
                  <a:pt x="321610" y="83756"/>
                </a:lnTo>
                <a:lnTo>
                  <a:pt x="322308" y="83978"/>
                </a:lnTo>
                <a:lnTo>
                  <a:pt x="323014" y="84197"/>
                </a:lnTo>
                <a:lnTo>
                  <a:pt x="323726" y="84412"/>
                </a:lnTo>
                <a:lnTo>
                  <a:pt x="324445" y="84624"/>
                </a:lnTo>
                <a:lnTo>
                  <a:pt x="325171" y="84833"/>
                </a:lnTo>
                <a:lnTo>
                  <a:pt x="325905" y="85038"/>
                </a:lnTo>
                <a:lnTo>
                  <a:pt x="326645" y="85241"/>
                </a:lnTo>
                <a:lnTo>
                  <a:pt x="327392" y="85440"/>
                </a:lnTo>
                <a:lnTo>
                  <a:pt x="328146" y="85635"/>
                </a:lnTo>
                <a:lnTo>
                  <a:pt x="328907" y="85828"/>
                </a:lnTo>
                <a:lnTo>
                  <a:pt x="329675" y="86017"/>
                </a:lnTo>
                <a:lnTo>
                  <a:pt x="330583" y="86227"/>
                </a:lnTo>
                <a:lnTo>
                  <a:pt x="331468" y="86436"/>
                </a:lnTo>
                <a:lnTo>
                  <a:pt x="332330" y="86646"/>
                </a:lnTo>
                <a:lnTo>
                  <a:pt x="333169" y="86854"/>
                </a:lnTo>
                <a:lnTo>
                  <a:pt x="333986" y="87063"/>
                </a:lnTo>
                <a:lnTo>
                  <a:pt x="334779" y="87271"/>
                </a:lnTo>
                <a:lnTo>
                  <a:pt x="335549" y="87479"/>
                </a:lnTo>
                <a:lnTo>
                  <a:pt x="336296" y="87687"/>
                </a:lnTo>
                <a:lnTo>
                  <a:pt x="337020" y="87894"/>
                </a:lnTo>
                <a:lnTo>
                  <a:pt x="337721" y="88102"/>
                </a:lnTo>
                <a:lnTo>
                  <a:pt x="338399" y="88308"/>
                </a:lnTo>
                <a:lnTo>
                  <a:pt x="339054" y="88515"/>
                </a:lnTo>
                <a:lnTo>
                  <a:pt x="339686" y="88721"/>
                </a:lnTo>
                <a:lnTo>
                  <a:pt x="340295" y="88927"/>
                </a:lnTo>
                <a:lnTo>
                  <a:pt x="340880" y="89132"/>
                </a:lnTo>
                <a:lnTo>
                  <a:pt x="341443" y="89337"/>
                </a:lnTo>
                <a:lnTo>
                  <a:pt x="341983" y="89542"/>
                </a:lnTo>
                <a:lnTo>
                  <a:pt x="342500" y="89747"/>
                </a:lnTo>
                <a:lnTo>
                  <a:pt x="342994" y="89951"/>
                </a:lnTo>
                <a:lnTo>
                  <a:pt x="343465" y="90155"/>
                </a:lnTo>
                <a:lnTo>
                  <a:pt x="343912" y="90359"/>
                </a:lnTo>
                <a:lnTo>
                  <a:pt x="344337" y="90562"/>
                </a:lnTo>
                <a:lnTo>
                  <a:pt x="344739" y="90765"/>
                </a:lnTo>
                <a:lnTo>
                  <a:pt x="345117" y="90968"/>
                </a:lnTo>
                <a:lnTo>
                  <a:pt x="345477" y="91175"/>
                </a:lnTo>
                <a:lnTo>
                  <a:pt x="345821" y="91390"/>
                </a:lnTo>
                <a:lnTo>
                  <a:pt x="346150" y="91614"/>
                </a:lnTo>
                <a:lnTo>
                  <a:pt x="346464" y="91847"/>
                </a:lnTo>
                <a:lnTo>
                  <a:pt x="346762" y="92089"/>
                </a:lnTo>
                <a:lnTo>
                  <a:pt x="347045" y="92340"/>
                </a:lnTo>
                <a:lnTo>
                  <a:pt x="347313" y="92599"/>
                </a:lnTo>
                <a:lnTo>
                  <a:pt x="347565" y="92867"/>
                </a:lnTo>
                <a:lnTo>
                  <a:pt x="347802" y="93144"/>
                </a:lnTo>
                <a:lnTo>
                  <a:pt x="348024" y="93429"/>
                </a:lnTo>
                <a:lnTo>
                  <a:pt x="348231" y="93723"/>
                </a:lnTo>
                <a:lnTo>
                  <a:pt x="348422" y="94026"/>
                </a:lnTo>
                <a:lnTo>
                  <a:pt x="348598" y="94338"/>
                </a:lnTo>
                <a:lnTo>
                  <a:pt x="348758" y="94658"/>
                </a:lnTo>
                <a:lnTo>
                  <a:pt x="348904" y="94988"/>
                </a:lnTo>
                <a:lnTo>
                  <a:pt x="349034" y="95326"/>
                </a:lnTo>
                <a:lnTo>
                  <a:pt x="349148" y="95672"/>
                </a:lnTo>
                <a:lnTo>
                  <a:pt x="349248" y="96028"/>
                </a:lnTo>
                <a:lnTo>
                  <a:pt x="349332" y="96392"/>
                </a:lnTo>
                <a:lnTo>
                  <a:pt x="349401" y="96765"/>
                </a:lnTo>
                <a:lnTo>
                  <a:pt x="349454" y="97147"/>
                </a:lnTo>
                <a:lnTo>
                  <a:pt x="349493" y="97537"/>
                </a:lnTo>
                <a:lnTo>
                  <a:pt x="349516" y="97936"/>
                </a:lnTo>
                <a:lnTo>
                  <a:pt x="349523" y="98344"/>
                </a:lnTo>
                <a:lnTo>
                  <a:pt x="349517" y="98782"/>
                </a:lnTo>
                <a:lnTo>
                  <a:pt x="349497" y="99209"/>
                </a:lnTo>
                <a:lnTo>
                  <a:pt x="349465" y="99625"/>
                </a:lnTo>
                <a:lnTo>
                  <a:pt x="349419" y="100030"/>
                </a:lnTo>
                <a:lnTo>
                  <a:pt x="349361" y="100425"/>
                </a:lnTo>
                <a:lnTo>
                  <a:pt x="349290" y="100809"/>
                </a:lnTo>
                <a:lnTo>
                  <a:pt x="349205" y="101182"/>
                </a:lnTo>
                <a:lnTo>
                  <a:pt x="349108" y="101545"/>
                </a:lnTo>
                <a:lnTo>
                  <a:pt x="348998" y="101897"/>
                </a:lnTo>
                <a:lnTo>
                  <a:pt x="348874" y="102239"/>
                </a:lnTo>
                <a:lnTo>
                  <a:pt x="348738" y="102570"/>
                </a:lnTo>
                <a:lnTo>
                  <a:pt x="348589" y="102890"/>
                </a:lnTo>
                <a:lnTo>
                  <a:pt x="348426" y="103200"/>
                </a:lnTo>
                <a:lnTo>
                  <a:pt x="348251" y="103499"/>
                </a:lnTo>
                <a:lnTo>
                  <a:pt x="348063" y="103787"/>
                </a:lnTo>
                <a:lnTo>
                  <a:pt x="347862" y="104064"/>
                </a:lnTo>
                <a:lnTo>
                  <a:pt x="347648" y="104331"/>
                </a:lnTo>
                <a:lnTo>
                  <a:pt x="347420" y="104588"/>
                </a:lnTo>
                <a:lnTo>
                  <a:pt x="347180" y="104833"/>
                </a:lnTo>
                <a:lnTo>
                  <a:pt x="346927" y="105068"/>
                </a:lnTo>
                <a:lnTo>
                  <a:pt x="346661" y="105293"/>
                </a:lnTo>
                <a:lnTo>
                  <a:pt x="346382" y="105506"/>
                </a:lnTo>
                <a:lnTo>
                  <a:pt x="346090" y="105709"/>
                </a:lnTo>
                <a:lnTo>
                  <a:pt x="345785" y="105902"/>
                </a:lnTo>
                <a:lnTo>
                  <a:pt x="345468" y="106085"/>
                </a:lnTo>
                <a:lnTo>
                  <a:pt x="345141" y="106260"/>
                </a:lnTo>
                <a:lnTo>
                  <a:pt x="344803" y="106427"/>
                </a:lnTo>
                <a:lnTo>
                  <a:pt x="344455" y="106587"/>
                </a:lnTo>
                <a:lnTo>
                  <a:pt x="344096" y="106738"/>
                </a:lnTo>
                <a:lnTo>
                  <a:pt x="343727" y="106882"/>
                </a:lnTo>
                <a:lnTo>
                  <a:pt x="343347" y="107019"/>
                </a:lnTo>
                <a:lnTo>
                  <a:pt x="342956" y="107147"/>
                </a:lnTo>
                <a:lnTo>
                  <a:pt x="342556" y="107268"/>
                </a:lnTo>
                <a:lnTo>
                  <a:pt x="342144" y="107381"/>
                </a:lnTo>
                <a:lnTo>
                  <a:pt x="341722" y="107486"/>
                </a:lnTo>
                <a:lnTo>
                  <a:pt x="341290" y="107583"/>
                </a:lnTo>
                <a:lnTo>
                  <a:pt x="340847" y="107673"/>
                </a:lnTo>
                <a:lnTo>
                  <a:pt x="340394" y="107754"/>
                </a:lnTo>
                <a:lnTo>
                  <a:pt x="339930" y="107828"/>
                </a:lnTo>
                <a:lnTo>
                  <a:pt x="339456" y="107894"/>
                </a:lnTo>
                <a:lnTo>
                  <a:pt x="338971" y="107953"/>
                </a:lnTo>
                <a:lnTo>
                  <a:pt x="338475" y="108003"/>
                </a:lnTo>
                <a:lnTo>
                  <a:pt x="337969" y="108046"/>
                </a:lnTo>
                <a:lnTo>
                  <a:pt x="337453" y="108081"/>
                </a:lnTo>
                <a:lnTo>
                  <a:pt x="336926" y="108109"/>
                </a:lnTo>
                <a:lnTo>
                  <a:pt x="336388" y="108128"/>
                </a:lnTo>
                <a:lnTo>
                  <a:pt x="335841" y="108140"/>
                </a:lnTo>
                <a:lnTo>
                  <a:pt x="335282" y="108144"/>
                </a:lnTo>
                <a:lnTo>
                  <a:pt x="334714" y="108138"/>
                </a:lnTo>
                <a:lnTo>
                  <a:pt x="334152" y="108123"/>
                </a:lnTo>
                <a:lnTo>
                  <a:pt x="333596" y="108098"/>
                </a:lnTo>
                <a:lnTo>
                  <a:pt x="333046" y="108062"/>
                </a:lnTo>
                <a:lnTo>
                  <a:pt x="332502" y="108017"/>
                </a:lnTo>
                <a:lnTo>
                  <a:pt x="331964" y="107961"/>
                </a:lnTo>
                <a:lnTo>
                  <a:pt x="331432" y="107895"/>
                </a:lnTo>
                <a:lnTo>
                  <a:pt x="330906" y="107819"/>
                </a:lnTo>
                <a:lnTo>
                  <a:pt x="330386" y="107733"/>
                </a:lnTo>
                <a:lnTo>
                  <a:pt x="329872" y="107637"/>
                </a:lnTo>
                <a:lnTo>
                  <a:pt x="329364" y="107531"/>
                </a:lnTo>
                <a:lnTo>
                  <a:pt x="328862" y="107414"/>
                </a:lnTo>
                <a:lnTo>
                  <a:pt x="328367" y="107287"/>
                </a:lnTo>
                <a:lnTo>
                  <a:pt x="327877" y="107151"/>
                </a:lnTo>
                <a:lnTo>
                  <a:pt x="327393" y="107004"/>
                </a:lnTo>
                <a:lnTo>
                  <a:pt x="326915" y="106847"/>
                </a:lnTo>
                <a:lnTo>
                  <a:pt x="326444" y="106680"/>
                </a:lnTo>
                <a:lnTo>
                  <a:pt x="325978" y="106502"/>
                </a:lnTo>
                <a:lnTo>
                  <a:pt x="325518" y="106315"/>
                </a:lnTo>
                <a:lnTo>
                  <a:pt x="325065" y="106117"/>
                </a:lnTo>
                <a:lnTo>
                  <a:pt x="324617" y="105910"/>
                </a:lnTo>
                <a:lnTo>
                  <a:pt x="324176" y="105692"/>
                </a:lnTo>
                <a:lnTo>
                  <a:pt x="323740" y="105464"/>
                </a:lnTo>
                <a:lnTo>
                  <a:pt x="323311" y="105226"/>
                </a:lnTo>
                <a:lnTo>
                  <a:pt x="322893" y="104975"/>
                </a:lnTo>
                <a:lnTo>
                  <a:pt x="322493" y="104708"/>
                </a:lnTo>
                <a:lnTo>
                  <a:pt x="322111" y="104425"/>
                </a:lnTo>
                <a:lnTo>
                  <a:pt x="321747" y="104127"/>
                </a:lnTo>
                <a:lnTo>
                  <a:pt x="321400" y="103812"/>
                </a:lnTo>
                <a:lnTo>
                  <a:pt x="321072" y="103482"/>
                </a:lnTo>
                <a:lnTo>
                  <a:pt x="320761" y="103136"/>
                </a:lnTo>
                <a:lnTo>
                  <a:pt x="320467" y="102774"/>
                </a:lnTo>
                <a:lnTo>
                  <a:pt x="320192" y="102397"/>
                </a:lnTo>
                <a:lnTo>
                  <a:pt x="319934" y="102003"/>
                </a:lnTo>
                <a:lnTo>
                  <a:pt x="319694" y="101594"/>
                </a:lnTo>
                <a:lnTo>
                  <a:pt x="319472" y="101169"/>
                </a:lnTo>
                <a:lnTo>
                  <a:pt x="319268" y="100728"/>
                </a:lnTo>
                <a:lnTo>
                  <a:pt x="319081" y="100271"/>
                </a:lnTo>
                <a:lnTo>
                  <a:pt x="318912" y="99799"/>
                </a:lnTo>
                <a:lnTo>
                  <a:pt x="318761" y="99311"/>
                </a:lnTo>
                <a:lnTo>
                  <a:pt x="318628" y="98806"/>
                </a:lnTo>
                <a:lnTo>
                  <a:pt x="318513" y="98286"/>
                </a:lnTo>
                <a:lnTo>
                  <a:pt x="318415" y="97751"/>
                </a:lnTo>
                <a:lnTo>
                  <a:pt x="318335" y="97199"/>
                </a:lnTo>
                <a:lnTo>
                  <a:pt x="318273" y="96631"/>
                </a:lnTo>
                <a:lnTo>
                  <a:pt x="318228" y="96048"/>
                </a:lnTo>
                <a:lnTo>
                  <a:pt x="318202" y="95449"/>
                </a:lnTo>
                <a:lnTo>
                  <a:pt x="318193" y="94834"/>
                </a:lnTo>
                <a:lnTo>
                  <a:pt x="296297" y="94834"/>
                </a:lnTo>
                <a:lnTo>
                  <a:pt x="296303" y="95534"/>
                </a:lnTo>
                <a:lnTo>
                  <a:pt x="296320" y="96225"/>
                </a:lnTo>
                <a:lnTo>
                  <a:pt x="296348" y="96905"/>
                </a:lnTo>
                <a:lnTo>
                  <a:pt x="296388" y="97576"/>
                </a:lnTo>
                <a:lnTo>
                  <a:pt x="296440" y="98237"/>
                </a:lnTo>
                <a:lnTo>
                  <a:pt x="296503" y="98889"/>
                </a:lnTo>
                <a:lnTo>
                  <a:pt x="296577" y="99531"/>
                </a:lnTo>
                <a:lnTo>
                  <a:pt x="296663" y="100163"/>
                </a:lnTo>
                <a:lnTo>
                  <a:pt x="296760" y="100786"/>
                </a:lnTo>
                <a:lnTo>
                  <a:pt x="296869" y="101399"/>
                </a:lnTo>
                <a:lnTo>
                  <a:pt x="296989" y="102002"/>
                </a:lnTo>
                <a:lnTo>
                  <a:pt x="297120" y="102595"/>
                </a:lnTo>
                <a:lnTo>
                  <a:pt x="297263" y="103179"/>
                </a:lnTo>
                <a:lnTo>
                  <a:pt x="297418" y="103753"/>
                </a:lnTo>
                <a:lnTo>
                  <a:pt x="297583" y="104317"/>
                </a:lnTo>
                <a:lnTo>
                  <a:pt x="297761" y="104872"/>
                </a:lnTo>
                <a:lnTo>
                  <a:pt x="297949" y="105417"/>
                </a:lnTo>
                <a:lnTo>
                  <a:pt x="298149" y="105953"/>
                </a:lnTo>
                <a:lnTo>
                  <a:pt x="298361" y="106478"/>
                </a:lnTo>
                <a:lnTo>
                  <a:pt x="298584" y="106994"/>
                </a:lnTo>
                <a:lnTo>
                  <a:pt x="298818" y="107501"/>
                </a:lnTo>
                <a:lnTo>
                  <a:pt x="299064" y="107997"/>
                </a:lnTo>
                <a:lnTo>
                  <a:pt x="299322" y="108484"/>
                </a:lnTo>
                <a:lnTo>
                  <a:pt x="299590" y="108961"/>
                </a:lnTo>
                <a:lnTo>
                  <a:pt x="299869" y="109430"/>
                </a:lnTo>
                <a:lnTo>
                  <a:pt x="300155" y="109890"/>
                </a:lnTo>
                <a:lnTo>
                  <a:pt x="300450" y="110341"/>
                </a:lnTo>
                <a:lnTo>
                  <a:pt x="300752" y="110785"/>
                </a:lnTo>
                <a:lnTo>
                  <a:pt x="301063" y="111220"/>
                </a:lnTo>
                <a:lnTo>
                  <a:pt x="301382" y="111647"/>
                </a:lnTo>
                <a:lnTo>
                  <a:pt x="301708" y="112065"/>
                </a:lnTo>
                <a:lnTo>
                  <a:pt x="302043" y="112476"/>
                </a:lnTo>
                <a:lnTo>
                  <a:pt x="302386" y="112878"/>
                </a:lnTo>
                <a:lnTo>
                  <a:pt x="302736" y="113271"/>
                </a:lnTo>
                <a:lnTo>
                  <a:pt x="303095" y="113657"/>
                </a:lnTo>
                <a:lnTo>
                  <a:pt x="303462" y="114034"/>
                </a:lnTo>
                <a:lnTo>
                  <a:pt x="303837" y="114403"/>
                </a:lnTo>
                <a:lnTo>
                  <a:pt x="304220" y="114764"/>
                </a:lnTo>
                <a:lnTo>
                  <a:pt x="304611" y="115116"/>
                </a:lnTo>
                <a:lnTo>
                  <a:pt x="305010" y="115460"/>
                </a:lnTo>
                <a:lnTo>
                  <a:pt x="305417" y="115796"/>
                </a:lnTo>
                <a:lnTo>
                  <a:pt x="305832" y="116123"/>
                </a:lnTo>
                <a:lnTo>
                  <a:pt x="306255" y="116443"/>
                </a:lnTo>
                <a:lnTo>
                  <a:pt x="306686" y="116754"/>
                </a:lnTo>
                <a:lnTo>
                  <a:pt x="307125" y="117056"/>
                </a:lnTo>
                <a:lnTo>
                  <a:pt x="307572" y="117351"/>
                </a:lnTo>
                <a:lnTo>
                  <a:pt x="308028" y="117637"/>
                </a:lnTo>
                <a:lnTo>
                  <a:pt x="308491" y="117915"/>
                </a:lnTo>
                <a:lnTo>
                  <a:pt x="308961" y="118185"/>
                </a:lnTo>
                <a:lnTo>
                  <a:pt x="309435" y="118449"/>
                </a:lnTo>
                <a:lnTo>
                  <a:pt x="309914" y="118706"/>
                </a:lnTo>
                <a:lnTo>
                  <a:pt x="310397" y="118956"/>
                </a:lnTo>
                <a:lnTo>
                  <a:pt x="310885" y="119200"/>
                </a:lnTo>
                <a:lnTo>
                  <a:pt x="311378" y="119436"/>
                </a:lnTo>
                <a:lnTo>
                  <a:pt x="311876" y="119666"/>
                </a:lnTo>
                <a:lnTo>
                  <a:pt x="312378" y="119890"/>
                </a:lnTo>
                <a:lnTo>
                  <a:pt x="312884" y="120106"/>
                </a:lnTo>
                <a:lnTo>
                  <a:pt x="313396" y="120316"/>
                </a:lnTo>
                <a:lnTo>
                  <a:pt x="313912" y="120519"/>
                </a:lnTo>
                <a:lnTo>
                  <a:pt x="314432" y="120716"/>
                </a:lnTo>
                <a:lnTo>
                  <a:pt x="314957" y="120906"/>
                </a:lnTo>
                <a:lnTo>
                  <a:pt x="315487" y="121089"/>
                </a:lnTo>
                <a:lnTo>
                  <a:pt x="316022" y="121265"/>
                </a:lnTo>
                <a:lnTo>
                  <a:pt x="316561" y="121434"/>
                </a:lnTo>
                <a:lnTo>
                  <a:pt x="317105" y="121597"/>
                </a:lnTo>
                <a:lnTo>
                  <a:pt x="317653" y="121753"/>
                </a:lnTo>
                <a:lnTo>
                  <a:pt x="318206" y="121903"/>
                </a:lnTo>
                <a:lnTo>
                  <a:pt x="318764" y="122045"/>
                </a:lnTo>
                <a:lnTo>
                  <a:pt x="319326" y="122181"/>
                </a:lnTo>
                <a:lnTo>
                  <a:pt x="319893" y="122310"/>
                </a:lnTo>
                <a:lnTo>
                  <a:pt x="320465" y="122433"/>
                </a:lnTo>
                <a:lnTo>
                  <a:pt x="321041" y="122549"/>
                </a:lnTo>
                <a:lnTo>
                  <a:pt x="321620" y="122659"/>
                </a:lnTo>
                <a:lnTo>
                  <a:pt x="322200" y="122764"/>
                </a:lnTo>
                <a:lnTo>
                  <a:pt x="322781" y="122865"/>
                </a:lnTo>
                <a:lnTo>
                  <a:pt x="323363" y="122961"/>
                </a:lnTo>
                <a:lnTo>
                  <a:pt x="323945" y="123052"/>
                </a:lnTo>
                <a:lnTo>
                  <a:pt x="324529" y="123139"/>
                </a:lnTo>
                <a:lnTo>
                  <a:pt x="325113" y="123221"/>
                </a:lnTo>
                <a:lnTo>
                  <a:pt x="325699" y="123298"/>
                </a:lnTo>
                <a:lnTo>
                  <a:pt x="326285" y="123371"/>
                </a:lnTo>
                <a:lnTo>
                  <a:pt x="326873" y="123439"/>
                </a:lnTo>
                <a:lnTo>
                  <a:pt x="327461" y="123502"/>
                </a:lnTo>
                <a:lnTo>
                  <a:pt x="328050" y="123561"/>
                </a:lnTo>
                <a:lnTo>
                  <a:pt x="328640" y="123614"/>
                </a:lnTo>
                <a:lnTo>
                  <a:pt x="329231" y="123664"/>
                </a:lnTo>
                <a:lnTo>
                  <a:pt x="329823" y="123708"/>
                </a:lnTo>
                <a:lnTo>
                  <a:pt x="330416" y="123748"/>
                </a:lnTo>
                <a:lnTo>
                  <a:pt x="331010" y="123783"/>
                </a:lnTo>
                <a:lnTo>
                  <a:pt x="331605" y="123813"/>
                </a:lnTo>
                <a:lnTo>
                  <a:pt x="332201" y="123839"/>
                </a:lnTo>
                <a:lnTo>
                  <a:pt x="332797" y="123860"/>
                </a:lnTo>
                <a:lnTo>
                  <a:pt x="333395" y="123877"/>
                </a:lnTo>
                <a:lnTo>
                  <a:pt x="333993" y="123888"/>
                </a:lnTo>
                <a:lnTo>
                  <a:pt x="334593" y="123895"/>
                </a:lnTo>
                <a:lnTo>
                  <a:pt x="335193" y="123898"/>
                </a:lnTo>
                <a:lnTo>
                  <a:pt x="335800" y="123895"/>
                </a:lnTo>
                <a:lnTo>
                  <a:pt x="336406" y="123887"/>
                </a:lnTo>
                <a:lnTo>
                  <a:pt x="337010" y="123874"/>
                </a:lnTo>
                <a:lnTo>
                  <a:pt x="337612" y="123855"/>
                </a:lnTo>
                <a:lnTo>
                  <a:pt x="338213" y="123831"/>
                </a:lnTo>
                <a:close/>
                <a:moveTo>
                  <a:pt x="776121" y="76372"/>
                </a:moveTo>
                <a:lnTo>
                  <a:pt x="776684" y="76385"/>
                </a:lnTo>
                <a:lnTo>
                  <a:pt x="777236" y="76406"/>
                </a:lnTo>
                <a:lnTo>
                  <a:pt x="777779" y="76436"/>
                </a:lnTo>
                <a:lnTo>
                  <a:pt x="778311" y="76475"/>
                </a:lnTo>
                <a:lnTo>
                  <a:pt x="778832" y="76521"/>
                </a:lnTo>
                <a:lnTo>
                  <a:pt x="779344" y="76577"/>
                </a:lnTo>
                <a:lnTo>
                  <a:pt x="779844" y="76641"/>
                </a:lnTo>
                <a:lnTo>
                  <a:pt x="780335" y="76713"/>
                </a:lnTo>
                <a:lnTo>
                  <a:pt x="780815" y="76794"/>
                </a:lnTo>
                <a:lnTo>
                  <a:pt x="781285" y="76883"/>
                </a:lnTo>
                <a:lnTo>
                  <a:pt x="781744" y="76981"/>
                </a:lnTo>
                <a:lnTo>
                  <a:pt x="782194" y="77088"/>
                </a:lnTo>
                <a:lnTo>
                  <a:pt x="782632" y="77203"/>
                </a:lnTo>
                <a:lnTo>
                  <a:pt x="783061" y="77326"/>
                </a:lnTo>
                <a:lnTo>
                  <a:pt x="783479" y="77458"/>
                </a:lnTo>
                <a:lnTo>
                  <a:pt x="783887" y="77599"/>
                </a:lnTo>
                <a:lnTo>
                  <a:pt x="784284" y="77748"/>
                </a:lnTo>
                <a:lnTo>
                  <a:pt x="784671" y="77906"/>
                </a:lnTo>
                <a:lnTo>
                  <a:pt x="785048" y="78072"/>
                </a:lnTo>
                <a:lnTo>
                  <a:pt x="785414" y="78246"/>
                </a:lnTo>
                <a:lnTo>
                  <a:pt x="785770" y="78429"/>
                </a:lnTo>
                <a:lnTo>
                  <a:pt x="786116" y="78621"/>
                </a:lnTo>
                <a:lnTo>
                  <a:pt x="786451" y="78821"/>
                </a:lnTo>
                <a:lnTo>
                  <a:pt x="786778" y="79030"/>
                </a:lnTo>
                <a:lnTo>
                  <a:pt x="787099" y="79247"/>
                </a:lnTo>
                <a:lnTo>
                  <a:pt x="787415" y="79474"/>
                </a:lnTo>
                <a:lnTo>
                  <a:pt x="787725" y="79709"/>
                </a:lnTo>
                <a:lnTo>
                  <a:pt x="788030" y="79953"/>
                </a:lnTo>
                <a:lnTo>
                  <a:pt x="788328" y="80206"/>
                </a:lnTo>
                <a:lnTo>
                  <a:pt x="788621" y="80467"/>
                </a:lnTo>
                <a:lnTo>
                  <a:pt x="788908" y="80738"/>
                </a:lnTo>
                <a:lnTo>
                  <a:pt x="789190" y="81017"/>
                </a:lnTo>
                <a:lnTo>
                  <a:pt x="789466" y="81305"/>
                </a:lnTo>
                <a:lnTo>
                  <a:pt x="789736" y="81602"/>
                </a:lnTo>
                <a:lnTo>
                  <a:pt x="790000" y="81908"/>
                </a:lnTo>
                <a:lnTo>
                  <a:pt x="790259" y="82223"/>
                </a:lnTo>
                <a:lnTo>
                  <a:pt x="790511" y="82546"/>
                </a:lnTo>
                <a:lnTo>
                  <a:pt x="790759" y="82879"/>
                </a:lnTo>
                <a:lnTo>
                  <a:pt x="791000" y="83220"/>
                </a:lnTo>
                <a:lnTo>
                  <a:pt x="791236" y="83570"/>
                </a:lnTo>
                <a:lnTo>
                  <a:pt x="791466" y="83929"/>
                </a:lnTo>
                <a:lnTo>
                  <a:pt x="791690" y="84296"/>
                </a:lnTo>
                <a:lnTo>
                  <a:pt x="791909" y="84673"/>
                </a:lnTo>
                <a:lnTo>
                  <a:pt x="792121" y="85058"/>
                </a:lnTo>
                <a:lnTo>
                  <a:pt x="792329" y="85452"/>
                </a:lnTo>
                <a:lnTo>
                  <a:pt x="792530" y="85855"/>
                </a:lnTo>
                <a:lnTo>
                  <a:pt x="792726" y="86267"/>
                </a:lnTo>
                <a:lnTo>
                  <a:pt x="792918" y="86688"/>
                </a:lnTo>
                <a:lnTo>
                  <a:pt x="793108" y="87119"/>
                </a:lnTo>
                <a:lnTo>
                  <a:pt x="793296" y="87560"/>
                </a:lnTo>
                <a:lnTo>
                  <a:pt x="793482" y="88011"/>
                </a:lnTo>
                <a:lnTo>
                  <a:pt x="793667" y="88472"/>
                </a:lnTo>
                <a:lnTo>
                  <a:pt x="793849" y="88942"/>
                </a:lnTo>
                <a:lnTo>
                  <a:pt x="794030" y="89423"/>
                </a:lnTo>
                <a:lnTo>
                  <a:pt x="794209" y="89913"/>
                </a:lnTo>
                <a:lnTo>
                  <a:pt x="794386" y="90414"/>
                </a:lnTo>
                <a:lnTo>
                  <a:pt x="794562" y="90924"/>
                </a:lnTo>
                <a:lnTo>
                  <a:pt x="794735" y="91444"/>
                </a:lnTo>
                <a:lnTo>
                  <a:pt x="794906" y="91974"/>
                </a:lnTo>
                <a:lnTo>
                  <a:pt x="795076" y="92514"/>
                </a:lnTo>
                <a:lnTo>
                  <a:pt x="795244" y="93064"/>
                </a:lnTo>
                <a:lnTo>
                  <a:pt x="795410" y="93624"/>
                </a:lnTo>
                <a:lnTo>
                  <a:pt x="795574" y="94194"/>
                </a:lnTo>
                <a:lnTo>
                  <a:pt x="795736" y="94774"/>
                </a:lnTo>
                <a:lnTo>
                  <a:pt x="795897" y="95363"/>
                </a:lnTo>
                <a:lnTo>
                  <a:pt x="796055" y="95963"/>
                </a:lnTo>
                <a:lnTo>
                  <a:pt x="796212" y="96572"/>
                </a:lnTo>
                <a:lnTo>
                  <a:pt x="796367" y="97192"/>
                </a:lnTo>
                <a:lnTo>
                  <a:pt x="796520" y="97821"/>
                </a:lnTo>
                <a:lnTo>
                  <a:pt x="796671" y="98460"/>
                </a:lnTo>
                <a:lnTo>
                  <a:pt x="796820" y="99109"/>
                </a:lnTo>
                <a:lnTo>
                  <a:pt x="802428" y="122296"/>
                </a:lnTo>
                <a:lnTo>
                  <a:pt x="828596" y="122296"/>
                </a:lnTo>
                <a:lnTo>
                  <a:pt x="820674" y="94125"/>
                </a:lnTo>
                <a:lnTo>
                  <a:pt x="820480" y="93424"/>
                </a:lnTo>
                <a:lnTo>
                  <a:pt x="820285" y="92732"/>
                </a:lnTo>
                <a:lnTo>
                  <a:pt x="820088" y="92049"/>
                </a:lnTo>
                <a:lnTo>
                  <a:pt x="819889" y="91376"/>
                </a:lnTo>
                <a:lnTo>
                  <a:pt x="819688" y="90712"/>
                </a:lnTo>
                <a:lnTo>
                  <a:pt x="819486" y="90057"/>
                </a:lnTo>
                <a:lnTo>
                  <a:pt x="819282" y="89412"/>
                </a:lnTo>
                <a:lnTo>
                  <a:pt x="819077" y="88776"/>
                </a:lnTo>
                <a:lnTo>
                  <a:pt x="818869" y="88149"/>
                </a:lnTo>
                <a:lnTo>
                  <a:pt x="818660" y="87531"/>
                </a:lnTo>
                <a:lnTo>
                  <a:pt x="818450" y="86923"/>
                </a:lnTo>
                <a:lnTo>
                  <a:pt x="818237" y="86324"/>
                </a:lnTo>
                <a:lnTo>
                  <a:pt x="818023" y="85735"/>
                </a:lnTo>
                <a:lnTo>
                  <a:pt x="817807" y="85154"/>
                </a:lnTo>
                <a:lnTo>
                  <a:pt x="817590" y="84583"/>
                </a:lnTo>
                <a:lnTo>
                  <a:pt x="817371" y="84021"/>
                </a:lnTo>
                <a:lnTo>
                  <a:pt x="817150" y="83469"/>
                </a:lnTo>
                <a:lnTo>
                  <a:pt x="816927" y="82926"/>
                </a:lnTo>
                <a:lnTo>
                  <a:pt x="816703" y="82392"/>
                </a:lnTo>
                <a:lnTo>
                  <a:pt x="816477" y="81867"/>
                </a:lnTo>
                <a:lnTo>
                  <a:pt x="816249" y="81352"/>
                </a:lnTo>
                <a:lnTo>
                  <a:pt x="816020" y="80846"/>
                </a:lnTo>
                <a:lnTo>
                  <a:pt x="815789" y="80349"/>
                </a:lnTo>
                <a:lnTo>
                  <a:pt x="815556" y="79862"/>
                </a:lnTo>
                <a:lnTo>
                  <a:pt x="815319" y="79383"/>
                </a:lnTo>
                <a:lnTo>
                  <a:pt x="815077" y="78912"/>
                </a:lnTo>
                <a:lnTo>
                  <a:pt x="814828" y="78450"/>
                </a:lnTo>
                <a:lnTo>
                  <a:pt x="814573" y="77996"/>
                </a:lnTo>
                <a:lnTo>
                  <a:pt x="814312" y="77550"/>
                </a:lnTo>
                <a:lnTo>
                  <a:pt x="814046" y="77112"/>
                </a:lnTo>
                <a:lnTo>
                  <a:pt x="813773" y="76683"/>
                </a:lnTo>
                <a:lnTo>
                  <a:pt x="813494" y="76261"/>
                </a:lnTo>
                <a:lnTo>
                  <a:pt x="813209" y="75848"/>
                </a:lnTo>
                <a:lnTo>
                  <a:pt x="812918" y="75443"/>
                </a:lnTo>
                <a:lnTo>
                  <a:pt x="812621" y="75047"/>
                </a:lnTo>
                <a:lnTo>
                  <a:pt x="812318" y="74658"/>
                </a:lnTo>
                <a:lnTo>
                  <a:pt x="812009" y="74278"/>
                </a:lnTo>
                <a:lnTo>
                  <a:pt x="811694" y="73906"/>
                </a:lnTo>
                <a:lnTo>
                  <a:pt x="811373" y="73542"/>
                </a:lnTo>
                <a:lnTo>
                  <a:pt x="811046" y="73186"/>
                </a:lnTo>
                <a:lnTo>
                  <a:pt x="810713" y="72839"/>
                </a:lnTo>
                <a:lnTo>
                  <a:pt x="810374" y="72499"/>
                </a:lnTo>
                <a:lnTo>
                  <a:pt x="810029" y="72168"/>
                </a:lnTo>
                <a:lnTo>
                  <a:pt x="809678" y="71845"/>
                </a:lnTo>
                <a:lnTo>
                  <a:pt x="809321" y="71530"/>
                </a:lnTo>
                <a:lnTo>
                  <a:pt x="808957" y="71224"/>
                </a:lnTo>
                <a:lnTo>
                  <a:pt x="808588" y="70926"/>
                </a:lnTo>
                <a:lnTo>
                  <a:pt x="808213" y="70635"/>
                </a:lnTo>
                <a:lnTo>
                  <a:pt x="807829" y="70353"/>
                </a:lnTo>
                <a:lnTo>
                  <a:pt x="807435" y="70079"/>
                </a:lnTo>
                <a:lnTo>
                  <a:pt x="807031" y="69813"/>
                </a:lnTo>
                <a:lnTo>
                  <a:pt x="806616" y="69554"/>
                </a:lnTo>
                <a:lnTo>
                  <a:pt x="806190" y="69304"/>
                </a:lnTo>
                <a:lnTo>
                  <a:pt x="805754" y="69061"/>
                </a:lnTo>
                <a:lnTo>
                  <a:pt x="805308" y="68827"/>
                </a:lnTo>
                <a:lnTo>
                  <a:pt x="804850" y="68600"/>
                </a:lnTo>
                <a:lnTo>
                  <a:pt x="804383" y="68381"/>
                </a:lnTo>
                <a:lnTo>
                  <a:pt x="803905" y="68170"/>
                </a:lnTo>
                <a:lnTo>
                  <a:pt x="803416" y="67966"/>
                </a:lnTo>
                <a:lnTo>
                  <a:pt x="802917" y="67771"/>
                </a:lnTo>
                <a:lnTo>
                  <a:pt x="802407" y="67584"/>
                </a:lnTo>
                <a:lnTo>
                  <a:pt x="801887" y="67404"/>
                </a:lnTo>
                <a:lnTo>
                  <a:pt x="801357" y="67233"/>
                </a:lnTo>
                <a:lnTo>
                  <a:pt x="800815" y="67069"/>
                </a:lnTo>
                <a:lnTo>
                  <a:pt x="800264" y="66913"/>
                </a:lnTo>
                <a:lnTo>
                  <a:pt x="799702" y="66765"/>
                </a:lnTo>
                <a:lnTo>
                  <a:pt x="799129" y="66625"/>
                </a:lnTo>
                <a:lnTo>
                  <a:pt x="798546" y="66493"/>
                </a:lnTo>
                <a:lnTo>
                  <a:pt x="797952" y="66369"/>
                </a:lnTo>
                <a:lnTo>
                  <a:pt x="797348" y="66252"/>
                </a:lnTo>
                <a:lnTo>
                  <a:pt x="796733" y="66144"/>
                </a:lnTo>
                <a:lnTo>
                  <a:pt x="796108" y="66043"/>
                </a:lnTo>
                <a:lnTo>
                  <a:pt x="797128" y="65754"/>
                </a:lnTo>
                <a:lnTo>
                  <a:pt x="798126" y="65449"/>
                </a:lnTo>
                <a:lnTo>
                  <a:pt x="799103" y="65128"/>
                </a:lnTo>
                <a:lnTo>
                  <a:pt x="800058" y="64792"/>
                </a:lnTo>
                <a:lnTo>
                  <a:pt x="800991" y="64439"/>
                </a:lnTo>
                <a:lnTo>
                  <a:pt x="801902" y="64072"/>
                </a:lnTo>
                <a:lnTo>
                  <a:pt x="802791" y="63688"/>
                </a:lnTo>
                <a:lnTo>
                  <a:pt x="803659" y="63288"/>
                </a:lnTo>
                <a:lnTo>
                  <a:pt x="804505" y="62873"/>
                </a:lnTo>
                <a:lnTo>
                  <a:pt x="805329" y="62442"/>
                </a:lnTo>
                <a:lnTo>
                  <a:pt x="806131" y="61995"/>
                </a:lnTo>
                <a:lnTo>
                  <a:pt x="806911" y="61533"/>
                </a:lnTo>
                <a:lnTo>
                  <a:pt x="807670" y="61055"/>
                </a:lnTo>
                <a:lnTo>
                  <a:pt x="808407" y="60561"/>
                </a:lnTo>
                <a:lnTo>
                  <a:pt x="809122" y="60051"/>
                </a:lnTo>
                <a:lnTo>
                  <a:pt x="809815" y="59526"/>
                </a:lnTo>
                <a:lnTo>
                  <a:pt x="810487" y="58985"/>
                </a:lnTo>
                <a:lnTo>
                  <a:pt x="811136" y="58428"/>
                </a:lnTo>
                <a:lnTo>
                  <a:pt x="811764" y="57855"/>
                </a:lnTo>
                <a:lnTo>
                  <a:pt x="812370" y="57267"/>
                </a:lnTo>
                <a:lnTo>
                  <a:pt x="812955" y="56663"/>
                </a:lnTo>
                <a:lnTo>
                  <a:pt x="813517" y="56043"/>
                </a:lnTo>
                <a:lnTo>
                  <a:pt x="814058" y="55407"/>
                </a:lnTo>
                <a:lnTo>
                  <a:pt x="814577" y="54756"/>
                </a:lnTo>
                <a:lnTo>
                  <a:pt x="815074" y="54091"/>
                </a:lnTo>
                <a:lnTo>
                  <a:pt x="815551" y="53414"/>
                </a:lnTo>
                <a:lnTo>
                  <a:pt x="816006" y="52724"/>
                </a:lnTo>
                <a:lnTo>
                  <a:pt x="816440" y="52023"/>
                </a:lnTo>
                <a:lnTo>
                  <a:pt x="816853" y="51309"/>
                </a:lnTo>
                <a:lnTo>
                  <a:pt x="817244" y="50584"/>
                </a:lnTo>
                <a:lnTo>
                  <a:pt x="817615" y="49846"/>
                </a:lnTo>
                <a:lnTo>
                  <a:pt x="817964" y="49097"/>
                </a:lnTo>
                <a:lnTo>
                  <a:pt x="818292" y="48335"/>
                </a:lnTo>
                <a:lnTo>
                  <a:pt x="818599" y="47562"/>
                </a:lnTo>
                <a:lnTo>
                  <a:pt x="818885" y="46776"/>
                </a:lnTo>
                <a:lnTo>
                  <a:pt x="819150" y="45978"/>
                </a:lnTo>
                <a:lnTo>
                  <a:pt x="819393" y="45169"/>
                </a:lnTo>
                <a:lnTo>
                  <a:pt x="819615" y="44347"/>
                </a:lnTo>
                <a:lnTo>
                  <a:pt x="819817" y="43513"/>
                </a:lnTo>
                <a:lnTo>
                  <a:pt x="819997" y="42667"/>
                </a:lnTo>
                <a:lnTo>
                  <a:pt x="820155" y="41809"/>
                </a:lnTo>
                <a:lnTo>
                  <a:pt x="820293" y="40939"/>
                </a:lnTo>
                <a:lnTo>
                  <a:pt x="820409" y="40057"/>
                </a:lnTo>
                <a:lnTo>
                  <a:pt x="820505" y="39163"/>
                </a:lnTo>
                <a:lnTo>
                  <a:pt x="820579" y="38257"/>
                </a:lnTo>
                <a:lnTo>
                  <a:pt x="820632" y="37339"/>
                </a:lnTo>
                <a:lnTo>
                  <a:pt x="820663" y="36409"/>
                </a:lnTo>
                <a:lnTo>
                  <a:pt x="820674" y="35467"/>
                </a:lnTo>
                <a:lnTo>
                  <a:pt x="820665" y="34475"/>
                </a:lnTo>
                <a:lnTo>
                  <a:pt x="820637" y="33500"/>
                </a:lnTo>
                <a:lnTo>
                  <a:pt x="820591" y="32541"/>
                </a:lnTo>
                <a:lnTo>
                  <a:pt x="820527" y="31599"/>
                </a:lnTo>
                <a:lnTo>
                  <a:pt x="820444" y="30673"/>
                </a:lnTo>
                <a:lnTo>
                  <a:pt x="820343" y="29764"/>
                </a:lnTo>
                <a:lnTo>
                  <a:pt x="820223" y="28872"/>
                </a:lnTo>
                <a:lnTo>
                  <a:pt x="820086" y="27995"/>
                </a:lnTo>
                <a:lnTo>
                  <a:pt x="819929" y="27136"/>
                </a:lnTo>
                <a:lnTo>
                  <a:pt x="819755" y="26293"/>
                </a:lnTo>
                <a:lnTo>
                  <a:pt x="819561" y="25466"/>
                </a:lnTo>
                <a:lnTo>
                  <a:pt x="819350" y="24656"/>
                </a:lnTo>
                <a:lnTo>
                  <a:pt x="819120" y="23863"/>
                </a:lnTo>
                <a:lnTo>
                  <a:pt x="818872" y="23086"/>
                </a:lnTo>
                <a:lnTo>
                  <a:pt x="818605" y="22325"/>
                </a:lnTo>
                <a:lnTo>
                  <a:pt x="818320" y="21581"/>
                </a:lnTo>
                <a:lnTo>
                  <a:pt x="818017" y="20854"/>
                </a:lnTo>
                <a:lnTo>
                  <a:pt x="817695" y="20143"/>
                </a:lnTo>
                <a:lnTo>
                  <a:pt x="817355" y="19449"/>
                </a:lnTo>
                <a:lnTo>
                  <a:pt x="816996" y="18771"/>
                </a:lnTo>
                <a:lnTo>
                  <a:pt x="816619" y="18109"/>
                </a:lnTo>
                <a:lnTo>
                  <a:pt x="816224" y="17465"/>
                </a:lnTo>
                <a:lnTo>
                  <a:pt x="815810" y="16836"/>
                </a:lnTo>
                <a:lnTo>
                  <a:pt x="815378" y="16224"/>
                </a:lnTo>
                <a:lnTo>
                  <a:pt x="814930" y="15628"/>
                </a:lnTo>
                <a:lnTo>
                  <a:pt x="814469" y="15045"/>
                </a:lnTo>
                <a:lnTo>
                  <a:pt x="813995" y="14476"/>
                </a:lnTo>
                <a:lnTo>
                  <a:pt x="813508" y="13921"/>
                </a:lnTo>
                <a:lnTo>
                  <a:pt x="813007" y="13380"/>
                </a:lnTo>
                <a:lnTo>
                  <a:pt x="812494" y="12853"/>
                </a:lnTo>
                <a:lnTo>
                  <a:pt x="811967" y="12340"/>
                </a:lnTo>
                <a:lnTo>
                  <a:pt x="811427" y="11840"/>
                </a:lnTo>
                <a:lnTo>
                  <a:pt x="810874" y="11355"/>
                </a:lnTo>
                <a:lnTo>
                  <a:pt x="810308" y="10883"/>
                </a:lnTo>
                <a:lnTo>
                  <a:pt x="809729" y="10425"/>
                </a:lnTo>
                <a:lnTo>
                  <a:pt x="809136" y="9981"/>
                </a:lnTo>
                <a:lnTo>
                  <a:pt x="808531" y="9551"/>
                </a:lnTo>
                <a:lnTo>
                  <a:pt x="807912" y="9135"/>
                </a:lnTo>
                <a:lnTo>
                  <a:pt x="807280" y="8733"/>
                </a:lnTo>
                <a:lnTo>
                  <a:pt x="806636" y="8345"/>
                </a:lnTo>
                <a:lnTo>
                  <a:pt x="805978" y="7970"/>
                </a:lnTo>
                <a:lnTo>
                  <a:pt x="805306" y="7610"/>
                </a:lnTo>
                <a:lnTo>
                  <a:pt x="804622" y="7263"/>
                </a:lnTo>
                <a:lnTo>
                  <a:pt x="803925" y="6930"/>
                </a:lnTo>
                <a:lnTo>
                  <a:pt x="803214" y="6611"/>
                </a:lnTo>
                <a:lnTo>
                  <a:pt x="802490" y="6306"/>
                </a:lnTo>
                <a:lnTo>
                  <a:pt x="801753" y="6015"/>
                </a:lnTo>
                <a:lnTo>
                  <a:pt x="801003" y="5738"/>
                </a:lnTo>
                <a:lnTo>
                  <a:pt x="800243" y="5473"/>
                </a:lnTo>
                <a:lnTo>
                  <a:pt x="799473" y="5220"/>
                </a:lnTo>
                <a:lnTo>
                  <a:pt x="798695" y="4977"/>
                </a:lnTo>
                <a:lnTo>
                  <a:pt x="797908" y="4746"/>
                </a:lnTo>
                <a:lnTo>
                  <a:pt x="797112" y="4527"/>
                </a:lnTo>
                <a:lnTo>
                  <a:pt x="796308" y="4318"/>
                </a:lnTo>
                <a:lnTo>
                  <a:pt x="795495" y="4121"/>
                </a:lnTo>
                <a:lnTo>
                  <a:pt x="794674" y="3935"/>
                </a:lnTo>
                <a:lnTo>
                  <a:pt x="793844" y="3760"/>
                </a:lnTo>
                <a:lnTo>
                  <a:pt x="793005" y="3597"/>
                </a:lnTo>
                <a:lnTo>
                  <a:pt x="792158" y="3445"/>
                </a:lnTo>
                <a:lnTo>
                  <a:pt x="791302" y="3304"/>
                </a:lnTo>
                <a:lnTo>
                  <a:pt x="790437" y="3174"/>
                </a:lnTo>
                <a:lnTo>
                  <a:pt x="789564" y="3056"/>
                </a:lnTo>
                <a:lnTo>
                  <a:pt x="788681" y="2949"/>
                </a:lnTo>
                <a:lnTo>
                  <a:pt x="787791" y="2853"/>
                </a:lnTo>
                <a:lnTo>
                  <a:pt x="786891" y="2768"/>
                </a:lnTo>
                <a:lnTo>
                  <a:pt x="785983" y="2695"/>
                </a:lnTo>
                <a:lnTo>
                  <a:pt x="785067" y="2633"/>
                </a:lnTo>
                <a:lnTo>
                  <a:pt x="784142" y="2582"/>
                </a:lnTo>
                <a:lnTo>
                  <a:pt x="783208" y="2543"/>
                </a:lnTo>
                <a:lnTo>
                  <a:pt x="782265" y="2515"/>
                </a:lnTo>
                <a:lnTo>
                  <a:pt x="781314" y="2498"/>
                </a:lnTo>
                <a:lnTo>
                  <a:pt x="780354" y="2492"/>
                </a:lnTo>
                <a:lnTo>
                  <a:pt x="731044" y="2492"/>
                </a:lnTo>
                <a:lnTo>
                  <a:pt x="731044" y="122296"/>
                </a:lnTo>
                <a:lnTo>
                  <a:pt x="756055" y="122296"/>
                </a:lnTo>
                <a:lnTo>
                  <a:pt x="756055" y="76368"/>
                </a:lnTo>
                <a:lnTo>
                  <a:pt x="775547" y="76368"/>
                </a:lnTo>
                <a:lnTo>
                  <a:pt x="776121" y="76372"/>
                </a:lnTo>
                <a:close/>
                <a:moveTo>
                  <a:pt x="778893" y="23259"/>
                </a:moveTo>
                <a:lnTo>
                  <a:pt x="779526" y="23293"/>
                </a:lnTo>
                <a:lnTo>
                  <a:pt x="780149" y="23342"/>
                </a:lnTo>
                <a:lnTo>
                  <a:pt x="780760" y="23404"/>
                </a:lnTo>
                <a:lnTo>
                  <a:pt x="781361" y="23480"/>
                </a:lnTo>
                <a:lnTo>
                  <a:pt x="781950" y="23571"/>
                </a:lnTo>
                <a:lnTo>
                  <a:pt x="782529" y="23675"/>
                </a:lnTo>
                <a:lnTo>
                  <a:pt x="783098" y="23793"/>
                </a:lnTo>
                <a:lnTo>
                  <a:pt x="783655" y="23924"/>
                </a:lnTo>
                <a:lnTo>
                  <a:pt x="784202" y="24070"/>
                </a:lnTo>
                <a:lnTo>
                  <a:pt x="784737" y="24229"/>
                </a:lnTo>
                <a:lnTo>
                  <a:pt x="785262" y="24403"/>
                </a:lnTo>
                <a:lnTo>
                  <a:pt x="785776" y="24590"/>
                </a:lnTo>
                <a:lnTo>
                  <a:pt x="786280" y="24791"/>
                </a:lnTo>
                <a:lnTo>
                  <a:pt x="786772" y="25006"/>
                </a:lnTo>
                <a:lnTo>
                  <a:pt x="787254" y="25235"/>
                </a:lnTo>
                <a:lnTo>
                  <a:pt x="787725" y="25478"/>
                </a:lnTo>
                <a:lnTo>
                  <a:pt x="788185" y="25734"/>
                </a:lnTo>
                <a:lnTo>
                  <a:pt x="788634" y="26005"/>
                </a:lnTo>
                <a:lnTo>
                  <a:pt x="789072" y="26289"/>
                </a:lnTo>
                <a:lnTo>
                  <a:pt x="789500" y="26587"/>
                </a:lnTo>
                <a:lnTo>
                  <a:pt x="789917" y="26899"/>
                </a:lnTo>
                <a:lnTo>
                  <a:pt x="790323" y="27225"/>
                </a:lnTo>
                <a:lnTo>
                  <a:pt x="790715" y="27565"/>
                </a:lnTo>
                <a:lnTo>
                  <a:pt x="791090" y="27918"/>
                </a:lnTo>
                <a:lnTo>
                  <a:pt x="791449" y="28285"/>
                </a:lnTo>
                <a:lnTo>
                  <a:pt x="791791" y="28665"/>
                </a:lnTo>
                <a:lnTo>
                  <a:pt x="792117" y="29059"/>
                </a:lnTo>
                <a:lnTo>
                  <a:pt x="792425" y="29466"/>
                </a:lnTo>
                <a:lnTo>
                  <a:pt x="792717" y="29887"/>
                </a:lnTo>
                <a:lnTo>
                  <a:pt x="792993" y="30322"/>
                </a:lnTo>
                <a:lnTo>
                  <a:pt x="793251" y="30770"/>
                </a:lnTo>
                <a:lnTo>
                  <a:pt x="793493" y="31232"/>
                </a:lnTo>
                <a:lnTo>
                  <a:pt x="793719" y="31707"/>
                </a:lnTo>
                <a:lnTo>
                  <a:pt x="793927" y="32196"/>
                </a:lnTo>
                <a:lnTo>
                  <a:pt x="794119" y="32698"/>
                </a:lnTo>
                <a:lnTo>
                  <a:pt x="794294" y="33214"/>
                </a:lnTo>
                <a:lnTo>
                  <a:pt x="794453" y="33743"/>
                </a:lnTo>
                <a:lnTo>
                  <a:pt x="794595" y="34286"/>
                </a:lnTo>
                <a:lnTo>
                  <a:pt x="794720" y="34843"/>
                </a:lnTo>
                <a:lnTo>
                  <a:pt x="794829" y="35413"/>
                </a:lnTo>
                <a:lnTo>
                  <a:pt x="794920" y="35997"/>
                </a:lnTo>
                <a:lnTo>
                  <a:pt x="794995" y="36594"/>
                </a:lnTo>
                <a:lnTo>
                  <a:pt x="795054" y="37205"/>
                </a:lnTo>
                <a:lnTo>
                  <a:pt x="795096" y="37829"/>
                </a:lnTo>
                <a:lnTo>
                  <a:pt x="795121" y="38467"/>
                </a:lnTo>
                <a:lnTo>
                  <a:pt x="795129" y="39119"/>
                </a:lnTo>
                <a:lnTo>
                  <a:pt x="795125" y="39567"/>
                </a:lnTo>
                <a:lnTo>
                  <a:pt x="795113" y="40009"/>
                </a:lnTo>
                <a:lnTo>
                  <a:pt x="795093" y="40446"/>
                </a:lnTo>
                <a:lnTo>
                  <a:pt x="795065" y="40877"/>
                </a:lnTo>
                <a:lnTo>
                  <a:pt x="795028" y="41302"/>
                </a:lnTo>
                <a:lnTo>
                  <a:pt x="794984" y="41721"/>
                </a:lnTo>
                <a:lnTo>
                  <a:pt x="794932" y="42134"/>
                </a:lnTo>
                <a:lnTo>
                  <a:pt x="794872" y="42542"/>
                </a:lnTo>
                <a:lnTo>
                  <a:pt x="794803" y="42943"/>
                </a:lnTo>
                <a:lnTo>
                  <a:pt x="794727" y="43339"/>
                </a:lnTo>
                <a:lnTo>
                  <a:pt x="794643" y="43729"/>
                </a:lnTo>
                <a:lnTo>
                  <a:pt x="794550" y="44113"/>
                </a:lnTo>
                <a:lnTo>
                  <a:pt x="794450" y="44491"/>
                </a:lnTo>
                <a:lnTo>
                  <a:pt x="794341" y="44863"/>
                </a:lnTo>
                <a:lnTo>
                  <a:pt x="794225" y="45230"/>
                </a:lnTo>
                <a:lnTo>
                  <a:pt x="794100" y="45590"/>
                </a:lnTo>
                <a:lnTo>
                  <a:pt x="793968" y="45945"/>
                </a:lnTo>
                <a:lnTo>
                  <a:pt x="793827" y="46294"/>
                </a:lnTo>
                <a:lnTo>
                  <a:pt x="793679" y="46637"/>
                </a:lnTo>
                <a:lnTo>
                  <a:pt x="793522" y="46974"/>
                </a:lnTo>
                <a:lnTo>
                  <a:pt x="793357" y="47305"/>
                </a:lnTo>
                <a:lnTo>
                  <a:pt x="793184" y="47631"/>
                </a:lnTo>
                <a:lnTo>
                  <a:pt x="793004" y="47950"/>
                </a:lnTo>
                <a:lnTo>
                  <a:pt x="792815" y="48264"/>
                </a:lnTo>
                <a:lnTo>
                  <a:pt x="792619" y="48571"/>
                </a:lnTo>
                <a:lnTo>
                  <a:pt x="792416" y="48872"/>
                </a:lnTo>
                <a:lnTo>
                  <a:pt x="792206" y="49167"/>
                </a:lnTo>
                <a:lnTo>
                  <a:pt x="791990" y="49455"/>
                </a:lnTo>
                <a:lnTo>
                  <a:pt x="791767" y="49736"/>
                </a:lnTo>
                <a:lnTo>
                  <a:pt x="791538" y="50011"/>
                </a:lnTo>
                <a:lnTo>
                  <a:pt x="791302" y="50280"/>
                </a:lnTo>
                <a:lnTo>
                  <a:pt x="791059" y="50542"/>
                </a:lnTo>
                <a:lnTo>
                  <a:pt x="790810" y="50797"/>
                </a:lnTo>
                <a:lnTo>
                  <a:pt x="790554" y="51046"/>
                </a:lnTo>
                <a:lnTo>
                  <a:pt x="790291" y="51289"/>
                </a:lnTo>
                <a:lnTo>
                  <a:pt x="790022" y="51525"/>
                </a:lnTo>
                <a:lnTo>
                  <a:pt x="789746" y="51755"/>
                </a:lnTo>
                <a:lnTo>
                  <a:pt x="789464" y="51978"/>
                </a:lnTo>
                <a:lnTo>
                  <a:pt x="789175" y="52195"/>
                </a:lnTo>
                <a:lnTo>
                  <a:pt x="788879" y="52405"/>
                </a:lnTo>
                <a:lnTo>
                  <a:pt x="788576" y="52609"/>
                </a:lnTo>
                <a:lnTo>
                  <a:pt x="788267" y="52807"/>
                </a:lnTo>
                <a:lnTo>
                  <a:pt x="787951" y="52997"/>
                </a:lnTo>
                <a:lnTo>
                  <a:pt x="787629" y="53182"/>
                </a:lnTo>
                <a:lnTo>
                  <a:pt x="787300" y="53360"/>
                </a:lnTo>
                <a:lnTo>
                  <a:pt x="786964" y="53531"/>
                </a:lnTo>
                <a:lnTo>
                  <a:pt x="786622" y="53696"/>
                </a:lnTo>
                <a:lnTo>
                  <a:pt x="786273" y="53855"/>
                </a:lnTo>
                <a:lnTo>
                  <a:pt x="785918" y="54007"/>
                </a:lnTo>
                <a:lnTo>
                  <a:pt x="785557" y="54152"/>
                </a:lnTo>
                <a:lnTo>
                  <a:pt x="785190" y="54292"/>
                </a:lnTo>
                <a:lnTo>
                  <a:pt x="784818" y="54424"/>
                </a:lnTo>
                <a:lnTo>
                  <a:pt x="784440" y="54550"/>
                </a:lnTo>
                <a:lnTo>
                  <a:pt x="784056" y="54670"/>
                </a:lnTo>
                <a:lnTo>
                  <a:pt x="783666" y="54783"/>
                </a:lnTo>
                <a:lnTo>
                  <a:pt x="783271" y="54890"/>
                </a:lnTo>
                <a:lnTo>
                  <a:pt x="782870" y="54990"/>
                </a:lnTo>
                <a:lnTo>
                  <a:pt x="782464" y="55084"/>
                </a:lnTo>
                <a:lnTo>
                  <a:pt x="782051" y="55172"/>
                </a:lnTo>
                <a:lnTo>
                  <a:pt x="781633" y="55253"/>
                </a:lnTo>
                <a:lnTo>
                  <a:pt x="781209" y="55327"/>
                </a:lnTo>
                <a:lnTo>
                  <a:pt x="780780" y="55395"/>
                </a:lnTo>
                <a:lnTo>
                  <a:pt x="780345" y="55456"/>
                </a:lnTo>
                <a:lnTo>
                  <a:pt x="779904" y="55511"/>
                </a:lnTo>
                <a:lnTo>
                  <a:pt x="779457" y="55560"/>
                </a:lnTo>
                <a:lnTo>
                  <a:pt x="779005" y="55602"/>
                </a:lnTo>
                <a:lnTo>
                  <a:pt x="778547" y="55638"/>
                </a:lnTo>
                <a:lnTo>
                  <a:pt x="778083" y="55667"/>
                </a:lnTo>
                <a:lnTo>
                  <a:pt x="777613" y="55689"/>
                </a:lnTo>
                <a:lnTo>
                  <a:pt x="777138" y="55705"/>
                </a:lnTo>
                <a:lnTo>
                  <a:pt x="776657" y="55715"/>
                </a:lnTo>
                <a:lnTo>
                  <a:pt x="776170" y="55718"/>
                </a:lnTo>
                <a:lnTo>
                  <a:pt x="756055" y="55718"/>
                </a:lnTo>
                <a:lnTo>
                  <a:pt x="756055" y="23231"/>
                </a:lnTo>
                <a:lnTo>
                  <a:pt x="777595" y="23231"/>
                </a:lnTo>
                <a:lnTo>
                  <a:pt x="778249" y="23238"/>
                </a:lnTo>
                <a:lnTo>
                  <a:pt x="778893" y="23259"/>
                </a:lnTo>
                <a:close/>
                <a:moveTo>
                  <a:pt x="870775" y="35042"/>
                </a:moveTo>
                <a:lnTo>
                  <a:pt x="899613" y="84023"/>
                </a:lnTo>
                <a:lnTo>
                  <a:pt x="915012" y="84023"/>
                </a:lnTo>
                <a:lnTo>
                  <a:pt x="943227" y="34902"/>
                </a:lnTo>
                <a:lnTo>
                  <a:pt x="943227" y="122296"/>
                </a:lnTo>
                <a:lnTo>
                  <a:pt x="967882" y="122296"/>
                </a:lnTo>
                <a:lnTo>
                  <a:pt x="967882" y="2492"/>
                </a:lnTo>
                <a:lnTo>
                  <a:pt x="940201" y="2492"/>
                </a:lnTo>
                <a:lnTo>
                  <a:pt x="908122" y="57858"/>
                </a:lnTo>
                <a:lnTo>
                  <a:pt x="875582" y="2492"/>
                </a:lnTo>
                <a:lnTo>
                  <a:pt x="846832" y="2492"/>
                </a:lnTo>
                <a:lnTo>
                  <a:pt x="846832" y="122296"/>
                </a:lnTo>
                <a:lnTo>
                  <a:pt x="870775" y="122296"/>
                </a:lnTo>
                <a:lnTo>
                  <a:pt x="870775" y="35042"/>
                </a:lnTo>
                <a:close/>
                <a:moveTo>
                  <a:pt x="1045298" y="79544"/>
                </a:moveTo>
                <a:lnTo>
                  <a:pt x="1046266" y="79508"/>
                </a:lnTo>
                <a:lnTo>
                  <a:pt x="1047227" y="79457"/>
                </a:lnTo>
                <a:lnTo>
                  <a:pt x="1048181" y="79393"/>
                </a:lnTo>
                <a:lnTo>
                  <a:pt x="1049128" y="79314"/>
                </a:lnTo>
                <a:lnTo>
                  <a:pt x="1050067" y="79221"/>
                </a:lnTo>
                <a:lnTo>
                  <a:pt x="1050999" y="79113"/>
                </a:lnTo>
                <a:lnTo>
                  <a:pt x="1051924" y="78991"/>
                </a:lnTo>
                <a:lnTo>
                  <a:pt x="1052841" y="78855"/>
                </a:lnTo>
                <a:lnTo>
                  <a:pt x="1053752" y="78704"/>
                </a:lnTo>
                <a:lnTo>
                  <a:pt x="1054655" y="78539"/>
                </a:lnTo>
                <a:lnTo>
                  <a:pt x="1055550" y="78360"/>
                </a:lnTo>
                <a:lnTo>
                  <a:pt x="1056439" y="78166"/>
                </a:lnTo>
                <a:lnTo>
                  <a:pt x="1057320" y="77958"/>
                </a:lnTo>
                <a:lnTo>
                  <a:pt x="1058194" y="77735"/>
                </a:lnTo>
                <a:lnTo>
                  <a:pt x="1059060" y="77498"/>
                </a:lnTo>
                <a:lnTo>
                  <a:pt x="1059920" y="77247"/>
                </a:lnTo>
                <a:lnTo>
                  <a:pt x="1060772" y="76982"/>
                </a:lnTo>
                <a:lnTo>
                  <a:pt x="1061617" y="76702"/>
                </a:lnTo>
                <a:lnTo>
                  <a:pt x="1062454" y="76408"/>
                </a:lnTo>
                <a:lnTo>
                  <a:pt x="1063285" y="76099"/>
                </a:lnTo>
                <a:lnTo>
                  <a:pt x="1064108" y="75776"/>
                </a:lnTo>
                <a:lnTo>
                  <a:pt x="1064924" y="75439"/>
                </a:lnTo>
                <a:lnTo>
                  <a:pt x="1065729" y="75087"/>
                </a:lnTo>
                <a:lnTo>
                  <a:pt x="1066521" y="74719"/>
                </a:lnTo>
                <a:lnTo>
                  <a:pt x="1067298" y="74336"/>
                </a:lnTo>
                <a:lnTo>
                  <a:pt x="1068062" y="73938"/>
                </a:lnTo>
                <a:lnTo>
                  <a:pt x="1068813" y="73525"/>
                </a:lnTo>
                <a:lnTo>
                  <a:pt x="1069549" y="73096"/>
                </a:lnTo>
                <a:lnTo>
                  <a:pt x="1070272" y="72652"/>
                </a:lnTo>
                <a:lnTo>
                  <a:pt x="1070981" y="72193"/>
                </a:lnTo>
                <a:lnTo>
                  <a:pt x="1071676" y="71719"/>
                </a:lnTo>
                <a:lnTo>
                  <a:pt x="1072358" y="71229"/>
                </a:lnTo>
                <a:lnTo>
                  <a:pt x="1073026" y="70724"/>
                </a:lnTo>
                <a:lnTo>
                  <a:pt x="1073680" y="70204"/>
                </a:lnTo>
                <a:lnTo>
                  <a:pt x="1074320" y="69668"/>
                </a:lnTo>
                <a:lnTo>
                  <a:pt x="1074947" y="69117"/>
                </a:lnTo>
                <a:lnTo>
                  <a:pt x="1075559" y="68551"/>
                </a:lnTo>
                <a:lnTo>
                  <a:pt x="1076158" y="67970"/>
                </a:lnTo>
                <a:lnTo>
                  <a:pt x="1076744" y="67373"/>
                </a:lnTo>
                <a:lnTo>
                  <a:pt x="1077315" y="66761"/>
                </a:lnTo>
                <a:lnTo>
                  <a:pt x="1077873" y="66134"/>
                </a:lnTo>
                <a:lnTo>
                  <a:pt x="1078417" y="65492"/>
                </a:lnTo>
                <a:lnTo>
                  <a:pt x="1078947" y="64834"/>
                </a:lnTo>
                <a:lnTo>
                  <a:pt x="1079464" y="64161"/>
                </a:lnTo>
                <a:lnTo>
                  <a:pt x="1079966" y="63473"/>
                </a:lnTo>
                <a:lnTo>
                  <a:pt x="1080455" y="62769"/>
                </a:lnTo>
                <a:lnTo>
                  <a:pt x="1080928" y="62050"/>
                </a:lnTo>
                <a:lnTo>
                  <a:pt x="1081380" y="61316"/>
                </a:lnTo>
                <a:lnTo>
                  <a:pt x="1081811" y="60565"/>
                </a:lnTo>
                <a:lnTo>
                  <a:pt x="1082223" y="59799"/>
                </a:lnTo>
                <a:lnTo>
                  <a:pt x="1082615" y="59017"/>
                </a:lnTo>
                <a:lnTo>
                  <a:pt x="1082987" y="58219"/>
                </a:lnTo>
                <a:lnTo>
                  <a:pt x="1083338" y="57406"/>
                </a:lnTo>
                <a:lnTo>
                  <a:pt x="1083670" y="56576"/>
                </a:lnTo>
                <a:lnTo>
                  <a:pt x="1083981" y="55731"/>
                </a:lnTo>
                <a:lnTo>
                  <a:pt x="1084272" y="54871"/>
                </a:lnTo>
                <a:lnTo>
                  <a:pt x="1084543" y="53994"/>
                </a:lnTo>
                <a:lnTo>
                  <a:pt x="1084795" y="53102"/>
                </a:lnTo>
                <a:lnTo>
                  <a:pt x="1085026" y="52194"/>
                </a:lnTo>
                <a:lnTo>
                  <a:pt x="1085236" y="51270"/>
                </a:lnTo>
                <a:lnTo>
                  <a:pt x="1085427" y="50330"/>
                </a:lnTo>
                <a:lnTo>
                  <a:pt x="1085598" y="49375"/>
                </a:lnTo>
                <a:lnTo>
                  <a:pt x="1085749" y="48404"/>
                </a:lnTo>
                <a:lnTo>
                  <a:pt x="1085879" y="47417"/>
                </a:lnTo>
                <a:lnTo>
                  <a:pt x="1085990" y="46415"/>
                </a:lnTo>
                <a:lnTo>
                  <a:pt x="1086080" y="45396"/>
                </a:lnTo>
                <a:lnTo>
                  <a:pt x="1086151" y="44362"/>
                </a:lnTo>
                <a:lnTo>
                  <a:pt x="1086201" y="43313"/>
                </a:lnTo>
                <a:lnTo>
                  <a:pt x="1086231" y="42247"/>
                </a:lnTo>
                <a:lnTo>
                  <a:pt x="1086241" y="41166"/>
                </a:lnTo>
                <a:lnTo>
                  <a:pt x="1086231" y="40070"/>
                </a:lnTo>
                <a:lnTo>
                  <a:pt x="1086201" y="38990"/>
                </a:lnTo>
                <a:lnTo>
                  <a:pt x="1086151" y="37927"/>
                </a:lnTo>
                <a:lnTo>
                  <a:pt x="1086080" y="36881"/>
                </a:lnTo>
                <a:lnTo>
                  <a:pt x="1085990" y="35850"/>
                </a:lnTo>
                <a:lnTo>
                  <a:pt x="1085879" y="34836"/>
                </a:lnTo>
                <a:lnTo>
                  <a:pt x="1085749" y="33839"/>
                </a:lnTo>
                <a:lnTo>
                  <a:pt x="1085598" y="32858"/>
                </a:lnTo>
                <a:lnTo>
                  <a:pt x="1085427" y="31893"/>
                </a:lnTo>
                <a:lnTo>
                  <a:pt x="1085236" y="30944"/>
                </a:lnTo>
                <a:lnTo>
                  <a:pt x="1085026" y="30012"/>
                </a:lnTo>
                <a:lnTo>
                  <a:pt x="1084795" y="29096"/>
                </a:lnTo>
                <a:lnTo>
                  <a:pt x="1084543" y="28197"/>
                </a:lnTo>
                <a:lnTo>
                  <a:pt x="1084272" y="27314"/>
                </a:lnTo>
                <a:lnTo>
                  <a:pt x="1083981" y="26447"/>
                </a:lnTo>
                <a:lnTo>
                  <a:pt x="1083670" y="25597"/>
                </a:lnTo>
                <a:lnTo>
                  <a:pt x="1083338" y="24763"/>
                </a:lnTo>
                <a:lnTo>
                  <a:pt x="1082987" y="23945"/>
                </a:lnTo>
                <a:lnTo>
                  <a:pt x="1082615" y="23144"/>
                </a:lnTo>
                <a:lnTo>
                  <a:pt x="1082223" y="22360"/>
                </a:lnTo>
                <a:lnTo>
                  <a:pt x="1081811" y="21591"/>
                </a:lnTo>
                <a:lnTo>
                  <a:pt x="1081380" y="20839"/>
                </a:lnTo>
                <a:lnTo>
                  <a:pt x="1080928" y="20103"/>
                </a:lnTo>
                <a:lnTo>
                  <a:pt x="1080455" y="19384"/>
                </a:lnTo>
                <a:lnTo>
                  <a:pt x="1079966" y="18680"/>
                </a:lnTo>
                <a:lnTo>
                  <a:pt x="1079464" y="17992"/>
                </a:lnTo>
                <a:lnTo>
                  <a:pt x="1078947" y="17319"/>
                </a:lnTo>
                <a:lnTo>
                  <a:pt x="1078417" y="16661"/>
                </a:lnTo>
                <a:lnTo>
                  <a:pt x="1077873" y="16017"/>
                </a:lnTo>
                <a:lnTo>
                  <a:pt x="1077315" y="15390"/>
                </a:lnTo>
                <a:lnTo>
                  <a:pt x="1076744" y="14777"/>
                </a:lnTo>
                <a:lnTo>
                  <a:pt x="1076158" y="14179"/>
                </a:lnTo>
                <a:lnTo>
                  <a:pt x="1075559" y="13596"/>
                </a:lnTo>
                <a:lnTo>
                  <a:pt x="1074947" y="13029"/>
                </a:lnTo>
                <a:lnTo>
                  <a:pt x="1074320" y="12477"/>
                </a:lnTo>
                <a:lnTo>
                  <a:pt x="1073680" y="11939"/>
                </a:lnTo>
                <a:lnTo>
                  <a:pt x="1073026" y="11417"/>
                </a:lnTo>
                <a:lnTo>
                  <a:pt x="1072358" y="10910"/>
                </a:lnTo>
                <a:lnTo>
                  <a:pt x="1071676" y="10419"/>
                </a:lnTo>
                <a:lnTo>
                  <a:pt x="1070981" y="9942"/>
                </a:lnTo>
                <a:lnTo>
                  <a:pt x="1070272" y="9480"/>
                </a:lnTo>
                <a:lnTo>
                  <a:pt x="1069549" y="9034"/>
                </a:lnTo>
                <a:lnTo>
                  <a:pt x="1068813" y="8603"/>
                </a:lnTo>
                <a:lnTo>
                  <a:pt x="1068062" y="8186"/>
                </a:lnTo>
                <a:lnTo>
                  <a:pt x="1067298" y="7785"/>
                </a:lnTo>
                <a:lnTo>
                  <a:pt x="1066521" y="7399"/>
                </a:lnTo>
                <a:lnTo>
                  <a:pt x="1065729" y="7028"/>
                </a:lnTo>
                <a:lnTo>
                  <a:pt x="1064924" y="6673"/>
                </a:lnTo>
                <a:lnTo>
                  <a:pt x="1064108" y="6332"/>
                </a:lnTo>
                <a:lnTo>
                  <a:pt x="1063285" y="6005"/>
                </a:lnTo>
                <a:lnTo>
                  <a:pt x="1062454" y="5693"/>
                </a:lnTo>
                <a:lnTo>
                  <a:pt x="1061617" y="5395"/>
                </a:lnTo>
                <a:lnTo>
                  <a:pt x="1060772" y="5112"/>
                </a:lnTo>
                <a:lnTo>
                  <a:pt x="1059920" y="4844"/>
                </a:lnTo>
                <a:lnTo>
                  <a:pt x="1059060" y="4590"/>
                </a:lnTo>
                <a:lnTo>
                  <a:pt x="1058194" y="4350"/>
                </a:lnTo>
                <a:lnTo>
                  <a:pt x="1057320" y="4125"/>
                </a:lnTo>
                <a:lnTo>
                  <a:pt x="1056439" y="3915"/>
                </a:lnTo>
                <a:lnTo>
                  <a:pt x="1055550" y="3719"/>
                </a:lnTo>
                <a:lnTo>
                  <a:pt x="1054655" y="3537"/>
                </a:lnTo>
                <a:lnTo>
                  <a:pt x="1053752" y="3370"/>
                </a:lnTo>
                <a:lnTo>
                  <a:pt x="1052841" y="3218"/>
                </a:lnTo>
                <a:lnTo>
                  <a:pt x="1051924" y="3080"/>
                </a:lnTo>
                <a:lnTo>
                  <a:pt x="1050999" y="2957"/>
                </a:lnTo>
                <a:lnTo>
                  <a:pt x="1050067" y="2848"/>
                </a:lnTo>
                <a:lnTo>
                  <a:pt x="1049128" y="2753"/>
                </a:lnTo>
                <a:lnTo>
                  <a:pt x="1048181" y="2674"/>
                </a:lnTo>
                <a:lnTo>
                  <a:pt x="1047227" y="2608"/>
                </a:lnTo>
                <a:lnTo>
                  <a:pt x="1046266" y="2558"/>
                </a:lnTo>
                <a:lnTo>
                  <a:pt x="1045298" y="2521"/>
                </a:lnTo>
                <a:lnTo>
                  <a:pt x="1044322" y="2499"/>
                </a:lnTo>
                <a:lnTo>
                  <a:pt x="1043340" y="2492"/>
                </a:lnTo>
                <a:lnTo>
                  <a:pt x="996344" y="2492"/>
                </a:lnTo>
                <a:lnTo>
                  <a:pt x="996344" y="122296"/>
                </a:lnTo>
                <a:lnTo>
                  <a:pt x="1021355" y="122296"/>
                </a:lnTo>
                <a:lnTo>
                  <a:pt x="1021355" y="79572"/>
                </a:lnTo>
                <a:lnTo>
                  <a:pt x="1043340" y="79572"/>
                </a:lnTo>
                <a:lnTo>
                  <a:pt x="1044322" y="79565"/>
                </a:lnTo>
                <a:lnTo>
                  <a:pt x="1045298" y="79544"/>
                </a:lnTo>
                <a:close/>
                <a:moveTo>
                  <a:pt x="1043093" y="22768"/>
                </a:moveTo>
                <a:lnTo>
                  <a:pt x="1043762" y="22823"/>
                </a:lnTo>
                <a:lnTo>
                  <a:pt x="1044421" y="22893"/>
                </a:lnTo>
                <a:lnTo>
                  <a:pt x="1045070" y="22980"/>
                </a:lnTo>
                <a:lnTo>
                  <a:pt x="1045708" y="23082"/>
                </a:lnTo>
                <a:lnTo>
                  <a:pt x="1046336" y="23200"/>
                </a:lnTo>
                <a:lnTo>
                  <a:pt x="1046954" y="23334"/>
                </a:lnTo>
                <a:lnTo>
                  <a:pt x="1047562" y="23483"/>
                </a:lnTo>
                <a:lnTo>
                  <a:pt x="1048159" y="23648"/>
                </a:lnTo>
                <a:lnTo>
                  <a:pt x="1048747" y="23829"/>
                </a:lnTo>
                <a:lnTo>
                  <a:pt x="1049324" y="24025"/>
                </a:lnTo>
                <a:lnTo>
                  <a:pt x="1049891" y="24238"/>
                </a:lnTo>
                <a:lnTo>
                  <a:pt x="1050448" y="24466"/>
                </a:lnTo>
                <a:lnTo>
                  <a:pt x="1050994" y="24709"/>
                </a:lnTo>
                <a:lnTo>
                  <a:pt x="1051530" y="24969"/>
                </a:lnTo>
                <a:lnTo>
                  <a:pt x="1052057" y="25244"/>
                </a:lnTo>
                <a:lnTo>
                  <a:pt x="1052573" y="25535"/>
                </a:lnTo>
                <a:lnTo>
                  <a:pt x="1053078" y="25841"/>
                </a:lnTo>
                <a:lnTo>
                  <a:pt x="1053574" y="26164"/>
                </a:lnTo>
                <a:lnTo>
                  <a:pt x="1054059" y="26502"/>
                </a:lnTo>
                <a:lnTo>
                  <a:pt x="1054534" y="26856"/>
                </a:lnTo>
                <a:lnTo>
                  <a:pt x="1054999" y="27225"/>
                </a:lnTo>
                <a:lnTo>
                  <a:pt x="1055450" y="27611"/>
                </a:lnTo>
                <a:lnTo>
                  <a:pt x="1055881" y="28014"/>
                </a:lnTo>
                <a:lnTo>
                  <a:pt x="1056293" y="28433"/>
                </a:lnTo>
                <a:lnTo>
                  <a:pt x="1056686" y="28870"/>
                </a:lnTo>
                <a:lnTo>
                  <a:pt x="1057059" y="29324"/>
                </a:lnTo>
                <a:lnTo>
                  <a:pt x="1057414" y="29794"/>
                </a:lnTo>
                <a:lnTo>
                  <a:pt x="1057749" y="30282"/>
                </a:lnTo>
                <a:lnTo>
                  <a:pt x="1058065" y="30787"/>
                </a:lnTo>
                <a:lnTo>
                  <a:pt x="1058362" y="31308"/>
                </a:lnTo>
                <a:lnTo>
                  <a:pt x="1058640" y="31847"/>
                </a:lnTo>
                <a:lnTo>
                  <a:pt x="1058899" y="32402"/>
                </a:lnTo>
                <a:lnTo>
                  <a:pt x="1059138" y="32974"/>
                </a:lnTo>
                <a:lnTo>
                  <a:pt x="1059359" y="33564"/>
                </a:lnTo>
                <a:lnTo>
                  <a:pt x="1059560" y="34170"/>
                </a:lnTo>
                <a:lnTo>
                  <a:pt x="1059742" y="34793"/>
                </a:lnTo>
                <a:lnTo>
                  <a:pt x="1059905" y="35433"/>
                </a:lnTo>
                <a:lnTo>
                  <a:pt x="1060048" y="36091"/>
                </a:lnTo>
                <a:lnTo>
                  <a:pt x="1060173" y="36765"/>
                </a:lnTo>
                <a:lnTo>
                  <a:pt x="1060278" y="37456"/>
                </a:lnTo>
                <a:lnTo>
                  <a:pt x="1060365" y="38164"/>
                </a:lnTo>
                <a:lnTo>
                  <a:pt x="1060432" y="38889"/>
                </a:lnTo>
                <a:lnTo>
                  <a:pt x="1060480" y="39631"/>
                </a:lnTo>
                <a:lnTo>
                  <a:pt x="1060508" y="40390"/>
                </a:lnTo>
                <a:lnTo>
                  <a:pt x="1060518" y="41166"/>
                </a:lnTo>
                <a:lnTo>
                  <a:pt x="1060509" y="41913"/>
                </a:lnTo>
                <a:lnTo>
                  <a:pt x="1060480" y="42644"/>
                </a:lnTo>
                <a:lnTo>
                  <a:pt x="1060434" y="43361"/>
                </a:lnTo>
                <a:lnTo>
                  <a:pt x="1060368" y="44061"/>
                </a:lnTo>
                <a:lnTo>
                  <a:pt x="1060284" y="44747"/>
                </a:lnTo>
                <a:lnTo>
                  <a:pt x="1060181" y="45417"/>
                </a:lnTo>
                <a:lnTo>
                  <a:pt x="1060060" y="46071"/>
                </a:lnTo>
                <a:lnTo>
                  <a:pt x="1059920" y="46710"/>
                </a:lnTo>
                <a:lnTo>
                  <a:pt x="1059761" y="47334"/>
                </a:lnTo>
                <a:lnTo>
                  <a:pt x="1059583" y="47942"/>
                </a:lnTo>
                <a:lnTo>
                  <a:pt x="1059387" y="48535"/>
                </a:lnTo>
                <a:lnTo>
                  <a:pt x="1059172" y="49112"/>
                </a:lnTo>
                <a:lnTo>
                  <a:pt x="1058938" y="49674"/>
                </a:lnTo>
                <a:lnTo>
                  <a:pt x="1058686" y="50221"/>
                </a:lnTo>
                <a:lnTo>
                  <a:pt x="1058414" y="50752"/>
                </a:lnTo>
                <a:lnTo>
                  <a:pt x="1058125" y="51268"/>
                </a:lnTo>
                <a:lnTo>
                  <a:pt x="1057816" y="51768"/>
                </a:lnTo>
                <a:lnTo>
                  <a:pt x="1057489" y="52253"/>
                </a:lnTo>
                <a:lnTo>
                  <a:pt x="1057143" y="52723"/>
                </a:lnTo>
                <a:lnTo>
                  <a:pt x="1056778" y="53177"/>
                </a:lnTo>
                <a:lnTo>
                  <a:pt x="1056395" y="53616"/>
                </a:lnTo>
                <a:lnTo>
                  <a:pt x="1055993" y="54039"/>
                </a:lnTo>
                <a:lnTo>
                  <a:pt x="1055572" y="54447"/>
                </a:lnTo>
                <a:lnTo>
                  <a:pt x="1055133" y="54839"/>
                </a:lnTo>
                <a:lnTo>
                  <a:pt x="1054678" y="55216"/>
                </a:lnTo>
                <a:lnTo>
                  <a:pt x="1054212" y="55577"/>
                </a:lnTo>
                <a:lnTo>
                  <a:pt x="1053735" y="55922"/>
                </a:lnTo>
                <a:lnTo>
                  <a:pt x="1053245" y="56250"/>
                </a:lnTo>
                <a:lnTo>
                  <a:pt x="1052744" y="56563"/>
                </a:lnTo>
                <a:lnTo>
                  <a:pt x="1052232" y="56859"/>
                </a:lnTo>
                <a:lnTo>
                  <a:pt x="1051708" y="57140"/>
                </a:lnTo>
                <a:lnTo>
                  <a:pt x="1051172" y="57405"/>
                </a:lnTo>
                <a:lnTo>
                  <a:pt x="1050625" y="57653"/>
                </a:lnTo>
                <a:lnTo>
                  <a:pt x="1050066" y="57886"/>
                </a:lnTo>
                <a:lnTo>
                  <a:pt x="1049496" y="58102"/>
                </a:lnTo>
                <a:lnTo>
                  <a:pt x="1048914" y="58302"/>
                </a:lnTo>
                <a:lnTo>
                  <a:pt x="1048320" y="58487"/>
                </a:lnTo>
                <a:lnTo>
                  <a:pt x="1047715" y="58655"/>
                </a:lnTo>
                <a:lnTo>
                  <a:pt x="1047098" y="58807"/>
                </a:lnTo>
                <a:lnTo>
                  <a:pt x="1046470" y="58944"/>
                </a:lnTo>
                <a:lnTo>
                  <a:pt x="1045830" y="59064"/>
                </a:lnTo>
                <a:lnTo>
                  <a:pt x="1045178" y="59168"/>
                </a:lnTo>
                <a:lnTo>
                  <a:pt x="1044515" y="59256"/>
                </a:lnTo>
                <a:lnTo>
                  <a:pt x="1043840" y="59328"/>
                </a:lnTo>
                <a:lnTo>
                  <a:pt x="1043154" y="59385"/>
                </a:lnTo>
                <a:lnTo>
                  <a:pt x="1042456" y="59425"/>
                </a:lnTo>
                <a:lnTo>
                  <a:pt x="1041746" y="59449"/>
                </a:lnTo>
                <a:lnTo>
                  <a:pt x="1041025" y="59457"/>
                </a:lnTo>
                <a:lnTo>
                  <a:pt x="1021355" y="59457"/>
                </a:lnTo>
                <a:lnTo>
                  <a:pt x="1021355" y="22697"/>
                </a:lnTo>
                <a:lnTo>
                  <a:pt x="1041025" y="22697"/>
                </a:lnTo>
                <a:lnTo>
                  <a:pt x="1041725" y="22705"/>
                </a:lnTo>
                <a:lnTo>
                  <a:pt x="1042414" y="22728"/>
                </a:lnTo>
                <a:lnTo>
                  <a:pt x="1043093" y="22768"/>
                </a:lnTo>
                <a:close/>
                <a:moveTo>
                  <a:pt x="710178" y="149276"/>
                </a:moveTo>
                <a:lnTo>
                  <a:pt x="709492" y="147870"/>
                </a:lnTo>
                <a:lnTo>
                  <a:pt x="708818" y="146457"/>
                </a:lnTo>
                <a:lnTo>
                  <a:pt x="708156" y="145037"/>
                </a:lnTo>
                <a:lnTo>
                  <a:pt x="707505" y="143609"/>
                </a:lnTo>
                <a:lnTo>
                  <a:pt x="706866" y="142174"/>
                </a:lnTo>
                <a:lnTo>
                  <a:pt x="706239" y="140731"/>
                </a:lnTo>
                <a:lnTo>
                  <a:pt x="705624" y="139281"/>
                </a:lnTo>
                <a:lnTo>
                  <a:pt x="705020" y="137824"/>
                </a:lnTo>
                <a:lnTo>
                  <a:pt x="704429" y="136359"/>
                </a:lnTo>
                <a:lnTo>
                  <a:pt x="703849" y="134886"/>
                </a:lnTo>
                <a:lnTo>
                  <a:pt x="703280" y="133407"/>
                </a:lnTo>
                <a:lnTo>
                  <a:pt x="702724" y="131920"/>
                </a:lnTo>
                <a:lnTo>
                  <a:pt x="702179" y="130425"/>
                </a:lnTo>
                <a:lnTo>
                  <a:pt x="701646" y="128923"/>
                </a:lnTo>
                <a:lnTo>
                  <a:pt x="701124" y="127414"/>
                </a:lnTo>
                <a:lnTo>
                  <a:pt x="700615" y="125897"/>
                </a:lnTo>
                <a:lnTo>
                  <a:pt x="700117" y="124372"/>
                </a:lnTo>
                <a:lnTo>
                  <a:pt x="699631" y="122841"/>
                </a:lnTo>
                <a:lnTo>
                  <a:pt x="699156" y="121302"/>
                </a:lnTo>
                <a:lnTo>
                  <a:pt x="698694" y="119755"/>
                </a:lnTo>
                <a:lnTo>
                  <a:pt x="698243" y="118201"/>
                </a:lnTo>
                <a:lnTo>
                  <a:pt x="697807" y="116643"/>
                </a:lnTo>
                <a:lnTo>
                  <a:pt x="697390" y="115082"/>
                </a:lnTo>
                <a:lnTo>
                  <a:pt x="696991" y="113519"/>
                </a:lnTo>
                <a:lnTo>
                  <a:pt x="696611" y="111954"/>
                </a:lnTo>
                <a:lnTo>
                  <a:pt x="696249" y="110386"/>
                </a:lnTo>
                <a:lnTo>
                  <a:pt x="695906" y="108817"/>
                </a:lnTo>
                <a:lnTo>
                  <a:pt x="695582" y="107245"/>
                </a:lnTo>
                <a:lnTo>
                  <a:pt x="695276" y="105671"/>
                </a:lnTo>
                <a:lnTo>
                  <a:pt x="694988" y="104095"/>
                </a:lnTo>
                <a:lnTo>
                  <a:pt x="694719" y="102517"/>
                </a:lnTo>
                <a:lnTo>
                  <a:pt x="694469" y="100937"/>
                </a:lnTo>
                <a:lnTo>
                  <a:pt x="694237" y="99354"/>
                </a:lnTo>
                <a:lnTo>
                  <a:pt x="694024" y="97769"/>
                </a:lnTo>
                <a:lnTo>
                  <a:pt x="693829" y="96183"/>
                </a:lnTo>
                <a:lnTo>
                  <a:pt x="693653" y="94594"/>
                </a:lnTo>
                <a:lnTo>
                  <a:pt x="693496" y="93002"/>
                </a:lnTo>
                <a:lnTo>
                  <a:pt x="693357" y="91409"/>
                </a:lnTo>
                <a:lnTo>
                  <a:pt x="693236" y="89814"/>
                </a:lnTo>
                <a:lnTo>
                  <a:pt x="693134" y="88216"/>
                </a:lnTo>
                <a:lnTo>
                  <a:pt x="693051" y="86616"/>
                </a:lnTo>
                <a:lnTo>
                  <a:pt x="692986" y="85014"/>
                </a:lnTo>
                <a:lnTo>
                  <a:pt x="692939" y="83410"/>
                </a:lnTo>
                <a:lnTo>
                  <a:pt x="692912" y="81804"/>
                </a:lnTo>
                <a:lnTo>
                  <a:pt x="692902" y="80195"/>
                </a:lnTo>
                <a:lnTo>
                  <a:pt x="692911" y="78483"/>
                </a:lnTo>
                <a:lnTo>
                  <a:pt x="692937" y="76773"/>
                </a:lnTo>
                <a:lnTo>
                  <a:pt x="692979" y="75066"/>
                </a:lnTo>
                <a:lnTo>
                  <a:pt x="693039" y="73360"/>
                </a:lnTo>
                <a:lnTo>
                  <a:pt x="693117" y="71657"/>
                </a:lnTo>
                <a:lnTo>
                  <a:pt x="693211" y="69957"/>
                </a:lnTo>
                <a:lnTo>
                  <a:pt x="693322" y="68258"/>
                </a:lnTo>
                <a:lnTo>
                  <a:pt x="693451" y="66562"/>
                </a:lnTo>
                <a:lnTo>
                  <a:pt x="693597" y="64869"/>
                </a:lnTo>
                <a:lnTo>
                  <a:pt x="693760" y="63177"/>
                </a:lnTo>
                <a:lnTo>
                  <a:pt x="693940" y="61488"/>
                </a:lnTo>
                <a:lnTo>
                  <a:pt x="694137" y="59802"/>
                </a:lnTo>
                <a:lnTo>
                  <a:pt x="694352" y="58117"/>
                </a:lnTo>
                <a:lnTo>
                  <a:pt x="694583" y="56435"/>
                </a:lnTo>
                <a:lnTo>
                  <a:pt x="694832" y="54755"/>
                </a:lnTo>
                <a:lnTo>
                  <a:pt x="695098" y="53078"/>
                </a:lnTo>
                <a:lnTo>
                  <a:pt x="695381" y="51403"/>
                </a:lnTo>
                <a:lnTo>
                  <a:pt x="695681" y="49730"/>
                </a:lnTo>
                <a:lnTo>
                  <a:pt x="695998" y="48059"/>
                </a:lnTo>
                <a:lnTo>
                  <a:pt x="696333" y="46391"/>
                </a:lnTo>
                <a:lnTo>
                  <a:pt x="696684" y="44725"/>
                </a:lnTo>
                <a:lnTo>
                  <a:pt x="697053" y="43062"/>
                </a:lnTo>
                <a:lnTo>
                  <a:pt x="697439" y="41401"/>
                </a:lnTo>
                <a:lnTo>
                  <a:pt x="697842" y="39742"/>
                </a:lnTo>
                <a:lnTo>
                  <a:pt x="698262" y="38087"/>
                </a:lnTo>
                <a:lnTo>
                  <a:pt x="698697" y="36439"/>
                </a:lnTo>
                <a:lnTo>
                  <a:pt x="699149" y="34797"/>
                </a:lnTo>
                <a:lnTo>
                  <a:pt x="699616" y="33161"/>
                </a:lnTo>
                <a:lnTo>
                  <a:pt x="700099" y="31532"/>
                </a:lnTo>
                <a:lnTo>
                  <a:pt x="700599" y="29909"/>
                </a:lnTo>
                <a:lnTo>
                  <a:pt x="701114" y="28293"/>
                </a:lnTo>
                <a:lnTo>
                  <a:pt x="701645" y="26682"/>
                </a:lnTo>
                <a:lnTo>
                  <a:pt x="702192" y="25078"/>
                </a:lnTo>
                <a:lnTo>
                  <a:pt x="702755" y="23481"/>
                </a:lnTo>
                <a:lnTo>
                  <a:pt x="703333" y="21890"/>
                </a:lnTo>
                <a:lnTo>
                  <a:pt x="703928" y="20305"/>
                </a:lnTo>
                <a:lnTo>
                  <a:pt x="704539" y="18726"/>
                </a:lnTo>
                <a:lnTo>
                  <a:pt x="705165" y="17154"/>
                </a:lnTo>
                <a:lnTo>
                  <a:pt x="705808" y="15588"/>
                </a:lnTo>
                <a:lnTo>
                  <a:pt x="706466" y="14028"/>
                </a:lnTo>
                <a:lnTo>
                  <a:pt x="707140" y="12475"/>
                </a:lnTo>
                <a:lnTo>
                  <a:pt x="707830" y="10928"/>
                </a:lnTo>
                <a:lnTo>
                  <a:pt x="708537" y="9388"/>
                </a:lnTo>
                <a:lnTo>
                  <a:pt x="709259" y="7854"/>
                </a:lnTo>
                <a:lnTo>
                  <a:pt x="709996" y="6326"/>
                </a:lnTo>
                <a:lnTo>
                  <a:pt x="710750" y="4804"/>
                </a:lnTo>
                <a:lnTo>
                  <a:pt x="711520" y="3289"/>
                </a:lnTo>
                <a:lnTo>
                  <a:pt x="712306" y="1780"/>
                </a:lnTo>
                <a:lnTo>
                  <a:pt x="692457" y="1780"/>
                </a:lnTo>
                <a:lnTo>
                  <a:pt x="691853" y="2869"/>
                </a:lnTo>
                <a:lnTo>
                  <a:pt x="691258" y="3955"/>
                </a:lnTo>
                <a:lnTo>
                  <a:pt x="690672" y="5037"/>
                </a:lnTo>
                <a:lnTo>
                  <a:pt x="690094" y="6117"/>
                </a:lnTo>
                <a:lnTo>
                  <a:pt x="689524" y="7193"/>
                </a:lnTo>
                <a:lnTo>
                  <a:pt x="688964" y="8267"/>
                </a:lnTo>
                <a:lnTo>
                  <a:pt x="688412" y="9337"/>
                </a:lnTo>
                <a:lnTo>
                  <a:pt x="687868" y="10404"/>
                </a:lnTo>
                <a:lnTo>
                  <a:pt x="687334" y="11468"/>
                </a:lnTo>
                <a:lnTo>
                  <a:pt x="686808" y="12529"/>
                </a:lnTo>
                <a:lnTo>
                  <a:pt x="686290" y="13587"/>
                </a:lnTo>
                <a:lnTo>
                  <a:pt x="685782" y="14642"/>
                </a:lnTo>
                <a:lnTo>
                  <a:pt x="685282" y="15693"/>
                </a:lnTo>
                <a:lnTo>
                  <a:pt x="684790" y="16742"/>
                </a:lnTo>
                <a:lnTo>
                  <a:pt x="684308" y="17787"/>
                </a:lnTo>
                <a:lnTo>
                  <a:pt x="683833" y="18830"/>
                </a:lnTo>
                <a:lnTo>
                  <a:pt x="683368" y="19869"/>
                </a:lnTo>
                <a:lnTo>
                  <a:pt x="682911" y="20906"/>
                </a:lnTo>
                <a:lnTo>
                  <a:pt x="682463" y="21939"/>
                </a:lnTo>
                <a:lnTo>
                  <a:pt x="682024" y="22969"/>
                </a:lnTo>
                <a:lnTo>
                  <a:pt x="681593" y="23996"/>
                </a:lnTo>
                <a:lnTo>
                  <a:pt x="681171" y="25020"/>
                </a:lnTo>
                <a:lnTo>
                  <a:pt x="680757" y="26040"/>
                </a:lnTo>
                <a:lnTo>
                  <a:pt x="680352" y="27058"/>
                </a:lnTo>
                <a:lnTo>
                  <a:pt x="679956" y="28075"/>
                </a:lnTo>
                <a:lnTo>
                  <a:pt x="679568" y="29094"/>
                </a:lnTo>
                <a:lnTo>
                  <a:pt x="679189" y="30114"/>
                </a:lnTo>
                <a:lnTo>
                  <a:pt x="678818" y="31135"/>
                </a:lnTo>
                <a:lnTo>
                  <a:pt x="678456" y="32158"/>
                </a:lnTo>
                <a:lnTo>
                  <a:pt x="678102" y="33183"/>
                </a:lnTo>
                <a:lnTo>
                  <a:pt x="677757" y="34209"/>
                </a:lnTo>
                <a:lnTo>
                  <a:pt x="677420" y="35237"/>
                </a:lnTo>
                <a:lnTo>
                  <a:pt x="677092" y="36266"/>
                </a:lnTo>
                <a:lnTo>
                  <a:pt x="676772" y="37297"/>
                </a:lnTo>
                <a:lnTo>
                  <a:pt x="676461" y="38329"/>
                </a:lnTo>
                <a:lnTo>
                  <a:pt x="676158" y="39363"/>
                </a:lnTo>
                <a:lnTo>
                  <a:pt x="675864" y="40399"/>
                </a:lnTo>
                <a:lnTo>
                  <a:pt x="675578" y="41436"/>
                </a:lnTo>
                <a:lnTo>
                  <a:pt x="675300" y="42474"/>
                </a:lnTo>
                <a:lnTo>
                  <a:pt x="675032" y="43515"/>
                </a:lnTo>
                <a:lnTo>
                  <a:pt x="674771" y="44556"/>
                </a:lnTo>
                <a:lnTo>
                  <a:pt x="674520" y="45599"/>
                </a:lnTo>
                <a:lnTo>
                  <a:pt x="674276" y="46644"/>
                </a:lnTo>
                <a:lnTo>
                  <a:pt x="674041" y="47690"/>
                </a:lnTo>
                <a:lnTo>
                  <a:pt x="673815" y="48738"/>
                </a:lnTo>
                <a:lnTo>
                  <a:pt x="673597" y="49788"/>
                </a:lnTo>
                <a:lnTo>
                  <a:pt x="673388" y="50839"/>
                </a:lnTo>
                <a:lnTo>
                  <a:pt x="673187" y="51891"/>
                </a:lnTo>
                <a:lnTo>
                  <a:pt x="672995" y="52948"/>
                </a:lnTo>
                <a:lnTo>
                  <a:pt x="672810" y="54012"/>
                </a:lnTo>
                <a:lnTo>
                  <a:pt x="672634" y="55083"/>
                </a:lnTo>
                <a:lnTo>
                  <a:pt x="672466" y="56161"/>
                </a:lnTo>
                <a:lnTo>
                  <a:pt x="672307" y="57246"/>
                </a:lnTo>
                <a:lnTo>
                  <a:pt x="672155" y="58339"/>
                </a:lnTo>
                <a:lnTo>
                  <a:pt x="672012" y="59438"/>
                </a:lnTo>
                <a:lnTo>
                  <a:pt x="671877" y="60545"/>
                </a:lnTo>
                <a:lnTo>
                  <a:pt x="671750" y="61658"/>
                </a:lnTo>
                <a:lnTo>
                  <a:pt x="671631" y="62779"/>
                </a:lnTo>
                <a:lnTo>
                  <a:pt x="671521" y="63907"/>
                </a:lnTo>
                <a:lnTo>
                  <a:pt x="671418" y="65042"/>
                </a:lnTo>
                <a:lnTo>
                  <a:pt x="671324" y="66184"/>
                </a:lnTo>
                <a:lnTo>
                  <a:pt x="671238" y="67333"/>
                </a:lnTo>
                <a:lnTo>
                  <a:pt x="671160" y="68490"/>
                </a:lnTo>
                <a:lnTo>
                  <a:pt x="671091" y="69653"/>
                </a:lnTo>
                <a:lnTo>
                  <a:pt x="671029" y="70823"/>
                </a:lnTo>
                <a:lnTo>
                  <a:pt x="670976" y="72001"/>
                </a:lnTo>
                <a:lnTo>
                  <a:pt x="670931" y="73186"/>
                </a:lnTo>
                <a:lnTo>
                  <a:pt x="670894" y="74378"/>
                </a:lnTo>
                <a:lnTo>
                  <a:pt x="670865" y="75577"/>
                </a:lnTo>
                <a:lnTo>
                  <a:pt x="670845" y="76783"/>
                </a:lnTo>
                <a:lnTo>
                  <a:pt x="670833" y="77996"/>
                </a:lnTo>
                <a:lnTo>
                  <a:pt x="670829" y="79216"/>
                </a:lnTo>
                <a:lnTo>
                  <a:pt x="670833" y="80399"/>
                </a:lnTo>
                <a:lnTo>
                  <a:pt x="670846" y="81575"/>
                </a:lnTo>
                <a:lnTo>
                  <a:pt x="670868" y="82742"/>
                </a:lnTo>
                <a:lnTo>
                  <a:pt x="670899" y="83903"/>
                </a:lnTo>
                <a:lnTo>
                  <a:pt x="670939" y="85055"/>
                </a:lnTo>
                <a:lnTo>
                  <a:pt x="670987" y="86201"/>
                </a:lnTo>
                <a:lnTo>
                  <a:pt x="671044" y="87338"/>
                </a:lnTo>
                <a:lnTo>
                  <a:pt x="671110" y="88468"/>
                </a:lnTo>
                <a:lnTo>
                  <a:pt x="671185" y="89590"/>
                </a:lnTo>
                <a:lnTo>
                  <a:pt x="671269" y="90705"/>
                </a:lnTo>
                <a:lnTo>
                  <a:pt x="671361" y="91813"/>
                </a:lnTo>
                <a:lnTo>
                  <a:pt x="671463" y="92912"/>
                </a:lnTo>
                <a:lnTo>
                  <a:pt x="671573" y="94004"/>
                </a:lnTo>
                <a:lnTo>
                  <a:pt x="671692" y="95089"/>
                </a:lnTo>
                <a:lnTo>
                  <a:pt x="671819" y="96166"/>
                </a:lnTo>
                <a:lnTo>
                  <a:pt x="671956" y="97235"/>
                </a:lnTo>
                <a:lnTo>
                  <a:pt x="672101" y="98297"/>
                </a:lnTo>
                <a:lnTo>
                  <a:pt x="672255" y="99351"/>
                </a:lnTo>
                <a:lnTo>
                  <a:pt x="672418" y="100398"/>
                </a:lnTo>
                <a:lnTo>
                  <a:pt x="672590" y="101437"/>
                </a:lnTo>
                <a:lnTo>
                  <a:pt x="672771" y="102469"/>
                </a:lnTo>
                <a:lnTo>
                  <a:pt x="672960" y="103493"/>
                </a:lnTo>
                <a:lnTo>
                  <a:pt x="673158" y="104509"/>
                </a:lnTo>
                <a:lnTo>
                  <a:pt x="673365" y="105518"/>
                </a:lnTo>
                <a:lnTo>
                  <a:pt x="673581" y="106522"/>
                </a:lnTo>
                <a:lnTo>
                  <a:pt x="673804" y="107524"/>
                </a:lnTo>
                <a:lnTo>
                  <a:pt x="674036" y="108525"/>
                </a:lnTo>
                <a:lnTo>
                  <a:pt x="674275" y="109523"/>
                </a:lnTo>
                <a:lnTo>
                  <a:pt x="674523" y="110520"/>
                </a:lnTo>
                <a:lnTo>
                  <a:pt x="674778" y="111515"/>
                </a:lnTo>
                <a:lnTo>
                  <a:pt x="675042" y="112508"/>
                </a:lnTo>
                <a:lnTo>
                  <a:pt x="675313" y="113499"/>
                </a:lnTo>
                <a:lnTo>
                  <a:pt x="675593" y="114488"/>
                </a:lnTo>
                <a:lnTo>
                  <a:pt x="675881" y="115475"/>
                </a:lnTo>
                <a:lnTo>
                  <a:pt x="676177" y="116461"/>
                </a:lnTo>
                <a:lnTo>
                  <a:pt x="676480" y="117445"/>
                </a:lnTo>
                <a:lnTo>
                  <a:pt x="676792" y="118427"/>
                </a:lnTo>
                <a:lnTo>
                  <a:pt x="677112" y="119407"/>
                </a:lnTo>
                <a:lnTo>
                  <a:pt x="677440" y="120385"/>
                </a:lnTo>
                <a:lnTo>
                  <a:pt x="677776" y="121361"/>
                </a:lnTo>
                <a:lnTo>
                  <a:pt x="678120" y="122336"/>
                </a:lnTo>
                <a:lnTo>
                  <a:pt x="678472" y="123308"/>
                </a:lnTo>
                <a:lnTo>
                  <a:pt x="678832" y="124279"/>
                </a:lnTo>
                <a:lnTo>
                  <a:pt x="679200" y="125248"/>
                </a:lnTo>
                <a:lnTo>
                  <a:pt x="679576" y="126215"/>
                </a:lnTo>
                <a:lnTo>
                  <a:pt x="679960" y="127180"/>
                </a:lnTo>
                <a:lnTo>
                  <a:pt x="680353" y="128143"/>
                </a:lnTo>
                <a:lnTo>
                  <a:pt x="680753" y="129105"/>
                </a:lnTo>
                <a:lnTo>
                  <a:pt x="681161" y="130067"/>
                </a:lnTo>
                <a:lnTo>
                  <a:pt x="681575" y="131035"/>
                </a:lnTo>
                <a:lnTo>
                  <a:pt x="681997" y="132006"/>
                </a:lnTo>
                <a:lnTo>
                  <a:pt x="682425" y="132983"/>
                </a:lnTo>
                <a:lnTo>
                  <a:pt x="682861" y="133963"/>
                </a:lnTo>
                <a:lnTo>
                  <a:pt x="683303" y="134949"/>
                </a:lnTo>
                <a:lnTo>
                  <a:pt x="683753" y="135938"/>
                </a:lnTo>
                <a:lnTo>
                  <a:pt x="684209" y="136932"/>
                </a:lnTo>
                <a:lnTo>
                  <a:pt x="684673" y="137931"/>
                </a:lnTo>
                <a:lnTo>
                  <a:pt x="685143" y="138934"/>
                </a:lnTo>
                <a:lnTo>
                  <a:pt x="685620" y="139942"/>
                </a:lnTo>
                <a:lnTo>
                  <a:pt x="686104" y="140954"/>
                </a:lnTo>
                <a:lnTo>
                  <a:pt x="686595" y="141970"/>
                </a:lnTo>
                <a:lnTo>
                  <a:pt x="687094" y="142991"/>
                </a:lnTo>
                <a:lnTo>
                  <a:pt x="687599" y="144017"/>
                </a:lnTo>
                <a:lnTo>
                  <a:pt x="688111" y="145047"/>
                </a:lnTo>
                <a:lnTo>
                  <a:pt x="688630" y="146081"/>
                </a:lnTo>
                <a:lnTo>
                  <a:pt x="689156" y="147120"/>
                </a:lnTo>
                <a:lnTo>
                  <a:pt x="689688" y="148164"/>
                </a:lnTo>
                <a:lnTo>
                  <a:pt x="690228" y="149212"/>
                </a:lnTo>
                <a:lnTo>
                  <a:pt x="690775" y="150264"/>
                </a:lnTo>
                <a:lnTo>
                  <a:pt x="691329" y="151321"/>
                </a:lnTo>
                <a:lnTo>
                  <a:pt x="691890" y="152382"/>
                </a:lnTo>
                <a:lnTo>
                  <a:pt x="692457" y="153448"/>
                </a:lnTo>
                <a:lnTo>
                  <a:pt x="712306" y="153448"/>
                </a:lnTo>
                <a:lnTo>
                  <a:pt x="711585" y="152065"/>
                </a:lnTo>
                <a:lnTo>
                  <a:pt x="710875" y="150674"/>
                </a:lnTo>
                <a:lnTo>
                  <a:pt x="710178" y="149276"/>
                </a:lnTo>
                <a:close/>
                <a:moveTo>
                  <a:pt x="1118369" y="149086"/>
                </a:moveTo>
                <a:lnTo>
                  <a:pt x="1118939" y="148004"/>
                </a:lnTo>
                <a:lnTo>
                  <a:pt x="1119500" y="146926"/>
                </a:lnTo>
                <a:lnTo>
                  <a:pt x="1120053" y="145851"/>
                </a:lnTo>
                <a:lnTo>
                  <a:pt x="1120598" y="144780"/>
                </a:lnTo>
                <a:lnTo>
                  <a:pt x="1121134" y="143712"/>
                </a:lnTo>
                <a:lnTo>
                  <a:pt x="1121661" y="142648"/>
                </a:lnTo>
                <a:lnTo>
                  <a:pt x="1122180" y="141588"/>
                </a:lnTo>
                <a:lnTo>
                  <a:pt x="1122691" y="140531"/>
                </a:lnTo>
                <a:lnTo>
                  <a:pt x="1123193" y="139478"/>
                </a:lnTo>
                <a:lnTo>
                  <a:pt x="1123686" y="138428"/>
                </a:lnTo>
                <a:lnTo>
                  <a:pt x="1124171" y="137382"/>
                </a:lnTo>
                <a:lnTo>
                  <a:pt x="1124648" y="136339"/>
                </a:lnTo>
                <a:lnTo>
                  <a:pt x="1125116" y="135300"/>
                </a:lnTo>
                <a:lnTo>
                  <a:pt x="1125575" y="134264"/>
                </a:lnTo>
                <a:lnTo>
                  <a:pt x="1126026" y="133232"/>
                </a:lnTo>
                <a:lnTo>
                  <a:pt x="1126469" y="132204"/>
                </a:lnTo>
                <a:lnTo>
                  <a:pt x="1126903" y="131179"/>
                </a:lnTo>
                <a:lnTo>
                  <a:pt x="1127328" y="130158"/>
                </a:lnTo>
                <a:lnTo>
                  <a:pt x="1127745" y="129140"/>
                </a:lnTo>
                <a:lnTo>
                  <a:pt x="1128154" y="128126"/>
                </a:lnTo>
                <a:lnTo>
                  <a:pt x="1128554" y="127112"/>
                </a:lnTo>
                <a:lnTo>
                  <a:pt x="1128945" y="126097"/>
                </a:lnTo>
                <a:lnTo>
                  <a:pt x="1129328" y="125080"/>
                </a:lnTo>
                <a:lnTo>
                  <a:pt x="1129703" y="124061"/>
                </a:lnTo>
                <a:lnTo>
                  <a:pt x="1130069" y="123040"/>
                </a:lnTo>
                <a:lnTo>
                  <a:pt x="1130426" y="122018"/>
                </a:lnTo>
                <a:lnTo>
                  <a:pt x="1130775" y="120993"/>
                </a:lnTo>
                <a:lnTo>
                  <a:pt x="1131116" y="119967"/>
                </a:lnTo>
                <a:lnTo>
                  <a:pt x="1131448" y="118938"/>
                </a:lnTo>
                <a:lnTo>
                  <a:pt x="1131771" y="117908"/>
                </a:lnTo>
                <a:lnTo>
                  <a:pt x="1132086" y="116876"/>
                </a:lnTo>
                <a:lnTo>
                  <a:pt x="1132393" y="115843"/>
                </a:lnTo>
                <a:lnTo>
                  <a:pt x="1132691" y="114807"/>
                </a:lnTo>
                <a:lnTo>
                  <a:pt x="1132980" y="113770"/>
                </a:lnTo>
                <a:lnTo>
                  <a:pt x="1133261" y="112730"/>
                </a:lnTo>
                <a:lnTo>
                  <a:pt x="1133534" y="111689"/>
                </a:lnTo>
                <a:lnTo>
                  <a:pt x="1133798" y="110646"/>
                </a:lnTo>
                <a:lnTo>
                  <a:pt x="1134053" y="109601"/>
                </a:lnTo>
                <a:lnTo>
                  <a:pt x="1134300" y="108554"/>
                </a:lnTo>
                <a:lnTo>
                  <a:pt x="1134539" y="107506"/>
                </a:lnTo>
                <a:lnTo>
                  <a:pt x="1134769" y="106455"/>
                </a:lnTo>
                <a:lnTo>
                  <a:pt x="1134990" y="105403"/>
                </a:lnTo>
                <a:lnTo>
                  <a:pt x="1135203" y="104349"/>
                </a:lnTo>
                <a:lnTo>
                  <a:pt x="1135408" y="103293"/>
                </a:lnTo>
                <a:lnTo>
                  <a:pt x="1135604" y="102232"/>
                </a:lnTo>
                <a:lnTo>
                  <a:pt x="1135792" y="101165"/>
                </a:lnTo>
                <a:lnTo>
                  <a:pt x="1135971" y="100090"/>
                </a:lnTo>
                <a:lnTo>
                  <a:pt x="1136142" y="99009"/>
                </a:lnTo>
                <a:lnTo>
                  <a:pt x="1136305" y="97921"/>
                </a:lnTo>
                <a:lnTo>
                  <a:pt x="1136459" y="96826"/>
                </a:lnTo>
                <a:lnTo>
                  <a:pt x="1136605" y="95724"/>
                </a:lnTo>
                <a:lnTo>
                  <a:pt x="1136743" y="94614"/>
                </a:lnTo>
                <a:lnTo>
                  <a:pt x="1136872" y="93498"/>
                </a:lnTo>
                <a:lnTo>
                  <a:pt x="1136993" y="92375"/>
                </a:lnTo>
                <a:lnTo>
                  <a:pt x="1137106" y="91245"/>
                </a:lnTo>
                <a:lnTo>
                  <a:pt x="1137210" y="90108"/>
                </a:lnTo>
                <a:lnTo>
                  <a:pt x="1137306" y="88965"/>
                </a:lnTo>
                <a:lnTo>
                  <a:pt x="1137394" y="87814"/>
                </a:lnTo>
                <a:lnTo>
                  <a:pt x="1137473" y="86656"/>
                </a:lnTo>
                <a:lnTo>
                  <a:pt x="1137544" y="85491"/>
                </a:lnTo>
                <a:lnTo>
                  <a:pt x="1137606" y="84320"/>
                </a:lnTo>
                <a:lnTo>
                  <a:pt x="1137661" y="83141"/>
                </a:lnTo>
                <a:lnTo>
                  <a:pt x="1137707" y="81955"/>
                </a:lnTo>
                <a:lnTo>
                  <a:pt x="1137744" y="80763"/>
                </a:lnTo>
                <a:lnTo>
                  <a:pt x="1137773" y="79563"/>
                </a:lnTo>
                <a:lnTo>
                  <a:pt x="1137794" y="78357"/>
                </a:lnTo>
                <a:lnTo>
                  <a:pt x="1137807" y="77143"/>
                </a:lnTo>
                <a:lnTo>
                  <a:pt x="1137811" y="75923"/>
                </a:lnTo>
                <a:lnTo>
                  <a:pt x="1137806" y="74740"/>
                </a:lnTo>
                <a:lnTo>
                  <a:pt x="1137793" y="73565"/>
                </a:lnTo>
                <a:lnTo>
                  <a:pt x="1137771" y="72397"/>
                </a:lnTo>
                <a:lnTo>
                  <a:pt x="1137739" y="71237"/>
                </a:lnTo>
                <a:lnTo>
                  <a:pt x="1137699" y="70084"/>
                </a:lnTo>
                <a:lnTo>
                  <a:pt x="1137650" y="68939"/>
                </a:lnTo>
                <a:lnTo>
                  <a:pt x="1137591" y="67801"/>
                </a:lnTo>
                <a:lnTo>
                  <a:pt x="1137524" y="66671"/>
                </a:lnTo>
                <a:lnTo>
                  <a:pt x="1137448" y="65549"/>
                </a:lnTo>
                <a:lnTo>
                  <a:pt x="1137363" y="64434"/>
                </a:lnTo>
                <a:lnTo>
                  <a:pt x="1137269" y="63327"/>
                </a:lnTo>
                <a:lnTo>
                  <a:pt x="1137166" y="62227"/>
                </a:lnTo>
                <a:lnTo>
                  <a:pt x="1137054" y="61135"/>
                </a:lnTo>
                <a:lnTo>
                  <a:pt x="1136933" y="60050"/>
                </a:lnTo>
                <a:lnTo>
                  <a:pt x="1136803" y="58973"/>
                </a:lnTo>
                <a:lnTo>
                  <a:pt x="1136664" y="57904"/>
                </a:lnTo>
                <a:lnTo>
                  <a:pt x="1136516" y="56842"/>
                </a:lnTo>
                <a:lnTo>
                  <a:pt x="1136359" y="55788"/>
                </a:lnTo>
                <a:lnTo>
                  <a:pt x="1136193" y="54741"/>
                </a:lnTo>
                <a:lnTo>
                  <a:pt x="1136018" y="53702"/>
                </a:lnTo>
                <a:lnTo>
                  <a:pt x="1135835" y="52671"/>
                </a:lnTo>
                <a:lnTo>
                  <a:pt x="1135642" y="51647"/>
                </a:lnTo>
                <a:lnTo>
                  <a:pt x="1135440" y="50630"/>
                </a:lnTo>
                <a:lnTo>
                  <a:pt x="1135230" y="49621"/>
                </a:lnTo>
                <a:lnTo>
                  <a:pt x="1135011" y="48617"/>
                </a:lnTo>
                <a:lnTo>
                  <a:pt x="1134784" y="47615"/>
                </a:lnTo>
                <a:lnTo>
                  <a:pt x="1134549" y="46615"/>
                </a:lnTo>
                <a:lnTo>
                  <a:pt x="1134306" y="45616"/>
                </a:lnTo>
                <a:lnTo>
                  <a:pt x="1134056" y="44619"/>
                </a:lnTo>
                <a:lnTo>
                  <a:pt x="1133797" y="43625"/>
                </a:lnTo>
                <a:lnTo>
                  <a:pt x="1133531" y="42632"/>
                </a:lnTo>
                <a:lnTo>
                  <a:pt x="1133257" y="41640"/>
                </a:lnTo>
                <a:lnTo>
                  <a:pt x="1132975" y="40651"/>
                </a:lnTo>
                <a:lnTo>
                  <a:pt x="1132685" y="39664"/>
                </a:lnTo>
                <a:lnTo>
                  <a:pt x="1132387" y="38678"/>
                </a:lnTo>
                <a:lnTo>
                  <a:pt x="1132081" y="37694"/>
                </a:lnTo>
                <a:lnTo>
                  <a:pt x="1131767" y="36713"/>
                </a:lnTo>
                <a:lnTo>
                  <a:pt x="1131446" y="35733"/>
                </a:lnTo>
                <a:lnTo>
                  <a:pt x="1131117" y="34754"/>
                </a:lnTo>
                <a:lnTo>
                  <a:pt x="1130779" y="33778"/>
                </a:lnTo>
                <a:lnTo>
                  <a:pt x="1130434" y="32804"/>
                </a:lnTo>
                <a:lnTo>
                  <a:pt x="1130081" y="31831"/>
                </a:lnTo>
                <a:lnTo>
                  <a:pt x="1129720" y="30860"/>
                </a:lnTo>
                <a:lnTo>
                  <a:pt x="1129352" y="29892"/>
                </a:lnTo>
                <a:lnTo>
                  <a:pt x="1128975" y="28925"/>
                </a:lnTo>
                <a:lnTo>
                  <a:pt x="1128590" y="27959"/>
                </a:lnTo>
                <a:lnTo>
                  <a:pt x="1128198" y="26996"/>
                </a:lnTo>
                <a:lnTo>
                  <a:pt x="1127798" y="26035"/>
                </a:lnTo>
                <a:lnTo>
                  <a:pt x="1127390" y="25072"/>
                </a:lnTo>
                <a:lnTo>
                  <a:pt x="1126975" y="24105"/>
                </a:lnTo>
                <a:lnTo>
                  <a:pt x="1126552" y="23134"/>
                </a:lnTo>
                <a:lnTo>
                  <a:pt x="1126123" y="22159"/>
                </a:lnTo>
                <a:lnTo>
                  <a:pt x="1125686" y="21180"/>
                </a:lnTo>
                <a:lnTo>
                  <a:pt x="1125241" y="20196"/>
                </a:lnTo>
                <a:lnTo>
                  <a:pt x="1124790" y="19209"/>
                </a:lnTo>
                <a:lnTo>
                  <a:pt x="1124331" y="18217"/>
                </a:lnTo>
                <a:lnTo>
                  <a:pt x="1123865" y="17221"/>
                </a:lnTo>
                <a:lnTo>
                  <a:pt x="1123392" y="16221"/>
                </a:lnTo>
                <a:lnTo>
                  <a:pt x="1122912" y="15216"/>
                </a:lnTo>
                <a:lnTo>
                  <a:pt x="1122424" y="14208"/>
                </a:lnTo>
                <a:lnTo>
                  <a:pt x="1121929" y="13195"/>
                </a:lnTo>
                <a:lnTo>
                  <a:pt x="1121427" y="12178"/>
                </a:lnTo>
                <a:lnTo>
                  <a:pt x="1120917" y="11157"/>
                </a:lnTo>
                <a:lnTo>
                  <a:pt x="1120400" y="10132"/>
                </a:lnTo>
                <a:lnTo>
                  <a:pt x="1119876" y="9103"/>
                </a:lnTo>
                <a:lnTo>
                  <a:pt x="1119345" y="8069"/>
                </a:lnTo>
                <a:lnTo>
                  <a:pt x="1118806" y="7031"/>
                </a:lnTo>
                <a:lnTo>
                  <a:pt x="1118260" y="5989"/>
                </a:lnTo>
                <a:lnTo>
                  <a:pt x="1117707" y="4943"/>
                </a:lnTo>
                <a:lnTo>
                  <a:pt x="1117147" y="3893"/>
                </a:lnTo>
                <a:lnTo>
                  <a:pt x="1116579" y="2839"/>
                </a:lnTo>
                <a:lnTo>
                  <a:pt x="1116004" y="1780"/>
                </a:lnTo>
                <a:lnTo>
                  <a:pt x="1096334" y="1780"/>
                </a:lnTo>
                <a:lnTo>
                  <a:pt x="1097055" y="3163"/>
                </a:lnTo>
                <a:lnTo>
                  <a:pt x="1097764" y="4554"/>
                </a:lnTo>
                <a:lnTo>
                  <a:pt x="1098461" y="5952"/>
                </a:lnTo>
                <a:lnTo>
                  <a:pt x="1099146" y="7357"/>
                </a:lnTo>
                <a:lnTo>
                  <a:pt x="1099819" y="8769"/>
                </a:lnTo>
                <a:lnTo>
                  <a:pt x="1100481" y="10189"/>
                </a:lnTo>
                <a:lnTo>
                  <a:pt x="1101130" y="11615"/>
                </a:lnTo>
                <a:lnTo>
                  <a:pt x="1101768" y="13049"/>
                </a:lnTo>
                <a:lnTo>
                  <a:pt x="1102394" y="14491"/>
                </a:lnTo>
                <a:lnTo>
                  <a:pt x="1103008" y="15939"/>
                </a:lnTo>
                <a:lnTo>
                  <a:pt x="1103610" y="17395"/>
                </a:lnTo>
                <a:lnTo>
                  <a:pt x="1104200" y="18858"/>
                </a:lnTo>
                <a:lnTo>
                  <a:pt x="1104778" y="20329"/>
                </a:lnTo>
                <a:lnTo>
                  <a:pt x="1105344" y="21806"/>
                </a:lnTo>
                <a:lnTo>
                  <a:pt x="1105898" y="23291"/>
                </a:lnTo>
                <a:lnTo>
                  <a:pt x="1106441" y="24784"/>
                </a:lnTo>
                <a:lnTo>
                  <a:pt x="1106971" y="26283"/>
                </a:lnTo>
                <a:lnTo>
                  <a:pt x="1107490" y="27790"/>
                </a:lnTo>
                <a:lnTo>
                  <a:pt x="1107997" y="29304"/>
                </a:lnTo>
                <a:lnTo>
                  <a:pt x="1108492" y="30825"/>
                </a:lnTo>
                <a:lnTo>
                  <a:pt x="1108975" y="32353"/>
                </a:lnTo>
                <a:lnTo>
                  <a:pt x="1109446" y="33889"/>
                </a:lnTo>
                <a:lnTo>
                  <a:pt x="1109905" y="35432"/>
                </a:lnTo>
                <a:lnTo>
                  <a:pt x="1110352" y="36982"/>
                </a:lnTo>
                <a:lnTo>
                  <a:pt x="1110784" y="38537"/>
                </a:lnTo>
                <a:lnTo>
                  <a:pt x="1111198" y="40095"/>
                </a:lnTo>
                <a:lnTo>
                  <a:pt x="1111593" y="41655"/>
                </a:lnTo>
                <a:lnTo>
                  <a:pt x="1111970" y="43217"/>
                </a:lnTo>
                <a:lnTo>
                  <a:pt x="1112329" y="44781"/>
                </a:lnTo>
                <a:lnTo>
                  <a:pt x="1112669" y="46348"/>
                </a:lnTo>
                <a:lnTo>
                  <a:pt x="1112991" y="47917"/>
                </a:lnTo>
                <a:lnTo>
                  <a:pt x="1113294" y="49488"/>
                </a:lnTo>
                <a:lnTo>
                  <a:pt x="1113579" y="51062"/>
                </a:lnTo>
                <a:lnTo>
                  <a:pt x="1113846" y="52637"/>
                </a:lnTo>
                <a:lnTo>
                  <a:pt x="1114094" y="54216"/>
                </a:lnTo>
                <a:lnTo>
                  <a:pt x="1114324" y="55796"/>
                </a:lnTo>
                <a:lnTo>
                  <a:pt x="1114536" y="57379"/>
                </a:lnTo>
                <a:lnTo>
                  <a:pt x="1114729" y="58964"/>
                </a:lnTo>
                <a:lnTo>
                  <a:pt x="1114903" y="60552"/>
                </a:lnTo>
                <a:lnTo>
                  <a:pt x="1115060" y="62142"/>
                </a:lnTo>
                <a:lnTo>
                  <a:pt x="1115198" y="63734"/>
                </a:lnTo>
                <a:lnTo>
                  <a:pt x="1115317" y="65328"/>
                </a:lnTo>
                <a:lnTo>
                  <a:pt x="1115418" y="66925"/>
                </a:lnTo>
                <a:lnTo>
                  <a:pt x="1115501" y="68524"/>
                </a:lnTo>
                <a:lnTo>
                  <a:pt x="1115565" y="70126"/>
                </a:lnTo>
                <a:lnTo>
                  <a:pt x="1115611" y="71729"/>
                </a:lnTo>
                <a:lnTo>
                  <a:pt x="1115639" y="73336"/>
                </a:lnTo>
                <a:lnTo>
                  <a:pt x="1115648" y="74944"/>
                </a:lnTo>
                <a:lnTo>
                  <a:pt x="1115640" y="76663"/>
                </a:lnTo>
                <a:lnTo>
                  <a:pt x="1115614" y="78380"/>
                </a:lnTo>
                <a:lnTo>
                  <a:pt x="1115571" y="80095"/>
                </a:lnTo>
                <a:lnTo>
                  <a:pt x="1115511" y="81806"/>
                </a:lnTo>
                <a:lnTo>
                  <a:pt x="1115434" y="83515"/>
                </a:lnTo>
                <a:lnTo>
                  <a:pt x="1115339" y="85221"/>
                </a:lnTo>
                <a:lnTo>
                  <a:pt x="1115228" y="86925"/>
                </a:lnTo>
                <a:lnTo>
                  <a:pt x="1115099" y="88626"/>
                </a:lnTo>
                <a:lnTo>
                  <a:pt x="1114953" y="90325"/>
                </a:lnTo>
                <a:lnTo>
                  <a:pt x="1114791" y="92021"/>
                </a:lnTo>
                <a:lnTo>
                  <a:pt x="1114610" y="93714"/>
                </a:lnTo>
                <a:lnTo>
                  <a:pt x="1114413" y="95404"/>
                </a:lnTo>
                <a:lnTo>
                  <a:pt x="1114199" y="97092"/>
                </a:lnTo>
                <a:lnTo>
                  <a:pt x="1113967" y="98778"/>
                </a:lnTo>
                <a:lnTo>
                  <a:pt x="1113719" y="100460"/>
                </a:lnTo>
                <a:lnTo>
                  <a:pt x="1113453" y="102141"/>
                </a:lnTo>
                <a:lnTo>
                  <a:pt x="1113170" y="103818"/>
                </a:lnTo>
                <a:lnTo>
                  <a:pt x="1112869" y="105493"/>
                </a:lnTo>
                <a:lnTo>
                  <a:pt x="1112552" y="107165"/>
                </a:lnTo>
                <a:lnTo>
                  <a:pt x="1112218" y="108835"/>
                </a:lnTo>
                <a:lnTo>
                  <a:pt x="1111866" y="110502"/>
                </a:lnTo>
                <a:lnTo>
                  <a:pt x="1111497" y="112166"/>
                </a:lnTo>
                <a:lnTo>
                  <a:pt x="1111111" y="113828"/>
                </a:lnTo>
                <a:lnTo>
                  <a:pt x="1110708" y="115487"/>
                </a:lnTo>
                <a:lnTo>
                  <a:pt x="1110289" y="117141"/>
                </a:lnTo>
                <a:lnTo>
                  <a:pt x="1109854" y="118789"/>
                </a:lnTo>
                <a:lnTo>
                  <a:pt x="1109403" y="120431"/>
                </a:lnTo>
                <a:lnTo>
                  <a:pt x="1108937" y="122067"/>
                </a:lnTo>
                <a:lnTo>
                  <a:pt x="1108455" y="123696"/>
                </a:lnTo>
                <a:lnTo>
                  <a:pt x="1107957" y="125319"/>
                </a:lnTo>
                <a:lnTo>
                  <a:pt x="1107444" y="126936"/>
                </a:lnTo>
                <a:lnTo>
                  <a:pt x="1106916" y="128546"/>
                </a:lnTo>
                <a:lnTo>
                  <a:pt x="1106371" y="130150"/>
                </a:lnTo>
                <a:lnTo>
                  <a:pt x="1105811" y="131747"/>
                </a:lnTo>
                <a:lnTo>
                  <a:pt x="1105236" y="133339"/>
                </a:lnTo>
                <a:lnTo>
                  <a:pt x="1104645" y="134924"/>
                </a:lnTo>
                <a:lnTo>
                  <a:pt x="1104038" y="136502"/>
                </a:lnTo>
                <a:lnTo>
                  <a:pt x="1103416" y="138074"/>
                </a:lnTo>
                <a:lnTo>
                  <a:pt x="1102778" y="139640"/>
                </a:lnTo>
                <a:lnTo>
                  <a:pt x="1102124" y="141200"/>
                </a:lnTo>
                <a:lnTo>
                  <a:pt x="1101455" y="142753"/>
                </a:lnTo>
                <a:lnTo>
                  <a:pt x="1100770" y="144300"/>
                </a:lnTo>
                <a:lnTo>
                  <a:pt x="1100070" y="145840"/>
                </a:lnTo>
                <a:lnTo>
                  <a:pt x="1099354" y="147375"/>
                </a:lnTo>
                <a:lnTo>
                  <a:pt x="1098622" y="148903"/>
                </a:lnTo>
                <a:lnTo>
                  <a:pt x="1097875" y="150424"/>
                </a:lnTo>
                <a:lnTo>
                  <a:pt x="1097112" y="151939"/>
                </a:lnTo>
                <a:lnTo>
                  <a:pt x="1096334" y="153448"/>
                </a:lnTo>
                <a:lnTo>
                  <a:pt x="1116004" y="153448"/>
                </a:lnTo>
                <a:lnTo>
                  <a:pt x="1116608" y="152352"/>
                </a:lnTo>
                <a:lnTo>
                  <a:pt x="1117204" y="151260"/>
                </a:lnTo>
                <a:lnTo>
                  <a:pt x="1117791" y="150171"/>
                </a:lnTo>
                <a:lnTo>
                  <a:pt x="1118369" y="1490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48402a90a4a10"/>
          <a:stretch xmlns:a="http://schemas.openxmlformats.org/drawingml/2006/main"/>
        </p:blipFill>
        <p:spPr>
          <a:xfrm xmlns:a="http://schemas.openxmlformats.org/drawingml/2006/main">
            <a:off x="9214666" y="3571316"/>
            <a:ext cx="1207031" cy="1172545"/>
          </a:xfrm>
          <a:prstGeom xmlns:a="http://schemas.openxmlformats.org/drawingml/2006/main" prst="rect">
            <a:avLst/>
          </a:prstGeom>
        </p:spPr>
      </p:pic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57324-7736-4B24-9F91-6E63B6E4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009" y="3689967"/>
            <a:ext cx="965624" cy="936066"/>
          </a:xfrm>
          <a:custGeom xmlns:a="http://schemas.openxmlformats.org/drawingml/2006/main">
            <a:pathLst>
              <a:path w="965624" h="936066">
                <a:moveTo>
                  <a:pt x="33548" y="936066"/>
                </a:moveTo>
                <a:cubicBezTo>
                  <a:pt x="15021" y="936066"/>
                  <a:pt x="0" y="921046"/>
                  <a:pt x="0" y="902517"/>
                </a:cubicBezTo>
                <a:lnTo>
                  <a:pt x="0" y="33549"/>
                </a:lnTo>
                <a:cubicBezTo>
                  <a:pt x="0" y="15020"/>
                  <a:pt x="15021" y="0"/>
                  <a:pt x="33548" y="0"/>
                </a:cubicBezTo>
                <a:lnTo>
                  <a:pt x="932077" y="0"/>
                </a:lnTo>
                <a:cubicBezTo>
                  <a:pt x="950604" y="0"/>
                  <a:pt x="965624" y="15020"/>
                  <a:pt x="965624" y="33549"/>
                </a:cubicBezTo>
                <a:lnTo>
                  <a:pt x="965624" y="902517"/>
                </a:lnTo>
                <a:cubicBezTo>
                  <a:pt x="965624" y="921046"/>
                  <a:pt x="950604" y="936066"/>
                  <a:pt x="932077" y="936066"/>
                </a:cubicBezTo>
                <a:lnTo>
                  <a:pt x="33548" y="9360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2DBA11-1115-4062-8D88-D8CDE326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031" y="4074246"/>
            <a:ext cx="480330" cy="160019"/>
          </a:xfrm>
          <a:custGeom xmlns:a="http://schemas.openxmlformats.org/drawingml/2006/main">
            <a:pathLst>
              <a:path w="480330" h="160019" fill="none">
                <a:moveTo>
                  <a:pt x="0" y="160019"/>
                </a:moveTo>
                <a:lnTo>
                  <a:pt x="4803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8CF885-9987-40AD-BEC3-BECE078C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917" y="4074246"/>
            <a:ext cx="138588" cy="321940"/>
          </a:xfrm>
          <a:custGeom xmlns:a="http://schemas.openxmlformats.org/drawingml/2006/main">
            <a:pathLst>
              <a:path w="138588" h="321940" fill="none">
                <a:moveTo>
                  <a:pt x="138588" y="3219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27D14B-3EA6-45C6-9E73-66331BC1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088" y="3916593"/>
            <a:ext cx="162580" cy="157653"/>
          </a:xfrm>
          <a:custGeom xmlns:a="http://schemas.openxmlformats.org/drawingml/2006/main">
            <a:pathLst>
              <a:path w="162580" h="157653">
                <a:moveTo>
                  <a:pt x="0" y="0"/>
                </a:moveTo>
                <a:lnTo>
                  <a:pt x="162580" y="0"/>
                </a:lnTo>
                <a:lnTo>
                  <a:pt x="162580" y="157653"/>
                </a:lnTo>
                <a:lnTo>
                  <a:pt x="0" y="157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DB6F7F-15CB-4D7C-BCD0-15EA682A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088" y="3916593"/>
            <a:ext cx="162580" cy="157653"/>
          </a:xfrm>
          <a:custGeom xmlns:a="http://schemas.openxmlformats.org/drawingml/2006/main">
            <a:pathLst>
              <a:path w="162580" h="157653" fill="none">
                <a:moveTo>
                  <a:pt x="0" y="0"/>
                </a:moveTo>
                <a:lnTo>
                  <a:pt x="162580" y="0"/>
                </a:lnTo>
                <a:lnTo>
                  <a:pt x="162580" y="157653"/>
                </a:lnTo>
                <a:lnTo>
                  <a:pt x="0" y="15765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4E95D9"/>
            </a:solidFill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CCD095-1564-4CA0-B32F-99CF1B32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203" y="4236826"/>
            <a:ext cx="157653" cy="157653"/>
          </a:xfrm>
          <a:custGeom xmlns:a="http://schemas.openxmlformats.org/drawingml/2006/main">
            <a:pathLst>
              <a:path w="157653" h="157653">
                <a:moveTo>
                  <a:pt x="0" y="0"/>
                </a:moveTo>
                <a:lnTo>
                  <a:pt x="157653" y="0"/>
                </a:lnTo>
                <a:lnTo>
                  <a:pt x="157653" y="157653"/>
                </a:lnTo>
                <a:lnTo>
                  <a:pt x="0" y="157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44A186-6C6D-4F33-9B8A-8B6875F3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202" y="4236826"/>
            <a:ext cx="157653" cy="157653"/>
          </a:xfrm>
          <a:custGeom xmlns:a="http://schemas.openxmlformats.org/drawingml/2006/main">
            <a:pathLst>
              <a:path w="157653" h="157653" fill="none">
                <a:moveTo>
                  <a:pt x="0" y="0"/>
                </a:moveTo>
                <a:lnTo>
                  <a:pt x="157653" y="0"/>
                </a:lnTo>
                <a:lnTo>
                  <a:pt x="157653" y="157653"/>
                </a:lnTo>
                <a:lnTo>
                  <a:pt x="0" y="15765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4E95D9"/>
            </a:solidFill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B22A8-A7CB-4A40-AE19-10912E86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2110" y="4399405"/>
            <a:ext cx="172434" cy="172433"/>
          </a:xfrm>
          <a:custGeom xmlns:a="http://schemas.openxmlformats.org/drawingml/2006/main">
            <a:pathLst>
              <a:path w="172434" h="172433">
                <a:moveTo>
                  <a:pt x="0" y="86217"/>
                </a:moveTo>
                <a:cubicBezTo>
                  <a:pt x="0" y="38600"/>
                  <a:pt x="38601" y="0"/>
                  <a:pt x="86217" y="0"/>
                </a:cubicBezTo>
                <a:cubicBezTo>
                  <a:pt x="133832" y="0"/>
                  <a:pt x="172434" y="38600"/>
                  <a:pt x="172434" y="86217"/>
                </a:cubicBezTo>
                <a:cubicBezTo>
                  <a:pt x="172434" y="133833"/>
                  <a:pt x="133832" y="172433"/>
                  <a:pt x="86217" y="172433"/>
                </a:cubicBezTo>
                <a:cubicBezTo>
                  <a:pt x="38601" y="172433"/>
                  <a:pt x="0" y="133833"/>
                  <a:pt x="0" y="86217"/>
                </a:cubicBez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D70A8-B6C1-47AB-8427-F9144BC4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2109" y="4399405"/>
            <a:ext cx="172433" cy="172433"/>
          </a:xfrm>
          <a:custGeom xmlns:a="http://schemas.openxmlformats.org/drawingml/2006/main">
            <a:pathLst>
              <a:path w="172433" h="172433" fill="none">
                <a:moveTo>
                  <a:pt x="0" y="86217"/>
                </a:moveTo>
                <a:cubicBezTo>
                  <a:pt x="0" y="38601"/>
                  <a:pt x="38601" y="0"/>
                  <a:pt x="86217" y="0"/>
                </a:cubicBezTo>
                <a:cubicBezTo>
                  <a:pt x="133833" y="0"/>
                  <a:pt x="172433" y="38601"/>
                  <a:pt x="172433" y="86217"/>
                </a:cubicBezTo>
                <a:cubicBezTo>
                  <a:pt x="172433" y="133833"/>
                  <a:pt x="133833" y="172433"/>
                  <a:pt x="86217" y="172433"/>
                </a:cubicBezTo>
                <a:cubicBezTo>
                  <a:pt x="38601" y="172433"/>
                  <a:pt x="0" y="133833"/>
                  <a:pt x="0" y="862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3B7D23"/>
            </a:solidFill>
            <a:miter/>
          </a:ln>
        </p:spPr>
      </p:sp>
      <p:sp>
        <p:nvSpPr>
          <p:cNvPr id="58" name="Text Contrast">
            <a:extLst xmlns:a="http://schemas.openxmlformats.org/drawingml/2006/main">
              <a:ext uri="{FF2B5EF4-FFF2-40B4-BE49-F238E27FC236}">
                <a16:creationId xmlns:a16="http://schemas.microsoft.com/office/drawing/2014/main" id="{E1EDDF8E-FF67-43DE-8254-BB8D6566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527" y="3740556"/>
            <a:ext cx="534653" cy="93087"/>
          </a:xfrm>
          <a:custGeom xmlns:a="http://schemas.openxmlformats.org/drawingml/2006/main">
            <a:pathLst>
              <a:path w="534653" h="93087">
                <a:moveTo>
                  <a:pt x="44186" y="93087"/>
                </a:moveTo>
                <a:cubicBezTo>
                  <a:pt x="35025" y="93087"/>
                  <a:pt x="27145" y="91167"/>
                  <a:pt x="20544" y="87328"/>
                </a:cubicBezTo>
                <a:cubicBezTo>
                  <a:pt x="13943" y="83489"/>
                  <a:pt x="8869" y="78100"/>
                  <a:pt x="5321" y="71162"/>
                </a:cubicBezTo>
                <a:cubicBezTo>
                  <a:pt x="1774" y="64225"/>
                  <a:pt x="0" y="56041"/>
                  <a:pt x="0" y="46611"/>
                </a:cubicBezTo>
                <a:cubicBezTo>
                  <a:pt x="0" y="37181"/>
                  <a:pt x="1774" y="28975"/>
                  <a:pt x="5321" y="21992"/>
                </a:cubicBezTo>
                <a:cubicBezTo>
                  <a:pt x="8869" y="15009"/>
                  <a:pt x="13943" y="9598"/>
                  <a:pt x="20544" y="5759"/>
                </a:cubicBezTo>
                <a:cubicBezTo>
                  <a:pt x="27145" y="1920"/>
                  <a:pt x="35025" y="0"/>
                  <a:pt x="44186" y="0"/>
                </a:cubicBezTo>
                <a:cubicBezTo>
                  <a:pt x="51281" y="0"/>
                  <a:pt x="57814" y="1224"/>
                  <a:pt x="63787" y="3671"/>
                </a:cubicBezTo>
                <a:cubicBezTo>
                  <a:pt x="69759" y="6118"/>
                  <a:pt x="74609" y="9733"/>
                  <a:pt x="78336" y="14515"/>
                </a:cubicBezTo>
                <a:cubicBezTo>
                  <a:pt x="82063" y="19298"/>
                  <a:pt x="84106" y="25191"/>
                  <a:pt x="84465" y="32196"/>
                </a:cubicBezTo>
                <a:lnTo>
                  <a:pt x="65067" y="32196"/>
                </a:lnTo>
                <a:cubicBezTo>
                  <a:pt x="64573" y="28514"/>
                  <a:pt x="63371" y="25461"/>
                  <a:pt x="61463" y="23036"/>
                </a:cubicBezTo>
                <a:cubicBezTo>
                  <a:pt x="59555" y="20611"/>
                  <a:pt x="57118" y="18793"/>
                  <a:pt x="54155" y="17580"/>
                </a:cubicBezTo>
                <a:cubicBezTo>
                  <a:pt x="51191" y="16368"/>
                  <a:pt x="47868" y="15761"/>
                  <a:pt x="44186" y="15761"/>
                </a:cubicBezTo>
                <a:cubicBezTo>
                  <a:pt x="38259" y="15761"/>
                  <a:pt x="33487" y="17198"/>
                  <a:pt x="29873" y="20072"/>
                </a:cubicBezTo>
                <a:cubicBezTo>
                  <a:pt x="26258" y="22946"/>
                  <a:pt x="23631" y="26707"/>
                  <a:pt x="21992" y="31355"/>
                </a:cubicBezTo>
                <a:cubicBezTo>
                  <a:pt x="20353" y="36002"/>
                  <a:pt x="19533" y="41088"/>
                  <a:pt x="19533" y="46611"/>
                </a:cubicBezTo>
                <a:cubicBezTo>
                  <a:pt x="19533" y="52089"/>
                  <a:pt x="20353" y="57163"/>
                  <a:pt x="21992" y="61833"/>
                </a:cubicBezTo>
                <a:cubicBezTo>
                  <a:pt x="23631" y="66503"/>
                  <a:pt x="26258" y="70253"/>
                  <a:pt x="29873" y="73082"/>
                </a:cubicBezTo>
                <a:cubicBezTo>
                  <a:pt x="33487" y="75911"/>
                  <a:pt x="38259" y="77325"/>
                  <a:pt x="44186" y="77325"/>
                </a:cubicBezTo>
                <a:cubicBezTo>
                  <a:pt x="50428" y="77325"/>
                  <a:pt x="55356" y="75720"/>
                  <a:pt x="58971" y="72509"/>
                </a:cubicBezTo>
                <a:cubicBezTo>
                  <a:pt x="62586" y="69299"/>
                  <a:pt x="64662" y="64730"/>
                  <a:pt x="65201" y="58802"/>
                </a:cubicBezTo>
                <a:lnTo>
                  <a:pt x="84600" y="58802"/>
                </a:lnTo>
                <a:cubicBezTo>
                  <a:pt x="84061" y="66212"/>
                  <a:pt x="82108" y="72465"/>
                  <a:pt x="78740" y="77561"/>
                </a:cubicBezTo>
                <a:cubicBezTo>
                  <a:pt x="75372" y="82658"/>
                  <a:pt x="70769" y="86520"/>
                  <a:pt x="64932" y="89147"/>
                </a:cubicBezTo>
                <a:cubicBezTo>
                  <a:pt x="59094" y="91773"/>
                  <a:pt x="52179" y="93087"/>
                  <a:pt x="44186" y="93087"/>
                </a:cubicBezTo>
                <a:close/>
                <a:moveTo>
                  <a:pt x="128705" y="93087"/>
                </a:moveTo>
                <a:cubicBezTo>
                  <a:pt x="122059" y="93087"/>
                  <a:pt x="116233" y="91747"/>
                  <a:pt x="111226" y="89067"/>
                </a:cubicBezTo>
                <a:cubicBezTo>
                  <a:pt x="106219" y="86385"/>
                  <a:pt x="102346" y="82500"/>
                  <a:pt x="99607" y="77412"/>
                </a:cubicBezTo>
                <a:cubicBezTo>
                  <a:pt x="96868" y="72322"/>
                  <a:pt x="95498" y="66165"/>
                  <a:pt x="95498" y="58939"/>
                </a:cubicBezTo>
                <a:cubicBezTo>
                  <a:pt x="95498" y="51579"/>
                  <a:pt x="96868" y="45321"/>
                  <a:pt x="99607" y="40164"/>
                </a:cubicBezTo>
                <a:cubicBezTo>
                  <a:pt x="102346" y="35005"/>
                  <a:pt x="106219" y="31075"/>
                  <a:pt x="111226" y="28372"/>
                </a:cubicBezTo>
                <a:cubicBezTo>
                  <a:pt x="116233" y="25668"/>
                  <a:pt x="122059" y="24316"/>
                  <a:pt x="128705" y="24316"/>
                </a:cubicBezTo>
                <a:cubicBezTo>
                  <a:pt x="135441" y="24316"/>
                  <a:pt x="141312" y="25668"/>
                  <a:pt x="146319" y="28372"/>
                </a:cubicBezTo>
                <a:cubicBezTo>
                  <a:pt x="151326" y="31075"/>
                  <a:pt x="155221" y="35005"/>
                  <a:pt x="158005" y="40164"/>
                </a:cubicBezTo>
                <a:cubicBezTo>
                  <a:pt x="160789" y="45321"/>
                  <a:pt x="162181" y="51579"/>
                  <a:pt x="162181" y="58939"/>
                </a:cubicBezTo>
                <a:cubicBezTo>
                  <a:pt x="162181" y="66165"/>
                  <a:pt x="160789" y="72322"/>
                  <a:pt x="158005" y="77412"/>
                </a:cubicBezTo>
                <a:cubicBezTo>
                  <a:pt x="155221" y="82500"/>
                  <a:pt x="151326" y="86385"/>
                  <a:pt x="146319" y="89067"/>
                </a:cubicBezTo>
                <a:cubicBezTo>
                  <a:pt x="141312" y="91747"/>
                  <a:pt x="135441" y="93087"/>
                  <a:pt x="128705" y="93087"/>
                </a:cubicBezTo>
                <a:moveTo>
                  <a:pt x="128705" y="79481"/>
                </a:moveTo>
                <a:cubicBezTo>
                  <a:pt x="132612" y="79481"/>
                  <a:pt x="135677" y="78553"/>
                  <a:pt x="137899" y="76698"/>
                </a:cubicBezTo>
                <a:cubicBezTo>
                  <a:pt x="140122" y="74843"/>
                  <a:pt x="141694" y="72359"/>
                  <a:pt x="142614" y="69245"/>
                </a:cubicBezTo>
                <a:cubicBezTo>
                  <a:pt x="143535" y="66131"/>
                  <a:pt x="143995" y="62696"/>
                  <a:pt x="143995" y="58941"/>
                </a:cubicBezTo>
                <a:cubicBezTo>
                  <a:pt x="143995" y="55094"/>
                  <a:pt x="143535" y="51590"/>
                  <a:pt x="142614" y="48429"/>
                </a:cubicBezTo>
                <a:cubicBezTo>
                  <a:pt x="141694" y="45269"/>
                  <a:pt x="140122" y="42750"/>
                  <a:pt x="137899" y="40873"/>
                </a:cubicBezTo>
                <a:cubicBezTo>
                  <a:pt x="135677" y="38995"/>
                  <a:pt x="132612" y="38057"/>
                  <a:pt x="128705" y="38057"/>
                </a:cubicBezTo>
                <a:cubicBezTo>
                  <a:pt x="124888" y="38057"/>
                  <a:pt x="121891" y="38995"/>
                  <a:pt x="119713" y="40873"/>
                </a:cubicBezTo>
                <a:cubicBezTo>
                  <a:pt x="117535" y="42750"/>
                  <a:pt x="115997" y="45269"/>
                  <a:pt x="115099" y="48429"/>
                </a:cubicBezTo>
                <a:cubicBezTo>
                  <a:pt x="114201" y="51590"/>
                  <a:pt x="113752" y="55094"/>
                  <a:pt x="113752" y="58941"/>
                </a:cubicBezTo>
                <a:cubicBezTo>
                  <a:pt x="113752" y="62696"/>
                  <a:pt x="114201" y="66131"/>
                  <a:pt x="115099" y="69245"/>
                </a:cubicBezTo>
                <a:cubicBezTo>
                  <a:pt x="115997" y="72359"/>
                  <a:pt x="117535" y="74843"/>
                  <a:pt x="119713" y="76698"/>
                </a:cubicBezTo>
                <a:cubicBezTo>
                  <a:pt x="121891" y="78553"/>
                  <a:pt x="124888" y="79481"/>
                  <a:pt x="128705" y="79481"/>
                </a:cubicBezTo>
                <a:close/>
                <a:moveTo>
                  <a:pt x="177868" y="91874"/>
                </a:moveTo>
                <a:lnTo>
                  <a:pt x="177868" y="25326"/>
                </a:lnTo>
                <a:lnTo>
                  <a:pt x="195044" y="25326"/>
                </a:lnTo>
                <a:lnTo>
                  <a:pt x="195381" y="35093"/>
                </a:lnTo>
                <a:cubicBezTo>
                  <a:pt x="197581" y="32264"/>
                  <a:pt x="200477" y="29760"/>
                  <a:pt x="204070" y="27583"/>
                </a:cubicBezTo>
                <a:cubicBezTo>
                  <a:pt x="207662" y="25405"/>
                  <a:pt x="212332" y="24316"/>
                  <a:pt x="218080" y="24316"/>
                </a:cubicBezTo>
                <a:cubicBezTo>
                  <a:pt x="224771" y="24316"/>
                  <a:pt x="229957" y="26374"/>
                  <a:pt x="233639" y="30492"/>
                </a:cubicBezTo>
                <a:cubicBezTo>
                  <a:pt x="237321" y="34609"/>
                  <a:pt x="239162" y="40625"/>
                  <a:pt x="239162" y="48541"/>
                </a:cubicBezTo>
                <a:lnTo>
                  <a:pt x="239162" y="91874"/>
                </a:lnTo>
                <a:lnTo>
                  <a:pt x="221448" y="91874"/>
                </a:lnTo>
                <a:lnTo>
                  <a:pt x="221448" y="50717"/>
                </a:lnTo>
                <a:cubicBezTo>
                  <a:pt x="221448" y="48297"/>
                  <a:pt x="221111" y="46174"/>
                  <a:pt x="220437" y="44348"/>
                </a:cubicBezTo>
                <a:cubicBezTo>
                  <a:pt x="219764" y="42522"/>
                  <a:pt x="218697" y="41107"/>
                  <a:pt x="217238" y="40102"/>
                </a:cubicBezTo>
                <a:cubicBezTo>
                  <a:pt x="215778" y="39098"/>
                  <a:pt x="213859" y="38595"/>
                  <a:pt x="211479" y="38595"/>
                </a:cubicBezTo>
                <a:cubicBezTo>
                  <a:pt x="207931" y="38595"/>
                  <a:pt x="204889" y="39440"/>
                  <a:pt x="202352" y="41130"/>
                </a:cubicBezTo>
                <a:cubicBezTo>
                  <a:pt x="199815" y="42819"/>
                  <a:pt x="197603" y="44874"/>
                  <a:pt x="195717" y="47293"/>
                </a:cubicBezTo>
                <a:lnTo>
                  <a:pt x="195717" y="91874"/>
                </a:lnTo>
                <a:lnTo>
                  <a:pt x="177868" y="91874"/>
                </a:lnTo>
                <a:close/>
                <a:moveTo>
                  <a:pt x="284957" y="91874"/>
                </a:moveTo>
                <a:cubicBezTo>
                  <a:pt x="278311" y="91874"/>
                  <a:pt x="273158" y="91066"/>
                  <a:pt x="269498" y="89448"/>
                </a:cubicBezTo>
                <a:cubicBezTo>
                  <a:pt x="265838" y="87828"/>
                  <a:pt x="263290" y="85320"/>
                  <a:pt x="261853" y="81923"/>
                </a:cubicBezTo>
                <a:cubicBezTo>
                  <a:pt x="260416" y="78525"/>
                  <a:pt x="259698" y="74090"/>
                  <a:pt x="259698" y="68617"/>
                </a:cubicBezTo>
                <a:lnTo>
                  <a:pt x="259698" y="39067"/>
                </a:lnTo>
                <a:lnTo>
                  <a:pt x="248786" y="39067"/>
                </a:lnTo>
                <a:lnTo>
                  <a:pt x="248786" y="25326"/>
                </a:lnTo>
                <a:lnTo>
                  <a:pt x="259698" y="25326"/>
                </a:lnTo>
                <a:lnTo>
                  <a:pt x="259698" y="9834"/>
                </a:lnTo>
                <a:lnTo>
                  <a:pt x="277547" y="9834"/>
                </a:lnTo>
                <a:lnTo>
                  <a:pt x="277547" y="25326"/>
                </a:lnTo>
                <a:lnTo>
                  <a:pt x="291894" y="25326"/>
                </a:lnTo>
                <a:lnTo>
                  <a:pt x="291894" y="39067"/>
                </a:lnTo>
                <a:lnTo>
                  <a:pt x="277547" y="39067"/>
                </a:lnTo>
                <a:lnTo>
                  <a:pt x="277547" y="67681"/>
                </a:lnTo>
                <a:cubicBezTo>
                  <a:pt x="277547" y="71211"/>
                  <a:pt x="278030" y="73825"/>
                  <a:pt x="278995" y="75522"/>
                </a:cubicBezTo>
                <a:cubicBezTo>
                  <a:pt x="279961" y="77218"/>
                  <a:pt x="282150" y="78066"/>
                  <a:pt x="285563" y="78066"/>
                </a:cubicBezTo>
                <a:lnTo>
                  <a:pt x="291894" y="78066"/>
                </a:lnTo>
                <a:lnTo>
                  <a:pt x="291894" y="91874"/>
                </a:lnTo>
                <a:lnTo>
                  <a:pt x="284957" y="91874"/>
                </a:lnTo>
                <a:close/>
                <a:moveTo>
                  <a:pt x="304833" y="91874"/>
                </a:moveTo>
                <a:lnTo>
                  <a:pt x="304833" y="25326"/>
                </a:lnTo>
                <a:lnTo>
                  <a:pt x="321942" y="25326"/>
                </a:lnTo>
                <a:lnTo>
                  <a:pt x="322279" y="36575"/>
                </a:lnTo>
                <a:cubicBezTo>
                  <a:pt x="323985" y="32623"/>
                  <a:pt x="326545" y="29592"/>
                  <a:pt x="329957" y="27482"/>
                </a:cubicBezTo>
                <a:cubicBezTo>
                  <a:pt x="333370" y="25371"/>
                  <a:pt x="337501" y="24316"/>
                  <a:pt x="342351" y="24316"/>
                </a:cubicBezTo>
                <a:lnTo>
                  <a:pt x="343698" y="24316"/>
                </a:lnTo>
                <a:lnTo>
                  <a:pt x="343698" y="39336"/>
                </a:lnTo>
                <a:lnTo>
                  <a:pt x="342014" y="39336"/>
                </a:lnTo>
                <a:cubicBezTo>
                  <a:pt x="339365" y="39336"/>
                  <a:pt x="336828" y="39576"/>
                  <a:pt x="334403" y="40056"/>
                </a:cubicBezTo>
                <a:cubicBezTo>
                  <a:pt x="331978" y="40536"/>
                  <a:pt x="329778" y="41359"/>
                  <a:pt x="327802" y="42525"/>
                </a:cubicBezTo>
                <a:cubicBezTo>
                  <a:pt x="325826" y="43691"/>
                  <a:pt x="324120" y="45303"/>
                  <a:pt x="322683" y="47360"/>
                </a:cubicBezTo>
                <a:lnTo>
                  <a:pt x="322683" y="91874"/>
                </a:lnTo>
                <a:lnTo>
                  <a:pt x="304833" y="91874"/>
                </a:lnTo>
                <a:close/>
                <a:moveTo>
                  <a:pt x="373611" y="93087"/>
                </a:moveTo>
                <a:cubicBezTo>
                  <a:pt x="369884" y="93087"/>
                  <a:pt x="366404" y="92361"/>
                  <a:pt x="363171" y="90910"/>
                </a:cubicBezTo>
                <a:cubicBezTo>
                  <a:pt x="359937" y="89459"/>
                  <a:pt x="357322" y="87272"/>
                  <a:pt x="355324" y="84347"/>
                </a:cubicBezTo>
                <a:cubicBezTo>
                  <a:pt x="353325" y="81422"/>
                  <a:pt x="352326" y="77760"/>
                  <a:pt x="352326" y="73362"/>
                </a:cubicBezTo>
                <a:cubicBezTo>
                  <a:pt x="352326" y="67241"/>
                  <a:pt x="354145" y="62628"/>
                  <a:pt x="357782" y="59522"/>
                </a:cubicBezTo>
                <a:cubicBezTo>
                  <a:pt x="361419" y="56415"/>
                  <a:pt x="366505" y="54306"/>
                  <a:pt x="373038" y="53195"/>
                </a:cubicBezTo>
                <a:cubicBezTo>
                  <a:pt x="379572" y="52084"/>
                  <a:pt x="387172" y="51437"/>
                  <a:pt x="395839" y="51256"/>
                </a:cubicBezTo>
                <a:lnTo>
                  <a:pt x="395839" y="47642"/>
                </a:lnTo>
                <a:cubicBezTo>
                  <a:pt x="395839" y="43239"/>
                  <a:pt x="394817" y="40226"/>
                  <a:pt x="392774" y="38604"/>
                </a:cubicBezTo>
                <a:cubicBezTo>
                  <a:pt x="390731" y="36982"/>
                  <a:pt x="388093" y="36171"/>
                  <a:pt x="384859" y="36171"/>
                </a:cubicBezTo>
                <a:cubicBezTo>
                  <a:pt x="381312" y="36171"/>
                  <a:pt x="378393" y="37036"/>
                  <a:pt x="376103" y="38766"/>
                </a:cubicBezTo>
                <a:cubicBezTo>
                  <a:pt x="373813" y="40495"/>
                  <a:pt x="372668" y="43296"/>
                  <a:pt x="372668" y="47171"/>
                </a:cubicBezTo>
                <a:lnTo>
                  <a:pt x="355963" y="47171"/>
                </a:lnTo>
                <a:cubicBezTo>
                  <a:pt x="355963" y="41486"/>
                  <a:pt x="357187" y="36984"/>
                  <a:pt x="359634" y="33664"/>
                </a:cubicBezTo>
                <a:cubicBezTo>
                  <a:pt x="362082" y="30342"/>
                  <a:pt x="365472" y="27954"/>
                  <a:pt x="369805" y="26499"/>
                </a:cubicBezTo>
                <a:cubicBezTo>
                  <a:pt x="374139" y="25043"/>
                  <a:pt x="379157" y="24316"/>
                  <a:pt x="384859" y="24316"/>
                </a:cubicBezTo>
                <a:cubicBezTo>
                  <a:pt x="389036" y="24316"/>
                  <a:pt x="392852" y="24668"/>
                  <a:pt x="396310" y="25372"/>
                </a:cubicBezTo>
                <a:cubicBezTo>
                  <a:pt x="399768" y="26077"/>
                  <a:pt x="402765" y="27293"/>
                  <a:pt x="405302" y="29020"/>
                </a:cubicBezTo>
                <a:cubicBezTo>
                  <a:pt x="407839" y="30746"/>
                  <a:pt x="409804" y="33098"/>
                  <a:pt x="411196" y="36076"/>
                </a:cubicBezTo>
                <a:cubicBezTo>
                  <a:pt x="412588" y="39052"/>
                  <a:pt x="413284" y="42767"/>
                  <a:pt x="413284" y="47221"/>
                </a:cubicBezTo>
                <a:lnTo>
                  <a:pt x="413284" y="91874"/>
                </a:lnTo>
                <a:lnTo>
                  <a:pt x="396580" y="91874"/>
                </a:lnTo>
                <a:lnTo>
                  <a:pt x="396041" y="83388"/>
                </a:lnTo>
                <a:cubicBezTo>
                  <a:pt x="393257" y="86576"/>
                  <a:pt x="390023" y="88989"/>
                  <a:pt x="386341" y="90628"/>
                </a:cubicBezTo>
                <a:cubicBezTo>
                  <a:pt x="382659" y="92267"/>
                  <a:pt x="378416" y="93087"/>
                  <a:pt x="373611" y="93087"/>
                </a:cubicBezTo>
                <a:moveTo>
                  <a:pt x="379471" y="80828"/>
                </a:moveTo>
                <a:cubicBezTo>
                  <a:pt x="382839" y="80828"/>
                  <a:pt x="385948" y="79934"/>
                  <a:pt x="388800" y="78146"/>
                </a:cubicBezTo>
                <a:cubicBezTo>
                  <a:pt x="391651" y="76357"/>
                  <a:pt x="393930" y="74317"/>
                  <a:pt x="395637" y="72025"/>
                </a:cubicBezTo>
                <a:lnTo>
                  <a:pt x="395637" y="61158"/>
                </a:lnTo>
                <a:cubicBezTo>
                  <a:pt x="386207" y="61204"/>
                  <a:pt x="379606" y="62110"/>
                  <a:pt x="375834" y="63875"/>
                </a:cubicBezTo>
                <a:cubicBezTo>
                  <a:pt x="372062" y="65640"/>
                  <a:pt x="370176" y="68495"/>
                  <a:pt x="370176" y="72438"/>
                </a:cubicBezTo>
                <a:cubicBezTo>
                  <a:pt x="370176" y="75281"/>
                  <a:pt x="371040" y="77390"/>
                  <a:pt x="372769" y="78765"/>
                </a:cubicBezTo>
                <a:cubicBezTo>
                  <a:pt x="374498" y="80140"/>
                  <a:pt x="376732" y="80828"/>
                  <a:pt x="379471" y="80828"/>
                </a:cubicBezTo>
                <a:close/>
                <a:moveTo>
                  <a:pt x="455444" y="93087"/>
                </a:moveTo>
                <a:cubicBezTo>
                  <a:pt x="451807" y="93087"/>
                  <a:pt x="448237" y="92747"/>
                  <a:pt x="444734" y="92066"/>
                </a:cubicBezTo>
                <a:cubicBezTo>
                  <a:pt x="441232" y="91385"/>
                  <a:pt x="438066" y="90217"/>
                  <a:pt x="435237" y="88559"/>
                </a:cubicBezTo>
                <a:cubicBezTo>
                  <a:pt x="432408" y="86902"/>
                  <a:pt x="430163" y="84643"/>
                  <a:pt x="428501" y="81784"/>
                </a:cubicBezTo>
                <a:cubicBezTo>
                  <a:pt x="426840" y="78924"/>
                  <a:pt x="426009" y="75360"/>
                  <a:pt x="426009" y="71093"/>
                </a:cubicBezTo>
                <a:lnTo>
                  <a:pt x="442579" y="71093"/>
                </a:lnTo>
                <a:cubicBezTo>
                  <a:pt x="442579" y="74863"/>
                  <a:pt x="443870" y="77485"/>
                  <a:pt x="446452" y="78957"/>
                </a:cubicBezTo>
                <a:cubicBezTo>
                  <a:pt x="449034" y="80429"/>
                  <a:pt x="452054" y="81165"/>
                  <a:pt x="455511" y="81165"/>
                </a:cubicBezTo>
                <a:cubicBezTo>
                  <a:pt x="458924" y="81165"/>
                  <a:pt x="461574" y="80599"/>
                  <a:pt x="463460" y="79468"/>
                </a:cubicBezTo>
                <a:cubicBezTo>
                  <a:pt x="465346" y="78336"/>
                  <a:pt x="466289" y="76429"/>
                  <a:pt x="466289" y="73749"/>
                </a:cubicBezTo>
                <a:cubicBezTo>
                  <a:pt x="466289" y="71253"/>
                  <a:pt x="465177" y="69392"/>
                  <a:pt x="462954" y="68167"/>
                </a:cubicBezTo>
                <a:cubicBezTo>
                  <a:pt x="460732" y="66941"/>
                  <a:pt x="456836" y="65692"/>
                  <a:pt x="451268" y="64420"/>
                </a:cubicBezTo>
                <a:cubicBezTo>
                  <a:pt x="446598" y="63285"/>
                  <a:pt x="442433" y="61912"/>
                  <a:pt x="438773" y="60301"/>
                </a:cubicBezTo>
                <a:cubicBezTo>
                  <a:pt x="435114" y="58690"/>
                  <a:pt x="432251" y="56535"/>
                  <a:pt x="430185" y="53835"/>
                </a:cubicBezTo>
                <a:cubicBezTo>
                  <a:pt x="428120" y="51134"/>
                  <a:pt x="427087" y="47581"/>
                  <a:pt x="427087" y="43178"/>
                </a:cubicBezTo>
                <a:cubicBezTo>
                  <a:pt x="427087" y="39727"/>
                  <a:pt x="427873" y="36799"/>
                  <a:pt x="429444" y="34394"/>
                </a:cubicBezTo>
                <a:cubicBezTo>
                  <a:pt x="431016" y="31987"/>
                  <a:pt x="433115" y="30047"/>
                  <a:pt x="435742" y="28572"/>
                </a:cubicBezTo>
                <a:cubicBezTo>
                  <a:pt x="438369" y="27097"/>
                  <a:pt x="441333" y="26019"/>
                  <a:pt x="444633" y="25339"/>
                </a:cubicBezTo>
                <a:cubicBezTo>
                  <a:pt x="447934" y="24657"/>
                  <a:pt x="451313" y="24316"/>
                  <a:pt x="454771" y="24316"/>
                </a:cubicBezTo>
                <a:cubicBezTo>
                  <a:pt x="458138" y="24316"/>
                  <a:pt x="461439" y="24656"/>
                  <a:pt x="464672" y="25337"/>
                </a:cubicBezTo>
                <a:cubicBezTo>
                  <a:pt x="467905" y="26017"/>
                  <a:pt x="470824" y="27164"/>
                  <a:pt x="473428" y="28776"/>
                </a:cubicBezTo>
                <a:cubicBezTo>
                  <a:pt x="476033" y="30387"/>
                  <a:pt x="478121" y="32554"/>
                  <a:pt x="479693" y="35278"/>
                </a:cubicBezTo>
                <a:cubicBezTo>
                  <a:pt x="481264" y="38002"/>
                  <a:pt x="482050" y="41406"/>
                  <a:pt x="482050" y="45491"/>
                </a:cubicBezTo>
                <a:lnTo>
                  <a:pt x="465480" y="45491"/>
                </a:lnTo>
                <a:cubicBezTo>
                  <a:pt x="465480" y="42038"/>
                  <a:pt x="464414" y="39644"/>
                  <a:pt x="462281" y="38309"/>
                </a:cubicBezTo>
                <a:cubicBezTo>
                  <a:pt x="460148" y="36973"/>
                  <a:pt x="457644" y="36305"/>
                  <a:pt x="454771" y="36305"/>
                </a:cubicBezTo>
                <a:cubicBezTo>
                  <a:pt x="451672" y="36305"/>
                  <a:pt x="449236" y="36770"/>
                  <a:pt x="447462" y="37699"/>
                </a:cubicBezTo>
                <a:cubicBezTo>
                  <a:pt x="445689" y="38626"/>
                  <a:pt x="444802" y="40157"/>
                  <a:pt x="444802" y="42292"/>
                </a:cubicBezTo>
                <a:cubicBezTo>
                  <a:pt x="444802" y="43517"/>
                  <a:pt x="445363" y="44595"/>
                  <a:pt x="446486" y="45527"/>
                </a:cubicBezTo>
                <a:cubicBezTo>
                  <a:pt x="447608" y="46457"/>
                  <a:pt x="449404" y="47319"/>
                  <a:pt x="451874" y="48114"/>
                </a:cubicBezTo>
                <a:cubicBezTo>
                  <a:pt x="454344" y="48908"/>
                  <a:pt x="457600" y="49759"/>
                  <a:pt x="461641" y="50667"/>
                </a:cubicBezTo>
                <a:cubicBezTo>
                  <a:pt x="465907" y="51666"/>
                  <a:pt x="469724" y="52960"/>
                  <a:pt x="473092" y="54548"/>
                </a:cubicBezTo>
                <a:cubicBezTo>
                  <a:pt x="476459" y="56137"/>
                  <a:pt x="479131" y="58271"/>
                  <a:pt x="481107" y="60949"/>
                </a:cubicBezTo>
                <a:cubicBezTo>
                  <a:pt x="483083" y="63627"/>
                  <a:pt x="484071" y="67099"/>
                  <a:pt x="484071" y="71366"/>
                </a:cubicBezTo>
                <a:cubicBezTo>
                  <a:pt x="484071" y="75362"/>
                  <a:pt x="483274" y="78743"/>
                  <a:pt x="481680" y="81512"/>
                </a:cubicBezTo>
                <a:cubicBezTo>
                  <a:pt x="480085" y="84281"/>
                  <a:pt x="477952" y="86516"/>
                  <a:pt x="475281" y="88218"/>
                </a:cubicBezTo>
                <a:cubicBezTo>
                  <a:pt x="472609" y="89920"/>
                  <a:pt x="469555" y="91157"/>
                  <a:pt x="466120" y="91929"/>
                </a:cubicBezTo>
                <a:cubicBezTo>
                  <a:pt x="462685" y="92701"/>
                  <a:pt x="459126" y="93087"/>
                  <a:pt x="455444" y="93087"/>
                </a:cubicBezTo>
                <a:close/>
                <a:moveTo>
                  <a:pt x="527715" y="91874"/>
                </a:moveTo>
                <a:cubicBezTo>
                  <a:pt x="521070" y="91874"/>
                  <a:pt x="515917" y="91066"/>
                  <a:pt x="512257" y="89448"/>
                </a:cubicBezTo>
                <a:cubicBezTo>
                  <a:pt x="508597" y="87828"/>
                  <a:pt x="506049" y="85320"/>
                  <a:pt x="504612" y="81923"/>
                </a:cubicBezTo>
                <a:cubicBezTo>
                  <a:pt x="503175" y="78525"/>
                  <a:pt x="502457" y="74090"/>
                  <a:pt x="502457" y="68617"/>
                </a:cubicBezTo>
                <a:lnTo>
                  <a:pt x="502457" y="39067"/>
                </a:lnTo>
                <a:lnTo>
                  <a:pt x="491545" y="39067"/>
                </a:lnTo>
                <a:lnTo>
                  <a:pt x="491545" y="25326"/>
                </a:lnTo>
                <a:lnTo>
                  <a:pt x="502457" y="25326"/>
                </a:lnTo>
                <a:lnTo>
                  <a:pt x="502457" y="9834"/>
                </a:lnTo>
                <a:lnTo>
                  <a:pt x="520306" y="9834"/>
                </a:lnTo>
                <a:lnTo>
                  <a:pt x="520306" y="25326"/>
                </a:lnTo>
                <a:lnTo>
                  <a:pt x="534653" y="25326"/>
                </a:lnTo>
                <a:lnTo>
                  <a:pt x="534653" y="39067"/>
                </a:lnTo>
                <a:lnTo>
                  <a:pt x="520306" y="39067"/>
                </a:lnTo>
                <a:lnTo>
                  <a:pt x="520306" y="67681"/>
                </a:lnTo>
                <a:cubicBezTo>
                  <a:pt x="520306" y="71211"/>
                  <a:pt x="520789" y="73825"/>
                  <a:pt x="521754" y="75522"/>
                </a:cubicBezTo>
                <a:cubicBezTo>
                  <a:pt x="522720" y="77218"/>
                  <a:pt x="524909" y="78066"/>
                  <a:pt x="528322" y="78066"/>
                </a:cubicBezTo>
                <a:lnTo>
                  <a:pt x="534653" y="78066"/>
                </a:lnTo>
                <a:lnTo>
                  <a:pt x="534653" y="91874"/>
                </a:lnTo>
                <a:lnTo>
                  <a:pt x="527715" y="91874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6D8CE-7218-4AB4-9A52-C2044DAC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321" y="4018891"/>
            <a:ext cx="217428" cy="478491"/>
          </a:xfrm>
          <a:custGeom xmlns:a="http://schemas.openxmlformats.org/drawingml/2006/main">
            <a:pathLst>
              <a:path w="217428" h="478491">
                <a:moveTo>
                  <a:pt x="31816" y="18835"/>
                </a:moveTo>
                <a:lnTo>
                  <a:pt x="6790" y="0"/>
                </a:lnTo>
                <a:lnTo>
                  <a:pt x="0" y="9021"/>
                </a:lnTo>
                <a:lnTo>
                  <a:pt x="24643" y="27567"/>
                </a:lnTo>
                <a:lnTo>
                  <a:pt x="34948" y="36801"/>
                </a:lnTo>
                <a:lnTo>
                  <a:pt x="42483" y="28393"/>
                </a:lnTo>
                <a:lnTo>
                  <a:pt x="31816" y="18835"/>
                </a:lnTo>
                <a:close/>
                <a:moveTo>
                  <a:pt x="76620" y="62533"/>
                </a:moveTo>
                <a:lnTo>
                  <a:pt x="67042" y="52364"/>
                </a:lnTo>
                <a:lnTo>
                  <a:pt x="58822" y="60106"/>
                </a:lnTo>
                <a:lnTo>
                  <a:pt x="68082" y="69936"/>
                </a:lnTo>
                <a:lnTo>
                  <a:pt x="87015" y="93721"/>
                </a:lnTo>
                <a:lnTo>
                  <a:pt x="87197" y="93991"/>
                </a:lnTo>
                <a:lnTo>
                  <a:pt x="96572" y="87702"/>
                </a:lnTo>
                <a:lnTo>
                  <a:pt x="96132" y="87044"/>
                </a:lnTo>
                <a:lnTo>
                  <a:pt x="76620" y="62533"/>
                </a:lnTo>
                <a:close/>
                <a:moveTo>
                  <a:pt x="115445" y="116354"/>
                </a:moveTo>
                <a:lnTo>
                  <a:pt x="105600" y="121879"/>
                </a:lnTo>
                <a:lnTo>
                  <a:pt x="119142" y="146010"/>
                </a:lnTo>
                <a:lnTo>
                  <a:pt x="126315" y="161481"/>
                </a:lnTo>
                <a:lnTo>
                  <a:pt x="136560" y="156732"/>
                </a:lnTo>
                <a:lnTo>
                  <a:pt x="129203" y="140867"/>
                </a:lnTo>
                <a:lnTo>
                  <a:pt x="115445" y="116354"/>
                </a:lnTo>
                <a:close/>
                <a:moveTo>
                  <a:pt x="149623" y="188416"/>
                </a:moveTo>
                <a:lnTo>
                  <a:pt x="139053" y="192384"/>
                </a:lnTo>
                <a:lnTo>
                  <a:pt x="143407" y="203982"/>
                </a:lnTo>
                <a:lnTo>
                  <a:pt x="152552" y="235025"/>
                </a:lnTo>
                <a:lnTo>
                  <a:pt x="163381" y="231835"/>
                </a:lnTo>
                <a:lnTo>
                  <a:pt x="154126" y="200408"/>
                </a:lnTo>
                <a:lnTo>
                  <a:pt x="149623" y="188416"/>
                </a:lnTo>
                <a:close/>
                <a:moveTo>
                  <a:pt x="170770" y="265689"/>
                </a:moveTo>
                <a:lnTo>
                  <a:pt x="159604" y="267352"/>
                </a:lnTo>
                <a:lnTo>
                  <a:pt x="164455" y="299950"/>
                </a:lnTo>
                <a:lnTo>
                  <a:pt x="165420" y="311741"/>
                </a:lnTo>
                <a:lnTo>
                  <a:pt x="176675" y="310820"/>
                </a:lnTo>
                <a:lnTo>
                  <a:pt x="175679" y="298659"/>
                </a:lnTo>
                <a:lnTo>
                  <a:pt x="170770" y="265689"/>
                </a:lnTo>
                <a:close/>
                <a:moveTo>
                  <a:pt x="167841" y="368689"/>
                </a:moveTo>
                <a:lnTo>
                  <a:pt x="166196" y="388046"/>
                </a:lnTo>
                <a:lnTo>
                  <a:pt x="127754" y="383420"/>
                </a:lnTo>
                <a:lnTo>
                  <a:pt x="161798" y="478491"/>
                </a:lnTo>
                <a:lnTo>
                  <a:pt x="217428" y="394212"/>
                </a:lnTo>
                <a:lnTo>
                  <a:pt x="177412" y="389396"/>
                </a:lnTo>
                <a:lnTo>
                  <a:pt x="179140" y="369061"/>
                </a:lnTo>
                <a:lnTo>
                  <a:pt x="178720" y="344977"/>
                </a:lnTo>
                <a:lnTo>
                  <a:pt x="167432" y="345173"/>
                </a:lnTo>
                <a:lnTo>
                  <a:pt x="167841" y="368689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D0A2CC-3C79-4DD3-A0BB-9F5E1E95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7252" y="3971761"/>
            <a:ext cx="300434" cy="207473"/>
          </a:xfrm>
          <a:custGeom xmlns:a="http://schemas.openxmlformats.org/drawingml/2006/main">
            <a:pathLst>
              <a:path w="300434" h="207473">
                <a:moveTo>
                  <a:pt x="300434" y="10666"/>
                </a:moveTo>
                <a:lnTo>
                  <a:pt x="296733" y="0"/>
                </a:lnTo>
                <a:lnTo>
                  <a:pt x="254067" y="14806"/>
                </a:lnTo>
                <a:lnTo>
                  <a:pt x="257768" y="25472"/>
                </a:lnTo>
                <a:lnTo>
                  <a:pt x="300434" y="10666"/>
                </a:lnTo>
                <a:close/>
                <a:moveTo>
                  <a:pt x="187120" y="58836"/>
                </a:moveTo>
                <a:lnTo>
                  <a:pt x="216529" y="43367"/>
                </a:lnTo>
                <a:lnTo>
                  <a:pt x="227088" y="38785"/>
                </a:lnTo>
                <a:lnTo>
                  <a:pt x="222592" y="28428"/>
                </a:lnTo>
                <a:lnTo>
                  <a:pt x="211640" y="33182"/>
                </a:lnTo>
                <a:lnTo>
                  <a:pt x="181864" y="48843"/>
                </a:lnTo>
                <a:lnTo>
                  <a:pt x="187120" y="58836"/>
                </a:lnTo>
                <a:close/>
                <a:moveTo>
                  <a:pt x="121244" y="100809"/>
                </a:moveTo>
                <a:lnTo>
                  <a:pt x="138511" y="88172"/>
                </a:lnTo>
                <a:lnTo>
                  <a:pt x="158314" y="75803"/>
                </a:lnTo>
                <a:lnTo>
                  <a:pt x="152333" y="66227"/>
                </a:lnTo>
                <a:lnTo>
                  <a:pt x="132180" y="78814"/>
                </a:lnTo>
                <a:lnTo>
                  <a:pt x="114576" y="91698"/>
                </a:lnTo>
                <a:lnTo>
                  <a:pt x="121244" y="100809"/>
                </a:lnTo>
                <a:close/>
                <a:moveTo>
                  <a:pt x="29106" y="110775"/>
                </a:moveTo>
                <a:lnTo>
                  <a:pt x="0" y="207473"/>
                </a:lnTo>
                <a:lnTo>
                  <a:pt x="94822" y="172739"/>
                </a:lnTo>
                <a:lnTo>
                  <a:pt x="66127" y="145682"/>
                </a:lnTo>
                <a:lnTo>
                  <a:pt x="67467" y="144271"/>
                </a:lnTo>
                <a:lnTo>
                  <a:pt x="94680" y="121122"/>
                </a:lnTo>
                <a:lnTo>
                  <a:pt x="87366" y="112522"/>
                </a:lnTo>
                <a:lnTo>
                  <a:pt x="59696" y="136059"/>
                </a:lnTo>
                <a:lnTo>
                  <a:pt x="57913" y="137937"/>
                </a:lnTo>
                <a:lnTo>
                  <a:pt x="29106" y="110775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19045-CEED-4028-9C88-78320F8B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784" y="4148146"/>
            <a:ext cx="116757" cy="294595"/>
          </a:xfrm>
          <a:custGeom xmlns:a="http://schemas.openxmlformats.org/drawingml/2006/main">
            <a:pathLst>
              <a:path w="116757" h="294595">
                <a:moveTo>
                  <a:pt x="106040" y="294595"/>
                </a:moveTo>
                <a:lnTo>
                  <a:pt x="91851" y="251720"/>
                </a:lnTo>
                <a:lnTo>
                  <a:pt x="102570" y="248173"/>
                </a:lnTo>
                <a:lnTo>
                  <a:pt x="116757" y="291048"/>
                </a:lnTo>
                <a:lnTo>
                  <a:pt x="106040" y="294595"/>
                </a:lnTo>
                <a:close/>
                <a:moveTo>
                  <a:pt x="81211" y="219565"/>
                </a:moveTo>
                <a:lnTo>
                  <a:pt x="67021" y="176690"/>
                </a:lnTo>
                <a:lnTo>
                  <a:pt x="77740" y="173143"/>
                </a:lnTo>
                <a:lnTo>
                  <a:pt x="91930" y="216018"/>
                </a:lnTo>
                <a:lnTo>
                  <a:pt x="81211" y="219565"/>
                </a:lnTo>
                <a:close/>
                <a:moveTo>
                  <a:pt x="56381" y="144534"/>
                </a:moveTo>
                <a:lnTo>
                  <a:pt x="42194" y="101660"/>
                </a:lnTo>
                <a:lnTo>
                  <a:pt x="52913" y="98113"/>
                </a:lnTo>
                <a:lnTo>
                  <a:pt x="67100" y="140987"/>
                </a:lnTo>
                <a:lnTo>
                  <a:pt x="56381" y="144534"/>
                </a:lnTo>
                <a:close/>
                <a:moveTo>
                  <a:pt x="31552" y="69504"/>
                </a:moveTo>
                <a:lnTo>
                  <a:pt x="30420" y="66085"/>
                </a:lnTo>
                <a:lnTo>
                  <a:pt x="41139" y="62538"/>
                </a:lnTo>
                <a:lnTo>
                  <a:pt x="42271" y="65957"/>
                </a:lnTo>
                <a:lnTo>
                  <a:pt x="31552" y="69504"/>
                </a:lnTo>
                <a:close/>
                <a:moveTo>
                  <a:pt x="0" y="99937"/>
                </a:moveTo>
                <a:lnTo>
                  <a:pt x="14499" y="0"/>
                </a:lnTo>
                <a:lnTo>
                  <a:pt x="85750" y="71561"/>
                </a:lnTo>
                <a:lnTo>
                  <a:pt x="0" y="9993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0FA9F-B383-4CF8-85B6-1F0CDA4A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980" y="4162645"/>
            <a:ext cx="309197" cy="157612"/>
          </a:xfrm>
          <a:custGeom xmlns:a="http://schemas.openxmlformats.org/drawingml/2006/main">
            <a:pathLst>
              <a:path w="309197" h="157612">
                <a:moveTo>
                  <a:pt x="309197" y="282"/>
                </a:moveTo>
                <a:lnTo>
                  <a:pt x="208215" y="0"/>
                </a:lnTo>
                <a:lnTo>
                  <a:pt x="225788" y="35393"/>
                </a:lnTo>
                <a:lnTo>
                  <a:pt x="212361" y="42060"/>
                </a:lnTo>
                <a:lnTo>
                  <a:pt x="217380" y="52173"/>
                </a:lnTo>
                <a:lnTo>
                  <a:pt x="230808" y="45505"/>
                </a:lnTo>
                <a:lnTo>
                  <a:pt x="248381" y="80899"/>
                </a:lnTo>
                <a:lnTo>
                  <a:pt x="309197" y="282"/>
                </a:lnTo>
                <a:close/>
                <a:moveTo>
                  <a:pt x="182024" y="57123"/>
                </a:moveTo>
                <a:lnTo>
                  <a:pt x="141573" y="77207"/>
                </a:lnTo>
                <a:lnTo>
                  <a:pt x="146595" y="87319"/>
                </a:lnTo>
                <a:lnTo>
                  <a:pt x="187043" y="67236"/>
                </a:lnTo>
                <a:lnTo>
                  <a:pt x="182024" y="57123"/>
                </a:lnTo>
                <a:close/>
                <a:moveTo>
                  <a:pt x="70788" y="112353"/>
                </a:moveTo>
                <a:lnTo>
                  <a:pt x="75807" y="122466"/>
                </a:lnTo>
                <a:lnTo>
                  <a:pt x="116258" y="102382"/>
                </a:lnTo>
                <a:lnTo>
                  <a:pt x="111236" y="92270"/>
                </a:lnTo>
                <a:lnTo>
                  <a:pt x="70788" y="112353"/>
                </a:lnTo>
                <a:close/>
                <a:moveTo>
                  <a:pt x="0" y="147500"/>
                </a:moveTo>
                <a:lnTo>
                  <a:pt x="5022" y="157612"/>
                </a:lnTo>
                <a:lnTo>
                  <a:pt x="45470" y="137529"/>
                </a:lnTo>
                <a:lnTo>
                  <a:pt x="40451" y="127416"/>
                </a:lnTo>
                <a:lnTo>
                  <a:pt x="0" y="14750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5A76A-FBB9-45C3-8E43-A8A64079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3386" y="3779961"/>
            <a:ext cx="199212" cy="201140"/>
          </a:xfrm>
          <a:custGeom xmlns:a="http://schemas.openxmlformats.org/drawingml/2006/main">
            <a:pathLst>
              <a:path w="199212" h="201140">
                <a:moveTo>
                  <a:pt x="58432" y="3709"/>
                </a:moveTo>
                <a:lnTo>
                  <a:pt x="41652" y="11128"/>
                </a:lnTo>
                <a:lnTo>
                  <a:pt x="33952" y="16842"/>
                </a:lnTo>
                <a:lnTo>
                  <a:pt x="40679" y="25909"/>
                </a:lnTo>
                <a:lnTo>
                  <a:pt x="47371" y="20944"/>
                </a:lnTo>
                <a:lnTo>
                  <a:pt x="61861" y="14538"/>
                </a:lnTo>
                <a:lnTo>
                  <a:pt x="78057" y="11309"/>
                </a:lnTo>
                <a:lnTo>
                  <a:pt x="78815" y="11322"/>
                </a:lnTo>
                <a:lnTo>
                  <a:pt x="79002" y="33"/>
                </a:lnTo>
                <a:lnTo>
                  <a:pt x="77036" y="0"/>
                </a:lnTo>
                <a:lnTo>
                  <a:pt x="58432" y="3709"/>
                </a:lnTo>
                <a:close/>
                <a:moveTo>
                  <a:pt x="117024" y="4773"/>
                </a:moveTo>
                <a:lnTo>
                  <a:pt x="113609" y="4015"/>
                </a:lnTo>
                <a:lnTo>
                  <a:pt x="111164" y="15037"/>
                </a:lnTo>
                <a:lnTo>
                  <a:pt x="113527" y="15562"/>
                </a:lnTo>
                <a:lnTo>
                  <a:pt x="130311" y="22821"/>
                </a:lnTo>
                <a:lnTo>
                  <a:pt x="145660" y="32996"/>
                </a:lnTo>
                <a:lnTo>
                  <a:pt x="147855" y="35055"/>
                </a:lnTo>
                <a:lnTo>
                  <a:pt x="155580" y="26822"/>
                </a:lnTo>
                <a:lnTo>
                  <a:pt x="152694" y="24114"/>
                </a:lnTo>
                <a:lnTo>
                  <a:pt x="135716" y="12858"/>
                </a:lnTo>
                <a:lnTo>
                  <a:pt x="117024" y="4773"/>
                </a:lnTo>
                <a:close/>
                <a:moveTo>
                  <a:pt x="0" y="89989"/>
                </a:moveTo>
                <a:lnTo>
                  <a:pt x="11263" y="90770"/>
                </a:lnTo>
                <a:lnTo>
                  <a:pt x="12543" y="72318"/>
                </a:lnTo>
                <a:lnTo>
                  <a:pt x="17131" y="56170"/>
                </a:lnTo>
                <a:lnTo>
                  <a:pt x="20663" y="49571"/>
                </a:lnTo>
                <a:lnTo>
                  <a:pt x="10710" y="44242"/>
                </a:lnTo>
                <a:lnTo>
                  <a:pt x="6603" y="51917"/>
                </a:lnTo>
                <a:lnTo>
                  <a:pt x="1362" y="70361"/>
                </a:lnTo>
                <a:lnTo>
                  <a:pt x="0" y="89989"/>
                </a:lnTo>
                <a:close/>
                <a:moveTo>
                  <a:pt x="189582" y="72476"/>
                </a:moveTo>
                <a:lnTo>
                  <a:pt x="180012" y="54352"/>
                </a:lnTo>
                <a:lnTo>
                  <a:pt x="178720" y="52660"/>
                </a:lnTo>
                <a:lnTo>
                  <a:pt x="169749" y="59515"/>
                </a:lnTo>
                <a:lnTo>
                  <a:pt x="170469" y="60459"/>
                </a:lnTo>
                <a:lnTo>
                  <a:pt x="179137" y="76874"/>
                </a:lnTo>
                <a:lnTo>
                  <a:pt x="184823" y="94514"/>
                </a:lnTo>
                <a:lnTo>
                  <a:pt x="185314" y="98384"/>
                </a:lnTo>
                <a:lnTo>
                  <a:pt x="196514" y="96958"/>
                </a:lnTo>
                <a:lnTo>
                  <a:pt x="195888" y="92042"/>
                </a:lnTo>
                <a:lnTo>
                  <a:pt x="189582" y="72476"/>
                </a:lnTo>
                <a:close/>
                <a:moveTo>
                  <a:pt x="185961" y="130988"/>
                </a:moveTo>
                <a:lnTo>
                  <a:pt x="186086" y="130269"/>
                </a:lnTo>
                <a:lnTo>
                  <a:pt x="181689" y="145746"/>
                </a:lnTo>
                <a:lnTo>
                  <a:pt x="176335" y="149797"/>
                </a:lnTo>
                <a:lnTo>
                  <a:pt x="162451" y="118638"/>
                </a:lnTo>
                <a:lnTo>
                  <a:pt x="98329" y="196651"/>
                </a:lnTo>
                <a:lnTo>
                  <a:pt x="199212" y="201140"/>
                </a:lnTo>
                <a:lnTo>
                  <a:pt x="181053" y="160385"/>
                </a:lnTo>
                <a:lnTo>
                  <a:pt x="191517" y="152467"/>
                </a:lnTo>
                <a:lnTo>
                  <a:pt x="197108" y="132789"/>
                </a:lnTo>
                <a:lnTo>
                  <a:pt x="197180" y="131766"/>
                </a:lnTo>
                <a:lnTo>
                  <a:pt x="185961" y="130988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12b9a4d3b42c2"/>
          <a:stretch xmlns:a="http://schemas.openxmlformats.org/drawingml/2006/main"/>
        </p:blipFill>
        <p:spPr>
          <a:xfrm xmlns:a="http://schemas.openxmlformats.org/drawingml/2006/main">
            <a:off x="7859835" y="3635363"/>
            <a:ext cx="1118352" cy="1266151"/>
          </a:xfrm>
          <a:prstGeom xmlns:a="http://schemas.openxmlformats.org/drawingml/2006/main" prst="rect">
            <a:avLst/>
          </a:prstGeom>
        </p:spPr>
      </p:pic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873D3E-AF2B-46C7-B361-EA0A87E4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253" y="3754013"/>
            <a:ext cx="881871" cy="1024745"/>
          </a:xfrm>
          <a:custGeom xmlns:a="http://schemas.openxmlformats.org/drawingml/2006/main">
            <a:pathLst>
              <a:path w="881871" h="1024745">
                <a:moveTo>
                  <a:pt x="31606" y="1024745"/>
                </a:moveTo>
                <a:cubicBezTo>
                  <a:pt x="14149" y="1024745"/>
                  <a:pt x="0" y="1010594"/>
                  <a:pt x="0" y="993139"/>
                </a:cubicBezTo>
                <a:lnTo>
                  <a:pt x="0" y="31606"/>
                </a:lnTo>
                <a:cubicBezTo>
                  <a:pt x="0" y="14151"/>
                  <a:pt x="14149" y="0"/>
                  <a:pt x="31606" y="0"/>
                </a:cubicBezTo>
                <a:lnTo>
                  <a:pt x="850265" y="0"/>
                </a:lnTo>
                <a:cubicBezTo>
                  <a:pt x="867720" y="0"/>
                  <a:pt x="881871" y="14151"/>
                  <a:pt x="881871" y="31606"/>
                </a:cubicBezTo>
                <a:lnTo>
                  <a:pt x="881871" y="993139"/>
                </a:lnTo>
                <a:cubicBezTo>
                  <a:pt x="881871" y="1010594"/>
                  <a:pt x="867720" y="1024745"/>
                  <a:pt x="850265" y="1024745"/>
                </a:cubicBezTo>
                <a:lnTo>
                  <a:pt x="31606" y="102474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Attribution">
            <a:extLst xmlns:a="http://schemas.openxmlformats.org/drawingml/2006/main">
              <a:ext uri="{FF2B5EF4-FFF2-40B4-BE49-F238E27FC236}">
                <a16:creationId xmlns:a16="http://schemas.microsoft.com/office/drawing/2014/main" id="{4FB8D7E8-3876-429B-A17C-C9F1A91D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567" y="3774367"/>
            <a:ext cx="660517" cy="93760"/>
          </a:xfrm>
          <a:custGeom xmlns:a="http://schemas.openxmlformats.org/drawingml/2006/main">
            <a:pathLst>
              <a:path w="660517" h="93760">
                <a:moveTo>
                  <a:pt x="0" y="92548"/>
                </a:moveTo>
                <a:lnTo>
                  <a:pt x="32601" y="1886"/>
                </a:lnTo>
                <a:lnTo>
                  <a:pt x="52471" y="1886"/>
                </a:lnTo>
                <a:lnTo>
                  <a:pt x="85139" y="92548"/>
                </a:lnTo>
                <a:lnTo>
                  <a:pt x="65403" y="92548"/>
                </a:lnTo>
                <a:lnTo>
                  <a:pt x="58937" y="72610"/>
                </a:lnTo>
                <a:lnTo>
                  <a:pt x="26202" y="72610"/>
                </a:lnTo>
                <a:lnTo>
                  <a:pt x="19533" y="92548"/>
                </a:lnTo>
                <a:lnTo>
                  <a:pt x="0" y="92548"/>
                </a:lnTo>
                <a:moveTo>
                  <a:pt x="30715" y="56916"/>
                </a:moveTo>
                <a:lnTo>
                  <a:pt x="54289" y="56916"/>
                </a:lnTo>
                <a:lnTo>
                  <a:pt x="42502" y="20611"/>
                </a:lnTo>
                <a:lnTo>
                  <a:pt x="30715" y="56916"/>
                </a:lnTo>
                <a:close/>
                <a:moveTo>
                  <a:pt x="122122" y="92548"/>
                </a:moveTo>
                <a:cubicBezTo>
                  <a:pt x="115476" y="92548"/>
                  <a:pt x="110323" y="91739"/>
                  <a:pt x="106663" y="90121"/>
                </a:cubicBezTo>
                <a:cubicBezTo>
                  <a:pt x="103004" y="88502"/>
                  <a:pt x="100455" y="85993"/>
                  <a:pt x="99018" y="82596"/>
                </a:cubicBezTo>
                <a:cubicBezTo>
                  <a:pt x="97581" y="79199"/>
                  <a:pt x="96863" y="74764"/>
                  <a:pt x="96863" y="69291"/>
                </a:cubicBezTo>
                <a:lnTo>
                  <a:pt x="96863" y="39740"/>
                </a:lnTo>
                <a:lnTo>
                  <a:pt x="85951" y="39740"/>
                </a:lnTo>
                <a:lnTo>
                  <a:pt x="85951" y="26000"/>
                </a:lnTo>
                <a:lnTo>
                  <a:pt x="96863" y="26000"/>
                </a:lnTo>
                <a:lnTo>
                  <a:pt x="96863" y="10508"/>
                </a:lnTo>
                <a:lnTo>
                  <a:pt x="114712" y="10508"/>
                </a:lnTo>
                <a:lnTo>
                  <a:pt x="114712" y="26000"/>
                </a:lnTo>
                <a:lnTo>
                  <a:pt x="129059" y="26000"/>
                </a:lnTo>
                <a:lnTo>
                  <a:pt x="129059" y="39740"/>
                </a:lnTo>
                <a:lnTo>
                  <a:pt x="114712" y="39740"/>
                </a:lnTo>
                <a:lnTo>
                  <a:pt x="114712" y="68354"/>
                </a:lnTo>
                <a:cubicBezTo>
                  <a:pt x="114712" y="71885"/>
                  <a:pt x="115195" y="74499"/>
                  <a:pt x="116161" y="76195"/>
                </a:cubicBezTo>
                <a:cubicBezTo>
                  <a:pt x="117126" y="77892"/>
                  <a:pt x="119315" y="78740"/>
                  <a:pt x="122728" y="78740"/>
                </a:cubicBezTo>
                <a:lnTo>
                  <a:pt x="129059" y="78740"/>
                </a:lnTo>
                <a:lnTo>
                  <a:pt x="129059" y="92548"/>
                </a:lnTo>
                <a:lnTo>
                  <a:pt x="122122" y="92548"/>
                </a:lnTo>
                <a:close/>
                <a:moveTo>
                  <a:pt x="170100" y="92548"/>
                </a:moveTo>
                <a:cubicBezTo>
                  <a:pt x="163454" y="92548"/>
                  <a:pt x="158301" y="91739"/>
                  <a:pt x="154642" y="90121"/>
                </a:cubicBezTo>
                <a:cubicBezTo>
                  <a:pt x="150982" y="88502"/>
                  <a:pt x="148434" y="85993"/>
                  <a:pt x="146997" y="82596"/>
                </a:cubicBezTo>
                <a:cubicBezTo>
                  <a:pt x="145560" y="79199"/>
                  <a:pt x="144841" y="74764"/>
                  <a:pt x="144841" y="69291"/>
                </a:cubicBezTo>
                <a:lnTo>
                  <a:pt x="144841" y="39740"/>
                </a:lnTo>
                <a:lnTo>
                  <a:pt x="133930" y="39740"/>
                </a:lnTo>
                <a:lnTo>
                  <a:pt x="133930" y="26000"/>
                </a:lnTo>
                <a:lnTo>
                  <a:pt x="144841" y="26000"/>
                </a:lnTo>
                <a:lnTo>
                  <a:pt x="144841" y="10508"/>
                </a:lnTo>
                <a:lnTo>
                  <a:pt x="162691" y="10508"/>
                </a:lnTo>
                <a:lnTo>
                  <a:pt x="162691" y="26000"/>
                </a:lnTo>
                <a:lnTo>
                  <a:pt x="177038" y="26000"/>
                </a:lnTo>
                <a:lnTo>
                  <a:pt x="177038" y="39740"/>
                </a:lnTo>
                <a:lnTo>
                  <a:pt x="162691" y="39740"/>
                </a:lnTo>
                <a:lnTo>
                  <a:pt x="162691" y="68354"/>
                </a:lnTo>
                <a:cubicBezTo>
                  <a:pt x="162691" y="71885"/>
                  <a:pt x="163174" y="74499"/>
                  <a:pt x="164139" y="76195"/>
                </a:cubicBezTo>
                <a:cubicBezTo>
                  <a:pt x="165104" y="77892"/>
                  <a:pt x="167294" y="78740"/>
                  <a:pt x="170706" y="78740"/>
                </a:cubicBezTo>
                <a:lnTo>
                  <a:pt x="177038" y="78740"/>
                </a:lnTo>
                <a:lnTo>
                  <a:pt x="177038" y="92548"/>
                </a:lnTo>
                <a:lnTo>
                  <a:pt x="170100" y="92548"/>
                </a:lnTo>
                <a:close/>
                <a:moveTo>
                  <a:pt x="189990" y="92548"/>
                </a:moveTo>
                <a:lnTo>
                  <a:pt x="189990" y="26000"/>
                </a:lnTo>
                <a:lnTo>
                  <a:pt x="207099" y="26000"/>
                </a:lnTo>
                <a:lnTo>
                  <a:pt x="207436" y="37248"/>
                </a:lnTo>
                <a:cubicBezTo>
                  <a:pt x="209142" y="33297"/>
                  <a:pt x="211701" y="30266"/>
                  <a:pt x="215114" y="28155"/>
                </a:cubicBezTo>
                <a:cubicBezTo>
                  <a:pt x="218527" y="26045"/>
                  <a:pt x="222658" y="24989"/>
                  <a:pt x="227508" y="24989"/>
                </a:cubicBezTo>
                <a:lnTo>
                  <a:pt x="228855" y="24989"/>
                </a:lnTo>
                <a:lnTo>
                  <a:pt x="228855" y="40010"/>
                </a:lnTo>
                <a:lnTo>
                  <a:pt x="227171" y="40010"/>
                </a:lnTo>
                <a:cubicBezTo>
                  <a:pt x="224522" y="40010"/>
                  <a:pt x="221985" y="40250"/>
                  <a:pt x="219560" y="40730"/>
                </a:cubicBezTo>
                <a:cubicBezTo>
                  <a:pt x="217135" y="41210"/>
                  <a:pt x="214935" y="42033"/>
                  <a:pt x="212959" y="43199"/>
                </a:cubicBezTo>
                <a:cubicBezTo>
                  <a:pt x="210983" y="44365"/>
                  <a:pt x="209277" y="45977"/>
                  <a:pt x="207840" y="48034"/>
                </a:cubicBezTo>
                <a:lnTo>
                  <a:pt x="207840" y="92548"/>
                </a:lnTo>
                <a:lnTo>
                  <a:pt x="189990" y="92548"/>
                </a:lnTo>
                <a:close/>
                <a:moveTo>
                  <a:pt x="240865" y="92548"/>
                </a:moveTo>
                <a:lnTo>
                  <a:pt x="240865" y="26000"/>
                </a:lnTo>
                <a:lnTo>
                  <a:pt x="258715" y="26000"/>
                </a:lnTo>
                <a:lnTo>
                  <a:pt x="258715" y="92548"/>
                </a:lnTo>
                <a:lnTo>
                  <a:pt x="240865" y="92548"/>
                </a:lnTo>
                <a:moveTo>
                  <a:pt x="249824" y="17378"/>
                </a:moveTo>
                <a:cubicBezTo>
                  <a:pt x="246545" y="17378"/>
                  <a:pt x="244042" y="16547"/>
                  <a:pt x="242313" y="14886"/>
                </a:cubicBezTo>
                <a:cubicBezTo>
                  <a:pt x="240584" y="13224"/>
                  <a:pt x="239720" y="11159"/>
                  <a:pt x="239720" y="8689"/>
                </a:cubicBezTo>
                <a:cubicBezTo>
                  <a:pt x="239720" y="6174"/>
                  <a:pt x="240584" y="4098"/>
                  <a:pt x="242313" y="2459"/>
                </a:cubicBezTo>
                <a:cubicBezTo>
                  <a:pt x="244042" y="820"/>
                  <a:pt x="246545" y="0"/>
                  <a:pt x="249824" y="0"/>
                </a:cubicBezTo>
                <a:cubicBezTo>
                  <a:pt x="253102" y="0"/>
                  <a:pt x="255605" y="820"/>
                  <a:pt x="257334" y="2459"/>
                </a:cubicBezTo>
                <a:cubicBezTo>
                  <a:pt x="259063" y="4098"/>
                  <a:pt x="259927" y="6174"/>
                  <a:pt x="259927" y="8689"/>
                </a:cubicBezTo>
                <a:cubicBezTo>
                  <a:pt x="259927" y="11159"/>
                  <a:pt x="259063" y="13224"/>
                  <a:pt x="257334" y="14886"/>
                </a:cubicBezTo>
                <a:cubicBezTo>
                  <a:pt x="255605" y="16547"/>
                  <a:pt x="253102" y="17378"/>
                  <a:pt x="249824" y="17378"/>
                </a:cubicBezTo>
                <a:close/>
                <a:moveTo>
                  <a:pt x="314981" y="93760"/>
                </a:moveTo>
                <a:cubicBezTo>
                  <a:pt x="310176" y="93760"/>
                  <a:pt x="306225" y="92840"/>
                  <a:pt x="303126" y="90999"/>
                </a:cubicBezTo>
                <a:cubicBezTo>
                  <a:pt x="300028" y="89158"/>
                  <a:pt x="297379" y="86621"/>
                  <a:pt x="295178" y="83388"/>
                </a:cubicBezTo>
                <a:lnTo>
                  <a:pt x="294437" y="92548"/>
                </a:lnTo>
                <a:lnTo>
                  <a:pt x="277531" y="92548"/>
                </a:lnTo>
                <a:lnTo>
                  <a:pt x="277531" y="1886"/>
                </a:lnTo>
                <a:lnTo>
                  <a:pt x="295380" y="1886"/>
                </a:lnTo>
                <a:lnTo>
                  <a:pt x="295380" y="35497"/>
                </a:lnTo>
                <a:cubicBezTo>
                  <a:pt x="297715" y="32309"/>
                  <a:pt x="300567" y="29760"/>
                  <a:pt x="303935" y="27852"/>
                </a:cubicBezTo>
                <a:cubicBezTo>
                  <a:pt x="307302" y="25944"/>
                  <a:pt x="311456" y="24989"/>
                  <a:pt x="316396" y="24989"/>
                </a:cubicBezTo>
                <a:cubicBezTo>
                  <a:pt x="321425" y="24989"/>
                  <a:pt x="325915" y="26226"/>
                  <a:pt x="329867" y="28700"/>
                </a:cubicBezTo>
                <a:cubicBezTo>
                  <a:pt x="333818" y="31174"/>
                  <a:pt x="336939" y="34942"/>
                  <a:pt x="339229" y="40004"/>
                </a:cubicBezTo>
                <a:cubicBezTo>
                  <a:pt x="341520" y="45065"/>
                  <a:pt x="342665" y="51522"/>
                  <a:pt x="342665" y="59375"/>
                </a:cubicBezTo>
                <a:cubicBezTo>
                  <a:pt x="342665" y="67183"/>
                  <a:pt x="341441" y="73629"/>
                  <a:pt x="338994" y="78713"/>
                </a:cubicBezTo>
                <a:cubicBezTo>
                  <a:pt x="336546" y="83797"/>
                  <a:pt x="333235" y="87576"/>
                  <a:pt x="329059" y="90050"/>
                </a:cubicBezTo>
                <a:cubicBezTo>
                  <a:pt x="324882" y="92524"/>
                  <a:pt x="320190" y="93760"/>
                  <a:pt x="314981" y="93760"/>
                </a:cubicBezTo>
                <a:moveTo>
                  <a:pt x="310536" y="80087"/>
                </a:moveTo>
                <a:cubicBezTo>
                  <a:pt x="314891" y="80087"/>
                  <a:pt x="318293" y="78350"/>
                  <a:pt x="320740" y="74875"/>
                </a:cubicBezTo>
                <a:cubicBezTo>
                  <a:pt x="323187" y="71401"/>
                  <a:pt x="324411" y="66349"/>
                  <a:pt x="324411" y="59720"/>
                </a:cubicBezTo>
                <a:cubicBezTo>
                  <a:pt x="324411" y="52542"/>
                  <a:pt x="323255" y="47205"/>
                  <a:pt x="320942" y="43708"/>
                </a:cubicBezTo>
                <a:cubicBezTo>
                  <a:pt x="318630" y="40210"/>
                  <a:pt x="315408" y="38461"/>
                  <a:pt x="311276" y="38461"/>
                </a:cubicBezTo>
                <a:cubicBezTo>
                  <a:pt x="307594" y="38461"/>
                  <a:pt x="304372" y="39581"/>
                  <a:pt x="301611" y="41822"/>
                </a:cubicBezTo>
                <a:cubicBezTo>
                  <a:pt x="298849" y="44062"/>
                  <a:pt x="296772" y="46690"/>
                  <a:pt x="295380" y="49707"/>
                </a:cubicBezTo>
                <a:lnTo>
                  <a:pt x="295380" y="69321"/>
                </a:lnTo>
                <a:cubicBezTo>
                  <a:pt x="296682" y="72200"/>
                  <a:pt x="298625" y="74715"/>
                  <a:pt x="301207" y="76864"/>
                </a:cubicBezTo>
                <a:cubicBezTo>
                  <a:pt x="303789" y="79013"/>
                  <a:pt x="306898" y="80087"/>
                  <a:pt x="310536" y="80087"/>
                </a:cubicBezTo>
                <a:close/>
                <a:moveTo>
                  <a:pt x="376821" y="93760"/>
                </a:moveTo>
                <a:cubicBezTo>
                  <a:pt x="370175" y="93760"/>
                  <a:pt x="365033" y="91671"/>
                  <a:pt x="361396" y="87492"/>
                </a:cubicBezTo>
                <a:cubicBezTo>
                  <a:pt x="357759" y="83312"/>
                  <a:pt x="355940" y="77362"/>
                  <a:pt x="355940" y="69643"/>
                </a:cubicBezTo>
                <a:lnTo>
                  <a:pt x="355940" y="26000"/>
                </a:lnTo>
                <a:lnTo>
                  <a:pt x="373790" y="26000"/>
                </a:lnTo>
                <a:lnTo>
                  <a:pt x="373790" y="67645"/>
                </a:lnTo>
                <a:cubicBezTo>
                  <a:pt x="373790" y="69939"/>
                  <a:pt x="374115" y="71970"/>
                  <a:pt x="374766" y="73737"/>
                </a:cubicBezTo>
                <a:cubicBezTo>
                  <a:pt x="375417" y="75503"/>
                  <a:pt x="376495" y="76869"/>
                  <a:pt x="377999" y="77833"/>
                </a:cubicBezTo>
                <a:cubicBezTo>
                  <a:pt x="379504" y="78797"/>
                  <a:pt x="381491" y="79279"/>
                  <a:pt x="383960" y="79279"/>
                </a:cubicBezTo>
                <a:cubicBezTo>
                  <a:pt x="387553" y="79279"/>
                  <a:pt x="390618" y="78464"/>
                  <a:pt x="393155" y="76835"/>
                </a:cubicBezTo>
                <a:cubicBezTo>
                  <a:pt x="395692" y="75206"/>
                  <a:pt x="397903" y="73221"/>
                  <a:pt x="399789" y="70880"/>
                </a:cubicBezTo>
                <a:lnTo>
                  <a:pt x="399789" y="26000"/>
                </a:lnTo>
                <a:lnTo>
                  <a:pt x="417639" y="26000"/>
                </a:lnTo>
                <a:lnTo>
                  <a:pt x="417639" y="92548"/>
                </a:lnTo>
                <a:lnTo>
                  <a:pt x="400396" y="92548"/>
                </a:lnTo>
                <a:lnTo>
                  <a:pt x="400126" y="82983"/>
                </a:lnTo>
                <a:cubicBezTo>
                  <a:pt x="397926" y="85767"/>
                  <a:pt x="394917" y="88260"/>
                  <a:pt x="391100" y="90460"/>
                </a:cubicBezTo>
                <a:cubicBezTo>
                  <a:pt x="387283" y="92660"/>
                  <a:pt x="382524" y="93760"/>
                  <a:pt x="376821" y="93760"/>
                </a:cubicBezTo>
                <a:close/>
                <a:moveTo>
                  <a:pt x="463650" y="92548"/>
                </a:moveTo>
                <a:cubicBezTo>
                  <a:pt x="457004" y="92548"/>
                  <a:pt x="451851" y="91739"/>
                  <a:pt x="448191" y="90121"/>
                </a:cubicBezTo>
                <a:cubicBezTo>
                  <a:pt x="444532" y="88502"/>
                  <a:pt x="441983" y="85993"/>
                  <a:pt x="440546" y="82596"/>
                </a:cubicBezTo>
                <a:cubicBezTo>
                  <a:pt x="439109" y="79199"/>
                  <a:pt x="438391" y="74764"/>
                  <a:pt x="438391" y="69291"/>
                </a:cubicBezTo>
                <a:lnTo>
                  <a:pt x="438391" y="39740"/>
                </a:lnTo>
                <a:lnTo>
                  <a:pt x="427479" y="39740"/>
                </a:lnTo>
                <a:lnTo>
                  <a:pt x="427479" y="26000"/>
                </a:lnTo>
                <a:lnTo>
                  <a:pt x="438391" y="26000"/>
                </a:lnTo>
                <a:lnTo>
                  <a:pt x="438391" y="10508"/>
                </a:lnTo>
                <a:lnTo>
                  <a:pt x="456240" y="10508"/>
                </a:lnTo>
                <a:lnTo>
                  <a:pt x="456240" y="26000"/>
                </a:lnTo>
                <a:lnTo>
                  <a:pt x="470587" y="26000"/>
                </a:lnTo>
                <a:lnTo>
                  <a:pt x="470587" y="39740"/>
                </a:lnTo>
                <a:lnTo>
                  <a:pt x="456240" y="39740"/>
                </a:lnTo>
                <a:lnTo>
                  <a:pt x="456240" y="68354"/>
                </a:lnTo>
                <a:cubicBezTo>
                  <a:pt x="456240" y="71885"/>
                  <a:pt x="456723" y="74499"/>
                  <a:pt x="457689" y="76195"/>
                </a:cubicBezTo>
                <a:cubicBezTo>
                  <a:pt x="458654" y="77892"/>
                  <a:pt x="460843" y="78740"/>
                  <a:pt x="464256" y="78740"/>
                </a:cubicBezTo>
                <a:lnTo>
                  <a:pt x="470587" y="78740"/>
                </a:lnTo>
                <a:lnTo>
                  <a:pt x="470587" y="92548"/>
                </a:lnTo>
                <a:lnTo>
                  <a:pt x="463650" y="92548"/>
                </a:lnTo>
                <a:close/>
                <a:moveTo>
                  <a:pt x="483540" y="92548"/>
                </a:moveTo>
                <a:lnTo>
                  <a:pt x="483540" y="26000"/>
                </a:lnTo>
                <a:lnTo>
                  <a:pt x="501389" y="26000"/>
                </a:lnTo>
                <a:lnTo>
                  <a:pt x="501389" y="92548"/>
                </a:lnTo>
                <a:lnTo>
                  <a:pt x="483540" y="92548"/>
                </a:lnTo>
                <a:moveTo>
                  <a:pt x="492498" y="17378"/>
                </a:moveTo>
                <a:cubicBezTo>
                  <a:pt x="489220" y="17378"/>
                  <a:pt x="486717" y="16547"/>
                  <a:pt x="484988" y="14886"/>
                </a:cubicBezTo>
                <a:cubicBezTo>
                  <a:pt x="483259" y="13224"/>
                  <a:pt x="482395" y="11159"/>
                  <a:pt x="482395" y="8689"/>
                </a:cubicBezTo>
                <a:cubicBezTo>
                  <a:pt x="482395" y="6174"/>
                  <a:pt x="483259" y="4098"/>
                  <a:pt x="484988" y="2459"/>
                </a:cubicBezTo>
                <a:cubicBezTo>
                  <a:pt x="486717" y="820"/>
                  <a:pt x="489220" y="0"/>
                  <a:pt x="492498" y="0"/>
                </a:cubicBezTo>
                <a:cubicBezTo>
                  <a:pt x="495776" y="0"/>
                  <a:pt x="498280" y="820"/>
                  <a:pt x="500008" y="2459"/>
                </a:cubicBezTo>
                <a:cubicBezTo>
                  <a:pt x="501737" y="4098"/>
                  <a:pt x="502602" y="6174"/>
                  <a:pt x="502602" y="8689"/>
                </a:cubicBezTo>
                <a:cubicBezTo>
                  <a:pt x="502602" y="11159"/>
                  <a:pt x="501737" y="13224"/>
                  <a:pt x="500008" y="14886"/>
                </a:cubicBezTo>
                <a:cubicBezTo>
                  <a:pt x="498280" y="16547"/>
                  <a:pt x="495776" y="17378"/>
                  <a:pt x="492498" y="17378"/>
                </a:cubicBezTo>
                <a:close/>
                <a:moveTo>
                  <a:pt x="550045" y="93760"/>
                </a:moveTo>
                <a:cubicBezTo>
                  <a:pt x="543400" y="93760"/>
                  <a:pt x="537573" y="92420"/>
                  <a:pt x="532566" y="89740"/>
                </a:cubicBezTo>
                <a:cubicBezTo>
                  <a:pt x="527560" y="87058"/>
                  <a:pt x="523687" y="83174"/>
                  <a:pt x="520947" y="78085"/>
                </a:cubicBezTo>
                <a:cubicBezTo>
                  <a:pt x="518208" y="72996"/>
                  <a:pt x="516839" y="66838"/>
                  <a:pt x="516839" y="59613"/>
                </a:cubicBezTo>
                <a:cubicBezTo>
                  <a:pt x="516839" y="52253"/>
                  <a:pt x="518208" y="45994"/>
                  <a:pt x="520947" y="40837"/>
                </a:cubicBezTo>
                <a:cubicBezTo>
                  <a:pt x="523687" y="35679"/>
                  <a:pt x="527560" y="31748"/>
                  <a:pt x="532566" y="29045"/>
                </a:cubicBezTo>
                <a:cubicBezTo>
                  <a:pt x="537573" y="26341"/>
                  <a:pt x="543400" y="24989"/>
                  <a:pt x="550045" y="24989"/>
                </a:cubicBezTo>
                <a:cubicBezTo>
                  <a:pt x="556781" y="24989"/>
                  <a:pt x="562652" y="26341"/>
                  <a:pt x="567659" y="29045"/>
                </a:cubicBezTo>
                <a:cubicBezTo>
                  <a:pt x="572666" y="31748"/>
                  <a:pt x="576562" y="35679"/>
                  <a:pt x="579346" y="40837"/>
                </a:cubicBezTo>
                <a:cubicBezTo>
                  <a:pt x="582130" y="45994"/>
                  <a:pt x="583522" y="52253"/>
                  <a:pt x="583522" y="59613"/>
                </a:cubicBezTo>
                <a:cubicBezTo>
                  <a:pt x="583522" y="66838"/>
                  <a:pt x="582130" y="72996"/>
                  <a:pt x="579346" y="78085"/>
                </a:cubicBezTo>
                <a:cubicBezTo>
                  <a:pt x="576562" y="83174"/>
                  <a:pt x="572666" y="87058"/>
                  <a:pt x="567659" y="89740"/>
                </a:cubicBezTo>
                <a:cubicBezTo>
                  <a:pt x="562652" y="92420"/>
                  <a:pt x="556781" y="93760"/>
                  <a:pt x="550045" y="93760"/>
                </a:cubicBezTo>
                <a:moveTo>
                  <a:pt x="550045" y="80154"/>
                </a:moveTo>
                <a:cubicBezTo>
                  <a:pt x="553952" y="80154"/>
                  <a:pt x="557017" y="79227"/>
                  <a:pt x="559240" y="77372"/>
                </a:cubicBezTo>
                <a:cubicBezTo>
                  <a:pt x="561462" y="75517"/>
                  <a:pt x="563034" y="73032"/>
                  <a:pt x="563955" y="69918"/>
                </a:cubicBezTo>
                <a:cubicBezTo>
                  <a:pt x="564875" y="66804"/>
                  <a:pt x="565335" y="63370"/>
                  <a:pt x="565335" y="59615"/>
                </a:cubicBezTo>
                <a:cubicBezTo>
                  <a:pt x="565335" y="55767"/>
                  <a:pt x="564875" y="52263"/>
                  <a:pt x="563955" y="49103"/>
                </a:cubicBezTo>
                <a:cubicBezTo>
                  <a:pt x="563034" y="45943"/>
                  <a:pt x="561462" y="43424"/>
                  <a:pt x="559240" y="41546"/>
                </a:cubicBezTo>
                <a:cubicBezTo>
                  <a:pt x="557017" y="39669"/>
                  <a:pt x="553952" y="38730"/>
                  <a:pt x="550045" y="38730"/>
                </a:cubicBezTo>
                <a:cubicBezTo>
                  <a:pt x="546229" y="38730"/>
                  <a:pt x="543231" y="39669"/>
                  <a:pt x="541053" y="41546"/>
                </a:cubicBezTo>
                <a:cubicBezTo>
                  <a:pt x="538875" y="43424"/>
                  <a:pt x="537337" y="45943"/>
                  <a:pt x="536439" y="49103"/>
                </a:cubicBezTo>
                <a:cubicBezTo>
                  <a:pt x="535541" y="52263"/>
                  <a:pt x="535092" y="55767"/>
                  <a:pt x="535092" y="59615"/>
                </a:cubicBezTo>
                <a:cubicBezTo>
                  <a:pt x="535092" y="63370"/>
                  <a:pt x="535541" y="66804"/>
                  <a:pt x="536439" y="69918"/>
                </a:cubicBezTo>
                <a:cubicBezTo>
                  <a:pt x="537337" y="73032"/>
                  <a:pt x="538875" y="75517"/>
                  <a:pt x="541053" y="77372"/>
                </a:cubicBezTo>
                <a:cubicBezTo>
                  <a:pt x="543231" y="79227"/>
                  <a:pt x="546229" y="80154"/>
                  <a:pt x="550045" y="80154"/>
                </a:cubicBezTo>
                <a:close/>
                <a:moveTo>
                  <a:pt x="599222" y="92548"/>
                </a:moveTo>
                <a:lnTo>
                  <a:pt x="599222" y="26000"/>
                </a:lnTo>
                <a:lnTo>
                  <a:pt x="616398" y="26000"/>
                </a:lnTo>
                <a:lnTo>
                  <a:pt x="616735" y="35766"/>
                </a:lnTo>
                <a:cubicBezTo>
                  <a:pt x="618935" y="32937"/>
                  <a:pt x="621831" y="30434"/>
                  <a:pt x="625424" y="28256"/>
                </a:cubicBezTo>
                <a:cubicBezTo>
                  <a:pt x="629016" y="26078"/>
                  <a:pt x="633686" y="24989"/>
                  <a:pt x="639434" y="24989"/>
                </a:cubicBezTo>
                <a:cubicBezTo>
                  <a:pt x="646125" y="24989"/>
                  <a:pt x="651311" y="27048"/>
                  <a:pt x="654993" y="31165"/>
                </a:cubicBezTo>
                <a:cubicBezTo>
                  <a:pt x="658675" y="35282"/>
                  <a:pt x="660517" y="41299"/>
                  <a:pt x="660517" y="49215"/>
                </a:cubicBezTo>
                <a:lnTo>
                  <a:pt x="660517" y="92548"/>
                </a:lnTo>
                <a:lnTo>
                  <a:pt x="642802" y="92548"/>
                </a:lnTo>
                <a:lnTo>
                  <a:pt x="642802" y="51391"/>
                </a:lnTo>
                <a:cubicBezTo>
                  <a:pt x="642802" y="48970"/>
                  <a:pt x="642465" y="46847"/>
                  <a:pt x="641791" y="45022"/>
                </a:cubicBezTo>
                <a:cubicBezTo>
                  <a:pt x="641118" y="43196"/>
                  <a:pt x="640051" y="41781"/>
                  <a:pt x="638592" y="40776"/>
                </a:cubicBezTo>
                <a:cubicBezTo>
                  <a:pt x="637133" y="39771"/>
                  <a:pt x="635213" y="39269"/>
                  <a:pt x="632833" y="39269"/>
                </a:cubicBezTo>
                <a:cubicBezTo>
                  <a:pt x="629286" y="39269"/>
                  <a:pt x="626243" y="40114"/>
                  <a:pt x="623706" y="41803"/>
                </a:cubicBezTo>
                <a:cubicBezTo>
                  <a:pt x="621169" y="43493"/>
                  <a:pt x="618958" y="45547"/>
                  <a:pt x="617072" y="47966"/>
                </a:cubicBezTo>
                <a:lnTo>
                  <a:pt x="617072" y="92548"/>
                </a:lnTo>
                <a:lnTo>
                  <a:pt x="599222" y="92548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E3BA1-C4AE-4480-8083-04A95677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612" y="4281165"/>
            <a:ext cx="291255" cy="251202"/>
          </a:xfrm>
          <a:custGeom xmlns:a="http://schemas.openxmlformats.org/drawingml/2006/main">
            <a:pathLst>
              <a:path w="291255" h="251202" fill="none">
                <a:moveTo>
                  <a:pt x="0" y="251202"/>
                </a:moveTo>
                <a:lnTo>
                  <a:pt x="291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6C78E0-C8FE-4817-858E-B95933C0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212" y="4281165"/>
            <a:ext cx="279232" cy="249204"/>
          </a:xfrm>
          <a:custGeom xmlns:a="http://schemas.openxmlformats.org/drawingml/2006/main">
            <a:pathLst>
              <a:path w="279232" h="249204" fill="none">
                <a:moveTo>
                  <a:pt x="279232" y="2492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A199BD-5FD4-4ED4-AB69-E3A9AC4E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58" y="4123512"/>
            <a:ext cx="162580" cy="157653"/>
          </a:xfrm>
          <a:custGeom xmlns:a="http://schemas.openxmlformats.org/drawingml/2006/main">
            <a:pathLst>
              <a:path w="162580" h="157653">
                <a:moveTo>
                  <a:pt x="0" y="0"/>
                </a:moveTo>
                <a:lnTo>
                  <a:pt x="162580" y="0"/>
                </a:lnTo>
                <a:lnTo>
                  <a:pt x="162580" y="157653"/>
                </a:lnTo>
                <a:lnTo>
                  <a:pt x="0" y="157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8A7690-B352-4F68-B8FD-5849205D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58" y="4123513"/>
            <a:ext cx="162580" cy="157653"/>
          </a:xfrm>
          <a:custGeom xmlns:a="http://schemas.openxmlformats.org/drawingml/2006/main">
            <a:pathLst>
              <a:path w="162580" h="157653" fill="none">
                <a:moveTo>
                  <a:pt x="0" y="0"/>
                </a:moveTo>
                <a:lnTo>
                  <a:pt x="162580" y="0"/>
                </a:lnTo>
                <a:lnTo>
                  <a:pt x="162580" y="157653"/>
                </a:lnTo>
                <a:lnTo>
                  <a:pt x="0" y="15765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4E95D9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1BCD8A-C348-40DB-B37B-E959884C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1740" y="4507792"/>
            <a:ext cx="172432" cy="172433"/>
          </a:xfrm>
          <a:custGeom xmlns:a="http://schemas.openxmlformats.org/drawingml/2006/main">
            <a:pathLst>
              <a:path w="172432" h="172433">
                <a:moveTo>
                  <a:pt x="0" y="86217"/>
                </a:moveTo>
                <a:cubicBezTo>
                  <a:pt x="0" y="38600"/>
                  <a:pt x="38599" y="0"/>
                  <a:pt x="86215" y="0"/>
                </a:cubicBezTo>
                <a:cubicBezTo>
                  <a:pt x="133832" y="0"/>
                  <a:pt x="172432" y="38600"/>
                  <a:pt x="172432" y="86217"/>
                </a:cubicBezTo>
                <a:cubicBezTo>
                  <a:pt x="172432" y="133833"/>
                  <a:pt x="133832" y="172433"/>
                  <a:pt x="86215" y="172433"/>
                </a:cubicBezTo>
                <a:cubicBezTo>
                  <a:pt x="38599" y="172433"/>
                  <a:pt x="0" y="133833"/>
                  <a:pt x="0" y="86217"/>
                </a:cubicBezTo>
                <a:close/>
              </a:path>
            </a:pathLst>
          </a:custGeom>
          <a:solidFill xmlns:a="http://schemas.openxmlformats.org/drawingml/2006/main">
            <a:srgbClr val="F8C1B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106AC-5A1E-432A-9B65-D0DCC3F9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1741" y="4507792"/>
            <a:ext cx="172433" cy="172433"/>
          </a:xfrm>
          <a:custGeom xmlns:a="http://schemas.openxmlformats.org/drawingml/2006/main">
            <a:pathLst>
              <a:path w="172433" h="172433" fill="none">
                <a:moveTo>
                  <a:pt x="0" y="86217"/>
                </a:moveTo>
                <a:cubicBezTo>
                  <a:pt x="0" y="38601"/>
                  <a:pt x="38601" y="0"/>
                  <a:pt x="86217" y="0"/>
                </a:cubicBezTo>
                <a:cubicBezTo>
                  <a:pt x="133833" y="0"/>
                  <a:pt x="172433" y="38601"/>
                  <a:pt x="172433" y="86217"/>
                </a:cubicBezTo>
                <a:cubicBezTo>
                  <a:pt x="172433" y="133833"/>
                  <a:pt x="133833" y="172433"/>
                  <a:pt x="86217" y="172433"/>
                </a:cubicBezTo>
                <a:cubicBezTo>
                  <a:pt x="38601" y="172433"/>
                  <a:pt x="0" y="133833"/>
                  <a:pt x="0" y="862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C04F15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8EE69-6D9D-412C-9691-1D4D7C03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278" y="4532426"/>
            <a:ext cx="157653" cy="157653"/>
          </a:xfrm>
          <a:custGeom xmlns:a="http://schemas.openxmlformats.org/drawingml/2006/main">
            <a:pathLst>
              <a:path w="157653" h="157653">
                <a:moveTo>
                  <a:pt x="0" y="0"/>
                </a:moveTo>
                <a:lnTo>
                  <a:pt x="157653" y="0"/>
                </a:lnTo>
                <a:lnTo>
                  <a:pt x="157653" y="157653"/>
                </a:lnTo>
                <a:lnTo>
                  <a:pt x="0" y="157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E4D6E-6D70-4436-AE13-AF65BB6C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279" y="4532426"/>
            <a:ext cx="157653" cy="157653"/>
          </a:xfrm>
          <a:custGeom xmlns:a="http://schemas.openxmlformats.org/drawingml/2006/main">
            <a:pathLst>
              <a:path w="157653" h="157653" fill="none">
                <a:moveTo>
                  <a:pt x="0" y="0"/>
                </a:moveTo>
                <a:lnTo>
                  <a:pt x="157653" y="0"/>
                </a:lnTo>
                <a:lnTo>
                  <a:pt x="157653" y="157653"/>
                </a:lnTo>
                <a:lnTo>
                  <a:pt x="0" y="15765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4E95D9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BD2A1D-1EAD-403E-9296-9D380814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054" y="3975918"/>
            <a:ext cx="228790" cy="187592"/>
          </a:xfrm>
          <a:custGeom xmlns:a="http://schemas.openxmlformats.org/drawingml/2006/main">
            <a:pathLst>
              <a:path w="228790" h="187592">
                <a:moveTo>
                  <a:pt x="30278" y="35783"/>
                </a:moveTo>
                <a:lnTo>
                  <a:pt x="17315" y="51490"/>
                </a:lnTo>
                <a:lnTo>
                  <a:pt x="15637" y="54558"/>
                </a:lnTo>
                <a:lnTo>
                  <a:pt x="25545" y="59972"/>
                </a:lnTo>
                <a:lnTo>
                  <a:pt x="26707" y="57845"/>
                </a:lnTo>
                <a:lnTo>
                  <a:pt x="38349" y="43741"/>
                </a:lnTo>
                <a:lnTo>
                  <a:pt x="52389" y="31828"/>
                </a:lnTo>
                <a:lnTo>
                  <a:pt x="54975" y="30295"/>
                </a:lnTo>
                <a:lnTo>
                  <a:pt x="49217" y="20584"/>
                </a:lnTo>
                <a:lnTo>
                  <a:pt x="45811" y="22603"/>
                </a:lnTo>
                <a:lnTo>
                  <a:pt x="30278" y="35783"/>
                </a:lnTo>
                <a:close/>
                <a:moveTo>
                  <a:pt x="0" y="107476"/>
                </a:moveTo>
                <a:lnTo>
                  <a:pt x="2461" y="125656"/>
                </a:lnTo>
                <a:lnTo>
                  <a:pt x="5810" y="134642"/>
                </a:lnTo>
                <a:lnTo>
                  <a:pt x="16389" y="130701"/>
                </a:lnTo>
                <a:lnTo>
                  <a:pt x="13482" y="122897"/>
                </a:lnTo>
                <a:lnTo>
                  <a:pt x="11356" y="107199"/>
                </a:lnTo>
                <a:lnTo>
                  <a:pt x="12759" y="90734"/>
                </a:lnTo>
                <a:lnTo>
                  <a:pt x="12982" y="90013"/>
                </a:lnTo>
                <a:lnTo>
                  <a:pt x="2190" y="86693"/>
                </a:lnTo>
                <a:lnTo>
                  <a:pt x="1612" y="88573"/>
                </a:lnTo>
                <a:lnTo>
                  <a:pt x="0" y="107476"/>
                </a:lnTo>
                <a:close/>
                <a:moveTo>
                  <a:pt x="66631" y="187592"/>
                </a:moveTo>
                <a:lnTo>
                  <a:pt x="70512" y="176991"/>
                </a:lnTo>
                <a:lnTo>
                  <a:pt x="53146" y="170631"/>
                </a:lnTo>
                <a:lnTo>
                  <a:pt x="38910" y="161735"/>
                </a:lnTo>
                <a:lnTo>
                  <a:pt x="33552" y="156506"/>
                </a:lnTo>
                <a:lnTo>
                  <a:pt x="25667" y="164586"/>
                </a:lnTo>
                <a:lnTo>
                  <a:pt x="31895" y="170665"/>
                </a:lnTo>
                <a:lnTo>
                  <a:pt x="48157" y="180827"/>
                </a:lnTo>
                <a:lnTo>
                  <a:pt x="66631" y="187592"/>
                </a:lnTo>
                <a:close/>
                <a:moveTo>
                  <a:pt x="102522" y="618"/>
                </a:moveTo>
                <a:lnTo>
                  <a:pt x="82453" y="4770"/>
                </a:lnTo>
                <a:lnTo>
                  <a:pt x="80468" y="5541"/>
                </a:lnTo>
                <a:lnTo>
                  <a:pt x="84560" y="16065"/>
                </a:lnTo>
                <a:lnTo>
                  <a:pt x="85667" y="15634"/>
                </a:lnTo>
                <a:lnTo>
                  <a:pt x="103846" y="11873"/>
                </a:lnTo>
                <a:lnTo>
                  <a:pt x="122363" y="11317"/>
                </a:lnTo>
                <a:lnTo>
                  <a:pt x="126223" y="11920"/>
                </a:lnTo>
                <a:lnTo>
                  <a:pt x="127966" y="765"/>
                </a:lnTo>
                <a:lnTo>
                  <a:pt x="123071" y="0"/>
                </a:lnTo>
                <a:lnTo>
                  <a:pt x="102522" y="618"/>
                </a:lnTo>
                <a:close/>
                <a:moveTo>
                  <a:pt x="157720" y="20365"/>
                </a:moveTo>
                <a:lnTo>
                  <a:pt x="157066" y="20045"/>
                </a:lnTo>
                <a:lnTo>
                  <a:pt x="170708" y="28570"/>
                </a:lnTo>
                <a:lnTo>
                  <a:pt x="173111" y="34841"/>
                </a:lnTo>
                <a:lnTo>
                  <a:pt x="139320" y="39514"/>
                </a:lnTo>
                <a:lnTo>
                  <a:pt x="196428" y="122799"/>
                </a:lnTo>
                <a:lnTo>
                  <a:pt x="228790" y="27142"/>
                </a:lnTo>
                <a:lnTo>
                  <a:pt x="184594" y="33253"/>
                </a:lnTo>
                <a:lnTo>
                  <a:pt x="179897" y="21000"/>
                </a:lnTo>
                <a:lnTo>
                  <a:pt x="162550" y="10159"/>
                </a:lnTo>
                <a:lnTo>
                  <a:pt x="161586" y="9806"/>
                </a:lnTo>
                <a:lnTo>
                  <a:pt x="157720" y="20365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7E597A-9C10-42F6-8F57-C47D1D99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144" y="4209041"/>
            <a:ext cx="263786" cy="302558"/>
          </a:xfrm>
          <a:custGeom xmlns:a="http://schemas.openxmlformats.org/drawingml/2006/main">
            <a:pathLst>
              <a:path w="263786" h="302558">
                <a:moveTo>
                  <a:pt x="45520" y="19876"/>
                </a:moveTo>
                <a:lnTo>
                  <a:pt x="4970" y="0"/>
                </a:lnTo>
                <a:lnTo>
                  <a:pt x="0" y="10138"/>
                </a:lnTo>
                <a:lnTo>
                  <a:pt x="40552" y="30014"/>
                </a:lnTo>
                <a:lnTo>
                  <a:pt x="45520" y="19876"/>
                </a:lnTo>
                <a:close/>
                <a:moveTo>
                  <a:pt x="95841" y="51603"/>
                </a:moveTo>
                <a:lnTo>
                  <a:pt x="74920" y="37964"/>
                </a:lnTo>
                <a:lnTo>
                  <a:pt x="68753" y="47421"/>
                </a:lnTo>
                <a:lnTo>
                  <a:pt x="89100" y="60687"/>
                </a:lnTo>
                <a:lnTo>
                  <a:pt x="104543" y="73683"/>
                </a:lnTo>
                <a:lnTo>
                  <a:pt x="111812" y="65044"/>
                </a:lnTo>
                <a:lnTo>
                  <a:pt x="95841" y="51603"/>
                </a:lnTo>
                <a:close/>
                <a:moveTo>
                  <a:pt x="168661" y="120738"/>
                </a:moveTo>
                <a:lnTo>
                  <a:pt x="137917" y="87656"/>
                </a:lnTo>
                <a:lnTo>
                  <a:pt x="129646" y="95342"/>
                </a:lnTo>
                <a:lnTo>
                  <a:pt x="160389" y="128424"/>
                </a:lnTo>
                <a:lnTo>
                  <a:pt x="168661" y="120738"/>
                </a:lnTo>
                <a:close/>
                <a:moveTo>
                  <a:pt x="199174" y="162744"/>
                </a:moveTo>
                <a:lnTo>
                  <a:pt x="189026" y="148662"/>
                </a:lnTo>
                <a:lnTo>
                  <a:pt x="179867" y="155262"/>
                </a:lnTo>
                <a:lnTo>
                  <a:pt x="189587" y="168753"/>
                </a:lnTo>
                <a:lnTo>
                  <a:pt x="202845" y="193202"/>
                </a:lnTo>
                <a:lnTo>
                  <a:pt x="212769" y="187820"/>
                </a:lnTo>
                <a:lnTo>
                  <a:pt x="199174" y="162744"/>
                </a:lnTo>
                <a:close/>
                <a:moveTo>
                  <a:pt x="263786" y="203073"/>
                </a:moveTo>
                <a:lnTo>
                  <a:pt x="177266" y="229003"/>
                </a:lnTo>
                <a:lnTo>
                  <a:pt x="246457" y="302558"/>
                </a:lnTo>
                <a:lnTo>
                  <a:pt x="263786" y="203073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49855-384E-4A8D-B9A0-EE92B2BD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81" y="4219179"/>
            <a:ext cx="244459" cy="284380"/>
          </a:xfrm>
          <a:custGeom xmlns:a="http://schemas.openxmlformats.org/drawingml/2006/main">
            <a:pathLst>
              <a:path w="244459" h="284380">
                <a:moveTo>
                  <a:pt x="244459" y="9372"/>
                </a:moveTo>
                <a:lnTo>
                  <a:pt x="238164" y="0"/>
                </a:lnTo>
                <a:lnTo>
                  <a:pt x="200673" y="25180"/>
                </a:lnTo>
                <a:lnTo>
                  <a:pt x="206969" y="34553"/>
                </a:lnTo>
                <a:lnTo>
                  <a:pt x="244459" y="9372"/>
                </a:lnTo>
                <a:close/>
                <a:moveTo>
                  <a:pt x="147130" y="84744"/>
                </a:moveTo>
                <a:lnTo>
                  <a:pt x="169875" y="63752"/>
                </a:lnTo>
                <a:lnTo>
                  <a:pt x="180685" y="55210"/>
                </a:lnTo>
                <a:lnTo>
                  <a:pt x="173685" y="46352"/>
                </a:lnTo>
                <a:lnTo>
                  <a:pt x="162528" y="55168"/>
                </a:lnTo>
                <a:lnTo>
                  <a:pt x="139473" y="76447"/>
                </a:lnTo>
                <a:lnTo>
                  <a:pt x="147130" y="84744"/>
                </a:lnTo>
                <a:close/>
                <a:moveTo>
                  <a:pt x="94014" y="141983"/>
                </a:moveTo>
                <a:lnTo>
                  <a:pt x="104536" y="128819"/>
                </a:lnTo>
                <a:lnTo>
                  <a:pt x="123534" y="108409"/>
                </a:lnTo>
                <a:lnTo>
                  <a:pt x="115269" y="100716"/>
                </a:lnTo>
                <a:lnTo>
                  <a:pt x="95981" y="121440"/>
                </a:lnTo>
                <a:lnTo>
                  <a:pt x="85194" y="134934"/>
                </a:lnTo>
                <a:lnTo>
                  <a:pt x="94014" y="141983"/>
                </a:lnTo>
                <a:close/>
                <a:moveTo>
                  <a:pt x="48408" y="205183"/>
                </a:moveTo>
                <a:lnTo>
                  <a:pt x="49349" y="203431"/>
                </a:lnTo>
                <a:lnTo>
                  <a:pt x="73369" y="168286"/>
                </a:lnTo>
                <a:lnTo>
                  <a:pt x="64045" y="161916"/>
                </a:lnTo>
                <a:lnTo>
                  <a:pt x="39685" y="197563"/>
                </a:lnTo>
                <a:lnTo>
                  <a:pt x="38461" y="199843"/>
                </a:lnTo>
                <a:lnTo>
                  <a:pt x="48408" y="205183"/>
                </a:lnTo>
                <a:close/>
                <a:moveTo>
                  <a:pt x="2256" y="183422"/>
                </a:moveTo>
                <a:lnTo>
                  <a:pt x="0" y="284380"/>
                </a:lnTo>
                <a:lnTo>
                  <a:pt x="82121" y="225611"/>
                </a:lnTo>
                <a:lnTo>
                  <a:pt x="2256" y="183422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66F755-3502-4F21-9499-1DAFB452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37" y="4404332"/>
            <a:ext cx="181818" cy="137996"/>
          </a:xfrm>
          <a:custGeom xmlns:a="http://schemas.openxmlformats.org/drawingml/2006/main">
            <a:pathLst>
              <a:path w="181818" h="137996">
                <a:moveTo>
                  <a:pt x="6763" y="137996"/>
                </a:moveTo>
                <a:lnTo>
                  <a:pt x="42926" y="110945"/>
                </a:lnTo>
                <a:lnTo>
                  <a:pt x="36163" y="101904"/>
                </a:lnTo>
                <a:lnTo>
                  <a:pt x="0" y="128955"/>
                </a:lnTo>
                <a:lnTo>
                  <a:pt x="6763" y="137996"/>
                </a:lnTo>
                <a:close/>
                <a:moveTo>
                  <a:pt x="70047" y="90657"/>
                </a:moveTo>
                <a:lnTo>
                  <a:pt x="106212" y="63606"/>
                </a:lnTo>
                <a:lnTo>
                  <a:pt x="99449" y="54565"/>
                </a:lnTo>
                <a:lnTo>
                  <a:pt x="63286" y="81616"/>
                </a:lnTo>
                <a:lnTo>
                  <a:pt x="70047" y="90657"/>
                </a:lnTo>
                <a:close/>
                <a:moveTo>
                  <a:pt x="136542" y="90265"/>
                </a:moveTo>
                <a:lnTo>
                  <a:pt x="181818" y="0"/>
                </a:lnTo>
                <a:lnTo>
                  <a:pt x="82441" y="17939"/>
                </a:lnTo>
                <a:lnTo>
                  <a:pt x="136542" y="90265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64E7ED-353C-4D43-A964-8F7E109E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138" y="4350139"/>
            <a:ext cx="153830" cy="144855"/>
          </a:xfrm>
          <a:custGeom xmlns:a="http://schemas.openxmlformats.org/drawingml/2006/main">
            <a:pathLst>
              <a:path w="153830" h="144855">
                <a:moveTo>
                  <a:pt x="0" y="0"/>
                </a:moveTo>
                <a:lnTo>
                  <a:pt x="34959" y="94740"/>
                </a:lnTo>
                <a:lnTo>
                  <a:pt x="62000" y="65925"/>
                </a:lnTo>
                <a:lnTo>
                  <a:pt x="88475" y="90772"/>
                </a:lnTo>
                <a:lnTo>
                  <a:pt x="96202" y="82540"/>
                </a:lnTo>
                <a:lnTo>
                  <a:pt x="69726" y="57693"/>
                </a:lnTo>
                <a:lnTo>
                  <a:pt x="96767" y="28878"/>
                </a:lnTo>
                <a:lnTo>
                  <a:pt x="0" y="0"/>
                </a:lnTo>
                <a:close/>
                <a:moveTo>
                  <a:pt x="120901" y="105718"/>
                </a:moveTo>
                <a:lnTo>
                  <a:pt x="113174" y="113951"/>
                </a:lnTo>
                <a:lnTo>
                  <a:pt x="146105" y="144855"/>
                </a:lnTo>
                <a:lnTo>
                  <a:pt x="153830" y="136623"/>
                </a:lnTo>
                <a:lnTo>
                  <a:pt x="120901" y="105718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94498328a44d4"/>
          <a:stretch xmlns:a="http://schemas.openxmlformats.org/drawingml/2006/main"/>
        </p:blipFill>
        <p:spPr>
          <a:xfrm xmlns:a="http://schemas.openxmlformats.org/drawingml/2006/main">
            <a:off x="7963411" y="3093841"/>
            <a:ext cx="2303801" cy="492666"/>
          </a:xfrm>
          <a:prstGeom xmlns:a="http://schemas.openxmlformats.org/drawingml/2006/main" prst="rect">
            <a:avLst/>
          </a:prstGeom>
        </p:spPr>
      </p:pic>
      <p:sp>
        <p:nvSpPr>
          <p:cNvPr id="81" name="Text ×𝐿">
            <a:extLst xmlns:a="http://schemas.openxmlformats.org/drawingml/2006/main">
              <a:ext uri="{FF2B5EF4-FFF2-40B4-BE49-F238E27FC236}">
                <a16:creationId xmlns:a16="http://schemas.microsoft.com/office/drawing/2014/main" id="{408BF1DE-CF4F-42EF-80A5-CC2BB534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039" y="5087110"/>
            <a:ext cx="210203" cy="105076"/>
          </a:xfrm>
          <a:custGeom xmlns:a="http://schemas.openxmlformats.org/drawingml/2006/main">
            <a:pathLst>
              <a:path w="210203" h="105076">
                <a:moveTo>
                  <a:pt x="50344" y="60121"/>
                </a:moveTo>
                <a:lnTo>
                  <a:pt x="84908" y="95069"/>
                </a:lnTo>
                <a:lnTo>
                  <a:pt x="77210" y="102767"/>
                </a:lnTo>
                <a:lnTo>
                  <a:pt x="42723" y="67588"/>
                </a:lnTo>
                <a:lnTo>
                  <a:pt x="7159" y="102459"/>
                </a:lnTo>
                <a:lnTo>
                  <a:pt x="0" y="95223"/>
                </a:lnTo>
                <a:lnTo>
                  <a:pt x="35179" y="60121"/>
                </a:lnTo>
                <a:lnTo>
                  <a:pt x="154" y="25557"/>
                </a:lnTo>
                <a:lnTo>
                  <a:pt x="7852" y="17859"/>
                </a:lnTo>
                <a:lnTo>
                  <a:pt x="42723" y="52654"/>
                </a:lnTo>
                <a:lnTo>
                  <a:pt x="77595" y="17859"/>
                </a:lnTo>
                <a:lnTo>
                  <a:pt x="84831" y="25018"/>
                </a:lnTo>
                <a:lnTo>
                  <a:pt x="50344" y="60121"/>
                </a:lnTo>
                <a:close/>
                <a:moveTo>
                  <a:pt x="138151" y="101304"/>
                </a:moveTo>
                <a:cubicBezTo>
                  <a:pt x="140101" y="100997"/>
                  <a:pt x="141563" y="100496"/>
                  <a:pt x="142538" y="99803"/>
                </a:cubicBezTo>
                <a:cubicBezTo>
                  <a:pt x="143513" y="99111"/>
                  <a:pt x="144335" y="98148"/>
                  <a:pt x="145002" y="96917"/>
                </a:cubicBezTo>
                <a:cubicBezTo>
                  <a:pt x="145669" y="95685"/>
                  <a:pt x="146285" y="94184"/>
                  <a:pt x="146849" y="92413"/>
                </a:cubicBezTo>
                <a:cubicBezTo>
                  <a:pt x="147414" y="90643"/>
                  <a:pt x="148261" y="87217"/>
                  <a:pt x="149390" y="82137"/>
                </a:cubicBezTo>
                <a:lnTo>
                  <a:pt x="162476" y="22863"/>
                </a:lnTo>
                <a:cubicBezTo>
                  <a:pt x="163605" y="17731"/>
                  <a:pt x="164170" y="13600"/>
                  <a:pt x="164170" y="10469"/>
                </a:cubicBezTo>
                <a:cubicBezTo>
                  <a:pt x="164170" y="8057"/>
                  <a:pt x="163567" y="6376"/>
                  <a:pt x="162361" y="5427"/>
                </a:cubicBezTo>
                <a:cubicBezTo>
                  <a:pt x="161155" y="4478"/>
                  <a:pt x="159243" y="3926"/>
                  <a:pt x="156626" y="3772"/>
                </a:cubicBezTo>
                <a:lnTo>
                  <a:pt x="157472" y="0"/>
                </a:lnTo>
                <a:lnTo>
                  <a:pt x="188264" y="0"/>
                </a:lnTo>
                <a:lnTo>
                  <a:pt x="187417" y="3772"/>
                </a:lnTo>
                <a:cubicBezTo>
                  <a:pt x="185467" y="4183"/>
                  <a:pt x="184069" y="4644"/>
                  <a:pt x="183222" y="5158"/>
                </a:cubicBezTo>
                <a:cubicBezTo>
                  <a:pt x="182375" y="5671"/>
                  <a:pt x="181618" y="6441"/>
                  <a:pt x="180951" y="7467"/>
                </a:cubicBezTo>
                <a:cubicBezTo>
                  <a:pt x="180284" y="8493"/>
                  <a:pt x="179591" y="10097"/>
                  <a:pt x="178873" y="12278"/>
                </a:cubicBezTo>
                <a:cubicBezTo>
                  <a:pt x="178154" y="14459"/>
                  <a:pt x="177256" y="18013"/>
                  <a:pt x="176178" y="22940"/>
                </a:cubicBezTo>
                <a:lnTo>
                  <a:pt x="159705" y="97994"/>
                </a:lnTo>
                <a:lnTo>
                  <a:pt x="178642" y="97994"/>
                </a:lnTo>
                <a:cubicBezTo>
                  <a:pt x="182080" y="97994"/>
                  <a:pt x="184787" y="97661"/>
                  <a:pt x="186763" y="96994"/>
                </a:cubicBezTo>
                <a:cubicBezTo>
                  <a:pt x="188739" y="96326"/>
                  <a:pt x="190612" y="95108"/>
                  <a:pt x="192382" y="93337"/>
                </a:cubicBezTo>
                <a:cubicBezTo>
                  <a:pt x="194153" y="91567"/>
                  <a:pt x="195885" y="89167"/>
                  <a:pt x="197578" y="86140"/>
                </a:cubicBezTo>
                <a:cubicBezTo>
                  <a:pt x="199272" y="83112"/>
                  <a:pt x="200991" y="79340"/>
                  <a:pt x="202736" y="74824"/>
                </a:cubicBezTo>
                <a:lnTo>
                  <a:pt x="210203" y="74824"/>
                </a:lnTo>
                <a:lnTo>
                  <a:pt x="202428" y="105076"/>
                </a:lnTo>
                <a:lnTo>
                  <a:pt x="137304" y="105076"/>
                </a:lnTo>
                <a:lnTo>
                  <a:pt x="138151" y="1013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c0ae6dffe434b"/>
          <a:stretch xmlns:a="http://schemas.openxmlformats.org/drawingml/2006/main"/>
        </p:blipFill>
        <p:spPr>
          <a:xfrm xmlns:a="http://schemas.openxmlformats.org/drawingml/2006/main">
            <a:off x="8638246" y="4226562"/>
            <a:ext cx="1177471" cy="955772"/>
          </a:xfrm>
          <a:prstGeom xmlns:a="http://schemas.openxmlformats.org/drawingml/2006/main" prst="rect">
            <a:avLst/>
          </a:prstGeom>
        </p:spPr>
      </p:pic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0A67E-9D08-419A-A245-6A713990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0592" y="4345212"/>
            <a:ext cx="936067" cy="719293"/>
          </a:xfrm>
          <a:custGeom xmlns:a="http://schemas.openxmlformats.org/drawingml/2006/main">
            <a:pathLst>
              <a:path w="936067" h="719293">
                <a:moveTo>
                  <a:pt x="25780" y="719293"/>
                </a:moveTo>
                <a:cubicBezTo>
                  <a:pt x="11541" y="719293"/>
                  <a:pt x="0" y="707751"/>
                  <a:pt x="0" y="693513"/>
                </a:cubicBezTo>
                <a:lnTo>
                  <a:pt x="0" y="25780"/>
                </a:lnTo>
                <a:cubicBezTo>
                  <a:pt x="0" y="11542"/>
                  <a:pt x="11541" y="0"/>
                  <a:pt x="25780" y="0"/>
                </a:cubicBezTo>
                <a:lnTo>
                  <a:pt x="910286" y="0"/>
                </a:lnTo>
                <a:cubicBezTo>
                  <a:pt x="924523" y="0"/>
                  <a:pt x="936067" y="11542"/>
                  <a:pt x="936067" y="25780"/>
                </a:cubicBezTo>
                <a:lnTo>
                  <a:pt x="936067" y="693513"/>
                </a:lnTo>
                <a:cubicBezTo>
                  <a:pt x="936067" y="707751"/>
                  <a:pt x="924523" y="719293"/>
                  <a:pt x="910286" y="719293"/>
                </a:cubicBezTo>
                <a:lnTo>
                  <a:pt x="25780" y="71929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Cause">
            <a:extLst xmlns:a="http://schemas.openxmlformats.org/drawingml/2006/main">
              <a:ext uri="{FF2B5EF4-FFF2-40B4-BE49-F238E27FC236}">
                <a16:creationId xmlns:a16="http://schemas.microsoft.com/office/drawing/2014/main" id="{3AE9793E-6CAB-453F-8886-B29D6F9C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909" y="4390875"/>
            <a:ext cx="382691" cy="93087"/>
          </a:xfrm>
          <a:custGeom xmlns:a="http://schemas.openxmlformats.org/drawingml/2006/main">
            <a:pathLst>
              <a:path w="382691" h="93087">
                <a:moveTo>
                  <a:pt x="44186" y="93087"/>
                </a:moveTo>
                <a:cubicBezTo>
                  <a:pt x="35025" y="93087"/>
                  <a:pt x="27145" y="91167"/>
                  <a:pt x="20544" y="87328"/>
                </a:cubicBezTo>
                <a:cubicBezTo>
                  <a:pt x="13943" y="83489"/>
                  <a:pt x="8869" y="78100"/>
                  <a:pt x="5321" y="71162"/>
                </a:cubicBezTo>
                <a:cubicBezTo>
                  <a:pt x="1774" y="64225"/>
                  <a:pt x="0" y="56041"/>
                  <a:pt x="0" y="46611"/>
                </a:cubicBezTo>
                <a:cubicBezTo>
                  <a:pt x="0" y="37181"/>
                  <a:pt x="1774" y="28975"/>
                  <a:pt x="5321" y="21992"/>
                </a:cubicBezTo>
                <a:cubicBezTo>
                  <a:pt x="8869" y="15009"/>
                  <a:pt x="13943" y="9598"/>
                  <a:pt x="20544" y="5759"/>
                </a:cubicBezTo>
                <a:cubicBezTo>
                  <a:pt x="27145" y="1920"/>
                  <a:pt x="35025" y="0"/>
                  <a:pt x="44186" y="0"/>
                </a:cubicBezTo>
                <a:cubicBezTo>
                  <a:pt x="51281" y="0"/>
                  <a:pt x="57814" y="1224"/>
                  <a:pt x="63787" y="3671"/>
                </a:cubicBezTo>
                <a:cubicBezTo>
                  <a:pt x="69759" y="6118"/>
                  <a:pt x="74609" y="9733"/>
                  <a:pt x="78336" y="14515"/>
                </a:cubicBezTo>
                <a:cubicBezTo>
                  <a:pt x="82063" y="19298"/>
                  <a:pt x="84106" y="25191"/>
                  <a:pt x="84465" y="32196"/>
                </a:cubicBezTo>
                <a:lnTo>
                  <a:pt x="65067" y="32196"/>
                </a:lnTo>
                <a:cubicBezTo>
                  <a:pt x="64573" y="28514"/>
                  <a:pt x="63371" y="25461"/>
                  <a:pt x="61463" y="23036"/>
                </a:cubicBezTo>
                <a:cubicBezTo>
                  <a:pt x="59555" y="20611"/>
                  <a:pt x="57118" y="18793"/>
                  <a:pt x="54155" y="17580"/>
                </a:cubicBezTo>
                <a:cubicBezTo>
                  <a:pt x="51191" y="16368"/>
                  <a:pt x="47868" y="15761"/>
                  <a:pt x="44186" y="15761"/>
                </a:cubicBezTo>
                <a:cubicBezTo>
                  <a:pt x="38259" y="15761"/>
                  <a:pt x="33487" y="17198"/>
                  <a:pt x="29873" y="20072"/>
                </a:cubicBezTo>
                <a:cubicBezTo>
                  <a:pt x="26258" y="22946"/>
                  <a:pt x="23631" y="26707"/>
                  <a:pt x="21992" y="31355"/>
                </a:cubicBezTo>
                <a:cubicBezTo>
                  <a:pt x="20353" y="36002"/>
                  <a:pt x="19533" y="41088"/>
                  <a:pt x="19533" y="46611"/>
                </a:cubicBezTo>
                <a:cubicBezTo>
                  <a:pt x="19533" y="52089"/>
                  <a:pt x="20353" y="57163"/>
                  <a:pt x="21992" y="61833"/>
                </a:cubicBezTo>
                <a:cubicBezTo>
                  <a:pt x="23631" y="66503"/>
                  <a:pt x="26258" y="70253"/>
                  <a:pt x="29873" y="73082"/>
                </a:cubicBezTo>
                <a:cubicBezTo>
                  <a:pt x="33487" y="75911"/>
                  <a:pt x="38259" y="77325"/>
                  <a:pt x="44186" y="77325"/>
                </a:cubicBezTo>
                <a:cubicBezTo>
                  <a:pt x="50428" y="77325"/>
                  <a:pt x="55356" y="75720"/>
                  <a:pt x="58971" y="72509"/>
                </a:cubicBezTo>
                <a:cubicBezTo>
                  <a:pt x="62586" y="69299"/>
                  <a:pt x="64662" y="64730"/>
                  <a:pt x="65201" y="58802"/>
                </a:cubicBezTo>
                <a:lnTo>
                  <a:pt x="84600" y="58802"/>
                </a:lnTo>
                <a:cubicBezTo>
                  <a:pt x="84061" y="66212"/>
                  <a:pt x="82108" y="72465"/>
                  <a:pt x="78740" y="77561"/>
                </a:cubicBezTo>
                <a:cubicBezTo>
                  <a:pt x="75372" y="82658"/>
                  <a:pt x="70769" y="86520"/>
                  <a:pt x="64932" y="89147"/>
                </a:cubicBezTo>
                <a:cubicBezTo>
                  <a:pt x="59094" y="91773"/>
                  <a:pt x="52179" y="93087"/>
                  <a:pt x="44186" y="93087"/>
                </a:cubicBezTo>
                <a:close/>
                <a:moveTo>
                  <a:pt x="116783" y="93087"/>
                </a:moveTo>
                <a:cubicBezTo>
                  <a:pt x="113056" y="93087"/>
                  <a:pt x="109576" y="92361"/>
                  <a:pt x="106342" y="90910"/>
                </a:cubicBezTo>
                <a:cubicBezTo>
                  <a:pt x="103109" y="89459"/>
                  <a:pt x="100494" y="87272"/>
                  <a:pt x="98495" y="84347"/>
                </a:cubicBezTo>
                <a:cubicBezTo>
                  <a:pt x="96497" y="81422"/>
                  <a:pt x="95498" y="77760"/>
                  <a:pt x="95498" y="73362"/>
                </a:cubicBezTo>
                <a:cubicBezTo>
                  <a:pt x="95498" y="67241"/>
                  <a:pt x="97317" y="62628"/>
                  <a:pt x="100954" y="59522"/>
                </a:cubicBezTo>
                <a:cubicBezTo>
                  <a:pt x="104591" y="56415"/>
                  <a:pt x="109677" y="54306"/>
                  <a:pt x="116210" y="53195"/>
                </a:cubicBezTo>
                <a:cubicBezTo>
                  <a:pt x="122744" y="52084"/>
                  <a:pt x="130344" y="51437"/>
                  <a:pt x="139010" y="51256"/>
                </a:cubicBezTo>
                <a:lnTo>
                  <a:pt x="139010" y="47642"/>
                </a:lnTo>
                <a:cubicBezTo>
                  <a:pt x="139010" y="43239"/>
                  <a:pt x="137989" y="40226"/>
                  <a:pt x="135946" y="38604"/>
                </a:cubicBezTo>
                <a:cubicBezTo>
                  <a:pt x="133903" y="36982"/>
                  <a:pt x="131264" y="36171"/>
                  <a:pt x="128031" y="36171"/>
                </a:cubicBezTo>
                <a:cubicBezTo>
                  <a:pt x="124484" y="36171"/>
                  <a:pt x="121565" y="37036"/>
                  <a:pt x="119275" y="38766"/>
                </a:cubicBezTo>
                <a:cubicBezTo>
                  <a:pt x="116985" y="40495"/>
                  <a:pt x="115840" y="43296"/>
                  <a:pt x="115840" y="47171"/>
                </a:cubicBezTo>
                <a:lnTo>
                  <a:pt x="99135" y="47171"/>
                </a:lnTo>
                <a:cubicBezTo>
                  <a:pt x="99135" y="41486"/>
                  <a:pt x="100359" y="36984"/>
                  <a:pt x="102806" y="33664"/>
                </a:cubicBezTo>
                <a:cubicBezTo>
                  <a:pt x="105253" y="30342"/>
                  <a:pt x="108644" y="27954"/>
                  <a:pt x="112977" y="26499"/>
                </a:cubicBezTo>
                <a:cubicBezTo>
                  <a:pt x="117310" y="25043"/>
                  <a:pt x="122328" y="24316"/>
                  <a:pt x="128031" y="24316"/>
                </a:cubicBezTo>
                <a:cubicBezTo>
                  <a:pt x="132207" y="24316"/>
                  <a:pt x="136024" y="24668"/>
                  <a:pt x="139482" y="25372"/>
                </a:cubicBezTo>
                <a:cubicBezTo>
                  <a:pt x="142940" y="26077"/>
                  <a:pt x="145937" y="27293"/>
                  <a:pt x="148474" y="29020"/>
                </a:cubicBezTo>
                <a:cubicBezTo>
                  <a:pt x="151011" y="30746"/>
                  <a:pt x="152976" y="33098"/>
                  <a:pt x="154368" y="36076"/>
                </a:cubicBezTo>
                <a:cubicBezTo>
                  <a:pt x="155760" y="39052"/>
                  <a:pt x="156456" y="42767"/>
                  <a:pt x="156456" y="47221"/>
                </a:cubicBezTo>
                <a:lnTo>
                  <a:pt x="156456" y="91874"/>
                </a:lnTo>
                <a:lnTo>
                  <a:pt x="139751" y="91874"/>
                </a:lnTo>
                <a:lnTo>
                  <a:pt x="139212" y="83388"/>
                </a:lnTo>
                <a:cubicBezTo>
                  <a:pt x="136428" y="86576"/>
                  <a:pt x="133195" y="88989"/>
                  <a:pt x="129513" y="90628"/>
                </a:cubicBezTo>
                <a:cubicBezTo>
                  <a:pt x="125831" y="92267"/>
                  <a:pt x="121587" y="93087"/>
                  <a:pt x="116783" y="93087"/>
                </a:cubicBezTo>
                <a:moveTo>
                  <a:pt x="122643" y="80828"/>
                </a:moveTo>
                <a:cubicBezTo>
                  <a:pt x="126011" y="80828"/>
                  <a:pt x="129120" y="79934"/>
                  <a:pt x="131972" y="78146"/>
                </a:cubicBezTo>
                <a:cubicBezTo>
                  <a:pt x="134823" y="76357"/>
                  <a:pt x="137102" y="74317"/>
                  <a:pt x="138808" y="72025"/>
                </a:cubicBezTo>
                <a:lnTo>
                  <a:pt x="138808" y="61158"/>
                </a:lnTo>
                <a:cubicBezTo>
                  <a:pt x="129378" y="61204"/>
                  <a:pt x="122777" y="62110"/>
                  <a:pt x="119005" y="63875"/>
                </a:cubicBezTo>
                <a:cubicBezTo>
                  <a:pt x="115234" y="65640"/>
                  <a:pt x="113348" y="68495"/>
                  <a:pt x="113348" y="72438"/>
                </a:cubicBezTo>
                <a:cubicBezTo>
                  <a:pt x="113348" y="75281"/>
                  <a:pt x="114212" y="77390"/>
                  <a:pt x="115941" y="78765"/>
                </a:cubicBezTo>
                <a:cubicBezTo>
                  <a:pt x="117670" y="80140"/>
                  <a:pt x="119904" y="80828"/>
                  <a:pt x="122643" y="80828"/>
                </a:cubicBezTo>
                <a:close/>
                <a:moveTo>
                  <a:pt x="192486" y="93087"/>
                </a:moveTo>
                <a:cubicBezTo>
                  <a:pt x="185840" y="93087"/>
                  <a:pt x="180698" y="90997"/>
                  <a:pt x="177061" y="86819"/>
                </a:cubicBezTo>
                <a:cubicBezTo>
                  <a:pt x="173424" y="82638"/>
                  <a:pt x="171605" y="76688"/>
                  <a:pt x="171605" y="68969"/>
                </a:cubicBezTo>
                <a:lnTo>
                  <a:pt x="171605" y="25326"/>
                </a:lnTo>
                <a:lnTo>
                  <a:pt x="189455" y="25326"/>
                </a:lnTo>
                <a:lnTo>
                  <a:pt x="189455" y="66971"/>
                </a:lnTo>
                <a:cubicBezTo>
                  <a:pt x="189455" y="69266"/>
                  <a:pt x="189780" y="71296"/>
                  <a:pt x="190431" y="73063"/>
                </a:cubicBezTo>
                <a:cubicBezTo>
                  <a:pt x="191083" y="74830"/>
                  <a:pt x="192160" y="76195"/>
                  <a:pt x="193665" y="77159"/>
                </a:cubicBezTo>
                <a:cubicBezTo>
                  <a:pt x="195169" y="78123"/>
                  <a:pt x="197156" y="78605"/>
                  <a:pt x="199626" y="78605"/>
                </a:cubicBezTo>
                <a:cubicBezTo>
                  <a:pt x="203218" y="78605"/>
                  <a:pt x="206283" y="77791"/>
                  <a:pt x="208820" y="76161"/>
                </a:cubicBezTo>
                <a:cubicBezTo>
                  <a:pt x="211357" y="74532"/>
                  <a:pt x="213568" y="72547"/>
                  <a:pt x="215454" y="70207"/>
                </a:cubicBezTo>
                <a:lnTo>
                  <a:pt x="215454" y="25326"/>
                </a:lnTo>
                <a:lnTo>
                  <a:pt x="233304" y="25326"/>
                </a:lnTo>
                <a:lnTo>
                  <a:pt x="233304" y="91874"/>
                </a:lnTo>
                <a:lnTo>
                  <a:pt x="216061" y="91874"/>
                </a:lnTo>
                <a:lnTo>
                  <a:pt x="215791" y="82310"/>
                </a:lnTo>
                <a:cubicBezTo>
                  <a:pt x="213591" y="85094"/>
                  <a:pt x="210582" y="87586"/>
                  <a:pt x="206765" y="89786"/>
                </a:cubicBezTo>
                <a:cubicBezTo>
                  <a:pt x="202949" y="91987"/>
                  <a:pt x="198189" y="93087"/>
                  <a:pt x="192486" y="93087"/>
                </a:cubicBezTo>
                <a:close/>
                <a:moveTo>
                  <a:pt x="277617" y="93087"/>
                </a:moveTo>
                <a:cubicBezTo>
                  <a:pt x="273980" y="93087"/>
                  <a:pt x="270410" y="92747"/>
                  <a:pt x="266908" y="92066"/>
                </a:cubicBezTo>
                <a:cubicBezTo>
                  <a:pt x="263405" y="91385"/>
                  <a:pt x="260239" y="90217"/>
                  <a:pt x="257410" y="88559"/>
                </a:cubicBezTo>
                <a:cubicBezTo>
                  <a:pt x="254581" y="86902"/>
                  <a:pt x="252336" y="84643"/>
                  <a:pt x="250675" y="81784"/>
                </a:cubicBezTo>
                <a:cubicBezTo>
                  <a:pt x="249013" y="78924"/>
                  <a:pt x="248182" y="75360"/>
                  <a:pt x="248182" y="71093"/>
                </a:cubicBezTo>
                <a:lnTo>
                  <a:pt x="264752" y="71093"/>
                </a:lnTo>
                <a:cubicBezTo>
                  <a:pt x="264752" y="74863"/>
                  <a:pt x="266043" y="77485"/>
                  <a:pt x="268625" y="78957"/>
                </a:cubicBezTo>
                <a:cubicBezTo>
                  <a:pt x="271207" y="80429"/>
                  <a:pt x="274227" y="81165"/>
                  <a:pt x="277685" y="81165"/>
                </a:cubicBezTo>
                <a:cubicBezTo>
                  <a:pt x="281097" y="81165"/>
                  <a:pt x="283747" y="80599"/>
                  <a:pt x="285633" y="79468"/>
                </a:cubicBezTo>
                <a:cubicBezTo>
                  <a:pt x="287519" y="78336"/>
                  <a:pt x="288462" y="76429"/>
                  <a:pt x="288462" y="73749"/>
                </a:cubicBezTo>
                <a:cubicBezTo>
                  <a:pt x="288462" y="71253"/>
                  <a:pt x="287350" y="69392"/>
                  <a:pt x="285128" y="68167"/>
                </a:cubicBezTo>
                <a:cubicBezTo>
                  <a:pt x="282905" y="66941"/>
                  <a:pt x="279009" y="65692"/>
                  <a:pt x="273441" y="64420"/>
                </a:cubicBezTo>
                <a:cubicBezTo>
                  <a:pt x="268771" y="63285"/>
                  <a:pt x="264606" y="61912"/>
                  <a:pt x="260946" y="60301"/>
                </a:cubicBezTo>
                <a:cubicBezTo>
                  <a:pt x="257287" y="58690"/>
                  <a:pt x="254424" y="56535"/>
                  <a:pt x="252359" y="53835"/>
                </a:cubicBezTo>
                <a:cubicBezTo>
                  <a:pt x="250293" y="51134"/>
                  <a:pt x="249260" y="47581"/>
                  <a:pt x="249260" y="43178"/>
                </a:cubicBezTo>
                <a:cubicBezTo>
                  <a:pt x="249260" y="39727"/>
                  <a:pt x="250046" y="36799"/>
                  <a:pt x="251618" y="34394"/>
                </a:cubicBezTo>
                <a:cubicBezTo>
                  <a:pt x="253189" y="31987"/>
                  <a:pt x="255289" y="30047"/>
                  <a:pt x="257915" y="28572"/>
                </a:cubicBezTo>
                <a:cubicBezTo>
                  <a:pt x="260542" y="27097"/>
                  <a:pt x="263506" y="26019"/>
                  <a:pt x="266807" y="25339"/>
                </a:cubicBezTo>
                <a:cubicBezTo>
                  <a:pt x="270107" y="24657"/>
                  <a:pt x="273486" y="24316"/>
                  <a:pt x="276944" y="24316"/>
                </a:cubicBezTo>
                <a:cubicBezTo>
                  <a:pt x="280312" y="24316"/>
                  <a:pt x="283612" y="24656"/>
                  <a:pt x="286845" y="25337"/>
                </a:cubicBezTo>
                <a:cubicBezTo>
                  <a:pt x="290078" y="26017"/>
                  <a:pt x="292997" y="27164"/>
                  <a:pt x="295601" y="28776"/>
                </a:cubicBezTo>
                <a:cubicBezTo>
                  <a:pt x="298206" y="30387"/>
                  <a:pt x="300294" y="32554"/>
                  <a:pt x="301866" y="35278"/>
                </a:cubicBezTo>
                <a:cubicBezTo>
                  <a:pt x="303437" y="38002"/>
                  <a:pt x="304223" y="41406"/>
                  <a:pt x="304223" y="45491"/>
                </a:cubicBezTo>
                <a:lnTo>
                  <a:pt x="287653" y="45491"/>
                </a:lnTo>
                <a:cubicBezTo>
                  <a:pt x="287653" y="42038"/>
                  <a:pt x="286587" y="39644"/>
                  <a:pt x="284454" y="38309"/>
                </a:cubicBezTo>
                <a:cubicBezTo>
                  <a:pt x="282321" y="36973"/>
                  <a:pt x="279818" y="36305"/>
                  <a:pt x="276944" y="36305"/>
                </a:cubicBezTo>
                <a:cubicBezTo>
                  <a:pt x="273845" y="36305"/>
                  <a:pt x="271409" y="36770"/>
                  <a:pt x="269635" y="37699"/>
                </a:cubicBezTo>
                <a:cubicBezTo>
                  <a:pt x="267862" y="38626"/>
                  <a:pt x="266975" y="40157"/>
                  <a:pt x="266975" y="42292"/>
                </a:cubicBezTo>
                <a:cubicBezTo>
                  <a:pt x="266975" y="43517"/>
                  <a:pt x="267536" y="44595"/>
                  <a:pt x="268659" y="45527"/>
                </a:cubicBezTo>
                <a:cubicBezTo>
                  <a:pt x="269781" y="46457"/>
                  <a:pt x="271578" y="47319"/>
                  <a:pt x="274047" y="48114"/>
                </a:cubicBezTo>
                <a:cubicBezTo>
                  <a:pt x="276517" y="48908"/>
                  <a:pt x="279773" y="49759"/>
                  <a:pt x="283814" y="50667"/>
                </a:cubicBezTo>
                <a:cubicBezTo>
                  <a:pt x="288080" y="51666"/>
                  <a:pt x="291897" y="52960"/>
                  <a:pt x="295265" y="54548"/>
                </a:cubicBezTo>
                <a:cubicBezTo>
                  <a:pt x="298633" y="56137"/>
                  <a:pt x="301304" y="58271"/>
                  <a:pt x="303280" y="60949"/>
                </a:cubicBezTo>
                <a:cubicBezTo>
                  <a:pt x="305256" y="63627"/>
                  <a:pt x="306244" y="67099"/>
                  <a:pt x="306244" y="71366"/>
                </a:cubicBezTo>
                <a:cubicBezTo>
                  <a:pt x="306244" y="75362"/>
                  <a:pt x="305447" y="78743"/>
                  <a:pt x="303853" y="81512"/>
                </a:cubicBezTo>
                <a:cubicBezTo>
                  <a:pt x="302259" y="84281"/>
                  <a:pt x="300126" y="86516"/>
                  <a:pt x="297454" y="88218"/>
                </a:cubicBezTo>
                <a:cubicBezTo>
                  <a:pt x="294782" y="89920"/>
                  <a:pt x="291728" y="91157"/>
                  <a:pt x="288293" y="91929"/>
                </a:cubicBezTo>
                <a:cubicBezTo>
                  <a:pt x="284858" y="92701"/>
                  <a:pt x="281299" y="93087"/>
                  <a:pt x="277617" y="93087"/>
                </a:cubicBezTo>
                <a:close/>
                <a:moveTo>
                  <a:pt x="352044" y="93087"/>
                </a:moveTo>
                <a:cubicBezTo>
                  <a:pt x="344725" y="93087"/>
                  <a:pt x="338573" y="91712"/>
                  <a:pt x="333588" y="88963"/>
                </a:cubicBezTo>
                <a:cubicBezTo>
                  <a:pt x="328604" y="86214"/>
                  <a:pt x="324832" y="82250"/>
                  <a:pt x="322272" y="77071"/>
                </a:cubicBezTo>
                <a:cubicBezTo>
                  <a:pt x="319713" y="71890"/>
                  <a:pt x="318433" y="65664"/>
                  <a:pt x="318433" y="58394"/>
                </a:cubicBezTo>
                <a:cubicBezTo>
                  <a:pt x="318433" y="51351"/>
                  <a:pt x="319679" y="45285"/>
                  <a:pt x="322171" y="40197"/>
                </a:cubicBezTo>
                <a:cubicBezTo>
                  <a:pt x="324663" y="35108"/>
                  <a:pt x="328323" y="31188"/>
                  <a:pt x="333150" y="28439"/>
                </a:cubicBezTo>
                <a:cubicBezTo>
                  <a:pt x="337978" y="25690"/>
                  <a:pt x="343916" y="24316"/>
                  <a:pt x="350966" y="24316"/>
                </a:cubicBezTo>
                <a:cubicBezTo>
                  <a:pt x="360755" y="24316"/>
                  <a:pt x="368490" y="27209"/>
                  <a:pt x="374171" y="32996"/>
                </a:cubicBezTo>
                <a:cubicBezTo>
                  <a:pt x="379851" y="38783"/>
                  <a:pt x="382691" y="47033"/>
                  <a:pt x="382691" y="57746"/>
                </a:cubicBezTo>
                <a:cubicBezTo>
                  <a:pt x="382691" y="58290"/>
                  <a:pt x="382669" y="59028"/>
                  <a:pt x="382624" y="59958"/>
                </a:cubicBezTo>
                <a:cubicBezTo>
                  <a:pt x="382579" y="60888"/>
                  <a:pt x="382512" y="61603"/>
                  <a:pt x="382422" y="62103"/>
                </a:cubicBezTo>
                <a:lnTo>
                  <a:pt x="336283" y="62103"/>
                </a:lnTo>
                <a:cubicBezTo>
                  <a:pt x="336372" y="65273"/>
                  <a:pt x="336945" y="68236"/>
                  <a:pt x="338000" y="70992"/>
                </a:cubicBezTo>
                <a:cubicBezTo>
                  <a:pt x="339055" y="73748"/>
                  <a:pt x="340728" y="75964"/>
                  <a:pt x="343018" y="77641"/>
                </a:cubicBezTo>
                <a:cubicBezTo>
                  <a:pt x="345308" y="79317"/>
                  <a:pt x="348317" y="80154"/>
                  <a:pt x="352044" y="80154"/>
                </a:cubicBezTo>
                <a:cubicBezTo>
                  <a:pt x="355906" y="80154"/>
                  <a:pt x="359004" y="79287"/>
                  <a:pt x="361339" y="77553"/>
                </a:cubicBezTo>
                <a:cubicBezTo>
                  <a:pt x="363674" y="75818"/>
                  <a:pt x="364864" y="73239"/>
                  <a:pt x="364909" y="69815"/>
                </a:cubicBezTo>
                <a:lnTo>
                  <a:pt x="382489" y="69815"/>
                </a:lnTo>
                <a:cubicBezTo>
                  <a:pt x="382265" y="75002"/>
                  <a:pt x="380861" y="79324"/>
                  <a:pt x="378279" y="82781"/>
                </a:cubicBezTo>
                <a:cubicBezTo>
                  <a:pt x="375697" y="86239"/>
                  <a:pt x="372172" y="88821"/>
                  <a:pt x="367704" y="90527"/>
                </a:cubicBezTo>
                <a:cubicBezTo>
                  <a:pt x="363236" y="92234"/>
                  <a:pt x="358016" y="93087"/>
                  <a:pt x="352044" y="93087"/>
                </a:cubicBezTo>
                <a:moveTo>
                  <a:pt x="336485" y="50787"/>
                </a:moveTo>
                <a:lnTo>
                  <a:pt x="364976" y="50787"/>
                </a:lnTo>
                <a:cubicBezTo>
                  <a:pt x="364842" y="46072"/>
                  <a:pt x="363483" y="42547"/>
                  <a:pt x="360901" y="40212"/>
                </a:cubicBezTo>
                <a:cubicBezTo>
                  <a:pt x="358319" y="37877"/>
                  <a:pt x="355008" y="36709"/>
                  <a:pt x="350966" y="36709"/>
                </a:cubicBezTo>
                <a:cubicBezTo>
                  <a:pt x="346835" y="36709"/>
                  <a:pt x="343456" y="37911"/>
                  <a:pt x="340829" y="40315"/>
                </a:cubicBezTo>
                <a:cubicBezTo>
                  <a:pt x="338202" y="42719"/>
                  <a:pt x="336754" y="46209"/>
                  <a:pt x="336485" y="50787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79DDE8-397C-4061-BF06-59864A50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584" y="4675299"/>
            <a:ext cx="304542" cy="153078"/>
          </a:xfrm>
          <a:custGeom xmlns:a="http://schemas.openxmlformats.org/drawingml/2006/main">
            <a:pathLst>
              <a:path w="304542" h="153078" fill="none">
                <a:moveTo>
                  <a:pt x="0" y="153078"/>
                </a:moveTo>
                <a:lnTo>
                  <a:pt x="3045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CBC716-F8FE-4B95-80E4-5EE0348E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8038" y="4675299"/>
            <a:ext cx="220999" cy="190841"/>
          </a:xfrm>
          <a:custGeom xmlns:a="http://schemas.openxmlformats.org/drawingml/2006/main">
            <a:pathLst>
              <a:path w="220999" h="190841" fill="none">
                <a:moveTo>
                  <a:pt x="220999" y="190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FE8CC-681B-471C-B226-1E401F01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0302" y="4844807"/>
            <a:ext cx="189159" cy="189157"/>
          </a:xfrm>
          <a:custGeom xmlns:a="http://schemas.openxmlformats.org/drawingml/2006/main">
            <a:pathLst>
              <a:path w="189159" h="189157">
                <a:moveTo>
                  <a:pt x="10143" y="76215"/>
                </a:moveTo>
                <a:cubicBezTo>
                  <a:pt x="20284" y="29582"/>
                  <a:pt x="66310" y="0"/>
                  <a:pt x="112943" y="10142"/>
                </a:cubicBezTo>
                <a:cubicBezTo>
                  <a:pt x="159577" y="20284"/>
                  <a:pt x="189159" y="66310"/>
                  <a:pt x="179016" y="112943"/>
                </a:cubicBezTo>
                <a:cubicBezTo>
                  <a:pt x="168873" y="159576"/>
                  <a:pt x="122849" y="189157"/>
                  <a:pt x="76216" y="179015"/>
                </a:cubicBezTo>
                <a:cubicBezTo>
                  <a:pt x="29583" y="168873"/>
                  <a:pt x="0" y="122848"/>
                  <a:pt x="10143" y="76215"/>
                </a:cubicBezTo>
                <a:close/>
              </a:path>
            </a:pathLst>
          </a:custGeom>
          <a:solidFill xmlns:a="http://schemas.openxmlformats.org/drawingml/2006/main">
            <a:srgbClr val="BCA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B8A610-6274-4852-822F-C7B92332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0304" y="4844807"/>
            <a:ext cx="189157" cy="189157"/>
          </a:xfrm>
          <a:custGeom xmlns:a="http://schemas.openxmlformats.org/drawingml/2006/main">
            <a:pathLst>
              <a:path w="189157" h="189157" fill="none">
                <a:moveTo>
                  <a:pt x="10142" y="76215"/>
                </a:moveTo>
                <a:cubicBezTo>
                  <a:pt x="20284" y="29582"/>
                  <a:pt x="66310" y="0"/>
                  <a:pt x="112943" y="10142"/>
                </a:cubicBezTo>
                <a:cubicBezTo>
                  <a:pt x="159576" y="20284"/>
                  <a:pt x="189157" y="66310"/>
                  <a:pt x="179015" y="112943"/>
                </a:cubicBezTo>
                <a:cubicBezTo>
                  <a:pt x="168873" y="159576"/>
                  <a:pt x="122848" y="189157"/>
                  <a:pt x="76215" y="179015"/>
                </a:cubicBezTo>
                <a:cubicBezTo>
                  <a:pt x="29582" y="168873"/>
                  <a:pt x="0" y="122848"/>
                  <a:pt x="10142" y="762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8206E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E8889A-F68A-48C2-BB26-42026616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85" y="4803392"/>
            <a:ext cx="172434" cy="172433"/>
          </a:xfrm>
          <a:custGeom xmlns:a="http://schemas.openxmlformats.org/drawingml/2006/main">
            <a:pathLst>
              <a:path w="172434" h="172433">
                <a:moveTo>
                  <a:pt x="0" y="86217"/>
                </a:moveTo>
                <a:cubicBezTo>
                  <a:pt x="0" y="38600"/>
                  <a:pt x="38601" y="0"/>
                  <a:pt x="86217" y="0"/>
                </a:cubicBezTo>
                <a:cubicBezTo>
                  <a:pt x="133832" y="0"/>
                  <a:pt x="172434" y="38600"/>
                  <a:pt x="172434" y="86217"/>
                </a:cubicBezTo>
                <a:cubicBezTo>
                  <a:pt x="172434" y="133833"/>
                  <a:pt x="133832" y="172433"/>
                  <a:pt x="86217" y="172433"/>
                </a:cubicBezTo>
                <a:cubicBezTo>
                  <a:pt x="38601" y="172433"/>
                  <a:pt x="0" y="133833"/>
                  <a:pt x="0" y="86217"/>
                </a:cubicBez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03703-98A6-47CE-A8DC-24097243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85" y="4803392"/>
            <a:ext cx="172433" cy="172433"/>
          </a:xfrm>
          <a:custGeom xmlns:a="http://schemas.openxmlformats.org/drawingml/2006/main">
            <a:pathLst>
              <a:path w="172433" h="172433" fill="none">
                <a:moveTo>
                  <a:pt x="0" y="86217"/>
                </a:moveTo>
                <a:cubicBezTo>
                  <a:pt x="0" y="38601"/>
                  <a:pt x="38601" y="0"/>
                  <a:pt x="86217" y="0"/>
                </a:cubicBezTo>
                <a:cubicBezTo>
                  <a:pt x="133833" y="0"/>
                  <a:pt x="172433" y="38601"/>
                  <a:pt x="172433" y="86217"/>
                </a:cubicBezTo>
                <a:cubicBezTo>
                  <a:pt x="172433" y="133833"/>
                  <a:pt x="133833" y="172433"/>
                  <a:pt x="86217" y="172433"/>
                </a:cubicBezTo>
                <a:cubicBezTo>
                  <a:pt x="38601" y="172433"/>
                  <a:pt x="0" y="133833"/>
                  <a:pt x="0" y="8621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C04F15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8C57A-E331-4455-BB42-4B338F61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11" y="4517646"/>
            <a:ext cx="157653" cy="157653"/>
          </a:xfrm>
          <a:custGeom xmlns:a="http://schemas.openxmlformats.org/drawingml/2006/main">
            <a:pathLst>
              <a:path w="157653" h="157653">
                <a:moveTo>
                  <a:pt x="0" y="0"/>
                </a:moveTo>
                <a:lnTo>
                  <a:pt x="157653" y="0"/>
                </a:lnTo>
                <a:lnTo>
                  <a:pt x="157653" y="157653"/>
                </a:lnTo>
                <a:lnTo>
                  <a:pt x="0" y="1576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FD3A3D-B61B-4E88-9D5D-6AD476D4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11" y="4517646"/>
            <a:ext cx="157653" cy="157653"/>
          </a:xfrm>
          <a:custGeom xmlns:a="http://schemas.openxmlformats.org/drawingml/2006/main">
            <a:pathLst>
              <a:path w="157653" h="157653" fill="none">
                <a:moveTo>
                  <a:pt x="0" y="0"/>
                </a:moveTo>
                <a:lnTo>
                  <a:pt x="157653" y="0"/>
                </a:lnTo>
                <a:lnTo>
                  <a:pt x="157653" y="157653"/>
                </a:lnTo>
                <a:lnTo>
                  <a:pt x="0" y="15765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4E95D9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F8857F-29C6-4DE9-B1BB-007312B0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343" y="4371503"/>
            <a:ext cx="199212" cy="201140"/>
          </a:xfrm>
          <a:custGeom xmlns:a="http://schemas.openxmlformats.org/drawingml/2006/main">
            <a:pathLst>
              <a:path w="199212" h="201140">
                <a:moveTo>
                  <a:pt x="58429" y="3709"/>
                </a:moveTo>
                <a:lnTo>
                  <a:pt x="41652" y="11128"/>
                </a:lnTo>
                <a:lnTo>
                  <a:pt x="33952" y="16842"/>
                </a:lnTo>
                <a:lnTo>
                  <a:pt x="40679" y="25909"/>
                </a:lnTo>
                <a:lnTo>
                  <a:pt x="47366" y="20946"/>
                </a:lnTo>
                <a:lnTo>
                  <a:pt x="61857" y="14538"/>
                </a:lnTo>
                <a:lnTo>
                  <a:pt x="78057" y="11309"/>
                </a:lnTo>
                <a:lnTo>
                  <a:pt x="78815" y="11321"/>
                </a:lnTo>
                <a:lnTo>
                  <a:pt x="79002" y="33"/>
                </a:lnTo>
                <a:lnTo>
                  <a:pt x="77036" y="0"/>
                </a:lnTo>
                <a:lnTo>
                  <a:pt x="58429" y="3709"/>
                </a:lnTo>
                <a:close/>
                <a:moveTo>
                  <a:pt x="117024" y="4772"/>
                </a:moveTo>
                <a:lnTo>
                  <a:pt x="113609" y="4015"/>
                </a:lnTo>
                <a:lnTo>
                  <a:pt x="111164" y="15037"/>
                </a:lnTo>
                <a:lnTo>
                  <a:pt x="113526" y="15561"/>
                </a:lnTo>
                <a:lnTo>
                  <a:pt x="130312" y="22822"/>
                </a:lnTo>
                <a:lnTo>
                  <a:pt x="145660" y="32996"/>
                </a:lnTo>
                <a:lnTo>
                  <a:pt x="147855" y="35055"/>
                </a:lnTo>
                <a:lnTo>
                  <a:pt x="155580" y="26822"/>
                </a:lnTo>
                <a:lnTo>
                  <a:pt x="152694" y="24114"/>
                </a:lnTo>
                <a:lnTo>
                  <a:pt x="135713" y="12857"/>
                </a:lnTo>
                <a:lnTo>
                  <a:pt x="117024" y="4772"/>
                </a:lnTo>
                <a:close/>
                <a:moveTo>
                  <a:pt x="0" y="89988"/>
                </a:moveTo>
                <a:lnTo>
                  <a:pt x="11263" y="90770"/>
                </a:lnTo>
                <a:lnTo>
                  <a:pt x="12543" y="72317"/>
                </a:lnTo>
                <a:lnTo>
                  <a:pt x="17131" y="56170"/>
                </a:lnTo>
                <a:lnTo>
                  <a:pt x="20663" y="49570"/>
                </a:lnTo>
                <a:lnTo>
                  <a:pt x="10710" y="44242"/>
                </a:lnTo>
                <a:lnTo>
                  <a:pt x="6603" y="51917"/>
                </a:lnTo>
                <a:lnTo>
                  <a:pt x="1362" y="70361"/>
                </a:lnTo>
                <a:lnTo>
                  <a:pt x="0" y="89988"/>
                </a:lnTo>
                <a:close/>
                <a:moveTo>
                  <a:pt x="189582" y="72476"/>
                </a:moveTo>
                <a:lnTo>
                  <a:pt x="180012" y="54352"/>
                </a:lnTo>
                <a:lnTo>
                  <a:pt x="178720" y="52660"/>
                </a:lnTo>
                <a:lnTo>
                  <a:pt x="169749" y="59515"/>
                </a:lnTo>
                <a:lnTo>
                  <a:pt x="170469" y="60459"/>
                </a:lnTo>
                <a:lnTo>
                  <a:pt x="179137" y="76873"/>
                </a:lnTo>
                <a:lnTo>
                  <a:pt x="184823" y="94513"/>
                </a:lnTo>
                <a:lnTo>
                  <a:pt x="185314" y="98384"/>
                </a:lnTo>
                <a:lnTo>
                  <a:pt x="196514" y="96958"/>
                </a:lnTo>
                <a:lnTo>
                  <a:pt x="195888" y="92042"/>
                </a:lnTo>
                <a:lnTo>
                  <a:pt x="189582" y="72476"/>
                </a:lnTo>
                <a:close/>
                <a:moveTo>
                  <a:pt x="185961" y="130988"/>
                </a:moveTo>
                <a:lnTo>
                  <a:pt x="186086" y="130269"/>
                </a:lnTo>
                <a:lnTo>
                  <a:pt x="181689" y="145746"/>
                </a:lnTo>
                <a:lnTo>
                  <a:pt x="176335" y="149796"/>
                </a:lnTo>
                <a:lnTo>
                  <a:pt x="162451" y="118637"/>
                </a:lnTo>
                <a:lnTo>
                  <a:pt x="98329" y="196651"/>
                </a:lnTo>
                <a:lnTo>
                  <a:pt x="199212" y="201140"/>
                </a:lnTo>
                <a:lnTo>
                  <a:pt x="181052" y="160384"/>
                </a:lnTo>
                <a:lnTo>
                  <a:pt x="191517" y="152467"/>
                </a:lnTo>
                <a:lnTo>
                  <a:pt x="197108" y="132789"/>
                </a:lnTo>
                <a:lnTo>
                  <a:pt x="197178" y="131766"/>
                </a:lnTo>
                <a:lnTo>
                  <a:pt x="185961" y="130988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AC97DA-A9EF-46CC-9AEA-D3CC12F9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359" y="4623328"/>
            <a:ext cx="160076" cy="209843"/>
          </a:xfrm>
          <a:custGeom xmlns:a="http://schemas.openxmlformats.org/drawingml/2006/main">
            <a:pathLst>
              <a:path w="160076" h="209843">
                <a:moveTo>
                  <a:pt x="33893" y="21304"/>
                </a:moveTo>
                <a:lnTo>
                  <a:pt x="7014" y="0"/>
                </a:lnTo>
                <a:lnTo>
                  <a:pt x="0" y="8848"/>
                </a:lnTo>
                <a:lnTo>
                  <a:pt x="26561" y="29900"/>
                </a:lnTo>
                <a:lnTo>
                  <a:pt x="34566" y="37242"/>
                </a:lnTo>
                <a:lnTo>
                  <a:pt x="42198" y="28922"/>
                </a:lnTo>
                <a:lnTo>
                  <a:pt x="33893" y="21304"/>
                </a:lnTo>
                <a:close/>
                <a:moveTo>
                  <a:pt x="82254" y="68983"/>
                </a:moveTo>
                <a:lnTo>
                  <a:pt x="66881" y="52681"/>
                </a:lnTo>
                <a:lnTo>
                  <a:pt x="58666" y="60427"/>
                </a:lnTo>
                <a:lnTo>
                  <a:pt x="73757" y="76427"/>
                </a:lnTo>
                <a:lnTo>
                  <a:pt x="88111" y="94081"/>
                </a:lnTo>
                <a:lnTo>
                  <a:pt x="96870" y="86958"/>
                </a:lnTo>
                <a:lnTo>
                  <a:pt x="82254" y="68983"/>
                </a:lnTo>
                <a:close/>
                <a:moveTo>
                  <a:pt x="107790" y="121101"/>
                </a:moveTo>
                <a:lnTo>
                  <a:pt x="112467" y="127830"/>
                </a:lnTo>
                <a:lnTo>
                  <a:pt x="113956" y="130857"/>
                </a:lnTo>
                <a:lnTo>
                  <a:pt x="78540" y="147736"/>
                </a:lnTo>
                <a:lnTo>
                  <a:pt x="158165" y="209843"/>
                </a:lnTo>
                <a:lnTo>
                  <a:pt x="160076" y="108878"/>
                </a:lnTo>
                <a:lnTo>
                  <a:pt x="124149" y="126000"/>
                </a:lnTo>
                <a:lnTo>
                  <a:pt x="122219" y="122078"/>
                </a:lnTo>
                <a:lnTo>
                  <a:pt x="117060" y="114657"/>
                </a:lnTo>
                <a:lnTo>
                  <a:pt x="107790" y="121101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7E3F2-2F7E-4B41-9B5E-746F8CD4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887" y="4773831"/>
            <a:ext cx="209820" cy="128268"/>
          </a:xfrm>
          <a:custGeom xmlns:a="http://schemas.openxmlformats.org/drawingml/2006/main">
            <a:pathLst>
              <a:path w="209820" h="128268">
                <a:moveTo>
                  <a:pt x="5783" y="128268"/>
                </a:moveTo>
                <a:lnTo>
                  <a:pt x="44569" y="105134"/>
                </a:lnTo>
                <a:lnTo>
                  <a:pt x="38784" y="95438"/>
                </a:lnTo>
                <a:lnTo>
                  <a:pt x="0" y="118571"/>
                </a:lnTo>
                <a:lnTo>
                  <a:pt x="5783" y="128268"/>
                </a:lnTo>
                <a:close/>
                <a:moveTo>
                  <a:pt x="73658" y="87784"/>
                </a:moveTo>
                <a:lnTo>
                  <a:pt x="112444" y="64651"/>
                </a:lnTo>
                <a:lnTo>
                  <a:pt x="106661" y="54955"/>
                </a:lnTo>
                <a:lnTo>
                  <a:pt x="67875" y="78088"/>
                </a:lnTo>
                <a:lnTo>
                  <a:pt x="73658" y="87784"/>
                </a:lnTo>
                <a:close/>
                <a:moveTo>
                  <a:pt x="141535" y="47301"/>
                </a:moveTo>
                <a:lnTo>
                  <a:pt x="154532" y="39548"/>
                </a:lnTo>
                <a:lnTo>
                  <a:pt x="148749" y="29852"/>
                </a:lnTo>
                <a:lnTo>
                  <a:pt x="135752" y="37605"/>
                </a:lnTo>
                <a:lnTo>
                  <a:pt x="141535" y="47301"/>
                </a:lnTo>
                <a:close/>
                <a:moveTo>
                  <a:pt x="155381" y="85053"/>
                </a:moveTo>
                <a:lnTo>
                  <a:pt x="209820" y="0"/>
                </a:lnTo>
                <a:lnTo>
                  <a:pt x="109116" y="7480"/>
                </a:lnTo>
                <a:lnTo>
                  <a:pt x="155381" y="85053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F805C2-2124-433A-99CF-856C11D6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50" y="4759053"/>
            <a:ext cx="210805" cy="169436"/>
          </a:xfrm>
          <a:custGeom xmlns:a="http://schemas.openxmlformats.org/drawingml/2006/main">
            <a:pathLst>
              <a:path w="210805" h="169436">
                <a:moveTo>
                  <a:pt x="0" y="0"/>
                </a:moveTo>
                <a:lnTo>
                  <a:pt x="42537" y="91587"/>
                </a:lnTo>
                <a:lnTo>
                  <a:pt x="67149" y="60672"/>
                </a:lnTo>
                <a:lnTo>
                  <a:pt x="80109" y="70989"/>
                </a:lnTo>
                <a:lnTo>
                  <a:pt x="87140" y="62156"/>
                </a:lnTo>
                <a:lnTo>
                  <a:pt x="74180" y="51839"/>
                </a:lnTo>
                <a:lnTo>
                  <a:pt x="98792" y="20923"/>
                </a:lnTo>
                <a:lnTo>
                  <a:pt x="0" y="0"/>
                </a:lnTo>
                <a:close/>
                <a:moveTo>
                  <a:pt x="106609" y="92085"/>
                </a:moveTo>
                <a:lnTo>
                  <a:pt x="141941" y="120212"/>
                </a:lnTo>
                <a:lnTo>
                  <a:pt x="148973" y="111380"/>
                </a:lnTo>
                <a:lnTo>
                  <a:pt x="113641" y="83252"/>
                </a:lnTo>
                <a:lnTo>
                  <a:pt x="106609" y="92085"/>
                </a:lnTo>
                <a:close/>
                <a:moveTo>
                  <a:pt x="168439" y="141308"/>
                </a:moveTo>
                <a:lnTo>
                  <a:pt x="203771" y="169436"/>
                </a:lnTo>
                <a:lnTo>
                  <a:pt x="210805" y="160603"/>
                </a:lnTo>
                <a:lnTo>
                  <a:pt x="175471" y="132475"/>
                </a:lnTo>
                <a:lnTo>
                  <a:pt x="168439" y="141308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A60AF1-128C-42C5-B468-5D846D72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464" y="4625117"/>
            <a:ext cx="281647" cy="139590"/>
          </a:xfrm>
          <a:custGeom xmlns:a="http://schemas.openxmlformats.org/drawingml/2006/main">
            <a:pathLst>
              <a:path w="281647" h="139590">
                <a:moveTo>
                  <a:pt x="238019" y="21170"/>
                </a:moveTo>
                <a:lnTo>
                  <a:pt x="242428" y="19876"/>
                </a:lnTo>
                <a:lnTo>
                  <a:pt x="281647" y="11013"/>
                </a:lnTo>
                <a:lnTo>
                  <a:pt x="279158" y="0"/>
                </a:lnTo>
                <a:lnTo>
                  <a:pt x="239588" y="8943"/>
                </a:lnTo>
                <a:lnTo>
                  <a:pt x="234840" y="10336"/>
                </a:lnTo>
                <a:lnTo>
                  <a:pt x="238019" y="21170"/>
                </a:lnTo>
                <a:close/>
                <a:moveTo>
                  <a:pt x="163831" y="46067"/>
                </a:moveTo>
                <a:lnTo>
                  <a:pt x="167412" y="44495"/>
                </a:lnTo>
                <a:lnTo>
                  <a:pt x="204367" y="31044"/>
                </a:lnTo>
                <a:lnTo>
                  <a:pt x="205517" y="30706"/>
                </a:lnTo>
                <a:lnTo>
                  <a:pt x="202340" y="19873"/>
                </a:lnTo>
                <a:lnTo>
                  <a:pt x="200836" y="20314"/>
                </a:lnTo>
                <a:lnTo>
                  <a:pt x="163201" y="34013"/>
                </a:lnTo>
                <a:lnTo>
                  <a:pt x="159294" y="35728"/>
                </a:lnTo>
                <a:lnTo>
                  <a:pt x="163831" y="46067"/>
                </a:lnTo>
                <a:close/>
                <a:moveTo>
                  <a:pt x="87556" y="70959"/>
                </a:moveTo>
                <a:lnTo>
                  <a:pt x="93799" y="80365"/>
                </a:lnTo>
                <a:lnTo>
                  <a:pt x="97437" y="77951"/>
                </a:lnTo>
                <a:lnTo>
                  <a:pt x="131698" y="60167"/>
                </a:lnTo>
                <a:lnTo>
                  <a:pt x="132814" y="59677"/>
                </a:lnTo>
                <a:lnTo>
                  <a:pt x="128278" y="49338"/>
                </a:lnTo>
                <a:lnTo>
                  <a:pt x="126812" y="49981"/>
                </a:lnTo>
                <a:lnTo>
                  <a:pt x="91697" y="68210"/>
                </a:lnTo>
                <a:lnTo>
                  <a:pt x="87556" y="70959"/>
                </a:lnTo>
                <a:close/>
                <a:moveTo>
                  <a:pt x="0" y="139590"/>
                </a:moveTo>
                <a:lnTo>
                  <a:pt x="99555" y="122673"/>
                </a:lnTo>
                <a:lnTo>
                  <a:pt x="46200" y="49795"/>
                </a:lnTo>
                <a:lnTo>
                  <a:pt x="0" y="13959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270d683d44c49"/>
          <a:stretch xmlns:a="http://schemas.openxmlformats.org/drawingml/2006/main"/>
        </p:blipFill>
        <p:spPr>
          <a:xfrm xmlns:a="http://schemas.openxmlformats.org/drawingml/2006/main">
            <a:off x="2982442" y="2768270"/>
            <a:ext cx="4532527" cy="2640690"/>
          </a:xfrm>
          <a:prstGeom xmlns:a="http://schemas.openxmlformats.org/drawingml/2006/main" prst="rect">
            <a:avLst/>
          </a:prstGeom>
        </p:spPr>
      </p:pic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B9177E-04FD-446A-938B-BD0B0049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592" y="2837655"/>
            <a:ext cx="4394581" cy="2502743"/>
          </a:xfrm>
          <a:custGeom xmlns:a="http://schemas.openxmlformats.org/drawingml/2006/main">
            <a:pathLst>
              <a:path w="4394581" h="2502743">
                <a:moveTo>
                  <a:pt x="0" y="129190"/>
                </a:moveTo>
                <a:cubicBezTo>
                  <a:pt x="0" y="57840"/>
                  <a:pt x="57840" y="0"/>
                  <a:pt x="129190" y="0"/>
                </a:cubicBezTo>
                <a:lnTo>
                  <a:pt x="4265391" y="0"/>
                </a:lnTo>
                <a:cubicBezTo>
                  <a:pt x="4336741" y="0"/>
                  <a:pt x="4394581" y="57840"/>
                  <a:pt x="4394581" y="129190"/>
                </a:cubicBezTo>
                <a:lnTo>
                  <a:pt x="4394581" y="2373554"/>
                </a:lnTo>
                <a:cubicBezTo>
                  <a:pt x="4394581" y="2444903"/>
                  <a:pt x="4336741" y="2502743"/>
                  <a:pt x="4265391" y="2502743"/>
                </a:cubicBezTo>
                <a:lnTo>
                  <a:pt x="129190" y="2502743"/>
                </a:lnTo>
                <a:cubicBezTo>
                  <a:pt x="57840" y="2502743"/>
                  <a:pt x="0" y="2444903"/>
                  <a:pt x="0" y="2373554"/>
                </a:cubicBezTo>
                <a:lnTo>
                  <a:pt x="0" y="129190"/>
                </a:lnTo>
                <a:close/>
              </a:path>
            </a:pathLst>
          </a:custGeom>
          <a:solidFill xmlns:a="http://schemas.openxmlformats.org/drawingml/2006/main">
            <a:srgbClr val="FBE3D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1eb25e5e446a0"/>
          <a:stretch xmlns:a="http://schemas.openxmlformats.org/drawingml/2006/main"/>
        </p:blipFill>
        <p:spPr>
          <a:xfrm xmlns:a="http://schemas.openxmlformats.org/drawingml/2006/main">
            <a:off x="5115685" y="3068797"/>
            <a:ext cx="2069197" cy="1965737"/>
          </a:xfrm>
          <a:prstGeom xmlns:a="http://schemas.openxmlformats.org/drawingml/2006/main" prst="rect">
            <a:avLst/>
          </a:prstGeom>
        </p:spPr>
      </p:pic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4C99C-6CEF-45B6-85CB-DF353886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30" y="3192374"/>
            <a:ext cx="1822862" cy="1719404"/>
          </a:xfrm>
          <a:custGeom xmlns:a="http://schemas.openxmlformats.org/drawingml/2006/main">
            <a:pathLst>
              <a:path w="1822862" h="1719404">
                <a:moveTo>
                  <a:pt x="61622" y="1719404"/>
                </a:moveTo>
                <a:cubicBezTo>
                  <a:pt x="27589" y="1719404"/>
                  <a:pt x="0" y="1691815"/>
                  <a:pt x="0" y="1657781"/>
                </a:cubicBezTo>
                <a:lnTo>
                  <a:pt x="0" y="61622"/>
                </a:lnTo>
                <a:cubicBezTo>
                  <a:pt x="0" y="27589"/>
                  <a:pt x="27589" y="0"/>
                  <a:pt x="61622" y="0"/>
                </a:cubicBezTo>
                <a:lnTo>
                  <a:pt x="1761240" y="0"/>
                </a:lnTo>
                <a:cubicBezTo>
                  <a:pt x="1795273" y="0"/>
                  <a:pt x="1822862" y="27589"/>
                  <a:pt x="1822862" y="61622"/>
                </a:cubicBezTo>
                <a:lnTo>
                  <a:pt x="1822862" y="1657781"/>
                </a:lnTo>
                <a:cubicBezTo>
                  <a:pt x="1822862" y="1691815"/>
                  <a:pt x="1795273" y="1719404"/>
                  <a:pt x="1761240" y="1719404"/>
                </a:cubicBezTo>
                <a:lnTo>
                  <a:pt x="61622" y="17194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ElementaryDiscourseUnitNode">
            <a:extLst xmlns:a="http://schemas.openxmlformats.org/drawingml/2006/main">
              <a:ext uri="{FF2B5EF4-FFF2-40B4-BE49-F238E27FC236}">
                <a16:creationId xmlns:a16="http://schemas.microsoft.com/office/drawing/2014/main" id="{FEA15ADA-DCED-47BA-9225-D1703DF6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188" y="3265487"/>
            <a:ext cx="1336692" cy="74997"/>
          </a:xfrm>
          <a:custGeom xmlns:a="http://schemas.openxmlformats.org/drawingml/2006/main">
            <a:pathLst>
              <a:path w="1336692" h="74997">
                <a:moveTo>
                  <a:pt x="561953" y="11127"/>
                </a:moveTo>
                <a:lnTo>
                  <a:pt x="562193" y="11102"/>
                </a:lnTo>
                <a:lnTo>
                  <a:pt x="562428" y="11071"/>
                </a:lnTo>
                <a:lnTo>
                  <a:pt x="562658" y="11035"/>
                </a:lnTo>
                <a:lnTo>
                  <a:pt x="562882" y="10994"/>
                </a:lnTo>
                <a:lnTo>
                  <a:pt x="563102" y="10946"/>
                </a:lnTo>
                <a:lnTo>
                  <a:pt x="563316" y="10893"/>
                </a:lnTo>
                <a:lnTo>
                  <a:pt x="563525" y="10835"/>
                </a:lnTo>
                <a:lnTo>
                  <a:pt x="563729" y="10771"/>
                </a:lnTo>
                <a:lnTo>
                  <a:pt x="563927" y="10702"/>
                </a:lnTo>
                <a:lnTo>
                  <a:pt x="564121" y="10626"/>
                </a:lnTo>
                <a:lnTo>
                  <a:pt x="564309" y="10546"/>
                </a:lnTo>
                <a:lnTo>
                  <a:pt x="564492" y="10460"/>
                </a:lnTo>
                <a:lnTo>
                  <a:pt x="564670" y="10368"/>
                </a:lnTo>
                <a:lnTo>
                  <a:pt x="564842" y="10270"/>
                </a:lnTo>
                <a:lnTo>
                  <a:pt x="565010" y="10167"/>
                </a:lnTo>
                <a:lnTo>
                  <a:pt x="565172" y="10059"/>
                </a:lnTo>
                <a:lnTo>
                  <a:pt x="565329" y="9945"/>
                </a:lnTo>
                <a:lnTo>
                  <a:pt x="565481" y="9825"/>
                </a:lnTo>
                <a:lnTo>
                  <a:pt x="565628" y="9700"/>
                </a:lnTo>
                <a:lnTo>
                  <a:pt x="565769" y="9569"/>
                </a:lnTo>
                <a:lnTo>
                  <a:pt x="565905" y="9435"/>
                </a:lnTo>
                <a:lnTo>
                  <a:pt x="566035" y="9297"/>
                </a:lnTo>
                <a:lnTo>
                  <a:pt x="566160" y="9157"/>
                </a:lnTo>
                <a:lnTo>
                  <a:pt x="566279" y="9014"/>
                </a:lnTo>
                <a:lnTo>
                  <a:pt x="566391" y="8868"/>
                </a:lnTo>
                <a:lnTo>
                  <a:pt x="566499" y="8720"/>
                </a:lnTo>
                <a:lnTo>
                  <a:pt x="566600" y="8569"/>
                </a:lnTo>
                <a:lnTo>
                  <a:pt x="566695" y="8415"/>
                </a:lnTo>
                <a:lnTo>
                  <a:pt x="566785" y="8258"/>
                </a:lnTo>
                <a:lnTo>
                  <a:pt x="566869" y="8099"/>
                </a:lnTo>
                <a:lnTo>
                  <a:pt x="566947" y="7937"/>
                </a:lnTo>
                <a:lnTo>
                  <a:pt x="567019" y="7772"/>
                </a:lnTo>
                <a:lnTo>
                  <a:pt x="567086" y="7605"/>
                </a:lnTo>
                <a:lnTo>
                  <a:pt x="567147" y="7435"/>
                </a:lnTo>
                <a:lnTo>
                  <a:pt x="567202" y="7262"/>
                </a:lnTo>
                <a:lnTo>
                  <a:pt x="567251" y="7087"/>
                </a:lnTo>
                <a:lnTo>
                  <a:pt x="567294" y="6909"/>
                </a:lnTo>
                <a:lnTo>
                  <a:pt x="567332" y="6728"/>
                </a:lnTo>
                <a:lnTo>
                  <a:pt x="567364" y="6544"/>
                </a:lnTo>
                <a:lnTo>
                  <a:pt x="567390" y="6358"/>
                </a:lnTo>
                <a:lnTo>
                  <a:pt x="567410" y="6169"/>
                </a:lnTo>
                <a:lnTo>
                  <a:pt x="567425" y="5977"/>
                </a:lnTo>
                <a:lnTo>
                  <a:pt x="567433" y="5783"/>
                </a:lnTo>
                <a:lnTo>
                  <a:pt x="567436" y="5586"/>
                </a:lnTo>
                <a:lnTo>
                  <a:pt x="567433" y="5385"/>
                </a:lnTo>
                <a:lnTo>
                  <a:pt x="567425" y="5188"/>
                </a:lnTo>
                <a:lnTo>
                  <a:pt x="567410" y="4993"/>
                </a:lnTo>
                <a:lnTo>
                  <a:pt x="567390" y="4801"/>
                </a:lnTo>
                <a:lnTo>
                  <a:pt x="567364" y="4612"/>
                </a:lnTo>
                <a:lnTo>
                  <a:pt x="567332" y="4426"/>
                </a:lnTo>
                <a:lnTo>
                  <a:pt x="567294" y="4243"/>
                </a:lnTo>
                <a:lnTo>
                  <a:pt x="567251" y="4063"/>
                </a:lnTo>
                <a:lnTo>
                  <a:pt x="567202" y="3886"/>
                </a:lnTo>
                <a:lnTo>
                  <a:pt x="567147" y="3712"/>
                </a:lnTo>
                <a:lnTo>
                  <a:pt x="567086" y="3540"/>
                </a:lnTo>
                <a:lnTo>
                  <a:pt x="567019" y="3372"/>
                </a:lnTo>
                <a:lnTo>
                  <a:pt x="566947" y="3207"/>
                </a:lnTo>
                <a:lnTo>
                  <a:pt x="566869" y="3044"/>
                </a:lnTo>
                <a:lnTo>
                  <a:pt x="566785" y="2885"/>
                </a:lnTo>
                <a:lnTo>
                  <a:pt x="566695" y="2728"/>
                </a:lnTo>
                <a:lnTo>
                  <a:pt x="566600" y="2574"/>
                </a:lnTo>
                <a:lnTo>
                  <a:pt x="566499" y="2423"/>
                </a:lnTo>
                <a:lnTo>
                  <a:pt x="566391" y="2276"/>
                </a:lnTo>
                <a:lnTo>
                  <a:pt x="566279" y="2131"/>
                </a:lnTo>
                <a:lnTo>
                  <a:pt x="566160" y="1989"/>
                </a:lnTo>
                <a:lnTo>
                  <a:pt x="566035" y="1850"/>
                </a:lnTo>
                <a:lnTo>
                  <a:pt x="565905" y="1714"/>
                </a:lnTo>
                <a:lnTo>
                  <a:pt x="565769" y="1580"/>
                </a:lnTo>
                <a:lnTo>
                  <a:pt x="565628" y="1452"/>
                </a:lnTo>
                <a:lnTo>
                  <a:pt x="565481" y="1328"/>
                </a:lnTo>
                <a:lnTo>
                  <a:pt x="565329" y="1210"/>
                </a:lnTo>
                <a:lnTo>
                  <a:pt x="565172" y="1098"/>
                </a:lnTo>
                <a:lnTo>
                  <a:pt x="565010" y="991"/>
                </a:lnTo>
                <a:lnTo>
                  <a:pt x="564842" y="889"/>
                </a:lnTo>
                <a:lnTo>
                  <a:pt x="564670" y="793"/>
                </a:lnTo>
                <a:lnTo>
                  <a:pt x="564492" y="702"/>
                </a:lnTo>
                <a:lnTo>
                  <a:pt x="564309" y="617"/>
                </a:lnTo>
                <a:lnTo>
                  <a:pt x="564121" y="538"/>
                </a:lnTo>
                <a:lnTo>
                  <a:pt x="563927" y="464"/>
                </a:lnTo>
                <a:lnTo>
                  <a:pt x="563729" y="395"/>
                </a:lnTo>
                <a:lnTo>
                  <a:pt x="563525" y="332"/>
                </a:lnTo>
                <a:lnTo>
                  <a:pt x="563316" y="274"/>
                </a:lnTo>
                <a:lnTo>
                  <a:pt x="563102" y="222"/>
                </a:lnTo>
                <a:lnTo>
                  <a:pt x="562882" y="176"/>
                </a:lnTo>
                <a:lnTo>
                  <a:pt x="562658" y="134"/>
                </a:lnTo>
                <a:lnTo>
                  <a:pt x="562428" y="99"/>
                </a:lnTo>
                <a:lnTo>
                  <a:pt x="562193" y="69"/>
                </a:lnTo>
                <a:lnTo>
                  <a:pt x="561953" y="44"/>
                </a:lnTo>
                <a:lnTo>
                  <a:pt x="561708" y="25"/>
                </a:lnTo>
                <a:lnTo>
                  <a:pt x="561458" y="11"/>
                </a:lnTo>
                <a:lnTo>
                  <a:pt x="561202" y="3"/>
                </a:lnTo>
                <a:lnTo>
                  <a:pt x="560941" y="0"/>
                </a:lnTo>
                <a:lnTo>
                  <a:pt x="560680" y="3"/>
                </a:lnTo>
                <a:lnTo>
                  <a:pt x="560425" y="11"/>
                </a:lnTo>
                <a:lnTo>
                  <a:pt x="560174" y="25"/>
                </a:lnTo>
                <a:lnTo>
                  <a:pt x="559929" y="44"/>
                </a:lnTo>
                <a:lnTo>
                  <a:pt x="559689" y="69"/>
                </a:lnTo>
                <a:lnTo>
                  <a:pt x="559454" y="99"/>
                </a:lnTo>
                <a:lnTo>
                  <a:pt x="559224" y="134"/>
                </a:lnTo>
                <a:lnTo>
                  <a:pt x="559000" y="176"/>
                </a:lnTo>
                <a:lnTo>
                  <a:pt x="558780" y="222"/>
                </a:lnTo>
                <a:lnTo>
                  <a:pt x="558566" y="274"/>
                </a:lnTo>
                <a:lnTo>
                  <a:pt x="558357" y="332"/>
                </a:lnTo>
                <a:lnTo>
                  <a:pt x="558154" y="395"/>
                </a:lnTo>
                <a:lnTo>
                  <a:pt x="557955" y="464"/>
                </a:lnTo>
                <a:lnTo>
                  <a:pt x="557762" y="538"/>
                </a:lnTo>
                <a:lnTo>
                  <a:pt x="557573" y="617"/>
                </a:lnTo>
                <a:lnTo>
                  <a:pt x="557390" y="702"/>
                </a:lnTo>
                <a:lnTo>
                  <a:pt x="557213" y="793"/>
                </a:lnTo>
                <a:lnTo>
                  <a:pt x="557040" y="889"/>
                </a:lnTo>
                <a:lnTo>
                  <a:pt x="556873" y="991"/>
                </a:lnTo>
                <a:lnTo>
                  <a:pt x="556710" y="1098"/>
                </a:lnTo>
                <a:lnTo>
                  <a:pt x="556553" y="1210"/>
                </a:lnTo>
                <a:lnTo>
                  <a:pt x="556401" y="1328"/>
                </a:lnTo>
                <a:lnTo>
                  <a:pt x="556255" y="1452"/>
                </a:lnTo>
                <a:lnTo>
                  <a:pt x="556113" y="1580"/>
                </a:lnTo>
                <a:lnTo>
                  <a:pt x="555977" y="1714"/>
                </a:lnTo>
                <a:lnTo>
                  <a:pt x="555847" y="1850"/>
                </a:lnTo>
                <a:lnTo>
                  <a:pt x="555722" y="1989"/>
                </a:lnTo>
                <a:lnTo>
                  <a:pt x="555604" y="2131"/>
                </a:lnTo>
                <a:lnTo>
                  <a:pt x="555491" y="2276"/>
                </a:lnTo>
                <a:lnTo>
                  <a:pt x="555384" y="2423"/>
                </a:lnTo>
                <a:lnTo>
                  <a:pt x="555282" y="2574"/>
                </a:lnTo>
                <a:lnTo>
                  <a:pt x="555187" y="2728"/>
                </a:lnTo>
                <a:lnTo>
                  <a:pt x="555097" y="2885"/>
                </a:lnTo>
                <a:lnTo>
                  <a:pt x="555013" y="3044"/>
                </a:lnTo>
                <a:lnTo>
                  <a:pt x="554935" y="3207"/>
                </a:lnTo>
                <a:lnTo>
                  <a:pt x="554863" y="3372"/>
                </a:lnTo>
                <a:lnTo>
                  <a:pt x="554796" y="3540"/>
                </a:lnTo>
                <a:lnTo>
                  <a:pt x="554735" y="3712"/>
                </a:lnTo>
                <a:lnTo>
                  <a:pt x="554680" y="3886"/>
                </a:lnTo>
                <a:lnTo>
                  <a:pt x="554631" y="4063"/>
                </a:lnTo>
                <a:lnTo>
                  <a:pt x="554588" y="4243"/>
                </a:lnTo>
                <a:lnTo>
                  <a:pt x="554550" y="4426"/>
                </a:lnTo>
                <a:lnTo>
                  <a:pt x="554518" y="4612"/>
                </a:lnTo>
                <a:lnTo>
                  <a:pt x="554492" y="4801"/>
                </a:lnTo>
                <a:lnTo>
                  <a:pt x="554472" y="4993"/>
                </a:lnTo>
                <a:lnTo>
                  <a:pt x="554458" y="5188"/>
                </a:lnTo>
                <a:lnTo>
                  <a:pt x="554449" y="5385"/>
                </a:lnTo>
                <a:lnTo>
                  <a:pt x="554446" y="5586"/>
                </a:lnTo>
                <a:lnTo>
                  <a:pt x="554449" y="5783"/>
                </a:lnTo>
                <a:lnTo>
                  <a:pt x="554458" y="5977"/>
                </a:lnTo>
                <a:lnTo>
                  <a:pt x="554472" y="6169"/>
                </a:lnTo>
                <a:lnTo>
                  <a:pt x="554492" y="6358"/>
                </a:lnTo>
                <a:lnTo>
                  <a:pt x="554518" y="6544"/>
                </a:lnTo>
                <a:lnTo>
                  <a:pt x="554550" y="6728"/>
                </a:lnTo>
                <a:lnTo>
                  <a:pt x="554588" y="6909"/>
                </a:lnTo>
                <a:lnTo>
                  <a:pt x="554631" y="7087"/>
                </a:lnTo>
                <a:lnTo>
                  <a:pt x="554680" y="7262"/>
                </a:lnTo>
                <a:lnTo>
                  <a:pt x="554735" y="7435"/>
                </a:lnTo>
                <a:lnTo>
                  <a:pt x="554796" y="7605"/>
                </a:lnTo>
                <a:lnTo>
                  <a:pt x="554863" y="7772"/>
                </a:lnTo>
                <a:lnTo>
                  <a:pt x="554935" y="7937"/>
                </a:lnTo>
                <a:lnTo>
                  <a:pt x="555013" y="8099"/>
                </a:lnTo>
                <a:lnTo>
                  <a:pt x="555097" y="8258"/>
                </a:lnTo>
                <a:lnTo>
                  <a:pt x="555187" y="8415"/>
                </a:lnTo>
                <a:lnTo>
                  <a:pt x="555282" y="8569"/>
                </a:lnTo>
                <a:lnTo>
                  <a:pt x="555384" y="8720"/>
                </a:lnTo>
                <a:lnTo>
                  <a:pt x="555491" y="8868"/>
                </a:lnTo>
                <a:lnTo>
                  <a:pt x="555604" y="9014"/>
                </a:lnTo>
                <a:lnTo>
                  <a:pt x="555722" y="9157"/>
                </a:lnTo>
                <a:lnTo>
                  <a:pt x="555847" y="9297"/>
                </a:lnTo>
                <a:lnTo>
                  <a:pt x="555977" y="9435"/>
                </a:lnTo>
                <a:lnTo>
                  <a:pt x="556113" y="9569"/>
                </a:lnTo>
                <a:lnTo>
                  <a:pt x="556255" y="9700"/>
                </a:lnTo>
                <a:lnTo>
                  <a:pt x="556401" y="9825"/>
                </a:lnTo>
                <a:lnTo>
                  <a:pt x="556553" y="9945"/>
                </a:lnTo>
                <a:lnTo>
                  <a:pt x="556710" y="10059"/>
                </a:lnTo>
                <a:lnTo>
                  <a:pt x="556873" y="10167"/>
                </a:lnTo>
                <a:lnTo>
                  <a:pt x="557040" y="10270"/>
                </a:lnTo>
                <a:lnTo>
                  <a:pt x="557213" y="10368"/>
                </a:lnTo>
                <a:lnTo>
                  <a:pt x="557390" y="10460"/>
                </a:lnTo>
                <a:lnTo>
                  <a:pt x="557573" y="10546"/>
                </a:lnTo>
                <a:lnTo>
                  <a:pt x="557762" y="10626"/>
                </a:lnTo>
                <a:lnTo>
                  <a:pt x="557955" y="10702"/>
                </a:lnTo>
                <a:lnTo>
                  <a:pt x="558154" y="10771"/>
                </a:lnTo>
                <a:lnTo>
                  <a:pt x="558357" y="10835"/>
                </a:lnTo>
                <a:lnTo>
                  <a:pt x="558566" y="10893"/>
                </a:lnTo>
                <a:lnTo>
                  <a:pt x="558780" y="10946"/>
                </a:lnTo>
                <a:lnTo>
                  <a:pt x="559000" y="10994"/>
                </a:lnTo>
                <a:lnTo>
                  <a:pt x="559224" y="11035"/>
                </a:lnTo>
                <a:lnTo>
                  <a:pt x="559454" y="11071"/>
                </a:lnTo>
                <a:lnTo>
                  <a:pt x="559689" y="11102"/>
                </a:lnTo>
                <a:lnTo>
                  <a:pt x="559929" y="11127"/>
                </a:lnTo>
                <a:lnTo>
                  <a:pt x="560174" y="11147"/>
                </a:lnTo>
                <a:lnTo>
                  <a:pt x="560425" y="11160"/>
                </a:lnTo>
                <a:lnTo>
                  <a:pt x="560680" y="11169"/>
                </a:lnTo>
                <a:lnTo>
                  <a:pt x="560941" y="11172"/>
                </a:lnTo>
                <a:lnTo>
                  <a:pt x="561202" y="11169"/>
                </a:lnTo>
                <a:lnTo>
                  <a:pt x="561458" y="11160"/>
                </a:lnTo>
                <a:lnTo>
                  <a:pt x="561708" y="11147"/>
                </a:lnTo>
                <a:lnTo>
                  <a:pt x="561953" y="11127"/>
                </a:lnTo>
                <a:close/>
                <a:moveTo>
                  <a:pt x="163711" y="22779"/>
                </a:moveTo>
                <a:lnTo>
                  <a:pt x="163504" y="22364"/>
                </a:lnTo>
                <a:lnTo>
                  <a:pt x="163286" y="21961"/>
                </a:lnTo>
                <a:lnTo>
                  <a:pt x="163056" y="21570"/>
                </a:lnTo>
                <a:lnTo>
                  <a:pt x="162814" y="21190"/>
                </a:lnTo>
                <a:lnTo>
                  <a:pt x="162560" y="20823"/>
                </a:lnTo>
                <a:lnTo>
                  <a:pt x="162295" y="20467"/>
                </a:lnTo>
                <a:lnTo>
                  <a:pt x="162017" y="20123"/>
                </a:lnTo>
                <a:lnTo>
                  <a:pt x="161729" y="19792"/>
                </a:lnTo>
                <a:lnTo>
                  <a:pt x="161430" y="19474"/>
                </a:lnTo>
                <a:lnTo>
                  <a:pt x="161121" y="19172"/>
                </a:lnTo>
                <a:lnTo>
                  <a:pt x="160802" y="18883"/>
                </a:lnTo>
                <a:lnTo>
                  <a:pt x="160472" y="18608"/>
                </a:lnTo>
                <a:lnTo>
                  <a:pt x="160132" y="18347"/>
                </a:lnTo>
                <a:lnTo>
                  <a:pt x="159782" y="18101"/>
                </a:lnTo>
                <a:lnTo>
                  <a:pt x="159422" y="17868"/>
                </a:lnTo>
                <a:lnTo>
                  <a:pt x="159051" y="17650"/>
                </a:lnTo>
                <a:lnTo>
                  <a:pt x="158670" y="17445"/>
                </a:lnTo>
                <a:lnTo>
                  <a:pt x="158278" y="17255"/>
                </a:lnTo>
                <a:lnTo>
                  <a:pt x="157877" y="17079"/>
                </a:lnTo>
                <a:lnTo>
                  <a:pt x="157465" y="16917"/>
                </a:lnTo>
                <a:lnTo>
                  <a:pt x="157042" y="16769"/>
                </a:lnTo>
                <a:lnTo>
                  <a:pt x="156610" y="16635"/>
                </a:lnTo>
                <a:lnTo>
                  <a:pt x="156167" y="16515"/>
                </a:lnTo>
                <a:lnTo>
                  <a:pt x="155714" y="16410"/>
                </a:lnTo>
                <a:lnTo>
                  <a:pt x="155250" y="16318"/>
                </a:lnTo>
                <a:lnTo>
                  <a:pt x="154776" y="16241"/>
                </a:lnTo>
                <a:lnTo>
                  <a:pt x="154292" y="16177"/>
                </a:lnTo>
                <a:lnTo>
                  <a:pt x="153798" y="16128"/>
                </a:lnTo>
                <a:lnTo>
                  <a:pt x="153293" y="16093"/>
                </a:lnTo>
                <a:lnTo>
                  <a:pt x="152778" y="16072"/>
                </a:lnTo>
                <a:lnTo>
                  <a:pt x="152253" y="16065"/>
                </a:lnTo>
                <a:lnTo>
                  <a:pt x="151808" y="16068"/>
                </a:lnTo>
                <a:lnTo>
                  <a:pt x="151370" y="16079"/>
                </a:lnTo>
                <a:lnTo>
                  <a:pt x="150937" y="16097"/>
                </a:lnTo>
                <a:lnTo>
                  <a:pt x="150511" y="16123"/>
                </a:lnTo>
                <a:lnTo>
                  <a:pt x="150090" y="16156"/>
                </a:lnTo>
                <a:lnTo>
                  <a:pt x="149675" y="16196"/>
                </a:lnTo>
                <a:lnTo>
                  <a:pt x="149266" y="16243"/>
                </a:lnTo>
                <a:lnTo>
                  <a:pt x="148863" y="16298"/>
                </a:lnTo>
                <a:lnTo>
                  <a:pt x="148467" y="16360"/>
                </a:lnTo>
                <a:lnTo>
                  <a:pt x="148076" y="16429"/>
                </a:lnTo>
                <a:lnTo>
                  <a:pt x="147690" y="16506"/>
                </a:lnTo>
                <a:lnTo>
                  <a:pt x="147311" y="16590"/>
                </a:lnTo>
                <a:lnTo>
                  <a:pt x="146938" y="16681"/>
                </a:lnTo>
                <a:lnTo>
                  <a:pt x="146571" y="16779"/>
                </a:lnTo>
                <a:lnTo>
                  <a:pt x="146209" y="16885"/>
                </a:lnTo>
                <a:lnTo>
                  <a:pt x="145854" y="16998"/>
                </a:lnTo>
                <a:lnTo>
                  <a:pt x="145505" y="17118"/>
                </a:lnTo>
                <a:lnTo>
                  <a:pt x="145161" y="17246"/>
                </a:lnTo>
                <a:lnTo>
                  <a:pt x="144824" y="17381"/>
                </a:lnTo>
                <a:lnTo>
                  <a:pt x="144492" y="17523"/>
                </a:lnTo>
                <a:lnTo>
                  <a:pt x="144166" y="17672"/>
                </a:lnTo>
                <a:lnTo>
                  <a:pt x="143846" y="17829"/>
                </a:lnTo>
                <a:lnTo>
                  <a:pt x="143533" y="17993"/>
                </a:lnTo>
                <a:lnTo>
                  <a:pt x="143225" y="18165"/>
                </a:lnTo>
                <a:lnTo>
                  <a:pt x="142923" y="18341"/>
                </a:lnTo>
                <a:lnTo>
                  <a:pt x="142626" y="18519"/>
                </a:lnTo>
                <a:lnTo>
                  <a:pt x="142335" y="18699"/>
                </a:lnTo>
                <a:lnTo>
                  <a:pt x="142049" y="18882"/>
                </a:lnTo>
                <a:lnTo>
                  <a:pt x="141769" y="19067"/>
                </a:lnTo>
                <a:lnTo>
                  <a:pt x="141494" y="19254"/>
                </a:lnTo>
                <a:lnTo>
                  <a:pt x="141225" y="19443"/>
                </a:lnTo>
                <a:lnTo>
                  <a:pt x="140961" y="19634"/>
                </a:lnTo>
                <a:lnTo>
                  <a:pt x="140703" y="19828"/>
                </a:lnTo>
                <a:lnTo>
                  <a:pt x="140450" y="20024"/>
                </a:lnTo>
                <a:lnTo>
                  <a:pt x="140203" y="20222"/>
                </a:lnTo>
                <a:lnTo>
                  <a:pt x="139961" y="20422"/>
                </a:lnTo>
                <a:lnTo>
                  <a:pt x="139725" y="20624"/>
                </a:lnTo>
                <a:lnTo>
                  <a:pt x="139494" y="20828"/>
                </a:lnTo>
                <a:lnTo>
                  <a:pt x="139269" y="21035"/>
                </a:lnTo>
                <a:lnTo>
                  <a:pt x="139049" y="21244"/>
                </a:lnTo>
                <a:lnTo>
                  <a:pt x="138834" y="21455"/>
                </a:lnTo>
                <a:lnTo>
                  <a:pt x="138625" y="21668"/>
                </a:lnTo>
                <a:lnTo>
                  <a:pt x="138422" y="21883"/>
                </a:lnTo>
                <a:lnTo>
                  <a:pt x="138224" y="22101"/>
                </a:lnTo>
                <a:lnTo>
                  <a:pt x="138032" y="22321"/>
                </a:lnTo>
                <a:lnTo>
                  <a:pt x="137845" y="22542"/>
                </a:lnTo>
                <a:lnTo>
                  <a:pt x="137663" y="22766"/>
                </a:lnTo>
                <a:lnTo>
                  <a:pt x="137487" y="22993"/>
                </a:lnTo>
                <a:lnTo>
                  <a:pt x="137271" y="16714"/>
                </a:lnTo>
                <a:lnTo>
                  <a:pt x="126229" y="16714"/>
                </a:lnTo>
                <a:lnTo>
                  <a:pt x="126229" y="59495"/>
                </a:lnTo>
                <a:lnTo>
                  <a:pt x="137704" y="59495"/>
                </a:lnTo>
                <a:lnTo>
                  <a:pt x="137704" y="30836"/>
                </a:lnTo>
                <a:lnTo>
                  <a:pt x="137856" y="30642"/>
                </a:lnTo>
                <a:lnTo>
                  <a:pt x="138011" y="30452"/>
                </a:lnTo>
                <a:lnTo>
                  <a:pt x="138167" y="30263"/>
                </a:lnTo>
                <a:lnTo>
                  <a:pt x="138326" y="30077"/>
                </a:lnTo>
                <a:lnTo>
                  <a:pt x="138486" y="29894"/>
                </a:lnTo>
                <a:lnTo>
                  <a:pt x="138648" y="29713"/>
                </a:lnTo>
                <a:lnTo>
                  <a:pt x="138813" y="29535"/>
                </a:lnTo>
                <a:lnTo>
                  <a:pt x="138979" y="29358"/>
                </a:lnTo>
                <a:lnTo>
                  <a:pt x="139147" y="29185"/>
                </a:lnTo>
                <a:lnTo>
                  <a:pt x="139317" y="29014"/>
                </a:lnTo>
                <a:lnTo>
                  <a:pt x="139489" y="28845"/>
                </a:lnTo>
                <a:lnTo>
                  <a:pt x="139663" y="28679"/>
                </a:lnTo>
                <a:lnTo>
                  <a:pt x="139839" y="28515"/>
                </a:lnTo>
                <a:lnTo>
                  <a:pt x="140017" y="28353"/>
                </a:lnTo>
                <a:lnTo>
                  <a:pt x="140197" y="28194"/>
                </a:lnTo>
                <a:lnTo>
                  <a:pt x="140379" y="28038"/>
                </a:lnTo>
                <a:lnTo>
                  <a:pt x="140563" y="27884"/>
                </a:lnTo>
                <a:lnTo>
                  <a:pt x="140749" y="27732"/>
                </a:lnTo>
                <a:lnTo>
                  <a:pt x="140936" y="27583"/>
                </a:lnTo>
                <a:lnTo>
                  <a:pt x="141126" y="27436"/>
                </a:lnTo>
                <a:lnTo>
                  <a:pt x="141318" y="27292"/>
                </a:lnTo>
                <a:lnTo>
                  <a:pt x="141511" y="27150"/>
                </a:lnTo>
                <a:lnTo>
                  <a:pt x="141707" y="27010"/>
                </a:lnTo>
                <a:lnTo>
                  <a:pt x="141904" y="26874"/>
                </a:lnTo>
                <a:lnTo>
                  <a:pt x="142104" y="26741"/>
                </a:lnTo>
                <a:lnTo>
                  <a:pt x="142308" y="26613"/>
                </a:lnTo>
                <a:lnTo>
                  <a:pt x="142514" y="26492"/>
                </a:lnTo>
                <a:lnTo>
                  <a:pt x="142724" y="26376"/>
                </a:lnTo>
                <a:lnTo>
                  <a:pt x="142938" y="26265"/>
                </a:lnTo>
                <a:lnTo>
                  <a:pt x="143154" y="26161"/>
                </a:lnTo>
                <a:lnTo>
                  <a:pt x="143374" y="26062"/>
                </a:lnTo>
                <a:lnTo>
                  <a:pt x="143598" y="25968"/>
                </a:lnTo>
                <a:lnTo>
                  <a:pt x="143824" y="25881"/>
                </a:lnTo>
                <a:lnTo>
                  <a:pt x="144054" y="25799"/>
                </a:lnTo>
                <a:lnTo>
                  <a:pt x="144287" y="25722"/>
                </a:lnTo>
                <a:lnTo>
                  <a:pt x="144524" y="25652"/>
                </a:lnTo>
                <a:lnTo>
                  <a:pt x="144764" y="25587"/>
                </a:lnTo>
                <a:lnTo>
                  <a:pt x="145007" y="25527"/>
                </a:lnTo>
                <a:lnTo>
                  <a:pt x="145253" y="25473"/>
                </a:lnTo>
                <a:lnTo>
                  <a:pt x="145503" y="25425"/>
                </a:lnTo>
                <a:lnTo>
                  <a:pt x="145756" y="25383"/>
                </a:lnTo>
                <a:lnTo>
                  <a:pt x="146012" y="25346"/>
                </a:lnTo>
                <a:lnTo>
                  <a:pt x="146272" y="25315"/>
                </a:lnTo>
                <a:lnTo>
                  <a:pt x="146535" y="25290"/>
                </a:lnTo>
                <a:lnTo>
                  <a:pt x="146801" y="25270"/>
                </a:lnTo>
                <a:lnTo>
                  <a:pt x="147071" y="25256"/>
                </a:lnTo>
                <a:lnTo>
                  <a:pt x="147344" y="25247"/>
                </a:lnTo>
                <a:lnTo>
                  <a:pt x="147620" y="25244"/>
                </a:lnTo>
                <a:lnTo>
                  <a:pt x="147806" y="25246"/>
                </a:lnTo>
                <a:lnTo>
                  <a:pt x="147989" y="25251"/>
                </a:lnTo>
                <a:lnTo>
                  <a:pt x="148170" y="25259"/>
                </a:lnTo>
                <a:lnTo>
                  <a:pt x="148347" y="25271"/>
                </a:lnTo>
                <a:lnTo>
                  <a:pt x="148521" y="25286"/>
                </a:lnTo>
                <a:lnTo>
                  <a:pt x="148693" y="25305"/>
                </a:lnTo>
                <a:lnTo>
                  <a:pt x="148861" y="25327"/>
                </a:lnTo>
                <a:lnTo>
                  <a:pt x="149027" y="25352"/>
                </a:lnTo>
                <a:lnTo>
                  <a:pt x="149190" y="25381"/>
                </a:lnTo>
                <a:lnTo>
                  <a:pt x="149350" y="25413"/>
                </a:lnTo>
                <a:lnTo>
                  <a:pt x="149506" y="25448"/>
                </a:lnTo>
                <a:lnTo>
                  <a:pt x="149660" y="25487"/>
                </a:lnTo>
                <a:lnTo>
                  <a:pt x="149811" y="25529"/>
                </a:lnTo>
                <a:lnTo>
                  <a:pt x="149959" y="25574"/>
                </a:lnTo>
                <a:lnTo>
                  <a:pt x="150105" y="25623"/>
                </a:lnTo>
                <a:lnTo>
                  <a:pt x="150247" y="25675"/>
                </a:lnTo>
                <a:lnTo>
                  <a:pt x="150386" y="25730"/>
                </a:lnTo>
                <a:lnTo>
                  <a:pt x="150522" y="25789"/>
                </a:lnTo>
                <a:lnTo>
                  <a:pt x="150656" y="25852"/>
                </a:lnTo>
                <a:lnTo>
                  <a:pt x="150786" y="25917"/>
                </a:lnTo>
                <a:lnTo>
                  <a:pt x="150914" y="25986"/>
                </a:lnTo>
                <a:lnTo>
                  <a:pt x="151038" y="26058"/>
                </a:lnTo>
                <a:lnTo>
                  <a:pt x="151160" y="26134"/>
                </a:lnTo>
                <a:lnTo>
                  <a:pt x="151279" y="26213"/>
                </a:lnTo>
                <a:lnTo>
                  <a:pt x="151395" y="26295"/>
                </a:lnTo>
                <a:lnTo>
                  <a:pt x="151508" y="26380"/>
                </a:lnTo>
                <a:lnTo>
                  <a:pt x="151618" y="26468"/>
                </a:lnTo>
                <a:lnTo>
                  <a:pt x="151726" y="26558"/>
                </a:lnTo>
                <a:lnTo>
                  <a:pt x="151831" y="26651"/>
                </a:lnTo>
                <a:lnTo>
                  <a:pt x="151934" y="26747"/>
                </a:lnTo>
                <a:lnTo>
                  <a:pt x="152033" y="26846"/>
                </a:lnTo>
                <a:lnTo>
                  <a:pt x="152130" y="26947"/>
                </a:lnTo>
                <a:lnTo>
                  <a:pt x="152225" y="27051"/>
                </a:lnTo>
                <a:lnTo>
                  <a:pt x="152316" y="27158"/>
                </a:lnTo>
                <a:lnTo>
                  <a:pt x="152405" y="27268"/>
                </a:lnTo>
                <a:lnTo>
                  <a:pt x="152491" y="27380"/>
                </a:lnTo>
                <a:lnTo>
                  <a:pt x="152575" y="27495"/>
                </a:lnTo>
                <a:lnTo>
                  <a:pt x="152655" y="27613"/>
                </a:lnTo>
                <a:lnTo>
                  <a:pt x="152733" y="27733"/>
                </a:lnTo>
                <a:lnTo>
                  <a:pt x="152809" y="27857"/>
                </a:lnTo>
                <a:lnTo>
                  <a:pt x="152881" y="27983"/>
                </a:lnTo>
                <a:lnTo>
                  <a:pt x="152951" y="28112"/>
                </a:lnTo>
                <a:lnTo>
                  <a:pt x="153018" y="28243"/>
                </a:lnTo>
                <a:lnTo>
                  <a:pt x="153083" y="28378"/>
                </a:lnTo>
                <a:lnTo>
                  <a:pt x="153145" y="28515"/>
                </a:lnTo>
                <a:lnTo>
                  <a:pt x="153204" y="28655"/>
                </a:lnTo>
                <a:lnTo>
                  <a:pt x="153260" y="28797"/>
                </a:lnTo>
                <a:lnTo>
                  <a:pt x="153314" y="28942"/>
                </a:lnTo>
                <a:lnTo>
                  <a:pt x="153365" y="29090"/>
                </a:lnTo>
                <a:lnTo>
                  <a:pt x="153414" y="29240"/>
                </a:lnTo>
                <a:lnTo>
                  <a:pt x="153461" y="29392"/>
                </a:lnTo>
                <a:lnTo>
                  <a:pt x="153506" y="29545"/>
                </a:lnTo>
                <a:lnTo>
                  <a:pt x="153548" y="29701"/>
                </a:lnTo>
                <a:lnTo>
                  <a:pt x="153589" y="29859"/>
                </a:lnTo>
                <a:lnTo>
                  <a:pt x="153627" y="30018"/>
                </a:lnTo>
                <a:lnTo>
                  <a:pt x="153663" y="30180"/>
                </a:lnTo>
                <a:lnTo>
                  <a:pt x="153696" y="30343"/>
                </a:lnTo>
                <a:lnTo>
                  <a:pt x="153728" y="30509"/>
                </a:lnTo>
                <a:lnTo>
                  <a:pt x="153757" y="30677"/>
                </a:lnTo>
                <a:lnTo>
                  <a:pt x="153785" y="30846"/>
                </a:lnTo>
                <a:lnTo>
                  <a:pt x="153810" y="31018"/>
                </a:lnTo>
                <a:lnTo>
                  <a:pt x="153833" y="31192"/>
                </a:lnTo>
                <a:lnTo>
                  <a:pt x="153853" y="31367"/>
                </a:lnTo>
                <a:lnTo>
                  <a:pt x="153872" y="31545"/>
                </a:lnTo>
                <a:lnTo>
                  <a:pt x="153888" y="31724"/>
                </a:lnTo>
                <a:lnTo>
                  <a:pt x="153902" y="31906"/>
                </a:lnTo>
                <a:lnTo>
                  <a:pt x="153914" y="32089"/>
                </a:lnTo>
                <a:lnTo>
                  <a:pt x="153924" y="32275"/>
                </a:lnTo>
                <a:lnTo>
                  <a:pt x="153932" y="32463"/>
                </a:lnTo>
                <a:lnTo>
                  <a:pt x="153937" y="32652"/>
                </a:lnTo>
                <a:lnTo>
                  <a:pt x="153941" y="32844"/>
                </a:lnTo>
                <a:lnTo>
                  <a:pt x="153942" y="33037"/>
                </a:lnTo>
                <a:lnTo>
                  <a:pt x="153942" y="59495"/>
                </a:lnTo>
                <a:lnTo>
                  <a:pt x="165416" y="59495"/>
                </a:lnTo>
                <a:lnTo>
                  <a:pt x="165416" y="31638"/>
                </a:lnTo>
                <a:lnTo>
                  <a:pt x="165410" y="31022"/>
                </a:lnTo>
                <a:lnTo>
                  <a:pt x="165393" y="30419"/>
                </a:lnTo>
                <a:lnTo>
                  <a:pt x="165388" y="30330"/>
                </a:lnTo>
                <a:lnTo>
                  <a:pt x="165489" y="30214"/>
                </a:lnTo>
                <a:lnTo>
                  <a:pt x="165651" y="30034"/>
                </a:lnTo>
                <a:lnTo>
                  <a:pt x="165814" y="29857"/>
                </a:lnTo>
                <a:lnTo>
                  <a:pt x="165979" y="29681"/>
                </a:lnTo>
                <a:lnTo>
                  <a:pt x="166145" y="29509"/>
                </a:lnTo>
                <a:lnTo>
                  <a:pt x="166314" y="29339"/>
                </a:lnTo>
                <a:lnTo>
                  <a:pt x="166484" y="29172"/>
                </a:lnTo>
                <a:lnTo>
                  <a:pt x="166655" y="29007"/>
                </a:lnTo>
                <a:lnTo>
                  <a:pt x="166829" y="28844"/>
                </a:lnTo>
                <a:lnTo>
                  <a:pt x="167004" y="28685"/>
                </a:lnTo>
                <a:lnTo>
                  <a:pt x="167181" y="28527"/>
                </a:lnTo>
                <a:lnTo>
                  <a:pt x="167360" y="28373"/>
                </a:lnTo>
                <a:lnTo>
                  <a:pt x="167540" y="28221"/>
                </a:lnTo>
                <a:lnTo>
                  <a:pt x="167722" y="28071"/>
                </a:lnTo>
                <a:lnTo>
                  <a:pt x="167906" y="27924"/>
                </a:lnTo>
                <a:lnTo>
                  <a:pt x="168091" y="27780"/>
                </a:lnTo>
                <a:lnTo>
                  <a:pt x="168279" y="27638"/>
                </a:lnTo>
                <a:lnTo>
                  <a:pt x="168468" y="27499"/>
                </a:lnTo>
                <a:lnTo>
                  <a:pt x="168658" y="27362"/>
                </a:lnTo>
                <a:lnTo>
                  <a:pt x="168851" y="27228"/>
                </a:lnTo>
                <a:lnTo>
                  <a:pt x="169045" y="27096"/>
                </a:lnTo>
                <a:lnTo>
                  <a:pt x="169241" y="26967"/>
                </a:lnTo>
                <a:lnTo>
                  <a:pt x="169439" y="26841"/>
                </a:lnTo>
                <a:lnTo>
                  <a:pt x="169638" y="26717"/>
                </a:lnTo>
                <a:lnTo>
                  <a:pt x="169840" y="26596"/>
                </a:lnTo>
                <a:lnTo>
                  <a:pt x="170045" y="26481"/>
                </a:lnTo>
                <a:lnTo>
                  <a:pt x="170254" y="26371"/>
                </a:lnTo>
                <a:lnTo>
                  <a:pt x="170465" y="26267"/>
                </a:lnTo>
                <a:lnTo>
                  <a:pt x="170680" y="26167"/>
                </a:lnTo>
                <a:lnTo>
                  <a:pt x="170898" y="26072"/>
                </a:lnTo>
                <a:lnTo>
                  <a:pt x="171119" y="25983"/>
                </a:lnTo>
                <a:lnTo>
                  <a:pt x="171344" y="25899"/>
                </a:lnTo>
                <a:lnTo>
                  <a:pt x="171572" y="25819"/>
                </a:lnTo>
                <a:lnTo>
                  <a:pt x="171802" y="25745"/>
                </a:lnTo>
                <a:lnTo>
                  <a:pt x="172037" y="25676"/>
                </a:lnTo>
                <a:lnTo>
                  <a:pt x="172274" y="25612"/>
                </a:lnTo>
                <a:lnTo>
                  <a:pt x="172515" y="25554"/>
                </a:lnTo>
                <a:lnTo>
                  <a:pt x="172759" y="25500"/>
                </a:lnTo>
                <a:lnTo>
                  <a:pt x="173006" y="25451"/>
                </a:lnTo>
                <a:lnTo>
                  <a:pt x="173256" y="25408"/>
                </a:lnTo>
                <a:lnTo>
                  <a:pt x="173510" y="25370"/>
                </a:lnTo>
                <a:lnTo>
                  <a:pt x="173767" y="25336"/>
                </a:lnTo>
                <a:lnTo>
                  <a:pt x="174027" y="25308"/>
                </a:lnTo>
                <a:lnTo>
                  <a:pt x="174290" y="25285"/>
                </a:lnTo>
                <a:lnTo>
                  <a:pt x="174557" y="25267"/>
                </a:lnTo>
                <a:lnTo>
                  <a:pt x="174826" y="25255"/>
                </a:lnTo>
                <a:lnTo>
                  <a:pt x="175099" y="25247"/>
                </a:lnTo>
                <a:lnTo>
                  <a:pt x="175376" y="25244"/>
                </a:lnTo>
                <a:lnTo>
                  <a:pt x="175562" y="25246"/>
                </a:lnTo>
                <a:lnTo>
                  <a:pt x="175745" y="25251"/>
                </a:lnTo>
                <a:lnTo>
                  <a:pt x="175925" y="25259"/>
                </a:lnTo>
                <a:lnTo>
                  <a:pt x="176103" y="25271"/>
                </a:lnTo>
                <a:lnTo>
                  <a:pt x="176277" y="25286"/>
                </a:lnTo>
                <a:lnTo>
                  <a:pt x="176449" y="25305"/>
                </a:lnTo>
                <a:lnTo>
                  <a:pt x="176617" y="25327"/>
                </a:lnTo>
                <a:lnTo>
                  <a:pt x="176783" y="25352"/>
                </a:lnTo>
                <a:lnTo>
                  <a:pt x="176946" y="25381"/>
                </a:lnTo>
                <a:lnTo>
                  <a:pt x="177105" y="25413"/>
                </a:lnTo>
                <a:lnTo>
                  <a:pt x="177262" y="25448"/>
                </a:lnTo>
                <a:lnTo>
                  <a:pt x="177416" y="25487"/>
                </a:lnTo>
                <a:lnTo>
                  <a:pt x="177567" y="25529"/>
                </a:lnTo>
                <a:lnTo>
                  <a:pt x="177715" y="25574"/>
                </a:lnTo>
                <a:lnTo>
                  <a:pt x="177860" y="25623"/>
                </a:lnTo>
                <a:lnTo>
                  <a:pt x="178002" y="25675"/>
                </a:lnTo>
                <a:lnTo>
                  <a:pt x="178142" y="25730"/>
                </a:lnTo>
                <a:lnTo>
                  <a:pt x="178278" y="25789"/>
                </a:lnTo>
                <a:lnTo>
                  <a:pt x="178411" y="25852"/>
                </a:lnTo>
                <a:lnTo>
                  <a:pt x="178542" y="25917"/>
                </a:lnTo>
                <a:lnTo>
                  <a:pt x="178669" y="25986"/>
                </a:lnTo>
                <a:lnTo>
                  <a:pt x="178794" y="26058"/>
                </a:lnTo>
                <a:lnTo>
                  <a:pt x="178916" y="26134"/>
                </a:lnTo>
                <a:lnTo>
                  <a:pt x="179034" y="26213"/>
                </a:lnTo>
                <a:lnTo>
                  <a:pt x="179150" y="26295"/>
                </a:lnTo>
                <a:lnTo>
                  <a:pt x="179264" y="26380"/>
                </a:lnTo>
                <a:lnTo>
                  <a:pt x="179374" y="26468"/>
                </a:lnTo>
                <a:lnTo>
                  <a:pt x="179482" y="26558"/>
                </a:lnTo>
                <a:lnTo>
                  <a:pt x="179587" y="26651"/>
                </a:lnTo>
                <a:lnTo>
                  <a:pt x="179689" y="26747"/>
                </a:lnTo>
                <a:lnTo>
                  <a:pt x="179789" y="26846"/>
                </a:lnTo>
                <a:lnTo>
                  <a:pt x="179886" y="26947"/>
                </a:lnTo>
                <a:lnTo>
                  <a:pt x="179980" y="27051"/>
                </a:lnTo>
                <a:lnTo>
                  <a:pt x="180072" y="27158"/>
                </a:lnTo>
                <a:lnTo>
                  <a:pt x="180161" y="27268"/>
                </a:lnTo>
                <a:lnTo>
                  <a:pt x="180247" y="27380"/>
                </a:lnTo>
                <a:lnTo>
                  <a:pt x="180330" y="27495"/>
                </a:lnTo>
                <a:lnTo>
                  <a:pt x="180411" y="27613"/>
                </a:lnTo>
                <a:lnTo>
                  <a:pt x="180489" y="27733"/>
                </a:lnTo>
                <a:lnTo>
                  <a:pt x="180564" y="27857"/>
                </a:lnTo>
                <a:lnTo>
                  <a:pt x="180637" y="27983"/>
                </a:lnTo>
                <a:lnTo>
                  <a:pt x="180707" y="28112"/>
                </a:lnTo>
                <a:lnTo>
                  <a:pt x="180774" y="28243"/>
                </a:lnTo>
                <a:lnTo>
                  <a:pt x="180839" y="28378"/>
                </a:lnTo>
                <a:lnTo>
                  <a:pt x="180900" y="28515"/>
                </a:lnTo>
                <a:lnTo>
                  <a:pt x="180960" y="28655"/>
                </a:lnTo>
                <a:lnTo>
                  <a:pt x="181016" y="28797"/>
                </a:lnTo>
                <a:lnTo>
                  <a:pt x="181070" y="28942"/>
                </a:lnTo>
                <a:lnTo>
                  <a:pt x="181121" y="29090"/>
                </a:lnTo>
                <a:lnTo>
                  <a:pt x="181170" y="29240"/>
                </a:lnTo>
                <a:lnTo>
                  <a:pt x="181217" y="29392"/>
                </a:lnTo>
                <a:lnTo>
                  <a:pt x="181261" y="29545"/>
                </a:lnTo>
                <a:lnTo>
                  <a:pt x="181304" y="29701"/>
                </a:lnTo>
                <a:lnTo>
                  <a:pt x="181344" y="29859"/>
                </a:lnTo>
                <a:lnTo>
                  <a:pt x="181382" y="30018"/>
                </a:lnTo>
                <a:lnTo>
                  <a:pt x="181418" y="30180"/>
                </a:lnTo>
                <a:lnTo>
                  <a:pt x="181452" y="30343"/>
                </a:lnTo>
                <a:lnTo>
                  <a:pt x="181484" y="30509"/>
                </a:lnTo>
                <a:lnTo>
                  <a:pt x="181513" y="30677"/>
                </a:lnTo>
                <a:lnTo>
                  <a:pt x="181540" y="30846"/>
                </a:lnTo>
                <a:lnTo>
                  <a:pt x="181566" y="31018"/>
                </a:lnTo>
                <a:lnTo>
                  <a:pt x="181588" y="31192"/>
                </a:lnTo>
                <a:lnTo>
                  <a:pt x="181609" y="31367"/>
                </a:lnTo>
                <a:lnTo>
                  <a:pt x="181628" y="31545"/>
                </a:lnTo>
                <a:lnTo>
                  <a:pt x="181644" y="31724"/>
                </a:lnTo>
                <a:lnTo>
                  <a:pt x="181658" y="31906"/>
                </a:lnTo>
                <a:lnTo>
                  <a:pt x="181670" y="32089"/>
                </a:lnTo>
                <a:lnTo>
                  <a:pt x="181680" y="32275"/>
                </a:lnTo>
                <a:lnTo>
                  <a:pt x="181688" y="32463"/>
                </a:lnTo>
                <a:lnTo>
                  <a:pt x="181693" y="32652"/>
                </a:lnTo>
                <a:lnTo>
                  <a:pt x="181696" y="32844"/>
                </a:lnTo>
                <a:lnTo>
                  <a:pt x="181697" y="33037"/>
                </a:lnTo>
                <a:lnTo>
                  <a:pt x="181697" y="59495"/>
                </a:lnTo>
                <a:lnTo>
                  <a:pt x="193172" y="59495"/>
                </a:lnTo>
                <a:lnTo>
                  <a:pt x="193172" y="31638"/>
                </a:lnTo>
                <a:lnTo>
                  <a:pt x="193166" y="31022"/>
                </a:lnTo>
                <a:lnTo>
                  <a:pt x="193148" y="30419"/>
                </a:lnTo>
                <a:lnTo>
                  <a:pt x="193118" y="29827"/>
                </a:lnTo>
                <a:lnTo>
                  <a:pt x="193077" y="29247"/>
                </a:lnTo>
                <a:lnTo>
                  <a:pt x="193023" y="28678"/>
                </a:lnTo>
                <a:lnTo>
                  <a:pt x="192957" y="28122"/>
                </a:lnTo>
                <a:lnTo>
                  <a:pt x="192879" y="27577"/>
                </a:lnTo>
                <a:lnTo>
                  <a:pt x="192790" y="27044"/>
                </a:lnTo>
                <a:lnTo>
                  <a:pt x="192688" y="26523"/>
                </a:lnTo>
                <a:lnTo>
                  <a:pt x="192575" y="26014"/>
                </a:lnTo>
                <a:lnTo>
                  <a:pt x="192449" y="25516"/>
                </a:lnTo>
                <a:lnTo>
                  <a:pt x="192312" y="25031"/>
                </a:lnTo>
                <a:lnTo>
                  <a:pt x="192162" y="24557"/>
                </a:lnTo>
                <a:lnTo>
                  <a:pt x="192001" y="24095"/>
                </a:lnTo>
                <a:lnTo>
                  <a:pt x="191827" y="23644"/>
                </a:lnTo>
                <a:lnTo>
                  <a:pt x="191642" y="23206"/>
                </a:lnTo>
                <a:lnTo>
                  <a:pt x="191445" y="22779"/>
                </a:lnTo>
                <a:lnTo>
                  <a:pt x="191236" y="22364"/>
                </a:lnTo>
                <a:lnTo>
                  <a:pt x="191015" y="21961"/>
                </a:lnTo>
                <a:lnTo>
                  <a:pt x="190782" y="21570"/>
                </a:lnTo>
                <a:lnTo>
                  <a:pt x="190537" y="21190"/>
                </a:lnTo>
                <a:lnTo>
                  <a:pt x="190280" y="20823"/>
                </a:lnTo>
                <a:lnTo>
                  <a:pt x="190011" y="20467"/>
                </a:lnTo>
                <a:lnTo>
                  <a:pt x="189730" y="20123"/>
                </a:lnTo>
                <a:lnTo>
                  <a:pt x="189438" y="19792"/>
                </a:lnTo>
                <a:lnTo>
                  <a:pt x="189136" y="19474"/>
                </a:lnTo>
                <a:lnTo>
                  <a:pt x="188824" y="19172"/>
                </a:lnTo>
                <a:lnTo>
                  <a:pt x="188502" y="18883"/>
                </a:lnTo>
                <a:lnTo>
                  <a:pt x="188170" y="18608"/>
                </a:lnTo>
                <a:lnTo>
                  <a:pt x="187829" y="18347"/>
                </a:lnTo>
                <a:lnTo>
                  <a:pt x="187477" y="18101"/>
                </a:lnTo>
                <a:lnTo>
                  <a:pt x="187115" y="17868"/>
                </a:lnTo>
                <a:lnTo>
                  <a:pt x="186743" y="17650"/>
                </a:lnTo>
                <a:lnTo>
                  <a:pt x="186361" y="17445"/>
                </a:lnTo>
                <a:lnTo>
                  <a:pt x="185969" y="17255"/>
                </a:lnTo>
                <a:lnTo>
                  <a:pt x="185567" y="17079"/>
                </a:lnTo>
                <a:lnTo>
                  <a:pt x="185156" y="16917"/>
                </a:lnTo>
                <a:lnTo>
                  <a:pt x="184734" y="16769"/>
                </a:lnTo>
                <a:lnTo>
                  <a:pt x="184302" y="16635"/>
                </a:lnTo>
                <a:lnTo>
                  <a:pt x="183860" y="16515"/>
                </a:lnTo>
                <a:lnTo>
                  <a:pt x="183408" y="16410"/>
                </a:lnTo>
                <a:lnTo>
                  <a:pt x="182946" y="16318"/>
                </a:lnTo>
                <a:lnTo>
                  <a:pt x="182475" y="16241"/>
                </a:lnTo>
                <a:lnTo>
                  <a:pt x="181993" y="16177"/>
                </a:lnTo>
                <a:lnTo>
                  <a:pt x="181501" y="16128"/>
                </a:lnTo>
                <a:lnTo>
                  <a:pt x="180999" y="16093"/>
                </a:lnTo>
                <a:lnTo>
                  <a:pt x="180487" y="16072"/>
                </a:lnTo>
                <a:lnTo>
                  <a:pt x="179965" y="16065"/>
                </a:lnTo>
                <a:lnTo>
                  <a:pt x="179520" y="16068"/>
                </a:lnTo>
                <a:lnTo>
                  <a:pt x="179080" y="16080"/>
                </a:lnTo>
                <a:lnTo>
                  <a:pt x="178645" y="16098"/>
                </a:lnTo>
                <a:lnTo>
                  <a:pt x="178215" y="16125"/>
                </a:lnTo>
                <a:lnTo>
                  <a:pt x="177789" y="16159"/>
                </a:lnTo>
                <a:lnTo>
                  <a:pt x="177369" y="16200"/>
                </a:lnTo>
                <a:lnTo>
                  <a:pt x="176953" y="16249"/>
                </a:lnTo>
                <a:lnTo>
                  <a:pt x="176542" y="16305"/>
                </a:lnTo>
                <a:lnTo>
                  <a:pt x="176136" y="16369"/>
                </a:lnTo>
                <a:lnTo>
                  <a:pt x="175735" y="16440"/>
                </a:lnTo>
                <a:lnTo>
                  <a:pt x="175339" y="16519"/>
                </a:lnTo>
                <a:lnTo>
                  <a:pt x="174948" y="16606"/>
                </a:lnTo>
                <a:lnTo>
                  <a:pt x="174562" y="16700"/>
                </a:lnTo>
                <a:lnTo>
                  <a:pt x="174180" y="16801"/>
                </a:lnTo>
                <a:lnTo>
                  <a:pt x="173804" y="16910"/>
                </a:lnTo>
                <a:lnTo>
                  <a:pt x="173432" y="17027"/>
                </a:lnTo>
                <a:lnTo>
                  <a:pt x="173065" y="17151"/>
                </a:lnTo>
                <a:lnTo>
                  <a:pt x="172703" y="17282"/>
                </a:lnTo>
                <a:lnTo>
                  <a:pt x="172346" y="17421"/>
                </a:lnTo>
                <a:lnTo>
                  <a:pt x="171994" y="17568"/>
                </a:lnTo>
                <a:lnTo>
                  <a:pt x="171647" y="17722"/>
                </a:lnTo>
                <a:lnTo>
                  <a:pt x="171304" y="17884"/>
                </a:lnTo>
                <a:lnTo>
                  <a:pt x="170967" y="18053"/>
                </a:lnTo>
                <a:lnTo>
                  <a:pt x="170634" y="18230"/>
                </a:lnTo>
                <a:lnTo>
                  <a:pt x="170306" y="18411"/>
                </a:lnTo>
                <a:lnTo>
                  <a:pt x="169982" y="18596"/>
                </a:lnTo>
                <a:lnTo>
                  <a:pt x="169663" y="18782"/>
                </a:lnTo>
                <a:lnTo>
                  <a:pt x="169348" y="18972"/>
                </a:lnTo>
                <a:lnTo>
                  <a:pt x="169037" y="19164"/>
                </a:lnTo>
                <a:lnTo>
                  <a:pt x="168730" y="19358"/>
                </a:lnTo>
                <a:lnTo>
                  <a:pt x="168428" y="19555"/>
                </a:lnTo>
                <a:lnTo>
                  <a:pt x="168130" y="19755"/>
                </a:lnTo>
                <a:lnTo>
                  <a:pt x="167836" y="19957"/>
                </a:lnTo>
                <a:lnTo>
                  <a:pt x="167547" y="20162"/>
                </a:lnTo>
                <a:lnTo>
                  <a:pt x="167262" y="20369"/>
                </a:lnTo>
                <a:lnTo>
                  <a:pt x="166981" y="20579"/>
                </a:lnTo>
                <a:lnTo>
                  <a:pt x="166704" y="20791"/>
                </a:lnTo>
                <a:lnTo>
                  <a:pt x="166432" y="21006"/>
                </a:lnTo>
                <a:lnTo>
                  <a:pt x="166164" y="21223"/>
                </a:lnTo>
                <a:lnTo>
                  <a:pt x="165900" y="21443"/>
                </a:lnTo>
                <a:lnTo>
                  <a:pt x="165640" y="21666"/>
                </a:lnTo>
                <a:lnTo>
                  <a:pt x="165385" y="21891"/>
                </a:lnTo>
                <a:lnTo>
                  <a:pt x="165134" y="22119"/>
                </a:lnTo>
                <a:lnTo>
                  <a:pt x="164888" y="22349"/>
                </a:lnTo>
                <a:lnTo>
                  <a:pt x="164645" y="22582"/>
                </a:lnTo>
                <a:lnTo>
                  <a:pt x="164407" y="22817"/>
                </a:lnTo>
                <a:lnTo>
                  <a:pt x="164174" y="23055"/>
                </a:lnTo>
                <a:lnTo>
                  <a:pt x="163944" y="23296"/>
                </a:lnTo>
                <a:lnTo>
                  <a:pt x="163945" y="23300"/>
                </a:lnTo>
                <a:lnTo>
                  <a:pt x="163906" y="23206"/>
                </a:lnTo>
                <a:lnTo>
                  <a:pt x="163711" y="22779"/>
                </a:lnTo>
                <a:close/>
                <a:moveTo>
                  <a:pt x="36589" y="34554"/>
                </a:moveTo>
                <a:lnTo>
                  <a:pt x="36589" y="24811"/>
                </a:lnTo>
                <a:lnTo>
                  <a:pt x="12168" y="24811"/>
                </a:lnTo>
                <a:lnTo>
                  <a:pt x="12168" y="11301"/>
                </a:lnTo>
                <a:lnTo>
                  <a:pt x="39101" y="11301"/>
                </a:lnTo>
                <a:lnTo>
                  <a:pt x="39101" y="1212"/>
                </a:lnTo>
                <a:lnTo>
                  <a:pt x="0" y="1212"/>
                </a:lnTo>
                <a:lnTo>
                  <a:pt x="0" y="59495"/>
                </a:lnTo>
                <a:lnTo>
                  <a:pt x="39101" y="59495"/>
                </a:lnTo>
                <a:lnTo>
                  <a:pt x="39101" y="49406"/>
                </a:lnTo>
                <a:lnTo>
                  <a:pt x="12168" y="49406"/>
                </a:lnTo>
                <a:lnTo>
                  <a:pt x="12168" y="34554"/>
                </a:lnTo>
                <a:lnTo>
                  <a:pt x="36589" y="34554"/>
                </a:lnTo>
                <a:close/>
                <a:moveTo>
                  <a:pt x="65637" y="50521"/>
                </a:moveTo>
                <a:lnTo>
                  <a:pt x="65381" y="50508"/>
                </a:lnTo>
                <a:lnTo>
                  <a:pt x="65132" y="50489"/>
                </a:lnTo>
                <a:lnTo>
                  <a:pt x="64892" y="50464"/>
                </a:lnTo>
                <a:lnTo>
                  <a:pt x="64661" y="50435"/>
                </a:lnTo>
                <a:lnTo>
                  <a:pt x="64438" y="50399"/>
                </a:lnTo>
                <a:lnTo>
                  <a:pt x="64223" y="50359"/>
                </a:lnTo>
                <a:lnTo>
                  <a:pt x="64017" y="50313"/>
                </a:lnTo>
                <a:lnTo>
                  <a:pt x="63819" y="50261"/>
                </a:lnTo>
                <a:lnTo>
                  <a:pt x="63629" y="50204"/>
                </a:lnTo>
                <a:lnTo>
                  <a:pt x="63448" y="50142"/>
                </a:lnTo>
                <a:lnTo>
                  <a:pt x="63276" y="50075"/>
                </a:lnTo>
                <a:lnTo>
                  <a:pt x="63112" y="50002"/>
                </a:lnTo>
                <a:lnTo>
                  <a:pt x="62956" y="49923"/>
                </a:lnTo>
                <a:lnTo>
                  <a:pt x="62808" y="49839"/>
                </a:lnTo>
                <a:lnTo>
                  <a:pt x="62670" y="49750"/>
                </a:lnTo>
                <a:lnTo>
                  <a:pt x="62539" y="49655"/>
                </a:lnTo>
                <a:lnTo>
                  <a:pt x="62417" y="49555"/>
                </a:lnTo>
                <a:lnTo>
                  <a:pt x="62303" y="49449"/>
                </a:lnTo>
                <a:lnTo>
                  <a:pt x="62198" y="49338"/>
                </a:lnTo>
                <a:lnTo>
                  <a:pt x="62101" y="49222"/>
                </a:lnTo>
                <a:lnTo>
                  <a:pt x="62013" y="49100"/>
                </a:lnTo>
                <a:lnTo>
                  <a:pt x="61933" y="48973"/>
                </a:lnTo>
                <a:lnTo>
                  <a:pt x="61859" y="48840"/>
                </a:lnTo>
                <a:lnTo>
                  <a:pt x="61788" y="48701"/>
                </a:lnTo>
                <a:lnTo>
                  <a:pt x="61720" y="48556"/>
                </a:lnTo>
                <a:lnTo>
                  <a:pt x="61655" y="48404"/>
                </a:lnTo>
                <a:lnTo>
                  <a:pt x="61593" y="48247"/>
                </a:lnTo>
                <a:lnTo>
                  <a:pt x="61535" y="48083"/>
                </a:lnTo>
                <a:lnTo>
                  <a:pt x="61480" y="47913"/>
                </a:lnTo>
                <a:lnTo>
                  <a:pt x="61428" y="47737"/>
                </a:lnTo>
                <a:lnTo>
                  <a:pt x="61379" y="47554"/>
                </a:lnTo>
                <a:lnTo>
                  <a:pt x="61333" y="47366"/>
                </a:lnTo>
                <a:lnTo>
                  <a:pt x="61290" y="47171"/>
                </a:lnTo>
                <a:lnTo>
                  <a:pt x="61251" y="46970"/>
                </a:lnTo>
                <a:lnTo>
                  <a:pt x="61215" y="46763"/>
                </a:lnTo>
                <a:lnTo>
                  <a:pt x="61181" y="46550"/>
                </a:lnTo>
                <a:lnTo>
                  <a:pt x="61151" y="46331"/>
                </a:lnTo>
                <a:lnTo>
                  <a:pt x="61125" y="46106"/>
                </a:lnTo>
                <a:lnTo>
                  <a:pt x="61101" y="45874"/>
                </a:lnTo>
                <a:lnTo>
                  <a:pt x="61080" y="45636"/>
                </a:lnTo>
                <a:lnTo>
                  <a:pt x="61063" y="45392"/>
                </a:lnTo>
                <a:lnTo>
                  <a:pt x="61049" y="45142"/>
                </a:lnTo>
                <a:lnTo>
                  <a:pt x="61038" y="44886"/>
                </a:lnTo>
                <a:lnTo>
                  <a:pt x="61030" y="44623"/>
                </a:lnTo>
                <a:lnTo>
                  <a:pt x="61025" y="44355"/>
                </a:lnTo>
                <a:lnTo>
                  <a:pt x="61024" y="44080"/>
                </a:lnTo>
                <a:lnTo>
                  <a:pt x="61024" y="1212"/>
                </a:lnTo>
                <a:lnTo>
                  <a:pt x="49592" y="1212"/>
                </a:lnTo>
                <a:lnTo>
                  <a:pt x="49592" y="44773"/>
                </a:lnTo>
                <a:lnTo>
                  <a:pt x="49595" y="45203"/>
                </a:lnTo>
                <a:lnTo>
                  <a:pt x="49602" y="45625"/>
                </a:lnTo>
                <a:lnTo>
                  <a:pt x="49614" y="46041"/>
                </a:lnTo>
                <a:lnTo>
                  <a:pt x="49631" y="46450"/>
                </a:lnTo>
                <a:lnTo>
                  <a:pt x="49652" y="46852"/>
                </a:lnTo>
                <a:lnTo>
                  <a:pt x="49679" y="47248"/>
                </a:lnTo>
                <a:lnTo>
                  <a:pt x="49710" y="47636"/>
                </a:lnTo>
                <a:lnTo>
                  <a:pt x="49746" y="48018"/>
                </a:lnTo>
                <a:lnTo>
                  <a:pt x="49787" y="48393"/>
                </a:lnTo>
                <a:lnTo>
                  <a:pt x="49833" y="48761"/>
                </a:lnTo>
                <a:lnTo>
                  <a:pt x="49883" y="49122"/>
                </a:lnTo>
                <a:lnTo>
                  <a:pt x="49939" y="49476"/>
                </a:lnTo>
                <a:lnTo>
                  <a:pt x="49999" y="49824"/>
                </a:lnTo>
                <a:lnTo>
                  <a:pt x="50064" y="50165"/>
                </a:lnTo>
                <a:lnTo>
                  <a:pt x="50133" y="50498"/>
                </a:lnTo>
                <a:lnTo>
                  <a:pt x="50208" y="50825"/>
                </a:lnTo>
                <a:lnTo>
                  <a:pt x="50287" y="51146"/>
                </a:lnTo>
                <a:lnTo>
                  <a:pt x="50372" y="51459"/>
                </a:lnTo>
                <a:lnTo>
                  <a:pt x="50461" y="51765"/>
                </a:lnTo>
                <a:lnTo>
                  <a:pt x="50554" y="52065"/>
                </a:lnTo>
                <a:lnTo>
                  <a:pt x="50653" y="52358"/>
                </a:lnTo>
                <a:lnTo>
                  <a:pt x="50756" y="52644"/>
                </a:lnTo>
                <a:lnTo>
                  <a:pt x="50865" y="52923"/>
                </a:lnTo>
                <a:lnTo>
                  <a:pt x="50978" y="53195"/>
                </a:lnTo>
                <a:lnTo>
                  <a:pt x="51097" y="53461"/>
                </a:lnTo>
                <a:lnTo>
                  <a:pt x="51223" y="53721"/>
                </a:lnTo>
                <a:lnTo>
                  <a:pt x="51357" y="53975"/>
                </a:lnTo>
                <a:lnTo>
                  <a:pt x="51499" y="54223"/>
                </a:lnTo>
                <a:lnTo>
                  <a:pt x="51647" y="54466"/>
                </a:lnTo>
                <a:lnTo>
                  <a:pt x="51803" y="54702"/>
                </a:lnTo>
                <a:lnTo>
                  <a:pt x="51967" y="54933"/>
                </a:lnTo>
                <a:lnTo>
                  <a:pt x="52137" y="55158"/>
                </a:lnTo>
                <a:lnTo>
                  <a:pt x="52315" y="55377"/>
                </a:lnTo>
                <a:lnTo>
                  <a:pt x="52501" y="55590"/>
                </a:lnTo>
                <a:lnTo>
                  <a:pt x="52694" y="55797"/>
                </a:lnTo>
                <a:lnTo>
                  <a:pt x="52894" y="55999"/>
                </a:lnTo>
                <a:lnTo>
                  <a:pt x="53101" y="56194"/>
                </a:lnTo>
                <a:lnTo>
                  <a:pt x="53316" y="56384"/>
                </a:lnTo>
                <a:lnTo>
                  <a:pt x="53539" y="56568"/>
                </a:lnTo>
                <a:lnTo>
                  <a:pt x="53768" y="56746"/>
                </a:lnTo>
                <a:lnTo>
                  <a:pt x="54005" y="56918"/>
                </a:lnTo>
                <a:lnTo>
                  <a:pt x="54250" y="57084"/>
                </a:lnTo>
                <a:lnTo>
                  <a:pt x="54501" y="57244"/>
                </a:lnTo>
                <a:lnTo>
                  <a:pt x="54761" y="57399"/>
                </a:lnTo>
                <a:lnTo>
                  <a:pt x="55027" y="57547"/>
                </a:lnTo>
                <a:lnTo>
                  <a:pt x="55301" y="57690"/>
                </a:lnTo>
                <a:lnTo>
                  <a:pt x="55582" y="57827"/>
                </a:lnTo>
                <a:lnTo>
                  <a:pt x="55871" y="57958"/>
                </a:lnTo>
                <a:lnTo>
                  <a:pt x="56168" y="58083"/>
                </a:lnTo>
                <a:lnTo>
                  <a:pt x="56476" y="58204"/>
                </a:lnTo>
                <a:lnTo>
                  <a:pt x="56794" y="58318"/>
                </a:lnTo>
                <a:lnTo>
                  <a:pt x="57122" y="58428"/>
                </a:lnTo>
                <a:lnTo>
                  <a:pt x="57460" y="58532"/>
                </a:lnTo>
                <a:lnTo>
                  <a:pt x="57808" y="58631"/>
                </a:lnTo>
                <a:lnTo>
                  <a:pt x="58167" y="58724"/>
                </a:lnTo>
                <a:lnTo>
                  <a:pt x="58536" y="58812"/>
                </a:lnTo>
                <a:lnTo>
                  <a:pt x="58915" y="58895"/>
                </a:lnTo>
                <a:lnTo>
                  <a:pt x="59305" y="58972"/>
                </a:lnTo>
                <a:lnTo>
                  <a:pt x="59704" y="59044"/>
                </a:lnTo>
                <a:lnTo>
                  <a:pt x="60114" y="59111"/>
                </a:lnTo>
                <a:lnTo>
                  <a:pt x="60534" y="59172"/>
                </a:lnTo>
                <a:lnTo>
                  <a:pt x="60965" y="59228"/>
                </a:lnTo>
                <a:lnTo>
                  <a:pt x="61405" y="59279"/>
                </a:lnTo>
                <a:lnTo>
                  <a:pt x="61856" y="59324"/>
                </a:lnTo>
                <a:lnTo>
                  <a:pt x="62317" y="59364"/>
                </a:lnTo>
                <a:lnTo>
                  <a:pt x="62788" y="59399"/>
                </a:lnTo>
                <a:lnTo>
                  <a:pt x="63269" y="59428"/>
                </a:lnTo>
                <a:lnTo>
                  <a:pt x="63761" y="59452"/>
                </a:lnTo>
                <a:lnTo>
                  <a:pt x="64263" y="59471"/>
                </a:lnTo>
                <a:lnTo>
                  <a:pt x="64775" y="59485"/>
                </a:lnTo>
                <a:lnTo>
                  <a:pt x="65297" y="59493"/>
                </a:lnTo>
                <a:lnTo>
                  <a:pt x="65830" y="59495"/>
                </a:lnTo>
                <a:lnTo>
                  <a:pt x="68818" y="59495"/>
                </a:lnTo>
                <a:lnTo>
                  <a:pt x="68818" y="50532"/>
                </a:lnTo>
                <a:lnTo>
                  <a:pt x="66176" y="50532"/>
                </a:lnTo>
                <a:lnTo>
                  <a:pt x="65903" y="50529"/>
                </a:lnTo>
                <a:lnTo>
                  <a:pt x="65637" y="50521"/>
                </a:lnTo>
                <a:close/>
                <a:moveTo>
                  <a:pt x="515810" y="59401"/>
                </a:moveTo>
                <a:lnTo>
                  <a:pt x="516541" y="59348"/>
                </a:lnTo>
                <a:lnTo>
                  <a:pt x="517263" y="59283"/>
                </a:lnTo>
                <a:lnTo>
                  <a:pt x="517976" y="59206"/>
                </a:lnTo>
                <a:lnTo>
                  <a:pt x="518680" y="59118"/>
                </a:lnTo>
                <a:lnTo>
                  <a:pt x="519375" y="59017"/>
                </a:lnTo>
                <a:lnTo>
                  <a:pt x="520061" y="58905"/>
                </a:lnTo>
                <a:lnTo>
                  <a:pt x="520738" y="58781"/>
                </a:lnTo>
                <a:lnTo>
                  <a:pt x="521405" y="58645"/>
                </a:lnTo>
                <a:lnTo>
                  <a:pt x="522064" y="58498"/>
                </a:lnTo>
                <a:lnTo>
                  <a:pt x="522713" y="58339"/>
                </a:lnTo>
                <a:lnTo>
                  <a:pt x="523354" y="58167"/>
                </a:lnTo>
                <a:lnTo>
                  <a:pt x="523985" y="57984"/>
                </a:lnTo>
                <a:lnTo>
                  <a:pt x="524607" y="57790"/>
                </a:lnTo>
                <a:lnTo>
                  <a:pt x="525220" y="57583"/>
                </a:lnTo>
                <a:lnTo>
                  <a:pt x="525824" y="57365"/>
                </a:lnTo>
                <a:lnTo>
                  <a:pt x="526419" y="57135"/>
                </a:lnTo>
                <a:lnTo>
                  <a:pt x="527004" y="56893"/>
                </a:lnTo>
                <a:lnTo>
                  <a:pt x="527581" y="56639"/>
                </a:lnTo>
                <a:lnTo>
                  <a:pt x="528149" y="56373"/>
                </a:lnTo>
                <a:lnTo>
                  <a:pt x="528707" y="56096"/>
                </a:lnTo>
                <a:lnTo>
                  <a:pt x="529255" y="55807"/>
                </a:lnTo>
                <a:lnTo>
                  <a:pt x="529793" y="55508"/>
                </a:lnTo>
                <a:lnTo>
                  <a:pt x="530320" y="55197"/>
                </a:lnTo>
                <a:lnTo>
                  <a:pt x="530837" y="54876"/>
                </a:lnTo>
                <a:lnTo>
                  <a:pt x="531342" y="54544"/>
                </a:lnTo>
                <a:lnTo>
                  <a:pt x="531837" y="54200"/>
                </a:lnTo>
                <a:lnTo>
                  <a:pt x="532321" y="53846"/>
                </a:lnTo>
                <a:lnTo>
                  <a:pt x="532794" y="53481"/>
                </a:lnTo>
                <a:lnTo>
                  <a:pt x="533257" y="53105"/>
                </a:lnTo>
                <a:lnTo>
                  <a:pt x="533708" y="52718"/>
                </a:lnTo>
                <a:lnTo>
                  <a:pt x="534149" y="52321"/>
                </a:lnTo>
                <a:lnTo>
                  <a:pt x="534580" y="51912"/>
                </a:lnTo>
                <a:lnTo>
                  <a:pt x="534999" y="51493"/>
                </a:lnTo>
                <a:lnTo>
                  <a:pt x="535408" y="51062"/>
                </a:lnTo>
                <a:lnTo>
                  <a:pt x="535806" y="50621"/>
                </a:lnTo>
                <a:lnTo>
                  <a:pt x="536193" y="50169"/>
                </a:lnTo>
                <a:lnTo>
                  <a:pt x="536570" y="49706"/>
                </a:lnTo>
                <a:lnTo>
                  <a:pt x="536935" y="49232"/>
                </a:lnTo>
                <a:lnTo>
                  <a:pt x="537290" y="48747"/>
                </a:lnTo>
                <a:lnTo>
                  <a:pt x="537635" y="48251"/>
                </a:lnTo>
                <a:lnTo>
                  <a:pt x="537968" y="47744"/>
                </a:lnTo>
                <a:lnTo>
                  <a:pt x="538291" y="47227"/>
                </a:lnTo>
                <a:lnTo>
                  <a:pt x="538603" y="46698"/>
                </a:lnTo>
                <a:lnTo>
                  <a:pt x="538904" y="46159"/>
                </a:lnTo>
                <a:lnTo>
                  <a:pt x="539194" y="45609"/>
                </a:lnTo>
                <a:lnTo>
                  <a:pt x="539471" y="45049"/>
                </a:lnTo>
                <a:lnTo>
                  <a:pt x="539736" y="44479"/>
                </a:lnTo>
                <a:lnTo>
                  <a:pt x="539989" y="43900"/>
                </a:lnTo>
                <a:lnTo>
                  <a:pt x="540230" y="43310"/>
                </a:lnTo>
                <a:lnTo>
                  <a:pt x="540458" y="42711"/>
                </a:lnTo>
                <a:lnTo>
                  <a:pt x="540673" y="42101"/>
                </a:lnTo>
                <a:lnTo>
                  <a:pt x="540877" y="41482"/>
                </a:lnTo>
                <a:lnTo>
                  <a:pt x="541068" y="40853"/>
                </a:lnTo>
                <a:lnTo>
                  <a:pt x="541247" y="40214"/>
                </a:lnTo>
                <a:lnTo>
                  <a:pt x="541413" y="39565"/>
                </a:lnTo>
                <a:lnTo>
                  <a:pt x="541567" y="38906"/>
                </a:lnTo>
                <a:lnTo>
                  <a:pt x="541709" y="38237"/>
                </a:lnTo>
                <a:lnTo>
                  <a:pt x="541839" y="37558"/>
                </a:lnTo>
                <a:lnTo>
                  <a:pt x="541956" y="36869"/>
                </a:lnTo>
                <a:lnTo>
                  <a:pt x="542060" y="36171"/>
                </a:lnTo>
                <a:lnTo>
                  <a:pt x="542153" y="35462"/>
                </a:lnTo>
                <a:lnTo>
                  <a:pt x="542233" y="34743"/>
                </a:lnTo>
                <a:lnTo>
                  <a:pt x="542301" y="34015"/>
                </a:lnTo>
                <a:lnTo>
                  <a:pt x="542356" y="33277"/>
                </a:lnTo>
                <a:lnTo>
                  <a:pt x="542399" y="32528"/>
                </a:lnTo>
                <a:lnTo>
                  <a:pt x="542430" y="31770"/>
                </a:lnTo>
                <a:lnTo>
                  <a:pt x="542449" y="31002"/>
                </a:lnTo>
                <a:lnTo>
                  <a:pt x="542455" y="30224"/>
                </a:lnTo>
                <a:lnTo>
                  <a:pt x="542449" y="29471"/>
                </a:lnTo>
                <a:lnTo>
                  <a:pt x="542431" y="28726"/>
                </a:lnTo>
                <a:lnTo>
                  <a:pt x="542400" y="27991"/>
                </a:lnTo>
                <a:lnTo>
                  <a:pt x="542358" y="27265"/>
                </a:lnTo>
                <a:lnTo>
                  <a:pt x="542303" y="26548"/>
                </a:lnTo>
                <a:lnTo>
                  <a:pt x="542236" y="25840"/>
                </a:lnTo>
                <a:lnTo>
                  <a:pt x="542157" y="25141"/>
                </a:lnTo>
                <a:lnTo>
                  <a:pt x="542065" y="24450"/>
                </a:lnTo>
                <a:lnTo>
                  <a:pt x="541962" y="23769"/>
                </a:lnTo>
                <a:lnTo>
                  <a:pt x="541846" y="23097"/>
                </a:lnTo>
                <a:lnTo>
                  <a:pt x="541718" y="22434"/>
                </a:lnTo>
                <a:lnTo>
                  <a:pt x="541578" y="21780"/>
                </a:lnTo>
                <a:lnTo>
                  <a:pt x="541426" y="21135"/>
                </a:lnTo>
                <a:lnTo>
                  <a:pt x="541261" y="20499"/>
                </a:lnTo>
                <a:lnTo>
                  <a:pt x="541085" y="19872"/>
                </a:lnTo>
                <a:lnTo>
                  <a:pt x="540896" y="19254"/>
                </a:lnTo>
                <a:lnTo>
                  <a:pt x="540695" y="18645"/>
                </a:lnTo>
                <a:lnTo>
                  <a:pt x="540482" y="18046"/>
                </a:lnTo>
                <a:lnTo>
                  <a:pt x="540257" y="17455"/>
                </a:lnTo>
                <a:lnTo>
                  <a:pt x="540019" y="16873"/>
                </a:lnTo>
                <a:lnTo>
                  <a:pt x="539770" y="16300"/>
                </a:lnTo>
                <a:lnTo>
                  <a:pt x="539508" y="15736"/>
                </a:lnTo>
                <a:lnTo>
                  <a:pt x="539234" y="15181"/>
                </a:lnTo>
                <a:lnTo>
                  <a:pt x="538948" y="14636"/>
                </a:lnTo>
                <a:lnTo>
                  <a:pt x="538650" y="14100"/>
                </a:lnTo>
                <a:lnTo>
                  <a:pt x="538341" y="13574"/>
                </a:lnTo>
                <a:lnTo>
                  <a:pt x="538022" y="13059"/>
                </a:lnTo>
                <a:lnTo>
                  <a:pt x="537691" y="12555"/>
                </a:lnTo>
                <a:lnTo>
                  <a:pt x="537350" y="12061"/>
                </a:lnTo>
                <a:lnTo>
                  <a:pt x="536998" y="11578"/>
                </a:lnTo>
                <a:lnTo>
                  <a:pt x="536635" y="11105"/>
                </a:lnTo>
                <a:lnTo>
                  <a:pt x="536261" y="10642"/>
                </a:lnTo>
                <a:lnTo>
                  <a:pt x="535876" y="10191"/>
                </a:lnTo>
                <a:lnTo>
                  <a:pt x="535480" y="9749"/>
                </a:lnTo>
                <a:lnTo>
                  <a:pt x="535073" y="9319"/>
                </a:lnTo>
                <a:lnTo>
                  <a:pt x="534655" y="8898"/>
                </a:lnTo>
                <a:lnTo>
                  <a:pt x="534227" y="8489"/>
                </a:lnTo>
                <a:lnTo>
                  <a:pt x="533787" y="8089"/>
                </a:lnTo>
                <a:lnTo>
                  <a:pt x="533337" y="7701"/>
                </a:lnTo>
                <a:lnTo>
                  <a:pt x="532876" y="7323"/>
                </a:lnTo>
                <a:lnTo>
                  <a:pt x="532404" y="6955"/>
                </a:lnTo>
                <a:lnTo>
                  <a:pt x="531921" y="6598"/>
                </a:lnTo>
                <a:lnTo>
                  <a:pt x="531427" y="6251"/>
                </a:lnTo>
                <a:lnTo>
                  <a:pt x="530922" y="5915"/>
                </a:lnTo>
                <a:lnTo>
                  <a:pt x="530406" y="5590"/>
                </a:lnTo>
                <a:lnTo>
                  <a:pt x="529880" y="5275"/>
                </a:lnTo>
                <a:lnTo>
                  <a:pt x="529342" y="4970"/>
                </a:lnTo>
                <a:lnTo>
                  <a:pt x="528794" y="4676"/>
                </a:lnTo>
                <a:lnTo>
                  <a:pt x="528235" y="4394"/>
                </a:lnTo>
                <a:lnTo>
                  <a:pt x="527667" y="4123"/>
                </a:lnTo>
                <a:lnTo>
                  <a:pt x="527090" y="3865"/>
                </a:lnTo>
                <a:lnTo>
                  <a:pt x="526503" y="3618"/>
                </a:lnTo>
                <a:lnTo>
                  <a:pt x="525907" y="3383"/>
                </a:lnTo>
                <a:lnTo>
                  <a:pt x="525301" y="3161"/>
                </a:lnTo>
                <a:lnTo>
                  <a:pt x="524686" y="2950"/>
                </a:lnTo>
                <a:lnTo>
                  <a:pt x="524062" y="2752"/>
                </a:lnTo>
                <a:lnTo>
                  <a:pt x="523428" y="2566"/>
                </a:lnTo>
                <a:lnTo>
                  <a:pt x="522785" y="2391"/>
                </a:lnTo>
                <a:lnTo>
                  <a:pt x="522132" y="2229"/>
                </a:lnTo>
                <a:lnTo>
                  <a:pt x="521470" y="2078"/>
                </a:lnTo>
                <a:lnTo>
                  <a:pt x="520799" y="1940"/>
                </a:lnTo>
                <a:lnTo>
                  <a:pt x="520118" y="1814"/>
                </a:lnTo>
                <a:lnTo>
                  <a:pt x="519428" y="1700"/>
                </a:lnTo>
                <a:lnTo>
                  <a:pt x="518729" y="1597"/>
                </a:lnTo>
                <a:lnTo>
                  <a:pt x="518020" y="1507"/>
                </a:lnTo>
                <a:lnTo>
                  <a:pt x="517301" y="1429"/>
                </a:lnTo>
                <a:lnTo>
                  <a:pt x="516574" y="1363"/>
                </a:lnTo>
                <a:lnTo>
                  <a:pt x="515836" y="1309"/>
                </a:lnTo>
                <a:lnTo>
                  <a:pt x="515090" y="1267"/>
                </a:lnTo>
                <a:lnTo>
                  <a:pt x="514334" y="1236"/>
                </a:lnTo>
                <a:lnTo>
                  <a:pt x="513569" y="1218"/>
                </a:lnTo>
                <a:lnTo>
                  <a:pt x="512794" y="1212"/>
                </a:lnTo>
                <a:lnTo>
                  <a:pt x="491100" y="1212"/>
                </a:lnTo>
                <a:lnTo>
                  <a:pt x="491100" y="59495"/>
                </a:lnTo>
                <a:lnTo>
                  <a:pt x="512794" y="59495"/>
                </a:lnTo>
                <a:lnTo>
                  <a:pt x="513562" y="59489"/>
                </a:lnTo>
                <a:lnTo>
                  <a:pt x="514320" y="59472"/>
                </a:lnTo>
                <a:lnTo>
                  <a:pt x="515070" y="59442"/>
                </a:lnTo>
                <a:lnTo>
                  <a:pt x="515810" y="59401"/>
                </a:lnTo>
                <a:close/>
                <a:moveTo>
                  <a:pt x="512929" y="11378"/>
                </a:moveTo>
                <a:lnTo>
                  <a:pt x="513395" y="11404"/>
                </a:lnTo>
                <a:lnTo>
                  <a:pt x="513855" y="11437"/>
                </a:lnTo>
                <a:lnTo>
                  <a:pt x="514309" y="11477"/>
                </a:lnTo>
                <a:lnTo>
                  <a:pt x="514758" y="11525"/>
                </a:lnTo>
                <a:lnTo>
                  <a:pt x="515200" y="11581"/>
                </a:lnTo>
                <a:lnTo>
                  <a:pt x="515636" y="11643"/>
                </a:lnTo>
                <a:lnTo>
                  <a:pt x="516066" y="11713"/>
                </a:lnTo>
                <a:lnTo>
                  <a:pt x="516490" y="11791"/>
                </a:lnTo>
                <a:lnTo>
                  <a:pt x="516908" y="11875"/>
                </a:lnTo>
                <a:lnTo>
                  <a:pt x="517319" y="11967"/>
                </a:lnTo>
                <a:lnTo>
                  <a:pt x="517725" y="12067"/>
                </a:lnTo>
                <a:lnTo>
                  <a:pt x="518125" y="12174"/>
                </a:lnTo>
                <a:lnTo>
                  <a:pt x="518519" y="12288"/>
                </a:lnTo>
                <a:lnTo>
                  <a:pt x="518907" y="12409"/>
                </a:lnTo>
                <a:lnTo>
                  <a:pt x="519289" y="12538"/>
                </a:lnTo>
                <a:lnTo>
                  <a:pt x="519665" y="12675"/>
                </a:lnTo>
                <a:lnTo>
                  <a:pt x="520035" y="12818"/>
                </a:lnTo>
                <a:lnTo>
                  <a:pt x="520399" y="12969"/>
                </a:lnTo>
                <a:lnTo>
                  <a:pt x="520756" y="13128"/>
                </a:lnTo>
                <a:lnTo>
                  <a:pt x="521108" y="13293"/>
                </a:lnTo>
                <a:lnTo>
                  <a:pt x="521454" y="13467"/>
                </a:lnTo>
                <a:lnTo>
                  <a:pt x="521794" y="13647"/>
                </a:lnTo>
                <a:lnTo>
                  <a:pt x="522126" y="13834"/>
                </a:lnTo>
                <a:lnTo>
                  <a:pt x="522452" y="14029"/>
                </a:lnTo>
                <a:lnTo>
                  <a:pt x="522772" y="14231"/>
                </a:lnTo>
                <a:lnTo>
                  <a:pt x="523084" y="14440"/>
                </a:lnTo>
                <a:lnTo>
                  <a:pt x="523390" y="14656"/>
                </a:lnTo>
                <a:lnTo>
                  <a:pt x="523690" y="14879"/>
                </a:lnTo>
                <a:lnTo>
                  <a:pt x="523982" y="15110"/>
                </a:lnTo>
                <a:lnTo>
                  <a:pt x="524268" y="15347"/>
                </a:lnTo>
                <a:lnTo>
                  <a:pt x="524548" y="15592"/>
                </a:lnTo>
                <a:lnTo>
                  <a:pt x="524820" y="15844"/>
                </a:lnTo>
                <a:lnTo>
                  <a:pt x="525086" y="16102"/>
                </a:lnTo>
                <a:lnTo>
                  <a:pt x="525345" y="16369"/>
                </a:lnTo>
                <a:lnTo>
                  <a:pt x="525598" y="16642"/>
                </a:lnTo>
                <a:lnTo>
                  <a:pt x="525843" y="16922"/>
                </a:lnTo>
                <a:lnTo>
                  <a:pt x="526082" y="17210"/>
                </a:lnTo>
                <a:lnTo>
                  <a:pt x="526315" y="17504"/>
                </a:lnTo>
                <a:lnTo>
                  <a:pt x="526541" y="17806"/>
                </a:lnTo>
                <a:lnTo>
                  <a:pt x="526760" y="18115"/>
                </a:lnTo>
                <a:lnTo>
                  <a:pt x="526972" y="18431"/>
                </a:lnTo>
                <a:lnTo>
                  <a:pt x="527178" y="18754"/>
                </a:lnTo>
                <a:lnTo>
                  <a:pt x="527377" y="19085"/>
                </a:lnTo>
                <a:lnTo>
                  <a:pt x="527569" y="19422"/>
                </a:lnTo>
                <a:lnTo>
                  <a:pt x="527754" y="19767"/>
                </a:lnTo>
                <a:lnTo>
                  <a:pt x="527933" y="20118"/>
                </a:lnTo>
                <a:lnTo>
                  <a:pt x="528104" y="20477"/>
                </a:lnTo>
                <a:lnTo>
                  <a:pt x="528267" y="20843"/>
                </a:lnTo>
                <a:lnTo>
                  <a:pt x="528423" y="21216"/>
                </a:lnTo>
                <a:lnTo>
                  <a:pt x="528571" y="21595"/>
                </a:lnTo>
                <a:lnTo>
                  <a:pt x="528711" y="21982"/>
                </a:lnTo>
                <a:lnTo>
                  <a:pt x="528844" y="22376"/>
                </a:lnTo>
                <a:lnTo>
                  <a:pt x="528969" y="22776"/>
                </a:lnTo>
                <a:lnTo>
                  <a:pt x="529087" y="23184"/>
                </a:lnTo>
                <a:lnTo>
                  <a:pt x="529197" y="23598"/>
                </a:lnTo>
                <a:lnTo>
                  <a:pt x="529299" y="24020"/>
                </a:lnTo>
                <a:lnTo>
                  <a:pt x="529394" y="24449"/>
                </a:lnTo>
                <a:lnTo>
                  <a:pt x="529482" y="24884"/>
                </a:lnTo>
                <a:lnTo>
                  <a:pt x="529561" y="25327"/>
                </a:lnTo>
                <a:lnTo>
                  <a:pt x="529634" y="25776"/>
                </a:lnTo>
                <a:lnTo>
                  <a:pt x="529698" y="26233"/>
                </a:lnTo>
                <a:lnTo>
                  <a:pt x="529755" y="26697"/>
                </a:lnTo>
                <a:lnTo>
                  <a:pt x="529804" y="27167"/>
                </a:lnTo>
                <a:lnTo>
                  <a:pt x="529846" y="27645"/>
                </a:lnTo>
                <a:lnTo>
                  <a:pt x="529880" y="28129"/>
                </a:lnTo>
                <a:lnTo>
                  <a:pt x="529907" y="28621"/>
                </a:lnTo>
                <a:lnTo>
                  <a:pt x="529926" y="29119"/>
                </a:lnTo>
                <a:lnTo>
                  <a:pt x="529937" y="29625"/>
                </a:lnTo>
                <a:lnTo>
                  <a:pt x="529941" y="30137"/>
                </a:lnTo>
                <a:lnTo>
                  <a:pt x="529938" y="30675"/>
                </a:lnTo>
                <a:lnTo>
                  <a:pt x="529927" y="31204"/>
                </a:lnTo>
                <a:lnTo>
                  <a:pt x="529909" y="31726"/>
                </a:lnTo>
                <a:lnTo>
                  <a:pt x="529885" y="32240"/>
                </a:lnTo>
                <a:lnTo>
                  <a:pt x="529853" y="32747"/>
                </a:lnTo>
                <a:lnTo>
                  <a:pt x="529814" y="33245"/>
                </a:lnTo>
                <a:lnTo>
                  <a:pt x="529768" y="33736"/>
                </a:lnTo>
                <a:lnTo>
                  <a:pt x="529715" y="34220"/>
                </a:lnTo>
                <a:lnTo>
                  <a:pt x="529655" y="34695"/>
                </a:lnTo>
                <a:lnTo>
                  <a:pt x="529588" y="35163"/>
                </a:lnTo>
                <a:lnTo>
                  <a:pt x="529514" y="35623"/>
                </a:lnTo>
                <a:lnTo>
                  <a:pt x="529432" y="36075"/>
                </a:lnTo>
                <a:lnTo>
                  <a:pt x="529344" y="36519"/>
                </a:lnTo>
                <a:lnTo>
                  <a:pt x="529249" y="36956"/>
                </a:lnTo>
                <a:lnTo>
                  <a:pt x="529146" y="37385"/>
                </a:lnTo>
                <a:lnTo>
                  <a:pt x="529037" y="37806"/>
                </a:lnTo>
                <a:lnTo>
                  <a:pt x="528920" y="38220"/>
                </a:lnTo>
                <a:lnTo>
                  <a:pt x="528796" y="38626"/>
                </a:lnTo>
                <a:lnTo>
                  <a:pt x="528666" y="39024"/>
                </a:lnTo>
                <a:lnTo>
                  <a:pt x="528528" y="39414"/>
                </a:lnTo>
                <a:lnTo>
                  <a:pt x="528383" y="39796"/>
                </a:lnTo>
                <a:lnTo>
                  <a:pt x="528231" y="40171"/>
                </a:lnTo>
                <a:lnTo>
                  <a:pt x="528072" y="40538"/>
                </a:lnTo>
                <a:lnTo>
                  <a:pt x="527906" y="40898"/>
                </a:lnTo>
                <a:lnTo>
                  <a:pt x="527733" y="41249"/>
                </a:lnTo>
                <a:lnTo>
                  <a:pt x="527552" y="41593"/>
                </a:lnTo>
                <a:lnTo>
                  <a:pt x="527365" y="41930"/>
                </a:lnTo>
                <a:lnTo>
                  <a:pt x="527170" y="42259"/>
                </a:lnTo>
                <a:lnTo>
                  <a:pt x="526969" y="42581"/>
                </a:lnTo>
                <a:lnTo>
                  <a:pt x="526760" y="42895"/>
                </a:lnTo>
                <a:lnTo>
                  <a:pt x="526544" y="43201"/>
                </a:lnTo>
                <a:lnTo>
                  <a:pt x="526321" y="43500"/>
                </a:lnTo>
                <a:lnTo>
                  <a:pt x="526090" y="43792"/>
                </a:lnTo>
                <a:lnTo>
                  <a:pt x="525853" y="44076"/>
                </a:lnTo>
                <a:lnTo>
                  <a:pt x="525608" y="44352"/>
                </a:lnTo>
                <a:lnTo>
                  <a:pt x="525357" y="44621"/>
                </a:lnTo>
                <a:lnTo>
                  <a:pt x="525098" y="44883"/>
                </a:lnTo>
                <a:lnTo>
                  <a:pt x="524832" y="45137"/>
                </a:lnTo>
                <a:lnTo>
                  <a:pt x="524559" y="45383"/>
                </a:lnTo>
                <a:lnTo>
                  <a:pt x="524278" y="45622"/>
                </a:lnTo>
                <a:lnTo>
                  <a:pt x="523991" y="45854"/>
                </a:lnTo>
                <a:lnTo>
                  <a:pt x="523696" y="46077"/>
                </a:lnTo>
                <a:lnTo>
                  <a:pt x="523395" y="46294"/>
                </a:lnTo>
                <a:lnTo>
                  <a:pt x="523086" y="46503"/>
                </a:lnTo>
                <a:lnTo>
                  <a:pt x="522770" y="46704"/>
                </a:lnTo>
                <a:lnTo>
                  <a:pt x="522447" y="46898"/>
                </a:lnTo>
                <a:lnTo>
                  <a:pt x="522116" y="47084"/>
                </a:lnTo>
                <a:lnTo>
                  <a:pt x="521779" y="47263"/>
                </a:lnTo>
                <a:lnTo>
                  <a:pt x="521434" y="47434"/>
                </a:lnTo>
                <a:lnTo>
                  <a:pt x="521082" y="47598"/>
                </a:lnTo>
                <a:lnTo>
                  <a:pt x="520723" y="47755"/>
                </a:lnTo>
                <a:lnTo>
                  <a:pt x="520357" y="47904"/>
                </a:lnTo>
                <a:lnTo>
                  <a:pt x="519983" y="48047"/>
                </a:lnTo>
                <a:lnTo>
                  <a:pt x="519602" y="48182"/>
                </a:lnTo>
                <a:lnTo>
                  <a:pt x="519213" y="48309"/>
                </a:lnTo>
                <a:lnTo>
                  <a:pt x="518818" y="48429"/>
                </a:lnTo>
                <a:lnTo>
                  <a:pt x="518415" y="48542"/>
                </a:lnTo>
                <a:lnTo>
                  <a:pt x="518004" y="48648"/>
                </a:lnTo>
                <a:lnTo>
                  <a:pt x="517587" y="48747"/>
                </a:lnTo>
                <a:lnTo>
                  <a:pt x="517162" y="48838"/>
                </a:lnTo>
                <a:lnTo>
                  <a:pt x="516730" y="48922"/>
                </a:lnTo>
                <a:lnTo>
                  <a:pt x="516290" y="48998"/>
                </a:lnTo>
                <a:lnTo>
                  <a:pt x="515844" y="49067"/>
                </a:lnTo>
                <a:lnTo>
                  <a:pt x="515390" y="49129"/>
                </a:lnTo>
                <a:lnTo>
                  <a:pt x="514928" y="49184"/>
                </a:lnTo>
                <a:lnTo>
                  <a:pt x="514460" y="49232"/>
                </a:lnTo>
                <a:lnTo>
                  <a:pt x="513984" y="49272"/>
                </a:lnTo>
                <a:lnTo>
                  <a:pt x="513501" y="49304"/>
                </a:lnTo>
                <a:lnTo>
                  <a:pt x="513010" y="49330"/>
                </a:lnTo>
                <a:lnTo>
                  <a:pt x="512512" y="49348"/>
                </a:lnTo>
                <a:lnTo>
                  <a:pt x="512007" y="49359"/>
                </a:lnTo>
                <a:lnTo>
                  <a:pt x="511495" y="49363"/>
                </a:lnTo>
                <a:lnTo>
                  <a:pt x="503268" y="49363"/>
                </a:lnTo>
                <a:lnTo>
                  <a:pt x="503268" y="11345"/>
                </a:lnTo>
                <a:lnTo>
                  <a:pt x="511495" y="11345"/>
                </a:lnTo>
                <a:lnTo>
                  <a:pt x="511979" y="11348"/>
                </a:lnTo>
                <a:lnTo>
                  <a:pt x="512457" y="11360"/>
                </a:lnTo>
                <a:lnTo>
                  <a:pt x="512929" y="11378"/>
                </a:lnTo>
                <a:close/>
                <a:moveTo>
                  <a:pt x="327595" y="50607"/>
                </a:moveTo>
                <a:lnTo>
                  <a:pt x="327341" y="50593"/>
                </a:lnTo>
                <a:lnTo>
                  <a:pt x="327096" y="50573"/>
                </a:lnTo>
                <a:lnTo>
                  <a:pt x="326858" y="50548"/>
                </a:lnTo>
                <a:lnTo>
                  <a:pt x="326629" y="50516"/>
                </a:lnTo>
                <a:lnTo>
                  <a:pt x="326408" y="50479"/>
                </a:lnTo>
                <a:lnTo>
                  <a:pt x="326196" y="50437"/>
                </a:lnTo>
                <a:lnTo>
                  <a:pt x="325991" y="50388"/>
                </a:lnTo>
                <a:lnTo>
                  <a:pt x="325795" y="50335"/>
                </a:lnTo>
                <a:lnTo>
                  <a:pt x="325606" y="50275"/>
                </a:lnTo>
                <a:lnTo>
                  <a:pt x="325426" y="50210"/>
                </a:lnTo>
                <a:lnTo>
                  <a:pt x="325255" y="50139"/>
                </a:lnTo>
                <a:lnTo>
                  <a:pt x="325091" y="50062"/>
                </a:lnTo>
                <a:lnTo>
                  <a:pt x="324935" y="49979"/>
                </a:lnTo>
                <a:lnTo>
                  <a:pt x="324788" y="49891"/>
                </a:lnTo>
                <a:lnTo>
                  <a:pt x="324649" y="49798"/>
                </a:lnTo>
                <a:lnTo>
                  <a:pt x="324518" y="49698"/>
                </a:lnTo>
                <a:lnTo>
                  <a:pt x="324396" y="49593"/>
                </a:lnTo>
                <a:lnTo>
                  <a:pt x="324281" y="49482"/>
                </a:lnTo>
                <a:lnTo>
                  <a:pt x="324175" y="49366"/>
                </a:lnTo>
                <a:lnTo>
                  <a:pt x="324077" y="49244"/>
                </a:lnTo>
                <a:lnTo>
                  <a:pt x="323987" y="49116"/>
                </a:lnTo>
                <a:lnTo>
                  <a:pt x="323905" y="48983"/>
                </a:lnTo>
                <a:lnTo>
                  <a:pt x="323829" y="48843"/>
                </a:lnTo>
                <a:lnTo>
                  <a:pt x="323757" y="48698"/>
                </a:lnTo>
                <a:lnTo>
                  <a:pt x="323687" y="48546"/>
                </a:lnTo>
                <a:lnTo>
                  <a:pt x="323621" y="48388"/>
                </a:lnTo>
                <a:lnTo>
                  <a:pt x="323558" y="48224"/>
                </a:lnTo>
                <a:lnTo>
                  <a:pt x="323498" y="48054"/>
                </a:lnTo>
                <a:lnTo>
                  <a:pt x="323442" y="47878"/>
                </a:lnTo>
                <a:lnTo>
                  <a:pt x="323388" y="47695"/>
                </a:lnTo>
                <a:lnTo>
                  <a:pt x="323338" y="47507"/>
                </a:lnTo>
                <a:lnTo>
                  <a:pt x="323291" y="47312"/>
                </a:lnTo>
                <a:lnTo>
                  <a:pt x="323248" y="47111"/>
                </a:lnTo>
                <a:lnTo>
                  <a:pt x="323207" y="46904"/>
                </a:lnTo>
                <a:lnTo>
                  <a:pt x="323170" y="46691"/>
                </a:lnTo>
                <a:lnTo>
                  <a:pt x="323136" y="46472"/>
                </a:lnTo>
                <a:lnTo>
                  <a:pt x="323105" y="46247"/>
                </a:lnTo>
                <a:lnTo>
                  <a:pt x="323078" y="46015"/>
                </a:lnTo>
                <a:lnTo>
                  <a:pt x="323054" y="45778"/>
                </a:lnTo>
                <a:lnTo>
                  <a:pt x="323033" y="45534"/>
                </a:lnTo>
                <a:lnTo>
                  <a:pt x="323015" y="45284"/>
                </a:lnTo>
                <a:lnTo>
                  <a:pt x="323000" y="45028"/>
                </a:lnTo>
                <a:lnTo>
                  <a:pt x="322989" y="44766"/>
                </a:lnTo>
                <a:lnTo>
                  <a:pt x="322981" y="44497"/>
                </a:lnTo>
                <a:lnTo>
                  <a:pt x="322976" y="44223"/>
                </a:lnTo>
                <a:lnTo>
                  <a:pt x="322974" y="43942"/>
                </a:lnTo>
                <a:lnTo>
                  <a:pt x="322974" y="25547"/>
                </a:lnTo>
                <a:lnTo>
                  <a:pt x="332197" y="25547"/>
                </a:lnTo>
                <a:lnTo>
                  <a:pt x="332197" y="16714"/>
                </a:lnTo>
                <a:lnTo>
                  <a:pt x="322974" y="16714"/>
                </a:lnTo>
                <a:lnTo>
                  <a:pt x="322974" y="6755"/>
                </a:lnTo>
                <a:lnTo>
                  <a:pt x="311500" y="6755"/>
                </a:lnTo>
                <a:lnTo>
                  <a:pt x="311500" y="16714"/>
                </a:lnTo>
                <a:lnTo>
                  <a:pt x="304485" y="16714"/>
                </a:lnTo>
                <a:lnTo>
                  <a:pt x="304485" y="25547"/>
                </a:lnTo>
                <a:lnTo>
                  <a:pt x="311500" y="25547"/>
                </a:lnTo>
                <a:lnTo>
                  <a:pt x="311500" y="44544"/>
                </a:lnTo>
                <a:lnTo>
                  <a:pt x="311502" y="44981"/>
                </a:lnTo>
                <a:lnTo>
                  <a:pt x="311509" y="45410"/>
                </a:lnTo>
                <a:lnTo>
                  <a:pt x="311521" y="45832"/>
                </a:lnTo>
                <a:lnTo>
                  <a:pt x="311538" y="46248"/>
                </a:lnTo>
                <a:lnTo>
                  <a:pt x="311560" y="46656"/>
                </a:lnTo>
                <a:lnTo>
                  <a:pt x="311586" y="47058"/>
                </a:lnTo>
                <a:lnTo>
                  <a:pt x="311618" y="47452"/>
                </a:lnTo>
                <a:lnTo>
                  <a:pt x="311654" y="47840"/>
                </a:lnTo>
                <a:lnTo>
                  <a:pt x="311695" y="48221"/>
                </a:lnTo>
                <a:lnTo>
                  <a:pt x="311740" y="48595"/>
                </a:lnTo>
                <a:lnTo>
                  <a:pt x="311791" y="48961"/>
                </a:lnTo>
                <a:lnTo>
                  <a:pt x="311846" y="49321"/>
                </a:lnTo>
                <a:lnTo>
                  <a:pt x="311906" y="49674"/>
                </a:lnTo>
                <a:lnTo>
                  <a:pt x="311971" y="50020"/>
                </a:lnTo>
                <a:lnTo>
                  <a:pt x="312041" y="50359"/>
                </a:lnTo>
                <a:lnTo>
                  <a:pt x="312116" y="50691"/>
                </a:lnTo>
                <a:lnTo>
                  <a:pt x="312195" y="51016"/>
                </a:lnTo>
                <a:lnTo>
                  <a:pt x="312279" y="51334"/>
                </a:lnTo>
                <a:lnTo>
                  <a:pt x="312368" y="51646"/>
                </a:lnTo>
                <a:lnTo>
                  <a:pt x="312462" y="51950"/>
                </a:lnTo>
                <a:lnTo>
                  <a:pt x="312561" y="52247"/>
                </a:lnTo>
                <a:lnTo>
                  <a:pt x="312664" y="52538"/>
                </a:lnTo>
                <a:lnTo>
                  <a:pt x="312772" y="52821"/>
                </a:lnTo>
                <a:lnTo>
                  <a:pt x="312885" y="53098"/>
                </a:lnTo>
                <a:lnTo>
                  <a:pt x="313005" y="53368"/>
                </a:lnTo>
                <a:lnTo>
                  <a:pt x="313131" y="53632"/>
                </a:lnTo>
                <a:lnTo>
                  <a:pt x="313265" y="53890"/>
                </a:lnTo>
                <a:lnTo>
                  <a:pt x="313407" y="54142"/>
                </a:lnTo>
                <a:lnTo>
                  <a:pt x="313556" y="54388"/>
                </a:lnTo>
                <a:lnTo>
                  <a:pt x="313712" y="54628"/>
                </a:lnTo>
                <a:lnTo>
                  <a:pt x="313876" y="54863"/>
                </a:lnTo>
                <a:lnTo>
                  <a:pt x="314047" y="55091"/>
                </a:lnTo>
                <a:lnTo>
                  <a:pt x="314226" y="55313"/>
                </a:lnTo>
                <a:lnTo>
                  <a:pt x="314412" y="55530"/>
                </a:lnTo>
                <a:lnTo>
                  <a:pt x="314606" y="55740"/>
                </a:lnTo>
                <a:lnTo>
                  <a:pt x="314807" y="55945"/>
                </a:lnTo>
                <a:lnTo>
                  <a:pt x="315015" y="56143"/>
                </a:lnTo>
                <a:lnTo>
                  <a:pt x="315231" y="56336"/>
                </a:lnTo>
                <a:lnTo>
                  <a:pt x="315455" y="56523"/>
                </a:lnTo>
                <a:lnTo>
                  <a:pt x="315685" y="56703"/>
                </a:lnTo>
                <a:lnTo>
                  <a:pt x="315924" y="56878"/>
                </a:lnTo>
                <a:lnTo>
                  <a:pt x="316169" y="57047"/>
                </a:lnTo>
                <a:lnTo>
                  <a:pt x="316423" y="57210"/>
                </a:lnTo>
                <a:lnTo>
                  <a:pt x="316683" y="57367"/>
                </a:lnTo>
                <a:lnTo>
                  <a:pt x="316951" y="57518"/>
                </a:lnTo>
                <a:lnTo>
                  <a:pt x="317227" y="57663"/>
                </a:lnTo>
                <a:lnTo>
                  <a:pt x="317510" y="57802"/>
                </a:lnTo>
                <a:lnTo>
                  <a:pt x="317800" y="57935"/>
                </a:lnTo>
                <a:lnTo>
                  <a:pt x="318099" y="58062"/>
                </a:lnTo>
                <a:lnTo>
                  <a:pt x="318408" y="58184"/>
                </a:lnTo>
                <a:lnTo>
                  <a:pt x="318727" y="58301"/>
                </a:lnTo>
                <a:lnTo>
                  <a:pt x="319056" y="58412"/>
                </a:lnTo>
                <a:lnTo>
                  <a:pt x="319395" y="58517"/>
                </a:lnTo>
                <a:lnTo>
                  <a:pt x="319744" y="58618"/>
                </a:lnTo>
                <a:lnTo>
                  <a:pt x="320104" y="58712"/>
                </a:lnTo>
                <a:lnTo>
                  <a:pt x="320473" y="58802"/>
                </a:lnTo>
                <a:lnTo>
                  <a:pt x="320852" y="58886"/>
                </a:lnTo>
                <a:lnTo>
                  <a:pt x="321241" y="58964"/>
                </a:lnTo>
                <a:lnTo>
                  <a:pt x="321640" y="59037"/>
                </a:lnTo>
                <a:lnTo>
                  <a:pt x="322049" y="59105"/>
                </a:lnTo>
                <a:lnTo>
                  <a:pt x="322468" y="59167"/>
                </a:lnTo>
                <a:lnTo>
                  <a:pt x="322897" y="59224"/>
                </a:lnTo>
                <a:lnTo>
                  <a:pt x="323336" y="59276"/>
                </a:lnTo>
                <a:lnTo>
                  <a:pt x="323785" y="59322"/>
                </a:lnTo>
                <a:lnTo>
                  <a:pt x="324244" y="59362"/>
                </a:lnTo>
                <a:lnTo>
                  <a:pt x="324713" y="59398"/>
                </a:lnTo>
                <a:lnTo>
                  <a:pt x="325192" y="59427"/>
                </a:lnTo>
                <a:lnTo>
                  <a:pt x="325681" y="59452"/>
                </a:lnTo>
                <a:lnTo>
                  <a:pt x="326180" y="59471"/>
                </a:lnTo>
                <a:lnTo>
                  <a:pt x="326689" y="59484"/>
                </a:lnTo>
                <a:lnTo>
                  <a:pt x="327208" y="59492"/>
                </a:lnTo>
                <a:lnTo>
                  <a:pt x="327737" y="59495"/>
                </a:lnTo>
                <a:lnTo>
                  <a:pt x="332197" y="59495"/>
                </a:lnTo>
                <a:lnTo>
                  <a:pt x="332197" y="50619"/>
                </a:lnTo>
                <a:lnTo>
                  <a:pt x="328127" y="50619"/>
                </a:lnTo>
                <a:lnTo>
                  <a:pt x="327857" y="50616"/>
                </a:lnTo>
                <a:lnTo>
                  <a:pt x="327595" y="50607"/>
                </a:lnTo>
                <a:close/>
                <a:moveTo>
                  <a:pt x="267977" y="30263"/>
                </a:moveTo>
                <a:lnTo>
                  <a:pt x="268137" y="30077"/>
                </a:lnTo>
                <a:lnTo>
                  <a:pt x="268298" y="29894"/>
                </a:lnTo>
                <a:lnTo>
                  <a:pt x="268462" y="29713"/>
                </a:lnTo>
                <a:lnTo>
                  <a:pt x="268627" y="29535"/>
                </a:lnTo>
                <a:lnTo>
                  <a:pt x="268795" y="29358"/>
                </a:lnTo>
                <a:lnTo>
                  <a:pt x="268965" y="29185"/>
                </a:lnTo>
                <a:lnTo>
                  <a:pt x="269138" y="29014"/>
                </a:lnTo>
                <a:lnTo>
                  <a:pt x="269312" y="28845"/>
                </a:lnTo>
                <a:lnTo>
                  <a:pt x="269489" y="28679"/>
                </a:lnTo>
                <a:lnTo>
                  <a:pt x="269667" y="28515"/>
                </a:lnTo>
                <a:lnTo>
                  <a:pt x="269848" y="28353"/>
                </a:lnTo>
                <a:lnTo>
                  <a:pt x="270032" y="28194"/>
                </a:lnTo>
                <a:lnTo>
                  <a:pt x="270217" y="28038"/>
                </a:lnTo>
                <a:lnTo>
                  <a:pt x="270404" y="27884"/>
                </a:lnTo>
                <a:lnTo>
                  <a:pt x="270594" y="27732"/>
                </a:lnTo>
                <a:lnTo>
                  <a:pt x="270786" y="27583"/>
                </a:lnTo>
                <a:lnTo>
                  <a:pt x="270980" y="27436"/>
                </a:lnTo>
                <a:lnTo>
                  <a:pt x="271176" y="27292"/>
                </a:lnTo>
                <a:lnTo>
                  <a:pt x="271375" y="27150"/>
                </a:lnTo>
                <a:lnTo>
                  <a:pt x="271575" y="27010"/>
                </a:lnTo>
                <a:lnTo>
                  <a:pt x="271778" y="26874"/>
                </a:lnTo>
                <a:lnTo>
                  <a:pt x="271984" y="26741"/>
                </a:lnTo>
                <a:lnTo>
                  <a:pt x="272193" y="26613"/>
                </a:lnTo>
                <a:lnTo>
                  <a:pt x="272405" y="26492"/>
                </a:lnTo>
                <a:lnTo>
                  <a:pt x="272621" y="26376"/>
                </a:lnTo>
                <a:lnTo>
                  <a:pt x="272840" y="26265"/>
                </a:lnTo>
                <a:lnTo>
                  <a:pt x="273062" y="26161"/>
                </a:lnTo>
                <a:lnTo>
                  <a:pt x="273288" y="26062"/>
                </a:lnTo>
                <a:lnTo>
                  <a:pt x="273517" y="25968"/>
                </a:lnTo>
                <a:lnTo>
                  <a:pt x="273750" y="25881"/>
                </a:lnTo>
                <a:lnTo>
                  <a:pt x="273986" y="25799"/>
                </a:lnTo>
                <a:lnTo>
                  <a:pt x="274225" y="25722"/>
                </a:lnTo>
                <a:lnTo>
                  <a:pt x="274468" y="25652"/>
                </a:lnTo>
                <a:lnTo>
                  <a:pt x="274714" y="25587"/>
                </a:lnTo>
                <a:lnTo>
                  <a:pt x="274964" y="25527"/>
                </a:lnTo>
                <a:lnTo>
                  <a:pt x="275217" y="25473"/>
                </a:lnTo>
                <a:lnTo>
                  <a:pt x="275473" y="25425"/>
                </a:lnTo>
                <a:lnTo>
                  <a:pt x="275733" y="25383"/>
                </a:lnTo>
                <a:lnTo>
                  <a:pt x="275996" y="25346"/>
                </a:lnTo>
                <a:lnTo>
                  <a:pt x="276262" y="25315"/>
                </a:lnTo>
                <a:lnTo>
                  <a:pt x="276532" y="25290"/>
                </a:lnTo>
                <a:lnTo>
                  <a:pt x="276805" y="25270"/>
                </a:lnTo>
                <a:lnTo>
                  <a:pt x="277082" y="25256"/>
                </a:lnTo>
                <a:lnTo>
                  <a:pt x="277362" y="25247"/>
                </a:lnTo>
                <a:lnTo>
                  <a:pt x="277645" y="25244"/>
                </a:lnTo>
                <a:lnTo>
                  <a:pt x="277835" y="25246"/>
                </a:lnTo>
                <a:lnTo>
                  <a:pt x="278022" y="25251"/>
                </a:lnTo>
                <a:lnTo>
                  <a:pt x="278205" y="25259"/>
                </a:lnTo>
                <a:lnTo>
                  <a:pt x="278386" y="25271"/>
                </a:lnTo>
                <a:lnTo>
                  <a:pt x="278563" y="25286"/>
                </a:lnTo>
                <a:lnTo>
                  <a:pt x="278737" y="25305"/>
                </a:lnTo>
                <a:lnTo>
                  <a:pt x="278909" y="25327"/>
                </a:lnTo>
                <a:lnTo>
                  <a:pt x="279077" y="25352"/>
                </a:lnTo>
                <a:lnTo>
                  <a:pt x="279242" y="25381"/>
                </a:lnTo>
                <a:lnTo>
                  <a:pt x="279404" y="25413"/>
                </a:lnTo>
                <a:lnTo>
                  <a:pt x="279563" y="25448"/>
                </a:lnTo>
                <a:lnTo>
                  <a:pt x="279718" y="25487"/>
                </a:lnTo>
                <a:lnTo>
                  <a:pt x="279871" y="25529"/>
                </a:lnTo>
                <a:lnTo>
                  <a:pt x="280021" y="25574"/>
                </a:lnTo>
                <a:lnTo>
                  <a:pt x="280167" y="25623"/>
                </a:lnTo>
                <a:lnTo>
                  <a:pt x="280311" y="25675"/>
                </a:lnTo>
                <a:lnTo>
                  <a:pt x="280451" y="25730"/>
                </a:lnTo>
                <a:lnTo>
                  <a:pt x="280588" y="25789"/>
                </a:lnTo>
                <a:lnTo>
                  <a:pt x="280723" y="25852"/>
                </a:lnTo>
                <a:lnTo>
                  <a:pt x="280854" y="25917"/>
                </a:lnTo>
                <a:lnTo>
                  <a:pt x="280982" y="25986"/>
                </a:lnTo>
                <a:lnTo>
                  <a:pt x="281107" y="26058"/>
                </a:lnTo>
                <a:lnTo>
                  <a:pt x="281229" y="26134"/>
                </a:lnTo>
                <a:lnTo>
                  <a:pt x="281348" y="26213"/>
                </a:lnTo>
                <a:lnTo>
                  <a:pt x="281464" y="26295"/>
                </a:lnTo>
                <a:lnTo>
                  <a:pt x="281577" y="26380"/>
                </a:lnTo>
                <a:lnTo>
                  <a:pt x="281688" y="26468"/>
                </a:lnTo>
                <a:lnTo>
                  <a:pt x="281796" y="26558"/>
                </a:lnTo>
                <a:lnTo>
                  <a:pt x="281901" y="26651"/>
                </a:lnTo>
                <a:lnTo>
                  <a:pt x="282004" y="26747"/>
                </a:lnTo>
                <a:lnTo>
                  <a:pt x="282104" y="26846"/>
                </a:lnTo>
                <a:lnTo>
                  <a:pt x="282202" y="26947"/>
                </a:lnTo>
                <a:lnTo>
                  <a:pt x="282296" y="27051"/>
                </a:lnTo>
                <a:lnTo>
                  <a:pt x="282389" y="27158"/>
                </a:lnTo>
                <a:lnTo>
                  <a:pt x="282478" y="27268"/>
                </a:lnTo>
                <a:lnTo>
                  <a:pt x="282565" y="27380"/>
                </a:lnTo>
                <a:lnTo>
                  <a:pt x="282650" y="27495"/>
                </a:lnTo>
                <a:lnTo>
                  <a:pt x="282732" y="27613"/>
                </a:lnTo>
                <a:lnTo>
                  <a:pt x="282811" y="27733"/>
                </a:lnTo>
                <a:lnTo>
                  <a:pt x="282887" y="27857"/>
                </a:lnTo>
                <a:lnTo>
                  <a:pt x="282961" y="27983"/>
                </a:lnTo>
                <a:lnTo>
                  <a:pt x="283032" y="28112"/>
                </a:lnTo>
                <a:lnTo>
                  <a:pt x="283101" y="28243"/>
                </a:lnTo>
                <a:lnTo>
                  <a:pt x="283167" y="28378"/>
                </a:lnTo>
                <a:lnTo>
                  <a:pt x="283230" y="28515"/>
                </a:lnTo>
                <a:lnTo>
                  <a:pt x="283291" y="28655"/>
                </a:lnTo>
                <a:lnTo>
                  <a:pt x="283349" y="28797"/>
                </a:lnTo>
                <a:lnTo>
                  <a:pt x="283404" y="28942"/>
                </a:lnTo>
                <a:lnTo>
                  <a:pt x="283457" y="29090"/>
                </a:lnTo>
                <a:lnTo>
                  <a:pt x="283508" y="29240"/>
                </a:lnTo>
                <a:lnTo>
                  <a:pt x="283557" y="29392"/>
                </a:lnTo>
                <a:lnTo>
                  <a:pt x="283603" y="29545"/>
                </a:lnTo>
                <a:lnTo>
                  <a:pt x="283647" y="29701"/>
                </a:lnTo>
                <a:lnTo>
                  <a:pt x="283689" y="29859"/>
                </a:lnTo>
                <a:lnTo>
                  <a:pt x="283728" y="30018"/>
                </a:lnTo>
                <a:lnTo>
                  <a:pt x="283765" y="30180"/>
                </a:lnTo>
                <a:lnTo>
                  <a:pt x="283800" y="30343"/>
                </a:lnTo>
                <a:lnTo>
                  <a:pt x="283833" y="30509"/>
                </a:lnTo>
                <a:lnTo>
                  <a:pt x="283863" y="30677"/>
                </a:lnTo>
                <a:lnTo>
                  <a:pt x="283892" y="30846"/>
                </a:lnTo>
                <a:lnTo>
                  <a:pt x="283917" y="31018"/>
                </a:lnTo>
                <a:lnTo>
                  <a:pt x="283941" y="31192"/>
                </a:lnTo>
                <a:lnTo>
                  <a:pt x="283963" y="31367"/>
                </a:lnTo>
                <a:lnTo>
                  <a:pt x="283982" y="31545"/>
                </a:lnTo>
                <a:lnTo>
                  <a:pt x="283999" y="31724"/>
                </a:lnTo>
                <a:lnTo>
                  <a:pt x="284013" y="31906"/>
                </a:lnTo>
                <a:lnTo>
                  <a:pt x="284026" y="32089"/>
                </a:lnTo>
                <a:lnTo>
                  <a:pt x="284036" y="32275"/>
                </a:lnTo>
                <a:lnTo>
                  <a:pt x="284044" y="32463"/>
                </a:lnTo>
                <a:lnTo>
                  <a:pt x="284049" y="32652"/>
                </a:lnTo>
                <a:lnTo>
                  <a:pt x="284053" y="32844"/>
                </a:lnTo>
                <a:lnTo>
                  <a:pt x="284054" y="33037"/>
                </a:lnTo>
                <a:lnTo>
                  <a:pt x="284054" y="59495"/>
                </a:lnTo>
                <a:lnTo>
                  <a:pt x="295442" y="59495"/>
                </a:lnTo>
                <a:lnTo>
                  <a:pt x="295442" y="31638"/>
                </a:lnTo>
                <a:lnTo>
                  <a:pt x="295436" y="31008"/>
                </a:lnTo>
                <a:lnTo>
                  <a:pt x="295417" y="30391"/>
                </a:lnTo>
                <a:lnTo>
                  <a:pt x="295386" y="29787"/>
                </a:lnTo>
                <a:lnTo>
                  <a:pt x="295343" y="29195"/>
                </a:lnTo>
                <a:lnTo>
                  <a:pt x="295288" y="28616"/>
                </a:lnTo>
                <a:lnTo>
                  <a:pt x="295220" y="28050"/>
                </a:lnTo>
                <a:lnTo>
                  <a:pt x="295140" y="27497"/>
                </a:lnTo>
                <a:lnTo>
                  <a:pt x="295047" y="26956"/>
                </a:lnTo>
                <a:lnTo>
                  <a:pt x="294943" y="26428"/>
                </a:lnTo>
                <a:lnTo>
                  <a:pt x="294826" y="25913"/>
                </a:lnTo>
                <a:lnTo>
                  <a:pt x="294696" y="25410"/>
                </a:lnTo>
                <a:lnTo>
                  <a:pt x="294554" y="24921"/>
                </a:lnTo>
                <a:lnTo>
                  <a:pt x="294400" y="24443"/>
                </a:lnTo>
                <a:lnTo>
                  <a:pt x="294234" y="23979"/>
                </a:lnTo>
                <a:lnTo>
                  <a:pt x="294055" y="23527"/>
                </a:lnTo>
                <a:lnTo>
                  <a:pt x="293864" y="23088"/>
                </a:lnTo>
                <a:lnTo>
                  <a:pt x="293660" y="22662"/>
                </a:lnTo>
                <a:lnTo>
                  <a:pt x="293445" y="22249"/>
                </a:lnTo>
                <a:lnTo>
                  <a:pt x="293217" y="21848"/>
                </a:lnTo>
                <a:lnTo>
                  <a:pt x="292976" y="21460"/>
                </a:lnTo>
                <a:lnTo>
                  <a:pt x="292723" y="21084"/>
                </a:lnTo>
                <a:lnTo>
                  <a:pt x="292458" y="20722"/>
                </a:lnTo>
                <a:lnTo>
                  <a:pt x="292181" y="20372"/>
                </a:lnTo>
                <a:lnTo>
                  <a:pt x="291891" y="20035"/>
                </a:lnTo>
                <a:lnTo>
                  <a:pt x="291590" y="19711"/>
                </a:lnTo>
                <a:lnTo>
                  <a:pt x="291279" y="19401"/>
                </a:lnTo>
                <a:lnTo>
                  <a:pt x="290958" y="19104"/>
                </a:lnTo>
                <a:lnTo>
                  <a:pt x="290627" y="18822"/>
                </a:lnTo>
                <a:lnTo>
                  <a:pt x="290286" y="18553"/>
                </a:lnTo>
                <a:lnTo>
                  <a:pt x="289935" y="18298"/>
                </a:lnTo>
                <a:lnTo>
                  <a:pt x="289573" y="18057"/>
                </a:lnTo>
                <a:lnTo>
                  <a:pt x="289202" y="17829"/>
                </a:lnTo>
                <a:lnTo>
                  <a:pt x="288820" y="17615"/>
                </a:lnTo>
                <a:lnTo>
                  <a:pt x="288429" y="17416"/>
                </a:lnTo>
                <a:lnTo>
                  <a:pt x="288027" y="17229"/>
                </a:lnTo>
                <a:lnTo>
                  <a:pt x="287615" y="17057"/>
                </a:lnTo>
                <a:lnTo>
                  <a:pt x="287194" y="16899"/>
                </a:lnTo>
                <a:lnTo>
                  <a:pt x="286762" y="16754"/>
                </a:lnTo>
                <a:lnTo>
                  <a:pt x="286320" y="16623"/>
                </a:lnTo>
                <a:lnTo>
                  <a:pt x="285868" y="16506"/>
                </a:lnTo>
                <a:lnTo>
                  <a:pt x="285406" y="16402"/>
                </a:lnTo>
                <a:lnTo>
                  <a:pt x="284933" y="16313"/>
                </a:lnTo>
                <a:lnTo>
                  <a:pt x="284451" y="16237"/>
                </a:lnTo>
                <a:lnTo>
                  <a:pt x="283959" y="16175"/>
                </a:lnTo>
                <a:lnTo>
                  <a:pt x="283456" y="16127"/>
                </a:lnTo>
                <a:lnTo>
                  <a:pt x="282944" y="16092"/>
                </a:lnTo>
                <a:lnTo>
                  <a:pt x="282421" y="16071"/>
                </a:lnTo>
                <a:lnTo>
                  <a:pt x="281889" y="16065"/>
                </a:lnTo>
                <a:lnTo>
                  <a:pt x="281431" y="16068"/>
                </a:lnTo>
                <a:lnTo>
                  <a:pt x="280980" y="16079"/>
                </a:lnTo>
                <a:lnTo>
                  <a:pt x="280536" y="16097"/>
                </a:lnTo>
                <a:lnTo>
                  <a:pt x="280099" y="16123"/>
                </a:lnTo>
                <a:lnTo>
                  <a:pt x="279670" y="16156"/>
                </a:lnTo>
                <a:lnTo>
                  <a:pt x="279248" y="16196"/>
                </a:lnTo>
                <a:lnTo>
                  <a:pt x="278833" y="16243"/>
                </a:lnTo>
                <a:lnTo>
                  <a:pt x="278425" y="16298"/>
                </a:lnTo>
                <a:lnTo>
                  <a:pt x="278024" y="16360"/>
                </a:lnTo>
                <a:lnTo>
                  <a:pt x="277631" y="16429"/>
                </a:lnTo>
                <a:lnTo>
                  <a:pt x="277245" y="16506"/>
                </a:lnTo>
                <a:lnTo>
                  <a:pt x="276866" y="16590"/>
                </a:lnTo>
                <a:lnTo>
                  <a:pt x="276494" y="16681"/>
                </a:lnTo>
                <a:lnTo>
                  <a:pt x="276130" y="16779"/>
                </a:lnTo>
                <a:lnTo>
                  <a:pt x="275773" y="16885"/>
                </a:lnTo>
                <a:lnTo>
                  <a:pt x="275423" y="16998"/>
                </a:lnTo>
                <a:lnTo>
                  <a:pt x="275080" y="17118"/>
                </a:lnTo>
                <a:lnTo>
                  <a:pt x="274744" y="17246"/>
                </a:lnTo>
                <a:lnTo>
                  <a:pt x="274416" y="17381"/>
                </a:lnTo>
                <a:lnTo>
                  <a:pt x="274095" y="17523"/>
                </a:lnTo>
                <a:lnTo>
                  <a:pt x="273781" y="17672"/>
                </a:lnTo>
                <a:lnTo>
                  <a:pt x="273474" y="17829"/>
                </a:lnTo>
                <a:lnTo>
                  <a:pt x="273175" y="17993"/>
                </a:lnTo>
                <a:lnTo>
                  <a:pt x="272882" y="18165"/>
                </a:lnTo>
                <a:lnTo>
                  <a:pt x="272596" y="18341"/>
                </a:lnTo>
                <a:lnTo>
                  <a:pt x="272314" y="18519"/>
                </a:lnTo>
                <a:lnTo>
                  <a:pt x="272037" y="18699"/>
                </a:lnTo>
                <a:lnTo>
                  <a:pt x="271765" y="18882"/>
                </a:lnTo>
                <a:lnTo>
                  <a:pt x="271497" y="19067"/>
                </a:lnTo>
                <a:lnTo>
                  <a:pt x="271234" y="19254"/>
                </a:lnTo>
                <a:lnTo>
                  <a:pt x="270976" y="19443"/>
                </a:lnTo>
                <a:lnTo>
                  <a:pt x="270722" y="19634"/>
                </a:lnTo>
                <a:lnTo>
                  <a:pt x="270473" y="19828"/>
                </a:lnTo>
                <a:lnTo>
                  <a:pt x="270229" y="20024"/>
                </a:lnTo>
                <a:lnTo>
                  <a:pt x="269989" y="20222"/>
                </a:lnTo>
                <a:lnTo>
                  <a:pt x="269754" y="20422"/>
                </a:lnTo>
                <a:lnTo>
                  <a:pt x="269523" y="20624"/>
                </a:lnTo>
                <a:lnTo>
                  <a:pt x="269298" y="20828"/>
                </a:lnTo>
                <a:lnTo>
                  <a:pt x="269077" y="21035"/>
                </a:lnTo>
                <a:lnTo>
                  <a:pt x="268860" y="21244"/>
                </a:lnTo>
                <a:lnTo>
                  <a:pt x="268648" y="21455"/>
                </a:lnTo>
                <a:lnTo>
                  <a:pt x="268441" y="21668"/>
                </a:lnTo>
                <a:lnTo>
                  <a:pt x="268239" y="21883"/>
                </a:lnTo>
                <a:lnTo>
                  <a:pt x="268041" y="22101"/>
                </a:lnTo>
                <a:lnTo>
                  <a:pt x="267848" y="22321"/>
                </a:lnTo>
                <a:lnTo>
                  <a:pt x="267659" y="22542"/>
                </a:lnTo>
                <a:lnTo>
                  <a:pt x="267476" y="22766"/>
                </a:lnTo>
                <a:lnTo>
                  <a:pt x="267297" y="22993"/>
                </a:lnTo>
                <a:lnTo>
                  <a:pt x="267080" y="16714"/>
                </a:lnTo>
                <a:lnTo>
                  <a:pt x="256038" y="16714"/>
                </a:lnTo>
                <a:lnTo>
                  <a:pt x="256038" y="59495"/>
                </a:lnTo>
                <a:lnTo>
                  <a:pt x="267513" y="59495"/>
                </a:lnTo>
                <a:lnTo>
                  <a:pt x="267513" y="30836"/>
                </a:lnTo>
                <a:lnTo>
                  <a:pt x="267666" y="30642"/>
                </a:lnTo>
                <a:lnTo>
                  <a:pt x="267820" y="30452"/>
                </a:lnTo>
                <a:lnTo>
                  <a:pt x="267977" y="30263"/>
                </a:lnTo>
                <a:close/>
                <a:moveTo>
                  <a:pt x="403344" y="30396"/>
                </a:moveTo>
                <a:lnTo>
                  <a:pt x="403466" y="30241"/>
                </a:lnTo>
                <a:lnTo>
                  <a:pt x="403589" y="30090"/>
                </a:lnTo>
                <a:lnTo>
                  <a:pt x="403715" y="29941"/>
                </a:lnTo>
                <a:lnTo>
                  <a:pt x="403842" y="29795"/>
                </a:lnTo>
                <a:lnTo>
                  <a:pt x="403971" y="29652"/>
                </a:lnTo>
                <a:lnTo>
                  <a:pt x="404102" y="29512"/>
                </a:lnTo>
                <a:lnTo>
                  <a:pt x="404234" y="29375"/>
                </a:lnTo>
                <a:lnTo>
                  <a:pt x="404369" y="29241"/>
                </a:lnTo>
                <a:lnTo>
                  <a:pt x="404505" y="29110"/>
                </a:lnTo>
                <a:lnTo>
                  <a:pt x="404643" y="28982"/>
                </a:lnTo>
                <a:lnTo>
                  <a:pt x="404783" y="28857"/>
                </a:lnTo>
                <a:lnTo>
                  <a:pt x="404924" y="28735"/>
                </a:lnTo>
                <a:lnTo>
                  <a:pt x="405068" y="28616"/>
                </a:lnTo>
                <a:lnTo>
                  <a:pt x="405213" y="28500"/>
                </a:lnTo>
                <a:lnTo>
                  <a:pt x="405360" y="28387"/>
                </a:lnTo>
                <a:lnTo>
                  <a:pt x="405509" y="28276"/>
                </a:lnTo>
                <a:lnTo>
                  <a:pt x="405659" y="28169"/>
                </a:lnTo>
                <a:lnTo>
                  <a:pt x="405812" y="28065"/>
                </a:lnTo>
                <a:lnTo>
                  <a:pt x="405966" y="27964"/>
                </a:lnTo>
                <a:lnTo>
                  <a:pt x="406122" y="27866"/>
                </a:lnTo>
                <a:lnTo>
                  <a:pt x="406280" y="27771"/>
                </a:lnTo>
                <a:lnTo>
                  <a:pt x="406440" y="27678"/>
                </a:lnTo>
                <a:lnTo>
                  <a:pt x="406601" y="27588"/>
                </a:lnTo>
                <a:lnTo>
                  <a:pt x="406763" y="27500"/>
                </a:lnTo>
                <a:lnTo>
                  <a:pt x="406927" y="27414"/>
                </a:lnTo>
                <a:lnTo>
                  <a:pt x="407093" y="27331"/>
                </a:lnTo>
                <a:lnTo>
                  <a:pt x="407260" y="27250"/>
                </a:lnTo>
                <a:lnTo>
                  <a:pt x="407428" y="27171"/>
                </a:lnTo>
                <a:lnTo>
                  <a:pt x="407598" y="27095"/>
                </a:lnTo>
                <a:lnTo>
                  <a:pt x="407770" y="27020"/>
                </a:lnTo>
                <a:lnTo>
                  <a:pt x="407943" y="26948"/>
                </a:lnTo>
                <a:lnTo>
                  <a:pt x="408118" y="26879"/>
                </a:lnTo>
                <a:lnTo>
                  <a:pt x="408294" y="26812"/>
                </a:lnTo>
                <a:lnTo>
                  <a:pt x="408471" y="26747"/>
                </a:lnTo>
                <a:lnTo>
                  <a:pt x="408650" y="26684"/>
                </a:lnTo>
                <a:lnTo>
                  <a:pt x="408831" y="26624"/>
                </a:lnTo>
                <a:lnTo>
                  <a:pt x="409013" y="26565"/>
                </a:lnTo>
                <a:lnTo>
                  <a:pt x="409196" y="26510"/>
                </a:lnTo>
                <a:lnTo>
                  <a:pt x="409381" y="26456"/>
                </a:lnTo>
                <a:lnTo>
                  <a:pt x="409568" y="26405"/>
                </a:lnTo>
                <a:lnTo>
                  <a:pt x="409756" y="26356"/>
                </a:lnTo>
                <a:lnTo>
                  <a:pt x="409946" y="26309"/>
                </a:lnTo>
                <a:lnTo>
                  <a:pt x="410137" y="26265"/>
                </a:lnTo>
                <a:lnTo>
                  <a:pt x="410329" y="26223"/>
                </a:lnTo>
                <a:lnTo>
                  <a:pt x="410524" y="26183"/>
                </a:lnTo>
                <a:lnTo>
                  <a:pt x="410719" y="26146"/>
                </a:lnTo>
                <a:lnTo>
                  <a:pt x="410915" y="26109"/>
                </a:lnTo>
                <a:lnTo>
                  <a:pt x="411111" y="26075"/>
                </a:lnTo>
                <a:lnTo>
                  <a:pt x="411309" y="26042"/>
                </a:lnTo>
                <a:lnTo>
                  <a:pt x="411507" y="26011"/>
                </a:lnTo>
                <a:lnTo>
                  <a:pt x="411706" y="25981"/>
                </a:lnTo>
                <a:lnTo>
                  <a:pt x="411906" y="25953"/>
                </a:lnTo>
                <a:lnTo>
                  <a:pt x="412106" y="25926"/>
                </a:lnTo>
                <a:lnTo>
                  <a:pt x="412308" y="25901"/>
                </a:lnTo>
                <a:lnTo>
                  <a:pt x="412510" y="25878"/>
                </a:lnTo>
                <a:lnTo>
                  <a:pt x="412712" y="25856"/>
                </a:lnTo>
                <a:lnTo>
                  <a:pt x="412916" y="25836"/>
                </a:lnTo>
                <a:lnTo>
                  <a:pt x="413120" y="25818"/>
                </a:lnTo>
                <a:lnTo>
                  <a:pt x="413325" y="25801"/>
                </a:lnTo>
                <a:lnTo>
                  <a:pt x="413531" y="25786"/>
                </a:lnTo>
                <a:lnTo>
                  <a:pt x="413737" y="25772"/>
                </a:lnTo>
                <a:lnTo>
                  <a:pt x="413945" y="25760"/>
                </a:lnTo>
                <a:lnTo>
                  <a:pt x="414153" y="25750"/>
                </a:lnTo>
                <a:lnTo>
                  <a:pt x="414361" y="25741"/>
                </a:lnTo>
                <a:lnTo>
                  <a:pt x="414571" y="25733"/>
                </a:lnTo>
                <a:lnTo>
                  <a:pt x="414781" y="25728"/>
                </a:lnTo>
                <a:lnTo>
                  <a:pt x="414992" y="25724"/>
                </a:lnTo>
                <a:lnTo>
                  <a:pt x="415204" y="25721"/>
                </a:lnTo>
                <a:lnTo>
                  <a:pt x="415417" y="25721"/>
                </a:lnTo>
                <a:lnTo>
                  <a:pt x="416499" y="25721"/>
                </a:lnTo>
                <a:lnTo>
                  <a:pt x="416499" y="16065"/>
                </a:lnTo>
                <a:lnTo>
                  <a:pt x="415633" y="16065"/>
                </a:lnTo>
                <a:lnTo>
                  <a:pt x="415246" y="16068"/>
                </a:lnTo>
                <a:lnTo>
                  <a:pt x="414863" y="16079"/>
                </a:lnTo>
                <a:lnTo>
                  <a:pt x="414486" y="16096"/>
                </a:lnTo>
                <a:lnTo>
                  <a:pt x="414113" y="16121"/>
                </a:lnTo>
                <a:lnTo>
                  <a:pt x="413745" y="16153"/>
                </a:lnTo>
                <a:lnTo>
                  <a:pt x="413381" y="16192"/>
                </a:lnTo>
                <a:lnTo>
                  <a:pt x="413023" y="16238"/>
                </a:lnTo>
                <a:lnTo>
                  <a:pt x="412669" y="16291"/>
                </a:lnTo>
                <a:lnTo>
                  <a:pt x="412321" y="16351"/>
                </a:lnTo>
                <a:lnTo>
                  <a:pt x="411977" y="16418"/>
                </a:lnTo>
                <a:lnTo>
                  <a:pt x="411637" y="16492"/>
                </a:lnTo>
                <a:lnTo>
                  <a:pt x="411303" y="16573"/>
                </a:lnTo>
                <a:lnTo>
                  <a:pt x="410973" y="16662"/>
                </a:lnTo>
                <a:lnTo>
                  <a:pt x="410649" y="16757"/>
                </a:lnTo>
                <a:lnTo>
                  <a:pt x="410329" y="16860"/>
                </a:lnTo>
                <a:lnTo>
                  <a:pt x="410014" y="16969"/>
                </a:lnTo>
                <a:lnTo>
                  <a:pt x="409703" y="17086"/>
                </a:lnTo>
                <a:lnTo>
                  <a:pt x="409398" y="17209"/>
                </a:lnTo>
                <a:lnTo>
                  <a:pt x="409097" y="17340"/>
                </a:lnTo>
                <a:lnTo>
                  <a:pt x="408801" y="17478"/>
                </a:lnTo>
                <a:lnTo>
                  <a:pt x="408510" y="17623"/>
                </a:lnTo>
                <a:lnTo>
                  <a:pt x="408224" y="17775"/>
                </a:lnTo>
                <a:lnTo>
                  <a:pt x="407942" y="17934"/>
                </a:lnTo>
                <a:lnTo>
                  <a:pt x="407666" y="18100"/>
                </a:lnTo>
                <a:lnTo>
                  <a:pt x="407394" y="18272"/>
                </a:lnTo>
                <a:lnTo>
                  <a:pt x="407129" y="18451"/>
                </a:lnTo>
                <a:lnTo>
                  <a:pt x="406869" y="18636"/>
                </a:lnTo>
                <a:lnTo>
                  <a:pt x="406614" y="18827"/>
                </a:lnTo>
                <a:lnTo>
                  <a:pt x="406366" y="19025"/>
                </a:lnTo>
                <a:lnTo>
                  <a:pt x="406123" y="19228"/>
                </a:lnTo>
                <a:lnTo>
                  <a:pt x="405886" y="19438"/>
                </a:lnTo>
                <a:lnTo>
                  <a:pt x="405655" y="19654"/>
                </a:lnTo>
                <a:lnTo>
                  <a:pt x="405429" y="19876"/>
                </a:lnTo>
                <a:lnTo>
                  <a:pt x="405209" y="20104"/>
                </a:lnTo>
                <a:lnTo>
                  <a:pt x="404995" y="20338"/>
                </a:lnTo>
                <a:lnTo>
                  <a:pt x="404786" y="20579"/>
                </a:lnTo>
                <a:lnTo>
                  <a:pt x="404583" y="20825"/>
                </a:lnTo>
                <a:lnTo>
                  <a:pt x="404386" y="21078"/>
                </a:lnTo>
                <a:lnTo>
                  <a:pt x="404195" y="21337"/>
                </a:lnTo>
                <a:lnTo>
                  <a:pt x="404009" y="21602"/>
                </a:lnTo>
                <a:lnTo>
                  <a:pt x="403829" y="21874"/>
                </a:lnTo>
                <a:lnTo>
                  <a:pt x="403655" y="22151"/>
                </a:lnTo>
                <a:lnTo>
                  <a:pt x="403486" y="22435"/>
                </a:lnTo>
                <a:lnTo>
                  <a:pt x="403324" y="22724"/>
                </a:lnTo>
                <a:lnTo>
                  <a:pt x="403166" y="23020"/>
                </a:lnTo>
                <a:lnTo>
                  <a:pt x="403015" y="23323"/>
                </a:lnTo>
                <a:lnTo>
                  <a:pt x="402869" y="23631"/>
                </a:lnTo>
                <a:lnTo>
                  <a:pt x="402729" y="23945"/>
                </a:lnTo>
                <a:lnTo>
                  <a:pt x="402513" y="16714"/>
                </a:lnTo>
                <a:lnTo>
                  <a:pt x="391515" y="16714"/>
                </a:lnTo>
                <a:lnTo>
                  <a:pt x="391515" y="59495"/>
                </a:lnTo>
                <a:lnTo>
                  <a:pt x="402989" y="59495"/>
                </a:lnTo>
                <a:lnTo>
                  <a:pt x="402989" y="30879"/>
                </a:lnTo>
                <a:lnTo>
                  <a:pt x="403106" y="30715"/>
                </a:lnTo>
                <a:lnTo>
                  <a:pt x="403224" y="30554"/>
                </a:lnTo>
                <a:lnTo>
                  <a:pt x="403344" y="30396"/>
                </a:lnTo>
                <a:close/>
                <a:moveTo>
                  <a:pt x="566657" y="59495"/>
                </a:moveTo>
                <a:lnTo>
                  <a:pt x="566657" y="16714"/>
                </a:lnTo>
                <a:lnTo>
                  <a:pt x="555182" y="16714"/>
                </a:lnTo>
                <a:lnTo>
                  <a:pt x="555182" y="59495"/>
                </a:lnTo>
                <a:lnTo>
                  <a:pt x="566657" y="59495"/>
                </a:lnTo>
                <a:close/>
                <a:moveTo>
                  <a:pt x="97203" y="60203"/>
                </a:moveTo>
                <a:lnTo>
                  <a:pt x="97655" y="60172"/>
                </a:lnTo>
                <a:lnTo>
                  <a:pt x="98102" y="60135"/>
                </a:lnTo>
                <a:lnTo>
                  <a:pt x="98544" y="60092"/>
                </a:lnTo>
                <a:lnTo>
                  <a:pt x="98982" y="60043"/>
                </a:lnTo>
                <a:lnTo>
                  <a:pt x="99414" y="59989"/>
                </a:lnTo>
                <a:lnTo>
                  <a:pt x="99841" y="59929"/>
                </a:lnTo>
                <a:lnTo>
                  <a:pt x="100263" y="59863"/>
                </a:lnTo>
                <a:lnTo>
                  <a:pt x="100680" y="59792"/>
                </a:lnTo>
                <a:lnTo>
                  <a:pt x="101092" y="59715"/>
                </a:lnTo>
                <a:lnTo>
                  <a:pt x="101498" y="59632"/>
                </a:lnTo>
                <a:lnTo>
                  <a:pt x="101900" y="59543"/>
                </a:lnTo>
                <a:lnTo>
                  <a:pt x="102297" y="59449"/>
                </a:lnTo>
                <a:lnTo>
                  <a:pt x="102689" y="59349"/>
                </a:lnTo>
                <a:lnTo>
                  <a:pt x="103076" y="59243"/>
                </a:lnTo>
                <a:lnTo>
                  <a:pt x="103457" y="59132"/>
                </a:lnTo>
                <a:lnTo>
                  <a:pt x="103834" y="59015"/>
                </a:lnTo>
                <a:lnTo>
                  <a:pt x="104206" y="58892"/>
                </a:lnTo>
                <a:lnTo>
                  <a:pt x="104572" y="58763"/>
                </a:lnTo>
                <a:lnTo>
                  <a:pt x="104934" y="58629"/>
                </a:lnTo>
                <a:lnTo>
                  <a:pt x="105290" y="58489"/>
                </a:lnTo>
                <a:lnTo>
                  <a:pt x="105639" y="58343"/>
                </a:lnTo>
                <a:lnTo>
                  <a:pt x="105982" y="58191"/>
                </a:lnTo>
                <a:lnTo>
                  <a:pt x="106319" y="58034"/>
                </a:lnTo>
                <a:lnTo>
                  <a:pt x="106650" y="57870"/>
                </a:lnTo>
                <a:lnTo>
                  <a:pt x="106974" y="57701"/>
                </a:lnTo>
                <a:lnTo>
                  <a:pt x="107292" y="57526"/>
                </a:lnTo>
                <a:lnTo>
                  <a:pt x="107604" y="57345"/>
                </a:lnTo>
                <a:lnTo>
                  <a:pt x="107909" y="57158"/>
                </a:lnTo>
                <a:lnTo>
                  <a:pt x="108208" y="56965"/>
                </a:lnTo>
                <a:lnTo>
                  <a:pt x="108501" y="56766"/>
                </a:lnTo>
                <a:lnTo>
                  <a:pt x="108788" y="56562"/>
                </a:lnTo>
                <a:lnTo>
                  <a:pt x="109068" y="56351"/>
                </a:lnTo>
                <a:lnTo>
                  <a:pt x="109341" y="56135"/>
                </a:lnTo>
                <a:lnTo>
                  <a:pt x="109609" y="55913"/>
                </a:lnTo>
                <a:lnTo>
                  <a:pt x="109870" y="55685"/>
                </a:lnTo>
                <a:lnTo>
                  <a:pt x="110125" y="55451"/>
                </a:lnTo>
                <a:lnTo>
                  <a:pt x="110373" y="55211"/>
                </a:lnTo>
                <a:lnTo>
                  <a:pt x="110616" y="54966"/>
                </a:lnTo>
                <a:lnTo>
                  <a:pt x="110852" y="54714"/>
                </a:lnTo>
                <a:lnTo>
                  <a:pt x="111081" y="54457"/>
                </a:lnTo>
                <a:lnTo>
                  <a:pt x="111304" y="54194"/>
                </a:lnTo>
                <a:lnTo>
                  <a:pt x="111521" y="53925"/>
                </a:lnTo>
                <a:lnTo>
                  <a:pt x="111732" y="53650"/>
                </a:lnTo>
                <a:lnTo>
                  <a:pt x="111936" y="53369"/>
                </a:lnTo>
                <a:lnTo>
                  <a:pt x="112131" y="53082"/>
                </a:lnTo>
                <a:lnTo>
                  <a:pt x="112319" y="52790"/>
                </a:lnTo>
                <a:lnTo>
                  <a:pt x="112499" y="52492"/>
                </a:lnTo>
                <a:lnTo>
                  <a:pt x="112671" y="52188"/>
                </a:lnTo>
                <a:lnTo>
                  <a:pt x="112835" y="51878"/>
                </a:lnTo>
                <a:lnTo>
                  <a:pt x="112991" y="51563"/>
                </a:lnTo>
                <a:lnTo>
                  <a:pt x="113139" y="51242"/>
                </a:lnTo>
                <a:lnTo>
                  <a:pt x="113280" y="50915"/>
                </a:lnTo>
                <a:lnTo>
                  <a:pt x="113412" y="50582"/>
                </a:lnTo>
                <a:lnTo>
                  <a:pt x="113537" y="50243"/>
                </a:lnTo>
                <a:lnTo>
                  <a:pt x="113653" y="49899"/>
                </a:lnTo>
                <a:lnTo>
                  <a:pt x="113762" y="49548"/>
                </a:lnTo>
                <a:lnTo>
                  <a:pt x="113863" y="49192"/>
                </a:lnTo>
                <a:lnTo>
                  <a:pt x="113956" y="48831"/>
                </a:lnTo>
                <a:lnTo>
                  <a:pt x="114041" y="48463"/>
                </a:lnTo>
                <a:lnTo>
                  <a:pt x="114119" y="48090"/>
                </a:lnTo>
                <a:lnTo>
                  <a:pt x="114188" y="47711"/>
                </a:lnTo>
                <a:lnTo>
                  <a:pt x="114249" y="47326"/>
                </a:lnTo>
                <a:lnTo>
                  <a:pt x="114303" y="46935"/>
                </a:lnTo>
                <a:lnTo>
                  <a:pt x="114349" y="46538"/>
                </a:lnTo>
                <a:lnTo>
                  <a:pt x="114386" y="46136"/>
                </a:lnTo>
                <a:lnTo>
                  <a:pt x="114416" y="45728"/>
                </a:lnTo>
                <a:lnTo>
                  <a:pt x="114438" y="45314"/>
                </a:lnTo>
                <a:lnTo>
                  <a:pt x="103137" y="45314"/>
                </a:lnTo>
                <a:lnTo>
                  <a:pt x="103129" y="45587"/>
                </a:lnTo>
                <a:lnTo>
                  <a:pt x="103114" y="45853"/>
                </a:lnTo>
                <a:lnTo>
                  <a:pt x="103091" y="46114"/>
                </a:lnTo>
                <a:lnTo>
                  <a:pt x="103061" y="46370"/>
                </a:lnTo>
                <a:lnTo>
                  <a:pt x="103023" y="46619"/>
                </a:lnTo>
                <a:lnTo>
                  <a:pt x="102977" y="46863"/>
                </a:lnTo>
                <a:lnTo>
                  <a:pt x="102924" y="47102"/>
                </a:lnTo>
                <a:lnTo>
                  <a:pt x="102863" y="47334"/>
                </a:lnTo>
                <a:lnTo>
                  <a:pt x="102794" y="47561"/>
                </a:lnTo>
                <a:lnTo>
                  <a:pt x="102717" y="47783"/>
                </a:lnTo>
                <a:lnTo>
                  <a:pt x="102633" y="47998"/>
                </a:lnTo>
                <a:lnTo>
                  <a:pt x="102541" y="48209"/>
                </a:lnTo>
                <a:lnTo>
                  <a:pt x="102442" y="48413"/>
                </a:lnTo>
                <a:lnTo>
                  <a:pt x="102335" y="48612"/>
                </a:lnTo>
                <a:lnTo>
                  <a:pt x="102220" y="48805"/>
                </a:lnTo>
                <a:lnTo>
                  <a:pt x="102098" y="48992"/>
                </a:lnTo>
                <a:lnTo>
                  <a:pt x="101967" y="49174"/>
                </a:lnTo>
                <a:lnTo>
                  <a:pt x="101830" y="49350"/>
                </a:lnTo>
                <a:lnTo>
                  <a:pt x="101684" y="49521"/>
                </a:lnTo>
                <a:lnTo>
                  <a:pt x="101531" y="49686"/>
                </a:lnTo>
                <a:lnTo>
                  <a:pt x="101370" y="49845"/>
                </a:lnTo>
                <a:lnTo>
                  <a:pt x="101202" y="49998"/>
                </a:lnTo>
                <a:lnTo>
                  <a:pt x="101026" y="50146"/>
                </a:lnTo>
                <a:lnTo>
                  <a:pt x="100842" y="50288"/>
                </a:lnTo>
                <a:lnTo>
                  <a:pt x="100652" y="50425"/>
                </a:lnTo>
                <a:lnTo>
                  <a:pt x="100456" y="50556"/>
                </a:lnTo>
                <a:lnTo>
                  <a:pt x="100256" y="50680"/>
                </a:lnTo>
                <a:lnTo>
                  <a:pt x="100050" y="50799"/>
                </a:lnTo>
                <a:lnTo>
                  <a:pt x="99840" y="50913"/>
                </a:lnTo>
                <a:lnTo>
                  <a:pt x="99624" y="51020"/>
                </a:lnTo>
                <a:lnTo>
                  <a:pt x="99403" y="51122"/>
                </a:lnTo>
                <a:lnTo>
                  <a:pt x="99177" y="51218"/>
                </a:lnTo>
                <a:lnTo>
                  <a:pt x="98946" y="51308"/>
                </a:lnTo>
                <a:lnTo>
                  <a:pt x="98710" y="51392"/>
                </a:lnTo>
                <a:lnTo>
                  <a:pt x="98469" y="51470"/>
                </a:lnTo>
                <a:lnTo>
                  <a:pt x="98222" y="51543"/>
                </a:lnTo>
                <a:lnTo>
                  <a:pt x="97971" y="51610"/>
                </a:lnTo>
                <a:lnTo>
                  <a:pt x="97714" y="51670"/>
                </a:lnTo>
                <a:lnTo>
                  <a:pt x="97452" y="51726"/>
                </a:lnTo>
                <a:lnTo>
                  <a:pt x="97185" y="51775"/>
                </a:lnTo>
                <a:lnTo>
                  <a:pt x="96913" y="51819"/>
                </a:lnTo>
                <a:lnTo>
                  <a:pt x="96636" y="51856"/>
                </a:lnTo>
                <a:lnTo>
                  <a:pt x="96354" y="51888"/>
                </a:lnTo>
                <a:lnTo>
                  <a:pt x="96067" y="51914"/>
                </a:lnTo>
                <a:lnTo>
                  <a:pt x="95774" y="51935"/>
                </a:lnTo>
                <a:lnTo>
                  <a:pt x="95477" y="51949"/>
                </a:lnTo>
                <a:lnTo>
                  <a:pt x="95174" y="51958"/>
                </a:lnTo>
                <a:lnTo>
                  <a:pt x="94866" y="51961"/>
                </a:lnTo>
                <a:lnTo>
                  <a:pt x="94569" y="51958"/>
                </a:lnTo>
                <a:lnTo>
                  <a:pt x="94277" y="51950"/>
                </a:lnTo>
                <a:lnTo>
                  <a:pt x="93989" y="51936"/>
                </a:lnTo>
                <a:lnTo>
                  <a:pt x="93707" y="51916"/>
                </a:lnTo>
                <a:lnTo>
                  <a:pt x="93429" y="51891"/>
                </a:lnTo>
                <a:lnTo>
                  <a:pt x="93156" y="51860"/>
                </a:lnTo>
                <a:lnTo>
                  <a:pt x="92888" y="51823"/>
                </a:lnTo>
                <a:lnTo>
                  <a:pt x="92624" y="51781"/>
                </a:lnTo>
                <a:lnTo>
                  <a:pt x="92366" y="51734"/>
                </a:lnTo>
                <a:lnTo>
                  <a:pt x="92112" y="51680"/>
                </a:lnTo>
                <a:lnTo>
                  <a:pt x="91863" y="51621"/>
                </a:lnTo>
                <a:lnTo>
                  <a:pt x="91619" y="51557"/>
                </a:lnTo>
                <a:lnTo>
                  <a:pt x="91379" y="51487"/>
                </a:lnTo>
                <a:lnTo>
                  <a:pt x="91145" y="51411"/>
                </a:lnTo>
                <a:lnTo>
                  <a:pt x="90915" y="51330"/>
                </a:lnTo>
                <a:lnTo>
                  <a:pt x="90690" y="51243"/>
                </a:lnTo>
                <a:lnTo>
                  <a:pt x="90470" y="51150"/>
                </a:lnTo>
                <a:lnTo>
                  <a:pt x="90255" y="51052"/>
                </a:lnTo>
                <a:lnTo>
                  <a:pt x="90044" y="50948"/>
                </a:lnTo>
                <a:lnTo>
                  <a:pt x="89839" y="50839"/>
                </a:lnTo>
                <a:lnTo>
                  <a:pt x="89638" y="50724"/>
                </a:lnTo>
                <a:lnTo>
                  <a:pt x="89442" y="50603"/>
                </a:lnTo>
                <a:lnTo>
                  <a:pt x="89250" y="50477"/>
                </a:lnTo>
                <a:lnTo>
                  <a:pt x="89064" y="50345"/>
                </a:lnTo>
                <a:lnTo>
                  <a:pt x="88882" y="50209"/>
                </a:lnTo>
                <a:lnTo>
                  <a:pt x="88704" y="50068"/>
                </a:lnTo>
                <a:lnTo>
                  <a:pt x="88531" y="49925"/>
                </a:lnTo>
                <a:lnTo>
                  <a:pt x="88361" y="49777"/>
                </a:lnTo>
                <a:lnTo>
                  <a:pt x="88196" y="49626"/>
                </a:lnTo>
                <a:lnTo>
                  <a:pt x="88034" y="49472"/>
                </a:lnTo>
                <a:lnTo>
                  <a:pt x="87877" y="49313"/>
                </a:lnTo>
                <a:lnTo>
                  <a:pt x="87724" y="49152"/>
                </a:lnTo>
                <a:lnTo>
                  <a:pt x="87575" y="48986"/>
                </a:lnTo>
                <a:lnTo>
                  <a:pt x="87430" y="48817"/>
                </a:lnTo>
                <a:lnTo>
                  <a:pt x="87290" y="48644"/>
                </a:lnTo>
                <a:lnTo>
                  <a:pt x="87153" y="48468"/>
                </a:lnTo>
                <a:lnTo>
                  <a:pt x="87021" y="48288"/>
                </a:lnTo>
                <a:lnTo>
                  <a:pt x="86893" y="48105"/>
                </a:lnTo>
                <a:lnTo>
                  <a:pt x="86769" y="47917"/>
                </a:lnTo>
                <a:lnTo>
                  <a:pt x="86649" y="47727"/>
                </a:lnTo>
                <a:lnTo>
                  <a:pt x="86533" y="47532"/>
                </a:lnTo>
                <a:lnTo>
                  <a:pt x="86421" y="47334"/>
                </a:lnTo>
                <a:lnTo>
                  <a:pt x="86314" y="47133"/>
                </a:lnTo>
                <a:lnTo>
                  <a:pt x="86210" y="46928"/>
                </a:lnTo>
                <a:lnTo>
                  <a:pt x="86111" y="46719"/>
                </a:lnTo>
                <a:lnTo>
                  <a:pt x="86016" y="46506"/>
                </a:lnTo>
                <a:lnTo>
                  <a:pt x="85925" y="46290"/>
                </a:lnTo>
                <a:lnTo>
                  <a:pt x="85838" y="46071"/>
                </a:lnTo>
                <a:lnTo>
                  <a:pt x="85755" y="45848"/>
                </a:lnTo>
                <a:lnTo>
                  <a:pt x="85675" y="45625"/>
                </a:lnTo>
                <a:lnTo>
                  <a:pt x="85598" y="45400"/>
                </a:lnTo>
                <a:lnTo>
                  <a:pt x="85525" y="45174"/>
                </a:lnTo>
                <a:lnTo>
                  <a:pt x="85455" y="44946"/>
                </a:lnTo>
                <a:lnTo>
                  <a:pt x="85388" y="44717"/>
                </a:lnTo>
                <a:lnTo>
                  <a:pt x="85324" y="44486"/>
                </a:lnTo>
                <a:lnTo>
                  <a:pt x="85263" y="44255"/>
                </a:lnTo>
                <a:lnTo>
                  <a:pt x="85206" y="44021"/>
                </a:lnTo>
                <a:lnTo>
                  <a:pt x="85152" y="43787"/>
                </a:lnTo>
                <a:lnTo>
                  <a:pt x="85101" y="43551"/>
                </a:lnTo>
                <a:lnTo>
                  <a:pt x="85053" y="43313"/>
                </a:lnTo>
                <a:lnTo>
                  <a:pt x="85009" y="43074"/>
                </a:lnTo>
                <a:lnTo>
                  <a:pt x="84968" y="42834"/>
                </a:lnTo>
                <a:lnTo>
                  <a:pt x="84930" y="42593"/>
                </a:lnTo>
                <a:lnTo>
                  <a:pt x="84895" y="42350"/>
                </a:lnTo>
                <a:lnTo>
                  <a:pt x="84864" y="42105"/>
                </a:lnTo>
                <a:lnTo>
                  <a:pt x="84835" y="41860"/>
                </a:lnTo>
                <a:lnTo>
                  <a:pt x="84810" y="41613"/>
                </a:lnTo>
                <a:lnTo>
                  <a:pt x="84789" y="41364"/>
                </a:lnTo>
                <a:lnTo>
                  <a:pt x="84770" y="41114"/>
                </a:lnTo>
                <a:lnTo>
                  <a:pt x="84755" y="40863"/>
                </a:lnTo>
                <a:lnTo>
                  <a:pt x="84743" y="40610"/>
                </a:lnTo>
                <a:lnTo>
                  <a:pt x="84734" y="40356"/>
                </a:lnTo>
                <a:lnTo>
                  <a:pt x="114395" y="40356"/>
                </a:lnTo>
                <a:lnTo>
                  <a:pt x="114402" y="40315"/>
                </a:lnTo>
                <a:lnTo>
                  <a:pt x="114409" y="40273"/>
                </a:lnTo>
                <a:lnTo>
                  <a:pt x="114416" y="40229"/>
                </a:lnTo>
                <a:lnTo>
                  <a:pt x="114423" y="40184"/>
                </a:lnTo>
                <a:lnTo>
                  <a:pt x="114429" y="40138"/>
                </a:lnTo>
                <a:lnTo>
                  <a:pt x="114436" y="40089"/>
                </a:lnTo>
                <a:lnTo>
                  <a:pt x="114442" y="40040"/>
                </a:lnTo>
                <a:lnTo>
                  <a:pt x="114448" y="39989"/>
                </a:lnTo>
                <a:lnTo>
                  <a:pt x="114454" y="39937"/>
                </a:lnTo>
                <a:lnTo>
                  <a:pt x="114460" y="39883"/>
                </a:lnTo>
                <a:lnTo>
                  <a:pt x="114465" y="39827"/>
                </a:lnTo>
                <a:lnTo>
                  <a:pt x="114471" y="39771"/>
                </a:lnTo>
                <a:lnTo>
                  <a:pt x="114476" y="39713"/>
                </a:lnTo>
                <a:lnTo>
                  <a:pt x="114481" y="39653"/>
                </a:lnTo>
                <a:lnTo>
                  <a:pt x="114486" y="39592"/>
                </a:lnTo>
                <a:lnTo>
                  <a:pt x="114491" y="39529"/>
                </a:lnTo>
                <a:lnTo>
                  <a:pt x="114496" y="39465"/>
                </a:lnTo>
                <a:lnTo>
                  <a:pt x="114501" y="39400"/>
                </a:lnTo>
                <a:lnTo>
                  <a:pt x="114505" y="39333"/>
                </a:lnTo>
                <a:lnTo>
                  <a:pt x="114509" y="39265"/>
                </a:lnTo>
                <a:lnTo>
                  <a:pt x="114513" y="39195"/>
                </a:lnTo>
                <a:lnTo>
                  <a:pt x="114517" y="39124"/>
                </a:lnTo>
                <a:lnTo>
                  <a:pt x="114521" y="39051"/>
                </a:lnTo>
                <a:lnTo>
                  <a:pt x="114525" y="38977"/>
                </a:lnTo>
                <a:lnTo>
                  <a:pt x="114528" y="38903"/>
                </a:lnTo>
                <a:lnTo>
                  <a:pt x="114532" y="38830"/>
                </a:lnTo>
                <a:lnTo>
                  <a:pt x="114535" y="38759"/>
                </a:lnTo>
                <a:lnTo>
                  <a:pt x="114538" y="38689"/>
                </a:lnTo>
                <a:lnTo>
                  <a:pt x="114541" y="38620"/>
                </a:lnTo>
                <a:lnTo>
                  <a:pt x="114544" y="38552"/>
                </a:lnTo>
                <a:lnTo>
                  <a:pt x="114546" y="38486"/>
                </a:lnTo>
                <a:lnTo>
                  <a:pt x="114549" y="38421"/>
                </a:lnTo>
                <a:lnTo>
                  <a:pt x="114551" y="38357"/>
                </a:lnTo>
                <a:lnTo>
                  <a:pt x="114553" y="38294"/>
                </a:lnTo>
                <a:lnTo>
                  <a:pt x="114555" y="38233"/>
                </a:lnTo>
                <a:lnTo>
                  <a:pt x="114557" y="38173"/>
                </a:lnTo>
                <a:lnTo>
                  <a:pt x="114559" y="38115"/>
                </a:lnTo>
                <a:lnTo>
                  <a:pt x="114561" y="38057"/>
                </a:lnTo>
                <a:lnTo>
                  <a:pt x="114562" y="38001"/>
                </a:lnTo>
                <a:lnTo>
                  <a:pt x="114563" y="37947"/>
                </a:lnTo>
                <a:lnTo>
                  <a:pt x="114564" y="37893"/>
                </a:lnTo>
                <a:lnTo>
                  <a:pt x="114565" y="37841"/>
                </a:lnTo>
                <a:lnTo>
                  <a:pt x="114566" y="37790"/>
                </a:lnTo>
                <a:lnTo>
                  <a:pt x="114567" y="37741"/>
                </a:lnTo>
                <a:lnTo>
                  <a:pt x="114567" y="37692"/>
                </a:lnTo>
                <a:lnTo>
                  <a:pt x="114568" y="37645"/>
                </a:lnTo>
                <a:lnTo>
                  <a:pt x="114568" y="37600"/>
                </a:lnTo>
                <a:lnTo>
                  <a:pt x="114568" y="37555"/>
                </a:lnTo>
                <a:lnTo>
                  <a:pt x="114559" y="36703"/>
                </a:lnTo>
                <a:lnTo>
                  <a:pt x="114530" y="35867"/>
                </a:lnTo>
                <a:lnTo>
                  <a:pt x="114483" y="35047"/>
                </a:lnTo>
                <a:lnTo>
                  <a:pt x="114416" y="34244"/>
                </a:lnTo>
                <a:lnTo>
                  <a:pt x="114330" y="33457"/>
                </a:lnTo>
                <a:lnTo>
                  <a:pt x="114226" y="32687"/>
                </a:lnTo>
                <a:lnTo>
                  <a:pt x="114102" y="31934"/>
                </a:lnTo>
                <a:lnTo>
                  <a:pt x="113960" y="31196"/>
                </a:lnTo>
                <a:lnTo>
                  <a:pt x="113798" y="30476"/>
                </a:lnTo>
                <a:lnTo>
                  <a:pt x="113617" y="29772"/>
                </a:lnTo>
                <a:lnTo>
                  <a:pt x="113418" y="29084"/>
                </a:lnTo>
                <a:lnTo>
                  <a:pt x="113199" y="28413"/>
                </a:lnTo>
                <a:lnTo>
                  <a:pt x="112961" y="27758"/>
                </a:lnTo>
                <a:lnTo>
                  <a:pt x="112704" y="27120"/>
                </a:lnTo>
                <a:lnTo>
                  <a:pt x="112429" y="26498"/>
                </a:lnTo>
                <a:lnTo>
                  <a:pt x="112134" y="25893"/>
                </a:lnTo>
                <a:lnTo>
                  <a:pt x="111820" y="25304"/>
                </a:lnTo>
                <a:lnTo>
                  <a:pt x="111487" y="24732"/>
                </a:lnTo>
                <a:lnTo>
                  <a:pt x="111135" y="24176"/>
                </a:lnTo>
                <a:lnTo>
                  <a:pt x="110764" y="23637"/>
                </a:lnTo>
                <a:lnTo>
                  <a:pt x="110374" y="23114"/>
                </a:lnTo>
                <a:lnTo>
                  <a:pt x="109966" y="22608"/>
                </a:lnTo>
                <a:lnTo>
                  <a:pt x="109538" y="22118"/>
                </a:lnTo>
                <a:lnTo>
                  <a:pt x="109091" y="21645"/>
                </a:lnTo>
                <a:lnTo>
                  <a:pt x="108627" y="21190"/>
                </a:lnTo>
                <a:lnTo>
                  <a:pt x="108150" y="20754"/>
                </a:lnTo>
                <a:lnTo>
                  <a:pt x="107659" y="20337"/>
                </a:lnTo>
                <a:lnTo>
                  <a:pt x="107155" y="19940"/>
                </a:lnTo>
                <a:lnTo>
                  <a:pt x="106636" y="19562"/>
                </a:lnTo>
                <a:lnTo>
                  <a:pt x="106104" y="19204"/>
                </a:lnTo>
                <a:lnTo>
                  <a:pt x="105558" y="18864"/>
                </a:lnTo>
                <a:lnTo>
                  <a:pt x="104999" y="18545"/>
                </a:lnTo>
                <a:lnTo>
                  <a:pt x="104425" y="18244"/>
                </a:lnTo>
                <a:lnTo>
                  <a:pt x="103838" y="17963"/>
                </a:lnTo>
                <a:lnTo>
                  <a:pt x="103237" y="17702"/>
                </a:lnTo>
                <a:lnTo>
                  <a:pt x="102623" y="17460"/>
                </a:lnTo>
                <a:lnTo>
                  <a:pt x="101994" y="17237"/>
                </a:lnTo>
                <a:lnTo>
                  <a:pt x="101352" y="17033"/>
                </a:lnTo>
                <a:lnTo>
                  <a:pt x="100696" y="16849"/>
                </a:lnTo>
                <a:lnTo>
                  <a:pt x="100026" y="16685"/>
                </a:lnTo>
                <a:lnTo>
                  <a:pt x="99343" y="16539"/>
                </a:lnTo>
                <a:lnTo>
                  <a:pt x="98646" y="16413"/>
                </a:lnTo>
                <a:lnTo>
                  <a:pt x="97935" y="16307"/>
                </a:lnTo>
                <a:lnTo>
                  <a:pt x="97210" y="16220"/>
                </a:lnTo>
                <a:lnTo>
                  <a:pt x="96472" y="16152"/>
                </a:lnTo>
                <a:lnTo>
                  <a:pt x="95719" y="16103"/>
                </a:lnTo>
                <a:lnTo>
                  <a:pt x="94953" y="16074"/>
                </a:lnTo>
                <a:lnTo>
                  <a:pt x="94174" y="16065"/>
                </a:lnTo>
                <a:lnTo>
                  <a:pt x="93611" y="16069"/>
                </a:lnTo>
                <a:lnTo>
                  <a:pt x="93055" y="16083"/>
                </a:lnTo>
                <a:lnTo>
                  <a:pt x="92507" y="16106"/>
                </a:lnTo>
                <a:lnTo>
                  <a:pt x="91967" y="16138"/>
                </a:lnTo>
                <a:lnTo>
                  <a:pt x="91434" y="16180"/>
                </a:lnTo>
                <a:lnTo>
                  <a:pt x="90908" y="16230"/>
                </a:lnTo>
                <a:lnTo>
                  <a:pt x="90390" y="16290"/>
                </a:lnTo>
                <a:lnTo>
                  <a:pt x="89880" y="16359"/>
                </a:lnTo>
                <a:lnTo>
                  <a:pt x="89376" y="16437"/>
                </a:lnTo>
                <a:lnTo>
                  <a:pt x="88880" y="16525"/>
                </a:lnTo>
                <a:lnTo>
                  <a:pt x="88392" y="16621"/>
                </a:lnTo>
                <a:lnTo>
                  <a:pt x="87911" y="16727"/>
                </a:lnTo>
                <a:lnTo>
                  <a:pt x="87438" y="16842"/>
                </a:lnTo>
                <a:lnTo>
                  <a:pt x="86972" y="16967"/>
                </a:lnTo>
                <a:lnTo>
                  <a:pt x="86513" y="17100"/>
                </a:lnTo>
                <a:lnTo>
                  <a:pt x="86062" y="17243"/>
                </a:lnTo>
                <a:lnTo>
                  <a:pt x="85618" y="17395"/>
                </a:lnTo>
                <a:lnTo>
                  <a:pt x="85182" y="17556"/>
                </a:lnTo>
                <a:lnTo>
                  <a:pt x="84753" y="17726"/>
                </a:lnTo>
                <a:lnTo>
                  <a:pt x="84332" y="17905"/>
                </a:lnTo>
                <a:lnTo>
                  <a:pt x="83918" y="18094"/>
                </a:lnTo>
                <a:lnTo>
                  <a:pt x="83511" y="18292"/>
                </a:lnTo>
                <a:lnTo>
                  <a:pt x="83112" y="18499"/>
                </a:lnTo>
                <a:lnTo>
                  <a:pt x="82720" y="18715"/>
                </a:lnTo>
                <a:lnTo>
                  <a:pt x="82336" y="18940"/>
                </a:lnTo>
                <a:lnTo>
                  <a:pt x="81960" y="19173"/>
                </a:lnTo>
                <a:lnTo>
                  <a:pt x="81592" y="19413"/>
                </a:lnTo>
                <a:lnTo>
                  <a:pt x="81231" y="19662"/>
                </a:lnTo>
                <a:lnTo>
                  <a:pt x="80879" y="19918"/>
                </a:lnTo>
                <a:lnTo>
                  <a:pt x="80534" y="20182"/>
                </a:lnTo>
                <a:lnTo>
                  <a:pt x="80197" y="20454"/>
                </a:lnTo>
                <a:lnTo>
                  <a:pt x="79867" y="20733"/>
                </a:lnTo>
                <a:lnTo>
                  <a:pt x="79546" y="21021"/>
                </a:lnTo>
                <a:lnTo>
                  <a:pt x="79232" y="21316"/>
                </a:lnTo>
                <a:lnTo>
                  <a:pt x="78927" y="21619"/>
                </a:lnTo>
                <a:lnTo>
                  <a:pt x="78629" y="21930"/>
                </a:lnTo>
                <a:lnTo>
                  <a:pt x="78338" y="22249"/>
                </a:lnTo>
                <a:lnTo>
                  <a:pt x="78056" y="22576"/>
                </a:lnTo>
                <a:lnTo>
                  <a:pt x="77781" y="22911"/>
                </a:lnTo>
                <a:lnTo>
                  <a:pt x="77515" y="23253"/>
                </a:lnTo>
                <a:lnTo>
                  <a:pt x="77256" y="23603"/>
                </a:lnTo>
                <a:lnTo>
                  <a:pt x="77005" y="23961"/>
                </a:lnTo>
                <a:lnTo>
                  <a:pt x="76762" y="24327"/>
                </a:lnTo>
                <a:lnTo>
                  <a:pt x="76526" y="24701"/>
                </a:lnTo>
                <a:lnTo>
                  <a:pt x="76298" y="25082"/>
                </a:lnTo>
                <a:lnTo>
                  <a:pt x="76079" y="25472"/>
                </a:lnTo>
                <a:lnTo>
                  <a:pt x="75867" y="25869"/>
                </a:lnTo>
                <a:lnTo>
                  <a:pt x="75662" y="26274"/>
                </a:lnTo>
                <a:lnTo>
                  <a:pt x="75466" y="26686"/>
                </a:lnTo>
                <a:lnTo>
                  <a:pt x="75279" y="27105"/>
                </a:lnTo>
                <a:lnTo>
                  <a:pt x="75099" y="27530"/>
                </a:lnTo>
                <a:lnTo>
                  <a:pt x="74928" y="27962"/>
                </a:lnTo>
                <a:lnTo>
                  <a:pt x="74765" y="28400"/>
                </a:lnTo>
                <a:lnTo>
                  <a:pt x="74611" y="28845"/>
                </a:lnTo>
                <a:lnTo>
                  <a:pt x="74465" y="29297"/>
                </a:lnTo>
                <a:lnTo>
                  <a:pt x="74327" y="29755"/>
                </a:lnTo>
                <a:lnTo>
                  <a:pt x="74198" y="30219"/>
                </a:lnTo>
                <a:lnTo>
                  <a:pt x="74077" y="30690"/>
                </a:lnTo>
                <a:lnTo>
                  <a:pt x="73964" y="31168"/>
                </a:lnTo>
                <a:lnTo>
                  <a:pt x="73860" y="31652"/>
                </a:lnTo>
                <a:lnTo>
                  <a:pt x="73764" y="32142"/>
                </a:lnTo>
                <a:lnTo>
                  <a:pt x="73677" y="32640"/>
                </a:lnTo>
                <a:lnTo>
                  <a:pt x="73597" y="33144"/>
                </a:lnTo>
                <a:lnTo>
                  <a:pt x="73526" y="33654"/>
                </a:lnTo>
                <a:lnTo>
                  <a:pt x="73464" y="34171"/>
                </a:lnTo>
                <a:lnTo>
                  <a:pt x="73409" y="34694"/>
                </a:lnTo>
                <a:lnTo>
                  <a:pt x="73364" y="35224"/>
                </a:lnTo>
                <a:lnTo>
                  <a:pt x="73326" y="35761"/>
                </a:lnTo>
                <a:lnTo>
                  <a:pt x="73297" y="36304"/>
                </a:lnTo>
                <a:lnTo>
                  <a:pt x="73276" y="36853"/>
                </a:lnTo>
                <a:lnTo>
                  <a:pt x="73263" y="37409"/>
                </a:lnTo>
                <a:lnTo>
                  <a:pt x="73259" y="37972"/>
                </a:lnTo>
                <a:lnTo>
                  <a:pt x="73264" y="38553"/>
                </a:lnTo>
                <a:lnTo>
                  <a:pt x="73276" y="39126"/>
                </a:lnTo>
                <a:lnTo>
                  <a:pt x="73298" y="39693"/>
                </a:lnTo>
                <a:lnTo>
                  <a:pt x="73328" y="40253"/>
                </a:lnTo>
                <a:lnTo>
                  <a:pt x="73366" y="40806"/>
                </a:lnTo>
                <a:lnTo>
                  <a:pt x="73414" y="41351"/>
                </a:lnTo>
                <a:lnTo>
                  <a:pt x="73469" y="41890"/>
                </a:lnTo>
                <a:lnTo>
                  <a:pt x="73534" y="42422"/>
                </a:lnTo>
                <a:lnTo>
                  <a:pt x="73606" y="42947"/>
                </a:lnTo>
                <a:lnTo>
                  <a:pt x="73688" y="43464"/>
                </a:lnTo>
                <a:lnTo>
                  <a:pt x="73778" y="43975"/>
                </a:lnTo>
                <a:lnTo>
                  <a:pt x="73876" y="44479"/>
                </a:lnTo>
                <a:lnTo>
                  <a:pt x="73983" y="44976"/>
                </a:lnTo>
                <a:lnTo>
                  <a:pt x="74099" y="45466"/>
                </a:lnTo>
                <a:lnTo>
                  <a:pt x="74223" y="45948"/>
                </a:lnTo>
                <a:lnTo>
                  <a:pt x="74356" y="46424"/>
                </a:lnTo>
                <a:lnTo>
                  <a:pt x="74498" y="46893"/>
                </a:lnTo>
                <a:lnTo>
                  <a:pt x="74648" y="47355"/>
                </a:lnTo>
                <a:lnTo>
                  <a:pt x="74806" y="47809"/>
                </a:lnTo>
                <a:lnTo>
                  <a:pt x="74973" y="48257"/>
                </a:lnTo>
                <a:lnTo>
                  <a:pt x="75149" y="48698"/>
                </a:lnTo>
                <a:lnTo>
                  <a:pt x="75333" y="49132"/>
                </a:lnTo>
                <a:lnTo>
                  <a:pt x="75526" y="49559"/>
                </a:lnTo>
                <a:lnTo>
                  <a:pt x="75727" y="49979"/>
                </a:lnTo>
                <a:lnTo>
                  <a:pt x="75937" y="50391"/>
                </a:lnTo>
                <a:lnTo>
                  <a:pt x="76155" y="50795"/>
                </a:lnTo>
                <a:lnTo>
                  <a:pt x="76381" y="51190"/>
                </a:lnTo>
                <a:lnTo>
                  <a:pt x="76615" y="51578"/>
                </a:lnTo>
                <a:lnTo>
                  <a:pt x="76857" y="51958"/>
                </a:lnTo>
                <a:lnTo>
                  <a:pt x="77108" y="52329"/>
                </a:lnTo>
                <a:lnTo>
                  <a:pt x="77366" y="52693"/>
                </a:lnTo>
                <a:lnTo>
                  <a:pt x="77633" y="53048"/>
                </a:lnTo>
                <a:lnTo>
                  <a:pt x="77907" y="53395"/>
                </a:lnTo>
                <a:lnTo>
                  <a:pt x="78190" y="53734"/>
                </a:lnTo>
                <a:lnTo>
                  <a:pt x="78481" y="54064"/>
                </a:lnTo>
                <a:lnTo>
                  <a:pt x="78780" y="54387"/>
                </a:lnTo>
                <a:lnTo>
                  <a:pt x="79087" y="54702"/>
                </a:lnTo>
                <a:lnTo>
                  <a:pt x="79403" y="55008"/>
                </a:lnTo>
                <a:lnTo>
                  <a:pt x="79726" y="55306"/>
                </a:lnTo>
                <a:lnTo>
                  <a:pt x="80057" y="55596"/>
                </a:lnTo>
                <a:lnTo>
                  <a:pt x="80397" y="55878"/>
                </a:lnTo>
                <a:lnTo>
                  <a:pt x="80745" y="56152"/>
                </a:lnTo>
                <a:lnTo>
                  <a:pt x="81101" y="56418"/>
                </a:lnTo>
                <a:lnTo>
                  <a:pt x="81465" y="56675"/>
                </a:lnTo>
                <a:lnTo>
                  <a:pt x="81837" y="56924"/>
                </a:lnTo>
                <a:lnTo>
                  <a:pt x="82217" y="57166"/>
                </a:lnTo>
                <a:lnTo>
                  <a:pt x="82605" y="57399"/>
                </a:lnTo>
                <a:lnTo>
                  <a:pt x="83002" y="57624"/>
                </a:lnTo>
                <a:lnTo>
                  <a:pt x="83406" y="57840"/>
                </a:lnTo>
                <a:lnTo>
                  <a:pt x="83819" y="58047"/>
                </a:lnTo>
                <a:lnTo>
                  <a:pt x="84239" y="58245"/>
                </a:lnTo>
                <a:lnTo>
                  <a:pt x="84667" y="58434"/>
                </a:lnTo>
                <a:lnTo>
                  <a:pt x="85102" y="58613"/>
                </a:lnTo>
                <a:lnTo>
                  <a:pt x="85546" y="58784"/>
                </a:lnTo>
                <a:lnTo>
                  <a:pt x="85997" y="58945"/>
                </a:lnTo>
                <a:lnTo>
                  <a:pt x="86456" y="59096"/>
                </a:lnTo>
                <a:lnTo>
                  <a:pt x="86923" y="59239"/>
                </a:lnTo>
                <a:lnTo>
                  <a:pt x="87398" y="59373"/>
                </a:lnTo>
                <a:lnTo>
                  <a:pt x="87881" y="59497"/>
                </a:lnTo>
                <a:lnTo>
                  <a:pt x="88371" y="59612"/>
                </a:lnTo>
                <a:lnTo>
                  <a:pt x="88869" y="59718"/>
                </a:lnTo>
                <a:lnTo>
                  <a:pt x="89376" y="59814"/>
                </a:lnTo>
                <a:lnTo>
                  <a:pt x="89889" y="59902"/>
                </a:lnTo>
                <a:lnTo>
                  <a:pt x="90411" y="59980"/>
                </a:lnTo>
                <a:lnTo>
                  <a:pt x="90941" y="60049"/>
                </a:lnTo>
                <a:lnTo>
                  <a:pt x="91478" y="60109"/>
                </a:lnTo>
                <a:lnTo>
                  <a:pt x="92023" y="60160"/>
                </a:lnTo>
                <a:lnTo>
                  <a:pt x="92576" y="60201"/>
                </a:lnTo>
                <a:lnTo>
                  <a:pt x="93137" y="60233"/>
                </a:lnTo>
                <a:lnTo>
                  <a:pt x="93706" y="60256"/>
                </a:lnTo>
                <a:lnTo>
                  <a:pt x="94282" y="60270"/>
                </a:lnTo>
                <a:lnTo>
                  <a:pt x="94866" y="60275"/>
                </a:lnTo>
                <a:lnTo>
                  <a:pt x="95344" y="60272"/>
                </a:lnTo>
                <a:lnTo>
                  <a:pt x="95816" y="60263"/>
                </a:lnTo>
                <a:lnTo>
                  <a:pt x="96283" y="60249"/>
                </a:lnTo>
                <a:lnTo>
                  <a:pt x="96746" y="60229"/>
                </a:lnTo>
                <a:lnTo>
                  <a:pt x="97203" y="60203"/>
                </a:lnTo>
                <a:close/>
                <a:moveTo>
                  <a:pt x="85071" y="31334"/>
                </a:moveTo>
                <a:lnTo>
                  <a:pt x="85136" y="31006"/>
                </a:lnTo>
                <a:lnTo>
                  <a:pt x="85209" y="30685"/>
                </a:lnTo>
                <a:lnTo>
                  <a:pt x="85290" y="30372"/>
                </a:lnTo>
                <a:lnTo>
                  <a:pt x="85378" y="30066"/>
                </a:lnTo>
                <a:lnTo>
                  <a:pt x="85475" y="29767"/>
                </a:lnTo>
                <a:lnTo>
                  <a:pt x="85580" y="29476"/>
                </a:lnTo>
                <a:lnTo>
                  <a:pt x="85692" y="29192"/>
                </a:lnTo>
                <a:lnTo>
                  <a:pt x="85812" y="28915"/>
                </a:lnTo>
                <a:lnTo>
                  <a:pt x="85941" y="28645"/>
                </a:lnTo>
                <a:lnTo>
                  <a:pt x="86077" y="28383"/>
                </a:lnTo>
                <a:lnTo>
                  <a:pt x="86221" y="28128"/>
                </a:lnTo>
                <a:lnTo>
                  <a:pt x="86373" y="27880"/>
                </a:lnTo>
                <a:lnTo>
                  <a:pt x="86532" y="27640"/>
                </a:lnTo>
                <a:lnTo>
                  <a:pt x="86700" y="27407"/>
                </a:lnTo>
                <a:lnTo>
                  <a:pt x="86876" y="27181"/>
                </a:lnTo>
                <a:lnTo>
                  <a:pt x="87059" y="26962"/>
                </a:lnTo>
                <a:lnTo>
                  <a:pt x="87250" y="26751"/>
                </a:lnTo>
                <a:lnTo>
                  <a:pt x="87450" y="26547"/>
                </a:lnTo>
                <a:lnTo>
                  <a:pt x="87657" y="26350"/>
                </a:lnTo>
                <a:lnTo>
                  <a:pt x="87870" y="26161"/>
                </a:lnTo>
                <a:lnTo>
                  <a:pt x="88089" y="25980"/>
                </a:lnTo>
                <a:lnTo>
                  <a:pt x="88313" y="25807"/>
                </a:lnTo>
                <a:lnTo>
                  <a:pt x="88541" y="25642"/>
                </a:lnTo>
                <a:lnTo>
                  <a:pt x="88775" y="25485"/>
                </a:lnTo>
                <a:lnTo>
                  <a:pt x="89014" y="25336"/>
                </a:lnTo>
                <a:lnTo>
                  <a:pt x="89258" y="25195"/>
                </a:lnTo>
                <a:lnTo>
                  <a:pt x="89507" y="25062"/>
                </a:lnTo>
                <a:lnTo>
                  <a:pt x="89761" y="24937"/>
                </a:lnTo>
                <a:lnTo>
                  <a:pt x="90020" y="24821"/>
                </a:lnTo>
                <a:lnTo>
                  <a:pt x="90283" y="24712"/>
                </a:lnTo>
                <a:lnTo>
                  <a:pt x="90553" y="24611"/>
                </a:lnTo>
                <a:lnTo>
                  <a:pt x="90827" y="24519"/>
                </a:lnTo>
                <a:lnTo>
                  <a:pt x="91106" y="24434"/>
                </a:lnTo>
                <a:lnTo>
                  <a:pt x="91390" y="24358"/>
                </a:lnTo>
                <a:lnTo>
                  <a:pt x="91679" y="24289"/>
                </a:lnTo>
                <a:lnTo>
                  <a:pt x="91973" y="24229"/>
                </a:lnTo>
                <a:lnTo>
                  <a:pt x="92272" y="24177"/>
                </a:lnTo>
                <a:lnTo>
                  <a:pt x="92577" y="24133"/>
                </a:lnTo>
                <a:lnTo>
                  <a:pt x="92886" y="24096"/>
                </a:lnTo>
                <a:lnTo>
                  <a:pt x="93200" y="24068"/>
                </a:lnTo>
                <a:lnTo>
                  <a:pt x="93520" y="24048"/>
                </a:lnTo>
                <a:lnTo>
                  <a:pt x="93844" y="24036"/>
                </a:lnTo>
                <a:lnTo>
                  <a:pt x="94174" y="24032"/>
                </a:lnTo>
                <a:lnTo>
                  <a:pt x="94496" y="24036"/>
                </a:lnTo>
                <a:lnTo>
                  <a:pt x="94813" y="24048"/>
                </a:lnTo>
                <a:lnTo>
                  <a:pt x="95126" y="24067"/>
                </a:lnTo>
                <a:lnTo>
                  <a:pt x="95433" y="24094"/>
                </a:lnTo>
                <a:lnTo>
                  <a:pt x="95736" y="24130"/>
                </a:lnTo>
                <a:lnTo>
                  <a:pt x="96034" y="24173"/>
                </a:lnTo>
                <a:lnTo>
                  <a:pt x="96327" y="24223"/>
                </a:lnTo>
                <a:lnTo>
                  <a:pt x="96615" y="24282"/>
                </a:lnTo>
                <a:lnTo>
                  <a:pt x="96898" y="24349"/>
                </a:lnTo>
                <a:lnTo>
                  <a:pt x="97177" y="24423"/>
                </a:lnTo>
                <a:lnTo>
                  <a:pt x="97450" y="24505"/>
                </a:lnTo>
                <a:lnTo>
                  <a:pt x="97719" y="24595"/>
                </a:lnTo>
                <a:lnTo>
                  <a:pt x="97982" y="24693"/>
                </a:lnTo>
                <a:lnTo>
                  <a:pt x="98241" y="24798"/>
                </a:lnTo>
                <a:lnTo>
                  <a:pt x="98495" y="24911"/>
                </a:lnTo>
                <a:lnTo>
                  <a:pt x="98744" y="25033"/>
                </a:lnTo>
                <a:lnTo>
                  <a:pt x="98988" y="25162"/>
                </a:lnTo>
                <a:lnTo>
                  <a:pt x="99228" y="25298"/>
                </a:lnTo>
                <a:lnTo>
                  <a:pt x="99462" y="25443"/>
                </a:lnTo>
                <a:lnTo>
                  <a:pt x="99691" y="25596"/>
                </a:lnTo>
                <a:lnTo>
                  <a:pt x="99916" y="25756"/>
                </a:lnTo>
                <a:lnTo>
                  <a:pt x="100136" y="25924"/>
                </a:lnTo>
                <a:lnTo>
                  <a:pt x="100350" y="26100"/>
                </a:lnTo>
                <a:lnTo>
                  <a:pt x="100560" y="26284"/>
                </a:lnTo>
                <a:lnTo>
                  <a:pt x="100764" y="26475"/>
                </a:lnTo>
                <a:lnTo>
                  <a:pt x="100959" y="26675"/>
                </a:lnTo>
                <a:lnTo>
                  <a:pt x="101146" y="26882"/>
                </a:lnTo>
                <a:lnTo>
                  <a:pt x="101325" y="27098"/>
                </a:lnTo>
                <a:lnTo>
                  <a:pt x="101495" y="27321"/>
                </a:lnTo>
                <a:lnTo>
                  <a:pt x="101658" y="27553"/>
                </a:lnTo>
                <a:lnTo>
                  <a:pt x="101812" y="27792"/>
                </a:lnTo>
                <a:lnTo>
                  <a:pt x="101958" y="28040"/>
                </a:lnTo>
                <a:lnTo>
                  <a:pt x="102096" y="28295"/>
                </a:lnTo>
                <a:lnTo>
                  <a:pt x="102226" y="28558"/>
                </a:lnTo>
                <a:lnTo>
                  <a:pt x="102347" y="28830"/>
                </a:lnTo>
                <a:lnTo>
                  <a:pt x="102460" y="29109"/>
                </a:lnTo>
                <a:lnTo>
                  <a:pt x="102565" y="29396"/>
                </a:lnTo>
                <a:lnTo>
                  <a:pt x="102662" y="29691"/>
                </a:lnTo>
                <a:lnTo>
                  <a:pt x="102751" y="29995"/>
                </a:lnTo>
                <a:lnTo>
                  <a:pt x="102831" y="30306"/>
                </a:lnTo>
                <a:lnTo>
                  <a:pt x="102904" y="30625"/>
                </a:lnTo>
                <a:lnTo>
                  <a:pt x="102968" y="30952"/>
                </a:lnTo>
                <a:lnTo>
                  <a:pt x="103024" y="31287"/>
                </a:lnTo>
                <a:lnTo>
                  <a:pt x="103071" y="31630"/>
                </a:lnTo>
                <a:lnTo>
                  <a:pt x="103111" y="31981"/>
                </a:lnTo>
                <a:lnTo>
                  <a:pt x="103142" y="32340"/>
                </a:lnTo>
                <a:lnTo>
                  <a:pt x="103165" y="32707"/>
                </a:lnTo>
                <a:lnTo>
                  <a:pt x="103180" y="33082"/>
                </a:lnTo>
                <a:lnTo>
                  <a:pt x="84864" y="33082"/>
                </a:lnTo>
                <a:lnTo>
                  <a:pt x="84889" y="32718"/>
                </a:lnTo>
                <a:lnTo>
                  <a:pt x="84923" y="32361"/>
                </a:lnTo>
                <a:lnTo>
                  <a:pt x="84964" y="32011"/>
                </a:lnTo>
                <a:lnTo>
                  <a:pt x="85014" y="31669"/>
                </a:lnTo>
                <a:lnTo>
                  <a:pt x="85071" y="31334"/>
                </a:lnTo>
                <a:close/>
                <a:moveTo>
                  <a:pt x="227012" y="60203"/>
                </a:moveTo>
                <a:lnTo>
                  <a:pt x="227465" y="60172"/>
                </a:lnTo>
                <a:lnTo>
                  <a:pt x="227912" y="60135"/>
                </a:lnTo>
                <a:lnTo>
                  <a:pt x="228354" y="60092"/>
                </a:lnTo>
                <a:lnTo>
                  <a:pt x="228791" y="60043"/>
                </a:lnTo>
                <a:lnTo>
                  <a:pt x="229223" y="59989"/>
                </a:lnTo>
                <a:lnTo>
                  <a:pt x="229650" y="59929"/>
                </a:lnTo>
                <a:lnTo>
                  <a:pt x="230072" y="59863"/>
                </a:lnTo>
                <a:lnTo>
                  <a:pt x="230489" y="59792"/>
                </a:lnTo>
                <a:lnTo>
                  <a:pt x="230901" y="59715"/>
                </a:lnTo>
                <a:lnTo>
                  <a:pt x="231308" y="59632"/>
                </a:lnTo>
                <a:lnTo>
                  <a:pt x="231710" y="59543"/>
                </a:lnTo>
                <a:lnTo>
                  <a:pt x="232107" y="59449"/>
                </a:lnTo>
                <a:lnTo>
                  <a:pt x="232498" y="59349"/>
                </a:lnTo>
                <a:lnTo>
                  <a:pt x="232885" y="59243"/>
                </a:lnTo>
                <a:lnTo>
                  <a:pt x="233267" y="59132"/>
                </a:lnTo>
                <a:lnTo>
                  <a:pt x="233643" y="59015"/>
                </a:lnTo>
                <a:lnTo>
                  <a:pt x="234015" y="58892"/>
                </a:lnTo>
                <a:lnTo>
                  <a:pt x="234382" y="58763"/>
                </a:lnTo>
                <a:lnTo>
                  <a:pt x="234743" y="58629"/>
                </a:lnTo>
                <a:lnTo>
                  <a:pt x="235099" y="58489"/>
                </a:lnTo>
                <a:lnTo>
                  <a:pt x="235449" y="58343"/>
                </a:lnTo>
                <a:lnTo>
                  <a:pt x="235792" y="58191"/>
                </a:lnTo>
                <a:lnTo>
                  <a:pt x="236129" y="58034"/>
                </a:lnTo>
                <a:lnTo>
                  <a:pt x="236459" y="57870"/>
                </a:lnTo>
                <a:lnTo>
                  <a:pt x="236784" y="57701"/>
                </a:lnTo>
                <a:lnTo>
                  <a:pt x="237102" y="57526"/>
                </a:lnTo>
                <a:lnTo>
                  <a:pt x="237413" y="57345"/>
                </a:lnTo>
                <a:lnTo>
                  <a:pt x="237719" y="57158"/>
                </a:lnTo>
                <a:lnTo>
                  <a:pt x="238018" y="56965"/>
                </a:lnTo>
                <a:lnTo>
                  <a:pt x="238311" y="56766"/>
                </a:lnTo>
                <a:lnTo>
                  <a:pt x="238597" y="56562"/>
                </a:lnTo>
                <a:lnTo>
                  <a:pt x="238877" y="56351"/>
                </a:lnTo>
                <a:lnTo>
                  <a:pt x="239151" y="56135"/>
                </a:lnTo>
                <a:lnTo>
                  <a:pt x="239418" y="55913"/>
                </a:lnTo>
                <a:lnTo>
                  <a:pt x="239679" y="55685"/>
                </a:lnTo>
                <a:lnTo>
                  <a:pt x="239934" y="55451"/>
                </a:lnTo>
                <a:lnTo>
                  <a:pt x="240183" y="55211"/>
                </a:lnTo>
                <a:lnTo>
                  <a:pt x="240425" y="54966"/>
                </a:lnTo>
                <a:lnTo>
                  <a:pt x="240661" y="54714"/>
                </a:lnTo>
                <a:lnTo>
                  <a:pt x="240891" y="54457"/>
                </a:lnTo>
                <a:lnTo>
                  <a:pt x="241114" y="54194"/>
                </a:lnTo>
                <a:lnTo>
                  <a:pt x="241331" y="53925"/>
                </a:lnTo>
                <a:lnTo>
                  <a:pt x="241541" y="53650"/>
                </a:lnTo>
                <a:lnTo>
                  <a:pt x="241745" y="53369"/>
                </a:lnTo>
                <a:lnTo>
                  <a:pt x="241941" y="53082"/>
                </a:lnTo>
                <a:lnTo>
                  <a:pt x="242128" y="52790"/>
                </a:lnTo>
                <a:lnTo>
                  <a:pt x="242308" y="52492"/>
                </a:lnTo>
                <a:lnTo>
                  <a:pt x="242480" y="52188"/>
                </a:lnTo>
                <a:lnTo>
                  <a:pt x="242644" y="51878"/>
                </a:lnTo>
                <a:lnTo>
                  <a:pt x="242800" y="51563"/>
                </a:lnTo>
                <a:lnTo>
                  <a:pt x="242949" y="51242"/>
                </a:lnTo>
                <a:lnTo>
                  <a:pt x="243089" y="50915"/>
                </a:lnTo>
                <a:lnTo>
                  <a:pt x="243222" y="50582"/>
                </a:lnTo>
                <a:lnTo>
                  <a:pt x="243346" y="50243"/>
                </a:lnTo>
                <a:lnTo>
                  <a:pt x="243463" y="49899"/>
                </a:lnTo>
                <a:lnTo>
                  <a:pt x="243572" y="49548"/>
                </a:lnTo>
                <a:lnTo>
                  <a:pt x="243673" y="49192"/>
                </a:lnTo>
                <a:lnTo>
                  <a:pt x="243766" y="48831"/>
                </a:lnTo>
                <a:lnTo>
                  <a:pt x="243851" y="48463"/>
                </a:lnTo>
                <a:lnTo>
                  <a:pt x="243928" y="48090"/>
                </a:lnTo>
                <a:lnTo>
                  <a:pt x="243997" y="47711"/>
                </a:lnTo>
                <a:lnTo>
                  <a:pt x="244059" y="47326"/>
                </a:lnTo>
                <a:lnTo>
                  <a:pt x="244112" y="46935"/>
                </a:lnTo>
                <a:lnTo>
                  <a:pt x="244158" y="46538"/>
                </a:lnTo>
                <a:lnTo>
                  <a:pt x="244196" y="46136"/>
                </a:lnTo>
                <a:lnTo>
                  <a:pt x="244226" y="45728"/>
                </a:lnTo>
                <a:lnTo>
                  <a:pt x="244248" y="45314"/>
                </a:lnTo>
                <a:lnTo>
                  <a:pt x="232946" y="45314"/>
                </a:lnTo>
                <a:lnTo>
                  <a:pt x="232939" y="45587"/>
                </a:lnTo>
                <a:lnTo>
                  <a:pt x="232924" y="45853"/>
                </a:lnTo>
                <a:lnTo>
                  <a:pt x="232901" y="46114"/>
                </a:lnTo>
                <a:lnTo>
                  <a:pt x="232870" y="46370"/>
                </a:lnTo>
                <a:lnTo>
                  <a:pt x="232832" y="46619"/>
                </a:lnTo>
                <a:lnTo>
                  <a:pt x="232787" y="46863"/>
                </a:lnTo>
                <a:lnTo>
                  <a:pt x="232733" y="47102"/>
                </a:lnTo>
                <a:lnTo>
                  <a:pt x="232672" y="47334"/>
                </a:lnTo>
                <a:lnTo>
                  <a:pt x="232603" y="47561"/>
                </a:lnTo>
                <a:lnTo>
                  <a:pt x="232527" y="47783"/>
                </a:lnTo>
                <a:lnTo>
                  <a:pt x="232443" y="47998"/>
                </a:lnTo>
                <a:lnTo>
                  <a:pt x="232351" y="48209"/>
                </a:lnTo>
                <a:lnTo>
                  <a:pt x="232251" y="48413"/>
                </a:lnTo>
                <a:lnTo>
                  <a:pt x="232144" y="48612"/>
                </a:lnTo>
                <a:lnTo>
                  <a:pt x="232029" y="48805"/>
                </a:lnTo>
                <a:lnTo>
                  <a:pt x="231907" y="48992"/>
                </a:lnTo>
                <a:lnTo>
                  <a:pt x="231777" y="49174"/>
                </a:lnTo>
                <a:lnTo>
                  <a:pt x="231639" y="49350"/>
                </a:lnTo>
                <a:lnTo>
                  <a:pt x="231494" y="49521"/>
                </a:lnTo>
                <a:lnTo>
                  <a:pt x="231340" y="49686"/>
                </a:lnTo>
                <a:lnTo>
                  <a:pt x="231180" y="49845"/>
                </a:lnTo>
                <a:lnTo>
                  <a:pt x="231011" y="49998"/>
                </a:lnTo>
                <a:lnTo>
                  <a:pt x="230835" y="50146"/>
                </a:lnTo>
                <a:lnTo>
                  <a:pt x="230651" y="50288"/>
                </a:lnTo>
                <a:lnTo>
                  <a:pt x="230461" y="50425"/>
                </a:lnTo>
                <a:lnTo>
                  <a:pt x="230266" y="50556"/>
                </a:lnTo>
                <a:lnTo>
                  <a:pt x="230065" y="50680"/>
                </a:lnTo>
                <a:lnTo>
                  <a:pt x="229860" y="50799"/>
                </a:lnTo>
                <a:lnTo>
                  <a:pt x="229649" y="50913"/>
                </a:lnTo>
                <a:lnTo>
                  <a:pt x="229433" y="51020"/>
                </a:lnTo>
                <a:lnTo>
                  <a:pt x="229213" y="51122"/>
                </a:lnTo>
                <a:lnTo>
                  <a:pt x="228987" y="51218"/>
                </a:lnTo>
                <a:lnTo>
                  <a:pt x="228756" y="51308"/>
                </a:lnTo>
                <a:lnTo>
                  <a:pt x="228519" y="51392"/>
                </a:lnTo>
                <a:lnTo>
                  <a:pt x="228278" y="51470"/>
                </a:lnTo>
                <a:lnTo>
                  <a:pt x="228032" y="51543"/>
                </a:lnTo>
                <a:lnTo>
                  <a:pt x="227780" y="51610"/>
                </a:lnTo>
                <a:lnTo>
                  <a:pt x="227523" y="51670"/>
                </a:lnTo>
                <a:lnTo>
                  <a:pt x="227262" y="51726"/>
                </a:lnTo>
                <a:lnTo>
                  <a:pt x="226995" y="51775"/>
                </a:lnTo>
                <a:lnTo>
                  <a:pt x="226723" y="51819"/>
                </a:lnTo>
                <a:lnTo>
                  <a:pt x="226446" y="51856"/>
                </a:lnTo>
                <a:lnTo>
                  <a:pt x="226163" y="51888"/>
                </a:lnTo>
                <a:lnTo>
                  <a:pt x="225876" y="51914"/>
                </a:lnTo>
                <a:lnTo>
                  <a:pt x="225584" y="51935"/>
                </a:lnTo>
                <a:lnTo>
                  <a:pt x="225286" y="51949"/>
                </a:lnTo>
                <a:lnTo>
                  <a:pt x="224984" y="51958"/>
                </a:lnTo>
                <a:lnTo>
                  <a:pt x="224676" y="51961"/>
                </a:lnTo>
                <a:lnTo>
                  <a:pt x="224379" y="51958"/>
                </a:lnTo>
                <a:lnTo>
                  <a:pt x="224086" y="51950"/>
                </a:lnTo>
                <a:lnTo>
                  <a:pt x="223799" y="51936"/>
                </a:lnTo>
                <a:lnTo>
                  <a:pt x="223516" y="51916"/>
                </a:lnTo>
                <a:lnTo>
                  <a:pt x="223238" y="51891"/>
                </a:lnTo>
                <a:lnTo>
                  <a:pt x="222965" y="51860"/>
                </a:lnTo>
                <a:lnTo>
                  <a:pt x="222697" y="51823"/>
                </a:lnTo>
                <a:lnTo>
                  <a:pt x="222434" y="51781"/>
                </a:lnTo>
                <a:lnTo>
                  <a:pt x="222175" y="51734"/>
                </a:lnTo>
                <a:lnTo>
                  <a:pt x="221921" y="51680"/>
                </a:lnTo>
                <a:lnTo>
                  <a:pt x="221672" y="51621"/>
                </a:lnTo>
                <a:lnTo>
                  <a:pt x="221428" y="51557"/>
                </a:lnTo>
                <a:lnTo>
                  <a:pt x="221189" y="51487"/>
                </a:lnTo>
                <a:lnTo>
                  <a:pt x="220954" y="51411"/>
                </a:lnTo>
                <a:lnTo>
                  <a:pt x="220725" y="51330"/>
                </a:lnTo>
                <a:lnTo>
                  <a:pt x="220500" y="51243"/>
                </a:lnTo>
                <a:lnTo>
                  <a:pt x="220280" y="51150"/>
                </a:lnTo>
                <a:lnTo>
                  <a:pt x="220064" y="51052"/>
                </a:lnTo>
                <a:lnTo>
                  <a:pt x="219854" y="50948"/>
                </a:lnTo>
                <a:lnTo>
                  <a:pt x="219648" y="50839"/>
                </a:lnTo>
                <a:lnTo>
                  <a:pt x="219447" y="50724"/>
                </a:lnTo>
                <a:lnTo>
                  <a:pt x="219251" y="50603"/>
                </a:lnTo>
                <a:lnTo>
                  <a:pt x="219060" y="50477"/>
                </a:lnTo>
                <a:lnTo>
                  <a:pt x="218873" y="50345"/>
                </a:lnTo>
                <a:lnTo>
                  <a:pt x="218692" y="50209"/>
                </a:lnTo>
                <a:lnTo>
                  <a:pt x="218514" y="50068"/>
                </a:lnTo>
                <a:lnTo>
                  <a:pt x="218340" y="49925"/>
                </a:lnTo>
                <a:lnTo>
                  <a:pt x="218170" y="49777"/>
                </a:lnTo>
                <a:lnTo>
                  <a:pt x="218005" y="49626"/>
                </a:lnTo>
                <a:lnTo>
                  <a:pt x="217844" y="49472"/>
                </a:lnTo>
                <a:lnTo>
                  <a:pt x="217687" y="49313"/>
                </a:lnTo>
                <a:lnTo>
                  <a:pt x="217534" y="49152"/>
                </a:lnTo>
                <a:lnTo>
                  <a:pt x="217385" y="48986"/>
                </a:lnTo>
                <a:lnTo>
                  <a:pt x="217240" y="48817"/>
                </a:lnTo>
                <a:lnTo>
                  <a:pt x="217099" y="48644"/>
                </a:lnTo>
                <a:lnTo>
                  <a:pt x="216963" y="48468"/>
                </a:lnTo>
                <a:lnTo>
                  <a:pt x="216830" y="48288"/>
                </a:lnTo>
                <a:lnTo>
                  <a:pt x="216702" y="48105"/>
                </a:lnTo>
                <a:lnTo>
                  <a:pt x="216578" y="47917"/>
                </a:lnTo>
                <a:lnTo>
                  <a:pt x="216458" y="47727"/>
                </a:lnTo>
                <a:lnTo>
                  <a:pt x="216342" y="47532"/>
                </a:lnTo>
                <a:lnTo>
                  <a:pt x="216231" y="47334"/>
                </a:lnTo>
                <a:lnTo>
                  <a:pt x="216123" y="47133"/>
                </a:lnTo>
                <a:lnTo>
                  <a:pt x="216020" y="46928"/>
                </a:lnTo>
                <a:lnTo>
                  <a:pt x="215921" y="46719"/>
                </a:lnTo>
                <a:lnTo>
                  <a:pt x="215825" y="46506"/>
                </a:lnTo>
                <a:lnTo>
                  <a:pt x="215734" y="46290"/>
                </a:lnTo>
                <a:lnTo>
                  <a:pt x="215648" y="46071"/>
                </a:lnTo>
                <a:lnTo>
                  <a:pt x="215564" y="45848"/>
                </a:lnTo>
                <a:lnTo>
                  <a:pt x="215484" y="45625"/>
                </a:lnTo>
                <a:lnTo>
                  <a:pt x="215408" y="45400"/>
                </a:lnTo>
                <a:lnTo>
                  <a:pt x="215334" y="45174"/>
                </a:lnTo>
                <a:lnTo>
                  <a:pt x="215264" y="44946"/>
                </a:lnTo>
                <a:lnTo>
                  <a:pt x="215197" y="44717"/>
                </a:lnTo>
                <a:lnTo>
                  <a:pt x="215133" y="44486"/>
                </a:lnTo>
                <a:lnTo>
                  <a:pt x="215073" y="44255"/>
                </a:lnTo>
                <a:lnTo>
                  <a:pt x="215015" y="44021"/>
                </a:lnTo>
                <a:lnTo>
                  <a:pt x="214961" y="43787"/>
                </a:lnTo>
                <a:lnTo>
                  <a:pt x="214910" y="43551"/>
                </a:lnTo>
                <a:lnTo>
                  <a:pt x="214863" y="43313"/>
                </a:lnTo>
                <a:lnTo>
                  <a:pt x="214818" y="43074"/>
                </a:lnTo>
                <a:lnTo>
                  <a:pt x="214777" y="42834"/>
                </a:lnTo>
                <a:lnTo>
                  <a:pt x="214739" y="42593"/>
                </a:lnTo>
                <a:lnTo>
                  <a:pt x="214705" y="42350"/>
                </a:lnTo>
                <a:lnTo>
                  <a:pt x="214673" y="42105"/>
                </a:lnTo>
                <a:lnTo>
                  <a:pt x="214645" y="41860"/>
                </a:lnTo>
                <a:lnTo>
                  <a:pt x="214620" y="41613"/>
                </a:lnTo>
                <a:lnTo>
                  <a:pt x="214598" y="41364"/>
                </a:lnTo>
                <a:lnTo>
                  <a:pt x="214580" y="41114"/>
                </a:lnTo>
                <a:lnTo>
                  <a:pt x="214564" y="40863"/>
                </a:lnTo>
                <a:lnTo>
                  <a:pt x="214552" y="40610"/>
                </a:lnTo>
                <a:lnTo>
                  <a:pt x="214543" y="40356"/>
                </a:lnTo>
                <a:lnTo>
                  <a:pt x="244204" y="40356"/>
                </a:lnTo>
                <a:lnTo>
                  <a:pt x="244212" y="40315"/>
                </a:lnTo>
                <a:lnTo>
                  <a:pt x="244219" y="40273"/>
                </a:lnTo>
                <a:lnTo>
                  <a:pt x="244225" y="40229"/>
                </a:lnTo>
                <a:lnTo>
                  <a:pt x="244232" y="40184"/>
                </a:lnTo>
                <a:lnTo>
                  <a:pt x="244239" y="40138"/>
                </a:lnTo>
                <a:lnTo>
                  <a:pt x="244245" y="40089"/>
                </a:lnTo>
                <a:lnTo>
                  <a:pt x="244251" y="40040"/>
                </a:lnTo>
                <a:lnTo>
                  <a:pt x="244257" y="39989"/>
                </a:lnTo>
                <a:lnTo>
                  <a:pt x="244263" y="39937"/>
                </a:lnTo>
                <a:lnTo>
                  <a:pt x="244269" y="39883"/>
                </a:lnTo>
                <a:lnTo>
                  <a:pt x="244275" y="39827"/>
                </a:lnTo>
                <a:lnTo>
                  <a:pt x="244280" y="39771"/>
                </a:lnTo>
                <a:lnTo>
                  <a:pt x="244286" y="39713"/>
                </a:lnTo>
                <a:lnTo>
                  <a:pt x="244291" y="39653"/>
                </a:lnTo>
                <a:lnTo>
                  <a:pt x="244296" y="39592"/>
                </a:lnTo>
                <a:lnTo>
                  <a:pt x="244301" y="39529"/>
                </a:lnTo>
                <a:lnTo>
                  <a:pt x="244305" y="39465"/>
                </a:lnTo>
                <a:lnTo>
                  <a:pt x="244310" y="39400"/>
                </a:lnTo>
                <a:lnTo>
                  <a:pt x="244314" y="39333"/>
                </a:lnTo>
                <a:lnTo>
                  <a:pt x="244319" y="39265"/>
                </a:lnTo>
                <a:lnTo>
                  <a:pt x="244323" y="39195"/>
                </a:lnTo>
                <a:lnTo>
                  <a:pt x="244327" y="39124"/>
                </a:lnTo>
                <a:lnTo>
                  <a:pt x="244331" y="39051"/>
                </a:lnTo>
                <a:lnTo>
                  <a:pt x="244334" y="38977"/>
                </a:lnTo>
                <a:lnTo>
                  <a:pt x="244338" y="38903"/>
                </a:lnTo>
                <a:lnTo>
                  <a:pt x="244341" y="38830"/>
                </a:lnTo>
                <a:lnTo>
                  <a:pt x="244344" y="38759"/>
                </a:lnTo>
                <a:lnTo>
                  <a:pt x="244348" y="38689"/>
                </a:lnTo>
                <a:lnTo>
                  <a:pt x="244350" y="38620"/>
                </a:lnTo>
                <a:lnTo>
                  <a:pt x="244353" y="38552"/>
                </a:lnTo>
                <a:lnTo>
                  <a:pt x="244356" y="38486"/>
                </a:lnTo>
                <a:lnTo>
                  <a:pt x="244358" y="38421"/>
                </a:lnTo>
                <a:lnTo>
                  <a:pt x="244361" y="38357"/>
                </a:lnTo>
                <a:lnTo>
                  <a:pt x="244363" y="38294"/>
                </a:lnTo>
                <a:lnTo>
                  <a:pt x="244365" y="38233"/>
                </a:lnTo>
                <a:lnTo>
                  <a:pt x="244367" y="38173"/>
                </a:lnTo>
                <a:lnTo>
                  <a:pt x="244369" y="38115"/>
                </a:lnTo>
                <a:lnTo>
                  <a:pt x="244370" y="38057"/>
                </a:lnTo>
                <a:lnTo>
                  <a:pt x="244372" y="38001"/>
                </a:lnTo>
                <a:lnTo>
                  <a:pt x="244373" y="37947"/>
                </a:lnTo>
                <a:lnTo>
                  <a:pt x="244374" y="37893"/>
                </a:lnTo>
                <a:lnTo>
                  <a:pt x="244375" y="37841"/>
                </a:lnTo>
                <a:lnTo>
                  <a:pt x="244376" y="37790"/>
                </a:lnTo>
                <a:lnTo>
                  <a:pt x="244376" y="37741"/>
                </a:lnTo>
                <a:lnTo>
                  <a:pt x="244377" y="37692"/>
                </a:lnTo>
                <a:lnTo>
                  <a:pt x="244377" y="37645"/>
                </a:lnTo>
                <a:lnTo>
                  <a:pt x="244378" y="37600"/>
                </a:lnTo>
                <a:lnTo>
                  <a:pt x="244378" y="37555"/>
                </a:lnTo>
                <a:lnTo>
                  <a:pt x="244368" y="36703"/>
                </a:lnTo>
                <a:lnTo>
                  <a:pt x="244340" y="35867"/>
                </a:lnTo>
                <a:lnTo>
                  <a:pt x="244292" y="35047"/>
                </a:lnTo>
                <a:lnTo>
                  <a:pt x="244225" y="34244"/>
                </a:lnTo>
                <a:lnTo>
                  <a:pt x="244140" y="33457"/>
                </a:lnTo>
                <a:lnTo>
                  <a:pt x="244035" y="32687"/>
                </a:lnTo>
                <a:lnTo>
                  <a:pt x="243912" y="31934"/>
                </a:lnTo>
                <a:lnTo>
                  <a:pt x="243769" y="31196"/>
                </a:lnTo>
                <a:lnTo>
                  <a:pt x="243607" y="30476"/>
                </a:lnTo>
                <a:lnTo>
                  <a:pt x="243427" y="29772"/>
                </a:lnTo>
                <a:lnTo>
                  <a:pt x="243227" y="29084"/>
                </a:lnTo>
                <a:lnTo>
                  <a:pt x="243008" y="28413"/>
                </a:lnTo>
                <a:lnTo>
                  <a:pt x="242770" y="27758"/>
                </a:lnTo>
                <a:lnTo>
                  <a:pt x="242514" y="27120"/>
                </a:lnTo>
                <a:lnTo>
                  <a:pt x="242238" y="26498"/>
                </a:lnTo>
                <a:lnTo>
                  <a:pt x="241943" y="25893"/>
                </a:lnTo>
                <a:lnTo>
                  <a:pt x="241629" y="25304"/>
                </a:lnTo>
                <a:lnTo>
                  <a:pt x="241296" y="24732"/>
                </a:lnTo>
                <a:lnTo>
                  <a:pt x="240945" y="24176"/>
                </a:lnTo>
                <a:lnTo>
                  <a:pt x="240574" y="23637"/>
                </a:lnTo>
                <a:lnTo>
                  <a:pt x="240184" y="23114"/>
                </a:lnTo>
                <a:lnTo>
                  <a:pt x="239775" y="22608"/>
                </a:lnTo>
                <a:lnTo>
                  <a:pt x="239347" y="22118"/>
                </a:lnTo>
                <a:lnTo>
                  <a:pt x="238900" y="21645"/>
                </a:lnTo>
                <a:lnTo>
                  <a:pt x="238437" y="21190"/>
                </a:lnTo>
                <a:lnTo>
                  <a:pt x="237960" y="20754"/>
                </a:lnTo>
                <a:lnTo>
                  <a:pt x="237469" y="20337"/>
                </a:lnTo>
                <a:lnTo>
                  <a:pt x="236964" y="19940"/>
                </a:lnTo>
                <a:lnTo>
                  <a:pt x="236446" y="19562"/>
                </a:lnTo>
                <a:lnTo>
                  <a:pt x="235914" y="19204"/>
                </a:lnTo>
                <a:lnTo>
                  <a:pt x="235368" y="18864"/>
                </a:lnTo>
                <a:lnTo>
                  <a:pt x="234808" y="18545"/>
                </a:lnTo>
                <a:lnTo>
                  <a:pt x="234235" y="18244"/>
                </a:lnTo>
                <a:lnTo>
                  <a:pt x="233648" y="17963"/>
                </a:lnTo>
                <a:lnTo>
                  <a:pt x="233047" y="17702"/>
                </a:lnTo>
                <a:lnTo>
                  <a:pt x="232432" y="17460"/>
                </a:lnTo>
                <a:lnTo>
                  <a:pt x="231804" y="17237"/>
                </a:lnTo>
                <a:lnTo>
                  <a:pt x="231161" y="17033"/>
                </a:lnTo>
                <a:lnTo>
                  <a:pt x="230505" y="16849"/>
                </a:lnTo>
                <a:lnTo>
                  <a:pt x="229836" y="16685"/>
                </a:lnTo>
                <a:lnTo>
                  <a:pt x="229152" y="16539"/>
                </a:lnTo>
                <a:lnTo>
                  <a:pt x="228455" y="16413"/>
                </a:lnTo>
                <a:lnTo>
                  <a:pt x="227744" y="16307"/>
                </a:lnTo>
                <a:lnTo>
                  <a:pt x="227019" y="16220"/>
                </a:lnTo>
                <a:lnTo>
                  <a:pt x="226281" y="16152"/>
                </a:lnTo>
                <a:lnTo>
                  <a:pt x="225529" y="16103"/>
                </a:lnTo>
                <a:lnTo>
                  <a:pt x="224763" y="16074"/>
                </a:lnTo>
                <a:lnTo>
                  <a:pt x="223983" y="16065"/>
                </a:lnTo>
                <a:lnTo>
                  <a:pt x="223420" y="16069"/>
                </a:lnTo>
                <a:lnTo>
                  <a:pt x="222865" y="16083"/>
                </a:lnTo>
                <a:lnTo>
                  <a:pt x="222317" y="16106"/>
                </a:lnTo>
                <a:lnTo>
                  <a:pt x="221776" y="16138"/>
                </a:lnTo>
                <a:lnTo>
                  <a:pt x="221243" y="16180"/>
                </a:lnTo>
                <a:lnTo>
                  <a:pt x="220718" y="16230"/>
                </a:lnTo>
                <a:lnTo>
                  <a:pt x="220200" y="16290"/>
                </a:lnTo>
                <a:lnTo>
                  <a:pt x="219689" y="16359"/>
                </a:lnTo>
                <a:lnTo>
                  <a:pt x="219186" y="16437"/>
                </a:lnTo>
                <a:lnTo>
                  <a:pt x="218690" y="16525"/>
                </a:lnTo>
                <a:lnTo>
                  <a:pt x="218202" y="16621"/>
                </a:lnTo>
                <a:lnTo>
                  <a:pt x="217721" y="16727"/>
                </a:lnTo>
                <a:lnTo>
                  <a:pt x="217247" y="16842"/>
                </a:lnTo>
                <a:lnTo>
                  <a:pt x="216781" y="16967"/>
                </a:lnTo>
                <a:lnTo>
                  <a:pt x="216322" y="17100"/>
                </a:lnTo>
                <a:lnTo>
                  <a:pt x="215871" y="17243"/>
                </a:lnTo>
                <a:lnTo>
                  <a:pt x="215428" y="17395"/>
                </a:lnTo>
                <a:lnTo>
                  <a:pt x="214991" y="17556"/>
                </a:lnTo>
                <a:lnTo>
                  <a:pt x="214562" y="17726"/>
                </a:lnTo>
                <a:lnTo>
                  <a:pt x="214141" y="17905"/>
                </a:lnTo>
                <a:lnTo>
                  <a:pt x="213727" y="18094"/>
                </a:lnTo>
                <a:lnTo>
                  <a:pt x="213321" y="18292"/>
                </a:lnTo>
                <a:lnTo>
                  <a:pt x="212922" y="18499"/>
                </a:lnTo>
                <a:lnTo>
                  <a:pt x="212530" y="18715"/>
                </a:lnTo>
                <a:lnTo>
                  <a:pt x="212146" y="18940"/>
                </a:lnTo>
                <a:lnTo>
                  <a:pt x="211770" y="19173"/>
                </a:lnTo>
                <a:lnTo>
                  <a:pt x="211401" y="19413"/>
                </a:lnTo>
                <a:lnTo>
                  <a:pt x="211041" y="19662"/>
                </a:lnTo>
                <a:lnTo>
                  <a:pt x="210688" y="19918"/>
                </a:lnTo>
                <a:lnTo>
                  <a:pt x="210343" y="20182"/>
                </a:lnTo>
                <a:lnTo>
                  <a:pt x="210006" y="20454"/>
                </a:lnTo>
                <a:lnTo>
                  <a:pt x="209677" y="20733"/>
                </a:lnTo>
                <a:lnTo>
                  <a:pt x="209355" y="21021"/>
                </a:lnTo>
                <a:lnTo>
                  <a:pt x="209042" y="21316"/>
                </a:lnTo>
                <a:lnTo>
                  <a:pt x="208736" y="21619"/>
                </a:lnTo>
                <a:lnTo>
                  <a:pt x="208438" y="21930"/>
                </a:lnTo>
                <a:lnTo>
                  <a:pt x="208148" y="22249"/>
                </a:lnTo>
                <a:lnTo>
                  <a:pt x="207865" y="22576"/>
                </a:lnTo>
                <a:lnTo>
                  <a:pt x="207591" y="22911"/>
                </a:lnTo>
                <a:lnTo>
                  <a:pt x="207324" y="23253"/>
                </a:lnTo>
                <a:lnTo>
                  <a:pt x="207065" y="23603"/>
                </a:lnTo>
                <a:lnTo>
                  <a:pt x="206814" y="23961"/>
                </a:lnTo>
                <a:lnTo>
                  <a:pt x="206571" y="24327"/>
                </a:lnTo>
                <a:lnTo>
                  <a:pt x="206336" y="24701"/>
                </a:lnTo>
                <a:lnTo>
                  <a:pt x="206108" y="25082"/>
                </a:lnTo>
                <a:lnTo>
                  <a:pt x="205888" y="25472"/>
                </a:lnTo>
                <a:lnTo>
                  <a:pt x="205676" y="25869"/>
                </a:lnTo>
                <a:lnTo>
                  <a:pt x="205472" y="26274"/>
                </a:lnTo>
                <a:lnTo>
                  <a:pt x="205276" y="26686"/>
                </a:lnTo>
                <a:lnTo>
                  <a:pt x="205088" y="27105"/>
                </a:lnTo>
                <a:lnTo>
                  <a:pt x="204909" y="27530"/>
                </a:lnTo>
                <a:lnTo>
                  <a:pt x="204738" y="27962"/>
                </a:lnTo>
                <a:lnTo>
                  <a:pt x="204575" y="28400"/>
                </a:lnTo>
                <a:lnTo>
                  <a:pt x="204421" y="28845"/>
                </a:lnTo>
                <a:lnTo>
                  <a:pt x="204274" y="29297"/>
                </a:lnTo>
                <a:lnTo>
                  <a:pt x="204137" y="29755"/>
                </a:lnTo>
                <a:lnTo>
                  <a:pt x="204007" y="30219"/>
                </a:lnTo>
                <a:lnTo>
                  <a:pt x="203886" y="30690"/>
                </a:lnTo>
                <a:lnTo>
                  <a:pt x="203774" y="31168"/>
                </a:lnTo>
                <a:lnTo>
                  <a:pt x="203670" y="31652"/>
                </a:lnTo>
                <a:lnTo>
                  <a:pt x="203574" y="32142"/>
                </a:lnTo>
                <a:lnTo>
                  <a:pt x="203486" y="32640"/>
                </a:lnTo>
                <a:lnTo>
                  <a:pt x="203407" y="33144"/>
                </a:lnTo>
                <a:lnTo>
                  <a:pt x="203336" y="33654"/>
                </a:lnTo>
                <a:lnTo>
                  <a:pt x="203273" y="34171"/>
                </a:lnTo>
                <a:lnTo>
                  <a:pt x="203219" y="34694"/>
                </a:lnTo>
                <a:lnTo>
                  <a:pt x="203173" y="35224"/>
                </a:lnTo>
                <a:lnTo>
                  <a:pt x="203135" y="35761"/>
                </a:lnTo>
                <a:lnTo>
                  <a:pt x="203106" y="36304"/>
                </a:lnTo>
                <a:lnTo>
                  <a:pt x="203085" y="36853"/>
                </a:lnTo>
                <a:lnTo>
                  <a:pt x="203073" y="37409"/>
                </a:lnTo>
                <a:lnTo>
                  <a:pt x="203069" y="37972"/>
                </a:lnTo>
                <a:lnTo>
                  <a:pt x="203073" y="38553"/>
                </a:lnTo>
                <a:lnTo>
                  <a:pt x="203086" y="39126"/>
                </a:lnTo>
                <a:lnTo>
                  <a:pt x="203107" y="39693"/>
                </a:lnTo>
                <a:lnTo>
                  <a:pt x="203137" y="40253"/>
                </a:lnTo>
                <a:lnTo>
                  <a:pt x="203176" y="40806"/>
                </a:lnTo>
                <a:lnTo>
                  <a:pt x="203223" y="41351"/>
                </a:lnTo>
                <a:lnTo>
                  <a:pt x="203279" y="41890"/>
                </a:lnTo>
                <a:lnTo>
                  <a:pt x="203343" y="42422"/>
                </a:lnTo>
                <a:lnTo>
                  <a:pt x="203416" y="42947"/>
                </a:lnTo>
                <a:lnTo>
                  <a:pt x="203497" y="43464"/>
                </a:lnTo>
                <a:lnTo>
                  <a:pt x="203587" y="43975"/>
                </a:lnTo>
                <a:lnTo>
                  <a:pt x="203686" y="44479"/>
                </a:lnTo>
                <a:lnTo>
                  <a:pt x="203793" y="44976"/>
                </a:lnTo>
                <a:lnTo>
                  <a:pt x="203909" y="45466"/>
                </a:lnTo>
                <a:lnTo>
                  <a:pt x="204033" y="45948"/>
                </a:lnTo>
                <a:lnTo>
                  <a:pt x="204166" y="46424"/>
                </a:lnTo>
                <a:lnTo>
                  <a:pt x="204307" y="46893"/>
                </a:lnTo>
                <a:lnTo>
                  <a:pt x="204457" y="47355"/>
                </a:lnTo>
                <a:lnTo>
                  <a:pt x="204616" y="47809"/>
                </a:lnTo>
                <a:lnTo>
                  <a:pt x="204783" y="48257"/>
                </a:lnTo>
                <a:lnTo>
                  <a:pt x="204958" y="48698"/>
                </a:lnTo>
                <a:lnTo>
                  <a:pt x="205143" y="49132"/>
                </a:lnTo>
                <a:lnTo>
                  <a:pt x="205335" y="49559"/>
                </a:lnTo>
                <a:lnTo>
                  <a:pt x="205537" y="49979"/>
                </a:lnTo>
                <a:lnTo>
                  <a:pt x="205747" y="50391"/>
                </a:lnTo>
                <a:lnTo>
                  <a:pt x="205964" y="50795"/>
                </a:lnTo>
                <a:lnTo>
                  <a:pt x="206190" y="51190"/>
                </a:lnTo>
                <a:lnTo>
                  <a:pt x="206425" y="51578"/>
                </a:lnTo>
                <a:lnTo>
                  <a:pt x="206667" y="51958"/>
                </a:lnTo>
                <a:lnTo>
                  <a:pt x="206917" y="52329"/>
                </a:lnTo>
                <a:lnTo>
                  <a:pt x="207176" y="52693"/>
                </a:lnTo>
                <a:lnTo>
                  <a:pt x="207442" y="53048"/>
                </a:lnTo>
                <a:lnTo>
                  <a:pt x="207717" y="53395"/>
                </a:lnTo>
                <a:lnTo>
                  <a:pt x="208000" y="53734"/>
                </a:lnTo>
                <a:lnTo>
                  <a:pt x="208291" y="54064"/>
                </a:lnTo>
                <a:lnTo>
                  <a:pt x="208590" y="54387"/>
                </a:lnTo>
                <a:lnTo>
                  <a:pt x="208897" y="54702"/>
                </a:lnTo>
                <a:lnTo>
                  <a:pt x="209212" y="55008"/>
                </a:lnTo>
                <a:lnTo>
                  <a:pt x="209535" y="55306"/>
                </a:lnTo>
                <a:lnTo>
                  <a:pt x="209867" y="55596"/>
                </a:lnTo>
                <a:lnTo>
                  <a:pt x="210207" y="55878"/>
                </a:lnTo>
                <a:lnTo>
                  <a:pt x="210554" y="56152"/>
                </a:lnTo>
                <a:lnTo>
                  <a:pt x="210910" y="56418"/>
                </a:lnTo>
                <a:lnTo>
                  <a:pt x="211274" y="56675"/>
                </a:lnTo>
                <a:lnTo>
                  <a:pt x="211646" y="56924"/>
                </a:lnTo>
                <a:lnTo>
                  <a:pt x="212027" y="57166"/>
                </a:lnTo>
                <a:lnTo>
                  <a:pt x="212415" y="57399"/>
                </a:lnTo>
                <a:lnTo>
                  <a:pt x="212811" y="57624"/>
                </a:lnTo>
                <a:lnTo>
                  <a:pt x="213216" y="57840"/>
                </a:lnTo>
                <a:lnTo>
                  <a:pt x="213628" y="58047"/>
                </a:lnTo>
                <a:lnTo>
                  <a:pt x="214048" y="58245"/>
                </a:lnTo>
                <a:lnTo>
                  <a:pt x="214476" y="58434"/>
                </a:lnTo>
                <a:lnTo>
                  <a:pt x="214912" y="58613"/>
                </a:lnTo>
                <a:lnTo>
                  <a:pt x="215355" y="58784"/>
                </a:lnTo>
                <a:lnTo>
                  <a:pt x="215807" y="58945"/>
                </a:lnTo>
                <a:lnTo>
                  <a:pt x="216266" y="59096"/>
                </a:lnTo>
                <a:lnTo>
                  <a:pt x="216733" y="59239"/>
                </a:lnTo>
                <a:lnTo>
                  <a:pt x="217208" y="59373"/>
                </a:lnTo>
                <a:lnTo>
                  <a:pt x="217690" y="59497"/>
                </a:lnTo>
                <a:lnTo>
                  <a:pt x="218181" y="59612"/>
                </a:lnTo>
                <a:lnTo>
                  <a:pt x="218679" y="59718"/>
                </a:lnTo>
                <a:lnTo>
                  <a:pt x="219185" y="59814"/>
                </a:lnTo>
                <a:lnTo>
                  <a:pt x="219699" y="59902"/>
                </a:lnTo>
                <a:lnTo>
                  <a:pt x="220221" y="59980"/>
                </a:lnTo>
                <a:lnTo>
                  <a:pt x="220750" y="60049"/>
                </a:lnTo>
                <a:lnTo>
                  <a:pt x="221287" y="60109"/>
                </a:lnTo>
                <a:lnTo>
                  <a:pt x="221833" y="60160"/>
                </a:lnTo>
                <a:lnTo>
                  <a:pt x="222386" y="60201"/>
                </a:lnTo>
                <a:lnTo>
                  <a:pt x="222946" y="60233"/>
                </a:lnTo>
                <a:lnTo>
                  <a:pt x="223515" y="60256"/>
                </a:lnTo>
                <a:lnTo>
                  <a:pt x="224092" y="60270"/>
                </a:lnTo>
                <a:lnTo>
                  <a:pt x="224676" y="60275"/>
                </a:lnTo>
                <a:lnTo>
                  <a:pt x="225153" y="60272"/>
                </a:lnTo>
                <a:lnTo>
                  <a:pt x="225626" y="60263"/>
                </a:lnTo>
                <a:lnTo>
                  <a:pt x="226093" y="60249"/>
                </a:lnTo>
                <a:lnTo>
                  <a:pt x="226555" y="60229"/>
                </a:lnTo>
                <a:lnTo>
                  <a:pt x="227012" y="60203"/>
                </a:lnTo>
                <a:close/>
                <a:moveTo>
                  <a:pt x="214880" y="31334"/>
                </a:moveTo>
                <a:lnTo>
                  <a:pt x="214945" y="31006"/>
                </a:lnTo>
                <a:lnTo>
                  <a:pt x="215018" y="30685"/>
                </a:lnTo>
                <a:lnTo>
                  <a:pt x="215099" y="30372"/>
                </a:lnTo>
                <a:lnTo>
                  <a:pt x="215188" y="30066"/>
                </a:lnTo>
                <a:lnTo>
                  <a:pt x="215284" y="29767"/>
                </a:lnTo>
                <a:lnTo>
                  <a:pt x="215389" y="29476"/>
                </a:lnTo>
                <a:lnTo>
                  <a:pt x="215501" y="29192"/>
                </a:lnTo>
                <a:lnTo>
                  <a:pt x="215622" y="28915"/>
                </a:lnTo>
                <a:lnTo>
                  <a:pt x="215750" y="28645"/>
                </a:lnTo>
                <a:lnTo>
                  <a:pt x="215886" y="28383"/>
                </a:lnTo>
                <a:lnTo>
                  <a:pt x="216030" y="28128"/>
                </a:lnTo>
                <a:lnTo>
                  <a:pt x="216182" y="27880"/>
                </a:lnTo>
                <a:lnTo>
                  <a:pt x="216342" y="27640"/>
                </a:lnTo>
                <a:lnTo>
                  <a:pt x="216509" y="27407"/>
                </a:lnTo>
                <a:lnTo>
                  <a:pt x="216685" y="27181"/>
                </a:lnTo>
                <a:lnTo>
                  <a:pt x="216868" y="26962"/>
                </a:lnTo>
                <a:lnTo>
                  <a:pt x="217060" y="26751"/>
                </a:lnTo>
                <a:lnTo>
                  <a:pt x="217259" y="26547"/>
                </a:lnTo>
                <a:lnTo>
                  <a:pt x="217466" y="26350"/>
                </a:lnTo>
                <a:lnTo>
                  <a:pt x="217680" y="26161"/>
                </a:lnTo>
                <a:lnTo>
                  <a:pt x="217898" y="25980"/>
                </a:lnTo>
                <a:lnTo>
                  <a:pt x="218122" y="25807"/>
                </a:lnTo>
                <a:lnTo>
                  <a:pt x="218351" y="25642"/>
                </a:lnTo>
                <a:lnTo>
                  <a:pt x="218585" y="25485"/>
                </a:lnTo>
                <a:lnTo>
                  <a:pt x="218823" y="25336"/>
                </a:lnTo>
                <a:lnTo>
                  <a:pt x="219067" y="25195"/>
                </a:lnTo>
                <a:lnTo>
                  <a:pt x="219316" y="25062"/>
                </a:lnTo>
                <a:lnTo>
                  <a:pt x="219570" y="24937"/>
                </a:lnTo>
                <a:lnTo>
                  <a:pt x="219829" y="24821"/>
                </a:lnTo>
                <a:lnTo>
                  <a:pt x="220093" y="24712"/>
                </a:lnTo>
                <a:lnTo>
                  <a:pt x="220362" y="24611"/>
                </a:lnTo>
                <a:lnTo>
                  <a:pt x="220636" y="24519"/>
                </a:lnTo>
                <a:lnTo>
                  <a:pt x="220915" y="24434"/>
                </a:lnTo>
                <a:lnTo>
                  <a:pt x="221199" y="24358"/>
                </a:lnTo>
                <a:lnTo>
                  <a:pt x="221488" y="24289"/>
                </a:lnTo>
                <a:lnTo>
                  <a:pt x="221783" y="24229"/>
                </a:lnTo>
                <a:lnTo>
                  <a:pt x="222082" y="24177"/>
                </a:lnTo>
                <a:lnTo>
                  <a:pt x="222386" y="24133"/>
                </a:lnTo>
                <a:lnTo>
                  <a:pt x="222695" y="24096"/>
                </a:lnTo>
                <a:lnTo>
                  <a:pt x="223010" y="24068"/>
                </a:lnTo>
                <a:lnTo>
                  <a:pt x="223329" y="24048"/>
                </a:lnTo>
                <a:lnTo>
                  <a:pt x="223654" y="24036"/>
                </a:lnTo>
                <a:lnTo>
                  <a:pt x="223983" y="24032"/>
                </a:lnTo>
                <a:lnTo>
                  <a:pt x="224305" y="24036"/>
                </a:lnTo>
                <a:lnTo>
                  <a:pt x="224623" y="24048"/>
                </a:lnTo>
                <a:lnTo>
                  <a:pt x="224935" y="24067"/>
                </a:lnTo>
                <a:lnTo>
                  <a:pt x="225243" y="24094"/>
                </a:lnTo>
                <a:lnTo>
                  <a:pt x="225546" y="24130"/>
                </a:lnTo>
                <a:lnTo>
                  <a:pt x="225844" y="24173"/>
                </a:lnTo>
                <a:lnTo>
                  <a:pt x="226137" y="24223"/>
                </a:lnTo>
                <a:lnTo>
                  <a:pt x="226425" y="24282"/>
                </a:lnTo>
                <a:lnTo>
                  <a:pt x="226708" y="24349"/>
                </a:lnTo>
                <a:lnTo>
                  <a:pt x="226986" y="24423"/>
                </a:lnTo>
                <a:lnTo>
                  <a:pt x="227260" y="24505"/>
                </a:lnTo>
                <a:lnTo>
                  <a:pt x="227528" y="24595"/>
                </a:lnTo>
                <a:lnTo>
                  <a:pt x="227792" y="24693"/>
                </a:lnTo>
                <a:lnTo>
                  <a:pt x="228051" y="24798"/>
                </a:lnTo>
                <a:lnTo>
                  <a:pt x="228305" y="24911"/>
                </a:lnTo>
                <a:lnTo>
                  <a:pt x="228554" y="25033"/>
                </a:lnTo>
                <a:lnTo>
                  <a:pt x="228798" y="25162"/>
                </a:lnTo>
                <a:lnTo>
                  <a:pt x="229037" y="25298"/>
                </a:lnTo>
                <a:lnTo>
                  <a:pt x="229271" y="25443"/>
                </a:lnTo>
                <a:lnTo>
                  <a:pt x="229501" y="25596"/>
                </a:lnTo>
                <a:lnTo>
                  <a:pt x="229725" y="25756"/>
                </a:lnTo>
                <a:lnTo>
                  <a:pt x="229945" y="25924"/>
                </a:lnTo>
                <a:lnTo>
                  <a:pt x="230160" y="26100"/>
                </a:lnTo>
                <a:lnTo>
                  <a:pt x="230370" y="26284"/>
                </a:lnTo>
                <a:lnTo>
                  <a:pt x="230573" y="26475"/>
                </a:lnTo>
                <a:lnTo>
                  <a:pt x="230768" y="26675"/>
                </a:lnTo>
                <a:lnTo>
                  <a:pt x="230955" y="26882"/>
                </a:lnTo>
                <a:lnTo>
                  <a:pt x="231134" y="27098"/>
                </a:lnTo>
                <a:lnTo>
                  <a:pt x="231305" y="27321"/>
                </a:lnTo>
                <a:lnTo>
                  <a:pt x="231467" y="27553"/>
                </a:lnTo>
                <a:lnTo>
                  <a:pt x="231621" y="27792"/>
                </a:lnTo>
                <a:lnTo>
                  <a:pt x="231767" y="28040"/>
                </a:lnTo>
                <a:lnTo>
                  <a:pt x="231905" y="28295"/>
                </a:lnTo>
                <a:lnTo>
                  <a:pt x="232035" y="28558"/>
                </a:lnTo>
                <a:lnTo>
                  <a:pt x="232156" y="28830"/>
                </a:lnTo>
                <a:lnTo>
                  <a:pt x="232270" y="29109"/>
                </a:lnTo>
                <a:lnTo>
                  <a:pt x="232375" y="29396"/>
                </a:lnTo>
                <a:lnTo>
                  <a:pt x="232472" y="29691"/>
                </a:lnTo>
                <a:lnTo>
                  <a:pt x="232560" y="29995"/>
                </a:lnTo>
                <a:lnTo>
                  <a:pt x="232641" y="30306"/>
                </a:lnTo>
                <a:lnTo>
                  <a:pt x="232713" y="30625"/>
                </a:lnTo>
                <a:lnTo>
                  <a:pt x="232777" y="30952"/>
                </a:lnTo>
                <a:lnTo>
                  <a:pt x="232833" y="31287"/>
                </a:lnTo>
                <a:lnTo>
                  <a:pt x="232881" y="31630"/>
                </a:lnTo>
                <a:lnTo>
                  <a:pt x="232920" y="31981"/>
                </a:lnTo>
                <a:lnTo>
                  <a:pt x="232951" y="32340"/>
                </a:lnTo>
                <a:lnTo>
                  <a:pt x="232975" y="32707"/>
                </a:lnTo>
                <a:lnTo>
                  <a:pt x="232990" y="33082"/>
                </a:lnTo>
                <a:lnTo>
                  <a:pt x="214673" y="33082"/>
                </a:lnTo>
                <a:lnTo>
                  <a:pt x="214699" y="32718"/>
                </a:lnTo>
                <a:lnTo>
                  <a:pt x="214732" y="32361"/>
                </a:lnTo>
                <a:lnTo>
                  <a:pt x="214774" y="32011"/>
                </a:lnTo>
                <a:lnTo>
                  <a:pt x="214823" y="31669"/>
                </a:lnTo>
                <a:lnTo>
                  <a:pt x="214880" y="31334"/>
                </a:lnTo>
                <a:close/>
                <a:moveTo>
                  <a:pt x="354111" y="60206"/>
                </a:moveTo>
                <a:lnTo>
                  <a:pt x="354477" y="60176"/>
                </a:lnTo>
                <a:lnTo>
                  <a:pt x="354839" y="60140"/>
                </a:lnTo>
                <a:lnTo>
                  <a:pt x="355196" y="60099"/>
                </a:lnTo>
                <a:lnTo>
                  <a:pt x="355551" y="60052"/>
                </a:lnTo>
                <a:lnTo>
                  <a:pt x="355901" y="60000"/>
                </a:lnTo>
                <a:lnTo>
                  <a:pt x="356248" y="59943"/>
                </a:lnTo>
                <a:lnTo>
                  <a:pt x="356591" y="59879"/>
                </a:lnTo>
                <a:lnTo>
                  <a:pt x="356930" y="59811"/>
                </a:lnTo>
                <a:lnTo>
                  <a:pt x="357265" y="59737"/>
                </a:lnTo>
                <a:lnTo>
                  <a:pt x="357597" y="59657"/>
                </a:lnTo>
                <a:lnTo>
                  <a:pt x="357924" y="59572"/>
                </a:lnTo>
                <a:lnTo>
                  <a:pt x="358248" y="59482"/>
                </a:lnTo>
                <a:lnTo>
                  <a:pt x="358569" y="59386"/>
                </a:lnTo>
                <a:lnTo>
                  <a:pt x="358885" y="59284"/>
                </a:lnTo>
                <a:lnTo>
                  <a:pt x="359198" y="59177"/>
                </a:lnTo>
                <a:lnTo>
                  <a:pt x="359507" y="59065"/>
                </a:lnTo>
                <a:lnTo>
                  <a:pt x="359813" y="58947"/>
                </a:lnTo>
                <a:lnTo>
                  <a:pt x="360114" y="58823"/>
                </a:lnTo>
                <a:lnTo>
                  <a:pt x="360412" y="58694"/>
                </a:lnTo>
                <a:lnTo>
                  <a:pt x="360706" y="58560"/>
                </a:lnTo>
                <a:lnTo>
                  <a:pt x="360998" y="58420"/>
                </a:lnTo>
                <a:lnTo>
                  <a:pt x="361286" y="58276"/>
                </a:lnTo>
                <a:lnTo>
                  <a:pt x="361571" y="58126"/>
                </a:lnTo>
                <a:lnTo>
                  <a:pt x="361854" y="57971"/>
                </a:lnTo>
                <a:lnTo>
                  <a:pt x="362133" y="57811"/>
                </a:lnTo>
                <a:lnTo>
                  <a:pt x="362409" y="57645"/>
                </a:lnTo>
                <a:lnTo>
                  <a:pt x="362683" y="57474"/>
                </a:lnTo>
                <a:lnTo>
                  <a:pt x="362953" y="57299"/>
                </a:lnTo>
                <a:lnTo>
                  <a:pt x="363220" y="57118"/>
                </a:lnTo>
                <a:lnTo>
                  <a:pt x="363485" y="56932"/>
                </a:lnTo>
                <a:lnTo>
                  <a:pt x="363746" y="56740"/>
                </a:lnTo>
                <a:lnTo>
                  <a:pt x="364004" y="56544"/>
                </a:lnTo>
                <a:lnTo>
                  <a:pt x="364260" y="56342"/>
                </a:lnTo>
                <a:lnTo>
                  <a:pt x="364512" y="56135"/>
                </a:lnTo>
                <a:lnTo>
                  <a:pt x="364761" y="55923"/>
                </a:lnTo>
                <a:lnTo>
                  <a:pt x="365007" y="55706"/>
                </a:lnTo>
                <a:lnTo>
                  <a:pt x="365251" y="55483"/>
                </a:lnTo>
                <a:lnTo>
                  <a:pt x="365491" y="55255"/>
                </a:lnTo>
                <a:lnTo>
                  <a:pt x="365728" y="55023"/>
                </a:lnTo>
                <a:lnTo>
                  <a:pt x="365962" y="54785"/>
                </a:lnTo>
                <a:lnTo>
                  <a:pt x="366194" y="54541"/>
                </a:lnTo>
                <a:lnTo>
                  <a:pt x="366422" y="54293"/>
                </a:lnTo>
                <a:lnTo>
                  <a:pt x="366647" y="54039"/>
                </a:lnTo>
                <a:lnTo>
                  <a:pt x="366994" y="59495"/>
                </a:lnTo>
                <a:lnTo>
                  <a:pt x="377732" y="59495"/>
                </a:lnTo>
                <a:lnTo>
                  <a:pt x="377732" y="30790"/>
                </a:lnTo>
                <a:lnTo>
                  <a:pt x="377730" y="30434"/>
                </a:lnTo>
                <a:lnTo>
                  <a:pt x="377723" y="30084"/>
                </a:lnTo>
                <a:lnTo>
                  <a:pt x="377711" y="29738"/>
                </a:lnTo>
                <a:lnTo>
                  <a:pt x="377695" y="29397"/>
                </a:lnTo>
                <a:lnTo>
                  <a:pt x="377674" y="29062"/>
                </a:lnTo>
                <a:lnTo>
                  <a:pt x="377648" y="28731"/>
                </a:lnTo>
                <a:lnTo>
                  <a:pt x="377618" y="28405"/>
                </a:lnTo>
                <a:lnTo>
                  <a:pt x="377583" y="28085"/>
                </a:lnTo>
                <a:lnTo>
                  <a:pt x="377543" y="27769"/>
                </a:lnTo>
                <a:lnTo>
                  <a:pt x="377499" y="27458"/>
                </a:lnTo>
                <a:lnTo>
                  <a:pt x="377450" y="27152"/>
                </a:lnTo>
                <a:lnTo>
                  <a:pt x="377397" y="26851"/>
                </a:lnTo>
                <a:lnTo>
                  <a:pt x="377338" y="26555"/>
                </a:lnTo>
                <a:lnTo>
                  <a:pt x="377275" y="26264"/>
                </a:lnTo>
                <a:lnTo>
                  <a:pt x="377208" y="25977"/>
                </a:lnTo>
                <a:lnTo>
                  <a:pt x="377135" y="25696"/>
                </a:lnTo>
                <a:lnTo>
                  <a:pt x="377059" y="25420"/>
                </a:lnTo>
                <a:lnTo>
                  <a:pt x="376977" y="25149"/>
                </a:lnTo>
                <a:lnTo>
                  <a:pt x="376891" y="24882"/>
                </a:lnTo>
                <a:lnTo>
                  <a:pt x="376800" y="24621"/>
                </a:lnTo>
                <a:lnTo>
                  <a:pt x="376704" y="24364"/>
                </a:lnTo>
                <a:lnTo>
                  <a:pt x="376604" y="24113"/>
                </a:lnTo>
                <a:lnTo>
                  <a:pt x="376499" y="23866"/>
                </a:lnTo>
                <a:lnTo>
                  <a:pt x="376390" y="23625"/>
                </a:lnTo>
                <a:lnTo>
                  <a:pt x="376276" y="23387"/>
                </a:lnTo>
                <a:lnTo>
                  <a:pt x="376158" y="23154"/>
                </a:lnTo>
                <a:lnTo>
                  <a:pt x="376037" y="22926"/>
                </a:lnTo>
                <a:lnTo>
                  <a:pt x="375912" y="22701"/>
                </a:lnTo>
                <a:lnTo>
                  <a:pt x="375783" y="22481"/>
                </a:lnTo>
                <a:lnTo>
                  <a:pt x="375650" y="22264"/>
                </a:lnTo>
                <a:lnTo>
                  <a:pt x="375513" y="22052"/>
                </a:lnTo>
                <a:lnTo>
                  <a:pt x="375372" y="21844"/>
                </a:lnTo>
                <a:lnTo>
                  <a:pt x="375228" y="21641"/>
                </a:lnTo>
                <a:lnTo>
                  <a:pt x="375079" y="21441"/>
                </a:lnTo>
                <a:lnTo>
                  <a:pt x="374927" y="21246"/>
                </a:lnTo>
                <a:lnTo>
                  <a:pt x="374771" y="21055"/>
                </a:lnTo>
                <a:lnTo>
                  <a:pt x="374612" y="20868"/>
                </a:lnTo>
                <a:lnTo>
                  <a:pt x="374448" y="20685"/>
                </a:lnTo>
                <a:lnTo>
                  <a:pt x="374281" y="20507"/>
                </a:lnTo>
                <a:lnTo>
                  <a:pt x="374109" y="20333"/>
                </a:lnTo>
                <a:lnTo>
                  <a:pt x="373934" y="20162"/>
                </a:lnTo>
                <a:lnTo>
                  <a:pt x="373755" y="19996"/>
                </a:lnTo>
                <a:lnTo>
                  <a:pt x="373572" y="19835"/>
                </a:lnTo>
                <a:lnTo>
                  <a:pt x="373386" y="19677"/>
                </a:lnTo>
                <a:lnTo>
                  <a:pt x="373195" y="19524"/>
                </a:lnTo>
                <a:lnTo>
                  <a:pt x="373001" y="19375"/>
                </a:lnTo>
                <a:lnTo>
                  <a:pt x="372803" y="19230"/>
                </a:lnTo>
                <a:lnTo>
                  <a:pt x="372601" y="19089"/>
                </a:lnTo>
                <a:lnTo>
                  <a:pt x="372396" y="18952"/>
                </a:lnTo>
                <a:lnTo>
                  <a:pt x="372187" y="18818"/>
                </a:lnTo>
                <a:lnTo>
                  <a:pt x="371975" y="18688"/>
                </a:lnTo>
                <a:lnTo>
                  <a:pt x="371761" y="18561"/>
                </a:lnTo>
                <a:lnTo>
                  <a:pt x="371543" y="18438"/>
                </a:lnTo>
                <a:lnTo>
                  <a:pt x="371322" y="18318"/>
                </a:lnTo>
                <a:lnTo>
                  <a:pt x="371098" y="18201"/>
                </a:lnTo>
                <a:lnTo>
                  <a:pt x="370871" y="18088"/>
                </a:lnTo>
                <a:lnTo>
                  <a:pt x="370641" y="17978"/>
                </a:lnTo>
                <a:lnTo>
                  <a:pt x="370408" y="17872"/>
                </a:lnTo>
                <a:lnTo>
                  <a:pt x="370172" y="17769"/>
                </a:lnTo>
                <a:lnTo>
                  <a:pt x="369933" y="17670"/>
                </a:lnTo>
                <a:lnTo>
                  <a:pt x="369690" y="17574"/>
                </a:lnTo>
                <a:lnTo>
                  <a:pt x="369445" y="17481"/>
                </a:lnTo>
                <a:lnTo>
                  <a:pt x="369196" y="17392"/>
                </a:lnTo>
                <a:lnTo>
                  <a:pt x="368944" y="17306"/>
                </a:lnTo>
                <a:lnTo>
                  <a:pt x="368690" y="17224"/>
                </a:lnTo>
                <a:lnTo>
                  <a:pt x="368432" y="17145"/>
                </a:lnTo>
                <a:lnTo>
                  <a:pt x="368171" y="17070"/>
                </a:lnTo>
                <a:lnTo>
                  <a:pt x="367907" y="16998"/>
                </a:lnTo>
                <a:lnTo>
                  <a:pt x="367640" y="16929"/>
                </a:lnTo>
                <a:lnTo>
                  <a:pt x="367370" y="16864"/>
                </a:lnTo>
                <a:lnTo>
                  <a:pt x="367097" y="16802"/>
                </a:lnTo>
                <a:lnTo>
                  <a:pt x="366820" y="16744"/>
                </a:lnTo>
                <a:lnTo>
                  <a:pt x="366541" y="16688"/>
                </a:lnTo>
                <a:lnTo>
                  <a:pt x="366260" y="16635"/>
                </a:lnTo>
                <a:lnTo>
                  <a:pt x="365976" y="16585"/>
                </a:lnTo>
                <a:lnTo>
                  <a:pt x="365690" y="16536"/>
                </a:lnTo>
                <a:lnTo>
                  <a:pt x="365401" y="16490"/>
                </a:lnTo>
                <a:lnTo>
                  <a:pt x="365110" y="16447"/>
                </a:lnTo>
                <a:lnTo>
                  <a:pt x="364816" y="16405"/>
                </a:lnTo>
                <a:lnTo>
                  <a:pt x="364521" y="16366"/>
                </a:lnTo>
                <a:lnTo>
                  <a:pt x="364222" y="16330"/>
                </a:lnTo>
                <a:lnTo>
                  <a:pt x="363922" y="16296"/>
                </a:lnTo>
                <a:lnTo>
                  <a:pt x="363618" y="16264"/>
                </a:lnTo>
                <a:lnTo>
                  <a:pt x="363313" y="16234"/>
                </a:lnTo>
                <a:lnTo>
                  <a:pt x="363005" y="16207"/>
                </a:lnTo>
                <a:lnTo>
                  <a:pt x="362695" y="16182"/>
                </a:lnTo>
                <a:lnTo>
                  <a:pt x="362382" y="16160"/>
                </a:lnTo>
                <a:lnTo>
                  <a:pt x="362067" y="16140"/>
                </a:lnTo>
                <a:lnTo>
                  <a:pt x="361749" y="16122"/>
                </a:lnTo>
                <a:lnTo>
                  <a:pt x="361429" y="16107"/>
                </a:lnTo>
                <a:lnTo>
                  <a:pt x="361107" y="16094"/>
                </a:lnTo>
                <a:lnTo>
                  <a:pt x="360782" y="16083"/>
                </a:lnTo>
                <a:lnTo>
                  <a:pt x="360455" y="16075"/>
                </a:lnTo>
                <a:lnTo>
                  <a:pt x="360126" y="16069"/>
                </a:lnTo>
                <a:lnTo>
                  <a:pt x="359794" y="16066"/>
                </a:lnTo>
                <a:lnTo>
                  <a:pt x="359459" y="16065"/>
                </a:lnTo>
                <a:lnTo>
                  <a:pt x="359003" y="16067"/>
                </a:lnTo>
                <a:lnTo>
                  <a:pt x="358552" y="16074"/>
                </a:lnTo>
                <a:lnTo>
                  <a:pt x="358105" y="16086"/>
                </a:lnTo>
                <a:lnTo>
                  <a:pt x="357663" y="16104"/>
                </a:lnTo>
                <a:lnTo>
                  <a:pt x="357225" y="16125"/>
                </a:lnTo>
                <a:lnTo>
                  <a:pt x="356792" y="16152"/>
                </a:lnTo>
                <a:lnTo>
                  <a:pt x="356364" y="16184"/>
                </a:lnTo>
                <a:lnTo>
                  <a:pt x="355940" y="16220"/>
                </a:lnTo>
                <a:lnTo>
                  <a:pt x="355521" y="16262"/>
                </a:lnTo>
                <a:lnTo>
                  <a:pt x="355106" y="16308"/>
                </a:lnTo>
                <a:lnTo>
                  <a:pt x="354696" y="16359"/>
                </a:lnTo>
                <a:lnTo>
                  <a:pt x="354290" y="16415"/>
                </a:lnTo>
                <a:lnTo>
                  <a:pt x="353889" y="16476"/>
                </a:lnTo>
                <a:lnTo>
                  <a:pt x="353493" y="16542"/>
                </a:lnTo>
                <a:lnTo>
                  <a:pt x="353101" y="16613"/>
                </a:lnTo>
                <a:lnTo>
                  <a:pt x="352714" y="16688"/>
                </a:lnTo>
                <a:lnTo>
                  <a:pt x="352331" y="16769"/>
                </a:lnTo>
                <a:lnTo>
                  <a:pt x="351953" y="16854"/>
                </a:lnTo>
                <a:lnTo>
                  <a:pt x="351580" y="16944"/>
                </a:lnTo>
                <a:lnTo>
                  <a:pt x="351211" y="17039"/>
                </a:lnTo>
                <a:lnTo>
                  <a:pt x="350847" y="17139"/>
                </a:lnTo>
                <a:lnTo>
                  <a:pt x="350487" y="17244"/>
                </a:lnTo>
                <a:lnTo>
                  <a:pt x="350132" y="17353"/>
                </a:lnTo>
                <a:lnTo>
                  <a:pt x="349781" y="17468"/>
                </a:lnTo>
                <a:lnTo>
                  <a:pt x="349436" y="17588"/>
                </a:lnTo>
                <a:lnTo>
                  <a:pt x="349098" y="17714"/>
                </a:lnTo>
                <a:lnTo>
                  <a:pt x="348765" y="17847"/>
                </a:lnTo>
                <a:lnTo>
                  <a:pt x="348439" y="17986"/>
                </a:lnTo>
                <a:lnTo>
                  <a:pt x="348119" y="18131"/>
                </a:lnTo>
                <a:lnTo>
                  <a:pt x="347806" y="18282"/>
                </a:lnTo>
                <a:lnTo>
                  <a:pt x="347499" y="18439"/>
                </a:lnTo>
                <a:lnTo>
                  <a:pt x="347198" y="18603"/>
                </a:lnTo>
                <a:lnTo>
                  <a:pt x="346903" y="18773"/>
                </a:lnTo>
                <a:lnTo>
                  <a:pt x="346615" y="18950"/>
                </a:lnTo>
                <a:lnTo>
                  <a:pt x="346333" y="19132"/>
                </a:lnTo>
                <a:lnTo>
                  <a:pt x="346058" y="19321"/>
                </a:lnTo>
                <a:lnTo>
                  <a:pt x="345788" y="19516"/>
                </a:lnTo>
                <a:lnTo>
                  <a:pt x="345525" y="19717"/>
                </a:lnTo>
                <a:lnTo>
                  <a:pt x="345269" y="19925"/>
                </a:lnTo>
                <a:lnTo>
                  <a:pt x="345018" y="20139"/>
                </a:lnTo>
                <a:lnTo>
                  <a:pt x="344774" y="20359"/>
                </a:lnTo>
                <a:lnTo>
                  <a:pt x="344537" y="20585"/>
                </a:lnTo>
                <a:lnTo>
                  <a:pt x="344305" y="20817"/>
                </a:lnTo>
                <a:lnTo>
                  <a:pt x="344080" y="21056"/>
                </a:lnTo>
                <a:lnTo>
                  <a:pt x="343861" y="21301"/>
                </a:lnTo>
                <a:lnTo>
                  <a:pt x="343649" y="21553"/>
                </a:lnTo>
                <a:lnTo>
                  <a:pt x="343443" y="21810"/>
                </a:lnTo>
                <a:lnTo>
                  <a:pt x="343243" y="22074"/>
                </a:lnTo>
                <a:lnTo>
                  <a:pt x="343051" y="22345"/>
                </a:lnTo>
                <a:lnTo>
                  <a:pt x="342866" y="22623"/>
                </a:lnTo>
                <a:lnTo>
                  <a:pt x="342690" y="22910"/>
                </a:lnTo>
                <a:lnTo>
                  <a:pt x="342522" y="23204"/>
                </a:lnTo>
                <a:lnTo>
                  <a:pt x="342362" y="23507"/>
                </a:lnTo>
                <a:lnTo>
                  <a:pt x="342211" y="23817"/>
                </a:lnTo>
                <a:lnTo>
                  <a:pt x="342067" y="24135"/>
                </a:lnTo>
                <a:lnTo>
                  <a:pt x="341932" y="24462"/>
                </a:lnTo>
                <a:lnTo>
                  <a:pt x="341805" y="24796"/>
                </a:lnTo>
                <a:lnTo>
                  <a:pt x="341686" y="25138"/>
                </a:lnTo>
                <a:lnTo>
                  <a:pt x="341576" y="25488"/>
                </a:lnTo>
                <a:lnTo>
                  <a:pt x="341473" y="25845"/>
                </a:lnTo>
                <a:lnTo>
                  <a:pt x="341379" y="26211"/>
                </a:lnTo>
                <a:lnTo>
                  <a:pt x="341293" y="26585"/>
                </a:lnTo>
                <a:lnTo>
                  <a:pt x="341215" y="26966"/>
                </a:lnTo>
                <a:lnTo>
                  <a:pt x="341145" y="27356"/>
                </a:lnTo>
                <a:lnTo>
                  <a:pt x="341084" y="27753"/>
                </a:lnTo>
                <a:lnTo>
                  <a:pt x="341031" y="28159"/>
                </a:lnTo>
                <a:lnTo>
                  <a:pt x="340986" y="28572"/>
                </a:lnTo>
                <a:lnTo>
                  <a:pt x="340949" y="28993"/>
                </a:lnTo>
                <a:lnTo>
                  <a:pt x="340920" y="29422"/>
                </a:lnTo>
                <a:lnTo>
                  <a:pt x="340900" y="29859"/>
                </a:lnTo>
                <a:lnTo>
                  <a:pt x="340887" y="30304"/>
                </a:lnTo>
                <a:lnTo>
                  <a:pt x="340883" y="30757"/>
                </a:lnTo>
                <a:lnTo>
                  <a:pt x="351622" y="30757"/>
                </a:lnTo>
                <a:lnTo>
                  <a:pt x="351626" y="30449"/>
                </a:lnTo>
                <a:lnTo>
                  <a:pt x="351637" y="30149"/>
                </a:lnTo>
                <a:lnTo>
                  <a:pt x="351656" y="29855"/>
                </a:lnTo>
                <a:lnTo>
                  <a:pt x="351683" y="29569"/>
                </a:lnTo>
                <a:lnTo>
                  <a:pt x="351718" y="29290"/>
                </a:lnTo>
                <a:lnTo>
                  <a:pt x="351760" y="29018"/>
                </a:lnTo>
                <a:lnTo>
                  <a:pt x="351810" y="28754"/>
                </a:lnTo>
                <a:lnTo>
                  <a:pt x="351867" y="28496"/>
                </a:lnTo>
                <a:lnTo>
                  <a:pt x="351932" y="28246"/>
                </a:lnTo>
                <a:lnTo>
                  <a:pt x="352005" y="28003"/>
                </a:lnTo>
                <a:lnTo>
                  <a:pt x="352086" y="27767"/>
                </a:lnTo>
                <a:lnTo>
                  <a:pt x="352174" y="27538"/>
                </a:lnTo>
                <a:lnTo>
                  <a:pt x="352270" y="27317"/>
                </a:lnTo>
                <a:lnTo>
                  <a:pt x="352373" y="27102"/>
                </a:lnTo>
                <a:lnTo>
                  <a:pt x="352484" y="26895"/>
                </a:lnTo>
                <a:lnTo>
                  <a:pt x="352603" y="26695"/>
                </a:lnTo>
                <a:lnTo>
                  <a:pt x="352730" y="26502"/>
                </a:lnTo>
                <a:lnTo>
                  <a:pt x="352864" y="26317"/>
                </a:lnTo>
                <a:lnTo>
                  <a:pt x="353006" y="26138"/>
                </a:lnTo>
                <a:lnTo>
                  <a:pt x="353155" y="25967"/>
                </a:lnTo>
                <a:lnTo>
                  <a:pt x="353313" y="25803"/>
                </a:lnTo>
                <a:lnTo>
                  <a:pt x="353477" y="25646"/>
                </a:lnTo>
                <a:lnTo>
                  <a:pt x="353650" y="25496"/>
                </a:lnTo>
                <a:lnTo>
                  <a:pt x="353830" y="25354"/>
                </a:lnTo>
                <a:lnTo>
                  <a:pt x="354016" y="25218"/>
                </a:lnTo>
                <a:lnTo>
                  <a:pt x="354207" y="25087"/>
                </a:lnTo>
                <a:lnTo>
                  <a:pt x="354401" y="24963"/>
                </a:lnTo>
                <a:lnTo>
                  <a:pt x="354600" y="24844"/>
                </a:lnTo>
                <a:lnTo>
                  <a:pt x="354803" y="24731"/>
                </a:lnTo>
                <a:lnTo>
                  <a:pt x="355010" y="24624"/>
                </a:lnTo>
                <a:lnTo>
                  <a:pt x="355221" y="24523"/>
                </a:lnTo>
                <a:lnTo>
                  <a:pt x="355437" y="24427"/>
                </a:lnTo>
                <a:lnTo>
                  <a:pt x="355657" y="24337"/>
                </a:lnTo>
                <a:lnTo>
                  <a:pt x="355881" y="24253"/>
                </a:lnTo>
                <a:lnTo>
                  <a:pt x="356109" y="24175"/>
                </a:lnTo>
                <a:lnTo>
                  <a:pt x="356342" y="24103"/>
                </a:lnTo>
                <a:lnTo>
                  <a:pt x="356578" y="24036"/>
                </a:lnTo>
                <a:lnTo>
                  <a:pt x="356819" y="23975"/>
                </a:lnTo>
                <a:lnTo>
                  <a:pt x="357064" y="23920"/>
                </a:lnTo>
                <a:lnTo>
                  <a:pt x="357313" y="23871"/>
                </a:lnTo>
                <a:lnTo>
                  <a:pt x="357567" y="23827"/>
                </a:lnTo>
                <a:lnTo>
                  <a:pt x="357825" y="23790"/>
                </a:lnTo>
                <a:lnTo>
                  <a:pt x="358086" y="23758"/>
                </a:lnTo>
                <a:lnTo>
                  <a:pt x="358353" y="23732"/>
                </a:lnTo>
                <a:lnTo>
                  <a:pt x="358623" y="23712"/>
                </a:lnTo>
                <a:lnTo>
                  <a:pt x="358897" y="23697"/>
                </a:lnTo>
                <a:lnTo>
                  <a:pt x="359176" y="23688"/>
                </a:lnTo>
                <a:lnTo>
                  <a:pt x="359459" y="23685"/>
                </a:lnTo>
                <a:lnTo>
                  <a:pt x="359717" y="23688"/>
                </a:lnTo>
                <a:lnTo>
                  <a:pt x="359971" y="23696"/>
                </a:lnTo>
                <a:lnTo>
                  <a:pt x="360221" y="23710"/>
                </a:lnTo>
                <a:lnTo>
                  <a:pt x="360467" y="23729"/>
                </a:lnTo>
                <a:lnTo>
                  <a:pt x="360708" y="23753"/>
                </a:lnTo>
                <a:lnTo>
                  <a:pt x="360946" y="23783"/>
                </a:lnTo>
                <a:lnTo>
                  <a:pt x="361180" y="23819"/>
                </a:lnTo>
                <a:lnTo>
                  <a:pt x="361410" y="23859"/>
                </a:lnTo>
                <a:lnTo>
                  <a:pt x="361636" y="23905"/>
                </a:lnTo>
                <a:lnTo>
                  <a:pt x="361858" y="23957"/>
                </a:lnTo>
                <a:lnTo>
                  <a:pt x="362076" y="24014"/>
                </a:lnTo>
                <a:lnTo>
                  <a:pt x="362290" y="24077"/>
                </a:lnTo>
                <a:lnTo>
                  <a:pt x="362500" y="24144"/>
                </a:lnTo>
                <a:lnTo>
                  <a:pt x="362706" y="24218"/>
                </a:lnTo>
                <a:lnTo>
                  <a:pt x="362908" y="24297"/>
                </a:lnTo>
                <a:lnTo>
                  <a:pt x="363106" y="24381"/>
                </a:lnTo>
                <a:lnTo>
                  <a:pt x="363300" y="24470"/>
                </a:lnTo>
                <a:lnTo>
                  <a:pt x="363490" y="24565"/>
                </a:lnTo>
                <a:lnTo>
                  <a:pt x="363676" y="24666"/>
                </a:lnTo>
                <a:lnTo>
                  <a:pt x="363858" y="24772"/>
                </a:lnTo>
                <a:lnTo>
                  <a:pt x="364037" y="24883"/>
                </a:lnTo>
                <a:lnTo>
                  <a:pt x="364211" y="25000"/>
                </a:lnTo>
                <a:lnTo>
                  <a:pt x="364381" y="25122"/>
                </a:lnTo>
                <a:lnTo>
                  <a:pt x="364547" y="25250"/>
                </a:lnTo>
                <a:lnTo>
                  <a:pt x="364708" y="25385"/>
                </a:lnTo>
                <a:lnTo>
                  <a:pt x="364862" y="25529"/>
                </a:lnTo>
                <a:lnTo>
                  <a:pt x="365009" y="25683"/>
                </a:lnTo>
                <a:lnTo>
                  <a:pt x="365149" y="25846"/>
                </a:lnTo>
                <a:lnTo>
                  <a:pt x="365282" y="26018"/>
                </a:lnTo>
                <a:lnTo>
                  <a:pt x="365409" y="26199"/>
                </a:lnTo>
                <a:lnTo>
                  <a:pt x="365529" y="26390"/>
                </a:lnTo>
                <a:lnTo>
                  <a:pt x="365642" y="26591"/>
                </a:lnTo>
                <a:lnTo>
                  <a:pt x="365748" y="26800"/>
                </a:lnTo>
                <a:lnTo>
                  <a:pt x="365847" y="27019"/>
                </a:lnTo>
                <a:lnTo>
                  <a:pt x="365939" y="27247"/>
                </a:lnTo>
                <a:lnTo>
                  <a:pt x="366025" y="27484"/>
                </a:lnTo>
                <a:lnTo>
                  <a:pt x="366103" y="27731"/>
                </a:lnTo>
                <a:lnTo>
                  <a:pt x="366175" y="27987"/>
                </a:lnTo>
                <a:lnTo>
                  <a:pt x="366240" y="28253"/>
                </a:lnTo>
                <a:lnTo>
                  <a:pt x="366298" y="28527"/>
                </a:lnTo>
                <a:lnTo>
                  <a:pt x="366350" y="28811"/>
                </a:lnTo>
                <a:lnTo>
                  <a:pt x="366394" y="29105"/>
                </a:lnTo>
                <a:lnTo>
                  <a:pt x="366432" y="29407"/>
                </a:lnTo>
                <a:lnTo>
                  <a:pt x="366462" y="29719"/>
                </a:lnTo>
                <a:lnTo>
                  <a:pt x="366486" y="30041"/>
                </a:lnTo>
                <a:lnTo>
                  <a:pt x="366504" y="30371"/>
                </a:lnTo>
                <a:lnTo>
                  <a:pt x="366514" y="30711"/>
                </a:lnTo>
                <a:lnTo>
                  <a:pt x="366517" y="31060"/>
                </a:lnTo>
                <a:lnTo>
                  <a:pt x="366517" y="33384"/>
                </a:lnTo>
                <a:lnTo>
                  <a:pt x="365824" y="33400"/>
                </a:lnTo>
                <a:lnTo>
                  <a:pt x="365139" y="33419"/>
                </a:lnTo>
                <a:lnTo>
                  <a:pt x="364460" y="33441"/>
                </a:lnTo>
                <a:lnTo>
                  <a:pt x="363789" y="33467"/>
                </a:lnTo>
                <a:lnTo>
                  <a:pt x="363124" y="33495"/>
                </a:lnTo>
                <a:lnTo>
                  <a:pt x="362467" y="33527"/>
                </a:lnTo>
                <a:lnTo>
                  <a:pt x="361817" y="33562"/>
                </a:lnTo>
                <a:lnTo>
                  <a:pt x="361174" y="33600"/>
                </a:lnTo>
                <a:lnTo>
                  <a:pt x="360539" y="33641"/>
                </a:lnTo>
                <a:lnTo>
                  <a:pt x="359910" y="33685"/>
                </a:lnTo>
                <a:lnTo>
                  <a:pt x="359289" y="33732"/>
                </a:lnTo>
                <a:lnTo>
                  <a:pt x="358674" y="33782"/>
                </a:lnTo>
                <a:lnTo>
                  <a:pt x="358067" y="33836"/>
                </a:lnTo>
                <a:lnTo>
                  <a:pt x="357467" y="33892"/>
                </a:lnTo>
                <a:lnTo>
                  <a:pt x="356874" y="33952"/>
                </a:lnTo>
                <a:lnTo>
                  <a:pt x="356289" y="34015"/>
                </a:lnTo>
                <a:lnTo>
                  <a:pt x="355710" y="34081"/>
                </a:lnTo>
                <a:lnTo>
                  <a:pt x="355139" y="34150"/>
                </a:lnTo>
                <a:lnTo>
                  <a:pt x="354574" y="34222"/>
                </a:lnTo>
                <a:lnTo>
                  <a:pt x="354017" y="34297"/>
                </a:lnTo>
                <a:lnTo>
                  <a:pt x="353467" y="34376"/>
                </a:lnTo>
                <a:lnTo>
                  <a:pt x="352924" y="34457"/>
                </a:lnTo>
                <a:lnTo>
                  <a:pt x="352388" y="34542"/>
                </a:lnTo>
                <a:lnTo>
                  <a:pt x="351860" y="34630"/>
                </a:lnTo>
                <a:lnTo>
                  <a:pt x="351340" y="34722"/>
                </a:lnTo>
                <a:lnTo>
                  <a:pt x="350829" y="34822"/>
                </a:lnTo>
                <a:lnTo>
                  <a:pt x="350328" y="34928"/>
                </a:lnTo>
                <a:lnTo>
                  <a:pt x="349837" y="35040"/>
                </a:lnTo>
                <a:lnTo>
                  <a:pt x="349356" y="35160"/>
                </a:lnTo>
                <a:lnTo>
                  <a:pt x="348884" y="35286"/>
                </a:lnTo>
                <a:lnTo>
                  <a:pt x="348422" y="35419"/>
                </a:lnTo>
                <a:lnTo>
                  <a:pt x="347970" y="35558"/>
                </a:lnTo>
                <a:lnTo>
                  <a:pt x="347527" y="35704"/>
                </a:lnTo>
                <a:lnTo>
                  <a:pt x="347095" y="35857"/>
                </a:lnTo>
                <a:lnTo>
                  <a:pt x="346671" y="36016"/>
                </a:lnTo>
                <a:lnTo>
                  <a:pt x="346258" y="36182"/>
                </a:lnTo>
                <a:lnTo>
                  <a:pt x="345854" y="36355"/>
                </a:lnTo>
                <a:lnTo>
                  <a:pt x="345460" y="36535"/>
                </a:lnTo>
                <a:lnTo>
                  <a:pt x="345076" y="36721"/>
                </a:lnTo>
                <a:lnTo>
                  <a:pt x="344701" y="36914"/>
                </a:lnTo>
                <a:lnTo>
                  <a:pt x="344336" y="37113"/>
                </a:lnTo>
                <a:lnTo>
                  <a:pt x="343981" y="37320"/>
                </a:lnTo>
                <a:lnTo>
                  <a:pt x="343635" y="37533"/>
                </a:lnTo>
                <a:lnTo>
                  <a:pt x="343299" y="37752"/>
                </a:lnTo>
                <a:lnTo>
                  <a:pt x="342973" y="37978"/>
                </a:lnTo>
                <a:lnTo>
                  <a:pt x="342656" y="38211"/>
                </a:lnTo>
                <a:lnTo>
                  <a:pt x="342349" y="38451"/>
                </a:lnTo>
                <a:lnTo>
                  <a:pt x="342052" y="38697"/>
                </a:lnTo>
                <a:lnTo>
                  <a:pt x="341766" y="38952"/>
                </a:lnTo>
                <a:lnTo>
                  <a:pt x="341492" y="39217"/>
                </a:lnTo>
                <a:lnTo>
                  <a:pt x="341230" y="39491"/>
                </a:lnTo>
                <a:lnTo>
                  <a:pt x="340981" y="39776"/>
                </a:lnTo>
                <a:lnTo>
                  <a:pt x="340743" y="40071"/>
                </a:lnTo>
                <a:lnTo>
                  <a:pt x="340518" y="40376"/>
                </a:lnTo>
                <a:lnTo>
                  <a:pt x="340305" y="40691"/>
                </a:lnTo>
                <a:lnTo>
                  <a:pt x="340104" y="41017"/>
                </a:lnTo>
                <a:lnTo>
                  <a:pt x="339915" y="41352"/>
                </a:lnTo>
                <a:lnTo>
                  <a:pt x="339738" y="41698"/>
                </a:lnTo>
                <a:lnTo>
                  <a:pt x="339574" y="42053"/>
                </a:lnTo>
                <a:lnTo>
                  <a:pt x="339422" y="42419"/>
                </a:lnTo>
                <a:lnTo>
                  <a:pt x="339282" y="42795"/>
                </a:lnTo>
                <a:lnTo>
                  <a:pt x="339154" y="43180"/>
                </a:lnTo>
                <a:lnTo>
                  <a:pt x="339038" y="43576"/>
                </a:lnTo>
                <a:lnTo>
                  <a:pt x="338935" y="43982"/>
                </a:lnTo>
                <a:lnTo>
                  <a:pt x="338843" y="44399"/>
                </a:lnTo>
                <a:lnTo>
                  <a:pt x="338764" y="44825"/>
                </a:lnTo>
                <a:lnTo>
                  <a:pt x="338697" y="45261"/>
                </a:lnTo>
                <a:lnTo>
                  <a:pt x="338642" y="45708"/>
                </a:lnTo>
                <a:lnTo>
                  <a:pt x="338600" y="46164"/>
                </a:lnTo>
                <a:lnTo>
                  <a:pt x="338569" y="46631"/>
                </a:lnTo>
                <a:lnTo>
                  <a:pt x="338551" y="47107"/>
                </a:lnTo>
                <a:lnTo>
                  <a:pt x="338545" y="47594"/>
                </a:lnTo>
                <a:lnTo>
                  <a:pt x="338548" y="47945"/>
                </a:lnTo>
                <a:lnTo>
                  <a:pt x="338558" y="48291"/>
                </a:lnTo>
                <a:lnTo>
                  <a:pt x="338575" y="48632"/>
                </a:lnTo>
                <a:lnTo>
                  <a:pt x="338598" y="48968"/>
                </a:lnTo>
                <a:lnTo>
                  <a:pt x="338629" y="49300"/>
                </a:lnTo>
                <a:lnTo>
                  <a:pt x="338665" y="49626"/>
                </a:lnTo>
                <a:lnTo>
                  <a:pt x="338709" y="49947"/>
                </a:lnTo>
                <a:lnTo>
                  <a:pt x="338759" y="50264"/>
                </a:lnTo>
                <a:lnTo>
                  <a:pt x="338816" y="50575"/>
                </a:lnTo>
                <a:lnTo>
                  <a:pt x="338879" y="50882"/>
                </a:lnTo>
                <a:lnTo>
                  <a:pt x="338950" y="51183"/>
                </a:lnTo>
                <a:lnTo>
                  <a:pt x="339027" y="51480"/>
                </a:lnTo>
                <a:lnTo>
                  <a:pt x="339110" y="51772"/>
                </a:lnTo>
                <a:lnTo>
                  <a:pt x="339201" y="52059"/>
                </a:lnTo>
                <a:lnTo>
                  <a:pt x="339298" y="52341"/>
                </a:lnTo>
                <a:lnTo>
                  <a:pt x="339401" y="52618"/>
                </a:lnTo>
                <a:lnTo>
                  <a:pt x="339512" y="52890"/>
                </a:lnTo>
                <a:lnTo>
                  <a:pt x="339629" y="53157"/>
                </a:lnTo>
                <a:lnTo>
                  <a:pt x="339753" y="53419"/>
                </a:lnTo>
                <a:lnTo>
                  <a:pt x="339883" y="53676"/>
                </a:lnTo>
                <a:lnTo>
                  <a:pt x="340020" y="53929"/>
                </a:lnTo>
                <a:lnTo>
                  <a:pt x="340164" y="54176"/>
                </a:lnTo>
                <a:lnTo>
                  <a:pt x="340315" y="54419"/>
                </a:lnTo>
                <a:lnTo>
                  <a:pt x="340472" y="54656"/>
                </a:lnTo>
                <a:lnTo>
                  <a:pt x="340634" y="54889"/>
                </a:lnTo>
                <a:lnTo>
                  <a:pt x="340801" y="55116"/>
                </a:lnTo>
                <a:lnTo>
                  <a:pt x="340972" y="55339"/>
                </a:lnTo>
                <a:lnTo>
                  <a:pt x="341147" y="55557"/>
                </a:lnTo>
                <a:lnTo>
                  <a:pt x="341326" y="55770"/>
                </a:lnTo>
                <a:lnTo>
                  <a:pt x="341510" y="55978"/>
                </a:lnTo>
                <a:lnTo>
                  <a:pt x="341697" y="56180"/>
                </a:lnTo>
                <a:lnTo>
                  <a:pt x="341889" y="56378"/>
                </a:lnTo>
                <a:lnTo>
                  <a:pt x="342084" y="56572"/>
                </a:lnTo>
                <a:lnTo>
                  <a:pt x="342284" y="56760"/>
                </a:lnTo>
                <a:lnTo>
                  <a:pt x="342488" y="56943"/>
                </a:lnTo>
                <a:lnTo>
                  <a:pt x="342696" y="57121"/>
                </a:lnTo>
                <a:lnTo>
                  <a:pt x="342909" y="57294"/>
                </a:lnTo>
                <a:lnTo>
                  <a:pt x="343125" y="57463"/>
                </a:lnTo>
                <a:lnTo>
                  <a:pt x="343346" y="57626"/>
                </a:lnTo>
                <a:lnTo>
                  <a:pt x="343570" y="57785"/>
                </a:lnTo>
                <a:lnTo>
                  <a:pt x="343799" y="57938"/>
                </a:lnTo>
                <a:lnTo>
                  <a:pt x="344032" y="58087"/>
                </a:lnTo>
                <a:lnTo>
                  <a:pt x="344269" y="58231"/>
                </a:lnTo>
                <a:lnTo>
                  <a:pt x="344510" y="58370"/>
                </a:lnTo>
                <a:lnTo>
                  <a:pt x="344756" y="58503"/>
                </a:lnTo>
                <a:lnTo>
                  <a:pt x="345005" y="58632"/>
                </a:lnTo>
                <a:lnTo>
                  <a:pt x="345259" y="58756"/>
                </a:lnTo>
                <a:lnTo>
                  <a:pt x="345516" y="58875"/>
                </a:lnTo>
                <a:lnTo>
                  <a:pt x="345777" y="58990"/>
                </a:lnTo>
                <a:lnTo>
                  <a:pt x="346039" y="59099"/>
                </a:lnTo>
                <a:lnTo>
                  <a:pt x="346303" y="59203"/>
                </a:lnTo>
                <a:lnTo>
                  <a:pt x="346569" y="59303"/>
                </a:lnTo>
                <a:lnTo>
                  <a:pt x="346836" y="59398"/>
                </a:lnTo>
                <a:lnTo>
                  <a:pt x="347105" y="59488"/>
                </a:lnTo>
                <a:lnTo>
                  <a:pt x="347376" y="59573"/>
                </a:lnTo>
                <a:lnTo>
                  <a:pt x="347648" y="59653"/>
                </a:lnTo>
                <a:lnTo>
                  <a:pt x="347922" y="59728"/>
                </a:lnTo>
                <a:lnTo>
                  <a:pt x="348197" y="59798"/>
                </a:lnTo>
                <a:lnTo>
                  <a:pt x="348474" y="59864"/>
                </a:lnTo>
                <a:lnTo>
                  <a:pt x="348753" y="59925"/>
                </a:lnTo>
                <a:lnTo>
                  <a:pt x="349034" y="59981"/>
                </a:lnTo>
                <a:lnTo>
                  <a:pt x="349316" y="60032"/>
                </a:lnTo>
                <a:lnTo>
                  <a:pt x="349599" y="60078"/>
                </a:lnTo>
                <a:lnTo>
                  <a:pt x="349885" y="60119"/>
                </a:lnTo>
                <a:lnTo>
                  <a:pt x="350172" y="60156"/>
                </a:lnTo>
                <a:lnTo>
                  <a:pt x="350461" y="60187"/>
                </a:lnTo>
                <a:lnTo>
                  <a:pt x="350751" y="60214"/>
                </a:lnTo>
                <a:lnTo>
                  <a:pt x="351043" y="60236"/>
                </a:lnTo>
                <a:lnTo>
                  <a:pt x="351337" y="60253"/>
                </a:lnTo>
                <a:lnTo>
                  <a:pt x="351632" y="60265"/>
                </a:lnTo>
                <a:lnTo>
                  <a:pt x="351929" y="60272"/>
                </a:lnTo>
                <a:lnTo>
                  <a:pt x="352228" y="60275"/>
                </a:lnTo>
                <a:lnTo>
                  <a:pt x="352612" y="60272"/>
                </a:lnTo>
                <a:lnTo>
                  <a:pt x="352993" y="60264"/>
                </a:lnTo>
                <a:lnTo>
                  <a:pt x="353369" y="60250"/>
                </a:lnTo>
                <a:lnTo>
                  <a:pt x="353742" y="60231"/>
                </a:lnTo>
                <a:lnTo>
                  <a:pt x="354111" y="60206"/>
                </a:lnTo>
                <a:close/>
                <a:moveTo>
                  <a:pt x="354937" y="52336"/>
                </a:moveTo>
                <a:lnTo>
                  <a:pt x="354735" y="52311"/>
                </a:lnTo>
                <a:lnTo>
                  <a:pt x="354537" y="52281"/>
                </a:lnTo>
                <a:lnTo>
                  <a:pt x="354342" y="52247"/>
                </a:lnTo>
                <a:lnTo>
                  <a:pt x="354151" y="52207"/>
                </a:lnTo>
                <a:lnTo>
                  <a:pt x="353963" y="52164"/>
                </a:lnTo>
                <a:lnTo>
                  <a:pt x="353779" y="52115"/>
                </a:lnTo>
                <a:lnTo>
                  <a:pt x="353597" y="52062"/>
                </a:lnTo>
                <a:lnTo>
                  <a:pt x="353420" y="52005"/>
                </a:lnTo>
                <a:lnTo>
                  <a:pt x="353245" y="51943"/>
                </a:lnTo>
                <a:lnTo>
                  <a:pt x="353074" y="51876"/>
                </a:lnTo>
                <a:lnTo>
                  <a:pt x="352906" y="51804"/>
                </a:lnTo>
                <a:lnTo>
                  <a:pt x="352742" y="51729"/>
                </a:lnTo>
                <a:lnTo>
                  <a:pt x="352581" y="51648"/>
                </a:lnTo>
                <a:lnTo>
                  <a:pt x="352424" y="51563"/>
                </a:lnTo>
                <a:lnTo>
                  <a:pt x="352269" y="51473"/>
                </a:lnTo>
                <a:lnTo>
                  <a:pt x="352119" y="51379"/>
                </a:lnTo>
                <a:lnTo>
                  <a:pt x="351971" y="51280"/>
                </a:lnTo>
                <a:lnTo>
                  <a:pt x="351827" y="51176"/>
                </a:lnTo>
                <a:lnTo>
                  <a:pt x="351687" y="51068"/>
                </a:lnTo>
                <a:lnTo>
                  <a:pt x="351551" y="50955"/>
                </a:lnTo>
                <a:lnTo>
                  <a:pt x="351420" y="50837"/>
                </a:lnTo>
                <a:lnTo>
                  <a:pt x="351296" y="50714"/>
                </a:lnTo>
                <a:lnTo>
                  <a:pt x="351177" y="50586"/>
                </a:lnTo>
                <a:lnTo>
                  <a:pt x="351064" y="50454"/>
                </a:lnTo>
                <a:lnTo>
                  <a:pt x="350957" y="50316"/>
                </a:lnTo>
                <a:lnTo>
                  <a:pt x="350856" y="50174"/>
                </a:lnTo>
                <a:lnTo>
                  <a:pt x="350761" y="50026"/>
                </a:lnTo>
                <a:lnTo>
                  <a:pt x="350671" y="49874"/>
                </a:lnTo>
                <a:lnTo>
                  <a:pt x="350587" y="49717"/>
                </a:lnTo>
                <a:lnTo>
                  <a:pt x="350509" y="49555"/>
                </a:lnTo>
                <a:lnTo>
                  <a:pt x="350436" y="49388"/>
                </a:lnTo>
                <a:lnTo>
                  <a:pt x="350370" y="49216"/>
                </a:lnTo>
                <a:lnTo>
                  <a:pt x="350309" y="49039"/>
                </a:lnTo>
                <a:lnTo>
                  <a:pt x="350254" y="48857"/>
                </a:lnTo>
                <a:lnTo>
                  <a:pt x="350205" y="48671"/>
                </a:lnTo>
                <a:lnTo>
                  <a:pt x="350161" y="48479"/>
                </a:lnTo>
                <a:lnTo>
                  <a:pt x="350124" y="48283"/>
                </a:lnTo>
                <a:lnTo>
                  <a:pt x="350092" y="48081"/>
                </a:lnTo>
                <a:lnTo>
                  <a:pt x="350066" y="47875"/>
                </a:lnTo>
                <a:lnTo>
                  <a:pt x="350046" y="47663"/>
                </a:lnTo>
                <a:lnTo>
                  <a:pt x="350031" y="47447"/>
                </a:lnTo>
                <a:lnTo>
                  <a:pt x="350023" y="47226"/>
                </a:lnTo>
                <a:lnTo>
                  <a:pt x="350020" y="47000"/>
                </a:lnTo>
                <a:lnTo>
                  <a:pt x="350026" y="46687"/>
                </a:lnTo>
                <a:lnTo>
                  <a:pt x="350045" y="46381"/>
                </a:lnTo>
                <a:lnTo>
                  <a:pt x="350076" y="46082"/>
                </a:lnTo>
                <a:lnTo>
                  <a:pt x="350121" y="45791"/>
                </a:lnTo>
                <a:lnTo>
                  <a:pt x="350177" y="45507"/>
                </a:lnTo>
                <a:lnTo>
                  <a:pt x="350247" y="45230"/>
                </a:lnTo>
                <a:lnTo>
                  <a:pt x="350329" y="44961"/>
                </a:lnTo>
                <a:lnTo>
                  <a:pt x="350424" y="44699"/>
                </a:lnTo>
                <a:lnTo>
                  <a:pt x="350531" y="44444"/>
                </a:lnTo>
                <a:lnTo>
                  <a:pt x="350651" y="44196"/>
                </a:lnTo>
                <a:lnTo>
                  <a:pt x="350784" y="43956"/>
                </a:lnTo>
                <a:lnTo>
                  <a:pt x="350929" y="43723"/>
                </a:lnTo>
                <a:lnTo>
                  <a:pt x="351087" y="43497"/>
                </a:lnTo>
                <a:lnTo>
                  <a:pt x="351257" y="43279"/>
                </a:lnTo>
                <a:lnTo>
                  <a:pt x="351440" y="43068"/>
                </a:lnTo>
                <a:lnTo>
                  <a:pt x="351636" y="42864"/>
                </a:lnTo>
                <a:lnTo>
                  <a:pt x="351845" y="42667"/>
                </a:lnTo>
                <a:lnTo>
                  <a:pt x="352066" y="42478"/>
                </a:lnTo>
                <a:lnTo>
                  <a:pt x="352299" y="42296"/>
                </a:lnTo>
                <a:lnTo>
                  <a:pt x="352546" y="42121"/>
                </a:lnTo>
                <a:lnTo>
                  <a:pt x="352804" y="41954"/>
                </a:lnTo>
                <a:lnTo>
                  <a:pt x="353076" y="41794"/>
                </a:lnTo>
                <a:lnTo>
                  <a:pt x="353360" y="41641"/>
                </a:lnTo>
                <a:lnTo>
                  <a:pt x="353657" y="41496"/>
                </a:lnTo>
                <a:lnTo>
                  <a:pt x="353969" y="41357"/>
                </a:lnTo>
                <a:lnTo>
                  <a:pt x="354301" y="41223"/>
                </a:lnTo>
                <a:lnTo>
                  <a:pt x="354651" y="41096"/>
                </a:lnTo>
                <a:lnTo>
                  <a:pt x="355021" y="40974"/>
                </a:lnTo>
                <a:lnTo>
                  <a:pt x="355409" y="40858"/>
                </a:lnTo>
                <a:lnTo>
                  <a:pt x="355817" y="40748"/>
                </a:lnTo>
                <a:lnTo>
                  <a:pt x="356243" y="40644"/>
                </a:lnTo>
                <a:lnTo>
                  <a:pt x="356688" y="40545"/>
                </a:lnTo>
                <a:lnTo>
                  <a:pt x="357152" y="40452"/>
                </a:lnTo>
                <a:lnTo>
                  <a:pt x="357635" y="40365"/>
                </a:lnTo>
                <a:lnTo>
                  <a:pt x="358137" y="40283"/>
                </a:lnTo>
                <a:lnTo>
                  <a:pt x="358658" y="40208"/>
                </a:lnTo>
                <a:lnTo>
                  <a:pt x="359198" y="40138"/>
                </a:lnTo>
                <a:lnTo>
                  <a:pt x="359757" y="40074"/>
                </a:lnTo>
                <a:lnTo>
                  <a:pt x="360335" y="40015"/>
                </a:lnTo>
                <a:lnTo>
                  <a:pt x="360931" y="39963"/>
                </a:lnTo>
                <a:lnTo>
                  <a:pt x="361547" y="39916"/>
                </a:lnTo>
                <a:lnTo>
                  <a:pt x="362182" y="39875"/>
                </a:lnTo>
                <a:lnTo>
                  <a:pt x="362835" y="39839"/>
                </a:lnTo>
                <a:lnTo>
                  <a:pt x="363508" y="39810"/>
                </a:lnTo>
                <a:lnTo>
                  <a:pt x="364199" y="39786"/>
                </a:lnTo>
                <a:lnTo>
                  <a:pt x="364910" y="39768"/>
                </a:lnTo>
                <a:lnTo>
                  <a:pt x="365639" y="39755"/>
                </a:lnTo>
                <a:lnTo>
                  <a:pt x="366387" y="39749"/>
                </a:lnTo>
                <a:lnTo>
                  <a:pt x="366387" y="46735"/>
                </a:lnTo>
                <a:lnTo>
                  <a:pt x="366248" y="46918"/>
                </a:lnTo>
                <a:lnTo>
                  <a:pt x="366105" y="47100"/>
                </a:lnTo>
                <a:lnTo>
                  <a:pt x="365959" y="47280"/>
                </a:lnTo>
                <a:lnTo>
                  <a:pt x="365808" y="47458"/>
                </a:lnTo>
                <a:lnTo>
                  <a:pt x="365654" y="47635"/>
                </a:lnTo>
                <a:lnTo>
                  <a:pt x="365496" y="47810"/>
                </a:lnTo>
                <a:lnTo>
                  <a:pt x="365334" y="47983"/>
                </a:lnTo>
                <a:lnTo>
                  <a:pt x="365168" y="48154"/>
                </a:lnTo>
                <a:lnTo>
                  <a:pt x="364998" y="48324"/>
                </a:lnTo>
                <a:lnTo>
                  <a:pt x="364824" y="48492"/>
                </a:lnTo>
                <a:lnTo>
                  <a:pt x="364647" y="48659"/>
                </a:lnTo>
                <a:lnTo>
                  <a:pt x="364466" y="48824"/>
                </a:lnTo>
                <a:lnTo>
                  <a:pt x="364281" y="48987"/>
                </a:lnTo>
                <a:lnTo>
                  <a:pt x="364092" y="49148"/>
                </a:lnTo>
                <a:lnTo>
                  <a:pt x="363899" y="49308"/>
                </a:lnTo>
                <a:lnTo>
                  <a:pt x="363703" y="49466"/>
                </a:lnTo>
                <a:lnTo>
                  <a:pt x="363502" y="49622"/>
                </a:lnTo>
                <a:lnTo>
                  <a:pt x="363298" y="49777"/>
                </a:lnTo>
                <a:lnTo>
                  <a:pt x="363090" y="49930"/>
                </a:lnTo>
                <a:lnTo>
                  <a:pt x="362878" y="50081"/>
                </a:lnTo>
                <a:lnTo>
                  <a:pt x="362662" y="50231"/>
                </a:lnTo>
                <a:lnTo>
                  <a:pt x="362443" y="50379"/>
                </a:lnTo>
                <a:lnTo>
                  <a:pt x="362219" y="50525"/>
                </a:lnTo>
                <a:lnTo>
                  <a:pt x="361992" y="50670"/>
                </a:lnTo>
                <a:lnTo>
                  <a:pt x="361762" y="50811"/>
                </a:lnTo>
                <a:lnTo>
                  <a:pt x="361531" y="50945"/>
                </a:lnTo>
                <a:lnTo>
                  <a:pt x="361297" y="51074"/>
                </a:lnTo>
                <a:lnTo>
                  <a:pt x="361062" y="51197"/>
                </a:lnTo>
                <a:lnTo>
                  <a:pt x="360825" y="51313"/>
                </a:lnTo>
                <a:lnTo>
                  <a:pt x="360586" y="51424"/>
                </a:lnTo>
                <a:lnTo>
                  <a:pt x="360346" y="51529"/>
                </a:lnTo>
                <a:lnTo>
                  <a:pt x="360104" y="51628"/>
                </a:lnTo>
                <a:lnTo>
                  <a:pt x="359860" y="51720"/>
                </a:lnTo>
                <a:lnTo>
                  <a:pt x="359614" y="51807"/>
                </a:lnTo>
                <a:lnTo>
                  <a:pt x="359367" y="51888"/>
                </a:lnTo>
                <a:lnTo>
                  <a:pt x="359118" y="51963"/>
                </a:lnTo>
                <a:lnTo>
                  <a:pt x="358867" y="52032"/>
                </a:lnTo>
                <a:lnTo>
                  <a:pt x="358615" y="52095"/>
                </a:lnTo>
                <a:lnTo>
                  <a:pt x="358361" y="52151"/>
                </a:lnTo>
                <a:lnTo>
                  <a:pt x="358105" y="52202"/>
                </a:lnTo>
                <a:lnTo>
                  <a:pt x="357847" y="52247"/>
                </a:lnTo>
                <a:lnTo>
                  <a:pt x="357588" y="52286"/>
                </a:lnTo>
                <a:lnTo>
                  <a:pt x="357327" y="52319"/>
                </a:lnTo>
                <a:lnTo>
                  <a:pt x="357064" y="52346"/>
                </a:lnTo>
                <a:lnTo>
                  <a:pt x="356799" y="52367"/>
                </a:lnTo>
                <a:lnTo>
                  <a:pt x="356533" y="52382"/>
                </a:lnTo>
                <a:lnTo>
                  <a:pt x="356265" y="52391"/>
                </a:lnTo>
                <a:lnTo>
                  <a:pt x="355995" y="52394"/>
                </a:lnTo>
                <a:lnTo>
                  <a:pt x="355777" y="52392"/>
                </a:lnTo>
                <a:lnTo>
                  <a:pt x="355562" y="52385"/>
                </a:lnTo>
                <a:lnTo>
                  <a:pt x="355350" y="52373"/>
                </a:lnTo>
                <a:lnTo>
                  <a:pt x="355142" y="52357"/>
                </a:lnTo>
                <a:lnTo>
                  <a:pt x="354937" y="52336"/>
                </a:lnTo>
                <a:close/>
                <a:moveTo>
                  <a:pt x="599068" y="60242"/>
                </a:moveTo>
                <a:lnTo>
                  <a:pt x="599359" y="60228"/>
                </a:lnTo>
                <a:lnTo>
                  <a:pt x="599649" y="60211"/>
                </a:lnTo>
                <a:lnTo>
                  <a:pt x="599939" y="60192"/>
                </a:lnTo>
                <a:lnTo>
                  <a:pt x="600228" y="60170"/>
                </a:lnTo>
                <a:lnTo>
                  <a:pt x="600516" y="60145"/>
                </a:lnTo>
                <a:lnTo>
                  <a:pt x="600803" y="60118"/>
                </a:lnTo>
                <a:lnTo>
                  <a:pt x="601090" y="60089"/>
                </a:lnTo>
                <a:lnTo>
                  <a:pt x="601375" y="60056"/>
                </a:lnTo>
                <a:lnTo>
                  <a:pt x="601660" y="60021"/>
                </a:lnTo>
                <a:lnTo>
                  <a:pt x="601944" y="59984"/>
                </a:lnTo>
                <a:lnTo>
                  <a:pt x="602227" y="59944"/>
                </a:lnTo>
                <a:lnTo>
                  <a:pt x="602509" y="59901"/>
                </a:lnTo>
                <a:lnTo>
                  <a:pt x="602791" y="59856"/>
                </a:lnTo>
                <a:lnTo>
                  <a:pt x="603071" y="59808"/>
                </a:lnTo>
                <a:lnTo>
                  <a:pt x="603351" y="59758"/>
                </a:lnTo>
                <a:lnTo>
                  <a:pt x="603630" y="59705"/>
                </a:lnTo>
                <a:lnTo>
                  <a:pt x="603908" y="59649"/>
                </a:lnTo>
                <a:lnTo>
                  <a:pt x="604185" y="59591"/>
                </a:lnTo>
                <a:lnTo>
                  <a:pt x="604462" y="59530"/>
                </a:lnTo>
                <a:lnTo>
                  <a:pt x="604736" y="59467"/>
                </a:lnTo>
                <a:lnTo>
                  <a:pt x="605009" y="59400"/>
                </a:lnTo>
                <a:lnTo>
                  <a:pt x="605278" y="59330"/>
                </a:lnTo>
                <a:lnTo>
                  <a:pt x="605545" y="59257"/>
                </a:lnTo>
                <a:lnTo>
                  <a:pt x="605810" y="59181"/>
                </a:lnTo>
                <a:lnTo>
                  <a:pt x="606072" y="59102"/>
                </a:lnTo>
                <a:lnTo>
                  <a:pt x="606331" y="59020"/>
                </a:lnTo>
                <a:lnTo>
                  <a:pt x="606588" y="58935"/>
                </a:lnTo>
                <a:lnTo>
                  <a:pt x="606843" y="58846"/>
                </a:lnTo>
                <a:lnTo>
                  <a:pt x="607094" y="58754"/>
                </a:lnTo>
                <a:lnTo>
                  <a:pt x="607343" y="58660"/>
                </a:lnTo>
                <a:lnTo>
                  <a:pt x="607590" y="58562"/>
                </a:lnTo>
                <a:lnTo>
                  <a:pt x="607834" y="58461"/>
                </a:lnTo>
                <a:lnTo>
                  <a:pt x="608076" y="58357"/>
                </a:lnTo>
                <a:lnTo>
                  <a:pt x="608315" y="58250"/>
                </a:lnTo>
                <a:lnTo>
                  <a:pt x="608551" y="58139"/>
                </a:lnTo>
                <a:lnTo>
                  <a:pt x="608785" y="58026"/>
                </a:lnTo>
                <a:lnTo>
                  <a:pt x="609016" y="57909"/>
                </a:lnTo>
                <a:lnTo>
                  <a:pt x="609245" y="57790"/>
                </a:lnTo>
                <a:lnTo>
                  <a:pt x="609471" y="57667"/>
                </a:lnTo>
                <a:lnTo>
                  <a:pt x="609695" y="57541"/>
                </a:lnTo>
                <a:lnTo>
                  <a:pt x="609916" y="57412"/>
                </a:lnTo>
                <a:lnTo>
                  <a:pt x="610135" y="57280"/>
                </a:lnTo>
                <a:lnTo>
                  <a:pt x="610351" y="57145"/>
                </a:lnTo>
                <a:lnTo>
                  <a:pt x="610563" y="57006"/>
                </a:lnTo>
                <a:lnTo>
                  <a:pt x="610773" y="56864"/>
                </a:lnTo>
                <a:lnTo>
                  <a:pt x="610978" y="56718"/>
                </a:lnTo>
                <a:lnTo>
                  <a:pt x="611180" y="56569"/>
                </a:lnTo>
                <a:lnTo>
                  <a:pt x="611379" y="56416"/>
                </a:lnTo>
                <a:lnTo>
                  <a:pt x="611574" y="56260"/>
                </a:lnTo>
                <a:lnTo>
                  <a:pt x="611765" y="56100"/>
                </a:lnTo>
                <a:lnTo>
                  <a:pt x="611953" y="55936"/>
                </a:lnTo>
                <a:lnTo>
                  <a:pt x="612137" y="55769"/>
                </a:lnTo>
                <a:lnTo>
                  <a:pt x="612317" y="55598"/>
                </a:lnTo>
                <a:lnTo>
                  <a:pt x="612494" y="55424"/>
                </a:lnTo>
                <a:lnTo>
                  <a:pt x="612667" y="55246"/>
                </a:lnTo>
                <a:lnTo>
                  <a:pt x="612837" y="55065"/>
                </a:lnTo>
                <a:lnTo>
                  <a:pt x="613003" y="54880"/>
                </a:lnTo>
                <a:lnTo>
                  <a:pt x="613165" y="54691"/>
                </a:lnTo>
                <a:lnTo>
                  <a:pt x="613324" y="54499"/>
                </a:lnTo>
                <a:lnTo>
                  <a:pt x="613479" y="54304"/>
                </a:lnTo>
                <a:lnTo>
                  <a:pt x="613631" y="54104"/>
                </a:lnTo>
                <a:lnTo>
                  <a:pt x="613779" y="53901"/>
                </a:lnTo>
                <a:lnTo>
                  <a:pt x="613923" y="53695"/>
                </a:lnTo>
                <a:lnTo>
                  <a:pt x="614064" y="53485"/>
                </a:lnTo>
                <a:lnTo>
                  <a:pt x="614201" y="53271"/>
                </a:lnTo>
                <a:lnTo>
                  <a:pt x="614334" y="53054"/>
                </a:lnTo>
                <a:lnTo>
                  <a:pt x="614464" y="52834"/>
                </a:lnTo>
                <a:lnTo>
                  <a:pt x="614590" y="52609"/>
                </a:lnTo>
                <a:lnTo>
                  <a:pt x="614710" y="52380"/>
                </a:lnTo>
                <a:lnTo>
                  <a:pt x="614824" y="52148"/>
                </a:lnTo>
                <a:lnTo>
                  <a:pt x="614934" y="51911"/>
                </a:lnTo>
                <a:lnTo>
                  <a:pt x="615038" y="51670"/>
                </a:lnTo>
                <a:lnTo>
                  <a:pt x="615137" y="51425"/>
                </a:lnTo>
                <a:lnTo>
                  <a:pt x="615230" y="51176"/>
                </a:lnTo>
                <a:lnTo>
                  <a:pt x="615318" y="50922"/>
                </a:lnTo>
                <a:lnTo>
                  <a:pt x="615401" y="50665"/>
                </a:lnTo>
                <a:lnTo>
                  <a:pt x="615478" y="50404"/>
                </a:lnTo>
                <a:lnTo>
                  <a:pt x="615550" y="50138"/>
                </a:lnTo>
                <a:lnTo>
                  <a:pt x="615617" y="49868"/>
                </a:lnTo>
                <a:lnTo>
                  <a:pt x="615678" y="49594"/>
                </a:lnTo>
                <a:lnTo>
                  <a:pt x="615734" y="49316"/>
                </a:lnTo>
                <a:lnTo>
                  <a:pt x="615785" y="49034"/>
                </a:lnTo>
                <a:lnTo>
                  <a:pt x="615830" y="48748"/>
                </a:lnTo>
                <a:lnTo>
                  <a:pt x="615871" y="48458"/>
                </a:lnTo>
                <a:lnTo>
                  <a:pt x="615905" y="48164"/>
                </a:lnTo>
                <a:lnTo>
                  <a:pt x="615935" y="47865"/>
                </a:lnTo>
                <a:lnTo>
                  <a:pt x="615959" y="47563"/>
                </a:lnTo>
                <a:lnTo>
                  <a:pt x="615977" y="47256"/>
                </a:lnTo>
                <a:lnTo>
                  <a:pt x="615991" y="46945"/>
                </a:lnTo>
                <a:lnTo>
                  <a:pt x="615999" y="46630"/>
                </a:lnTo>
                <a:lnTo>
                  <a:pt x="616001" y="46311"/>
                </a:lnTo>
                <a:lnTo>
                  <a:pt x="615998" y="45971"/>
                </a:lnTo>
                <a:lnTo>
                  <a:pt x="615988" y="45636"/>
                </a:lnTo>
                <a:lnTo>
                  <a:pt x="615972" y="45307"/>
                </a:lnTo>
                <a:lnTo>
                  <a:pt x="615948" y="44982"/>
                </a:lnTo>
                <a:lnTo>
                  <a:pt x="615919" y="44663"/>
                </a:lnTo>
                <a:lnTo>
                  <a:pt x="615882" y="44350"/>
                </a:lnTo>
                <a:lnTo>
                  <a:pt x="615839" y="44042"/>
                </a:lnTo>
                <a:lnTo>
                  <a:pt x="615790" y="43739"/>
                </a:lnTo>
                <a:lnTo>
                  <a:pt x="615733" y="43441"/>
                </a:lnTo>
                <a:lnTo>
                  <a:pt x="615671" y="43149"/>
                </a:lnTo>
                <a:lnTo>
                  <a:pt x="615601" y="42862"/>
                </a:lnTo>
                <a:lnTo>
                  <a:pt x="615525" y="42580"/>
                </a:lnTo>
                <a:lnTo>
                  <a:pt x="615442" y="42303"/>
                </a:lnTo>
                <a:lnTo>
                  <a:pt x="615353" y="42032"/>
                </a:lnTo>
                <a:lnTo>
                  <a:pt x="615257" y="41767"/>
                </a:lnTo>
                <a:lnTo>
                  <a:pt x="615155" y="41506"/>
                </a:lnTo>
                <a:lnTo>
                  <a:pt x="615045" y="41251"/>
                </a:lnTo>
                <a:lnTo>
                  <a:pt x="614930" y="41001"/>
                </a:lnTo>
                <a:lnTo>
                  <a:pt x="614807" y="40757"/>
                </a:lnTo>
                <a:lnTo>
                  <a:pt x="614678" y="40518"/>
                </a:lnTo>
                <a:lnTo>
                  <a:pt x="614543" y="40284"/>
                </a:lnTo>
                <a:lnTo>
                  <a:pt x="614400" y="40056"/>
                </a:lnTo>
                <a:lnTo>
                  <a:pt x="614252" y="39833"/>
                </a:lnTo>
                <a:lnTo>
                  <a:pt x="614096" y="39615"/>
                </a:lnTo>
                <a:lnTo>
                  <a:pt x="613935" y="39401"/>
                </a:lnTo>
                <a:lnTo>
                  <a:pt x="613769" y="39192"/>
                </a:lnTo>
                <a:lnTo>
                  <a:pt x="613599" y="38985"/>
                </a:lnTo>
                <a:lnTo>
                  <a:pt x="613424" y="38783"/>
                </a:lnTo>
                <a:lnTo>
                  <a:pt x="613244" y="38584"/>
                </a:lnTo>
                <a:lnTo>
                  <a:pt x="613060" y="38389"/>
                </a:lnTo>
                <a:lnTo>
                  <a:pt x="612870" y="38197"/>
                </a:lnTo>
                <a:lnTo>
                  <a:pt x="612677" y="38009"/>
                </a:lnTo>
                <a:lnTo>
                  <a:pt x="612478" y="37825"/>
                </a:lnTo>
                <a:lnTo>
                  <a:pt x="612275" y="37645"/>
                </a:lnTo>
                <a:lnTo>
                  <a:pt x="612068" y="37468"/>
                </a:lnTo>
                <a:lnTo>
                  <a:pt x="611855" y="37294"/>
                </a:lnTo>
                <a:lnTo>
                  <a:pt x="611638" y="37125"/>
                </a:lnTo>
                <a:lnTo>
                  <a:pt x="611417" y="36959"/>
                </a:lnTo>
                <a:lnTo>
                  <a:pt x="611190" y="36796"/>
                </a:lnTo>
                <a:lnTo>
                  <a:pt x="610959" y="36638"/>
                </a:lnTo>
                <a:lnTo>
                  <a:pt x="610723" y="36483"/>
                </a:lnTo>
                <a:lnTo>
                  <a:pt x="610483" y="36331"/>
                </a:lnTo>
                <a:lnTo>
                  <a:pt x="610238" y="36184"/>
                </a:lnTo>
                <a:lnTo>
                  <a:pt x="609989" y="36040"/>
                </a:lnTo>
                <a:lnTo>
                  <a:pt x="609734" y="35899"/>
                </a:lnTo>
                <a:lnTo>
                  <a:pt x="609475" y="35762"/>
                </a:lnTo>
                <a:lnTo>
                  <a:pt x="609212" y="35629"/>
                </a:lnTo>
                <a:lnTo>
                  <a:pt x="608943" y="35500"/>
                </a:lnTo>
                <a:lnTo>
                  <a:pt x="608671" y="35373"/>
                </a:lnTo>
                <a:lnTo>
                  <a:pt x="608396" y="35248"/>
                </a:lnTo>
                <a:lnTo>
                  <a:pt x="608118" y="35126"/>
                </a:lnTo>
                <a:lnTo>
                  <a:pt x="607837" y="35005"/>
                </a:lnTo>
                <a:lnTo>
                  <a:pt x="607553" y="34886"/>
                </a:lnTo>
                <a:lnTo>
                  <a:pt x="607265" y="34769"/>
                </a:lnTo>
                <a:lnTo>
                  <a:pt x="606975" y="34655"/>
                </a:lnTo>
                <a:lnTo>
                  <a:pt x="606682" y="34542"/>
                </a:lnTo>
                <a:lnTo>
                  <a:pt x="606386" y="34431"/>
                </a:lnTo>
                <a:lnTo>
                  <a:pt x="606087" y="34322"/>
                </a:lnTo>
                <a:lnTo>
                  <a:pt x="605784" y="34215"/>
                </a:lnTo>
                <a:lnTo>
                  <a:pt x="605479" y="34110"/>
                </a:lnTo>
                <a:lnTo>
                  <a:pt x="605171" y="34007"/>
                </a:lnTo>
                <a:lnTo>
                  <a:pt x="604860" y="33906"/>
                </a:lnTo>
                <a:lnTo>
                  <a:pt x="604546" y="33807"/>
                </a:lnTo>
                <a:lnTo>
                  <a:pt x="604228" y="33710"/>
                </a:lnTo>
                <a:lnTo>
                  <a:pt x="603908" y="33615"/>
                </a:lnTo>
                <a:lnTo>
                  <a:pt x="603585" y="33522"/>
                </a:lnTo>
                <a:lnTo>
                  <a:pt x="603259" y="33431"/>
                </a:lnTo>
                <a:lnTo>
                  <a:pt x="602929" y="33342"/>
                </a:lnTo>
                <a:lnTo>
                  <a:pt x="602597" y="33254"/>
                </a:lnTo>
                <a:lnTo>
                  <a:pt x="602262" y="33169"/>
                </a:lnTo>
                <a:lnTo>
                  <a:pt x="601923" y="33086"/>
                </a:lnTo>
                <a:lnTo>
                  <a:pt x="601582" y="33005"/>
                </a:lnTo>
                <a:lnTo>
                  <a:pt x="601260" y="32932"/>
                </a:lnTo>
                <a:lnTo>
                  <a:pt x="600943" y="32859"/>
                </a:lnTo>
                <a:lnTo>
                  <a:pt x="600632" y="32787"/>
                </a:lnTo>
                <a:lnTo>
                  <a:pt x="600325" y="32716"/>
                </a:lnTo>
                <a:lnTo>
                  <a:pt x="600024" y="32645"/>
                </a:lnTo>
                <a:lnTo>
                  <a:pt x="599728" y="32574"/>
                </a:lnTo>
                <a:lnTo>
                  <a:pt x="599438" y="32503"/>
                </a:lnTo>
                <a:lnTo>
                  <a:pt x="599152" y="32433"/>
                </a:lnTo>
                <a:lnTo>
                  <a:pt x="598872" y="32363"/>
                </a:lnTo>
                <a:lnTo>
                  <a:pt x="598598" y="32294"/>
                </a:lnTo>
                <a:lnTo>
                  <a:pt x="598328" y="32225"/>
                </a:lnTo>
                <a:lnTo>
                  <a:pt x="598064" y="32157"/>
                </a:lnTo>
                <a:lnTo>
                  <a:pt x="597805" y="32088"/>
                </a:lnTo>
                <a:lnTo>
                  <a:pt x="597551" y="32021"/>
                </a:lnTo>
                <a:lnTo>
                  <a:pt x="597303" y="31953"/>
                </a:lnTo>
                <a:lnTo>
                  <a:pt x="597060" y="31886"/>
                </a:lnTo>
                <a:lnTo>
                  <a:pt x="596822" y="31819"/>
                </a:lnTo>
                <a:lnTo>
                  <a:pt x="596589" y="31753"/>
                </a:lnTo>
                <a:lnTo>
                  <a:pt x="596362" y="31687"/>
                </a:lnTo>
                <a:lnTo>
                  <a:pt x="596139" y="31622"/>
                </a:lnTo>
                <a:lnTo>
                  <a:pt x="595923" y="31556"/>
                </a:lnTo>
                <a:lnTo>
                  <a:pt x="595711" y="31492"/>
                </a:lnTo>
                <a:lnTo>
                  <a:pt x="595505" y="31427"/>
                </a:lnTo>
                <a:lnTo>
                  <a:pt x="595304" y="31363"/>
                </a:lnTo>
                <a:lnTo>
                  <a:pt x="595107" y="31299"/>
                </a:lnTo>
                <a:lnTo>
                  <a:pt x="594916" y="31235"/>
                </a:lnTo>
                <a:lnTo>
                  <a:pt x="594728" y="31170"/>
                </a:lnTo>
                <a:lnTo>
                  <a:pt x="594546" y="31104"/>
                </a:lnTo>
                <a:lnTo>
                  <a:pt x="594368" y="31038"/>
                </a:lnTo>
                <a:lnTo>
                  <a:pt x="594194" y="30972"/>
                </a:lnTo>
                <a:lnTo>
                  <a:pt x="594025" y="30905"/>
                </a:lnTo>
                <a:lnTo>
                  <a:pt x="593860" y="30838"/>
                </a:lnTo>
                <a:lnTo>
                  <a:pt x="593700" y="30770"/>
                </a:lnTo>
                <a:lnTo>
                  <a:pt x="593544" y="30702"/>
                </a:lnTo>
                <a:lnTo>
                  <a:pt x="593393" y="30634"/>
                </a:lnTo>
                <a:lnTo>
                  <a:pt x="593247" y="30565"/>
                </a:lnTo>
                <a:lnTo>
                  <a:pt x="593105" y="30495"/>
                </a:lnTo>
                <a:lnTo>
                  <a:pt x="592967" y="30425"/>
                </a:lnTo>
                <a:lnTo>
                  <a:pt x="592834" y="30355"/>
                </a:lnTo>
                <a:lnTo>
                  <a:pt x="592706" y="30284"/>
                </a:lnTo>
                <a:lnTo>
                  <a:pt x="592581" y="30212"/>
                </a:lnTo>
                <a:lnTo>
                  <a:pt x="592462" y="30141"/>
                </a:lnTo>
                <a:lnTo>
                  <a:pt x="592347" y="30068"/>
                </a:lnTo>
                <a:lnTo>
                  <a:pt x="592236" y="29996"/>
                </a:lnTo>
                <a:lnTo>
                  <a:pt x="592130" y="29922"/>
                </a:lnTo>
                <a:lnTo>
                  <a:pt x="592029" y="29849"/>
                </a:lnTo>
                <a:lnTo>
                  <a:pt x="591932" y="29775"/>
                </a:lnTo>
                <a:lnTo>
                  <a:pt x="591839" y="29700"/>
                </a:lnTo>
                <a:lnTo>
                  <a:pt x="591751" y="29625"/>
                </a:lnTo>
                <a:lnTo>
                  <a:pt x="591667" y="29549"/>
                </a:lnTo>
                <a:lnTo>
                  <a:pt x="591586" y="29471"/>
                </a:lnTo>
                <a:lnTo>
                  <a:pt x="591509" y="29393"/>
                </a:lnTo>
                <a:lnTo>
                  <a:pt x="591435" y="29314"/>
                </a:lnTo>
                <a:lnTo>
                  <a:pt x="591366" y="29233"/>
                </a:lnTo>
                <a:lnTo>
                  <a:pt x="591300" y="29152"/>
                </a:lnTo>
                <a:lnTo>
                  <a:pt x="591238" y="29070"/>
                </a:lnTo>
                <a:lnTo>
                  <a:pt x="591180" y="28987"/>
                </a:lnTo>
                <a:lnTo>
                  <a:pt x="591125" y="28902"/>
                </a:lnTo>
                <a:lnTo>
                  <a:pt x="591075" y="28817"/>
                </a:lnTo>
                <a:lnTo>
                  <a:pt x="591028" y="28731"/>
                </a:lnTo>
                <a:lnTo>
                  <a:pt x="590984" y="28644"/>
                </a:lnTo>
                <a:lnTo>
                  <a:pt x="590945" y="28556"/>
                </a:lnTo>
                <a:lnTo>
                  <a:pt x="590909" y="28467"/>
                </a:lnTo>
                <a:lnTo>
                  <a:pt x="590877" y="28377"/>
                </a:lnTo>
                <a:lnTo>
                  <a:pt x="590849" y="28285"/>
                </a:lnTo>
                <a:lnTo>
                  <a:pt x="590825" y="28193"/>
                </a:lnTo>
                <a:lnTo>
                  <a:pt x="590804" y="28100"/>
                </a:lnTo>
                <a:lnTo>
                  <a:pt x="590787" y="28006"/>
                </a:lnTo>
                <a:lnTo>
                  <a:pt x="590774" y="27911"/>
                </a:lnTo>
                <a:lnTo>
                  <a:pt x="590764" y="27815"/>
                </a:lnTo>
                <a:lnTo>
                  <a:pt x="590759" y="27718"/>
                </a:lnTo>
                <a:lnTo>
                  <a:pt x="590757" y="27620"/>
                </a:lnTo>
                <a:lnTo>
                  <a:pt x="590760" y="27451"/>
                </a:lnTo>
                <a:lnTo>
                  <a:pt x="590769" y="27286"/>
                </a:lnTo>
                <a:lnTo>
                  <a:pt x="590784" y="27124"/>
                </a:lnTo>
                <a:lnTo>
                  <a:pt x="590804" y="26967"/>
                </a:lnTo>
                <a:lnTo>
                  <a:pt x="590831" y="26813"/>
                </a:lnTo>
                <a:lnTo>
                  <a:pt x="590864" y="26664"/>
                </a:lnTo>
                <a:lnTo>
                  <a:pt x="590902" y="26519"/>
                </a:lnTo>
                <a:lnTo>
                  <a:pt x="590947" y="26378"/>
                </a:lnTo>
                <a:lnTo>
                  <a:pt x="590997" y="26240"/>
                </a:lnTo>
                <a:lnTo>
                  <a:pt x="591054" y="26107"/>
                </a:lnTo>
                <a:lnTo>
                  <a:pt x="591116" y="25978"/>
                </a:lnTo>
                <a:lnTo>
                  <a:pt x="591185" y="25853"/>
                </a:lnTo>
                <a:lnTo>
                  <a:pt x="591259" y="25732"/>
                </a:lnTo>
                <a:lnTo>
                  <a:pt x="591339" y="25615"/>
                </a:lnTo>
                <a:lnTo>
                  <a:pt x="591425" y="25502"/>
                </a:lnTo>
                <a:lnTo>
                  <a:pt x="591517" y="25393"/>
                </a:lnTo>
                <a:lnTo>
                  <a:pt x="591615" y="25289"/>
                </a:lnTo>
                <a:lnTo>
                  <a:pt x="591719" y="25188"/>
                </a:lnTo>
                <a:lnTo>
                  <a:pt x="591829" y="25091"/>
                </a:lnTo>
                <a:lnTo>
                  <a:pt x="591945" y="24998"/>
                </a:lnTo>
                <a:lnTo>
                  <a:pt x="592066" y="24910"/>
                </a:lnTo>
                <a:lnTo>
                  <a:pt x="592194" y="24825"/>
                </a:lnTo>
                <a:lnTo>
                  <a:pt x="592328" y="24744"/>
                </a:lnTo>
                <a:lnTo>
                  <a:pt x="592467" y="24668"/>
                </a:lnTo>
                <a:lnTo>
                  <a:pt x="592612" y="24595"/>
                </a:lnTo>
                <a:lnTo>
                  <a:pt x="592761" y="24525"/>
                </a:lnTo>
                <a:lnTo>
                  <a:pt x="592915" y="24458"/>
                </a:lnTo>
                <a:lnTo>
                  <a:pt x="593073" y="24394"/>
                </a:lnTo>
                <a:lnTo>
                  <a:pt x="593235" y="24334"/>
                </a:lnTo>
                <a:lnTo>
                  <a:pt x="593402" y="24276"/>
                </a:lnTo>
                <a:lnTo>
                  <a:pt x="593574" y="24222"/>
                </a:lnTo>
                <a:lnTo>
                  <a:pt x="593750" y="24170"/>
                </a:lnTo>
                <a:lnTo>
                  <a:pt x="593930" y="24122"/>
                </a:lnTo>
                <a:lnTo>
                  <a:pt x="594114" y="24077"/>
                </a:lnTo>
                <a:lnTo>
                  <a:pt x="594304" y="24035"/>
                </a:lnTo>
                <a:lnTo>
                  <a:pt x="594497" y="23996"/>
                </a:lnTo>
                <a:lnTo>
                  <a:pt x="594695" y="23960"/>
                </a:lnTo>
                <a:lnTo>
                  <a:pt x="594897" y="23928"/>
                </a:lnTo>
                <a:lnTo>
                  <a:pt x="595104" y="23898"/>
                </a:lnTo>
                <a:lnTo>
                  <a:pt x="595316" y="23872"/>
                </a:lnTo>
                <a:lnTo>
                  <a:pt x="595531" y="23848"/>
                </a:lnTo>
                <a:lnTo>
                  <a:pt x="595751" y="23828"/>
                </a:lnTo>
                <a:lnTo>
                  <a:pt x="595976" y="23811"/>
                </a:lnTo>
                <a:lnTo>
                  <a:pt x="596205" y="23797"/>
                </a:lnTo>
                <a:lnTo>
                  <a:pt x="596438" y="23786"/>
                </a:lnTo>
                <a:lnTo>
                  <a:pt x="596676" y="23778"/>
                </a:lnTo>
                <a:lnTo>
                  <a:pt x="596919" y="23774"/>
                </a:lnTo>
                <a:lnTo>
                  <a:pt x="597165" y="23772"/>
                </a:lnTo>
                <a:lnTo>
                  <a:pt x="597395" y="23774"/>
                </a:lnTo>
                <a:lnTo>
                  <a:pt x="597622" y="23781"/>
                </a:lnTo>
                <a:lnTo>
                  <a:pt x="597847" y="23792"/>
                </a:lnTo>
                <a:lnTo>
                  <a:pt x="598069" y="23808"/>
                </a:lnTo>
                <a:lnTo>
                  <a:pt x="598289" y="23828"/>
                </a:lnTo>
                <a:lnTo>
                  <a:pt x="598506" y="23853"/>
                </a:lnTo>
                <a:lnTo>
                  <a:pt x="598721" y="23882"/>
                </a:lnTo>
                <a:lnTo>
                  <a:pt x="598934" y="23915"/>
                </a:lnTo>
                <a:lnTo>
                  <a:pt x="599143" y="23953"/>
                </a:lnTo>
                <a:lnTo>
                  <a:pt x="599351" y="23996"/>
                </a:lnTo>
                <a:lnTo>
                  <a:pt x="599556" y="24043"/>
                </a:lnTo>
                <a:lnTo>
                  <a:pt x="599758" y="24094"/>
                </a:lnTo>
                <a:lnTo>
                  <a:pt x="599958" y="24150"/>
                </a:lnTo>
                <a:lnTo>
                  <a:pt x="600155" y="24210"/>
                </a:lnTo>
                <a:lnTo>
                  <a:pt x="600350" y="24275"/>
                </a:lnTo>
                <a:lnTo>
                  <a:pt x="600543" y="24345"/>
                </a:lnTo>
                <a:lnTo>
                  <a:pt x="600733" y="24418"/>
                </a:lnTo>
                <a:lnTo>
                  <a:pt x="600920" y="24497"/>
                </a:lnTo>
                <a:lnTo>
                  <a:pt x="601106" y="24579"/>
                </a:lnTo>
                <a:lnTo>
                  <a:pt x="601288" y="24667"/>
                </a:lnTo>
                <a:lnTo>
                  <a:pt x="601468" y="24758"/>
                </a:lnTo>
                <a:lnTo>
                  <a:pt x="601646" y="24855"/>
                </a:lnTo>
                <a:lnTo>
                  <a:pt x="601821" y="24955"/>
                </a:lnTo>
                <a:lnTo>
                  <a:pt x="601994" y="25060"/>
                </a:lnTo>
                <a:lnTo>
                  <a:pt x="602161" y="25171"/>
                </a:lnTo>
                <a:lnTo>
                  <a:pt x="602322" y="25289"/>
                </a:lnTo>
                <a:lnTo>
                  <a:pt x="602476" y="25414"/>
                </a:lnTo>
                <a:lnTo>
                  <a:pt x="602622" y="25546"/>
                </a:lnTo>
                <a:lnTo>
                  <a:pt x="602761" y="25685"/>
                </a:lnTo>
                <a:lnTo>
                  <a:pt x="602893" y="25831"/>
                </a:lnTo>
                <a:lnTo>
                  <a:pt x="603018" y="25985"/>
                </a:lnTo>
                <a:lnTo>
                  <a:pt x="603136" y="26145"/>
                </a:lnTo>
                <a:lnTo>
                  <a:pt x="603247" y="26313"/>
                </a:lnTo>
                <a:lnTo>
                  <a:pt x="603350" y="26487"/>
                </a:lnTo>
                <a:lnTo>
                  <a:pt x="603447" y="26669"/>
                </a:lnTo>
                <a:lnTo>
                  <a:pt x="603536" y="26858"/>
                </a:lnTo>
                <a:lnTo>
                  <a:pt x="603618" y="27054"/>
                </a:lnTo>
                <a:lnTo>
                  <a:pt x="603693" y="27257"/>
                </a:lnTo>
                <a:lnTo>
                  <a:pt x="603761" y="27467"/>
                </a:lnTo>
                <a:lnTo>
                  <a:pt x="603822" y="27684"/>
                </a:lnTo>
                <a:lnTo>
                  <a:pt x="603875" y="27908"/>
                </a:lnTo>
                <a:lnTo>
                  <a:pt x="603922" y="28140"/>
                </a:lnTo>
                <a:lnTo>
                  <a:pt x="603961" y="28378"/>
                </a:lnTo>
                <a:lnTo>
                  <a:pt x="603993" y="28624"/>
                </a:lnTo>
                <a:lnTo>
                  <a:pt x="604018" y="28877"/>
                </a:lnTo>
                <a:lnTo>
                  <a:pt x="604036" y="29136"/>
                </a:lnTo>
                <a:lnTo>
                  <a:pt x="604047" y="29403"/>
                </a:lnTo>
                <a:lnTo>
                  <a:pt x="604050" y="29677"/>
                </a:lnTo>
                <a:lnTo>
                  <a:pt x="614702" y="29677"/>
                </a:lnTo>
                <a:lnTo>
                  <a:pt x="614700" y="29351"/>
                </a:lnTo>
                <a:lnTo>
                  <a:pt x="614692" y="29030"/>
                </a:lnTo>
                <a:lnTo>
                  <a:pt x="614679" y="28713"/>
                </a:lnTo>
                <a:lnTo>
                  <a:pt x="614660" y="28401"/>
                </a:lnTo>
                <a:lnTo>
                  <a:pt x="614636" y="28093"/>
                </a:lnTo>
                <a:lnTo>
                  <a:pt x="614608" y="27790"/>
                </a:lnTo>
                <a:lnTo>
                  <a:pt x="614573" y="27491"/>
                </a:lnTo>
                <a:lnTo>
                  <a:pt x="614534" y="27197"/>
                </a:lnTo>
                <a:lnTo>
                  <a:pt x="614489" y="26908"/>
                </a:lnTo>
                <a:lnTo>
                  <a:pt x="614439" y="26623"/>
                </a:lnTo>
                <a:lnTo>
                  <a:pt x="614384" y="26342"/>
                </a:lnTo>
                <a:lnTo>
                  <a:pt x="614323" y="26066"/>
                </a:lnTo>
                <a:lnTo>
                  <a:pt x="614258" y="25795"/>
                </a:lnTo>
                <a:lnTo>
                  <a:pt x="614187" y="25528"/>
                </a:lnTo>
                <a:lnTo>
                  <a:pt x="614110" y="25266"/>
                </a:lnTo>
                <a:lnTo>
                  <a:pt x="614029" y="25009"/>
                </a:lnTo>
                <a:lnTo>
                  <a:pt x="613942" y="24756"/>
                </a:lnTo>
                <a:lnTo>
                  <a:pt x="613850" y="24507"/>
                </a:lnTo>
                <a:lnTo>
                  <a:pt x="613752" y="24263"/>
                </a:lnTo>
                <a:lnTo>
                  <a:pt x="613650" y="24024"/>
                </a:lnTo>
                <a:lnTo>
                  <a:pt x="613542" y="23789"/>
                </a:lnTo>
                <a:lnTo>
                  <a:pt x="613429" y="23559"/>
                </a:lnTo>
                <a:lnTo>
                  <a:pt x="613310" y="23333"/>
                </a:lnTo>
                <a:lnTo>
                  <a:pt x="613187" y="23112"/>
                </a:lnTo>
                <a:lnTo>
                  <a:pt x="613059" y="22895"/>
                </a:lnTo>
                <a:lnTo>
                  <a:pt x="612927" y="22681"/>
                </a:lnTo>
                <a:lnTo>
                  <a:pt x="612792" y="22472"/>
                </a:lnTo>
                <a:lnTo>
                  <a:pt x="612654" y="22266"/>
                </a:lnTo>
                <a:lnTo>
                  <a:pt x="612512" y="22064"/>
                </a:lnTo>
                <a:lnTo>
                  <a:pt x="612367" y="21866"/>
                </a:lnTo>
                <a:lnTo>
                  <a:pt x="612218" y="21671"/>
                </a:lnTo>
                <a:lnTo>
                  <a:pt x="612066" y="21480"/>
                </a:lnTo>
                <a:lnTo>
                  <a:pt x="611910" y="21293"/>
                </a:lnTo>
                <a:lnTo>
                  <a:pt x="611751" y="21109"/>
                </a:lnTo>
                <a:lnTo>
                  <a:pt x="611588" y="20930"/>
                </a:lnTo>
                <a:lnTo>
                  <a:pt x="611422" y="20754"/>
                </a:lnTo>
                <a:lnTo>
                  <a:pt x="611253" y="20581"/>
                </a:lnTo>
                <a:lnTo>
                  <a:pt x="611080" y="20413"/>
                </a:lnTo>
                <a:lnTo>
                  <a:pt x="610903" y="20248"/>
                </a:lnTo>
                <a:lnTo>
                  <a:pt x="610723" y="20087"/>
                </a:lnTo>
                <a:lnTo>
                  <a:pt x="610540" y="19929"/>
                </a:lnTo>
                <a:lnTo>
                  <a:pt x="610353" y="19776"/>
                </a:lnTo>
                <a:lnTo>
                  <a:pt x="610163" y="19626"/>
                </a:lnTo>
                <a:lnTo>
                  <a:pt x="609969" y="19479"/>
                </a:lnTo>
                <a:lnTo>
                  <a:pt x="609772" y="19337"/>
                </a:lnTo>
                <a:lnTo>
                  <a:pt x="609571" y="19198"/>
                </a:lnTo>
                <a:lnTo>
                  <a:pt x="609367" y="19063"/>
                </a:lnTo>
                <a:lnTo>
                  <a:pt x="609160" y="18932"/>
                </a:lnTo>
                <a:lnTo>
                  <a:pt x="608949" y="18804"/>
                </a:lnTo>
                <a:lnTo>
                  <a:pt x="608737" y="18679"/>
                </a:lnTo>
                <a:lnTo>
                  <a:pt x="608522" y="18557"/>
                </a:lnTo>
                <a:lnTo>
                  <a:pt x="608306" y="18439"/>
                </a:lnTo>
                <a:lnTo>
                  <a:pt x="608087" y="18323"/>
                </a:lnTo>
                <a:lnTo>
                  <a:pt x="607866" y="18211"/>
                </a:lnTo>
                <a:lnTo>
                  <a:pt x="607643" y="18101"/>
                </a:lnTo>
                <a:lnTo>
                  <a:pt x="607418" y="17995"/>
                </a:lnTo>
                <a:lnTo>
                  <a:pt x="607191" y="17892"/>
                </a:lnTo>
                <a:lnTo>
                  <a:pt x="606962" y="17792"/>
                </a:lnTo>
                <a:lnTo>
                  <a:pt x="606730" y="17695"/>
                </a:lnTo>
                <a:lnTo>
                  <a:pt x="606497" y="17602"/>
                </a:lnTo>
                <a:lnTo>
                  <a:pt x="606261" y="17511"/>
                </a:lnTo>
                <a:lnTo>
                  <a:pt x="606023" y="17424"/>
                </a:lnTo>
                <a:lnTo>
                  <a:pt x="605784" y="17339"/>
                </a:lnTo>
                <a:lnTo>
                  <a:pt x="605542" y="17258"/>
                </a:lnTo>
                <a:lnTo>
                  <a:pt x="605298" y="17180"/>
                </a:lnTo>
                <a:lnTo>
                  <a:pt x="605052" y="17105"/>
                </a:lnTo>
                <a:lnTo>
                  <a:pt x="604803" y="17033"/>
                </a:lnTo>
                <a:lnTo>
                  <a:pt x="604553" y="16965"/>
                </a:lnTo>
                <a:lnTo>
                  <a:pt x="604301" y="16899"/>
                </a:lnTo>
                <a:lnTo>
                  <a:pt x="604046" y="16836"/>
                </a:lnTo>
                <a:lnTo>
                  <a:pt x="603789" y="16777"/>
                </a:lnTo>
                <a:lnTo>
                  <a:pt x="603531" y="16721"/>
                </a:lnTo>
                <a:lnTo>
                  <a:pt x="603271" y="16667"/>
                </a:lnTo>
                <a:lnTo>
                  <a:pt x="603010" y="16616"/>
                </a:lnTo>
                <a:lnTo>
                  <a:pt x="602749" y="16567"/>
                </a:lnTo>
                <a:lnTo>
                  <a:pt x="602488" y="16520"/>
                </a:lnTo>
                <a:lnTo>
                  <a:pt x="602226" y="16476"/>
                </a:lnTo>
                <a:lnTo>
                  <a:pt x="601964" y="16434"/>
                </a:lnTo>
                <a:lnTo>
                  <a:pt x="601701" y="16394"/>
                </a:lnTo>
                <a:lnTo>
                  <a:pt x="601438" y="16356"/>
                </a:lnTo>
                <a:lnTo>
                  <a:pt x="601174" y="16321"/>
                </a:lnTo>
                <a:lnTo>
                  <a:pt x="600910" y="16288"/>
                </a:lnTo>
                <a:lnTo>
                  <a:pt x="600646" y="16257"/>
                </a:lnTo>
                <a:lnTo>
                  <a:pt x="600381" y="16229"/>
                </a:lnTo>
                <a:lnTo>
                  <a:pt x="600115" y="16202"/>
                </a:lnTo>
                <a:lnTo>
                  <a:pt x="599849" y="16179"/>
                </a:lnTo>
                <a:lnTo>
                  <a:pt x="599583" y="16157"/>
                </a:lnTo>
                <a:lnTo>
                  <a:pt x="599316" y="16137"/>
                </a:lnTo>
                <a:lnTo>
                  <a:pt x="599049" y="16120"/>
                </a:lnTo>
                <a:lnTo>
                  <a:pt x="598781" y="16106"/>
                </a:lnTo>
                <a:lnTo>
                  <a:pt x="598513" y="16093"/>
                </a:lnTo>
                <a:lnTo>
                  <a:pt x="598244" y="16083"/>
                </a:lnTo>
                <a:lnTo>
                  <a:pt x="597975" y="16075"/>
                </a:lnTo>
                <a:lnTo>
                  <a:pt x="597706" y="16069"/>
                </a:lnTo>
                <a:lnTo>
                  <a:pt x="597436" y="16066"/>
                </a:lnTo>
                <a:lnTo>
                  <a:pt x="597165" y="16065"/>
                </a:lnTo>
                <a:lnTo>
                  <a:pt x="596888" y="16066"/>
                </a:lnTo>
                <a:lnTo>
                  <a:pt x="596611" y="16069"/>
                </a:lnTo>
                <a:lnTo>
                  <a:pt x="596334" y="16075"/>
                </a:lnTo>
                <a:lnTo>
                  <a:pt x="596058" y="16083"/>
                </a:lnTo>
                <a:lnTo>
                  <a:pt x="595783" y="16093"/>
                </a:lnTo>
                <a:lnTo>
                  <a:pt x="595508" y="16106"/>
                </a:lnTo>
                <a:lnTo>
                  <a:pt x="595233" y="16121"/>
                </a:lnTo>
                <a:lnTo>
                  <a:pt x="594960" y="16138"/>
                </a:lnTo>
                <a:lnTo>
                  <a:pt x="594686" y="16157"/>
                </a:lnTo>
                <a:lnTo>
                  <a:pt x="594413" y="16179"/>
                </a:lnTo>
                <a:lnTo>
                  <a:pt x="594141" y="16203"/>
                </a:lnTo>
                <a:lnTo>
                  <a:pt x="593869" y="16229"/>
                </a:lnTo>
                <a:lnTo>
                  <a:pt x="593598" y="16258"/>
                </a:lnTo>
                <a:lnTo>
                  <a:pt x="593327" y="16288"/>
                </a:lnTo>
                <a:lnTo>
                  <a:pt x="593057" y="16321"/>
                </a:lnTo>
                <a:lnTo>
                  <a:pt x="592787" y="16357"/>
                </a:lnTo>
                <a:lnTo>
                  <a:pt x="592518" y="16395"/>
                </a:lnTo>
                <a:lnTo>
                  <a:pt x="592249" y="16434"/>
                </a:lnTo>
                <a:lnTo>
                  <a:pt x="591981" y="16477"/>
                </a:lnTo>
                <a:lnTo>
                  <a:pt x="591714" y="16521"/>
                </a:lnTo>
                <a:lnTo>
                  <a:pt x="591447" y="16568"/>
                </a:lnTo>
                <a:lnTo>
                  <a:pt x="591180" y="16617"/>
                </a:lnTo>
                <a:lnTo>
                  <a:pt x="590914" y="16669"/>
                </a:lnTo>
                <a:lnTo>
                  <a:pt x="590649" y="16722"/>
                </a:lnTo>
                <a:lnTo>
                  <a:pt x="590385" y="16778"/>
                </a:lnTo>
                <a:lnTo>
                  <a:pt x="590123" y="16837"/>
                </a:lnTo>
                <a:lnTo>
                  <a:pt x="589863" y="16898"/>
                </a:lnTo>
                <a:lnTo>
                  <a:pt x="589606" y="16962"/>
                </a:lnTo>
                <a:lnTo>
                  <a:pt x="589351" y="17029"/>
                </a:lnTo>
                <a:lnTo>
                  <a:pt x="589098" y="17098"/>
                </a:lnTo>
                <a:lnTo>
                  <a:pt x="588847" y="17170"/>
                </a:lnTo>
                <a:lnTo>
                  <a:pt x="588599" y="17245"/>
                </a:lnTo>
                <a:lnTo>
                  <a:pt x="588353" y="17322"/>
                </a:lnTo>
                <a:lnTo>
                  <a:pt x="588109" y="17402"/>
                </a:lnTo>
                <a:lnTo>
                  <a:pt x="587868" y="17485"/>
                </a:lnTo>
                <a:lnTo>
                  <a:pt x="587628" y="17570"/>
                </a:lnTo>
                <a:lnTo>
                  <a:pt x="587391" y="17658"/>
                </a:lnTo>
                <a:lnTo>
                  <a:pt x="587157" y="17748"/>
                </a:lnTo>
                <a:lnTo>
                  <a:pt x="586924" y="17842"/>
                </a:lnTo>
                <a:lnTo>
                  <a:pt x="586694" y="17938"/>
                </a:lnTo>
                <a:lnTo>
                  <a:pt x="586466" y="18036"/>
                </a:lnTo>
                <a:lnTo>
                  <a:pt x="586240" y="18137"/>
                </a:lnTo>
                <a:lnTo>
                  <a:pt x="586017" y="18241"/>
                </a:lnTo>
                <a:lnTo>
                  <a:pt x="585795" y="18348"/>
                </a:lnTo>
                <a:lnTo>
                  <a:pt x="585576" y="18457"/>
                </a:lnTo>
                <a:lnTo>
                  <a:pt x="585360" y="18569"/>
                </a:lnTo>
                <a:lnTo>
                  <a:pt x="585145" y="18683"/>
                </a:lnTo>
                <a:lnTo>
                  <a:pt x="584933" y="18801"/>
                </a:lnTo>
                <a:lnTo>
                  <a:pt x="584724" y="18921"/>
                </a:lnTo>
                <a:lnTo>
                  <a:pt x="584518" y="19044"/>
                </a:lnTo>
                <a:lnTo>
                  <a:pt x="584316" y="19170"/>
                </a:lnTo>
                <a:lnTo>
                  <a:pt x="584117" y="19300"/>
                </a:lnTo>
                <a:lnTo>
                  <a:pt x="583922" y="19432"/>
                </a:lnTo>
                <a:lnTo>
                  <a:pt x="583730" y="19568"/>
                </a:lnTo>
                <a:lnTo>
                  <a:pt x="583542" y="19707"/>
                </a:lnTo>
                <a:lnTo>
                  <a:pt x="583357" y="19849"/>
                </a:lnTo>
                <a:lnTo>
                  <a:pt x="583176" y="19994"/>
                </a:lnTo>
                <a:lnTo>
                  <a:pt x="582999" y="20142"/>
                </a:lnTo>
                <a:lnTo>
                  <a:pt x="582825" y="20293"/>
                </a:lnTo>
                <a:lnTo>
                  <a:pt x="582654" y="20447"/>
                </a:lnTo>
                <a:lnTo>
                  <a:pt x="582487" y="20605"/>
                </a:lnTo>
                <a:lnTo>
                  <a:pt x="582324" y="20766"/>
                </a:lnTo>
                <a:lnTo>
                  <a:pt x="582164" y="20929"/>
                </a:lnTo>
                <a:lnTo>
                  <a:pt x="582008" y="21096"/>
                </a:lnTo>
                <a:lnTo>
                  <a:pt x="581855" y="21266"/>
                </a:lnTo>
                <a:lnTo>
                  <a:pt x="581706" y="21439"/>
                </a:lnTo>
                <a:lnTo>
                  <a:pt x="581560" y="21615"/>
                </a:lnTo>
                <a:lnTo>
                  <a:pt x="581418" y="21795"/>
                </a:lnTo>
                <a:lnTo>
                  <a:pt x="581279" y="21977"/>
                </a:lnTo>
                <a:lnTo>
                  <a:pt x="581144" y="22163"/>
                </a:lnTo>
                <a:lnTo>
                  <a:pt x="581012" y="22352"/>
                </a:lnTo>
                <a:lnTo>
                  <a:pt x="580884" y="22543"/>
                </a:lnTo>
                <a:lnTo>
                  <a:pt x="580761" y="22738"/>
                </a:lnTo>
                <a:lnTo>
                  <a:pt x="580642" y="22937"/>
                </a:lnTo>
                <a:lnTo>
                  <a:pt x="580529" y="23139"/>
                </a:lnTo>
                <a:lnTo>
                  <a:pt x="580421" y="23345"/>
                </a:lnTo>
                <a:lnTo>
                  <a:pt x="580319" y="23554"/>
                </a:lnTo>
                <a:lnTo>
                  <a:pt x="580221" y="23766"/>
                </a:lnTo>
                <a:lnTo>
                  <a:pt x="580129" y="23982"/>
                </a:lnTo>
                <a:lnTo>
                  <a:pt x="580042" y="24202"/>
                </a:lnTo>
                <a:lnTo>
                  <a:pt x="579961" y="24425"/>
                </a:lnTo>
                <a:lnTo>
                  <a:pt x="579885" y="24651"/>
                </a:lnTo>
                <a:lnTo>
                  <a:pt x="579814" y="24881"/>
                </a:lnTo>
                <a:lnTo>
                  <a:pt x="579748" y="25115"/>
                </a:lnTo>
                <a:lnTo>
                  <a:pt x="579687" y="25352"/>
                </a:lnTo>
                <a:lnTo>
                  <a:pt x="579632" y="25592"/>
                </a:lnTo>
                <a:lnTo>
                  <a:pt x="579582" y="25836"/>
                </a:lnTo>
                <a:lnTo>
                  <a:pt x="579537" y="26084"/>
                </a:lnTo>
                <a:lnTo>
                  <a:pt x="579498" y="26335"/>
                </a:lnTo>
                <a:lnTo>
                  <a:pt x="579464" y="26589"/>
                </a:lnTo>
                <a:lnTo>
                  <a:pt x="579435" y="26847"/>
                </a:lnTo>
                <a:lnTo>
                  <a:pt x="579411" y="27109"/>
                </a:lnTo>
                <a:lnTo>
                  <a:pt x="579393" y="27374"/>
                </a:lnTo>
                <a:lnTo>
                  <a:pt x="579379" y="27643"/>
                </a:lnTo>
                <a:lnTo>
                  <a:pt x="579372" y="27915"/>
                </a:lnTo>
                <a:lnTo>
                  <a:pt x="579369" y="28190"/>
                </a:lnTo>
                <a:lnTo>
                  <a:pt x="579372" y="28541"/>
                </a:lnTo>
                <a:lnTo>
                  <a:pt x="579383" y="28886"/>
                </a:lnTo>
                <a:lnTo>
                  <a:pt x="579400" y="29226"/>
                </a:lnTo>
                <a:lnTo>
                  <a:pt x="579424" y="29560"/>
                </a:lnTo>
                <a:lnTo>
                  <a:pt x="579455" y="29888"/>
                </a:lnTo>
                <a:lnTo>
                  <a:pt x="579493" y="30211"/>
                </a:lnTo>
                <a:lnTo>
                  <a:pt x="579538" y="30527"/>
                </a:lnTo>
                <a:lnTo>
                  <a:pt x="579590" y="30839"/>
                </a:lnTo>
                <a:lnTo>
                  <a:pt x="579649" y="31144"/>
                </a:lnTo>
                <a:lnTo>
                  <a:pt x="579715" y="31444"/>
                </a:lnTo>
                <a:lnTo>
                  <a:pt x="579787" y="31738"/>
                </a:lnTo>
                <a:lnTo>
                  <a:pt x="579867" y="32026"/>
                </a:lnTo>
                <a:lnTo>
                  <a:pt x="579953" y="32309"/>
                </a:lnTo>
                <a:lnTo>
                  <a:pt x="580047" y="32585"/>
                </a:lnTo>
                <a:lnTo>
                  <a:pt x="580147" y="32857"/>
                </a:lnTo>
                <a:lnTo>
                  <a:pt x="580254" y="33122"/>
                </a:lnTo>
                <a:lnTo>
                  <a:pt x="580368" y="33382"/>
                </a:lnTo>
                <a:lnTo>
                  <a:pt x="580489" y="33636"/>
                </a:lnTo>
                <a:lnTo>
                  <a:pt x="580617" y="33885"/>
                </a:lnTo>
                <a:lnTo>
                  <a:pt x="580752" y="34127"/>
                </a:lnTo>
                <a:lnTo>
                  <a:pt x="580894" y="34364"/>
                </a:lnTo>
                <a:lnTo>
                  <a:pt x="581043" y="34596"/>
                </a:lnTo>
                <a:lnTo>
                  <a:pt x="581198" y="34821"/>
                </a:lnTo>
                <a:lnTo>
                  <a:pt x="581361" y="35041"/>
                </a:lnTo>
                <a:lnTo>
                  <a:pt x="581529" y="35256"/>
                </a:lnTo>
                <a:lnTo>
                  <a:pt x="581703" y="35468"/>
                </a:lnTo>
                <a:lnTo>
                  <a:pt x="581883" y="35676"/>
                </a:lnTo>
                <a:lnTo>
                  <a:pt x="582067" y="35880"/>
                </a:lnTo>
                <a:lnTo>
                  <a:pt x="582257" y="36080"/>
                </a:lnTo>
                <a:lnTo>
                  <a:pt x="582453" y="36277"/>
                </a:lnTo>
                <a:lnTo>
                  <a:pt x="582653" y="36470"/>
                </a:lnTo>
                <a:lnTo>
                  <a:pt x="582859" y="36660"/>
                </a:lnTo>
                <a:lnTo>
                  <a:pt x="583071" y="36846"/>
                </a:lnTo>
                <a:lnTo>
                  <a:pt x="583287" y="37028"/>
                </a:lnTo>
                <a:lnTo>
                  <a:pt x="583509" y="37207"/>
                </a:lnTo>
                <a:lnTo>
                  <a:pt x="583737" y="37382"/>
                </a:lnTo>
                <a:lnTo>
                  <a:pt x="583970" y="37553"/>
                </a:lnTo>
                <a:lnTo>
                  <a:pt x="584208" y="37721"/>
                </a:lnTo>
                <a:lnTo>
                  <a:pt x="584451" y="37885"/>
                </a:lnTo>
                <a:lnTo>
                  <a:pt x="584700" y="38046"/>
                </a:lnTo>
                <a:lnTo>
                  <a:pt x="584954" y="38202"/>
                </a:lnTo>
                <a:lnTo>
                  <a:pt x="585213" y="38356"/>
                </a:lnTo>
                <a:lnTo>
                  <a:pt x="585478" y="38505"/>
                </a:lnTo>
                <a:lnTo>
                  <a:pt x="585748" y="38651"/>
                </a:lnTo>
                <a:lnTo>
                  <a:pt x="586023" y="38793"/>
                </a:lnTo>
                <a:lnTo>
                  <a:pt x="586304" y="38932"/>
                </a:lnTo>
                <a:lnTo>
                  <a:pt x="586590" y="39067"/>
                </a:lnTo>
                <a:lnTo>
                  <a:pt x="586882" y="39198"/>
                </a:lnTo>
                <a:lnTo>
                  <a:pt x="587177" y="39327"/>
                </a:lnTo>
                <a:lnTo>
                  <a:pt x="587476" y="39454"/>
                </a:lnTo>
                <a:lnTo>
                  <a:pt x="587779" y="39579"/>
                </a:lnTo>
                <a:lnTo>
                  <a:pt x="588085" y="39703"/>
                </a:lnTo>
                <a:lnTo>
                  <a:pt x="588394" y="39825"/>
                </a:lnTo>
                <a:lnTo>
                  <a:pt x="588707" y="39946"/>
                </a:lnTo>
                <a:lnTo>
                  <a:pt x="589023" y="40065"/>
                </a:lnTo>
                <a:lnTo>
                  <a:pt x="589342" y="40183"/>
                </a:lnTo>
                <a:lnTo>
                  <a:pt x="589665" y="40299"/>
                </a:lnTo>
                <a:lnTo>
                  <a:pt x="589992" y="40413"/>
                </a:lnTo>
                <a:lnTo>
                  <a:pt x="590321" y="40526"/>
                </a:lnTo>
                <a:lnTo>
                  <a:pt x="590654" y="40637"/>
                </a:lnTo>
                <a:lnTo>
                  <a:pt x="590990" y="40746"/>
                </a:lnTo>
                <a:lnTo>
                  <a:pt x="591330" y="40854"/>
                </a:lnTo>
                <a:lnTo>
                  <a:pt x="591673" y="40961"/>
                </a:lnTo>
                <a:lnTo>
                  <a:pt x="592020" y="41065"/>
                </a:lnTo>
                <a:lnTo>
                  <a:pt x="592370" y="41168"/>
                </a:lnTo>
                <a:lnTo>
                  <a:pt x="592723" y="41270"/>
                </a:lnTo>
                <a:lnTo>
                  <a:pt x="593080" y="41370"/>
                </a:lnTo>
                <a:lnTo>
                  <a:pt x="593440" y="41468"/>
                </a:lnTo>
                <a:lnTo>
                  <a:pt x="593803" y="41565"/>
                </a:lnTo>
                <a:lnTo>
                  <a:pt x="594170" y="41660"/>
                </a:lnTo>
                <a:lnTo>
                  <a:pt x="594540" y="41754"/>
                </a:lnTo>
                <a:lnTo>
                  <a:pt x="594914" y="41846"/>
                </a:lnTo>
                <a:lnTo>
                  <a:pt x="595356" y="41948"/>
                </a:lnTo>
                <a:lnTo>
                  <a:pt x="595786" y="42050"/>
                </a:lnTo>
                <a:lnTo>
                  <a:pt x="596206" y="42152"/>
                </a:lnTo>
                <a:lnTo>
                  <a:pt x="596614" y="42254"/>
                </a:lnTo>
                <a:lnTo>
                  <a:pt x="597011" y="42355"/>
                </a:lnTo>
                <a:lnTo>
                  <a:pt x="597397" y="42456"/>
                </a:lnTo>
                <a:lnTo>
                  <a:pt x="597771" y="42558"/>
                </a:lnTo>
                <a:lnTo>
                  <a:pt x="598135" y="42659"/>
                </a:lnTo>
                <a:lnTo>
                  <a:pt x="598487" y="42759"/>
                </a:lnTo>
                <a:lnTo>
                  <a:pt x="598828" y="42860"/>
                </a:lnTo>
                <a:lnTo>
                  <a:pt x="599158" y="42961"/>
                </a:lnTo>
                <a:lnTo>
                  <a:pt x="599477" y="43061"/>
                </a:lnTo>
                <a:lnTo>
                  <a:pt x="599784" y="43161"/>
                </a:lnTo>
                <a:lnTo>
                  <a:pt x="600080" y="43262"/>
                </a:lnTo>
                <a:lnTo>
                  <a:pt x="600365" y="43362"/>
                </a:lnTo>
                <a:lnTo>
                  <a:pt x="600639" y="43461"/>
                </a:lnTo>
                <a:lnTo>
                  <a:pt x="600902" y="43561"/>
                </a:lnTo>
                <a:lnTo>
                  <a:pt x="601153" y="43661"/>
                </a:lnTo>
                <a:lnTo>
                  <a:pt x="601393" y="43760"/>
                </a:lnTo>
                <a:lnTo>
                  <a:pt x="601622" y="43859"/>
                </a:lnTo>
                <a:lnTo>
                  <a:pt x="601840" y="43958"/>
                </a:lnTo>
                <a:lnTo>
                  <a:pt x="602047" y="44057"/>
                </a:lnTo>
                <a:lnTo>
                  <a:pt x="602242" y="44156"/>
                </a:lnTo>
                <a:lnTo>
                  <a:pt x="602427" y="44255"/>
                </a:lnTo>
                <a:lnTo>
                  <a:pt x="602601" y="44355"/>
                </a:lnTo>
                <a:lnTo>
                  <a:pt x="602769" y="44460"/>
                </a:lnTo>
                <a:lnTo>
                  <a:pt x="602929" y="44569"/>
                </a:lnTo>
                <a:lnTo>
                  <a:pt x="603081" y="44683"/>
                </a:lnTo>
                <a:lnTo>
                  <a:pt x="603227" y="44800"/>
                </a:lnTo>
                <a:lnTo>
                  <a:pt x="603364" y="44922"/>
                </a:lnTo>
                <a:lnTo>
                  <a:pt x="603494" y="45048"/>
                </a:lnTo>
                <a:lnTo>
                  <a:pt x="603617" y="45178"/>
                </a:lnTo>
                <a:lnTo>
                  <a:pt x="603733" y="45313"/>
                </a:lnTo>
                <a:lnTo>
                  <a:pt x="603841" y="45452"/>
                </a:lnTo>
                <a:lnTo>
                  <a:pt x="603941" y="45595"/>
                </a:lnTo>
                <a:lnTo>
                  <a:pt x="604034" y="45742"/>
                </a:lnTo>
                <a:lnTo>
                  <a:pt x="604120" y="45894"/>
                </a:lnTo>
                <a:lnTo>
                  <a:pt x="604198" y="46050"/>
                </a:lnTo>
                <a:lnTo>
                  <a:pt x="604268" y="46210"/>
                </a:lnTo>
                <a:lnTo>
                  <a:pt x="604332" y="46375"/>
                </a:lnTo>
                <a:lnTo>
                  <a:pt x="604388" y="46543"/>
                </a:lnTo>
                <a:lnTo>
                  <a:pt x="604436" y="46716"/>
                </a:lnTo>
                <a:lnTo>
                  <a:pt x="604477" y="46893"/>
                </a:lnTo>
                <a:lnTo>
                  <a:pt x="604510" y="47075"/>
                </a:lnTo>
                <a:lnTo>
                  <a:pt x="604536" y="47261"/>
                </a:lnTo>
                <a:lnTo>
                  <a:pt x="604555" y="47451"/>
                </a:lnTo>
                <a:lnTo>
                  <a:pt x="604566" y="47645"/>
                </a:lnTo>
                <a:lnTo>
                  <a:pt x="604570" y="47843"/>
                </a:lnTo>
                <a:lnTo>
                  <a:pt x="604567" y="48056"/>
                </a:lnTo>
                <a:lnTo>
                  <a:pt x="604557" y="48264"/>
                </a:lnTo>
                <a:lnTo>
                  <a:pt x="604541" y="48466"/>
                </a:lnTo>
                <a:lnTo>
                  <a:pt x="604519" y="48663"/>
                </a:lnTo>
                <a:lnTo>
                  <a:pt x="604491" y="48855"/>
                </a:lnTo>
                <a:lnTo>
                  <a:pt x="604456" y="49042"/>
                </a:lnTo>
                <a:lnTo>
                  <a:pt x="604415" y="49224"/>
                </a:lnTo>
                <a:lnTo>
                  <a:pt x="604368" y="49400"/>
                </a:lnTo>
                <a:lnTo>
                  <a:pt x="604314" y="49572"/>
                </a:lnTo>
                <a:lnTo>
                  <a:pt x="604254" y="49738"/>
                </a:lnTo>
                <a:lnTo>
                  <a:pt x="604188" y="49899"/>
                </a:lnTo>
                <a:lnTo>
                  <a:pt x="604115" y="50055"/>
                </a:lnTo>
                <a:lnTo>
                  <a:pt x="604036" y="50205"/>
                </a:lnTo>
                <a:lnTo>
                  <a:pt x="603951" y="50351"/>
                </a:lnTo>
                <a:lnTo>
                  <a:pt x="603859" y="50491"/>
                </a:lnTo>
                <a:lnTo>
                  <a:pt x="603762" y="50626"/>
                </a:lnTo>
                <a:lnTo>
                  <a:pt x="603657" y="50756"/>
                </a:lnTo>
                <a:lnTo>
                  <a:pt x="603547" y="50880"/>
                </a:lnTo>
                <a:lnTo>
                  <a:pt x="603430" y="51000"/>
                </a:lnTo>
                <a:lnTo>
                  <a:pt x="603307" y="51114"/>
                </a:lnTo>
                <a:lnTo>
                  <a:pt x="603178" y="51223"/>
                </a:lnTo>
                <a:lnTo>
                  <a:pt x="603042" y="51327"/>
                </a:lnTo>
                <a:lnTo>
                  <a:pt x="602900" y="51426"/>
                </a:lnTo>
                <a:lnTo>
                  <a:pt x="602751" y="51520"/>
                </a:lnTo>
                <a:lnTo>
                  <a:pt x="602597" y="51609"/>
                </a:lnTo>
                <a:lnTo>
                  <a:pt x="602438" y="51694"/>
                </a:lnTo>
                <a:lnTo>
                  <a:pt x="602274" y="51775"/>
                </a:lnTo>
                <a:lnTo>
                  <a:pt x="602104" y="51853"/>
                </a:lnTo>
                <a:lnTo>
                  <a:pt x="601930" y="51927"/>
                </a:lnTo>
                <a:lnTo>
                  <a:pt x="601750" y="51997"/>
                </a:lnTo>
                <a:lnTo>
                  <a:pt x="601565" y="52063"/>
                </a:lnTo>
                <a:lnTo>
                  <a:pt x="601375" y="52126"/>
                </a:lnTo>
                <a:lnTo>
                  <a:pt x="601180" y="52184"/>
                </a:lnTo>
                <a:lnTo>
                  <a:pt x="600980" y="52239"/>
                </a:lnTo>
                <a:lnTo>
                  <a:pt x="600775" y="52290"/>
                </a:lnTo>
                <a:lnTo>
                  <a:pt x="600565" y="52338"/>
                </a:lnTo>
                <a:lnTo>
                  <a:pt x="600349" y="52381"/>
                </a:lnTo>
                <a:lnTo>
                  <a:pt x="600129" y="52421"/>
                </a:lnTo>
                <a:lnTo>
                  <a:pt x="599903" y="52457"/>
                </a:lnTo>
                <a:lnTo>
                  <a:pt x="599672" y="52489"/>
                </a:lnTo>
                <a:lnTo>
                  <a:pt x="599436" y="52518"/>
                </a:lnTo>
                <a:lnTo>
                  <a:pt x="599195" y="52542"/>
                </a:lnTo>
                <a:lnTo>
                  <a:pt x="598949" y="52563"/>
                </a:lnTo>
                <a:lnTo>
                  <a:pt x="598698" y="52580"/>
                </a:lnTo>
                <a:lnTo>
                  <a:pt x="598441" y="52593"/>
                </a:lnTo>
                <a:lnTo>
                  <a:pt x="598180" y="52603"/>
                </a:lnTo>
                <a:lnTo>
                  <a:pt x="597913" y="52608"/>
                </a:lnTo>
                <a:lnTo>
                  <a:pt x="597642" y="52610"/>
                </a:lnTo>
                <a:lnTo>
                  <a:pt x="597365" y="52608"/>
                </a:lnTo>
                <a:lnTo>
                  <a:pt x="597092" y="52601"/>
                </a:lnTo>
                <a:lnTo>
                  <a:pt x="596821" y="52588"/>
                </a:lnTo>
                <a:lnTo>
                  <a:pt x="596554" y="52571"/>
                </a:lnTo>
                <a:lnTo>
                  <a:pt x="596289" y="52549"/>
                </a:lnTo>
                <a:lnTo>
                  <a:pt x="596027" y="52522"/>
                </a:lnTo>
                <a:lnTo>
                  <a:pt x="595769" y="52490"/>
                </a:lnTo>
                <a:lnTo>
                  <a:pt x="595513" y="52453"/>
                </a:lnTo>
                <a:lnTo>
                  <a:pt x="595260" y="52411"/>
                </a:lnTo>
                <a:lnTo>
                  <a:pt x="595010" y="52364"/>
                </a:lnTo>
                <a:lnTo>
                  <a:pt x="594763" y="52312"/>
                </a:lnTo>
                <a:lnTo>
                  <a:pt x="594519" y="52256"/>
                </a:lnTo>
                <a:lnTo>
                  <a:pt x="594278" y="52194"/>
                </a:lnTo>
                <a:lnTo>
                  <a:pt x="594039" y="52127"/>
                </a:lnTo>
                <a:lnTo>
                  <a:pt x="593804" y="52056"/>
                </a:lnTo>
                <a:lnTo>
                  <a:pt x="593572" y="51980"/>
                </a:lnTo>
                <a:lnTo>
                  <a:pt x="593342" y="51898"/>
                </a:lnTo>
                <a:lnTo>
                  <a:pt x="593116" y="51812"/>
                </a:lnTo>
                <a:lnTo>
                  <a:pt x="592892" y="51721"/>
                </a:lnTo>
                <a:lnTo>
                  <a:pt x="592671" y="51625"/>
                </a:lnTo>
                <a:lnTo>
                  <a:pt x="592453" y="51524"/>
                </a:lnTo>
                <a:lnTo>
                  <a:pt x="592239" y="51418"/>
                </a:lnTo>
                <a:lnTo>
                  <a:pt x="592027" y="51307"/>
                </a:lnTo>
                <a:lnTo>
                  <a:pt x="591818" y="51191"/>
                </a:lnTo>
                <a:lnTo>
                  <a:pt x="591615" y="51069"/>
                </a:lnTo>
                <a:lnTo>
                  <a:pt x="591420" y="50939"/>
                </a:lnTo>
                <a:lnTo>
                  <a:pt x="591234" y="50801"/>
                </a:lnTo>
                <a:lnTo>
                  <a:pt x="591057" y="50656"/>
                </a:lnTo>
                <a:lnTo>
                  <a:pt x="590888" y="50503"/>
                </a:lnTo>
                <a:lnTo>
                  <a:pt x="590729" y="50343"/>
                </a:lnTo>
                <a:lnTo>
                  <a:pt x="590577" y="50174"/>
                </a:lnTo>
                <a:lnTo>
                  <a:pt x="590435" y="49998"/>
                </a:lnTo>
                <a:lnTo>
                  <a:pt x="590301" y="49815"/>
                </a:lnTo>
                <a:lnTo>
                  <a:pt x="590175" y="49623"/>
                </a:lnTo>
                <a:lnTo>
                  <a:pt x="590059" y="49424"/>
                </a:lnTo>
                <a:lnTo>
                  <a:pt x="589950" y="49217"/>
                </a:lnTo>
                <a:lnTo>
                  <a:pt x="589851" y="49003"/>
                </a:lnTo>
                <a:lnTo>
                  <a:pt x="589760" y="48781"/>
                </a:lnTo>
                <a:lnTo>
                  <a:pt x="589678" y="48551"/>
                </a:lnTo>
                <a:lnTo>
                  <a:pt x="589605" y="48313"/>
                </a:lnTo>
                <a:lnTo>
                  <a:pt x="589540" y="48068"/>
                </a:lnTo>
                <a:lnTo>
                  <a:pt x="589484" y="47815"/>
                </a:lnTo>
                <a:lnTo>
                  <a:pt x="589436" y="47554"/>
                </a:lnTo>
                <a:lnTo>
                  <a:pt x="589397" y="47286"/>
                </a:lnTo>
                <a:lnTo>
                  <a:pt x="589367" y="47010"/>
                </a:lnTo>
                <a:lnTo>
                  <a:pt x="589345" y="46726"/>
                </a:lnTo>
                <a:lnTo>
                  <a:pt x="589332" y="46435"/>
                </a:lnTo>
                <a:lnTo>
                  <a:pt x="589328" y="46136"/>
                </a:lnTo>
                <a:lnTo>
                  <a:pt x="578676" y="46136"/>
                </a:lnTo>
                <a:lnTo>
                  <a:pt x="578679" y="46476"/>
                </a:lnTo>
                <a:lnTo>
                  <a:pt x="578687" y="46812"/>
                </a:lnTo>
                <a:lnTo>
                  <a:pt x="578701" y="47143"/>
                </a:lnTo>
                <a:lnTo>
                  <a:pt x="578721" y="47470"/>
                </a:lnTo>
                <a:lnTo>
                  <a:pt x="578746" y="47791"/>
                </a:lnTo>
                <a:lnTo>
                  <a:pt x="578776" y="48108"/>
                </a:lnTo>
                <a:lnTo>
                  <a:pt x="578812" y="48420"/>
                </a:lnTo>
                <a:lnTo>
                  <a:pt x="578854" y="48728"/>
                </a:lnTo>
                <a:lnTo>
                  <a:pt x="578901" y="49031"/>
                </a:lnTo>
                <a:lnTo>
                  <a:pt x="578954" y="49329"/>
                </a:lnTo>
                <a:lnTo>
                  <a:pt x="579013" y="49622"/>
                </a:lnTo>
                <a:lnTo>
                  <a:pt x="579077" y="49911"/>
                </a:lnTo>
                <a:lnTo>
                  <a:pt x="579146" y="50195"/>
                </a:lnTo>
                <a:lnTo>
                  <a:pt x="579221" y="50474"/>
                </a:lnTo>
                <a:lnTo>
                  <a:pt x="579302" y="50749"/>
                </a:lnTo>
                <a:lnTo>
                  <a:pt x="579388" y="51019"/>
                </a:lnTo>
                <a:lnTo>
                  <a:pt x="579480" y="51284"/>
                </a:lnTo>
                <a:lnTo>
                  <a:pt x="579577" y="51545"/>
                </a:lnTo>
                <a:lnTo>
                  <a:pt x="579680" y="51800"/>
                </a:lnTo>
                <a:lnTo>
                  <a:pt x="579789" y="52051"/>
                </a:lnTo>
                <a:lnTo>
                  <a:pt x="579903" y="52298"/>
                </a:lnTo>
                <a:lnTo>
                  <a:pt x="580022" y="52539"/>
                </a:lnTo>
                <a:lnTo>
                  <a:pt x="580147" y="52776"/>
                </a:lnTo>
                <a:lnTo>
                  <a:pt x="580278" y="53008"/>
                </a:lnTo>
                <a:lnTo>
                  <a:pt x="580414" y="53236"/>
                </a:lnTo>
                <a:lnTo>
                  <a:pt x="580553" y="53460"/>
                </a:lnTo>
                <a:lnTo>
                  <a:pt x="580696" y="53680"/>
                </a:lnTo>
                <a:lnTo>
                  <a:pt x="580844" y="53895"/>
                </a:lnTo>
                <a:lnTo>
                  <a:pt x="580995" y="54107"/>
                </a:lnTo>
                <a:lnTo>
                  <a:pt x="581150" y="54315"/>
                </a:lnTo>
                <a:lnTo>
                  <a:pt x="581309" y="54518"/>
                </a:lnTo>
                <a:lnTo>
                  <a:pt x="581471" y="54718"/>
                </a:lnTo>
                <a:lnTo>
                  <a:pt x="581638" y="54913"/>
                </a:lnTo>
                <a:lnTo>
                  <a:pt x="581809" y="55105"/>
                </a:lnTo>
                <a:lnTo>
                  <a:pt x="581983" y="55292"/>
                </a:lnTo>
                <a:lnTo>
                  <a:pt x="582162" y="55476"/>
                </a:lnTo>
                <a:lnTo>
                  <a:pt x="582344" y="55655"/>
                </a:lnTo>
                <a:lnTo>
                  <a:pt x="582530" y="55831"/>
                </a:lnTo>
                <a:lnTo>
                  <a:pt x="582721" y="56002"/>
                </a:lnTo>
                <a:lnTo>
                  <a:pt x="582915" y="56170"/>
                </a:lnTo>
                <a:lnTo>
                  <a:pt x="583113" y="56333"/>
                </a:lnTo>
                <a:lnTo>
                  <a:pt x="583315" y="56492"/>
                </a:lnTo>
                <a:lnTo>
                  <a:pt x="583520" y="56648"/>
                </a:lnTo>
                <a:lnTo>
                  <a:pt x="583730" y="56799"/>
                </a:lnTo>
                <a:lnTo>
                  <a:pt x="583944" y="56946"/>
                </a:lnTo>
                <a:lnTo>
                  <a:pt x="584161" y="57090"/>
                </a:lnTo>
                <a:lnTo>
                  <a:pt x="584383" y="57229"/>
                </a:lnTo>
                <a:lnTo>
                  <a:pt x="584608" y="57364"/>
                </a:lnTo>
                <a:lnTo>
                  <a:pt x="584837" y="57496"/>
                </a:lnTo>
                <a:lnTo>
                  <a:pt x="585067" y="57624"/>
                </a:lnTo>
                <a:lnTo>
                  <a:pt x="585300" y="57749"/>
                </a:lnTo>
                <a:lnTo>
                  <a:pt x="585536" y="57871"/>
                </a:lnTo>
                <a:lnTo>
                  <a:pt x="585773" y="57989"/>
                </a:lnTo>
                <a:lnTo>
                  <a:pt x="586013" y="58104"/>
                </a:lnTo>
                <a:lnTo>
                  <a:pt x="586255" y="58216"/>
                </a:lnTo>
                <a:lnTo>
                  <a:pt x="586499" y="58325"/>
                </a:lnTo>
                <a:lnTo>
                  <a:pt x="586746" y="58430"/>
                </a:lnTo>
                <a:lnTo>
                  <a:pt x="586994" y="58532"/>
                </a:lnTo>
                <a:lnTo>
                  <a:pt x="587245" y="58631"/>
                </a:lnTo>
                <a:lnTo>
                  <a:pt x="587499" y="58727"/>
                </a:lnTo>
                <a:lnTo>
                  <a:pt x="587754" y="58819"/>
                </a:lnTo>
                <a:lnTo>
                  <a:pt x="588012" y="58908"/>
                </a:lnTo>
                <a:lnTo>
                  <a:pt x="588272" y="58994"/>
                </a:lnTo>
                <a:lnTo>
                  <a:pt x="588534" y="59076"/>
                </a:lnTo>
                <a:lnTo>
                  <a:pt x="588799" y="59155"/>
                </a:lnTo>
                <a:lnTo>
                  <a:pt x="589066" y="59231"/>
                </a:lnTo>
                <a:lnTo>
                  <a:pt x="589335" y="59304"/>
                </a:lnTo>
                <a:lnTo>
                  <a:pt x="589606" y="59373"/>
                </a:lnTo>
                <a:lnTo>
                  <a:pt x="589879" y="59440"/>
                </a:lnTo>
                <a:lnTo>
                  <a:pt x="590155" y="59502"/>
                </a:lnTo>
                <a:lnTo>
                  <a:pt x="590433" y="59562"/>
                </a:lnTo>
                <a:lnTo>
                  <a:pt x="590714" y="59618"/>
                </a:lnTo>
                <a:lnTo>
                  <a:pt x="590995" y="59672"/>
                </a:lnTo>
                <a:lnTo>
                  <a:pt x="591277" y="59723"/>
                </a:lnTo>
                <a:lnTo>
                  <a:pt x="591560" y="59772"/>
                </a:lnTo>
                <a:lnTo>
                  <a:pt x="591843" y="59819"/>
                </a:lnTo>
                <a:lnTo>
                  <a:pt x="592127" y="59863"/>
                </a:lnTo>
                <a:lnTo>
                  <a:pt x="592411" y="59905"/>
                </a:lnTo>
                <a:lnTo>
                  <a:pt x="592695" y="59945"/>
                </a:lnTo>
                <a:lnTo>
                  <a:pt x="592980" y="59983"/>
                </a:lnTo>
                <a:lnTo>
                  <a:pt x="593265" y="60018"/>
                </a:lnTo>
                <a:lnTo>
                  <a:pt x="593551" y="60051"/>
                </a:lnTo>
                <a:lnTo>
                  <a:pt x="593837" y="60082"/>
                </a:lnTo>
                <a:lnTo>
                  <a:pt x="594124" y="60111"/>
                </a:lnTo>
                <a:lnTo>
                  <a:pt x="594411" y="60137"/>
                </a:lnTo>
                <a:lnTo>
                  <a:pt x="594698" y="60161"/>
                </a:lnTo>
                <a:lnTo>
                  <a:pt x="594986" y="60182"/>
                </a:lnTo>
                <a:lnTo>
                  <a:pt x="595275" y="60202"/>
                </a:lnTo>
                <a:lnTo>
                  <a:pt x="595564" y="60219"/>
                </a:lnTo>
                <a:lnTo>
                  <a:pt x="595853" y="60234"/>
                </a:lnTo>
                <a:lnTo>
                  <a:pt x="596143" y="60246"/>
                </a:lnTo>
                <a:lnTo>
                  <a:pt x="596433" y="60256"/>
                </a:lnTo>
                <a:lnTo>
                  <a:pt x="596724" y="60264"/>
                </a:lnTo>
                <a:lnTo>
                  <a:pt x="597015" y="60270"/>
                </a:lnTo>
                <a:lnTo>
                  <a:pt x="597306" y="60273"/>
                </a:lnTo>
                <a:lnTo>
                  <a:pt x="597598" y="60275"/>
                </a:lnTo>
                <a:lnTo>
                  <a:pt x="597894" y="60273"/>
                </a:lnTo>
                <a:lnTo>
                  <a:pt x="598189" y="60269"/>
                </a:lnTo>
                <a:lnTo>
                  <a:pt x="598482" y="60263"/>
                </a:lnTo>
                <a:lnTo>
                  <a:pt x="598775" y="60254"/>
                </a:lnTo>
                <a:lnTo>
                  <a:pt x="599068" y="60242"/>
                </a:lnTo>
                <a:close/>
                <a:moveTo>
                  <a:pt x="430838" y="74970"/>
                </a:moveTo>
                <a:lnTo>
                  <a:pt x="431204" y="74955"/>
                </a:lnTo>
                <a:lnTo>
                  <a:pt x="431564" y="74937"/>
                </a:lnTo>
                <a:lnTo>
                  <a:pt x="431919" y="74915"/>
                </a:lnTo>
                <a:lnTo>
                  <a:pt x="432269" y="74890"/>
                </a:lnTo>
                <a:lnTo>
                  <a:pt x="432613" y="74862"/>
                </a:lnTo>
                <a:lnTo>
                  <a:pt x="432952" y="74830"/>
                </a:lnTo>
                <a:lnTo>
                  <a:pt x="433286" y="74795"/>
                </a:lnTo>
                <a:lnTo>
                  <a:pt x="433614" y="74756"/>
                </a:lnTo>
                <a:lnTo>
                  <a:pt x="433937" y="74715"/>
                </a:lnTo>
                <a:lnTo>
                  <a:pt x="434255" y="74669"/>
                </a:lnTo>
                <a:lnTo>
                  <a:pt x="434567" y="74621"/>
                </a:lnTo>
                <a:lnTo>
                  <a:pt x="434874" y="74569"/>
                </a:lnTo>
                <a:lnTo>
                  <a:pt x="435176" y="74514"/>
                </a:lnTo>
                <a:lnTo>
                  <a:pt x="435472" y="74456"/>
                </a:lnTo>
                <a:lnTo>
                  <a:pt x="435763" y="74394"/>
                </a:lnTo>
                <a:lnTo>
                  <a:pt x="436049" y="74329"/>
                </a:lnTo>
                <a:lnTo>
                  <a:pt x="436329" y="74260"/>
                </a:lnTo>
                <a:lnTo>
                  <a:pt x="436604" y="74188"/>
                </a:lnTo>
                <a:lnTo>
                  <a:pt x="436873" y="74113"/>
                </a:lnTo>
                <a:lnTo>
                  <a:pt x="437138" y="74035"/>
                </a:lnTo>
                <a:lnTo>
                  <a:pt x="437398" y="73952"/>
                </a:lnTo>
                <a:lnTo>
                  <a:pt x="437654" y="73864"/>
                </a:lnTo>
                <a:lnTo>
                  <a:pt x="437907" y="73771"/>
                </a:lnTo>
                <a:lnTo>
                  <a:pt x="438157" y="73672"/>
                </a:lnTo>
                <a:lnTo>
                  <a:pt x="438404" y="73568"/>
                </a:lnTo>
                <a:lnTo>
                  <a:pt x="438647" y="73459"/>
                </a:lnTo>
                <a:lnTo>
                  <a:pt x="438886" y="73344"/>
                </a:lnTo>
                <a:lnTo>
                  <a:pt x="439122" y="73224"/>
                </a:lnTo>
                <a:lnTo>
                  <a:pt x="439355" y="73099"/>
                </a:lnTo>
                <a:lnTo>
                  <a:pt x="439585" y="72969"/>
                </a:lnTo>
                <a:lnTo>
                  <a:pt x="439811" y="72833"/>
                </a:lnTo>
                <a:lnTo>
                  <a:pt x="440034" y="72692"/>
                </a:lnTo>
                <a:lnTo>
                  <a:pt x="440253" y="72545"/>
                </a:lnTo>
                <a:lnTo>
                  <a:pt x="440469" y="72394"/>
                </a:lnTo>
                <a:lnTo>
                  <a:pt x="440681" y="72237"/>
                </a:lnTo>
                <a:lnTo>
                  <a:pt x="440891" y="72074"/>
                </a:lnTo>
                <a:lnTo>
                  <a:pt x="441096" y="71907"/>
                </a:lnTo>
                <a:lnTo>
                  <a:pt x="441299" y="71734"/>
                </a:lnTo>
                <a:lnTo>
                  <a:pt x="441498" y="71555"/>
                </a:lnTo>
                <a:lnTo>
                  <a:pt x="441693" y="71372"/>
                </a:lnTo>
                <a:lnTo>
                  <a:pt x="441886" y="71183"/>
                </a:lnTo>
                <a:lnTo>
                  <a:pt x="442075" y="70989"/>
                </a:lnTo>
                <a:lnTo>
                  <a:pt x="442260" y="70789"/>
                </a:lnTo>
                <a:lnTo>
                  <a:pt x="442442" y="70584"/>
                </a:lnTo>
                <a:lnTo>
                  <a:pt x="442622" y="70373"/>
                </a:lnTo>
                <a:lnTo>
                  <a:pt x="442799" y="70155"/>
                </a:lnTo>
                <a:lnTo>
                  <a:pt x="442975" y="69930"/>
                </a:lnTo>
                <a:lnTo>
                  <a:pt x="443149" y="69698"/>
                </a:lnTo>
                <a:lnTo>
                  <a:pt x="443322" y="69460"/>
                </a:lnTo>
                <a:lnTo>
                  <a:pt x="443492" y="69214"/>
                </a:lnTo>
                <a:lnTo>
                  <a:pt x="443661" y="68961"/>
                </a:lnTo>
                <a:lnTo>
                  <a:pt x="443828" y="68701"/>
                </a:lnTo>
                <a:lnTo>
                  <a:pt x="443993" y="68434"/>
                </a:lnTo>
                <a:lnTo>
                  <a:pt x="444156" y="68160"/>
                </a:lnTo>
                <a:lnTo>
                  <a:pt x="444318" y="67880"/>
                </a:lnTo>
                <a:lnTo>
                  <a:pt x="444477" y="67592"/>
                </a:lnTo>
                <a:lnTo>
                  <a:pt x="444635" y="67297"/>
                </a:lnTo>
                <a:lnTo>
                  <a:pt x="444791" y="66995"/>
                </a:lnTo>
                <a:lnTo>
                  <a:pt x="444945" y="66687"/>
                </a:lnTo>
                <a:lnTo>
                  <a:pt x="445098" y="66371"/>
                </a:lnTo>
                <a:lnTo>
                  <a:pt x="445249" y="66048"/>
                </a:lnTo>
                <a:lnTo>
                  <a:pt x="445397" y="65718"/>
                </a:lnTo>
                <a:lnTo>
                  <a:pt x="445544" y="65382"/>
                </a:lnTo>
                <a:lnTo>
                  <a:pt x="445690" y="65038"/>
                </a:lnTo>
                <a:lnTo>
                  <a:pt x="445833" y="64688"/>
                </a:lnTo>
                <a:lnTo>
                  <a:pt x="445975" y="64330"/>
                </a:lnTo>
                <a:lnTo>
                  <a:pt x="446115" y="63965"/>
                </a:lnTo>
                <a:lnTo>
                  <a:pt x="446253" y="63594"/>
                </a:lnTo>
                <a:lnTo>
                  <a:pt x="447811" y="59356"/>
                </a:lnTo>
                <a:lnTo>
                  <a:pt x="463010" y="16714"/>
                </a:lnTo>
                <a:lnTo>
                  <a:pt x="451405" y="16714"/>
                </a:lnTo>
                <a:lnTo>
                  <a:pt x="441879" y="48361"/>
                </a:lnTo>
                <a:lnTo>
                  <a:pt x="431184" y="16714"/>
                </a:lnTo>
                <a:lnTo>
                  <a:pt x="419233" y="16714"/>
                </a:lnTo>
                <a:lnTo>
                  <a:pt x="435687" y="59495"/>
                </a:lnTo>
                <a:lnTo>
                  <a:pt x="434735" y="61790"/>
                </a:lnTo>
                <a:lnTo>
                  <a:pt x="434668" y="61961"/>
                </a:lnTo>
                <a:lnTo>
                  <a:pt x="434598" y="62128"/>
                </a:lnTo>
                <a:lnTo>
                  <a:pt x="434525" y="62291"/>
                </a:lnTo>
                <a:lnTo>
                  <a:pt x="434449" y="62450"/>
                </a:lnTo>
                <a:lnTo>
                  <a:pt x="434369" y="62605"/>
                </a:lnTo>
                <a:lnTo>
                  <a:pt x="434287" y="62756"/>
                </a:lnTo>
                <a:lnTo>
                  <a:pt x="434201" y="62903"/>
                </a:lnTo>
                <a:lnTo>
                  <a:pt x="434112" y="63046"/>
                </a:lnTo>
                <a:lnTo>
                  <a:pt x="434019" y="63185"/>
                </a:lnTo>
                <a:lnTo>
                  <a:pt x="433923" y="63319"/>
                </a:lnTo>
                <a:lnTo>
                  <a:pt x="433825" y="63450"/>
                </a:lnTo>
                <a:lnTo>
                  <a:pt x="433722" y="63576"/>
                </a:lnTo>
                <a:lnTo>
                  <a:pt x="433617" y="63699"/>
                </a:lnTo>
                <a:lnTo>
                  <a:pt x="433508" y="63817"/>
                </a:lnTo>
                <a:lnTo>
                  <a:pt x="433397" y="63931"/>
                </a:lnTo>
                <a:lnTo>
                  <a:pt x="433282" y="64042"/>
                </a:lnTo>
                <a:lnTo>
                  <a:pt x="433163" y="64148"/>
                </a:lnTo>
                <a:lnTo>
                  <a:pt x="433042" y="64250"/>
                </a:lnTo>
                <a:lnTo>
                  <a:pt x="432917" y="64348"/>
                </a:lnTo>
                <a:lnTo>
                  <a:pt x="432789" y="64442"/>
                </a:lnTo>
                <a:lnTo>
                  <a:pt x="432658" y="64532"/>
                </a:lnTo>
                <a:lnTo>
                  <a:pt x="432523" y="64618"/>
                </a:lnTo>
                <a:lnTo>
                  <a:pt x="432386" y="64700"/>
                </a:lnTo>
                <a:lnTo>
                  <a:pt x="432245" y="64778"/>
                </a:lnTo>
                <a:lnTo>
                  <a:pt x="432101" y="64852"/>
                </a:lnTo>
                <a:lnTo>
                  <a:pt x="431954" y="64923"/>
                </a:lnTo>
                <a:lnTo>
                  <a:pt x="431804" y="64991"/>
                </a:lnTo>
                <a:lnTo>
                  <a:pt x="431651" y="65056"/>
                </a:lnTo>
                <a:lnTo>
                  <a:pt x="431495" y="65117"/>
                </a:lnTo>
                <a:lnTo>
                  <a:pt x="431337" y="65176"/>
                </a:lnTo>
                <a:lnTo>
                  <a:pt x="431175" y="65231"/>
                </a:lnTo>
                <a:lnTo>
                  <a:pt x="431011" y="65283"/>
                </a:lnTo>
                <a:lnTo>
                  <a:pt x="430843" y="65332"/>
                </a:lnTo>
                <a:lnTo>
                  <a:pt x="430673" y="65378"/>
                </a:lnTo>
                <a:lnTo>
                  <a:pt x="430500" y="65420"/>
                </a:lnTo>
                <a:lnTo>
                  <a:pt x="430323" y="65460"/>
                </a:lnTo>
                <a:lnTo>
                  <a:pt x="430144" y="65496"/>
                </a:lnTo>
                <a:lnTo>
                  <a:pt x="429962" y="65529"/>
                </a:lnTo>
                <a:lnTo>
                  <a:pt x="429777" y="65559"/>
                </a:lnTo>
                <a:lnTo>
                  <a:pt x="429589" y="65586"/>
                </a:lnTo>
                <a:lnTo>
                  <a:pt x="429398" y="65610"/>
                </a:lnTo>
                <a:lnTo>
                  <a:pt x="429204" y="65630"/>
                </a:lnTo>
                <a:lnTo>
                  <a:pt x="429007" y="65648"/>
                </a:lnTo>
                <a:lnTo>
                  <a:pt x="428808" y="65662"/>
                </a:lnTo>
                <a:lnTo>
                  <a:pt x="428605" y="65673"/>
                </a:lnTo>
                <a:lnTo>
                  <a:pt x="428400" y="65681"/>
                </a:lnTo>
                <a:lnTo>
                  <a:pt x="428191" y="65686"/>
                </a:lnTo>
                <a:lnTo>
                  <a:pt x="427980" y="65687"/>
                </a:lnTo>
                <a:lnTo>
                  <a:pt x="424169" y="65687"/>
                </a:lnTo>
                <a:lnTo>
                  <a:pt x="424169" y="74997"/>
                </a:lnTo>
                <a:lnTo>
                  <a:pt x="429322" y="74997"/>
                </a:lnTo>
                <a:lnTo>
                  <a:pt x="429709" y="74995"/>
                </a:lnTo>
                <a:lnTo>
                  <a:pt x="430091" y="74990"/>
                </a:lnTo>
                <a:lnTo>
                  <a:pt x="430467" y="74982"/>
                </a:lnTo>
                <a:lnTo>
                  <a:pt x="430838" y="74970"/>
                </a:lnTo>
                <a:close/>
                <a:moveTo>
                  <a:pt x="1058969" y="11102"/>
                </a:moveTo>
                <a:lnTo>
                  <a:pt x="1059204" y="11071"/>
                </a:lnTo>
                <a:lnTo>
                  <a:pt x="1059434" y="11035"/>
                </a:lnTo>
                <a:lnTo>
                  <a:pt x="1059658" y="10994"/>
                </a:lnTo>
                <a:lnTo>
                  <a:pt x="1059877" y="10946"/>
                </a:lnTo>
                <a:lnTo>
                  <a:pt x="1060092" y="10893"/>
                </a:lnTo>
                <a:lnTo>
                  <a:pt x="1060301" y="10835"/>
                </a:lnTo>
                <a:lnTo>
                  <a:pt x="1060504" y="10771"/>
                </a:lnTo>
                <a:lnTo>
                  <a:pt x="1060703" y="10702"/>
                </a:lnTo>
                <a:lnTo>
                  <a:pt x="1060896" y="10626"/>
                </a:lnTo>
                <a:lnTo>
                  <a:pt x="1061084" y="10546"/>
                </a:lnTo>
                <a:lnTo>
                  <a:pt x="1061267" y="10460"/>
                </a:lnTo>
                <a:lnTo>
                  <a:pt x="1061445" y="10368"/>
                </a:lnTo>
                <a:lnTo>
                  <a:pt x="1061618" y="10270"/>
                </a:lnTo>
                <a:lnTo>
                  <a:pt x="1061785" y="10167"/>
                </a:lnTo>
                <a:lnTo>
                  <a:pt x="1061948" y="10059"/>
                </a:lnTo>
                <a:lnTo>
                  <a:pt x="1062105" y="9945"/>
                </a:lnTo>
                <a:lnTo>
                  <a:pt x="1062257" y="9825"/>
                </a:lnTo>
                <a:lnTo>
                  <a:pt x="1062403" y="9700"/>
                </a:lnTo>
                <a:lnTo>
                  <a:pt x="1062545" y="9569"/>
                </a:lnTo>
                <a:lnTo>
                  <a:pt x="1062681" y="9435"/>
                </a:lnTo>
                <a:lnTo>
                  <a:pt x="1062811" y="9297"/>
                </a:lnTo>
                <a:lnTo>
                  <a:pt x="1062936" y="9157"/>
                </a:lnTo>
                <a:lnTo>
                  <a:pt x="1063054" y="9014"/>
                </a:lnTo>
                <a:lnTo>
                  <a:pt x="1063167" y="8868"/>
                </a:lnTo>
                <a:lnTo>
                  <a:pt x="1063274" y="8720"/>
                </a:lnTo>
                <a:lnTo>
                  <a:pt x="1063375" y="8569"/>
                </a:lnTo>
                <a:lnTo>
                  <a:pt x="1063471" y="8415"/>
                </a:lnTo>
                <a:lnTo>
                  <a:pt x="1063561" y="8258"/>
                </a:lnTo>
                <a:lnTo>
                  <a:pt x="1063645" y="8099"/>
                </a:lnTo>
                <a:lnTo>
                  <a:pt x="1063723" y="7937"/>
                </a:lnTo>
                <a:lnTo>
                  <a:pt x="1063795" y="7772"/>
                </a:lnTo>
                <a:lnTo>
                  <a:pt x="1063862" y="7605"/>
                </a:lnTo>
                <a:lnTo>
                  <a:pt x="1063922" y="7435"/>
                </a:lnTo>
                <a:lnTo>
                  <a:pt x="1063977" y="7262"/>
                </a:lnTo>
                <a:lnTo>
                  <a:pt x="1064027" y="7087"/>
                </a:lnTo>
                <a:lnTo>
                  <a:pt x="1064070" y="6909"/>
                </a:lnTo>
                <a:lnTo>
                  <a:pt x="1064108" y="6728"/>
                </a:lnTo>
                <a:lnTo>
                  <a:pt x="1064140" y="6544"/>
                </a:lnTo>
                <a:lnTo>
                  <a:pt x="1064166" y="6358"/>
                </a:lnTo>
                <a:lnTo>
                  <a:pt x="1064186" y="6169"/>
                </a:lnTo>
                <a:lnTo>
                  <a:pt x="1064200" y="5977"/>
                </a:lnTo>
                <a:lnTo>
                  <a:pt x="1064209" y="5783"/>
                </a:lnTo>
                <a:lnTo>
                  <a:pt x="1064212" y="5586"/>
                </a:lnTo>
                <a:lnTo>
                  <a:pt x="1064209" y="5385"/>
                </a:lnTo>
                <a:lnTo>
                  <a:pt x="1064200" y="5188"/>
                </a:lnTo>
                <a:lnTo>
                  <a:pt x="1064186" y="4993"/>
                </a:lnTo>
                <a:lnTo>
                  <a:pt x="1064166" y="4801"/>
                </a:lnTo>
                <a:lnTo>
                  <a:pt x="1064140" y="4612"/>
                </a:lnTo>
                <a:lnTo>
                  <a:pt x="1064108" y="4426"/>
                </a:lnTo>
                <a:lnTo>
                  <a:pt x="1064070" y="4243"/>
                </a:lnTo>
                <a:lnTo>
                  <a:pt x="1064027" y="4063"/>
                </a:lnTo>
                <a:lnTo>
                  <a:pt x="1063977" y="3886"/>
                </a:lnTo>
                <a:lnTo>
                  <a:pt x="1063922" y="3712"/>
                </a:lnTo>
                <a:lnTo>
                  <a:pt x="1063862" y="3540"/>
                </a:lnTo>
                <a:lnTo>
                  <a:pt x="1063795" y="3372"/>
                </a:lnTo>
                <a:lnTo>
                  <a:pt x="1063723" y="3207"/>
                </a:lnTo>
                <a:lnTo>
                  <a:pt x="1063645" y="3044"/>
                </a:lnTo>
                <a:lnTo>
                  <a:pt x="1063561" y="2885"/>
                </a:lnTo>
                <a:lnTo>
                  <a:pt x="1063471" y="2728"/>
                </a:lnTo>
                <a:lnTo>
                  <a:pt x="1063375" y="2574"/>
                </a:lnTo>
                <a:lnTo>
                  <a:pt x="1063274" y="2423"/>
                </a:lnTo>
                <a:lnTo>
                  <a:pt x="1063167" y="2276"/>
                </a:lnTo>
                <a:lnTo>
                  <a:pt x="1063054" y="2131"/>
                </a:lnTo>
                <a:lnTo>
                  <a:pt x="1062936" y="1989"/>
                </a:lnTo>
                <a:lnTo>
                  <a:pt x="1062811" y="1850"/>
                </a:lnTo>
                <a:lnTo>
                  <a:pt x="1062681" y="1714"/>
                </a:lnTo>
                <a:lnTo>
                  <a:pt x="1062545" y="1580"/>
                </a:lnTo>
                <a:lnTo>
                  <a:pt x="1062403" y="1452"/>
                </a:lnTo>
                <a:lnTo>
                  <a:pt x="1062257" y="1328"/>
                </a:lnTo>
                <a:lnTo>
                  <a:pt x="1062105" y="1210"/>
                </a:lnTo>
                <a:lnTo>
                  <a:pt x="1061948" y="1098"/>
                </a:lnTo>
                <a:lnTo>
                  <a:pt x="1061785" y="991"/>
                </a:lnTo>
                <a:lnTo>
                  <a:pt x="1061618" y="889"/>
                </a:lnTo>
                <a:lnTo>
                  <a:pt x="1061445" y="793"/>
                </a:lnTo>
                <a:lnTo>
                  <a:pt x="1061267" y="702"/>
                </a:lnTo>
                <a:lnTo>
                  <a:pt x="1061084" y="617"/>
                </a:lnTo>
                <a:lnTo>
                  <a:pt x="1060896" y="538"/>
                </a:lnTo>
                <a:lnTo>
                  <a:pt x="1060703" y="464"/>
                </a:lnTo>
                <a:lnTo>
                  <a:pt x="1060504" y="395"/>
                </a:lnTo>
                <a:lnTo>
                  <a:pt x="1060301" y="332"/>
                </a:lnTo>
                <a:lnTo>
                  <a:pt x="1060092" y="274"/>
                </a:lnTo>
                <a:lnTo>
                  <a:pt x="1059877" y="222"/>
                </a:lnTo>
                <a:lnTo>
                  <a:pt x="1059658" y="176"/>
                </a:lnTo>
                <a:lnTo>
                  <a:pt x="1059434" y="134"/>
                </a:lnTo>
                <a:lnTo>
                  <a:pt x="1059204" y="99"/>
                </a:lnTo>
                <a:lnTo>
                  <a:pt x="1058969" y="69"/>
                </a:lnTo>
                <a:lnTo>
                  <a:pt x="1058729" y="44"/>
                </a:lnTo>
                <a:lnTo>
                  <a:pt x="1058484" y="25"/>
                </a:lnTo>
                <a:lnTo>
                  <a:pt x="1058233" y="11"/>
                </a:lnTo>
                <a:lnTo>
                  <a:pt x="1057978" y="3"/>
                </a:lnTo>
                <a:lnTo>
                  <a:pt x="1057717" y="0"/>
                </a:lnTo>
                <a:lnTo>
                  <a:pt x="1057456" y="3"/>
                </a:lnTo>
                <a:lnTo>
                  <a:pt x="1057200" y="11"/>
                </a:lnTo>
                <a:lnTo>
                  <a:pt x="1056950" y="25"/>
                </a:lnTo>
                <a:lnTo>
                  <a:pt x="1056705" y="44"/>
                </a:lnTo>
                <a:lnTo>
                  <a:pt x="1056465" y="69"/>
                </a:lnTo>
                <a:lnTo>
                  <a:pt x="1056230" y="99"/>
                </a:lnTo>
                <a:lnTo>
                  <a:pt x="1056000" y="134"/>
                </a:lnTo>
                <a:lnTo>
                  <a:pt x="1055775" y="176"/>
                </a:lnTo>
                <a:lnTo>
                  <a:pt x="1055556" y="222"/>
                </a:lnTo>
                <a:lnTo>
                  <a:pt x="1055342" y="274"/>
                </a:lnTo>
                <a:lnTo>
                  <a:pt x="1055133" y="332"/>
                </a:lnTo>
                <a:lnTo>
                  <a:pt x="1054929" y="395"/>
                </a:lnTo>
                <a:lnTo>
                  <a:pt x="1054731" y="464"/>
                </a:lnTo>
                <a:lnTo>
                  <a:pt x="1054537" y="538"/>
                </a:lnTo>
                <a:lnTo>
                  <a:pt x="1054349" y="617"/>
                </a:lnTo>
                <a:lnTo>
                  <a:pt x="1054166" y="702"/>
                </a:lnTo>
                <a:lnTo>
                  <a:pt x="1053988" y="793"/>
                </a:lnTo>
                <a:lnTo>
                  <a:pt x="1053816" y="889"/>
                </a:lnTo>
                <a:lnTo>
                  <a:pt x="1053648" y="991"/>
                </a:lnTo>
                <a:lnTo>
                  <a:pt x="1053486" y="1098"/>
                </a:lnTo>
                <a:lnTo>
                  <a:pt x="1053329" y="1210"/>
                </a:lnTo>
                <a:lnTo>
                  <a:pt x="1053177" y="1328"/>
                </a:lnTo>
                <a:lnTo>
                  <a:pt x="1053030" y="1452"/>
                </a:lnTo>
                <a:lnTo>
                  <a:pt x="1052889" y="1580"/>
                </a:lnTo>
                <a:lnTo>
                  <a:pt x="1052753" y="1714"/>
                </a:lnTo>
                <a:lnTo>
                  <a:pt x="1052622" y="1850"/>
                </a:lnTo>
                <a:lnTo>
                  <a:pt x="1052498" y="1989"/>
                </a:lnTo>
                <a:lnTo>
                  <a:pt x="1052379" y="2131"/>
                </a:lnTo>
                <a:lnTo>
                  <a:pt x="1052267" y="2276"/>
                </a:lnTo>
                <a:lnTo>
                  <a:pt x="1052159" y="2423"/>
                </a:lnTo>
                <a:lnTo>
                  <a:pt x="1052058" y="2574"/>
                </a:lnTo>
                <a:lnTo>
                  <a:pt x="1051963" y="2728"/>
                </a:lnTo>
                <a:lnTo>
                  <a:pt x="1051873" y="2885"/>
                </a:lnTo>
                <a:lnTo>
                  <a:pt x="1051789" y="3044"/>
                </a:lnTo>
                <a:lnTo>
                  <a:pt x="1051711" y="3207"/>
                </a:lnTo>
                <a:lnTo>
                  <a:pt x="1051638" y="3372"/>
                </a:lnTo>
                <a:lnTo>
                  <a:pt x="1051572" y="3540"/>
                </a:lnTo>
                <a:lnTo>
                  <a:pt x="1051511" y="3712"/>
                </a:lnTo>
                <a:lnTo>
                  <a:pt x="1051456" y="3886"/>
                </a:lnTo>
                <a:lnTo>
                  <a:pt x="1051407" y="4063"/>
                </a:lnTo>
                <a:lnTo>
                  <a:pt x="1051364" y="4243"/>
                </a:lnTo>
                <a:lnTo>
                  <a:pt x="1051326" y="4426"/>
                </a:lnTo>
                <a:lnTo>
                  <a:pt x="1051294" y="4612"/>
                </a:lnTo>
                <a:lnTo>
                  <a:pt x="1051268" y="4801"/>
                </a:lnTo>
                <a:lnTo>
                  <a:pt x="1051248" y="4993"/>
                </a:lnTo>
                <a:lnTo>
                  <a:pt x="1051233" y="5188"/>
                </a:lnTo>
                <a:lnTo>
                  <a:pt x="1051225" y="5385"/>
                </a:lnTo>
                <a:lnTo>
                  <a:pt x="1051222" y="5586"/>
                </a:lnTo>
                <a:lnTo>
                  <a:pt x="1051225" y="5783"/>
                </a:lnTo>
                <a:lnTo>
                  <a:pt x="1051233" y="5977"/>
                </a:lnTo>
                <a:lnTo>
                  <a:pt x="1051248" y="6169"/>
                </a:lnTo>
                <a:lnTo>
                  <a:pt x="1051268" y="6358"/>
                </a:lnTo>
                <a:lnTo>
                  <a:pt x="1051294" y="6544"/>
                </a:lnTo>
                <a:lnTo>
                  <a:pt x="1051326" y="6728"/>
                </a:lnTo>
                <a:lnTo>
                  <a:pt x="1051364" y="6909"/>
                </a:lnTo>
                <a:lnTo>
                  <a:pt x="1051407" y="7087"/>
                </a:lnTo>
                <a:lnTo>
                  <a:pt x="1051456" y="7262"/>
                </a:lnTo>
                <a:lnTo>
                  <a:pt x="1051511" y="7435"/>
                </a:lnTo>
                <a:lnTo>
                  <a:pt x="1051572" y="7605"/>
                </a:lnTo>
                <a:lnTo>
                  <a:pt x="1051638" y="7772"/>
                </a:lnTo>
                <a:lnTo>
                  <a:pt x="1051711" y="7937"/>
                </a:lnTo>
                <a:lnTo>
                  <a:pt x="1051789" y="8099"/>
                </a:lnTo>
                <a:lnTo>
                  <a:pt x="1051873" y="8258"/>
                </a:lnTo>
                <a:lnTo>
                  <a:pt x="1051963" y="8415"/>
                </a:lnTo>
                <a:lnTo>
                  <a:pt x="1052058" y="8569"/>
                </a:lnTo>
                <a:lnTo>
                  <a:pt x="1052159" y="8720"/>
                </a:lnTo>
                <a:lnTo>
                  <a:pt x="1052267" y="8868"/>
                </a:lnTo>
                <a:lnTo>
                  <a:pt x="1052379" y="9014"/>
                </a:lnTo>
                <a:lnTo>
                  <a:pt x="1052498" y="9157"/>
                </a:lnTo>
                <a:lnTo>
                  <a:pt x="1052622" y="9297"/>
                </a:lnTo>
                <a:lnTo>
                  <a:pt x="1052753" y="9435"/>
                </a:lnTo>
                <a:lnTo>
                  <a:pt x="1052889" y="9569"/>
                </a:lnTo>
                <a:lnTo>
                  <a:pt x="1053030" y="9700"/>
                </a:lnTo>
                <a:lnTo>
                  <a:pt x="1053177" y="9825"/>
                </a:lnTo>
                <a:lnTo>
                  <a:pt x="1053329" y="9945"/>
                </a:lnTo>
                <a:lnTo>
                  <a:pt x="1053486" y="10059"/>
                </a:lnTo>
                <a:lnTo>
                  <a:pt x="1053648" y="10167"/>
                </a:lnTo>
                <a:lnTo>
                  <a:pt x="1053816" y="10270"/>
                </a:lnTo>
                <a:lnTo>
                  <a:pt x="1053988" y="10368"/>
                </a:lnTo>
                <a:lnTo>
                  <a:pt x="1054166" y="10460"/>
                </a:lnTo>
                <a:lnTo>
                  <a:pt x="1054349" y="10546"/>
                </a:lnTo>
                <a:lnTo>
                  <a:pt x="1054537" y="10626"/>
                </a:lnTo>
                <a:lnTo>
                  <a:pt x="1054731" y="10702"/>
                </a:lnTo>
                <a:lnTo>
                  <a:pt x="1054929" y="10771"/>
                </a:lnTo>
                <a:lnTo>
                  <a:pt x="1055133" y="10835"/>
                </a:lnTo>
                <a:lnTo>
                  <a:pt x="1055342" y="10893"/>
                </a:lnTo>
                <a:lnTo>
                  <a:pt x="1055556" y="10946"/>
                </a:lnTo>
                <a:lnTo>
                  <a:pt x="1055775" y="10994"/>
                </a:lnTo>
                <a:lnTo>
                  <a:pt x="1056000" y="11035"/>
                </a:lnTo>
                <a:lnTo>
                  <a:pt x="1056230" y="11071"/>
                </a:lnTo>
                <a:lnTo>
                  <a:pt x="1056465" y="11102"/>
                </a:lnTo>
                <a:lnTo>
                  <a:pt x="1056705" y="11127"/>
                </a:lnTo>
                <a:lnTo>
                  <a:pt x="1056950" y="11147"/>
                </a:lnTo>
                <a:lnTo>
                  <a:pt x="1057200" y="11160"/>
                </a:lnTo>
                <a:lnTo>
                  <a:pt x="1057456" y="11169"/>
                </a:lnTo>
                <a:lnTo>
                  <a:pt x="1057717" y="11172"/>
                </a:lnTo>
                <a:lnTo>
                  <a:pt x="1057978" y="11169"/>
                </a:lnTo>
                <a:lnTo>
                  <a:pt x="1058233" y="11160"/>
                </a:lnTo>
                <a:lnTo>
                  <a:pt x="1058484" y="11147"/>
                </a:lnTo>
                <a:lnTo>
                  <a:pt x="1058729" y="11127"/>
                </a:lnTo>
                <a:lnTo>
                  <a:pt x="1058969" y="11102"/>
                </a:lnTo>
                <a:close/>
                <a:moveTo>
                  <a:pt x="1179204" y="1212"/>
                </a:moveTo>
                <a:lnTo>
                  <a:pt x="1167729" y="1212"/>
                </a:lnTo>
                <a:lnTo>
                  <a:pt x="1167729" y="40486"/>
                </a:lnTo>
                <a:lnTo>
                  <a:pt x="1140926" y="1212"/>
                </a:lnTo>
                <a:lnTo>
                  <a:pt x="1129019" y="1212"/>
                </a:lnTo>
                <a:lnTo>
                  <a:pt x="1129019" y="59495"/>
                </a:lnTo>
                <a:lnTo>
                  <a:pt x="1140407" y="59495"/>
                </a:lnTo>
                <a:lnTo>
                  <a:pt x="1140407" y="19962"/>
                </a:lnTo>
                <a:lnTo>
                  <a:pt x="1167253" y="59495"/>
                </a:lnTo>
                <a:lnTo>
                  <a:pt x="1179204" y="59495"/>
                </a:lnTo>
                <a:lnTo>
                  <a:pt x="1179204" y="1212"/>
                </a:lnTo>
                <a:close/>
                <a:moveTo>
                  <a:pt x="964442" y="60155"/>
                </a:moveTo>
                <a:lnTo>
                  <a:pt x="965102" y="60103"/>
                </a:lnTo>
                <a:lnTo>
                  <a:pt x="965751" y="60041"/>
                </a:lnTo>
                <a:lnTo>
                  <a:pt x="966388" y="59969"/>
                </a:lnTo>
                <a:lnTo>
                  <a:pt x="967015" y="59888"/>
                </a:lnTo>
                <a:lnTo>
                  <a:pt x="967630" y="59797"/>
                </a:lnTo>
                <a:lnTo>
                  <a:pt x="968234" y="59697"/>
                </a:lnTo>
                <a:lnTo>
                  <a:pt x="968827" y="59587"/>
                </a:lnTo>
                <a:lnTo>
                  <a:pt x="969409" y="59468"/>
                </a:lnTo>
                <a:lnTo>
                  <a:pt x="969979" y="59339"/>
                </a:lnTo>
                <a:lnTo>
                  <a:pt x="970538" y="59201"/>
                </a:lnTo>
                <a:lnTo>
                  <a:pt x="971087" y="59053"/>
                </a:lnTo>
                <a:lnTo>
                  <a:pt x="971623" y="58895"/>
                </a:lnTo>
                <a:lnTo>
                  <a:pt x="972149" y="58728"/>
                </a:lnTo>
                <a:lnTo>
                  <a:pt x="972664" y="58551"/>
                </a:lnTo>
                <a:lnTo>
                  <a:pt x="973167" y="58365"/>
                </a:lnTo>
                <a:lnTo>
                  <a:pt x="973659" y="58169"/>
                </a:lnTo>
                <a:lnTo>
                  <a:pt x="974140" y="57964"/>
                </a:lnTo>
                <a:lnTo>
                  <a:pt x="974609" y="57749"/>
                </a:lnTo>
                <a:lnTo>
                  <a:pt x="975068" y="57525"/>
                </a:lnTo>
                <a:lnTo>
                  <a:pt x="975516" y="57291"/>
                </a:lnTo>
                <a:lnTo>
                  <a:pt x="975953" y="57049"/>
                </a:lnTo>
                <a:lnTo>
                  <a:pt x="976381" y="56797"/>
                </a:lnTo>
                <a:lnTo>
                  <a:pt x="976799" y="56536"/>
                </a:lnTo>
                <a:lnTo>
                  <a:pt x="977207" y="56266"/>
                </a:lnTo>
                <a:lnTo>
                  <a:pt x="977605" y="55986"/>
                </a:lnTo>
                <a:lnTo>
                  <a:pt x="977993" y="55698"/>
                </a:lnTo>
                <a:lnTo>
                  <a:pt x="978371" y="55401"/>
                </a:lnTo>
                <a:lnTo>
                  <a:pt x="978739" y="55094"/>
                </a:lnTo>
                <a:lnTo>
                  <a:pt x="979096" y="54779"/>
                </a:lnTo>
                <a:lnTo>
                  <a:pt x="979444" y="54454"/>
                </a:lnTo>
                <a:lnTo>
                  <a:pt x="979782" y="54120"/>
                </a:lnTo>
                <a:lnTo>
                  <a:pt x="980110" y="53778"/>
                </a:lnTo>
                <a:lnTo>
                  <a:pt x="980428" y="53426"/>
                </a:lnTo>
                <a:lnTo>
                  <a:pt x="980736" y="53065"/>
                </a:lnTo>
                <a:lnTo>
                  <a:pt x="981034" y="52695"/>
                </a:lnTo>
                <a:lnTo>
                  <a:pt x="981322" y="52315"/>
                </a:lnTo>
                <a:lnTo>
                  <a:pt x="981599" y="51927"/>
                </a:lnTo>
                <a:lnTo>
                  <a:pt x="981867" y="51530"/>
                </a:lnTo>
                <a:lnTo>
                  <a:pt x="982125" y="51123"/>
                </a:lnTo>
                <a:lnTo>
                  <a:pt x="982373" y="50708"/>
                </a:lnTo>
                <a:lnTo>
                  <a:pt x="982611" y="50283"/>
                </a:lnTo>
                <a:lnTo>
                  <a:pt x="982839" y="49849"/>
                </a:lnTo>
                <a:lnTo>
                  <a:pt x="983057" y="49406"/>
                </a:lnTo>
                <a:lnTo>
                  <a:pt x="983265" y="48955"/>
                </a:lnTo>
                <a:lnTo>
                  <a:pt x="983465" y="48495"/>
                </a:lnTo>
                <a:lnTo>
                  <a:pt x="983656" y="48027"/>
                </a:lnTo>
                <a:lnTo>
                  <a:pt x="983837" y="47551"/>
                </a:lnTo>
                <a:lnTo>
                  <a:pt x="984010" y="47067"/>
                </a:lnTo>
                <a:lnTo>
                  <a:pt x="984174" y="46575"/>
                </a:lnTo>
                <a:lnTo>
                  <a:pt x="984330" y="46075"/>
                </a:lnTo>
                <a:lnTo>
                  <a:pt x="984476" y="45567"/>
                </a:lnTo>
                <a:lnTo>
                  <a:pt x="984614" y="45050"/>
                </a:lnTo>
                <a:lnTo>
                  <a:pt x="984742" y="44526"/>
                </a:lnTo>
                <a:lnTo>
                  <a:pt x="984862" y="43993"/>
                </a:lnTo>
                <a:lnTo>
                  <a:pt x="984973" y="43452"/>
                </a:lnTo>
                <a:lnTo>
                  <a:pt x="985075" y="42903"/>
                </a:lnTo>
                <a:lnTo>
                  <a:pt x="985168" y="42346"/>
                </a:lnTo>
                <a:lnTo>
                  <a:pt x="985252" y="41781"/>
                </a:lnTo>
                <a:lnTo>
                  <a:pt x="985328" y="41208"/>
                </a:lnTo>
                <a:lnTo>
                  <a:pt x="985394" y="40626"/>
                </a:lnTo>
                <a:lnTo>
                  <a:pt x="985452" y="40037"/>
                </a:lnTo>
                <a:lnTo>
                  <a:pt x="985501" y="39439"/>
                </a:lnTo>
                <a:lnTo>
                  <a:pt x="985541" y="38834"/>
                </a:lnTo>
                <a:lnTo>
                  <a:pt x="985572" y="38220"/>
                </a:lnTo>
                <a:lnTo>
                  <a:pt x="985594" y="37598"/>
                </a:lnTo>
                <a:lnTo>
                  <a:pt x="985607" y="36968"/>
                </a:lnTo>
                <a:lnTo>
                  <a:pt x="985612" y="36329"/>
                </a:lnTo>
                <a:lnTo>
                  <a:pt x="985612" y="1212"/>
                </a:lnTo>
                <a:lnTo>
                  <a:pt x="973098" y="1212"/>
                </a:lnTo>
                <a:lnTo>
                  <a:pt x="973098" y="36026"/>
                </a:lnTo>
                <a:lnTo>
                  <a:pt x="973093" y="36619"/>
                </a:lnTo>
                <a:lnTo>
                  <a:pt x="973078" y="37199"/>
                </a:lnTo>
                <a:lnTo>
                  <a:pt x="973053" y="37766"/>
                </a:lnTo>
                <a:lnTo>
                  <a:pt x="973019" y="38320"/>
                </a:lnTo>
                <a:lnTo>
                  <a:pt x="972975" y="38861"/>
                </a:lnTo>
                <a:lnTo>
                  <a:pt x="972920" y="39390"/>
                </a:lnTo>
                <a:lnTo>
                  <a:pt x="972856" y="39906"/>
                </a:lnTo>
                <a:lnTo>
                  <a:pt x="972782" y="40409"/>
                </a:lnTo>
                <a:lnTo>
                  <a:pt x="972699" y="40900"/>
                </a:lnTo>
                <a:lnTo>
                  <a:pt x="972605" y="41377"/>
                </a:lnTo>
                <a:lnTo>
                  <a:pt x="972502" y="41842"/>
                </a:lnTo>
                <a:lnTo>
                  <a:pt x="972389" y="42294"/>
                </a:lnTo>
                <a:lnTo>
                  <a:pt x="972265" y="42733"/>
                </a:lnTo>
                <a:lnTo>
                  <a:pt x="972133" y="43160"/>
                </a:lnTo>
                <a:lnTo>
                  <a:pt x="971990" y="43573"/>
                </a:lnTo>
                <a:lnTo>
                  <a:pt x="971837" y="43974"/>
                </a:lnTo>
                <a:lnTo>
                  <a:pt x="971675" y="44362"/>
                </a:lnTo>
                <a:lnTo>
                  <a:pt x="971502" y="44738"/>
                </a:lnTo>
                <a:lnTo>
                  <a:pt x="971320" y="45100"/>
                </a:lnTo>
                <a:lnTo>
                  <a:pt x="971128" y="45450"/>
                </a:lnTo>
                <a:lnTo>
                  <a:pt x="970926" y="45787"/>
                </a:lnTo>
                <a:lnTo>
                  <a:pt x="970714" y="46111"/>
                </a:lnTo>
                <a:lnTo>
                  <a:pt x="970493" y="46423"/>
                </a:lnTo>
                <a:lnTo>
                  <a:pt x="970261" y="46721"/>
                </a:lnTo>
                <a:lnTo>
                  <a:pt x="970019" y="47008"/>
                </a:lnTo>
                <a:lnTo>
                  <a:pt x="969764" y="47282"/>
                </a:lnTo>
                <a:lnTo>
                  <a:pt x="969497" y="47544"/>
                </a:lnTo>
                <a:lnTo>
                  <a:pt x="969218" y="47793"/>
                </a:lnTo>
                <a:lnTo>
                  <a:pt x="968926" y="48031"/>
                </a:lnTo>
                <a:lnTo>
                  <a:pt x="968623" y="48256"/>
                </a:lnTo>
                <a:lnTo>
                  <a:pt x="968307" y="48469"/>
                </a:lnTo>
                <a:lnTo>
                  <a:pt x="967978" y="48670"/>
                </a:lnTo>
                <a:lnTo>
                  <a:pt x="967638" y="48859"/>
                </a:lnTo>
                <a:lnTo>
                  <a:pt x="967285" y="49035"/>
                </a:lnTo>
                <a:lnTo>
                  <a:pt x="966920" y="49200"/>
                </a:lnTo>
                <a:lnTo>
                  <a:pt x="966543" y="49352"/>
                </a:lnTo>
                <a:lnTo>
                  <a:pt x="966153" y="49492"/>
                </a:lnTo>
                <a:lnTo>
                  <a:pt x="965752" y="49620"/>
                </a:lnTo>
                <a:lnTo>
                  <a:pt x="965338" y="49736"/>
                </a:lnTo>
                <a:lnTo>
                  <a:pt x="964911" y="49839"/>
                </a:lnTo>
                <a:lnTo>
                  <a:pt x="964473" y="49930"/>
                </a:lnTo>
                <a:lnTo>
                  <a:pt x="964022" y="50010"/>
                </a:lnTo>
                <a:lnTo>
                  <a:pt x="963559" y="50077"/>
                </a:lnTo>
                <a:lnTo>
                  <a:pt x="963084" y="50131"/>
                </a:lnTo>
                <a:lnTo>
                  <a:pt x="962596" y="50174"/>
                </a:lnTo>
                <a:lnTo>
                  <a:pt x="962096" y="50204"/>
                </a:lnTo>
                <a:lnTo>
                  <a:pt x="961584" y="50223"/>
                </a:lnTo>
                <a:lnTo>
                  <a:pt x="961060" y="50229"/>
                </a:lnTo>
                <a:lnTo>
                  <a:pt x="960539" y="50223"/>
                </a:lnTo>
                <a:lnTo>
                  <a:pt x="960030" y="50204"/>
                </a:lnTo>
                <a:lnTo>
                  <a:pt x="959532" y="50174"/>
                </a:lnTo>
                <a:lnTo>
                  <a:pt x="959047" y="50131"/>
                </a:lnTo>
                <a:lnTo>
                  <a:pt x="958572" y="50077"/>
                </a:lnTo>
                <a:lnTo>
                  <a:pt x="958110" y="50010"/>
                </a:lnTo>
                <a:lnTo>
                  <a:pt x="957660" y="49930"/>
                </a:lnTo>
                <a:lnTo>
                  <a:pt x="957221" y="49839"/>
                </a:lnTo>
                <a:lnTo>
                  <a:pt x="956794" y="49736"/>
                </a:lnTo>
                <a:lnTo>
                  <a:pt x="956378" y="49620"/>
                </a:lnTo>
                <a:lnTo>
                  <a:pt x="955974" y="49492"/>
                </a:lnTo>
                <a:lnTo>
                  <a:pt x="955582" y="49352"/>
                </a:lnTo>
                <a:lnTo>
                  <a:pt x="955202" y="49200"/>
                </a:lnTo>
                <a:lnTo>
                  <a:pt x="954834" y="49035"/>
                </a:lnTo>
                <a:lnTo>
                  <a:pt x="954477" y="48859"/>
                </a:lnTo>
                <a:lnTo>
                  <a:pt x="954132" y="48670"/>
                </a:lnTo>
                <a:lnTo>
                  <a:pt x="953799" y="48469"/>
                </a:lnTo>
                <a:lnTo>
                  <a:pt x="953477" y="48256"/>
                </a:lnTo>
                <a:lnTo>
                  <a:pt x="953167" y="48031"/>
                </a:lnTo>
                <a:lnTo>
                  <a:pt x="952869" y="47793"/>
                </a:lnTo>
                <a:lnTo>
                  <a:pt x="952583" y="47544"/>
                </a:lnTo>
                <a:lnTo>
                  <a:pt x="952308" y="47282"/>
                </a:lnTo>
                <a:lnTo>
                  <a:pt x="952045" y="47008"/>
                </a:lnTo>
                <a:lnTo>
                  <a:pt x="951794" y="46721"/>
                </a:lnTo>
                <a:lnTo>
                  <a:pt x="951553" y="46423"/>
                </a:lnTo>
                <a:lnTo>
                  <a:pt x="951323" y="46111"/>
                </a:lnTo>
                <a:lnTo>
                  <a:pt x="951104" y="45787"/>
                </a:lnTo>
                <a:lnTo>
                  <a:pt x="950894" y="45450"/>
                </a:lnTo>
                <a:lnTo>
                  <a:pt x="950695" y="45100"/>
                </a:lnTo>
                <a:lnTo>
                  <a:pt x="950505" y="44738"/>
                </a:lnTo>
                <a:lnTo>
                  <a:pt x="950327" y="44362"/>
                </a:lnTo>
                <a:lnTo>
                  <a:pt x="950158" y="43974"/>
                </a:lnTo>
                <a:lnTo>
                  <a:pt x="949999" y="43573"/>
                </a:lnTo>
                <a:lnTo>
                  <a:pt x="949851" y="43160"/>
                </a:lnTo>
                <a:lnTo>
                  <a:pt x="949713" y="42733"/>
                </a:lnTo>
                <a:lnTo>
                  <a:pt x="949585" y="42294"/>
                </a:lnTo>
                <a:lnTo>
                  <a:pt x="949468" y="41842"/>
                </a:lnTo>
                <a:lnTo>
                  <a:pt x="949360" y="41377"/>
                </a:lnTo>
                <a:lnTo>
                  <a:pt x="949263" y="40900"/>
                </a:lnTo>
                <a:lnTo>
                  <a:pt x="949176" y="40409"/>
                </a:lnTo>
                <a:lnTo>
                  <a:pt x="949100" y="39906"/>
                </a:lnTo>
                <a:lnTo>
                  <a:pt x="949033" y="39390"/>
                </a:lnTo>
                <a:lnTo>
                  <a:pt x="948977" y="38861"/>
                </a:lnTo>
                <a:lnTo>
                  <a:pt x="948931" y="38320"/>
                </a:lnTo>
                <a:lnTo>
                  <a:pt x="948895" y="37766"/>
                </a:lnTo>
                <a:lnTo>
                  <a:pt x="948870" y="37199"/>
                </a:lnTo>
                <a:lnTo>
                  <a:pt x="948854" y="36619"/>
                </a:lnTo>
                <a:lnTo>
                  <a:pt x="948849" y="36026"/>
                </a:lnTo>
                <a:lnTo>
                  <a:pt x="948849" y="1212"/>
                </a:lnTo>
                <a:lnTo>
                  <a:pt x="936379" y="1212"/>
                </a:lnTo>
                <a:lnTo>
                  <a:pt x="936379" y="36329"/>
                </a:lnTo>
                <a:lnTo>
                  <a:pt x="936383" y="36968"/>
                </a:lnTo>
                <a:lnTo>
                  <a:pt x="936396" y="37598"/>
                </a:lnTo>
                <a:lnTo>
                  <a:pt x="936419" y="38220"/>
                </a:lnTo>
                <a:lnTo>
                  <a:pt x="936450" y="38834"/>
                </a:lnTo>
                <a:lnTo>
                  <a:pt x="936489" y="39439"/>
                </a:lnTo>
                <a:lnTo>
                  <a:pt x="936538" y="40037"/>
                </a:lnTo>
                <a:lnTo>
                  <a:pt x="936596" y="40626"/>
                </a:lnTo>
                <a:lnTo>
                  <a:pt x="936662" y="41208"/>
                </a:lnTo>
                <a:lnTo>
                  <a:pt x="936738" y="41781"/>
                </a:lnTo>
                <a:lnTo>
                  <a:pt x="936822" y="42346"/>
                </a:lnTo>
                <a:lnTo>
                  <a:pt x="936915" y="42903"/>
                </a:lnTo>
                <a:lnTo>
                  <a:pt x="937017" y="43452"/>
                </a:lnTo>
                <a:lnTo>
                  <a:pt x="937128" y="43993"/>
                </a:lnTo>
                <a:lnTo>
                  <a:pt x="937248" y="44526"/>
                </a:lnTo>
                <a:lnTo>
                  <a:pt x="937377" y="45050"/>
                </a:lnTo>
                <a:lnTo>
                  <a:pt x="937514" y="45567"/>
                </a:lnTo>
                <a:lnTo>
                  <a:pt x="937660" y="46075"/>
                </a:lnTo>
                <a:lnTo>
                  <a:pt x="937816" y="46575"/>
                </a:lnTo>
                <a:lnTo>
                  <a:pt x="937980" y="47067"/>
                </a:lnTo>
                <a:lnTo>
                  <a:pt x="938153" y="47551"/>
                </a:lnTo>
                <a:lnTo>
                  <a:pt x="938335" y="48027"/>
                </a:lnTo>
                <a:lnTo>
                  <a:pt x="938525" y="48495"/>
                </a:lnTo>
                <a:lnTo>
                  <a:pt x="938725" y="48955"/>
                </a:lnTo>
                <a:lnTo>
                  <a:pt x="938933" y="49406"/>
                </a:lnTo>
                <a:lnTo>
                  <a:pt x="939151" y="49849"/>
                </a:lnTo>
                <a:lnTo>
                  <a:pt x="939379" y="50283"/>
                </a:lnTo>
                <a:lnTo>
                  <a:pt x="939617" y="50708"/>
                </a:lnTo>
                <a:lnTo>
                  <a:pt x="939866" y="51123"/>
                </a:lnTo>
                <a:lnTo>
                  <a:pt x="940124" y="51530"/>
                </a:lnTo>
                <a:lnTo>
                  <a:pt x="940392" y="51927"/>
                </a:lnTo>
                <a:lnTo>
                  <a:pt x="940670" y="52315"/>
                </a:lnTo>
                <a:lnTo>
                  <a:pt x="940959" y="52695"/>
                </a:lnTo>
                <a:lnTo>
                  <a:pt x="941257" y="53065"/>
                </a:lnTo>
                <a:lnTo>
                  <a:pt x="941566" y="53426"/>
                </a:lnTo>
                <a:lnTo>
                  <a:pt x="941885" y="53778"/>
                </a:lnTo>
                <a:lnTo>
                  <a:pt x="942213" y="54120"/>
                </a:lnTo>
                <a:lnTo>
                  <a:pt x="942552" y="54454"/>
                </a:lnTo>
                <a:lnTo>
                  <a:pt x="942901" y="54779"/>
                </a:lnTo>
                <a:lnTo>
                  <a:pt x="943260" y="55094"/>
                </a:lnTo>
                <a:lnTo>
                  <a:pt x="943629" y="55401"/>
                </a:lnTo>
                <a:lnTo>
                  <a:pt x="944008" y="55698"/>
                </a:lnTo>
                <a:lnTo>
                  <a:pt x="944397" y="55986"/>
                </a:lnTo>
                <a:lnTo>
                  <a:pt x="944797" y="56266"/>
                </a:lnTo>
                <a:lnTo>
                  <a:pt x="945206" y="56536"/>
                </a:lnTo>
                <a:lnTo>
                  <a:pt x="945625" y="56797"/>
                </a:lnTo>
                <a:lnTo>
                  <a:pt x="946055" y="57049"/>
                </a:lnTo>
                <a:lnTo>
                  <a:pt x="946494" y="57291"/>
                </a:lnTo>
                <a:lnTo>
                  <a:pt x="946944" y="57525"/>
                </a:lnTo>
                <a:lnTo>
                  <a:pt x="947404" y="57749"/>
                </a:lnTo>
                <a:lnTo>
                  <a:pt x="947875" y="57964"/>
                </a:lnTo>
                <a:lnTo>
                  <a:pt x="948357" y="58169"/>
                </a:lnTo>
                <a:lnTo>
                  <a:pt x="948849" y="58365"/>
                </a:lnTo>
                <a:lnTo>
                  <a:pt x="949353" y="58551"/>
                </a:lnTo>
                <a:lnTo>
                  <a:pt x="949867" y="58728"/>
                </a:lnTo>
                <a:lnTo>
                  <a:pt x="950392" y="58895"/>
                </a:lnTo>
                <a:lnTo>
                  <a:pt x="950928" y="59053"/>
                </a:lnTo>
                <a:lnTo>
                  <a:pt x="951474" y="59201"/>
                </a:lnTo>
                <a:lnTo>
                  <a:pt x="952032" y="59339"/>
                </a:lnTo>
                <a:lnTo>
                  <a:pt x="952600" y="59468"/>
                </a:lnTo>
                <a:lnTo>
                  <a:pt x="953179" y="59587"/>
                </a:lnTo>
                <a:lnTo>
                  <a:pt x="953769" y="59697"/>
                </a:lnTo>
                <a:lnTo>
                  <a:pt x="954370" y="59797"/>
                </a:lnTo>
                <a:lnTo>
                  <a:pt x="954982" y="59888"/>
                </a:lnTo>
                <a:lnTo>
                  <a:pt x="955604" y="59969"/>
                </a:lnTo>
                <a:lnTo>
                  <a:pt x="956237" y="60041"/>
                </a:lnTo>
                <a:lnTo>
                  <a:pt x="956881" y="60103"/>
                </a:lnTo>
                <a:lnTo>
                  <a:pt x="957536" y="60155"/>
                </a:lnTo>
                <a:lnTo>
                  <a:pt x="958202" y="60198"/>
                </a:lnTo>
                <a:lnTo>
                  <a:pt x="958879" y="60232"/>
                </a:lnTo>
                <a:lnTo>
                  <a:pt x="959566" y="60256"/>
                </a:lnTo>
                <a:lnTo>
                  <a:pt x="960264" y="60270"/>
                </a:lnTo>
                <a:lnTo>
                  <a:pt x="960973" y="60275"/>
                </a:lnTo>
                <a:lnTo>
                  <a:pt x="961689" y="60270"/>
                </a:lnTo>
                <a:lnTo>
                  <a:pt x="962394" y="60256"/>
                </a:lnTo>
                <a:lnTo>
                  <a:pt x="963088" y="60232"/>
                </a:lnTo>
                <a:lnTo>
                  <a:pt x="963771" y="60198"/>
                </a:lnTo>
                <a:lnTo>
                  <a:pt x="964442" y="60155"/>
                </a:lnTo>
                <a:close/>
                <a:moveTo>
                  <a:pt x="1260377" y="60196"/>
                </a:moveTo>
                <a:lnTo>
                  <a:pt x="1260747" y="60161"/>
                </a:lnTo>
                <a:lnTo>
                  <a:pt x="1261112" y="60120"/>
                </a:lnTo>
                <a:lnTo>
                  <a:pt x="1261471" y="60073"/>
                </a:lnTo>
                <a:lnTo>
                  <a:pt x="1261826" y="60019"/>
                </a:lnTo>
                <a:lnTo>
                  <a:pt x="1262176" y="59959"/>
                </a:lnTo>
                <a:lnTo>
                  <a:pt x="1262521" y="59893"/>
                </a:lnTo>
                <a:lnTo>
                  <a:pt x="1262861" y="59820"/>
                </a:lnTo>
                <a:lnTo>
                  <a:pt x="1263196" y="59741"/>
                </a:lnTo>
                <a:lnTo>
                  <a:pt x="1263525" y="59656"/>
                </a:lnTo>
                <a:lnTo>
                  <a:pt x="1263850" y="59564"/>
                </a:lnTo>
                <a:lnTo>
                  <a:pt x="1264170" y="59466"/>
                </a:lnTo>
                <a:lnTo>
                  <a:pt x="1264486" y="59362"/>
                </a:lnTo>
                <a:lnTo>
                  <a:pt x="1264796" y="59252"/>
                </a:lnTo>
                <a:lnTo>
                  <a:pt x="1265101" y="59135"/>
                </a:lnTo>
                <a:lnTo>
                  <a:pt x="1265401" y="59012"/>
                </a:lnTo>
                <a:lnTo>
                  <a:pt x="1265696" y="58882"/>
                </a:lnTo>
                <a:lnTo>
                  <a:pt x="1265986" y="58746"/>
                </a:lnTo>
                <a:lnTo>
                  <a:pt x="1266272" y="58604"/>
                </a:lnTo>
                <a:lnTo>
                  <a:pt x="1266552" y="58456"/>
                </a:lnTo>
                <a:lnTo>
                  <a:pt x="1266828" y="58302"/>
                </a:lnTo>
                <a:lnTo>
                  <a:pt x="1267100" y="58144"/>
                </a:lnTo>
                <a:lnTo>
                  <a:pt x="1267369" y="57981"/>
                </a:lnTo>
                <a:lnTo>
                  <a:pt x="1267633" y="57814"/>
                </a:lnTo>
                <a:lnTo>
                  <a:pt x="1267894" y="57642"/>
                </a:lnTo>
                <a:lnTo>
                  <a:pt x="1268151" y="57465"/>
                </a:lnTo>
                <a:lnTo>
                  <a:pt x="1268405" y="57285"/>
                </a:lnTo>
                <a:lnTo>
                  <a:pt x="1268654" y="57099"/>
                </a:lnTo>
                <a:lnTo>
                  <a:pt x="1268900" y="56909"/>
                </a:lnTo>
                <a:lnTo>
                  <a:pt x="1269143" y="56715"/>
                </a:lnTo>
                <a:lnTo>
                  <a:pt x="1269381" y="56516"/>
                </a:lnTo>
                <a:lnTo>
                  <a:pt x="1269616" y="56313"/>
                </a:lnTo>
                <a:lnTo>
                  <a:pt x="1269846" y="56105"/>
                </a:lnTo>
                <a:lnTo>
                  <a:pt x="1270073" y="55892"/>
                </a:lnTo>
                <a:lnTo>
                  <a:pt x="1270297" y="55675"/>
                </a:lnTo>
                <a:lnTo>
                  <a:pt x="1270516" y="55454"/>
                </a:lnTo>
                <a:lnTo>
                  <a:pt x="1270732" y="55228"/>
                </a:lnTo>
                <a:lnTo>
                  <a:pt x="1270944" y="54997"/>
                </a:lnTo>
                <a:lnTo>
                  <a:pt x="1271153" y="54762"/>
                </a:lnTo>
                <a:lnTo>
                  <a:pt x="1271357" y="54523"/>
                </a:lnTo>
                <a:lnTo>
                  <a:pt x="1271558" y="54279"/>
                </a:lnTo>
                <a:lnTo>
                  <a:pt x="1271755" y="54030"/>
                </a:lnTo>
                <a:lnTo>
                  <a:pt x="1271948" y="53777"/>
                </a:lnTo>
                <a:lnTo>
                  <a:pt x="1272138" y="53520"/>
                </a:lnTo>
                <a:lnTo>
                  <a:pt x="1272614" y="59495"/>
                </a:lnTo>
                <a:lnTo>
                  <a:pt x="1283612" y="59495"/>
                </a:lnTo>
                <a:lnTo>
                  <a:pt x="1283612" y="1212"/>
                </a:lnTo>
                <a:lnTo>
                  <a:pt x="1272138" y="1212"/>
                </a:lnTo>
                <a:lnTo>
                  <a:pt x="1272138" y="22646"/>
                </a:lnTo>
                <a:lnTo>
                  <a:pt x="1271980" y="22403"/>
                </a:lnTo>
                <a:lnTo>
                  <a:pt x="1271818" y="22163"/>
                </a:lnTo>
                <a:lnTo>
                  <a:pt x="1271652" y="21928"/>
                </a:lnTo>
                <a:lnTo>
                  <a:pt x="1271481" y="21696"/>
                </a:lnTo>
                <a:lnTo>
                  <a:pt x="1271306" y="21468"/>
                </a:lnTo>
                <a:lnTo>
                  <a:pt x="1271126" y="21244"/>
                </a:lnTo>
                <a:lnTo>
                  <a:pt x="1270941" y="21024"/>
                </a:lnTo>
                <a:lnTo>
                  <a:pt x="1270752" y="20808"/>
                </a:lnTo>
                <a:lnTo>
                  <a:pt x="1270559" y="20596"/>
                </a:lnTo>
                <a:lnTo>
                  <a:pt x="1270361" y="20388"/>
                </a:lnTo>
                <a:lnTo>
                  <a:pt x="1270158" y="20184"/>
                </a:lnTo>
                <a:lnTo>
                  <a:pt x="1269951" y="19983"/>
                </a:lnTo>
                <a:lnTo>
                  <a:pt x="1269740" y="19787"/>
                </a:lnTo>
                <a:lnTo>
                  <a:pt x="1269524" y="19594"/>
                </a:lnTo>
                <a:lnTo>
                  <a:pt x="1269303" y="19405"/>
                </a:lnTo>
                <a:lnTo>
                  <a:pt x="1269078" y="19221"/>
                </a:lnTo>
                <a:lnTo>
                  <a:pt x="1268848" y="19040"/>
                </a:lnTo>
                <a:lnTo>
                  <a:pt x="1268614" y="18863"/>
                </a:lnTo>
                <a:lnTo>
                  <a:pt x="1268376" y="18690"/>
                </a:lnTo>
                <a:lnTo>
                  <a:pt x="1268132" y="18521"/>
                </a:lnTo>
                <a:lnTo>
                  <a:pt x="1267885" y="18355"/>
                </a:lnTo>
                <a:lnTo>
                  <a:pt x="1267633" y="18194"/>
                </a:lnTo>
                <a:lnTo>
                  <a:pt x="1267376" y="18037"/>
                </a:lnTo>
                <a:lnTo>
                  <a:pt x="1267115" y="17883"/>
                </a:lnTo>
                <a:lnTo>
                  <a:pt x="1266849" y="17735"/>
                </a:lnTo>
                <a:lnTo>
                  <a:pt x="1266579" y="17593"/>
                </a:lnTo>
                <a:lnTo>
                  <a:pt x="1266305" y="17457"/>
                </a:lnTo>
                <a:lnTo>
                  <a:pt x="1266026" y="17328"/>
                </a:lnTo>
                <a:lnTo>
                  <a:pt x="1265743" y="17204"/>
                </a:lnTo>
                <a:lnTo>
                  <a:pt x="1265456" y="17088"/>
                </a:lnTo>
                <a:lnTo>
                  <a:pt x="1265164" y="16977"/>
                </a:lnTo>
                <a:lnTo>
                  <a:pt x="1264868" y="16873"/>
                </a:lnTo>
                <a:lnTo>
                  <a:pt x="1264568" y="16775"/>
                </a:lnTo>
                <a:lnTo>
                  <a:pt x="1264263" y="16683"/>
                </a:lnTo>
                <a:lnTo>
                  <a:pt x="1263954" y="16598"/>
                </a:lnTo>
                <a:lnTo>
                  <a:pt x="1263640" y="16519"/>
                </a:lnTo>
                <a:lnTo>
                  <a:pt x="1263322" y="16447"/>
                </a:lnTo>
                <a:lnTo>
                  <a:pt x="1263000" y="16380"/>
                </a:lnTo>
                <a:lnTo>
                  <a:pt x="1262673" y="16320"/>
                </a:lnTo>
                <a:lnTo>
                  <a:pt x="1262342" y="16267"/>
                </a:lnTo>
                <a:lnTo>
                  <a:pt x="1262007" y="16219"/>
                </a:lnTo>
                <a:lnTo>
                  <a:pt x="1261667" y="16178"/>
                </a:lnTo>
                <a:lnTo>
                  <a:pt x="1261323" y="16144"/>
                </a:lnTo>
                <a:lnTo>
                  <a:pt x="1260975" y="16115"/>
                </a:lnTo>
                <a:lnTo>
                  <a:pt x="1260622" y="16093"/>
                </a:lnTo>
                <a:lnTo>
                  <a:pt x="1260265" y="16077"/>
                </a:lnTo>
                <a:lnTo>
                  <a:pt x="1259903" y="16068"/>
                </a:lnTo>
                <a:lnTo>
                  <a:pt x="1259537" y="16065"/>
                </a:lnTo>
                <a:lnTo>
                  <a:pt x="1259120" y="16069"/>
                </a:lnTo>
                <a:lnTo>
                  <a:pt x="1258707" y="16081"/>
                </a:lnTo>
                <a:lnTo>
                  <a:pt x="1258297" y="16102"/>
                </a:lnTo>
                <a:lnTo>
                  <a:pt x="1257891" y="16130"/>
                </a:lnTo>
                <a:lnTo>
                  <a:pt x="1257488" y="16167"/>
                </a:lnTo>
                <a:lnTo>
                  <a:pt x="1257088" y="16212"/>
                </a:lnTo>
                <a:lnTo>
                  <a:pt x="1256692" y="16266"/>
                </a:lnTo>
                <a:lnTo>
                  <a:pt x="1256299" y="16328"/>
                </a:lnTo>
                <a:lnTo>
                  <a:pt x="1255910" y="16397"/>
                </a:lnTo>
                <a:lnTo>
                  <a:pt x="1255524" y="16475"/>
                </a:lnTo>
                <a:lnTo>
                  <a:pt x="1255142" y="16562"/>
                </a:lnTo>
                <a:lnTo>
                  <a:pt x="1254763" y="16656"/>
                </a:lnTo>
                <a:lnTo>
                  <a:pt x="1254388" y="16759"/>
                </a:lnTo>
                <a:lnTo>
                  <a:pt x="1254016" y="16870"/>
                </a:lnTo>
                <a:lnTo>
                  <a:pt x="1253648" y="16989"/>
                </a:lnTo>
                <a:lnTo>
                  <a:pt x="1253283" y="17116"/>
                </a:lnTo>
                <a:lnTo>
                  <a:pt x="1252921" y="17252"/>
                </a:lnTo>
                <a:lnTo>
                  <a:pt x="1252563" y="17396"/>
                </a:lnTo>
                <a:lnTo>
                  <a:pt x="1252209" y="17548"/>
                </a:lnTo>
                <a:lnTo>
                  <a:pt x="1251857" y="17708"/>
                </a:lnTo>
                <a:lnTo>
                  <a:pt x="1251510" y="17877"/>
                </a:lnTo>
                <a:lnTo>
                  <a:pt x="1251166" y="18053"/>
                </a:lnTo>
                <a:lnTo>
                  <a:pt x="1250825" y="18238"/>
                </a:lnTo>
                <a:lnTo>
                  <a:pt x="1250487" y="18431"/>
                </a:lnTo>
                <a:lnTo>
                  <a:pt x="1250155" y="18633"/>
                </a:lnTo>
                <a:lnTo>
                  <a:pt x="1249828" y="18842"/>
                </a:lnTo>
                <a:lnTo>
                  <a:pt x="1249507" y="19061"/>
                </a:lnTo>
                <a:lnTo>
                  <a:pt x="1249191" y="19288"/>
                </a:lnTo>
                <a:lnTo>
                  <a:pt x="1248882" y="19523"/>
                </a:lnTo>
                <a:lnTo>
                  <a:pt x="1248578" y="19767"/>
                </a:lnTo>
                <a:lnTo>
                  <a:pt x="1248280" y="20020"/>
                </a:lnTo>
                <a:lnTo>
                  <a:pt x="1247988" y="20281"/>
                </a:lnTo>
                <a:lnTo>
                  <a:pt x="1247702" y="20550"/>
                </a:lnTo>
                <a:lnTo>
                  <a:pt x="1247421" y="20828"/>
                </a:lnTo>
                <a:lnTo>
                  <a:pt x="1247146" y="21115"/>
                </a:lnTo>
                <a:lnTo>
                  <a:pt x="1246877" y="21410"/>
                </a:lnTo>
                <a:lnTo>
                  <a:pt x="1246614" y="21714"/>
                </a:lnTo>
                <a:lnTo>
                  <a:pt x="1246357" y="22026"/>
                </a:lnTo>
                <a:lnTo>
                  <a:pt x="1246105" y="22347"/>
                </a:lnTo>
                <a:lnTo>
                  <a:pt x="1245859" y="22676"/>
                </a:lnTo>
                <a:lnTo>
                  <a:pt x="1245619" y="23014"/>
                </a:lnTo>
                <a:lnTo>
                  <a:pt x="1245385" y="23360"/>
                </a:lnTo>
                <a:lnTo>
                  <a:pt x="1245156" y="23715"/>
                </a:lnTo>
                <a:lnTo>
                  <a:pt x="1244934" y="24078"/>
                </a:lnTo>
                <a:lnTo>
                  <a:pt x="1244717" y="24450"/>
                </a:lnTo>
                <a:lnTo>
                  <a:pt x="1244505" y="24830"/>
                </a:lnTo>
                <a:lnTo>
                  <a:pt x="1244300" y="25219"/>
                </a:lnTo>
                <a:lnTo>
                  <a:pt x="1244101" y="25616"/>
                </a:lnTo>
                <a:lnTo>
                  <a:pt x="1243908" y="26023"/>
                </a:lnTo>
                <a:lnTo>
                  <a:pt x="1243724" y="26438"/>
                </a:lnTo>
                <a:lnTo>
                  <a:pt x="1243547" y="26862"/>
                </a:lnTo>
                <a:lnTo>
                  <a:pt x="1243379" y="27295"/>
                </a:lnTo>
                <a:lnTo>
                  <a:pt x="1243220" y="27737"/>
                </a:lnTo>
                <a:lnTo>
                  <a:pt x="1243068" y="28188"/>
                </a:lnTo>
                <a:lnTo>
                  <a:pt x="1242925" y="28648"/>
                </a:lnTo>
                <a:lnTo>
                  <a:pt x="1242790" y="29117"/>
                </a:lnTo>
                <a:lnTo>
                  <a:pt x="1242663" y="29595"/>
                </a:lnTo>
                <a:lnTo>
                  <a:pt x="1242544" y="30082"/>
                </a:lnTo>
                <a:lnTo>
                  <a:pt x="1242433" y="30578"/>
                </a:lnTo>
                <a:lnTo>
                  <a:pt x="1242331" y="31082"/>
                </a:lnTo>
                <a:lnTo>
                  <a:pt x="1242236" y="31596"/>
                </a:lnTo>
                <a:lnTo>
                  <a:pt x="1242150" y="32119"/>
                </a:lnTo>
                <a:lnTo>
                  <a:pt x="1242073" y="32651"/>
                </a:lnTo>
                <a:lnTo>
                  <a:pt x="1242003" y="33192"/>
                </a:lnTo>
                <a:lnTo>
                  <a:pt x="1241941" y="33741"/>
                </a:lnTo>
                <a:lnTo>
                  <a:pt x="1241888" y="34300"/>
                </a:lnTo>
                <a:lnTo>
                  <a:pt x="1241843" y="34868"/>
                </a:lnTo>
                <a:lnTo>
                  <a:pt x="1241806" y="35444"/>
                </a:lnTo>
                <a:lnTo>
                  <a:pt x="1241778" y="36030"/>
                </a:lnTo>
                <a:lnTo>
                  <a:pt x="1241757" y="36625"/>
                </a:lnTo>
                <a:lnTo>
                  <a:pt x="1241745" y="37228"/>
                </a:lnTo>
                <a:lnTo>
                  <a:pt x="1241741" y="37841"/>
                </a:lnTo>
                <a:lnTo>
                  <a:pt x="1241744" y="38475"/>
                </a:lnTo>
                <a:lnTo>
                  <a:pt x="1241756" y="39100"/>
                </a:lnTo>
                <a:lnTo>
                  <a:pt x="1241775" y="39716"/>
                </a:lnTo>
                <a:lnTo>
                  <a:pt x="1241801" y="40322"/>
                </a:lnTo>
                <a:lnTo>
                  <a:pt x="1241836" y="40919"/>
                </a:lnTo>
                <a:lnTo>
                  <a:pt x="1241877" y="41506"/>
                </a:lnTo>
                <a:lnTo>
                  <a:pt x="1241927" y="42085"/>
                </a:lnTo>
                <a:lnTo>
                  <a:pt x="1241984" y="42653"/>
                </a:lnTo>
                <a:lnTo>
                  <a:pt x="1242048" y="43213"/>
                </a:lnTo>
                <a:lnTo>
                  <a:pt x="1242120" y="43763"/>
                </a:lnTo>
                <a:lnTo>
                  <a:pt x="1242200" y="44304"/>
                </a:lnTo>
                <a:lnTo>
                  <a:pt x="1242287" y="44835"/>
                </a:lnTo>
                <a:lnTo>
                  <a:pt x="1242382" y="45357"/>
                </a:lnTo>
                <a:lnTo>
                  <a:pt x="1242485" y="45870"/>
                </a:lnTo>
                <a:lnTo>
                  <a:pt x="1242595" y="46373"/>
                </a:lnTo>
                <a:lnTo>
                  <a:pt x="1242713" y="46867"/>
                </a:lnTo>
                <a:lnTo>
                  <a:pt x="1242838" y="47352"/>
                </a:lnTo>
                <a:lnTo>
                  <a:pt x="1242971" y="47827"/>
                </a:lnTo>
                <a:lnTo>
                  <a:pt x="1243111" y="48293"/>
                </a:lnTo>
                <a:lnTo>
                  <a:pt x="1243259" y="48749"/>
                </a:lnTo>
                <a:lnTo>
                  <a:pt x="1243415" y="49197"/>
                </a:lnTo>
                <a:lnTo>
                  <a:pt x="1243578" y="49634"/>
                </a:lnTo>
                <a:lnTo>
                  <a:pt x="1243749" y="50063"/>
                </a:lnTo>
                <a:lnTo>
                  <a:pt x="1243927" y="50482"/>
                </a:lnTo>
                <a:lnTo>
                  <a:pt x="1244112" y="50892"/>
                </a:lnTo>
                <a:lnTo>
                  <a:pt x="1244303" y="51293"/>
                </a:lnTo>
                <a:lnTo>
                  <a:pt x="1244499" y="51685"/>
                </a:lnTo>
                <a:lnTo>
                  <a:pt x="1244701" y="52068"/>
                </a:lnTo>
                <a:lnTo>
                  <a:pt x="1244908" y="52443"/>
                </a:lnTo>
                <a:lnTo>
                  <a:pt x="1245121" y="52808"/>
                </a:lnTo>
                <a:lnTo>
                  <a:pt x="1245339" y="53165"/>
                </a:lnTo>
                <a:lnTo>
                  <a:pt x="1245563" y="53512"/>
                </a:lnTo>
                <a:lnTo>
                  <a:pt x="1245793" y="53851"/>
                </a:lnTo>
                <a:lnTo>
                  <a:pt x="1246028" y="54181"/>
                </a:lnTo>
                <a:lnTo>
                  <a:pt x="1246268" y="54502"/>
                </a:lnTo>
                <a:lnTo>
                  <a:pt x="1246515" y="54814"/>
                </a:lnTo>
                <a:lnTo>
                  <a:pt x="1246766" y="55117"/>
                </a:lnTo>
                <a:lnTo>
                  <a:pt x="1247024" y="55411"/>
                </a:lnTo>
                <a:lnTo>
                  <a:pt x="1247287" y="55697"/>
                </a:lnTo>
                <a:lnTo>
                  <a:pt x="1247555" y="55973"/>
                </a:lnTo>
                <a:lnTo>
                  <a:pt x="1247829" y="56241"/>
                </a:lnTo>
                <a:lnTo>
                  <a:pt x="1248109" y="56499"/>
                </a:lnTo>
                <a:lnTo>
                  <a:pt x="1248394" y="56749"/>
                </a:lnTo>
                <a:lnTo>
                  <a:pt x="1248684" y="56990"/>
                </a:lnTo>
                <a:lnTo>
                  <a:pt x="1248981" y="57222"/>
                </a:lnTo>
                <a:lnTo>
                  <a:pt x="1249283" y="57445"/>
                </a:lnTo>
                <a:lnTo>
                  <a:pt x="1249590" y="57659"/>
                </a:lnTo>
                <a:lnTo>
                  <a:pt x="1249903" y="57865"/>
                </a:lnTo>
                <a:lnTo>
                  <a:pt x="1250220" y="58061"/>
                </a:lnTo>
                <a:lnTo>
                  <a:pt x="1250541" y="58250"/>
                </a:lnTo>
                <a:lnTo>
                  <a:pt x="1250865" y="58429"/>
                </a:lnTo>
                <a:lnTo>
                  <a:pt x="1251193" y="58601"/>
                </a:lnTo>
                <a:lnTo>
                  <a:pt x="1251524" y="58764"/>
                </a:lnTo>
                <a:lnTo>
                  <a:pt x="1251858" y="58919"/>
                </a:lnTo>
                <a:lnTo>
                  <a:pt x="1252196" y="59065"/>
                </a:lnTo>
                <a:lnTo>
                  <a:pt x="1252537" y="59204"/>
                </a:lnTo>
                <a:lnTo>
                  <a:pt x="1252881" y="59333"/>
                </a:lnTo>
                <a:lnTo>
                  <a:pt x="1253229" y="59455"/>
                </a:lnTo>
                <a:lnTo>
                  <a:pt x="1253581" y="59568"/>
                </a:lnTo>
                <a:lnTo>
                  <a:pt x="1253935" y="59672"/>
                </a:lnTo>
                <a:lnTo>
                  <a:pt x="1254293" y="59768"/>
                </a:lnTo>
                <a:lnTo>
                  <a:pt x="1254655" y="59856"/>
                </a:lnTo>
                <a:lnTo>
                  <a:pt x="1255019" y="59936"/>
                </a:lnTo>
                <a:lnTo>
                  <a:pt x="1255388" y="60007"/>
                </a:lnTo>
                <a:lnTo>
                  <a:pt x="1255759" y="60070"/>
                </a:lnTo>
                <a:lnTo>
                  <a:pt x="1256134" y="60124"/>
                </a:lnTo>
                <a:lnTo>
                  <a:pt x="1256512" y="60170"/>
                </a:lnTo>
                <a:lnTo>
                  <a:pt x="1256894" y="60208"/>
                </a:lnTo>
                <a:lnTo>
                  <a:pt x="1257279" y="60237"/>
                </a:lnTo>
                <a:lnTo>
                  <a:pt x="1257668" y="60258"/>
                </a:lnTo>
                <a:lnTo>
                  <a:pt x="1258060" y="60270"/>
                </a:lnTo>
                <a:lnTo>
                  <a:pt x="1258455" y="60275"/>
                </a:lnTo>
                <a:lnTo>
                  <a:pt x="1258849" y="60271"/>
                </a:lnTo>
                <a:lnTo>
                  <a:pt x="1259239" y="60262"/>
                </a:lnTo>
                <a:lnTo>
                  <a:pt x="1259623" y="60246"/>
                </a:lnTo>
                <a:lnTo>
                  <a:pt x="1260003" y="60224"/>
                </a:lnTo>
                <a:lnTo>
                  <a:pt x="1260377" y="60196"/>
                </a:lnTo>
                <a:close/>
                <a:moveTo>
                  <a:pt x="1260281" y="51382"/>
                </a:moveTo>
                <a:lnTo>
                  <a:pt x="1259988" y="51318"/>
                </a:lnTo>
                <a:lnTo>
                  <a:pt x="1259701" y="51242"/>
                </a:lnTo>
                <a:lnTo>
                  <a:pt x="1259419" y="51155"/>
                </a:lnTo>
                <a:lnTo>
                  <a:pt x="1259144" y="51056"/>
                </a:lnTo>
                <a:lnTo>
                  <a:pt x="1258874" y="50945"/>
                </a:lnTo>
                <a:lnTo>
                  <a:pt x="1258610" y="50823"/>
                </a:lnTo>
                <a:lnTo>
                  <a:pt x="1258352" y="50689"/>
                </a:lnTo>
                <a:lnTo>
                  <a:pt x="1258100" y="50543"/>
                </a:lnTo>
                <a:lnTo>
                  <a:pt x="1257853" y="50386"/>
                </a:lnTo>
                <a:lnTo>
                  <a:pt x="1257612" y="50217"/>
                </a:lnTo>
                <a:lnTo>
                  <a:pt x="1257377" y="50036"/>
                </a:lnTo>
                <a:lnTo>
                  <a:pt x="1257148" y="49844"/>
                </a:lnTo>
                <a:lnTo>
                  <a:pt x="1256924" y="49640"/>
                </a:lnTo>
                <a:lnTo>
                  <a:pt x="1256707" y="49425"/>
                </a:lnTo>
                <a:lnTo>
                  <a:pt x="1256495" y="49197"/>
                </a:lnTo>
                <a:lnTo>
                  <a:pt x="1256289" y="48959"/>
                </a:lnTo>
                <a:lnTo>
                  <a:pt x="1256088" y="48708"/>
                </a:lnTo>
                <a:lnTo>
                  <a:pt x="1255894" y="48446"/>
                </a:lnTo>
                <a:lnTo>
                  <a:pt x="1255705" y="48172"/>
                </a:lnTo>
                <a:lnTo>
                  <a:pt x="1255523" y="47886"/>
                </a:lnTo>
                <a:lnTo>
                  <a:pt x="1255349" y="47588"/>
                </a:lnTo>
                <a:lnTo>
                  <a:pt x="1255183" y="47277"/>
                </a:lnTo>
                <a:lnTo>
                  <a:pt x="1255024" y="46953"/>
                </a:lnTo>
                <a:lnTo>
                  <a:pt x="1254873" y="46617"/>
                </a:lnTo>
                <a:lnTo>
                  <a:pt x="1254730" y="46268"/>
                </a:lnTo>
                <a:lnTo>
                  <a:pt x="1254594" y="45906"/>
                </a:lnTo>
                <a:lnTo>
                  <a:pt x="1254466" y="45533"/>
                </a:lnTo>
                <a:lnTo>
                  <a:pt x="1254346" y="45146"/>
                </a:lnTo>
                <a:lnTo>
                  <a:pt x="1254234" y="44747"/>
                </a:lnTo>
                <a:lnTo>
                  <a:pt x="1254129" y="44335"/>
                </a:lnTo>
                <a:lnTo>
                  <a:pt x="1254033" y="43911"/>
                </a:lnTo>
                <a:lnTo>
                  <a:pt x="1253944" y="43474"/>
                </a:lnTo>
                <a:lnTo>
                  <a:pt x="1253862" y="43025"/>
                </a:lnTo>
                <a:lnTo>
                  <a:pt x="1253789" y="42563"/>
                </a:lnTo>
                <a:lnTo>
                  <a:pt x="1253723" y="42088"/>
                </a:lnTo>
                <a:lnTo>
                  <a:pt x="1253665" y="41601"/>
                </a:lnTo>
                <a:lnTo>
                  <a:pt x="1253615" y="41102"/>
                </a:lnTo>
                <a:lnTo>
                  <a:pt x="1253572" y="40589"/>
                </a:lnTo>
                <a:lnTo>
                  <a:pt x="1253537" y="40064"/>
                </a:lnTo>
                <a:lnTo>
                  <a:pt x="1253510" y="39527"/>
                </a:lnTo>
                <a:lnTo>
                  <a:pt x="1253491" y="38977"/>
                </a:lnTo>
                <a:lnTo>
                  <a:pt x="1253479" y="38415"/>
                </a:lnTo>
                <a:lnTo>
                  <a:pt x="1253475" y="37839"/>
                </a:lnTo>
                <a:lnTo>
                  <a:pt x="1253479" y="37315"/>
                </a:lnTo>
                <a:lnTo>
                  <a:pt x="1253491" y="36800"/>
                </a:lnTo>
                <a:lnTo>
                  <a:pt x="1253512" y="36296"/>
                </a:lnTo>
                <a:lnTo>
                  <a:pt x="1253540" y="35803"/>
                </a:lnTo>
                <a:lnTo>
                  <a:pt x="1253577" y="35320"/>
                </a:lnTo>
                <a:lnTo>
                  <a:pt x="1253621" y="34847"/>
                </a:lnTo>
                <a:lnTo>
                  <a:pt x="1253674" y="34385"/>
                </a:lnTo>
                <a:lnTo>
                  <a:pt x="1253735" y="33933"/>
                </a:lnTo>
                <a:lnTo>
                  <a:pt x="1253804" y="33492"/>
                </a:lnTo>
                <a:lnTo>
                  <a:pt x="1253881" y="33061"/>
                </a:lnTo>
                <a:lnTo>
                  <a:pt x="1253966" y="32641"/>
                </a:lnTo>
                <a:lnTo>
                  <a:pt x="1254060" y="32231"/>
                </a:lnTo>
                <a:lnTo>
                  <a:pt x="1254161" y="31831"/>
                </a:lnTo>
                <a:lnTo>
                  <a:pt x="1254271" y="31442"/>
                </a:lnTo>
                <a:lnTo>
                  <a:pt x="1254389" y="31063"/>
                </a:lnTo>
                <a:lnTo>
                  <a:pt x="1254514" y="30695"/>
                </a:lnTo>
                <a:lnTo>
                  <a:pt x="1254648" y="30337"/>
                </a:lnTo>
                <a:lnTo>
                  <a:pt x="1254790" y="29989"/>
                </a:lnTo>
                <a:lnTo>
                  <a:pt x="1254941" y="29652"/>
                </a:lnTo>
                <a:lnTo>
                  <a:pt x="1255099" y="29326"/>
                </a:lnTo>
                <a:lnTo>
                  <a:pt x="1255265" y="29010"/>
                </a:lnTo>
                <a:lnTo>
                  <a:pt x="1255440" y="28704"/>
                </a:lnTo>
                <a:lnTo>
                  <a:pt x="1255623" y="28409"/>
                </a:lnTo>
                <a:lnTo>
                  <a:pt x="1255813" y="28124"/>
                </a:lnTo>
                <a:lnTo>
                  <a:pt x="1256012" y="27850"/>
                </a:lnTo>
                <a:lnTo>
                  <a:pt x="1256216" y="27588"/>
                </a:lnTo>
                <a:lnTo>
                  <a:pt x="1256428" y="27337"/>
                </a:lnTo>
                <a:lnTo>
                  <a:pt x="1256646" y="27098"/>
                </a:lnTo>
                <a:lnTo>
                  <a:pt x="1256870" y="26871"/>
                </a:lnTo>
                <a:lnTo>
                  <a:pt x="1257102" y="26656"/>
                </a:lnTo>
                <a:lnTo>
                  <a:pt x="1257339" y="26452"/>
                </a:lnTo>
                <a:lnTo>
                  <a:pt x="1257584" y="26259"/>
                </a:lnTo>
                <a:lnTo>
                  <a:pt x="1257835" y="26079"/>
                </a:lnTo>
                <a:lnTo>
                  <a:pt x="1258093" y="25910"/>
                </a:lnTo>
                <a:lnTo>
                  <a:pt x="1258357" y="25753"/>
                </a:lnTo>
                <a:lnTo>
                  <a:pt x="1258628" y="25607"/>
                </a:lnTo>
                <a:lnTo>
                  <a:pt x="1258906" y="25473"/>
                </a:lnTo>
                <a:lnTo>
                  <a:pt x="1259190" y="25351"/>
                </a:lnTo>
                <a:lnTo>
                  <a:pt x="1259480" y="25240"/>
                </a:lnTo>
                <a:lnTo>
                  <a:pt x="1259778" y="25141"/>
                </a:lnTo>
                <a:lnTo>
                  <a:pt x="1260082" y="25053"/>
                </a:lnTo>
                <a:lnTo>
                  <a:pt x="1260392" y="24978"/>
                </a:lnTo>
                <a:lnTo>
                  <a:pt x="1260710" y="24914"/>
                </a:lnTo>
                <a:lnTo>
                  <a:pt x="1261034" y="24861"/>
                </a:lnTo>
                <a:lnTo>
                  <a:pt x="1261364" y="24820"/>
                </a:lnTo>
                <a:lnTo>
                  <a:pt x="1261701" y="24791"/>
                </a:lnTo>
                <a:lnTo>
                  <a:pt x="1262045" y="24774"/>
                </a:lnTo>
                <a:lnTo>
                  <a:pt x="1262395" y="24768"/>
                </a:lnTo>
                <a:lnTo>
                  <a:pt x="1262689" y="24772"/>
                </a:lnTo>
                <a:lnTo>
                  <a:pt x="1262979" y="24783"/>
                </a:lnTo>
                <a:lnTo>
                  <a:pt x="1263265" y="24802"/>
                </a:lnTo>
                <a:lnTo>
                  <a:pt x="1263547" y="24828"/>
                </a:lnTo>
                <a:lnTo>
                  <a:pt x="1263826" y="24862"/>
                </a:lnTo>
                <a:lnTo>
                  <a:pt x="1264100" y="24903"/>
                </a:lnTo>
                <a:lnTo>
                  <a:pt x="1264371" y="24952"/>
                </a:lnTo>
                <a:lnTo>
                  <a:pt x="1264637" y="25008"/>
                </a:lnTo>
                <a:lnTo>
                  <a:pt x="1264900" y="25072"/>
                </a:lnTo>
                <a:lnTo>
                  <a:pt x="1265159" y="25144"/>
                </a:lnTo>
                <a:lnTo>
                  <a:pt x="1265413" y="25223"/>
                </a:lnTo>
                <a:lnTo>
                  <a:pt x="1265664" y="25309"/>
                </a:lnTo>
                <a:lnTo>
                  <a:pt x="1265911" y="25403"/>
                </a:lnTo>
                <a:lnTo>
                  <a:pt x="1266154" y="25504"/>
                </a:lnTo>
                <a:lnTo>
                  <a:pt x="1266394" y="25613"/>
                </a:lnTo>
                <a:lnTo>
                  <a:pt x="1266629" y="25730"/>
                </a:lnTo>
                <a:lnTo>
                  <a:pt x="1266860" y="25854"/>
                </a:lnTo>
                <a:lnTo>
                  <a:pt x="1267088" y="25985"/>
                </a:lnTo>
                <a:lnTo>
                  <a:pt x="1267311" y="26124"/>
                </a:lnTo>
                <a:lnTo>
                  <a:pt x="1267531" y="26271"/>
                </a:lnTo>
                <a:lnTo>
                  <a:pt x="1267747" y="26425"/>
                </a:lnTo>
                <a:lnTo>
                  <a:pt x="1267959" y="26586"/>
                </a:lnTo>
                <a:lnTo>
                  <a:pt x="1268167" y="26755"/>
                </a:lnTo>
                <a:lnTo>
                  <a:pt x="1268371" y="26932"/>
                </a:lnTo>
                <a:lnTo>
                  <a:pt x="1268571" y="27113"/>
                </a:lnTo>
                <a:lnTo>
                  <a:pt x="1268767" y="27298"/>
                </a:lnTo>
                <a:lnTo>
                  <a:pt x="1268960" y="27484"/>
                </a:lnTo>
                <a:lnTo>
                  <a:pt x="1269149" y="27674"/>
                </a:lnTo>
                <a:lnTo>
                  <a:pt x="1269334" y="27866"/>
                </a:lnTo>
                <a:lnTo>
                  <a:pt x="1269515" y="28060"/>
                </a:lnTo>
                <a:lnTo>
                  <a:pt x="1269693" y="28258"/>
                </a:lnTo>
                <a:lnTo>
                  <a:pt x="1269867" y="28458"/>
                </a:lnTo>
                <a:lnTo>
                  <a:pt x="1270037" y="28660"/>
                </a:lnTo>
                <a:lnTo>
                  <a:pt x="1270203" y="28865"/>
                </a:lnTo>
                <a:lnTo>
                  <a:pt x="1270366" y="29073"/>
                </a:lnTo>
                <a:lnTo>
                  <a:pt x="1270525" y="29283"/>
                </a:lnTo>
                <a:lnTo>
                  <a:pt x="1270680" y="29496"/>
                </a:lnTo>
                <a:lnTo>
                  <a:pt x="1270831" y="29712"/>
                </a:lnTo>
                <a:lnTo>
                  <a:pt x="1270979" y="29930"/>
                </a:lnTo>
                <a:lnTo>
                  <a:pt x="1271123" y="30150"/>
                </a:lnTo>
                <a:lnTo>
                  <a:pt x="1271263" y="30374"/>
                </a:lnTo>
                <a:lnTo>
                  <a:pt x="1271399" y="30600"/>
                </a:lnTo>
                <a:lnTo>
                  <a:pt x="1271531" y="30828"/>
                </a:lnTo>
                <a:lnTo>
                  <a:pt x="1271660" y="31059"/>
                </a:lnTo>
                <a:lnTo>
                  <a:pt x="1271785" y="31293"/>
                </a:lnTo>
                <a:lnTo>
                  <a:pt x="1271907" y="31529"/>
                </a:lnTo>
                <a:lnTo>
                  <a:pt x="1272024" y="31768"/>
                </a:lnTo>
                <a:lnTo>
                  <a:pt x="1272138" y="32010"/>
                </a:lnTo>
                <a:lnTo>
                  <a:pt x="1272138" y="44596"/>
                </a:lnTo>
                <a:lnTo>
                  <a:pt x="1272020" y="44826"/>
                </a:lnTo>
                <a:lnTo>
                  <a:pt x="1271898" y="45054"/>
                </a:lnTo>
                <a:lnTo>
                  <a:pt x="1271772" y="45280"/>
                </a:lnTo>
                <a:lnTo>
                  <a:pt x="1271641" y="45503"/>
                </a:lnTo>
                <a:lnTo>
                  <a:pt x="1271506" y="45724"/>
                </a:lnTo>
                <a:lnTo>
                  <a:pt x="1271366" y="45942"/>
                </a:lnTo>
                <a:lnTo>
                  <a:pt x="1271223" y="46158"/>
                </a:lnTo>
                <a:lnTo>
                  <a:pt x="1271075" y="46371"/>
                </a:lnTo>
                <a:lnTo>
                  <a:pt x="1270922" y="46582"/>
                </a:lnTo>
                <a:lnTo>
                  <a:pt x="1270765" y="46791"/>
                </a:lnTo>
                <a:lnTo>
                  <a:pt x="1270604" y="46997"/>
                </a:lnTo>
                <a:lnTo>
                  <a:pt x="1270438" y="47200"/>
                </a:lnTo>
                <a:lnTo>
                  <a:pt x="1270268" y="47401"/>
                </a:lnTo>
                <a:lnTo>
                  <a:pt x="1270094" y="47600"/>
                </a:lnTo>
                <a:lnTo>
                  <a:pt x="1269915" y="47796"/>
                </a:lnTo>
                <a:lnTo>
                  <a:pt x="1269732" y="47990"/>
                </a:lnTo>
                <a:lnTo>
                  <a:pt x="1269545" y="48181"/>
                </a:lnTo>
                <a:lnTo>
                  <a:pt x="1269353" y="48370"/>
                </a:lnTo>
                <a:lnTo>
                  <a:pt x="1269157" y="48557"/>
                </a:lnTo>
                <a:lnTo>
                  <a:pt x="1268956" y="48741"/>
                </a:lnTo>
                <a:lnTo>
                  <a:pt x="1268752" y="48922"/>
                </a:lnTo>
                <a:lnTo>
                  <a:pt x="1268542" y="49101"/>
                </a:lnTo>
                <a:lnTo>
                  <a:pt x="1268329" y="49278"/>
                </a:lnTo>
                <a:lnTo>
                  <a:pt x="1268111" y="49452"/>
                </a:lnTo>
                <a:lnTo>
                  <a:pt x="1267889" y="49622"/>
                </a:lnTo>
                <a:lnTo>
                  <a:pt x="1267664" y="49784"/>
                </a:lnTo>
                <a:lnTo>
                  <a:pt x="1267435" y="49939"/>
                </a:lnTo>
                <a:lnTo>
                  <a:pt x="1267203" y="50086"/>
                </a:lnTo>
                <a:lnTo>
                  <a:pt x="1266967" y="50227"/>
                </a:lnTo>
                <a:lnTo>
                  <a:pt x="1266728" y="50360"/>
                </a:lnTo>
                <a:lnTo>
                  <a:pt x="1266485" y="50486"/>
                </a:lnTo>
                <a:lnTo>
                  <a:pt x="1266239" y="50605"/>
                </a:lnTo>
                <a:lnTo>
                  <a:pt x="1265990" y="50717"/>
                </a:lnTo>
                <a:lnTo>
                  <a:pt x="1265737" y="50822"/>
                </a:lnTo>
                <a:lnTo>
                  <a:pt x="1265480" y="50919"/>
                </a:lnTo>
                <a:lnTo>
                  <a:pt x="1265220" y="51009"/>
                </a:lnTo>
                <a:lnTo>
                  <a:pt x="1264957" y="51092"/>
                </a:lnTo>
                <a:lnTo>
                  <a:pt x="1264690" y="51167"/>
                </a:lnTo>
                <a:lnTo>
                  <a:pt x="1264420" y="51236"/>
                </a:lnTo>
                <a:lnTo>
                  <a:pt x="1264146" y="51297"/>
                </a:lnTo>
                <a:lnTo>
                  <a:pt x="1263869" y="51351"/>
                </a:lnTo>
                <a:lnTo>
                  <a:pt x="1263589" y="51398"/>
                </a:lnTo>
                <a:lnTo>
                  <a:pt x="1263305" y="51438"/>
                </a:lnTo>
                <a:lnTo>
                  <a:pt x="1263017" y="51470"/>
                </a:lnTo>
                <a:lnTo>
                  <a:pt x="1262726" y="51495"/>
                </a:lnTo>
                <a:lnTo>
                  <a:pt x="1262432" y="51513"/>
                </a:lnTo>
                <a:lnTo>
                  <a:pt x="1262134" y="51524"/>
                </a:lnTo>
                <a:lnTo>
                  <a:pt x="1261832" y="51528"/>
                </a:lnTo>
                <a:lnTo>
                  <a:pt x="1261510" y="51522"/>
                </a:lnTo>
                <a:lnTo>
                  <a:pt x="1261194" y="51505"/>
                </a:lnTo>
                <a:lnTo>
                  <a:pt x="1260884" y="51475"/>
                </a:lnTo>
                <a:lnTo>
                  <a:pt x="1260579" y="51435"/>
                </a:lnTo>
                <a:lnTo>
                  <a:pt x="1260281" y="51382"/>
                </a:lnTo>
                <a:close/>
                <a:moveTo>
                  <a:pt x="1095314" y="50607"/>
                </a:moveTo>
                <a:lnTo>
                  <a:pt x="1095061" y="50593"/>
                </a:lnTo>
                <a:lnTo>
                  <a:pt x="1094815" y="50573"/>
                </a:lnTo>
                <a:lnTo>
                  <a:pt x="1094578" y="50548"/>
                </a:lnTo>
                <a:lnTo>
                  <a:pt x="1094348" y="50516"/>
                </a:lnTo>
                <a:lnTo>
                  <a:pt x="1094127" y="50479"/>
                </a:lnTo>
                <a:lnTo>
                  <a:pt x="1093915" y="50437"/>
                </a:lnTo>
                <a:lnTo>
                  <a:pt x="1093710" y="50388"/>
                </a:lnTo>
                <a:lnTo>
                  <a:pt x="1093514" y="50335"/>
                </a:lnTo>
                <a:lnTo>
                  <a:pt x="1093325" y="50275"/>
                </a:lnTo>
                <a:lnTo>
                  <a:pt x="1093145" y="50210"/>
                </a:lnTo>
                <a:lnTo>
                  <a:pt x="1092974" y="50139"/>
                </a:lnTo>
                <a:lnTo>
                  <a:pt x="1092810" y="50062"/>
                </a:lnTo>
                <a:lnTo>
                  <a:pt x="1092655" y="49979"/>
                </a:lnTo>
                <a:lnTo>
                  <a:pt x="1092507" y="49891"/>
                </a:lnTo>
                <a:lnTo>
                  <a:pt x="1092368" y="49798"/>
                </a:lnTo>
                <a:lnTo>
                  <a:pt x="1092238" y="49698"/>
                </a:lnTo>
                <a:lnTo>
                  <a:pt x="1092115" y="49593"/>
                </a:lnTo>
                <a:lnTo>
                  <a:pt x="1092000" y="49482"/>
                </a:lnTo>
                <a:lnTo>
                  <a:pt x="1091894" y="49366"/>
                </a:lnTo>
                <a:lnTo>
                  <a:pt x="1091796" y="49244"/>
                </a:lnTo>
                <a:lnTo>
                  <a:pt x="1091706" y="49116"/>
                </a:lnTo>
                <a:lnTo>
                  <a:pt x="1091625" y="48983"/>
                </a:lnTo>
                <a:lnTo>
                  <a:pt x="1091549" y="48843"/>
                </a:lnTo>
                <a:lnTo>
                  <a:pt x="1091476" y="48698"/>
                </a:lnTo>
                <a:lnTo>
                  <a:pt x="1091406" y="48546"/>
                </a:lnTo>
                <a:lnTo>
                  <a:pt x="1091340" y="48388"/>
                </a:lnTo>
                <a:lnTo>
                  <a:pt x="1091277" y="48224"/>
                </a:lnTo>
                <a:lnTo>
                  <a:pt x="1091217" y="48054"/>
                </a:lnTo>
                <a:lnTo>
                  <a:pt x="1091161" y="47878"/>
                </a:lnTo>
                <a:lnTo>
                  <a:pt x="1091107" y="47695"/>
                </a:lnTo>
                <a:lnTo>
                  <a:pt x="1091057" y="47507"/>
                </a:lnTo>
                <a:lnTo>
                  <a:pt x="1091010" y="47312"/>
                </a:lnTo>
                <a:lnTo>
                  <a:pt x="1090967" y="47111"/>
                </a:lnTo>
                <a:lnTo>
                  <a:pt x="1090926" y="46904"/>
                </a:lnTo>
                <a:lnTo>
                  <a:pt x="1090889" y="46691"/>
                </a:lnTo>
                <a:lnTo>
                  <a:pt x="1090855" y="46472"/>
                </a:lnTo>
                <a:lnTo>
                  <a:pt x="1090824" y="46247"/>
                </a:lnTo>
                <a:lnTo>
                  <a:pt x="1090797" y="46015"/>
                </a:lnTo>
                <a:lnTo>
                  <a:pt x="1090773" y="45778"/>
                </a:lnTo>
                <a:lnTo>
                  <a:pt x="1090752" y="45534"/>
                </a:lnTo>
                <a:lnTo>
                  <a:pt x="1090734" y="45284"/>
                </a:lnTo>
                <a:lnTo>
                  <a:pt x="1090719" y="45028"/>
                </a:lnTo>
                <a:lnTo>
                  <a:pt x="1090708" y="44766"/>
                </a:lnTo>
                <a:lnTo>
                  <a:pt x="1090700" y="44497"/>
                </a:lnTo>
                <a:lnTo>
                  <a:pt x="1090695" y="44223"/>
                </a:lnTo>
                <a:lnTo>
                  <a:pt x="1090694" y="43942"/>
                </a:lnTo>
                <a:lnTo>
                  <a:pt x="1090694" y="25547"/>
                </a:lnTo>
                <a:lnTo>
                  <a:pt x="1099917" y="25547"/>
                </a:lnTo>
                <a:lnTo>
                  <a:pt x="1099917" y="16714"/>
                </a:lnTo>
                <a:lnTo>
                  <a:pt x="1090694" y="16714"/>
                </a:lnTo>
                <a:lnTo>
                  <a:pt x="1090694" y="6755"/>
                </a:lnTo>
                <a:lnTo>
                  <a:pt x="1079219" y="6755"/>
                </a:lnTo>
                <a:lnTo>
                  <a:pt x="1079219" y="16714"/>
                </a:lnTo>
                <a:lnTo>
                  <a:pt x="1072204" y="16714"/>
                </a:lnTo>
                <a:lnTo>
                  <a:pt x="1072204" y="25547"/>
                </a:lnTo>
                <a:lnTo>
                  <a:pt x="1079219" y="25547"/>
                </a:lnTo>
                <a:lnTo>
                  <a:pt x="1079219" y="44544"/>
                </a:lnTo>
                <a:lnTo>
                  <a:pt x="1079221" y="44981"/>
                </a:lnTo>
                <a:lnTo>
                  <a:pt x="1079229" y="45410"/>
                </a:lnTo>
                <a:lnTo>
                  <a:pt x="1079241" y="45832"/>
                </a:lnTo>
                <a:lnTo>
                  <a:pt x="1079257" y="46248"/>
                </a:lnTo>
                <a:lnTo>
                  <a:pt x="1079279" y="46656"/>
                </a:lnTo>
                <a:lnTo>
                  <a:pt x="1079305" y="47058"/>
                </a:lnTo>
                <a:lnTo>
                  <a:pt x="1079337" y="47452"/>
                </a:lnTo>
                <a:lnTo>
                  <a:pt x="1079373" y="47840"/>
                </a:lnTo>
                <a:lnTo>
                  <a:pt x="1079414" y="48221"/>
                </a:lnTo>
                <a:lnTo>
                  <a:pt x="1079459" y="48595"/>
                </a:lnTo>
                <a:lnTo>
                  <a:pt x="1079510" y="48961"/>
                </a:lnTo>
                <a:lnTo>
                  <a:pt x="1079565" y="49321"/>
                </a:lnTo>
                <a:lnTo>
                  <a:pt x="1079625" y="49674"/>
                </a:lnTo>
                <a:lnTo>
                  <a:pt x="1079690" y="50020"/>
                </a:lnTo>
                <a:lnTo>
                  <a:pt x="1079760" y="50359"/>
                </a:lnTo>
                <a:lnTo>
                  <a:pt x="1079835" y="50691"/>
                </a:lnTo>
                <a:lnTo>
                  <a:pt x="1079914" y="51016"/>
                </a:lnTo>
                <a:lnTo>
                  <a:pt x="1079998" y="51334"/>
                </a:lnTo>
                <a:lnTo>
                  <a:pt x="1080087" y="51646"/>
                </a:lnTo>
                <a:lnTo>
                  <a:pt x="1080181" y="51950"/>
                </a:lnTo>
                <a:lnTo>
                  <a:pt x="1080280" y="52247"/>
                </a:lnTo>
                <a:lnTo>
                  <a:pt x="1080383" y="52538"/>
                </a:lnTo>
                <a:lnTo>
                  <a:pt x="1080491" y="52821"/>
                </a:lnTo>
                <a:lnTo>
                  <a:pt x="1080605" y="53098"/>
                </a:lnTo>
                <a:lnTo>
                  <a:pt x="1080724" y="53368"/>
                </a:lnTo>
                <a:lnTo>
                  <a:pt x="1080850" y="53632"/>
                </a:lnTo>
                <a:lnTo>
                  <a:pt x="1080984" y="53890"/>
                </a:lnTo>
                <a:lnTo>
                  <a:pt x="1081126" y="54142"/>
                </a:lnTo>
                <a:lnTo>
                  <a:pt x="1081275" y="54388"/>
                </a:lnTo>
                <a:lnTo>
                  <a:pt x="1081431" y="54628"/>
                </a:lnTo>
                <a:lnTo>
                  <a:pt x="1081595" y="54863"/>
                </a:lnTo>
                <a:lnTo>
                  <a:pt x="1081766" y="55091"/>
                </a:lnTo>
                <a:lnTo>
                  <a:pt x="1081945" y="55313"/>
                </a:lnTo>
                <a:lnTo>
                  <a:pt x="1082131" y="55530"/>
                </a:lnTo>
                <a:lnTo>
                  <a:pt x="1082325" y="55740"/>
                </a:lnTo>
                <a:lnTo>
                  <a:pt x="1082526" y="55945"/>
                </a:lnTo>
                <a:lnTo>
                  <a:pt x="1082734" y="56143"/>
                </a:lnTo>
                <a:lnTo>
                  <a:pt x="1082950" y="56336"/>
                </a:lnTo>
                <a:lnTo>
                  <a:pt x="1083174" y="56523"/>
                </a:lnTo>
                <a:lnTo>
                  <a:pt x="1083405" y="56703"/>
                </a:lnTo>
                <a:lnTo>
                  <a:pt x="1083643" y="56878"/>
                </a:lnTo>
                <a:lnTo>
                  <a:pt x="1083889" y="57047"/>
                </a:lnTo>
                <a:lnTo>
                  <a:pt x="1084142" y="57210"/>
                </a:lnTo>
                <a:lnTo>
                  <a:pt x="1084402" y="57367"/>
                </a:lnTo>
                <a:lnTo>
                  <a:pt x="1084670" y="57518"/>
                </a:lnTo>
                <a:lnTo>
                  <a:pt x="1084946" y="57663"/>
                </a:lnTo>
                <a:lnTo>
                  <a:pt x="1085229" y="57802"/>
                </a:lnTo>
                <a:lnTo>
                  <a:pt x="1085519" y="57935"/>
                </a:lnTo>
                <a:lnTo>
                  <a:pt x="1085818" y="58062"/>
                </a:lnTo>
                <a:lnTo>
                  <a:pt x="1086127" y="58184"/>
                </a:lnTo>
                <a:lnTo>
                  <a:pt x="1086446" y="58301"/>
                </a:lnTo>
                <a:lnTo>
                  <a:pt x="1086775" y="58412"/>
                </a:lnTo>
                <a:lnTo>
                  <a:pt x="1087115" y="58517"/>
                </a:lnTo>
                <a:lnTo>
                  <a:pt x="1087464" y="58618"/>
                </a:lnTo>
                <a:lnTo>
                  <a:pt x="1087823" y="58712"/>
                </a:lnTo>
                <a:lnTo>
                  <a:pt x="1088192" y="58802"/>
                </a:lnTo>
                <a:lnTo>
                  <a:pt x="1088571" y="58886"/>
                </a:lnTo>
                <a:lnTo>
                  <a:pt x="1088960" y="58964"/>
                </a:lnTo>
                <a:lnTo>
                  <a:pt x="1089359" y="59037"/>
                </a:lnTo>
                <a:lnTo>
                  <a:pt x="1089768" y="59105"/>
                </a:lnTo>
                <a:lnTo>
                  <a:pt x="1090187" y="59167"/>
                </a:lnTo>
                <a:lnTo>
                  <a:pt x="1090616" y="59224"/>
                </a:lnTo>
                <a:lnTo>
                  <a:pt x="1091055" y="59276"/>
                </a:lnTo>
                <a:lnTo>
                  <a:pt x="1091504" y="59322"/>
                </a:lnTo>
                <a:lnTo>
                  <a:pt x="1091963" y="59362"/>
                </a:lnTo>
                <a:lnTo>
                  <a:pt x="1092432" y="59398"/>
                </a:lnTo>
                <a:lnTo>
                  <a:pt x="1092911" y="59427"/>
                </a:lnTo>
                <a:lnTo>
                  <a:pt x="1093400" y="59452"/>
                </a:lnTo>
                <a:lnTo>
                  <a:pt x="1093900" y="59471"/>
                </a:lnTo>
                <a:lnTo>
                  <a:pt x="1094409" y="59484"/>
                </a:lnTo>
                <a:lnTo>
                  <a:pt x="1094928" y="59492"/>
                </a:lnTo>
                <a:lnTo>
                  <a:pt x="1095457" y="59495"/>
                </a:lnTo>
                <a:lnTo>
                  <a:pt x="1099917" y="59495"/>
                </a:lnTo>
                <a:lnTo>
                  <a:pt x="1099917" y="50619"/>
                </a:lnTo>
                <a:lnTo>
                  <a:pt x="1095846" y="50619"/>
                </a:lnTo>
                <a:lnTo>
                  <a:pt x="1095576" y="50616"/>
                </a:lnTo>
                <a:lnTo>
                  <a:pt x="1095314" y="50607"/>
                </a:lnTo>
                <a:close/>
                <a:moveTo>
                  <a:pt x="795672" y="30396"/>
                </a:moveTo>
                <a:lnTo>
                  <a:pt x="795794" y="30241"/>
                </a:lnTo>
                <a:lnTo>
                  <a:pt x="795918" y="30090"/>
                </a:lnTo>
                <a:lnTo>
                  <a:pt x="796043" y="29941"/>
                </a:lnTo>
                <a:lnTo>
                  <a:pt x="796170" y="29795"/>
                </a:lnTo>
                <a:lnTo>
                  <a:pt x="796299" y="29652"/>
                </a:lnTo>
                <a:lnTo>
                  <a:pt x="796430" y="29512"/>
                </a:lnTo>
                <a:lnTo>
                  <a:pt x="796563" y="29375"/>
                </a:lnTo>
                <a:lnTo>
                  <a:pt x="796697" y="29241"/>
                </a:lnTo>
                <a:lnTo>
                  <a:pt x="796833" y="29110"/>
                </a:lnTo>
                <a:lnTo>
                  <a:pt x="796971" y="28982"/>
                </a:lnTo>
                <a:lnTo>
                  <a:pt x="797111" y="28857"/>
                </a:lnTo>
                <a:lnTo>
                  <a:pt x="797253" y="28735"/>
                </a:lnTo>
                <a:lnTo>
                  <a:pt x="797396" y="28616"/>
                </a:lnTo>
                <a:lnTo>
                  <a:pt x="797542" y="28500"/>
                </a:lnTo>
                <a:lnTo>
                  <a:pt x="797689" y="28387"/>
                </a:lnTo>
                <a:lnTo>
                  <a:pt x="797837" y="28276"/>
                </a:lnTo>
                <a:lnTo>
                  <a:pt x="797988" y="28169"/>
                </a:lnTo>
                <a:lnTo>
                  <a:pt x="798141" y="28065"/>
                </a:lnTo>
                <a:lnTo>
                  <a:pt x="798295" y="27964"/>
                </a:lnTo>
                <a:lnTo>
                  <a:pt x="798451" y="27866"/>
                </a:lnTo>
                <a:lnTo>
                  <a:pt x="798609" y="27771"/>
                </a:lnTo>
                <a:lnTo>
                  <a:pt x="798768" y="27678"/>
                </a:lnTo>
                <a:lnTo>
                  <a:pt x="798929" y="27588"/>
                </a:lnTo>
                <a:lnTo>
                  <a:pt x="799092" y="27500"/>
                </a:lnTo>
                <a:lnTo>
                  <a:pt x="799256" y="27414"/>
                </a:lnTo>
                <a:lnTo>
                  <a:pt x="799421" y="27331"/>
                </a:lnTo>
                <a:lnTo>
                  <a:pt x="799588" y="27250"/>
                </a:lnTo>
                <a:lnTo>
                  <a:pt x="799757" y="27171"/>
                </a:lnTo>
                <a:lnTo>
                  <a:pt x="799927" y="27095"/>
                </a:lnTo>
                <a:lnTo>
                  <a:pt x="800099" y="27020"/>
                </a:lnTo>
                <a:lnTo>
                  <a:pt x="800272" y="26948"/>
                </a:lnTo>
                <a:lnTo>
                  <a:pt x="800446" y="26879"/>
                </a:lnTo>
                <a:lnTo>
                  <a:pt x="800622" y="26812"/>
                </a:lnTo>
                <a:lnTo>
                  <a:pt x="800800" y="26747"/>
                </a:lnTo>
                <a:lnTo>
                  <a:pt x="800979" y="26684"/>
                </a:lnTo>
                <a:lnTo>
                  <a:pt x="801159" y="26624"/>
                </a:lnTo>
                <a:lnTo>
                  <a:pt x="801342" y="26565"/>
                </a:lnTo>
                <a:lnTo>
                  <a:pt x="801525" y="26510"/>
                </a:lnTo>
                <a:lnTo>
                  <a:pt x="801710" y="26456"/>
                </a:lnTo>
                <a:lnTo>
                  <a:pt x="801897" y="26405"/>
                </a:lnTo>
                <a:lnTo>
                  <a:pt x="802085" y="26356"/>
                </a:lnTo>
                <a:lnTo>
                  <a:pt x="802274" y="26309"/>
                </a:lnTo>
                <a:lnTo>
                  <a:pt x="802466" y="26265"/>
                </a:lnTo>
                <a:lnTo>
                  <a:pt x="802658" y="26223"/>
                </a:lnTo>
                <a:lnTo>
                  <a:pt x="802852" y="26183"/>
                </a:lnTo>
                <a:lnTo>
                  <a:pt x="803047" y="26146"/>
                </a:lnTo>
                <a:lnTo>
                  <a:pt x="803243" y="26109"/>
                </a:lnTo>
                <a:lnTo>
                  <a:pt x="803440" y="26075"/>
                </a:lnTo>
                <a:lnTo>
                  <a:pt x="803638" y="26042"/>
                </a:lnTo>
                <a:lnTo>
                  <a:pt x="803836" y="26011"/>
                </a:lnTo>
                <a:lnTo>
                  <a:pt x="804035" y="25981"/>
                </a:lnTo>
                <a:lnTo>
                  <a:pt x="804235" y="25953"/>
                </a:lnTo>
                <a:lnTo>
                  <a:pt x="804435" y="25926"/>
                </a:lnTo>
                <a:lnTo>
                  <a:pt x="804636" y="25901"/>
                </a:lnTo>
                <a:lnTo>
                  <a:pt x="804838" y="25878"/>
                </a:lnTo>
                <a:lnTo>
                  <a:pt x="805041" y="25856"/>
                </a:lnTo>
                <a:lnTo>
                  <a:pt x="805245" y="25836"/>
                </a:lnTo>
                <a:lnTo>
                  <a:pt x="805449" y="25818"/>
                </a:lnTo>
                <a:lnTo>
                  <a:pt x="805654" y="25801"/>
                </a:lnTo>
                <a:lnTo>
                  <a:pt x="805860" y="25786"/>
                </a:lnTo>
                <a:lnTo>
                  <a:pt x="806066" y="25772"/>
                </a:lnTo>
                <a:lnTo>
                  <a:pt x="806273" y="25760"/>
                </a:lnTo>
                <a:lnTo>
                  <a:pt x="806481" y="25750"/>
                </a:lnTo>
                <a:lnTo>
                  <a:pt x="806690" y="25741"/>
                </a:lnTo>
                <a:lnTo>
                  <a:pt x="806900" y="25733"/>
                </a:lnTo>
                <a:lnTo>
                  <a:pt x="807110" y="25728"/>
                </a:lnTo>
                <a:lnTo>
                  <a:pt x="807321" y="25724"/>
                </a:lnTo>
                <a:lnTo>
                  <a:pt x="807533" y="25721"/>
                </a:lnTo>
                <a:lnTo>
                  <a:pt x="807745" y="25721"/>
                </a:lnTo>
                <a:lnTo>
                  <a:pt x="808828" y="25721"/>
                </a:lnTo>
                <a:lnTo>
                  <a:pt x="808828" y="16065"/>
                </a:lnTo>
                <a:lnTo>
                  <a:pt x="807962" y="16065"/>
                </a:lnTo>
                <a:lnTo>
                  <a:pt x="807574" y="16068"/>
                </a:lnTo>
                <a:lnTo>
                  <a:pt x="807192" y="16079"/>
                </a:lnTo>
                <a:lnTo>
                  <a:pt x="806814" y="16096"/>
                </a:lnTo>
                <a:lnTo>
                  <a:pt x="806441" y="16121"/>
                </a:lnTo>
                <a:lnTo>
                  <a:pt x="806073" y="16153"/>
                </a:lnTo>
                <a:lnTo>
                  <a:pt x="805710" y="16192"/>
                </a:lnTo>
                <a:lnTo>
                  <a:pt x="805352" y="16238"/>
                </a:lnTo>
                <a:lnTo>
                  <a:pt x="804998" y="16291"/>
                </a:lnTo>
                <a:lnTo>
                  <a:pt x="804649" y="16351"/>
                </a:lnTo>
                <a:lnTo>
                  <a:pt x="804305" y="16418"/>
                </a:lnTo>
                <a:lnTo>
                  <a:pt x="803966" y="16492"/>
                </a:lnTo>
                <a:lnTo>
                  <a:pt x="803632" y="16573"/>
                </a:lnTo>
                <a:lnTo>
                  <a:pt x="803302" y="16662"/>
                </a:lnTo>
                <a:lnTo>
                  <a:pt x="802977" y="16757"/>
                </a:lnTo>
                <a:lnTo>
                  <a:pt x="802657" y="16860"/>
                </a:lnTo>
                <a:lnTo>
                  <a:pt x="802342" y="16969"/>
                </a:lnTo>
                <a:lnTo>
                  <a:pt x="802032" y="17086"/>
                </a:lnTo>
                <a:lnTo>
                  <a:pt x="801726" y="17209"/>
                </a:lnTo>
                <a:lnTo>
                  <a:pt x="801426" y="17340"/>
                </a:lnTo>
                <a:lnTo>
                  <a:pt x="801130" y="17478"/>
                </a:lnTo>
                <a:lnTo>
                  <a:pt x="800839" y="17623"/>
                </a:lnTo>
                <a:lnTo>
                  <a:pt x="800552" y="17775"/>
                </a:lnTo>
                <a:lnTo>
                  <a:pt x="800271" y="17934"/>
                </a:lnTo>
                <a:lnTo>
                  <a:pt x="799994" y="18100"/>
                </a:lnTo>
                <a:lnTo>
                  <a:pt x="799723" y="18272"/>
                </a:lnTo>
                <a:lnTo>
                  <a:pt x="799457" y="18451"/>
                </a:lnTo>
                <a:lnTo>
                  <a:pt x="799197" y="18636"/>
                </a:lnTo>
                <a:lnTo>
                  <a:pt x="798943" y="18827"/>
                </a:lnTo>
                <a:lnTo>
                  <a:pt x="798695" y="19025"/>
                </a:lnTo>
                <a:lnTo>
                  <a:pt x="798452" y="19228"/>
                </a:lnTo>
                <a:lnTo>
                  <a:pt x="798215" y="19438"/>
                </a:lnTo>
                <a:lnTo>
                  <a:pt x="797983" y="19654"/>
                </a:lnTo>
                <a:lnTo>
                  <a:pt x="797758" y="19876"/>
                </a:lnTo>
                <a:lnTo>
                  <a:pt x="797538" y="20104"/>
                </a:lnTo>
                <a:lnTo>
                  <a:pt x="797323" y="20338"/>
                </a:lnTo>
                <a:lnTo>
                  <a:pt x="797115" y="20579"/>
                </a:lnTo>
                <a:lnTo>
                  <a:pt x="796912" y="20825"/>
                </a:lnTo>
                <a:lnTo>
                  <a:pt x="796715" y="21078"/>
                </a:lnTo>
                <a:lnTo>
                  <a:pt x="796524" y="21337"/>
                </a:lnTo>
                <a:lnTo>
                  <a:pt x="796338" y="21602"/>
                </a:lnTo>
                <a:lnTo>
                  <a:pt x="796158" y="21874"/>
                </a:lnTo>
                <a:lnTo>
                  <a:pt x="795984" y="22151"/>
                </a:lnTo>
                <a:lnTo>
                  <a:pt x="795815" y="22435"/>
                </a:lnTo>
                <a:lnTo>
                  <a:pt x="795652" y="22724"/>
                </a:lnTo>
                <a:lnTo>
                  <a:pt x="795495" y="23020"/>
                </a:lnTo>
                <a:lnTo>
                  <a:pt x="795344" y="23323"/>
                </a:lnTo>
                <a:lnTo>
                  <a:pt x="795198" y="23631"/>
                </a:lnTo>
                <a:lnTo>
                  <a:pt x="795058" y="23945"/>
                </a:lnTo>
                <a:lnTo>
                  <a:pt x="794842" y="16714"/>
                </a:lnTo>
                <a:lnTo>
                  <a:pt x="783843" y="16714"/>
                </a:lnTo>
                <a:lnTo>
                  <a:pt x="783843" y="59495"/>
                </a:lnTo>
                <a:lnTo>
                  <a:pt x="795318" y="59495"/>
                </a:lnTo>
                <a:lnTo>
                  <a:pt x="795318" y="30879"/>
                </a:lnTo>
                <a:lnTo>
                  <a:pt x="795434" y="30715"/>
                </a:lnTo>
                <a:lnTo>
                  <a:pt x="795552" y="30554"/>
                </a:lnTo>
                <a:lnTo>
                  <a:pt x="795672" y="30396"/>
                </a:lnTo>
                <a:close/>
                <a:moveTo>
                  <a:pt x="1010255" y="30263"/>
                </a:moveTo>
                <a:lnTo>
                  <a:pt x="1010414" y="30077"/>
                </a:lnTo>
                <a:lnTo>
                  <a:pt x="1010575" y="29894"/>
                </a:lnTo>
                <a:lnTo>
                  <a:pt x="1010739" y="29713"/>
                </a:lnTo>
                <a:lnTo>
                  <a:pt x="1010905" y="29535"/>
                </a:lnTo>
                <a:lnTo>
                  <a:pt x="1011073" y="29358"/>
                </a:lnTo>
                <a:lnTo>
                  <a:pt x="1011243" y="29185"/>
                </a:lnTo>
                <a:lnTo>
                  <a:pt x="1011415" y="29014"/>
                </a:lnTo>
                <a:lnTo>
                  <a:pt x="1011589" y="28845"/>
                </a:lnTo>
                <a:lnTo>
                  <a:pt x="1011766" y="28679"/>
                </a:lnTo>
                <a:lnTo>
                  <a:pt x="1011945" y="28515"/>
                </a:lnTo>
                <a:lnTo>
                  <a:pt x="1012126" y="28353"/>
                </a:lnTo>
                <a:lnTo>
                  <a:pt x="1012309" y="28194"/>
                </a:lnTo>
                <a:lnTo>
                  <a:pt x="1012494" y="28038"/>
                </a:lnTo>
                <a:lnTo>
                  <a:pt x="1012682" y="27884"/>
                </a:lnTo>
                <a:lnTo>
                  <a:pt x="1012872" y="27732"/>
                </a:lnTo>
                <a:lnTo>
                  <a:pt x="1013063" y="27583"/>
                </a:lnTo>
                <a:lnTo>
                  <a:pt x="1013257" y="27436"/>
                </a:lnTo>
                <a:lnTo>
                  <a:pt x="1013454" y="27292"/>
                </a:lnTo>
                <a:lnTo>
                  <a:pt x="1013652" y="27150"/>
                </a:lnTo>
                <a:lnTo>
                  <a:pt x="1013853" y="27010"/>
                </a:lnTo>
                <a:lnTo>
                  <a:pt x="1014056" y="26874"/>
                </a:lnTo>
                <a:lnTo>
                  <a:pt x="1014261" y="26741"/>
                </a:lnTo>
                <a:lnTo>
                  <a:pt x="1014470" y="26613"/>
                </a:lnTo>
                <a:lnTo>
                  <a:pt x="1014682" y="26492"/>
                </a:lnTo>
                <a:lnTo>
                  <a:pt x="1014898" y="26376"/>
                </a:lnTo>
                <a:lnTo>
                  <a:pt x="1015117" y="26265"/>
                </a:lnTo>
                <a:lnTo>
                  <a:pt x="1015340" y="26161"/>
                </a:lnTo>
                <a:lnTo>
                  <a:pt x="1015566" y="26062"/>
                </a:lnTo>
                <a:lnTo>
                  <a:pt x="1015795" y="25968"/>
                </a:lnTo>
                <a:lnTo>
                  <a:pt x="1016027" y="25881"/>
                </a:lnTo>
                <a:lnTo>
                  <a:pt x="1016263" y="25799"/>
                </a:lnTo>
                <a:lnTo>
                  <a:pt x="1016503" y="25722"/>
                </a:lnTo>
                <a:lnTo>
                  <a:pt x="1016746" y="25652"/>
                </a:lnTo>
                <a:lnTo>
                  <a:pt x="1016992" y="25587"/>
                </a:lnTo>
                <a:lnTo>
                  <a:pt x="1017241" y="25527"/>
                </a:lnTo>
                <a:lnTo>
                  <a:pt x="1017494" y="25473"/>
                </a:lnTo>
                <a:lnTo>
                  <a:pt x="1017751" y="25425"/>
                </a:lnTo>
                <a:lnTo>
                  <a:pt x="1018010" y="25383"/>
                </a:lnTo>
                <a:lnTo>
                  <a:pt x="1018273" y="25346"/>
                </a:lnTo>
                <a:lnTo>
                  <a:pt x="1018540" y="25315"/>
                </a:lnTo>
                <a:lnTo>
                  <a:pt x="1018810" y="25290"/>
                </a:lnTo>
                <a:lnTo>
                  <a:pt x="1019083" y="25270"/>
                </a:lnTo>
                <a:lnTo>
                  <a:pt x="1019359" y="25256"/>
                </a:lnTo>
                <a:lnTo>
                  <a:pt x="1019639" y="25247"/>
                </a:lnTo>
                <a:lnTo>
                  <a:pt x="1019923" y="25244"/>
                </a:lnTo>
                <a:lnTo>
                  <a:pt x="1020112" y="25246"/>
                </a:lnTo>
                <a:lnTo>
                  <a:pt x="1020299" y="25251"/>
                </a:lnTo>
                <a:lnTo>
                  <a:pt x="1020483" y="25259"/>
                </a:lnTo>
                <a:lnTo>
                  <a:pt x="1020663" y="25271"/>
                </a:lnTo>
                <a:lnTo>
                  <a:pt x="1020840" y="25286"/>
                </a:lnTo>
                <a:lnTo>
                  <a:pt x="1021015" y="25305"/>
                </a:lnTo>
                <a:lnTo>
                  <a:pt x="1021186" y="25327"/>
                </a:lnTo>
                <a:lnTo>
                  <a:pt x="1021354" y="25352"/>
                </a:lnTo>
                <a:lnTo>
                  <a:pt x="1021519" y="25381"/>
                </a:lnTo>
                <a:lnTo>
                  <a:pt x="1021681" y="25413"/>
                </a:lnTo>
                <a:lnTo>
                  <a:pt x="1021840" y="25448"/>
                </a:lnTo>
                <a:lnTo>
                  <a:pt x="1021996" y="25487"/>
                </a:lnTo>
                <a:lnTo>
                  <a:pt x="1022149" y="25529"/>
                </a:lnTo>
                <a:lnTo>
                  <a:pt x="1022298" y="25574"/>
                </a:lnTo>
                <a:lnTo>
                  <a:pt x="1022445" y="25623"/>
                </a:lnTo>
                <a:lnTo>
                  <a:pt x="1022588" y="25675"/>
                </a:lnTo>
                <a:lnTo>
                  <a:pt x="1022729" y="25730"/>
                </a:lnTo>
                <a:lnTo>
                  <a:pt x="1022866" y="25789"/>
                </a:lnTo>
                <a:lnTo>
                  <a:pt x="1023000" y="25852"/>
                </a:lnTo>
                <a:lnTo>
                  <a:pt x="1023131" y="25917"/>
                </a:lnTo>
                <a:lnTo>
                  <a:pt x="1023259" y="25986"/>
                </a:lnTo>
                <a:lnTo>
                  <a:pt x="1023384" y="26058"/>
                </a:lnTo>
                <a:lnTo>
                  <a:pt x="1023506" y="26134"/>
                </a:lnTo>
                <a:lnTo>
                  <a:pt x="1023625" y="26213"/>
                </a:lnTo>
                <a:lnTo>
                  <a:pt x="1023741" y="26295"/>
                </a:lnTo>
                <a:lnTo>
                  <a:pt x="1023854" y="26380"/>
                </a:lnTo>
                <a:lnTo>
                  <a:pt x="1023965" y="26468"/>
                </a:lnTo>
                <a:lnTo>
                  <a:pt x="1024073" y="26558"/>
                </a:lnTo>
                <a:lnTo>
                  <a:pt x="1024178" y="26651"/>
                </a:lnTo>
                <a:lnTo>
                  <a:pt x="1024281" y="26747"/>
                </a:lnTo>
                <a:lnTo>
                  <a:pt x="1024381" y="26846"/>
                </a:lnTo>
                <a:lnTo>
                  <a:pt x="1024479" y="26947"/>
                </a:lnTo>
                <a:lnTo>
                  <a:pt x="1024574" y="27051"/>
                </a:lnTo>
                <a:lnTo>
                  <a:pt x="1024666" y="27158"/>
                </a:lnTo>
                <a:lnTo>
                  <a:pt x="1024756" y="27268"/>
                </a:lnTo>
                <a:lnTo>
                  <a:pt x="1024843" y="27380"/>
                </a:lnTo>
                <a:lnTo>
                  <a:pt x="1024927" y="27495"/>
                </a:lnTo>
                <a:lnTo>
                  <a:pt x="1025009" y="27613"/>
                </a:lnTo>
                <a:lnTo>
                  <a:pt x="1025088" y="27733"/>
                </a:lnTo>
                <a:lnTo>
                  <a:pt x="1025165" y="27857"/>
                </a:lnTo>
                <a:lnTo>
                  <a:pt x="1025238" y="27983"/>
                </a:lnTo>
                <a:lnTo>
                  <a:pt x="1025310" y="28112"/>
                </a:lnTo>
                <a:lnTo>
                  <a:pt x="1025378" y="28243"/>
                </a:lnTo>
                <a:lnTo>
                  <a:pt x="1025444" y="28378"/>
                </a:lnTo>
                <a:lnTo>
                  <a:pt x="1025508" y="28515"/>
                </a:lnTo>
                <a:lnTo>
                  <a:pt x="1025568" y="28655"/>
                </a:lnTo>
                <a:lnTo>
                  <a:pt x="1025626" y="28797"/>
                </a:lnTo>
                <a:lnTo>
                  <a:pt x="1025682" y="28942"/>
                </a:lnTo>
                <a:lnTo>
                  <a:pt x="1025735" y="29090"/>
                </a:lnTo>
                <a:lnTo>
                  <a:pt x="1025786" y="29240"/>
                </a:lnTo>
                <a:lnTo>
                  <a:pt x="1025834" y="29392"/>
                </a:lnTo>
                <a:lnTo>
                  <a:pt x="1025880" y="29545"/>
                </a:lnTo>
                <a:lnTo>
                  <a:pt x="1025924" y="29701"/>
                </a:lnTo>
                <a:lnTo>
                  <a:pt x="1025966" y="29859"/>
                </a:lnTo>
                <a:lnTo>
                  <a:pt x="1026005" y="30018"/>
                </a:lnTo>
                <a:lnTo>
                  <a:pt x="1026043" y="30180"/>
                </a:lnTo>
                <a:lnTo>
                  <a:pt x="1026078" y="30343"/>
                </a:lnTo>
                <a:lnTo>
                  <a:pt x="1026110" y="30509"/>
                </a:lnTo>
                <a:lnTo>
                  <a:pt x="1026141" y="30677"/>
                </a:lnTo>
                <a:lnTo>
                  <a:pt x="1026169" y="30846"/>
                </a:lnTo>
                <a:lnTo>
                  <a:pt x="1026195" y="31018"/>
                </a:lnTo>
                <a:lnTo>
                  <a:pt x="1026219" y="31192"/>
                </a:lnTo>
                <a:lnTo>
                  <a:pt x="1026240" y="31367"/>
                </a:lnTo>
                <a:lnTo>
                  <a:pt x="1026259" y="31545"/>
                </a:lnTo>
                <a:lnTo>
                  <a:pt x="1026276" y="31724"/>
                </a:lnTo>
                <a:lnTo>
                  <a:pt x="1026291" y="31906"/>
                </a:lnTo>
                <a:lnTo>
                  <a:pt x="1026303" y="32089"/>
                </a:lnTo>
                <a:lnTo>
                  <a:pt x="1026313" y="32275"/>
                </a:lnTo>
                <a:lnTo>
                  <a:pt x="1026321" y="32463"/>
                </a:lnTo>
                <a:lnTo>
                  <a:pt x="1026327" y="32652"/>
                </a:lnTo>
                <a:lnTo>
                  <a:pt x="1026330" y="32844"/>
                </a:lnTo>
                <a:lnTo>
                  <a:pt x="1026331" y="33037"/>
                </a:lnTo>
                <a:lnTo>
                  <a:pt x="1026331" y="59495"/>
                </a:lnTo>
                <a:lnTo>
                  <a:pt x="1037719" y="59495"/>
                </a:lnTo>
                <a:lnTo>
                  <a:pt x="1037719" y="31638"/>
                </a:lnTo>
                <a:lnTo>
                  <a:pt x="1037713" y="31008"/>
                </a:lnTo>
                <a:lnTo>
                  <a:pt x="1037695" y="30391"/>
                </a:lnTo>
                <a:lnTo>
                  <a:pt x="1037664" y="29787"/>
                </a:lnTo>
                <a:lnTo>
                  <a:pt x="1037621" y="29195"/>
                </a:lnTo>
                <a:lnTo>
                  <a:pt x="1037565" y="28616"/>
                </a:lnTo>
                <a:lnTo>
                  <a:pt x="1037497" y="28050"/>
                </a:lnTo>
                <a:lnTo>
                  <a:pt x="1037417" y="27497"/>
                </a:lnTo>
                <a:lnTo>
                  <a:pt x="1037325" y="26956"/>
                </a:lnTo>
                <a:lnTo>
                  <a:pt x="1037220" y="26428"/>
                </a:lnTo>
                <a:lnTo>
                  <a:pt x="1037103" y="25913"/>
                </a:lnTo>
                <a:lnTo>
                  <a:pt x="1036974" y="25410"/>
                </a:lnTo>
                <a:lnTo>
                  <a:pt x="1036832" y="24921"/>
                </a:lnTo>
                <a:lnTo>
                  <a:pt x="1036678" y="24443"/>
                </a:lnTo>
                <a:lnTo>
                  <a:pt x="1036511" y="23979"/>
                </a:lnTo>
                <a:lnTo>
                  <a:pt x="1036332" y="23527"/>
                </a:lnTo>
                <a:lnTo>
                  <a:pt x="1036141" y="23088"/>
                </a:lnTo>
                <a:lnTo>
                  <a:pt x="1035938" y="22662"/>
                </a:lnTo>
                <a:lnTo>
                  <a:pt x="1035722" y="22249"/>
                </a:lnTo>
                <a:lnTo>
                  <a:pt x="1035494" y="21848"/>
                </a:lnTo>
                <a:lnTo>
                  <a:pt x="1035254" y="21460"/>
                </a:lnTo>
                <a:lnTo>
                  <a:pt x="1035001" y="21084"/>
                </a:lnTo>
                <a:lnTo>
                  <a:pt x="1034736" y="20722"/>
                </a:lnTo>
                <a:lnTo>
                  <a:pt x="1034458" y="20372"/>
                </a:lnTo>
                <a:lnTo>
                  <a:pt x="1034169" y="20035"/>
                </a:lnTo>
                <a:lnTo>
                  <a:pt x="1033868" y="19711"/>
                </a:lnTo>
                <a:lnTo>
                  <a:pt x="1033557" y="19401"/>
                </a:lnTo>
                <a:lnTo>
                  <a:pt x="1033236" y="19104"/>
                </a:lnTo>
                <a:lnTo>
                  <a:pt x="1032905" y="18822"/>
                </a:lnTo>
                <a:lnTo>
                  <a:pt x="1032563" y="18553"/>
                </a:lnTo>
                <a:lnTo>
                  <a:pt x="1032212" y="18298"/>
                </a:lnTo>
                <a:lnTo>
                  <a:pt x="1031851" y="18057"/>
                </a:lnTo>
                <a:lnTo>
                  <a:pt x="1031479" y="17829"/>
                </a:lnTo>
                <a:lnTo>
                  <a:pt x="1031098" y="17615"/>
                </a:lnTo>
                <a:lnTo>
                  <a:pt x="1030706" y="17416"/>
                </a:lnTo>
                <a:lnTo>
                  <a:pt x="1030305" y="17229"/>
                </a:lnTo>
                <a:lnTo>
                  <a:pt x="1029893" y="17057"/>
                </a:lnTo>
                <a:lnTo>
                  <a:pt x="1029471" y="16899"/>
                </a:lnTo>
                <a:lnTo>
                  <a:pt x="1029039" y="16754"/>
                </a:lnTo>
                <a:lnTo>
                  <a:pt x="1028597" y="16623"/>
                </a:lnTo>
                <a:lnTo>
                  <a:pt x="1028145" y="16506"/>
                </a:lnTo>
                <a:lnTo>
                  <a:pt x="1027683" y="16402"/>
                </a:lnTo>
                <a:lnTo>
                  <a:pt x="1027211" y="16313"/>
                </a:lnTo>
                <a:lnTo>
                  <a:pt x="1026729" y="16237"/>
                </a:lnTo>
                <a:lnTo>
                  <a:pt x="1026236" y="16175"/>
                </a:lnTo>
                <a:lnTo>
                  <a:pt x="1025734" y="16127"/>
                </a:lnTo>
                <a:lnTo>
                  <a:pt x="1025221" y="16092"/>
                </a:lnTo>
                <a:lnTo>
                  <a:pt x="1024699" y="16071"/>
                </a:lnTo>
                <a:lnTo>
                  <a:pt x="1024166" y="16065"/>
                </a:lnTo>
                <a:lnTo>
                  <a:pt x="1023708" y="16068"/>
                </a:lnTo>
                <a:lnTo>
                  <a:pt x="1023257" y="16079"/>
                </a:lnTo>
                <a:lnTo>
                  <a:pt x="1022813" y="16097"/>
                </a:lnTo>
                <a:lnTo>
                  <a:pt x="1022377" y="16123"/>
                </a:lnTo>
                <a:lnTo>
                  <a:pt x="1021947" y="16156"/>
                </a:lnTo>
                <a:lnTo>
                  <a:pt x="1021525" y="16196"/>
                </a:lnTo>
                <a:lnTo>
                  <a:pt x="1021110" y="16243"/>
                </a:lnTo>
                <a:lnTo>
                  <a:pt x="1020702" y="16298"/>
                </a:lnTo>
                <a:lnTo>
                  <a:pt x="1020302" y="16360"/>
                </a:lnTo>
                <a:lnTo>
                  <a:pt x="1019908" y="16429"/>
                </a:lnTo>
                <a:lnTo>
                  <a:pt x="1019522" y="16506"/>
                </a:lnTo>
                <a:lnTo>
                  <a:pt x="1019143" y="16590"/>
                </a:lnTo>
                <a:lnTo>
                  <a:pt x="1018772" y="16681"/>
                </a:lnTo>
                <a:lnTo>
                  <a:pt x="1018407" y="16779"/>
                </a:lnTo>
                <a:lnTo>
                  <a:pt x="1018050" y="16885"/>
                </a:lnTo>
                <a:lnTo>
                  <a:pt x="1017700" y="16998"/>
                </a:lnTo>
                <a:lnTo>
                  <a:pt x="1017357" y="17118"/>
                </a:lnTo>
                <a:lnTo>
                  <a:pt x="1017022" y="17246"/>
                </a:lnTo>
                <a:lnTo>
                  <a:pt x="1016693" y="17381"/>
                </a:lnTo>
                <a:lnTo>
                  <a:pt x="1016372" y="17523"/>
                </a:lnTo>
                <a:lnTo>
                  <a:pt x="1016058" y="17672"/>
                </a:lnTo>
                <a:lnTo>
                  <a:pt x="1015751" y="17829"/>
                </a:lnTo>
                <a:lnTo>
                  <a:pt x="1015452" y="17993"/>
                </a:lnTo>
                <a:lnTo>
                  <a:pt x="1015160" y="18165"/>
                </a:lnTo>
                <a:lnTo>
                  <a:pt x="1014873" y="18341"/>
                </a:lnTo>
                <a:lnTo>
                  <a:pt x="1014592" y="18519"/>
                </a:lnTo>
                <a:lnTo>
                  <a:pt x="1014315" y="18699"/>
                </a:lnTo>
                <a:lnTo>
                  <a:pt x="1014042" y="18882"/>
                </a:lnTo>
                <a:lnTo>
                  <a:pt x="1013775" y="19067"/>
                </a:lnTo>
                <a:lnTo>
                  <a:pt x="1013512" y="19254"/>
                </a:lnTo>
                <a:lnTo>
                  <a:pt x="1013253" y="19443"/>
                </a:lnTo>
                <a:lnTo>
                  <a:pt x="1012999" y="19634"/>
                </a:lnTo>
                <a:lnTo>
                  <a:pt x="1012750" y="19828"/>
                </a:lnTo>
                <a:lnTo>
                  <a:pt x="1012506" y="20024"/>
                </a:lnTo>
                <a:lnTo>
                  <a:pt x="1012266" y="20222"/>
                </a:lnTo>
                <a:lnTo>
                  <a:pt x="1012031" y="20422"/>
                </a:lnTo>
                <a:lnTo>
                  <a:pt x="1011801" y="20624"/>
                </a:lnTo>
                <a:lnTo>
                  <a:pt x="1011575" y="20828"/>
                </a:lnTo>
                <a:lnTo>
                  <a:pt x="1011354" y="21035"/>
                </a:lnTo>
                <a:lnTo>
                  <a:pt x="1011138" y="21244"/>
                </a:lnTo>
                <a:lnTo>
                  <a:pt x="1010926" y="21455"/>
                </a:lnTo>
                <a:lnTo>
                  <a:pt x="1010719" y="21668"/>
                </a:lnTo>
                <a:lnTo>
                  <a:pt x="1010516" y="21883"/>
                </a:lnTo>
                <a:lnTo>
                  <a:pt x="1010318" y="22101"/>
                </a:lnTo>
                <a:lnTo>
                  <a:pt x="1010125" y="22321"/>
                </a:lnTo>
                <a:lnTo>
                  <a:pt x="1009937" y="22542"/>
                </a:lnTo>
                <a:lnTo>
                  <a:pt x="1009753" y="22766"/>
                </a:lnTo>
                <a:lnTo>
                  <a:pt x="1009574" y="22993"/>
                </a:lnTo>
                <a:lnTo>
                  <a:pt x="1009357" y="16714"/>
                </a:lnTo>
                <a:lnTo>
                  <a:pt x="998316" y="16714"/>
                </a:lnTo>
                <a:lnTo>
                  <a:pt x="998316" y="59495"/>
                </a:lnTo>
                <a:lnTo>
                  <a:pt x="1009790" y="59495"/>
                </a:lnTo>
                <a:lnTo>
                  <a:pt x="1009790" y="30836"/>
                </a:lnTo>
                <a:lnTo>
                  <a:pt x="1009943" y="30642"/>
                </a:lnTo>
                <a:lnTo>
                  <a:pt x="1010098" y="30452"/>
                </a:lnTo>
                <a:lnTo>
                  <a:pt x="1010255" y="30263"/>
                </a:lnTo>
                <a:close/>
                <a:moveTo>
                  <a:pt x="1063432" y="59495"/>
                </a:moveTo>
                <a:lnTo>
                  <a:pt x="1063432" y="16714"/>
                </a:lnTo>
                <a:lnTo>
                  <a:pt x="1051958" y="16714"/>
                </a:lnTo>
                <a:lnTo>
                  <a:pt x="1051958" y="59495"/>
                </a:lnTo>
                <a:lnTo>
                  <a:pt x="1063432" y="59495"/>
                </a:lnTo>
                <a:close/>
                <a:moveTo>
                  <a:pt x="649848" y="60189"/>
                </a:moveTo>
                <a:lnTo>
                  <a:pt x="650293" y="60151"/>
                </a:lnTo>
                <a:lnTo>
                  <a:pt x="650734" y="60106"/>
                </a:lnTo>
                <a:lnTo>
                  <a:pt x="651170" y="60054"/>
                </a:lnTo>
                <a:lnTo>
                  <a:pt x="651602" y="59996"/>
                </a:lnTo>
                <a:lnTo>
                  <a:pt x="652030" y="59930"/>
                </a:lnTo>
                <a:lnTo>
                  <a:pt x="652453" y="59858"/>
                </a:lnTo>
                <a:lnTo>
                  <a:pt x="652872" y="59779"/>
                </a:lnTo>
                <a:lnTo>
                  <a:pt x="653287" y="59693"/>
                </a:lnTo>
                <a:lnTo>
                  <a:pt x="653697" y="59600"/>
                </a:lnTo>
                <a:lnTo>
                  <a:pt x="654103" y="59500"/>
                </a:lnTo>
                <a:lnTo>
                  <a:pt x="654504" y="59393"/>
                </a:lnTo>
                <a:lnTo>
                  <a:pt x="654902" y="59279"/>
                </a:lnTo>
                <a:lnTo>
                  <a:pt x="655294" y="59159"/>
                </a:lnTo>
                <a:lnTo>
                  <a:pt x="655683" y="59031"/>
                </a:lnTo>
                <a:lnTo>
                  <a:pt x="656067" y="58897"/>
                </a:lnTo>
                <a:lnTo>
                  <a:pt x="656447" y="58756"/>
                </a:lnTo>
                <a:lnTo>
                  <a:pt x="656822" y="58608"/>
                </a:lnTo>
                <a:lnTo>
                  <a:pt x="657193" y="58453"/>
                </a:lnTo>
                <a:lnTo>
                  <a:pt x="657559" y="58291"/>
                </a:lnTo>
                <a:lnTo>
                  <a:pt x="657921" y="58122"/>
                </a:lnTo>
                <a:lnTo>
                  <a:pt x="658276" y="57947"/>
                </a:lnTo>
                <a:lnTo>
                  <a:pt x="658624" y="57766"/>
                </a:lnTo>
                <a:lnTo>
                  <a:pt x="658966" y="57578"/>
                </a:lnTo>
                <a:lnTo>
                  <a:pt x="659302" y="57384"/>
                </a:lnTo>
                <a:lnTo>
                  <a:pt x="659631" y="57183"/>
                </a:lnTo>
                <a:lnTo>
                  <a:pt x="659954" y="56976"/>
                </a:lnTo>
                <a:lnTo>
                  <a:pt x="660271" y="56763"/>
                </a:lnTo>
                <a:lnTo>
                  <a:pt x="660581" y="56543"/>
                </a:lnTo>
                <a:lnTo>
                  <a:pt x="660884" y="56317"/>
                </a:lnTo>
                <a:lnTo>
                  <a:pt x="661182" y="56084"/>
                </a:lnTo>
                <a:lnTo>
                  <a:pt x="661473" y="55845"/>
                </a:lnTo>
                <a:lnTo>
                  <a:pt x="661757" y="55599"/>
                </a:lnTo>
                <a:lnTo>
                  <a:pt x="662036" y="55347"/>
                </a:lnTo>
                <a:lnTo>
                  <a:pt x="662307" y="55089"/>
                </a:lnTo>
                <a:lnTo>
                  <a:pt x="662573" y="54824"/>
                </a:lnTo>
                <a:lnTo>
                  <a:pt x="662832" y="54553"/>
                </a:lnTo>
                <a:lnTo>
                  <a:pt x="663084" y="54275"/>
                </a:lnTo>
                <a:lnTo>
                  <a:pt x="663331" y="53991"/>
                </a:lnTo>
                <a:lnTo>
                  <a:pt x="663570" y="53700"/>
                </a:lnTo>
                <a:lnTo>
                  <a:pt x="663804" y="53403"/>
                </a:lnTo>
                <a:lnTo>
                  <a:pt x="664031" y="53100"/>
                </a:lnTo>
                <a:lnTo>
                  <a:pt x="664252" y="52790"/>
                </a:lnTo>
                <a:lnTo>
                  <a:pt x="664466" y="52474"/>
                </a:lnTo>
                <a:lnTo>
                  <a:pt x="664673" y="52151"/>
                </a:lnTo>
                <a:lnTo>
                  <a:pt x="664871" y="51822"/>
                </a:lnTo>
                <a:lnTo>
                  <a:pt x="665062" y="51487"/>
                </a:lnTo>
                <a:lnTo>
                  <a:pt x="665244" y="51146"/>
                </a:lnTo>
                <a:lnTo>
                  <a:pt x="665417" y="50799"/>
                </a:lnTo>
                <a:lnTo>
                  <a:pt x="665582" y="50446"/>
                </a:lnTo>
                <a:lnTo>
                  <a:pt x="665739" y="50087"/>
                </a:lnTo>
                <a:lnTo>
                  <a:pt x="665888" y="49721"/>
                </a:lnTo>
                <a:lnTo>
                  <a:pt x="666028" y="49350"/>
                </a:lnTo>
                <a:lnTo>
                  <a:pt x="666160" y="48972"/>
                </a:lnTo>
                <a:lnTo>
                  <a:pt x="666283" y="48588"/>
                </a:lnTo>
                <a:lnTo>
                  <a:pt x="666398" y="48198"/>
                </a:lnTo>
                <a:lnTo>
                  <a:pt x="666505" y="47802"/>
                </a:lnTo>
                <a:lnTo>
                  <a:pt x="666603" y="47400"/>
                </a:lnTo>
                <a:lnTo>
                  <a:pt x="666694" y="46991"/>
                </a:lnTo>
                <a:lnTo>
                  <a:pt x="666775" y="46577"/>
                </a:lnTo>
                <a:lnTo>
                  <a:pt x="666849" y="46156"/>
                </a:lnTo>
                <a:lnTo>
                  <a:pt x="666914" y="45730"/>
                </a:lnTo>
                <a:lnTo>
                  <a:pt x="666971" y="45297"/>
                </a:lnTo>
                <a:lnTo>
                  <a:pt x="667019" y="44858"/>
                </a:lnTo>
                <a:lnTo>
                  <a:pt x="667059" y="44413"/>
                </a:lnTo>
                <a:lnTo>
                  <a:pt x="667091" y="43962"/>
                </a:lnTo>
                <a:lnTo>
                  <a:pt x="667114" y="43504"/>
                </a:lnTo>
                <a:lnTo>
                  <a:pt x="667129" y="43041"/>
                </a:lnTo>
                <a:lnTo>
                  <a:pt x="656001" y="43041"/>
                </a:lnTo>
                <a:lnTo>
                  <a:pt x="655990" y="43371"/>
                </a:lnTo>
                <a:lnTo>
                  <a:pt x="655971" y="43695"/>
                </a:lnTo>
                <a:lnTo>
                  <a:pt x="655946" y="44012"/>
                </a:lnTo>
                <a:lnTo>
                  <a:pt x="655912" y="44323"/>
                </a:lnTo>
                <a:lnTo>
                  <a:pt x="655872" y="44628"/>
                </a:lnTo>
                <a:lnTo>
                  <a:pt x="655823" y="44927"/>
                </a:lnTo>
                <a:lnTo>
                  <a:pt x="655768" y="45219"/>
                </a:lnTo>
                <a:lnTo>
                  <a:pt x="655705" y="45505"/>
                </a:lnTo>
                <a:lnTo>
                  <a:pt x="655634" y="45784"/>
                </a:lnTo>
                <a:lnTo>
                  <a:pt x="655556" y="46057"/>
                </a:lnTo>
                <a:lnTo>
                  <a:pt x="655471" y="46324"/>
                </a:lnTo>
                <a:lnTo>
                  <a:pt x="655378" y="46585"/>
                </a:lnTo>
                <a:lnTo>
                  <a:pt x="655278" y="46839"/>
                </a:lnTo>
                <a:lnTo>
                  <a:pt x="655170" y="47087"/>
                </a:lnTo>
                <a:lnTo>
                  <a:pt x="655055" y="47329"/>
                </a:lnTo>
                <a:lnTo>
                  <a:pt x="654933" y="47564"/>
                </a:lnTo>
                <a:lnTo>
                  <a:pt x="654803" y="47793"/>
                </a:lnTo>
                <a:lnTo>
                  <a:pt x="654665" y="48016"/>
                </a:lnTo>
                <a:lnTo>
                  <a:pt x="654520" y="48232"/>
                </a:lnTo>
                <a:lnTo>
                  <a:pt x="654368" y="48442"/>
                </a:lnTo>
                <a:lnTo>
                  <a:pt x="654208" y="48646"/>
                </a:lnTo>
                <a:lnTo>
                  <a:pt x="654041" y="48843"/>
                </a:lnTo>
                <a:lnTo>
                  <a:pt x="653866" y="49035"/>
                </a:lnTo>
                <a:lnTo>
                  <a:pt x="653684" y="49219"/>
                </a:lnTo>
                <a:lnTo>
                  <a:pt x="653495" y="49397"/>
                </a:lnTo>
                <a:lnTo>
                  <a:pt x="653301" y="49567"/>
                </a:lnTo>
                <a:lnTo>
                  <a:pt x="653101" y="49730"/>
                </a:lnTo>
                <a:lnTo>
                  <a:pt x="652896" y="49885"/>
                </a:lnTo>
                <a:lnTo>
                  <a:pt x="652684" y="50033"/>
                </a:lnTo>
                <a:lnTo>
                  <a:pt x="652468" y="50173"/>
                </a:lnTo>
                <a:lnTo>
                  <a:pt x="652245" y="50305"/>
                </a:lnTo>
                <a:lnTo>
                  <a:pt x="652017" y="50430"/>
                </a:lnTo>
                <a:lnTo>
                  <a:pt x="651783" y="50547"/>
                </a:lnTo>
                <a:lnTo>
                  <a:pt x="651544" y="50657"/>
                </a:lnTo>
                <a:lnTo>
                  <a:pt x="651299" y="50759"/>
                </a:lnTo>
                <a:lnTo>
                  <a:pt x="651048" y="50853"/>
                </a:lnTo>
                <a:lnTo>
                  <a:pt x="650792" y="50940"/>
                </a:lnTo>
                <a:lnTo>
                  <a:pt x="650530" y="51020"/>
                </a:lnTo>
                <a:lnTo>
                  <a:pt x="650262" y="51092"/>
                </a:lnTo>
                <a:lnTo>
                  <a:pt x="649989" y="51156"/>
                </a:lnTo>
                <a:lnTo>
                  <a:pt x="649710" y="51213"/>
                </a:lnTo>
                <a:lnTo>
                  <a:pt x="649426" y="51262"/>
                </a:lnTo>
                <a:lnTo>
                  <a:pt x="649136" y="51303"/>
                </a:lnTo>
                <a:lnTo>
                  <a:pt x="648840" y="51337"/>
                </a:lnTo>
                <a:lnTo>
                  <a:pt x="648538" y="51364"/>
                </a:lnTo>
                <a:lnTo>
                  <a:pt x="648231" y="51383"/>
                </a:lnTo>
                <a:lnTo>
                  <a:pt x="647919" y="51394"/>
                </a:lnTo>
                <a:lnTo>
                  <a:pt x="647600" y="51398"/>
                </a:lnTo>
                <a:lnTo>
                  <a:pt x="647328" y="51395"/>
                </a:lnTo>
                <a:lnTo>
                  <a:pt x="647060" y="51387"/>
                </a:lnTo>
                <a:lnTo>
                  <a:pt x="646796" y="51374"/>
                </a:lnTo>
                <a:lnTo>
                  <a:pt x="646536" y="51355"/>
                </a:lnTo>
                <a:lnTo>
                  <a:pt x="646281" y="51331"/>
                </a:lnTo>
                <a:lnTo>
                  <a:pt x="646029" y="51302"/>
                </a:lnTo>
                <a:lnTo>
                  <a:pt x="645782" y="51268"/>
                </a:lnTo>
                <a:lnTo>
                  <a:pt x="645539" y="51228"/>
                </a:lnTo>
                <a:lnTo>
                  <a:pt x="645300" y="51182"/>
                </a:lnTo>
                <a:lnTo>
                  <a:pt x="645065" y="51132"/>
                </a:lnTo>
                <a:lnTo>
                  <a:pt x="644834" y="51076"/>
                </a:lnTo>
                <a:lnTo>
                  <a:pt x="644607" y="51015"/>
                </a:lnTo>
                <a:lnTo>
                  <a:pt x="644385" y="50948"/>
                </a:lnTo>
                <a:lnTo>
                  <a:pt x="644166" y="50876"/>
                </a:lnTo>
                <a:lnTo>
                  <a:pt x="643952" y="50799"/>
                </a:lnTo>
                <a:lnTo>
                  <a:pt x="643742" y="50717"/>
                </a:lnTo>
                <a:lnTo>
                  <a:pt x="643536" y="50629"/>
                </a:lnTo>
                <a:lnTo>
                  <a:pt x="643334" y="50536"/>
                </a:lnTo>
                <a:lnTo>
                  <a:pt x="643136" y="50437"/>
                </a:lnTo>
                <a:lnTo>
                  <a:pt x="642942" y="50333"/>
                </a:lnTo>
                <a:lnTo>
                  <a:pt x="642753" y="50224"/>
                </a:lnTo>
                <a:lnTo>
                  <a:pt x="642568" y="50110"/>
                </a:lnTo>
                <a:lnTo>
                  <a:pt x="642386" y="49990"/>
                </a:lnTo>
                <a:lnTo>
                  <a:pt x="642209" y="49865"/>
                </a:lnTo>
                <a:lnTo>
                  <a:pt x="642036" y="49735"/>
                </a:lnTo>
                <a:lnTo>
                  <a:pt x="641867" y="49600"/>
                </a:lnTo>
                <a:lnTo>
                  <a:pt x="641702" y="49460"/>
                </a:lnTo>
                <a:lnTo>
                  <a:pt x="641541" y="49315"/>
                </a:lnTo>
                <a:lnTo>
                  <a:pt x="641383" y="49166"/>
                </a:lnTo>
                <a:lnTo>
                  <a:pt x="641230" y="49012"/>
                </a:lnTo>
                <a:lnTo>
                  <a:pt x="641080" y="48853"/>
                </a:lnTo>
                <a:lnTo>
                  <a:pt x="640934" y="48689"/>
                </a:lnTo>
                <a:lnTo>
                  <a:pt x="640793" y="48520"/>
                </a:lnTo>
                <a:lnTo>
                  <a:pt x="640655" y="48347"/>
                </a:lnTo>
                <a:lnTo>
                  <a:pt x="640521" y="48169"/>
                </a:lnTo>
                <a:lnTo>
                  <a:pt x="640391" y="47986"/>
                </a:lnTo>
                <a:lnTo>
                  <a:pt x="640265" y="47798"/>
                </a:lnTo>
                <a:lnTo>
                  <a:pt x="640142" y="47606"/>
                </a:lnTo>
                <a:lnTo>
                  <a:pt x="640024" y="47409"/>
                </a:lnTo>
                <a:lnTo>
                  <a:pt x="639910" y="47207"/>
                </a:lnTo>
                <a:lnTo>
                  <a:pt x="639799" y="47000"/>
                </a:lnTo>
                <a:lnTo>
                  <a:pt x="639693" y="46788"/>
                </a:lnTo>
                <a:lnTo>
                  <a:pt x="639590" y="46572"/>
                </a:lnTo>
                <a:lnTo>
                  <a:pt x="639491" y="46351"/>
                </a:lnTo>
                <a:lnTo>
                  <a:pt x="639396" y="46125"/>
                </a:lnTo>
                <a:lnTo>
                  <a:pt x="639305" y="45894"/>
                </a:lnTo>
                <a:lnTo>
                  <a:pt x="639218" y="45659"/>
                </a:lnTo>
                <a:lnTo>
                  <a:pt x="639135" y="45418"/>
                </a:lnTo>
                <a:lnTo>
                  <a:pt x="639056" y="45173"/>
                </a:lnTo>
                <a:lnTo>
                  <a:pt x="638979" y="44924"/>
                </a:lnTo>
                <a:lnTo>
                  <a:pt x="638907" y="44671"/>
                </a:lnTo>
                <a:lnTo>
                  <a:pt x="638837" y="44413"/>
                </a:lnTo>
                <a:lnTo>
                  <a:pt x="638771" y="44151"/>
                </a:lnTo>
                <a:lnTo>
                  <a:pt x="638709" y="43885"/>
                </a:lnTo>
                <a:lnTo>
                  <a:pt x="638650" y="43615"/>
                </a:lnTo>
                <a:lnTo>
                  <a:pt x="638594" y="43340"/>
                </a:lnTo>
                <a:lnTo>
                  <a:pt x="638541" y="43062"/>
                </a:lnTo>
                <a:lnTo>
                  <a:pt x="638492" y="42778"/>
                </a:lnTo>
                <a:lnTo>
                  <a:pt x="638447" y="42491"/>
                </a:lnTo>
                <a:lnTo>
                  <a:pt x="638404" y="42200"/>
                </a:lnTo>
                <a:lnTo>
                  <a:pt x="638365" y="41904"/>
                </a:lnTo>
                <a:lnTo>
                  <a:pt x="638330" y="41604"/>
                </a:lnTo>
                <a:lnTo>
                  <a:pt x="638298" y="41299"/>
                </a:lnTo>
                <a:lnTo>
                  <a:pt x="638269" y="40991"/>
                </a:lnTo>
                <a:lnTo>
                  <a:pt x="638244" y="40678"/>
                </a:lnTo>
                <a:lnTo>
                  <a:pt x="638222" y="40361"/>
                </a:lnTo>
                <a:lnTo>
                  <a:pt x="638203" y="40040"/>
                </a:lnTo>
                <a:lnTo>
                  <a:pt x="638188" y="39714"/>
                </a:lnTo>
                <a:lnTo>
                  <a:pt x="638176" y="39385"/>
                </a:lnTo>
                <a:lnTo>
                  <a:pt x="638168" y="39051"/>
                </a:lnTo>
                <a:lnTo>
                  <a:pt x="638162" y="38712"/>
                </a:lnTo>
                <a:lnTo>
                  <a:pt x="638161" y="38370"/>
                </a:lnTo>
                <a:lnTo>
                  <a:pt x="638165" y="37841"/>
                </a:lnTo>
                <a:lnTo>
                  <a:pt x="638176" y="37323"/>
                </a:lnTo>
                <a:lnTo>
                  <a:pt x="638196" y="36814"/>
                </a:lnTo>
                <a:lnTo>
                  <a:pt x="638223" y="36316"/>
                </a:lnTo>
                <a:lnTo>
                  <a:pt x="638258" y="35827"/>
                </a:lnTo>
                <a:lnTo>
                  <a:pt x="638300" y="35349"/>
                </a:lnTo>
                <a:lnTo>
                  <a:pt x="638350" y="34881"/>
                </a:lnTo>
                <a:lnTo>
                  <a:pt x="638409" y="34422"/>
                </a:lnTo>
                <a:lnTo>
                  <a:pt x="638474" y="33974"/>
                </a:lnTo>
                <a:lnTo>
                  <a:pt x="638548" y="33536"/>
                </a:lnTo>
                <a:lnTo>
                  <a:pt x="638629" y="33108"/>
                </a:lnTo>
                <a:lnTo>
                  <a:pt x="638718" y="32689"/>
                </a:lnTo>
                <a:lnTo>
                  <a:pt x="638815" y="32281"/>
                </a:lnTo>
                <a:lnTo>
                  <a:pt x="638920" y="31883"/>
                </a:lnTo>
                <a:lnTo>
                  <a:pt x="639032" y="31495"/>
                </a:lnTo>
                <a:lnTo>
                  <a:pt x="639152" y="31117"/>
                </a:lnTo>
                <a:lnTo>
                  <a:pt x="639280" y="30749"/>
                </a:lnTo>
                <a:lnTo>
                  <a:pt x="639415" y="30391"/>
                </a:lnTo>
                <a:lnTo>
                  <a:pt x="639558" y="30043"/>
                </a:lnTo>
                <a:lnTo>
                  <a:pt x="639709" y="29705"/>
                </a:lnTo>
                <a:lnTo>
                  <a:pt x="639868" y="29377"/>
                </a:lnTo>
                <a:lnTo>
                  <a:pt x="640035" y="29060"/>
                </a:lnTo>
                <a:lnTo>
                  <a:pt x="640209" y="28752"/>
                </a:lnTo>
                <a:lnTo>
                  <a:pt x="640391" y="28454"/>
                </a:lnTo>
                <a:lnTo>
                  <a:pt x="640581" y="28167"/>
                </a:lnTo>
                <a:lnTo>
                  <a:pt x="640782" y="27893"/>
                </a:lnTo>
                <a:lnTo>
                  <a:pt x="640991" y="27631"/>
                </a:lnTo>
                <a:lnTo>
                  <a:pt x="641210" y="27381"/>
                </a:lnTo>
                <a:lnTo>
                  <a:pt x="641439" y="27143"/>
                </a:lnTo>
                <a:lnTo>
                  <a:pt x="641678" y="26917"/>
                </a:lnTo>
                <a:lnTo>
                  <a:pt x="641925" y="26704"/>
                </a:lnTo>
                <a:lnTo>
                  <a:pt x="642183" y="26502"/>
                </a:lnTo>
                <a:lnTo>
                  <a:pt x="642450" y="26313"/>
                </a:lnTo>
                <a:lnTo>
                  <a:pt x="642726" y="26137"/>
                </a:lnTo>
                <a:lnTo>
                  <a:pt x="643013" y="25972"/>
                </a:lnTo>
                <a:lnTo>
                  <a:pt x="643308" y="25819"/>
                </a:lnTo>
                <a:lnTo>
                  <a:pt x="643613" y="25679"/>
                </a:lnTo>
                <a:lnTo>
                  <a:pt x="643928" y="25551"/>
                </a:lnTo>
                <a:lnTo>
                  <a:pt x="644252" y="25435"/>
                </a:lnTo>
                <a:lnTo>
                  <a:pt x="644586" y="25332"/>
                </a:lnTo>
                <a:lnTo>
                  <a:pt x="644929" y="25240"/>
                </a:lnTo>
                <a:lnTo>
                  <a:pt x="645282" y="25161"/>
                </a:lnTo>
                <a:lnTo>
                  <a:pt x="645645" y="25094"/>
                </a:lnTo>
                <a:lnTo>
                  <a:pt x="646017" y="25039"/>
                </a:lnTo>
                <a:lnTo>
                  <a:pt x="646398" y="24996"/>
                </a:lnTo>
                <a:lnTo>
                  <a:pt x="646789" y="24966"/>
                </a:lnTo>
                <a:lnTo>
                  <a:pt x="647190" y="24947"/>
                </a:lnTo>
                <a:lnTo>
                  <a:pt x="647600" y="24941"/>
                </a:lnTo>
                <a:lnTo>
                  <a:pt x="647911" y="24945"/>
                </a:lnTo>
                <a:lnTo>
                  <a:pt x="648216" y="24955"/>
                </a:lnTo>
                <a:lnTo>
                  <a:pt x="648516" y="24972"/>
                </a:lnTo>
                <a:lnTo>
                  <a:pt x="648809" y="24997"/>
                </a:lnTo>
                <a:lnTo>
                  <a:pt x="649097" y="25028"/>
                </a:lnTo>
                <a:lnTo>
                  <a:pt x="649378" y="25066"/>
                </a:lnTo>
                <a:lnTo>
                  <a:pt x="649654" y="25111"/>
                </a:lnTo>
                <a:lnTo>
                  <a:pt x="649924" y="25163"/>
                </a:lnTo>
                <a:lnTo>
                  <a:pt x="650188" y="25222"/>
                </a:lnTo>
                <a:lnTo>
                  <a:pt x="650446" y="25288"/>
                </a:lnTo>
                <a:lnTo>
                  <a:pt x="650699" y="25361"/>
                </a:lnTo>
                <a:lnTo>
                  <a:pt x="650945" y="25441"/>
                </a:lnTo>
                <a:lnTo>
                  <a:pt x="651186" y="25527"/>
                </a:lnTo>
                <a:lnTo>
                  <a:pt x="651421" y="25621"/>
                </a:lnTo>
                <a:lnTo>
                  <a:pt x="651650" y="25721"/>
                </a:lnTo>
                <a:lnTo>
                  <a:pt x="651873" y="25829"/>
                </a:lnTo>
                <a:lnTo>
                  <a:pt x="652090" y="25943"/>
                </a:lnTo>
                <a:lnTo>
                  <a:pt x="652301" y="26065"/>
                </a:lnTo>
                <a:lnTo>
                  <a:pt x="652507" y="26193"/>
                </a:lnTo>
                <a:lnTo>
                  <a:pt x="652706" y="26328"/>
                </a:lnTo>
                <a:lnTo>
                  <a:pt x="652900" y="26470"/>
                </a:lnTo>
                <a:lnTo>
                  <a:pt x="653088" y="26619"/>
                </a:lnTo>
                <a:lnTo>
                  <a:pt x="653270" y="26775"/>
                </a:lnTo>
                <a:lnTo>
                  <a:pt x="653446" y="26938"/>
                </a:lnTo>
                <a:lnTo>
                  <a:pt x="653616" y="27107"/>
                </a:lnTo>
                <a:lnTo>
                  <a:pt x="653778" y="27281"/>
                </a:lnTo>
                <a:lnTo>
                  <a:pt x="653934" y="27459"/>
                </a:lnTo>
                <a:lnTo>
                  <a:pt x="654083" y="27642"/>
                </a:lnTo>
                <a:lnTo>
                  <a:pt x="654225" y="27830"/>
                </a:lnTo>
                <a:lnTo>
                  <a:pt x="654361" y="28023"/>
                </a:lnTo>
                <a:lnTo>
                  <a:pt x="654489" y="28220"/>
                </a:lnTo>
                <a:lnTo>
                  <a:pt x="654610" y="28422"/>
                </a:lnTo>
                <a:lnTo>
                  <a:pt x="654725" y="28629"/>
                </a:lnTo>
                <a:lnTo>
                  <a:pt x="654832" y="28841"/>
                </a:lnTo>
                <a:lnTo>
                  <a:pt x="654933" y="29057"/>
                </a:lnTo>
                <a:lnTo>
                  <a:pt x="655026" y="29278"/>
                </a:lnTo>
                <a:lnTo>
                  <a:pt x="655113" y="29504"/>
                </a:lnTo>
                <a:lnTo>
                  <a:pt x="655193" y="29735"/>
                </a:lnTo>
                <a:lnTo>
                  <a:pt x="655266" y="29970"/>
                </a:lnTo>
                <a:lnTo>
                  <a:pt x="655332" y="30210"/>
                </a:lnTo>
                <a:lnTo>
                  <a:pt x="655391" y="30455"/>
                </a:lnTo>
                <a:lnTo>
                  <a:pt x="655443" y="30705"/>
                </a:lnTo>
                <a:lnTo>
                  <a:pt x="655488" y="30959"/>
                </a:lnTo>
                <a:lnTo>
                  <a:pt x="655527" y="31218"/>
                </a:lnTo>
                <a:lnTo>
                  <a:pt x="655558" y="31482"/>
                </a:lnTo>
                <a:lnTo>
                  <a:pt x="655583" y="31751"/>
                </a:lnTo>
                <a:lnTo>
                  <a:pt x="655600" y="32024"/>
                </a:lnTo>
                <a:lnTo>
                  <a:pt x="655611" y="32302"/>
                </a:lnTo>
                <a:lnTo>
                  <a:pt x="666739" y="32302"/>
                </a:lnTo>
                <a:lnTo>
                  <a:pt x="666731" y="31851"/>
                </a:lnTo>
                <a:lnTo>
                  <a:pt x="666715" y="31406"/>
                </a:lnTo>
                <a:lnTo>
                  <a:pt x="666689" y="30967"/>
                </a:lnTo>
                <a:lnTo>
                  <a:pt x="666655" y="30535"/>
                </a:lnTo>
                <a:lnTo>
                  <a:pt x="666612" y="30110"/>
                </a:lnTo>
                <a:lnTo>
                  <a:pt x="666561" y="29691"/>
                </a:lnTo>
                <a:lnTo>
                  <a:pt x="666500" y="29278"/>
                </a:lnTo>
                <a:lnTo>
                  <a:pt x="666431" y="28872"/>
                </a:lnTo>
                <a:lnTo>
                  <a:pt x="666354" y="28473"/>
                </a:lnTo>
                <a:lnTo>
                  <a:pt x="666267" y="28080"/>
                </a:lnTo>
                <a:lnTo>
                  <a:pt x="666172" y="27693"/>
                </a:lnTo>
                <a:lnTo>
                  <a:pt x="666068" y="27313"/>
                </a:lnTo>
                <a:lnTo>
                  <a:pt x="665955" y="26939"/>
                </a:lnTo>
                <a:lnTo>
                  <a:pt x="665834" y="26572"/>
                </a:lnTo>
                <a:lnTo>
                  <a:pt x="665704" y="26212"/>
                </a:lnTo>
                <a:lnTo>
                  <a:pt x="665565" y="25858"/>
                </a:lnTo>
                <a:lnTo>
                  <a:pt x="665418" y="25510"/>
                </a:lnTo>
                <a:lnTo>
                  <a:pt x="665262" y="25169"/>
                </a:lnTo>
                <a:lnTo>
                  <a:pt x="665097" y="24835"/>
                </a:lnTo>
                <a:lnTo>
                  <a:pt x="664923" y="24507"/>
                </a:lnTo>
                <a:lnTo>
                  <a:pt x="664741" y="24185"/>
                </a:lnTo>
                <a:lnTo>
                  <a:pt x="664550" y="23870"/>
                </a:lnTo>
                <a:lnTo>
                  <a:pt x="664350" y="23561"/>
                </a:lnTo>
                <a:lnTo>
                  <a:pt x="664141" y="23259"/>
                </a:lnTo>
                <a:lnTo>
                  <a:pt x="663925" y="22964"/>
                </a:lnTo>
                <a:lnTo>
                  <a:pt x="663703" y="22674"/>
                </a:lnTo>
                <a:lnTo>
                  <a:pt x="663475" y="22391"/>
                </a:lnTo>
                <a:lnTo>
                  <a:pt x="663240" y="22113"/>
                </a:lnTo>
                <a:lnTo>
                  <a:pt x="663000" y="21843"/>
                </a:lnTo>
                <a:lnTo>
                  <a:pt x="662753" y="21578"/>
                </a:lnTo>
                <a:lnTo>
                  <a:pt x="662500" y="21319"/>
                </a:lnTo>
                <a:lnTo>
                  <a:pt x="662241" y="21067"/>
                </a:lnTo>
                <a:lnTo>
                  <a:pt x="661975" y="20820"/>
                </a:lnTo>
                <a:lnTo>
                  <a:pt x="661704" y="20580"/>
                </a:lnTo>
                <a:lnTo>
                  <a:pt x="661426" y="20347"/>
                </a:lnTo>
                <a:lnTo>
                  <a:pt x="661143" y="20119"/>
                </a:lnTo>
                <a:lnTo>
                  <a:pt x="660853" y="19897"/>
                </a:lnTo>
                <a:lnTo>
                  <a:pt x="660557" y="19682"/>
                </a:lnTo>
                <a:lnTo>
                  <a:pt x="660254" y="19473"/>
                </a:lnTo>
                <a:lnTo>
                  <a:pt x="659946" y="19270"/>
                </a:lnTo>
                <a:lnTo>
                  <a:pt x="659631" y="19073"/>
                </a:lnTo>
                <a:lnTo>
                  <a:pt x="659310" y="18883"/>
                </a:lnTo>
                <a:lnTo>
                  <a:pt x="658984" y="18699"/>
                </a:lnTo>
                <a:lnTo>
                  <a:pt x="658650" y="18520"/>
                </a:lnTo>
                <a:lnTo>
                  <a:pt x="658311" y="18348"/>
                </a:lnTo>
                <a:lnTo>
                  <a:pt x="657966" y="18183"/>
                </a:lnTo>
                <a:lnTo>
                  <a:pt x="657614" y="18023"/>
                </a:lnTo>
                <a:lnTo>
                  <a:pt x="657256" y="17870"/>
                </a:lnTo>
                <a:lnTo>
                  <a:pt x="656894" y="17722"/>
                </a:lnTo>
                <a:lnTo>
                  <a:pt x="656527" y="17581"/>
                </a:lnTo>
                <a:lnTo>
                  <a:pt x="656158" y="17447"/>
                </a:lnTo>
                <a:lnTo>
                  <a:pt x="655784" y="17318"/>
                </a:lnTo>
                <a:lnTo>
                  <a:pt x="655407" y="17196"/>
                </a:lnTo>
                <a:lnTo>
                  <a:pt x="655026" y="17080"/>
                </a:lnTo>
                <a:lnTo>
                  <a:pt x="654642" y="16970"/>
                </a:lnTo>
                <a:lnTo>
                  <a:pt x="654254" y="16867"/>
                </a:lnTo>
                <a:lnTo>
                  <a:pt x="653863" y="16770"/>
                </a:lnTo>
                <a:lnTo>
                  <a:pt x="653468" y="16679"/>
                </a:lnTo>
                <a:lnTo>
                  <a:pt x="653069" y="16594"/>
                </a:lnTo>
                <a:lnTo>
                  <a:pt x="652667" y="16516"/>
                </a:lnTo>
                <a:lnTo>
                  <a:pt x="652261" y="16444"/>
                </a:lnTo>
                <a:lnTo>
                  <a:pt x="651851" y="16378"/>
                </a:lnTo>
                <a:lnTo>
                  <a:pt x="651438" y="16318"/>
                </a:lnTo>
                <a:lnTo>
                  <a:pt x="651021" y="16265"/>
                </a:lnTo>
                <a:lnTo>
                  <a:pt x="650601" y="16218"/>
                </a:lnTo>
                <a:lnTo>
                  <a:pt x="650177" y="16177"/>
                </a:lnTo>
                <a:lnTo>
                  <a:pt x="649749" y="16143"/>
                </a:lnTo>
                <a:lnTo>
                  <a:pt x="649318" y="16115"/>
                </a:lnTo>
                <a:lnTo>
                  <a:pt x="648883" y="16093"/>
                </a:lnTo>
                <a:lnTo>
                  <a:pt x="648445" y="16077"/>
                </a:lnTo>
                <a:lnTo>
                  <a:pt x="648003" y="16068"/>
                </a:lnTo>
                <a:lnTo>
                  <a:pt x="647557" y="16065"/>
                </a:lnTo>
                <a:lnTo>
                  <a:pt x="647043" y="16069"/>
                </a:lnTo>
                <a:lnTo>
                  <a:pt x="646535" y="16081"/>
                </a:lnTo>
                <a:lnTo>
                  <a:pt x="646031" y="16102"/>
                </a:lnTo>
                <a:lnTo>
                  <a:pt x="645532" y="16131"/>
                </a:lnTo>
                <a:lnTo>
                  <a:pt x="645038" y="16169"/>
                </a:lnTo>
                <a:lnTo>
                  <a:pt x="644549" y="16214"/>
                </a:lnTo>
                <a:lnTo>
                  <a:pt x="644065" y="16269"/>
                </a:lnTo>
                <a:lnTo>
                  <a:pt x="643585" y="16331"/>
                </a:lnTo>
                <a:lnTo>
                  <a:pt x="643111" y="16402"/>
                </a:lnTo>
                <a:lnTo>
                  <a:pt x="642641" y="16481"/>
                </a:lnTo>
                <a:lnTo>
                  <a:pt x="642177" y="16568"/>
                </a:lnTo>
                <a:lnTo>
                  <a:pt x="641717" y="16664"/>
                </a:lnTo>
                <a:lnTo>
                  <a:pt x="641262" y="16768"/>
                </a:lnTo>
                <a:lnTo>
                  <a:pt x="640812" y="16880"/>
                </a:lnTo>
                <a:lnTo>
                  <a:pt x="640367" y="17001"/>
                </a:lnTo>
                <a:lnTo>
                  <a:pt x="639926" y="17130"/>
                </a:lnTo>
                <a:lnTo>
                  <a:pt x="639491" y="17268"/>
                </a:lnTo>
                <a:lnTo>
                  <a:pt x="639061" y="17413"/>
                </a:lnTo>
                <a:lnTo>
                  <a:pt x="638635" y="17567"/>
                </a:lnTo>
                <a:lnTo>
                  <a:pt x="638214" y="17730"/>
                </a:lnTo>
                <a:lnTo>
                  <a:pt x="637798" y="17900"/>
                </a:lnTo>
                <a:lnTo>
                  <a:pt x="637388" y="18079"/>
                </a:lnTo>
                <a:lnTo>
                  <a:pt x="636981" y="18267"/>
                </a:lnTo>
                <a:lnTo>
                  <a:pt x="636580" y="18462"/>
                </a:lnTo>
                <a:lnTo>
                  <a:pt x="636185" y="18667"/>
                </a:lnTo>
                <a:lnTo>
                  <a:pt x="635797" y="18880"/>
                </a:lnTo>
                <a:lnTo>
                  <a:pt x="635417" y="19101"/>
                </a:lnTo>
                <a:lnTo>
                  <a:pt x="635044" y="19332"/>
                </a:lnTo>
                <a:lnTo>
                  <a:pt x="634678" y="19571"/>
                </a:lnTo>
                <a:lnTo>
                  <a:pt x="634319" y="19819"/>
                </a:lnTo>
                <a:lnTo>
                  <a:pt x="633968" y="20076"/>
                </a:lnTo>
                <a:lnTo>
                  <a:pt x="633624" y="20342"/>
                </a:lnTo>
                <a:lnTo>
                  <a:pt x="633287" y="20616"/>
                </a:lnTo>
                <a:lnTo>
                  <a:pt x="632958" y="20900"/>
                </a:lnTo>
                <a:lnTo>
                  <a:pt x="632635" y="21192"/>
                </a:lnTo>
                <a:lnTo>
                  <a:pt x="632321" y="21492"/>
                </a:lnTo>
                <a:lnTo>
                  <a:pt x="632013" y="21802"/>
                </a:lnTo>
                <a:lnTo>
                  <a:pt x="631713" y="22120"/>
                </a:lnTo>
                <a:lnTo>
                  <a:pt x="631420" y="22447"/>
                </a:lnTo>
                <a:lnTo>
                  <a:pt x="631134" y="22783"/>
                </a:lnTo>
                <a:lnTo>
                  <a:pt x="630856" y="23128"/>
                </a:lnTo>
                <a:lnTo>
                  <a:pt x="630584" y="23482"/>
                </a:lnTo>
                <a:lnTo>
                  <a:pt x="630321" y="23844"/>
                </a:lnTo>
                <a:lnTo>
                  <a:pt x="630064" y="24215"/>
                </a:lnTo>
                <a:lnTo>
                  <a:pt x="629815" y="24595"/>
                </a:lnTo>
                <a:lnTo>
                  <a:pt x="629573" y="24983"/>
                </a:lnTo>
                <a:lnTo>
                  <a:pt x="629338" y="25381"/>
                </a:lnTo>
                <a:lnTo>
                  <a:pt x="629111" y="25787"/>
                </a:lnTo>
                <a:lnTo>
                  <a:pt x="628892" y="26202"/>
                </a:lnTo>
                <a:lnTo>
                  <a:pt x="628682" y="26627"/>
                </a:lnTo>
                <a:lnTo>
                  <a:pt x="628482" y="27061"/>
                </a:lnTo>
                <a:lnTo>
                  <a:pt x="628291" y="27505"/>
                </a:lnTo>
                <a:lnTo>
                  <a:pt x="628109" y="27958"/>
                </a:lnTo>
                <a:lnTo>
                  <a:pt x="627936" y="28421"/>
                </a:lnTo>
                <a:lnTo>
                  <a:pt x="627773" y="28893"/>
                </a:lnTo>
                <a:lnTo>
                  <a:pt x="627619" y="29374"/>
                </a:lnTo>
                <a:lnTo>
                  <a:pt x="627475" y="29865"/>
                </a:lnTo>
                <a:lnTo>
                  <a:pt x="627340" y="30366"/>
                </a:lnTo>
                <a:lnTo>
                  <a:pt x="627214" y="30876"/>
                </a:lnTo>
                <a:lnTo>
                  <a:pt x="627097" y="31395"/>
                </a:lnTo>
                <a:lnTo>
                  <a:pt x="626990" y="31924"/>
                </a:lnTo>
                <a:lnTo>
                  <a:pt x="626892" y="32463"/>
                </a:lnTo>
                <a:lnTo>
                  <a:pt x="626804" y="33011"/>
                </a:lnTo>
                <a:lnTo>
                  <a:pt x="626725" y="33568"/>
                </a:lnTo>
                <a:lnTo>
                  <a:pt x="626655" y="34135"/>
                </a:lnTo>
                <a:lnTo>
                  <a:pt x="626594" y="34711"/>
                </a:lnTo>
                <a:lnTo>
                  <a:pt x="626543" y="35297"/>
                </a:lnTo>
                <a:lnTo>
                  <a:pt x="626501" y="35892"/>
                </a:lnTo>
                <a:lnTo>
                  <a:pt x="626468" y="36496"/>
                </a:lnTo>
                <a:lnTo>
                  <a:pt x="626445" y="37111"/>
                </a:lnTo>
                <a:lnTo>
                  <a:pt x="626431" y="37734"/>
                </a:lnTo>
                <a:lnTo>
                  <a:pt x="626426" y="38367"/>
                </a:lnTo>
                <a:lnTo>
                  <a:pt x="626431" y="39000"/>
                </a:lnTo>
                <a:lnTo>
                  <a:pt x="626446" y="39623"/>
                </a:lnTo>
                <a:lnTo>
                  <a:pt x="626470" y="40237"/>
                </a:lnTo>
                <a:lnTo>
                  <a:pt x="626504" y="40841"/>
                </a:lnTo>
                <a:lnTo>
                  <a:pt x="626548" y="41434"/>
                </a:lnTo>
                <a:lnTo>
                  <a:pt x="626602" y="42019"/>
                </a:lnTo>
                <a:lnTo>
                  <a:pt x="626666" y="42593"/>
                </a:lnTo>
                <a:lnTo>
                  <a:pt x="626739" y="43157"/>
                </a:lnTo>
                <a:lnTo>
                  <a:pt x="626822" y="43712"/>
                </a:lnTo>
                <a:lnTo>
                  <a:pt x="626915" y="44257"/>
                </a:lnTo>
                <a:lnTo>
                  <a:pt x="627018" y="44792"/>
                </a:lnTo>
                <a:lnTo>
                  <a:pt x="627130" y="45318"/>
                </a:lnTo>
                <a:lnTo>
                  <a:pt x="627252" y="45834"/>
                </a:lnTo>
                <a:lnTo>
                  <a:pt x="627384" y="46340"/>
                </a:lnTo>
                <a:lnTo>
                  <a:pt x="627526" y="46836"/>
                </a:lnTo>
                <a:lnTo>
                  <a:pt x="627677" y="47322"/>
                </a:lnTo>
                <a:lnTo>
                  <a:pt x="627838" y="47799"/>
                </a:lnTo>
                <a:lnTo>
                  <a:pt x="628009" y="48265"/>
                </a:lnTo>
                <a:lnTo>
                  <a:pt x="628190" y="48722"/>
                </a:lnTo>
                <a:lnTo>
                  <a:pt x="628381" y="49170"/>
                </a:lnTo>
                <a:lnTo>
                  <a:pt x="628581" y="49607"/>
                </a:lnTo>
                <a:lnTo>
                  <a:pt x="628791" y="50035"/>
                </a:lnTo>
                <a:lnTo>
                  <a:pt x="629011" y="50453"/>
                </a:lnTo>
                <a:lnTo>
                  <a:pt x="629241" y="50861"/>
                </a:lnTo>
                <a:lnTo>
                  <a:pt x="629479" y="51260"/>
                </a:lnTo>
                <a:lnTo>
                  <a:pt x="629724" y="51650"/>
                </a:lnTo>
                <a:lnTo>
                  <a:pt x="629976" y="52031"/>
                </a:lnTo>
                <a:lnTo>
                  <a:pt x="630234" y="52403"/>
                </a:lnTo>
                <a:lnTo>
                  <a:pt x="630500" y="52766"/>
                </a:lnTo>
                <a:lnTo>
                  <a:pt x="630773" y="53121"/>
                </a:lnTo>
                <a:lnTo>
                  <a:pt x="631052" y="53466"/>
                </a:lnTo>
                <a:lnTo>
                  <a:pt x="631339" y="53803"/>
                </a:lnTo>
                <a:lnTo>
                  <a:pt x="631632" y="54131"/>
                </a:lnTo>
                <a:lnTo>
                  <a:pt x="631932" y="54450"/>
                </a:lnTo>
                <a:lnTo>
                  <a:pt x="632239" y="54761"/>
                </a:lnTo>
                <a:lnTo>
                  <a:pt x="632553" y="55062"/>
                </a:lnTo>
                <a:lnTo>
                  <a:pt x="632874" y="55354"/>
                </a:lnTo>
                <a:lnTo>
                  <a:pt x="633202" y="55638"/>
                </a:lnTo>
                <a:lnTo>
                  <a:pt x="633537" y="55913"/>
                </a:lnTo>
                <a:lnTo>
                  <a:pt x="633879" y="56179"/>
                </a:lnTo>
                <a:lnTo>
                  <a:pt x="634227" y="56436"/>
                </a:lnTo>
                <a:lnTo>
                  <a:pt x="634583" y="56684"/>
                </a:lnTo>
                <a:lnTo>
                  <a:pt x="634946" y="56924"/>
                </a:lnTo>
                <a:lnTo>
                  <a:pt x="635315" y="57154"/>
                </a:lnTo>
                <a:lnTo>
                  <a:pt x="635691" y="57376"/>
                </a:lnTo>
                <a:lnTo>
                  <a:pt x="636075" y="57589"/>
                </a:lnTo>
                <a:lnTo>
                  <a:pt x="636465" y="57793"/>
                </a:lnTo>
                <a:lnTo>
                  <a:pt x="636862" y="57988"/>
                </a:lnTo>
                <a:lnTo>
                  <a:pt x="637264" y="58174"/>
                </a:lnTo>
                <a:lnTo>
                  <a:pt x="637670" y="58353"/>
                </a:lnTo>
                <a:lnTo>
                  <a:pt x="638080" y="58524"/>
                </a:lnTo>
                <a:lnTo>
                  <a:pt x="638494" y="58687"/>
                </a:lnTo>
                <a:lnTo>
                  <a:pt x="638911" y="58841"/>
                </a:lnTo>
                <a:lnTo>
                  <a:pt x="639333" y="58988"/>
                </a:lnTo>
                <a:lnTo>
                  <a:pt x="639758" y="59127"/>
                </a:lnTo>
                <a:lnTo>
                  <a:pt x="640186" y="59258"/>
                </a:lnTo>
                <a:lnTo>
                  <a:pt x="640619" y="59381"/>
                </a:lnTo>
                <a:lnTo>
                  <a:pt x="641055" y="59496"/>
                </a:lnTo>
                <a:lnTo>
                  <a:pt x="641495" y="59604"/>
                </a:lnTo>
                <a:lnTo>
                  <a:pt x="641939" y="59703"/>
                </a:lnTo>
                <a:lnTo>
                  <a:pt x="642386" y="59794"/>
                </a:lnTo>
                <a:lnTo>
                  <a:pt x="642838" y="59878"/>
                </a:lnTo>
                <a:lnTo>
                  <a:pt x="643293" y="59953"/>
                </a:lnTo>
                <a:lnTo>
                  <a:pt x="643751" y="60021"/>
                </a:lnTo>
                <a:lnTo>
                  <a:pt x="644214" y="60080"/>
                </a:lnTo>
                <a:lnTo>
                  <a:pt x="644680" y="60132"/>
                </a:lnTo>
                <a:lnTo>
                  <a:pt x="645150" y="60175"/>
                </a:lnTo>
                <a:lnTo>
                  <a:pt x="645624" y="60211"/>
                </a:lnTo>
                <a:lnTo>
                  <a:pt x="646102" y="60239"/>
                </a:lnTo>
                <a:lnTo>
                  <a:pt x="646583" y="60259"/>
                </a:lnTo>
                <a:lnTo>
                  <a:pt x="647068" y="60271"/>
                </a:lnTo>
                <a:lnTo>
                  <a:pt x="647557" y="60275"/>
                </a:lnTo>
                <a:lnTo>
                  <a:pt x="648024" y="60271"/>
                </a:lnTo>
                <a:lnTo>
                  <a:pt x="648486" y="60261"/>
                </a:lnTo>
                <a:lnTo>
                  <a:pt x="648945" y="60244"/>
                </a:lnTo>
                <a:lnTo>
                  <a:pt x="649399" y="60219"/>
                </a:lnTo>
                <a:lnTo>
                  <a:pt x="649848" y="60189"/>
                </a:lnTo>
                <a:close/>
                <a:moveTo>
                  <a:pt x="701212" y="60162"/>
                </a:moveTo>
                <a:lnTo>
                  <a:pt x="701722" y="60113"/>
                </a:lnTo>
                <a:lnTo>
                  <a:pt x="702225" y="60055"/>
                </a:lnTo>
                <a:lnTo>
                  <a:pt x="702723" y="59987"/>
                </a:lnTo>
                <a:lnTo>
                  <a:pt x="703215" y="59911"/>
                </a:lnTo>
                <a:lnTo>
                  <a:pt x="703702" y="59826"/>
                </a:lnTo>
                <a:lnTo>
                  <a:pt x="704182" y="59732"/>
                </a:lnTo>
                <a:lnTo>
                  <a:pt x="704657" y="59628"/>
                </a:lnTo>
                <a:lnTo>
                  <a:pt x="705126" y="59516"/>
                </a:lnTo>
                <a:lnTo>
                  <a:pt x="705589" y="59395"/>
                </a:lnTo>
                <a:lnTo>
                  <a:pt x="706046" y="59265"/>
                </a:lnTo>
                <a:lnTo>
                  <a:pt x="706498" y="59126"/>
                </a:lnTo>
                <a:lnTo>
                  <a:pt x="706943" y="58978"/>
                </a:lnTo>
                <a:lnTo>
                  <a:pt x="707383" y="58821"/>
                </a:lnTo>
                <a:lnTo>
                  <a:pt x="707818" y="58655"/>
                </a:lnTo>
                <a:lnTo>
                  <a:pt x="708246" y="58480"/>
                </a:lnTo>
                <a:lnTo>
                  <a:pt x="708669" y="58296"/>
                </a:lnTo>
                <a:lnTo>
                  <a:pt x="709085" y="58103"/>
                </a:lnTo>
                <a:lnTo>
                  <a:pt x="709496" y="57901"/>
                </a:lnTo>
                <a:lnTo>
                  <a:pt x="709902" y="57690"/>
                </a:lnTo>
                <a:lnTo>
                  <a:pt x="710300" y="57471"/>
                </a:lnTo>
                <a:lnTo>
                  <a:pt x="710691" y="57243"/>
                </a:lnTo>
                <a:lnTo>
                  <a:pt x="711075" y="57007"/>
                </a:lnTo>
                <a:lnTo>
                  <a:pt x="711451" y="56764"/>
                </a:lnTo>
                <a:lnTo>
                  <a:pt x="711820" y="56512"/>
                </a:lnTo>
                <a:lnTo>
                  <a:pt x="712182" y="56252"/>
                </a:lnTo>
                <a:lnTo>
                  <a:pt x="712536" y="55984"/>
                </a:lnTo>
                <a:lnTo>
                  <a:pt x="712882" y="55708"/>
                </a:lnTo>
                <a:lnTo>
                  <a:pt x="713221" y="55424"/>
                </a:lnTo>
                <a:lnTo>
                  <a:pt x="713553" y="55132"/>
                </a:lnTo>
                <a:lnTo>
                  <a:pt x="713877" y="54832"/>
                </a:lnTo>
                <a:lnTo>
                  <a:pt x="714194" y="54524"/>
                </a:lnTo>
                <a:lnTo>
                  <a:pt x="714503" y="54208"/>
                </a:lnTo>
                <a:lnTo>
                  <a:pt x="714805" y="53884"/>
                </a:lnTo>
                <a:lnTo>
                  <a:pt x="715099" y="53551"/>
                </a:lnTo>
                <a:lnTo>
                  <a:pt x="715386" y="53211"/>
                </a:lnTo>
                <a:lnTo>
                  <a:pt x="715666" y="52862"/>
                </a:lnTo>
                <a:lnTo>
                  <a:pt x="715938" y="52506"/>
                </a:lnTo>
                <a:lnTo>
                  <a:pt x="716203" y="52141"/>
                </a:lnTo>
                <a:lnTo>
                  <a:pt x="716460" y="51769"/>
                </a:lnTo>
                <a:lnTo>
                  <a:pt x="716710" y="51388"/>
                </a:lnTo>
                <a:lnTo>
                  <a:pt x="716952" y="50999"/>
                </a:lnTo>
                <a:lnTo>
                  <a:pt x="717187" y="50603"/>
                </a:lnTo>
                <a:lnTo>
                  <a:pt x="717414" y="50198"/>
                </a:lnTo>
                <a:lnTo>
                  <a:pt x="717633" y="49785"/>
                </a:lnTo>
                <a:lnTo>
                  <a:pt x="717843" y="49365"/>
                </a:lnTo>
                <a:lnTo>
                  <a:pt x="718043" y="48939"/>
                </a:lnTo>
                <a:lnTo>
                  <a:pt x="718235" y="48505"/>
                </a:lnTo>
                <a:lnTo>
                  <a:pt x="718416" y="48063"/>
                </a:lnTo>
                <a:lnTo>
                  <a:pt x="718589" y="47615"/>
                </a:lnTo>
                <a:lnTo>
                  <a:pt x="718752" y="47160"/>
                </a:lnTo>
                <a:lnTo>
                  <a:pt x="718906" y="46697"/>
                </a:lnTo>
                <a:lnTo>
                  <a:pt x="719050" y="46227"/>
                </a:lnTo>
                <a:lnTo>
                  <a:pt x="719185" y="45750"/>
                </a:lnTo>
                <a:lnTo>
                  <a:pt x="719311" y="45266"/>
                </a:lnTo>
                <a:lnTo>
                  <a:pt x="719428" y="44775"/>
                </a:lnTo>
                <a:lnTo>
                  <a:pt x="719535" y="44277"/>
                </a:lnTo>
                <a:lnTo>
                  <a:pt x="719633" y="43771"/>
                </a:lnTo>
                <a:lnTo>
                  <a:pt x="719721" y="43258"/>
                </a:lnTo>
                <a:lnTo>
                  <a:pt x="719801" y="42739"/>
                </a:lnTo>
                <a:lnTo>
                  <a:pt x="719871" y="42212"/>
                </a:lnTo>
                <a:lnTo>
                  <a:pt x="719931" y="41677"/>
                </a:lnTo>
                <a:lnTo>
                  <a:pt x="719982" y="41136"/>
                </a:lnTo>
                <a:lnTo>
                  <a:pt x="720024" y="40588"/>
                </a:lnTo>
                <a:lnTo>
                  <a:pt x="720057" y="40032"/>
                </a:lnTo>
                <a:lnTo>
                  <a:pt x="720080" y="39469"/>
                </a:lnTo>
                <a:lnTo>
                  <a:pt x="720094" y="38900"/>
                </a:lnTo>
                <a:lnTo>
                  <a:pt x="720099" y="38322"/>
                </a:lnTo>
                <a:lnTo>
                  <a:pt x="720094" y="37735"/>
                </a:lnTo>
                <a:lnTo>
                  <a:pt x="720080" y="37154"/>
                </a:lnTo>
                <a:lnTo>
                  <a:pt x="720057" y="36581"/>
                </a:lnTo>
                <a:lnTo>
                  <a:pt x="720024" y="36016"/>
                </a:lnTo>
                <a:lnTo>
                  <a:pt x="719982" y="35458"/>
                </a:lnTo>
                <a:lnTo>
                  <a:pt x="719931" y="34907"/>
                </a:lnTo>
                <a:lnTo>
                  <a:pt x="719871" y="34363"/>
                </a:lnTo>
                <a:lnTo>
                  <a:pt x="719801" y="33827"/>
                </a:lnTo>
                <a:lnTo>
                  <a:pt x="719721" y="33298"/>
                </a:lnTo>
                <a:lnTo>
                  <a:pt x="719633" y="32777"/>
                </a:lnTo>
                <a:lnTo>
                  <a:pt x="719535" y="32263"/>
                </a:lnTo>
                <a:lnTo>
                  <a:pt x="719428" y="31756"/>
                </a:lnTo>
                <a:lnTo>
                  <a:pt x="719311" y="31257"/>
                </a:lnTo>
                <a:lnTo>
                  <a:pt x="719185" y="30765"/>
                </a:lnTo>
                <a:lnTo>
                  <a:pt x="719050" y="30281"/>
                </a:lnTo>
                <a:lnTo>
                  <a:pt x="718906" y="29804"/>
                </a:lnTo>
                <a:lnTo>
                  <a:pt x="718752" y="29334"/>
                </a:lnTo>
                <a:lnTo>
                  <a:pt x="718589" y="28872"/>
                </a:lnTo>
                <a:lnTo>
                  <a:pt x="718416" y="28417"/>
                </a:lnTo>
                <a:lnTo>
                  <a:pt x="718235" y="27969"/>
                </a:lnTo>
                <a:lnTo>
                  <a:pt x="718043" y="27529"/>
                </a:lnTo>
                <a:lnTo>
                  <a:pt x="717843" y="27096"/>
                </a:lnTo>
                <a:lnTo>
                  <a:pt x="717633" y="26671"/>
                </a:lnTo>
                <a:lnTo>
                  <a:pt x="717414" y="26252"/>
                </a:lnTo>
                <a:lnTo>
                  <a:pt x="717187" y="25842"/>
                </a:lnTo>
                <a:lnTo>
                  <a:pt x="716952" y="25440"/>
                </a:lnTo>
                <a:lnTo>
                  <a:pt x="716710" y="25046"/>
                </a:lnTo>
                <a:lnTo>
                  <a:pt x="716460" y="24660"/>
                </a:lnTo>
                <a:lnTo>
                  <a:pt x="716203" y="24283"/>
                </a:lnTo>
                <a:lnTo>
                  <a:pt x="715938" y="23913"/>
                </a:lnTo>
                <a:lnTo>
                  <a:pt x="715666" y="23552"/>
                </a:lnTo>
                <a:lnTo>
                  <a:pt x="715386" y="23199"/>
                </a:lnTo>
                <a:lnTo>
                  <a:pt x="715099" y="22855"/>
                </a:lnTo>
                <a:lnTo>
                  <a:pt x="714805" y="22518"/>
                </a:lnTo>
                <a:lnTo>
                  <a:pt x="714503" y="22190"/>
                </a:lnTo>
                <a:lnTo>
                  <a:pt x="714194" y="21870"/>
                </a:lnTo>
                <a:lnTo>
                  <a:pt x="713877" y="21559"/>
                </a:lnTo>
                <a:lnTo>
                  <a:pt x="713553" y="21255"/>
                </a:lnTo>
                <a:lnTo>
                  <a:pt x="713221" y="20960"/>
                </a:lnTo>
                <a:lnTo>
                  <a:pt x="712882" y="20673"/>
                </a:lnTo>
                <a:lnTo>
                  <a:pt x="712536" y="20394"/>
                </a:lnTo>
                <a:lnTo>
                  <a:pt x="712182" y="20123"/>
                </a:lnTo>
                <a:lnTo>
                  <a:pt x="711820" y="19861"/>
                </a:lnTo>
                <a:lnTo>
                  <a:pt x="711451" y="19607"/>
                </a:lnTo>
                <a:lnTo>
                  <a:pt x="711075" y="19361"/>
                </a:lnTo>
                <a:lnTo>
                  <a:pt x="710691" y="19123"/>
                </a:lnTo>
                <a:lnTo>
                  <a:pt x="710300" y="18893"/>
                </a:lnTo>
                <a:lnTo>
                  <a:pt x="709902" y="18672"/>
                </a:lnTo>
                <a:lnTo>
                  <a:pt x="709496" y="18459"/>
                </a:lnTo>
                <a:lnTo>
                  <a:pt x="709085" y="18256"/>
                </a:lnTo>
                <a:lnTo>
                  <a:pt x="708669" y="18061"/>
                </a:lnTo>
                <a:lnTo>
                  <a:pt x="708246" y="17875"/>
                </a:lnTo>
                <a:lnTo>
                  <a:pt x="707818" y="17699"/>
                </a:lnTo>
                <a:lnTo>
                  <a:pt x="707383" y="17531"/>
                </a:lnTo>
                <a:lnTo>
                  <a:pt x="706943" y="17373"/>
                </a:lnTo>
                <a:lnTo>
                  <a:pt x="706498" y="17223"/>
                </a:lnTo>
                <a:lnTo>
                  <a:pt x="706046" y="17083"/>
                </a:lnTo>
                <a:lnTo>
                  <a:pt x="705589" y="16952"/>
                </a:lnTo>
                <a:lnTo>
                  <a:pt x="705126" y="16830"/>
                </a:lnTo>
                <a:lnTo>
                  <a:pt x="704657" y="16716"/>
                </a:lnTo>
                <a:lnTo>
                  <a:pt x="704182" y="16612"/>
                </a:lnTo>
                <a:lnTo>
                  <a:pt x="703702" y="16517"/>
                </a:lnTo>
                <a:lnTo>
                  <a:pt x="703215" y="16431"/>
                </a:lnTo>
                <a:lnTo>
                  <a:pt x="702723" y="16354"/>
                </a:lnTo>
                <a:lnTo>
                  <a:pt x="702225" y="16286"/>
                </a:lnTo>
                <a:lnTo>
                  <a:pt x="701722" y="16228"/>
                </a:lnTo>
                <a:lnTo>
                  <a:pt x="701212" y="16178"/>
                </a:lnTo>
                <a:lnTo>
                  <a:pt x="700697" y="16137"/>
                </a:lnTo>
                <a:lnTo>
                  <a:pt x="700176" y="16105"/>
                </a:lnTo>
                <a:lnTo>
                  <a:pt x="699649" y="16083"/>
                </a:lnTo>
                <a:lnTo>
                  <a:pt x="699117" y="16069"/>
                </a:lnTo>
                <a:lnTo>
                  <a:pt x="698578" y="16065"/>
                </a:lnTo>
                <a:lnTo>
                  <a:pt x="698047" y="16069"/>
                </a:lnTo>
                <a:lnTo>
                  <a:pt x="697521" y="16083"/>
                </a:lnTo>
                <a:lnTo>
                  <a:pt x="697001" y="16105"/>
                </a:lnTo>
                <a:lnTo>
                  <a:pt x="696486" y="16137"/>
                </a:lnTo>
                <a:lnTo>
                  <a:pt x="695977" y="16178"/>
                </a:lnTo>
                <a:lnTo>
                  <a:pt x="695473" y="16228"/>
                </a:lnTo>
                <a:lnTo>
                  <a:pt x="694975" y="16286"/>
                </a:lnTo>
                <a:lnTo>
                  <a:pt x="694482" y="16354"/>
                </a:lnTo>
                <a:lnTo>
                  <a:pt x="693994" y="16431"/>
                </a:lnTo>
                <a:lnTo>
                  <a:pt x="693512" y="16517"/>
                </a:lnTo>
                <a:lnTo>
                  <a:pt x="693036" y="16612"/>
                </a:lnTo>
                <a:lnTo>
                  <a:pt x="692565" y="16716"/>
                </a:lnTo>
                <a:lnTo>
                  <a:pt x="692100" y="16830"/>
                </a:lnTo>
                <a:lnTo>
                  <a:pt x="691640" y="16952"/>
                </a:lnTo>
                <a:lnTo>
                  <a:pt x="691185" y="17083"/>
                </a:lnTo>
                <a:lnTo>
                  <a:pt x="690736" y="17223"/>
                </a:lnTo>
                <a:lnTo>
                  <a:pt x="690293" y="17373"/>
                </a:lnTo>
                <a:lnTo>
                  <a:pt x="689855" y="17531"/>
                </a:lnTo>
                <a:lnTo>
                  <a:pt x="689422" y="17699"/>
                </a:lnTo>
                <a:lnTo>
                  <a:pt x="688995" y="17875"/>
                </a:lnTo>
                <a:lnTo>
                  <a:pt x="688574" y="18061"/>
                </a:lnTo>
                <a:lnTo>
                  <a:pt x="688158" y="18256"/>
                </a:lnTo>
                <a:lnTo>
                  <a:pt x="687747" y="18459"/>
                </a:lnTo>
                <a:lnTo>
                  <a:pt x="687342" y="18672"/>
                </a:lnTo>
                <a:lnTo>
                  <a:pt x="686943" y="18893"/>
                </a:lnTo>
                <a:lnTo>
                  <a:pt x="686552" y="19123"/>
                </a:lnTo>
                <a:lnTo>
                  <a:pt x="686169" y="19361"/>
                </a:lnTo>
                <a:lnTo>
                  <a:pt x="685793" y="19607"/>
                </a:lnTo>
                <a:lnTo>
                  <a:pt x="685425" y="19861"/>
                </a:lnTo>
                <a:lnTo>
                  <a:pt x="685065" y="20123"/>
                </a:lnTo>
                <a:lnTo>
                  <a:pt x="684712" y="20394"/>
                </a:lnTo>
                <a:lnTo>
                  <a:pt x="684366" y="20673"/>
                </a:lnTo>
                <a:lnTo>
                  <a:pt x="684028" y="20960"/>
                </a:lnTo>
                <a:lnTo>
                  <a:pt x="683698" y="21255"/>
                </a:lnTo>
                <a:lnTo>
                  <a:pt x="683376" y="21559"/>
                </a:lnTo>
                <a:lnTo>
                  <a:pt x="683061" y="21870"/>
                </a:lnTo>
                <a:lnTo>
                  <a:pt x="682753" y="22190"/>
                </a:lnTo>
                <a:lnTo>
                  <a:pt x="682453" y="22518"/>
                </a:lnTo>
                <a:lnTo>
                  <a:pt x="682161" y="22855"/>
                </a:lnTo>
                <a:lnTo>
                  <a:pt x="681876" y="23199"/>
                </a:lnTo>
                <a:lnTo>
                  <a:pt x="681599" y="23552"/>
                </a:lnTo>
                <a:lnTo>
                  <a:pt x="681330" y="23913"/>
                </a:lnTo>
                <a:lnTo>
                  <a:pt x="681068" y="24283"/>
                </a:lnTo>
                <a:lnTo>
                  <a:pt x="680814" y="24660"/>
                </a:lnTo>
                <a:lnTo>
                  <a:pt x="680567" y="25046"/>
                </a:lnTo>
                <a:lnTo>
                  <a:pt x="680328" y="25440"/>
                </a:lnTo>
                <a:lnTo>
                  <a:pt x="680096" y="25842"/>
                </a:lnTo>
                <a:lnTo>
                  <a:pt x="679873" y="26252"/>
                </a:lnTo>
                <a:lnTo>
                  <a:pt x="679657" y="26671"/>
                </a:lnTo>
                <a:lnTo>
                  <a:pt x="679451" y="27096"/>
                </a:lnTo>
                <a:lnTo>
                  <a:pt x="679253" y="27529"/>
                </a:lnTo>
                <a:lnTo>
                  <a:pt x="679065" y="27969"/>
                </a:lnTo>
                <a:lnTo>
                  <a:pt x="678887" y="28417"/>
                </a:lnTo>
                <a:lnTo>
                  <a:pt x="678717" y="28872"/>
                </a:lnTo>
                <a:lnTo>
                  <a:pt x="678556" y="29334"/>
                </a:lnTo>
                <a:lnTo>
                  <a:pt x="678405" y="29804"/>
                </a:lnTo>
                <a:lnTo>
                  <a:pt x="678263" y="30281"/>
                </a:lnTo>
                <a:lnTo>
                  <a:pt x="678130" y="30765"/>
                </a:lnTo>
                <a:lnTo>
                  <a:pt x="678006" y="31257"/>
                </a:lnTo>
                <a:lnTo>
                  <a:pt x="677892" y="31756"/>
                </a:lnTo>
                <a:lnTo>
                  <a:pt x="677786" y="32263"/>
                </a:lnTo>
                <a:lnTo>
                  <a:pt x="677690" y="32777"/>
                </a:lnTo>
                <a:lnTo>
                  <a:pt x="677603" y="33298"/>
                </a:lnTo>
                <a:lnTo>
                  <a:pt x="677525" y="33827"/>
                </a:lnTo>
                <a:lnTo>
                  <a:pt x="677456" y="34363"/>
                </a:lnTo>
                <a:lnTo>
                  <a:pt x="677396" y="34907"/>
                </a:lnTo>
                <a:lnTo>
                  <a:pt x="677346" y="35458"/>
                </a:lnTo>
                <a:lnTo>
                  <a:pt x="677305" y="36016"/>
                </a:lnTo>
                <a:lnTo>
                  <a:pt x="677272" y="36581"/>
                </a:lnTo>
                <a:lnTo>
                  <a:pt x="677250" y="37154"/>
                </a:lnTo>
                <a:lnTo>
                  <a:pt x="677236" y="37735"/>
                </a:lnTo>
                <a:lnTo>
                  <a:pt x="677231" y="38322"/>
                </a:lnTo>
                <a:lnTo>
                  <a:pt x="677236" y="38900"/>
                </a:lnTo>
                <a:lnTo>
                  <a:pt x="677250" y="39469"/>
                </a:lnTo>
                <a:lnTo>
                  <a:pt x="677272" y="40032"/>
                </a:lnTo>
                <a:lnTo>
                  <a:pt x="677305" y="40588"/>
                </a:lnTo>
                <a:lnTo>
                  <a:pt x="677346" y="41136"/>
                </a:lnTo>
                <a:lnTo>
                  <a:pt x="677396" y="41677"/>
                </a:lnTo>
                <a:lnTo>
                  <a:pt x="677456" y="42212"/>
                </a:lnTo>
                <a:lnTo>
                  <a:pt x="677525" y="42739"/>
                </a:lnTo>
                <a:lnTo>
                  <a:pt x="677603" y="43258"/>
                </a:lnTo>
                <a:lnTo>
                  <a:pt x="677690" y="43771"/>
                </a:lnTo>
                <a:lnTo>
                  <a:pt x="677786" y="44277"/>
                </a:lnTo>
                <a:lnTo>
                  <a:pt x="677892" y="44775"/>
                </a:lnTo>
                <a:lnTo>
                  <a:pt x="678006" y="45266"/>
                </a:lnTo>
                <a:lnTo>
                  <a:pt x="678130" y="45750"/>
                </a:lnTo>
                <a:lnTo>
                  <a:pt x="678263" y="46227"/>
                </a:lnTo>
                <a:lnTo>
                  <a:pt x="678405" y="46697"/>
                </a:lnTo>
                <a:lnTo>
                  <a:pt x="678556" y="47160"/>
                </a:lnTo>
                <a:lnTo>
                  <a:pt x="678717" y="47615"/>
                </a:lnTo>
                <a:lnTo>
                  <a:pt x="678887" y="48063"/>
                </a:lnTo>
                <a:lnTo>
                  <a:pt x="679065" y="48505"/>
                </a:lnTo>
                <a:lnTo>
                  <a:pt x="679253" y="48939"/>
                </a:lnTo>
                <a:lnTo>
                  <a:pt x="679451" y="49365"/>
                </a:lnTo>
                <a:lnTo>
                  <a:pt x="679657" y="49785"/>
                </a:lnTo>
                <a:lnTo>
                  <a:pt x="679873" y="50198"/>
                </a:lnTo>
                <a:lnTo>
                  <a:pt x="680096" y="50603"/>
                </a:lnTo>
                <a:lnTo>
                  <a:pt x="680328" y="50999"/>
                </a:lnTo>
                <a:lnTo>
                  <a:pt x="680567" y="51388"/>
                </a:lnTo>
                <a:lnTo>
                  <a:pt x="680814" y="51769"/>
                </a:lnTo>
                <a:lnTo>
                  <a:pt x="681068" y="52141"/>
                </a:lnTo>
                <a:lnTo>
                  <a:pt x="681330" y="52506"/>
                </a:lnTo>
                <a:lnTo>
                  <a:pt x="681599" y="52862"/>
                </a:lnTo>
                <a:lnTo>
                  <a:pt x="681876" y="53211"/>
                </a:lnTo>
                <a:lnTo>
                  <a:pt x="682161" y="53551"/>
                </a:lnTo>
                <a:lnTo>
                  <a:pt x="682453" y="53884"/>
                </a:lnTo>
                <a:lnTo>
                  <a:pt x="682753" y="54208"/>
                </a:lnTo>
                <a:lnTo>
                  <a:pt x="683061" y="54524"/>
                </a:lnTo>
                <a:lnTo>
                  <a:pt x="683376" y="54832"/>
                </a:lnTo>
                <a:lnTo>
                  <a:pt x="683698" y="55132"/>
                </a:lnTo>
                <a:lnTo>
                  <a:pt x="684028" y="55424"/>
                </a:lnTo>
                <a:lnTo>
                  <a:pt x="684366" y="55708"/>
                </a:lnTo>
                <a:lnTo>
                  <a:pt x="684712" y="55984"/>
                </a:lnTo>
                <a:lnTo>
                  <a:pt x="685065" y="56252"/>
                </a:lnTo>
                <a:lnTo>
                  <a:pt x="685425" y="56512"/>
                </a:lnTo>
                <a:lnTo>
                  <a:pt x="685793" y="56764"/>
                </a:lnTo>
                <a:lnTo>
                  <a:pt x="686169" y="57007"/>
                </a:lnTo>
                <a:lnTo>
                  <a:pt x="686552" y="57243"/>
                </a:lnTo>
                <a:lnTo>
                  <a:pt x="686943" y="57471"/>
                </a:lnTo>
                <a:lnTo>
                  <a:pt x="687342" y="57690"/>
                </a:lnTo>
                <a:lnTo>
                  <a:pt x="687747" y="57901"/>
                </a:lnTo>
                <a:lnTo>
                  <a:pt x="688158" y="58103"/>
                </a:lnTo>
                <a:lnTo>
                  <a:pt x="688574" y="58296"/>
                </a:lnTo>
                <a:lnTo>
                  <a:pt x="688995" y="58480"/>
                </a:lnTo>
                <a:lnTo>
                  <a:pt x="689422" y="58655"/>
                </a:lnTo>
                <a:lnTo>
                  <a:pt x="689855" y="58821"/>
                </a:lnTo>
                <a:lnTo>
                  <a:pt x="690293" y="58978"/>
                </a:lnTo>
                <a:lnTo>
                  <a:pt x="690736" y="59126"/>
                </a:lnTo>
                <a:lnTo>
                  <a:pt x="691185" y="59265"/>
                </a:lnTo>
                <a:lnTo>
                  <a:pt x="691640" y="59395"/>
                </a:lnTo>
                <a:lnTo>
                  <a:pt x="692100" y="59516"/>
                </a:lnTo>
                <a:lnTo>
                  <a:pt x="692565" y="59628"/>
                </a:lnTo>
                <a:lnTo>
                  <a:pt x="693036" y="59732"/>
                </a:lnTo>
                <a:lnTo>
                  <a:pt x="693512" y="59826"/>
                </a:lnTo>
                <a:lnTo>
                  <a:pt x="693994" y="59911"/>
                </a:lnTo>
                <a:lnTo>
                  <a:pt x="694482" y="59987"/>
                </a:lnTo>
                <a:lnTo>
                  <a:pt x="694975" y="60055"/>
                </a:lnTo>
                <a:lnTo>
                  <a:pt x="695473" y="60113"/>
                </a:lnTo>
                <a:lnTo>
                  <a:pt x="695977" y="60162"/>
                </a:lnTo>
                <a:lnTo>
                  <a:pt x="696486" y="60203"/>
                </a:lnTo>
                <a:lnTo>
                  <a:pt x="697001" y="60234"/>
                </a:lnTo>
                <a:lnTo>
                  <a:pt x="697521" y="60257"/>
                </a:lnTo>
                <a:lnTo>
                  <a:pt x="698047" y="60270"/>
                </a:lnTo>
                <a:lnTo>
                  <a:pt x="698578" y="60275"/>
                </a:lnTo>
                <a:lnTo>
                  <a:pt x="699117" y="60270"/>
                </a:lnTo>
                <a:lnTo>
                  <a:pt x="699649" y="60257"/>
                </a:lnTo>
                <a:lnTo>
                  <a:pt x="700176" y="60234"/>
                </a:lnTo>
                <a:lnTo>
                  <a:pt x="700697" y="60203"/>
                </a:lnTo>
                <a:lnTo>
                  <a:pt x="701212" y="60162"/>
                </a:lnTo>
                <a:close/>
                <a:moveTo>
                  <a:pt x="697113" y="51450"/>
                </a:moveTo>
                <a:lnTo>
                  <a:pt x="696837" y="51416"/>
                </a:lnTo>
                <a:lnTo>
                  <a:pt x="696566" y="51376"/>
                </a:lnTo>
                <a:lnTo>
                  <a:pt x="696300" y="51329"/>
                </a:lnTo>
                <a:lnTo>
                  <a:pt x="696040" y="51276"/>
                </a:lnTo>
                <a:lnTo>
                  <a:pt x="695786" y="51217"/>
                </a:lnTo>
                <a:lnTo>
                  <a:pt x="695537" y="51152"/>
                </a:lnTo>
                <a:lnTo>
                  <a:pt x="695293" y="51081"/>
                </a:lnTo>
                <a:lnTo>
                  <a:pt x="695055" y="51003"/>
                </a:lnTo>
                <a:lnTo>
                  <a:pt x="694822" y="50919"/>
                </a:lnTo>
                <a:lnTo>
                  <a:pt x="694595" y="50829"/>
                </a:lnTo>
                <a:lnTo>
                  <a:pt x="694373" y="50733"/>
                </a:lnTo>
                <a:lnTo>
                  <a:pt x="694157" y="50630"/>
                </a:lnTo>
                <a:lnTo>
                  <a:pt x="693947" y="50522"/>
                </a:lnTo>
                <a:lnTo>
                  <a:pt x="693741" y="50407"/>
                </a:lnTo>
                <a:lnTo>
                  <a:pt x="693542" y="50286"/>
                </a:lnTo>
                <a:lnTo>
                  <a:pt x="693348" y="50158"/>
                </a:lnTo>
                <a:lnTo>
                  <a:pt x="693159" y="50025"/>
                </a:lnTo>
                <a:lnTo>
                  <a:pt x="692976" y="49885"/>
                </a:lnTo>
                <a:lnTo>
                  <a:pt x="692798" y="49739"/>
                </a:lnTo>
                <a:lnTo>
                  <a:pt x="692625" y="49588"/>
                </a:lnTo>
                <a:lnTo>
                  <a:pt x="692456" y="49432"/>
                </a:lnTo>
                <a:lnTo>
                  <a:pt x="692292" y="49273"/>
                </a:lnTo>
                <a:lnTo>
                  <a:pt x="692132" y="49109"/>
                </a:lnTo>
                <a:lnTo>
                  <a:pt x="691976" y="48941"/>
                </a:lnTo>
                <a:lnTo>
                  <a:pt x="691825" y="48769"/>
                </a:lnTo>
                <a:lnTo>
                  <a:pt x="691678" y="48592"/>
                </a:lnTo>
                <a:lnTo>
                  <a:pt x="691535" y="48412"/>
                </a:lnTo>
                <a:lnTo>
                  <a:pt x="691396" y="48227"/>
                </a:lnTo>
                <a:lnTo>
                  <a:pt x="691262" y="48038"/>
                </a:lnTo>
                <a:lnTo>
                  <a:pt x="691132" y="47844"/>
                </a:lnTo>
                <a:lnTo>
                  <a:pt x="691006" y="47647"/>
                </a:lnTo>
                <a:lnTo>
                  <a:pt x="690885" y="47445"/>
                </a:lnTo>
                <a:lnTo>
                  <a:pt x="690768" y="47239"/>
                </a:lnTo>
                <a:lnTo>
                  <a:pt x="690655" y="47029"/>
                </a:lnTo>
                <a:lnTo>
                  <a:pt x="690546" y="46814"/>
                </a:lnTo>
                <a:lnTo>
                  <a:pt x="690442" y="46596"/>
                </a:lnTo>
                <a:lnTo>
                  <a:pt x="690342" y="46373"/>
                </a:lnTo>
                <a:lnTo>
                  <a:pt x="690246" y="46146"/>
                </a:lnTo>
                <a:lnTo>
                  <a:pt x="690155" y="45915"/>
                </a:lnTo>
                <a:lnTo>
                  <a:pt x="690067" y="45679"/>
                </a:lnTo>
                <a:lnTo>
                  <a:pt x="689985" y="45440"/>
                </a:lnTo>
                <a:lnTo>
                  <a:pt x="689906" y="45196"/>
                </a:lnTo>
                <a:lnTo>
                  <a:pt x="689832" y="44947"/>
                </a:lnTo>
                <a:lnTo>
                  <a:pt x="689761" y="44696"/>
                </a:lnTo>
                <a:lnTo>
                  <a:pt x="689693" y="44443"/>
                </a:lnTo>
                <a:lnTo>
                  <a:pt x="689629" y="44187"/>
                </a:lnTo>
                <a:lnTo>
                  <a:pt x="689567" y="43929"/>
                </a:lnTo>
                <a:lnTo>
                  <a:pt x="689508" y="43670"/>
                </a:lnTo>
                <a:lnTo>
                  <a:pt x="689453" y="43408"/>
                </a:lnTo>
                <a:lnTo>
                  <a:pt x="689400" y="43143"/>
                </a:lnTo>
                <a:lnTo>
                  <a:pt x="689351" y="42877"/>
                </a:lnTo>
                <a:lnTo>
                  <a:pt x="689304" y="42609"/>
                </a:lnTo>
                <a:lnTo>
                  <a:pt x="689260" y="42338"/>
                </a:lnTo>
                <a:lnTo>
                  <a:pt x="689220" y="42065"/>
                </a:lnTo>
                <a:lnTo>
                  <a:pt x="689182" y="41790"/>
                </a:lnTo>
                <a:lnTo>
                  <a:pt x="689148" y="41513"/>
                </a:lnTo>
                <a:lnTo>
                  <a:pt x="689116" y="41234"/>
                </a:lnTo>
                <a:lnTo>
                  <a:pt x="689087" y="40953"/>
                </a:lnTo>
                <a:lnTo>
                  <a:pt x="689062" y="40669"/>
                </a:lnTo>
                <a:lnTo>
                  <a:pt x="689039" y="40384"/>
                </a:lnTo>
                <a:lnTo>
                  <a:pt x="689020" y="40096"/>
                </a:lnTo>
                <a:lnTo>
                  <a:pt x="689003" y="39806"/>
                </a:lnTo>
                <a:lnTo>
                  <a:pt x="688990" y="39514"/>
                </a:lnTo>
                <a:lnTo>
                  <a:pt x="688979" y="39219"/>
                </a:lnTo>
                <a:lnTo>
                  <a:pt x="688972" y="38923"/>
                </a:lnTo>
                <a:lnTo>
                  <a:pt x="688967" y="38625"/>
                </a:lnTo>
                <a:lnTo>
                  <a:pt x="688966" y="38324"/>
                </a:lnTo>
                <a:lnTo>
                  <a:pt x="688967" y="38016"/>
                </a:lnTo>
                <a:lnTo>
                  <a:pt x="688972" y="37710"/>
                </a:lnTo>
                <a:lnTo>
                  <a:pt x="688979" y="37407"/>
                </a:lnTo>
                <a:lnTo>
                  <a:pt x="688990" y="37105"/>
                </a:lnTo>
                <a:lnTo>
                  <a:pt x="689003" y="36807"/>
                </a:lnTo>
                <a:lnTo>
                  <a:pt x="689020" y="36510"/>
                </a:lnTo>
                <a:lnTo>
                  <a:pt x="689039" y="36216"/>
                </a:lnTo>
                <a:lnTo>
                  <a:pt x="689062" y="35924"/>
                </a:lnTo>
                <a:lnTo>
                  <a:pt x="689087" y="35634"/>
                </a:lnTo>
                <a:lnTo>
                  <a:pt x="689116" y="35347"/>
                </a:lnTo>
                <a:lnTo>
                  <a:pt x="689148" y="35062"/>
                </a:lnTo>
                <a:lnTo>
                  <a:pt x="689182" y="34779"/>
                </a:lnTo>
                <a:lnTo>
                  <a:pt x="689220" y="34499"/>
                </a:lnTo>
                <a:lnTo>
                  <a:pt x="689260" y="34221"/>
                </a:lnTo>
                <a:lnTo>
                  <a:pt x="689304" y="33945"/>
                </a:lnTo>
                <a:lnTo>
                  <a:pt x="689351" y="33671"/>
                </a:lnTo>
                <a:lnTo>
                  <a:pt x="689400" y="33400"/>
                </a:lnTo>
                <a:lnTo>
                  <a:pt x="689453" y="33131"/>
                </a:lnTo>
                <a:lnTo>
                  <a:pt x="689508" y="32865"/>
                </a:lnTo>
                <a:lnTo>
                  <a:pt x="689567" y="32600"/>
                </a:lnTo>
                <a:lnTo>
                  <a:pt x="689629" y="32338"/>
                </a:lnTo>
                <a:lnTo>
                  <a:pt x="689693" y="32079"/>
                </a:lnTo>
                <a:lnTo>
                  <a:pt x="689761" y="31821"/>
                </a:lnTo>
                <a:lnTo>
                  <a:pt x="689832" y="31566"/>
                </a:lnTo>
                <a:lnTo>
                  <a:pt x="689906" y="31314"/>
                </a:lnTo>
                <a:lnTo>
                  <a:pt x="689985" y="31067"/>
                </a:lnTo>
                <a:lnTo>
                  <a:pt x="690067" y="30824"/>
                </a:lnTo>
                <a:lnTo>
                  <a:pt x="690155" y="30585"/>
                </a:lnTo>
                <a:lnTo>
                  <a:pt x="690246" y="30350"/>
                </a:lnTo>
                <a:lnTo>
                  <a:pt x="690342" y="30120"/>
                </a:lnTo>
                <a:lnTo>
                  <a:pt x="690442" y="29894"/>
                </a:lnTo>
                <a:lnTo>
                  <a:pt x="690546" y="29672"/>
                </a:lnTo>
                <a:lnTo>
                  <a:pt x="690655" y="29455"/>
                </a:lnTo>
                <a:lnTo>
                  <a:pt x="690768" y="29242"/>
                </a:lnTo>
                <a:lnTo>
                  <a:pt x="690885" y="29033"/>
                </a:lnTo>
                <a:lnTo>
                  <a:pt x="691006" y="28828"/>
                </a:lnTo>
                <a:lnTo>
                  <a:pt x="691132" y="28628"/>
                </a:lnTo>
                <a:lnTo>
                  <a:pt x="691262" y="28432"/>
                </a:lnTo>
                <a:lnTo>
                  <a:pt x="691396" y="28240"/>
                </a:lnTo>
                <a:lnTo>
                  <a:pt x="691535" y="28053"/>
                </a:lnTo>
                <a:lnTo>
                  <a:pt x="691678" y="27870"/>
                </a:lnTo>
                <a:lnTo>
                  <a:pt x="691825" y="27691"/>
                </a:lnTo>
                <a:lnTo>
                  <a:pt x="691976" y="27516"/>
                </a:lnTo>
                <a:lnTo>
                  <a:pt x="692132" y="27346"/>
                </a:lnTo>
                <a:lnTo>
                  <a:pt x="692292" y="27180"/>
                </a:lnTo>
                <a:lnTo>
                  <a:pt x="692456" y="27019"/>
                </a:lnTo>
                <a:lnTo>
                  <a:pt x="692625" y="26861"/>
                </a:lnTo>
                <a:lnTo>
                  <a:pt x="692798" y="26708"/>
                </a:lnTo>
                <a:lnTo>
                  <a:pt x="692976" y="26561"/>
                </a:lnTo>
                <a:lnTo>
                  <a:pt x="693159" y="26419"/>
                </a:lnTo>
                <a:lnTo>
                  <a:pt x="693348" y="26284"/>
                </a:lnTo>
                <a:lnTo>
                  <a:pt x="693542" y="26155"/>
                </a:lnTo>
                <a:lnTo>
                  <a:pt x="693741" y="26033"/>
                </a:lnTo>
                <a:lnTo>
                  <a:pt x="693947" y="25916"/>
                </a:lnTo>
                <a:lnTo>
                  <a:pt x="694157" y="25806"/>
                </a:lnTo>
                <a:lnTo>
                  <a:pt x="694373" y="25703"/>
                </a:lnTo>
                <a:lnTo>
                  <a:pt x="694595" y="25605"/>
                </a:lnTo>
                <a:lnTo>
                  <a:pt x="694822" y="25514"/>
                </a:lnTo>
                <a:lnTo>
                  <a:pt x="695055" y="25429"/>
                </a:lnTo>
                <a:lnTo>
                  <a:pt x="695293" y="25351"/>
                </a:lnTo>
                <a:lnTo>
                  <a:pt x="695537" y="25278"/>
                </a:lnTo>
                <a:lnTo>
                  <a:pt x="695786" y="25212"/>
                </a:lnTo>
                <a:lnTo>
                  <a:pt x="696040" y="25153"/>
                </a:lnTo>
                <a:lnTo>
                  <a:pt x="696300" y="25099"/>
                </a:lnTo>
                <a:lnTo>
                  <a:pt x="696566" y="25052"/>
                </a:lnTo>
                <a:lnTo>
                  <a:pt x="696837" y="25011"/>
                </a:lnTo>
                <a:lnTo>
                  <a:pt x="697113" y="24976"/>
                </a:lnTo>
                <a:lnTo>
                  <a:pt x="697395" y="24948"/>
                </a:lnTo>
                <a:lnTo>
                  <a:pt x="697683" y="24926"/>
                </a:lnTo>
                <a:lnTo>
                  <a:pt x="697976" y="24910"/>
                </a:lnTo>
                <a:lnTo>
                  <a:pt x="698274" y="24901"/>
                </a:lnTo>
                <a:lnTo>
                  <a:pt x="698578" y="24898"/>
                </a:lnTo>
                <a:lnTo>
                  <a:pt x="698890" y="24901"/>
                </a:lnTo>
                <a:lnTo>
                  <a:pt x="699195" y="24910"/>
                </a:lnTo>
                <a:lnTo>
                  <a:pt x="699495" y="24926"/>
                </a:lnTo>
                <a:lnTo>
                  <a:pt x="699789" y="24948"/>
                </a:lnTo>
                <a:lnTo>
                  <a:pt x="700078" y="24976"/>
                </a:lnTo>
                <a:lnTo>
                  <a:pt x="700361" y="25011"/>
                </a:lnTo>
                <a:lnTo>
                  <a:pt x="700638" y="25052"/>
                </a:lnTo>
                <a:lnTo>
                  <a:pt x="700909" y="25099"/>
                </a:lnTo>
                <a:lnTo>
                  <a:pt x="701175" y="25153"/>
                </a:lnTo>
                <a:lnTo>
                  <a:pt x="701436" y="25212"/>
                </a:lnTo>
                <a:lnTo>
                  <a:pt x="701691" y="25278"/>
                </a:lnTo>
                <a:lnTo>
                  <a:pt x="701940" y="25351"/>
                </a:lnTo>
                <a:lnTo>
                  <a:pt x="702183" y="25429"/>
                </a:lnTo>
                <a:lnTo>
                  <a:pt x="702421" y="25514"/>
                </a:lnTo>
                <a:lnTo>
                  <a:pt x="702653" y="25605"/>
                </a:lnTo>
                <a:lnTo>
                  <a:pt x="702880" y="25703"/>
                </a:lnTo>
                <a:lnTo>
                  <a:pt x="703101" y="25806"/>
                </a:lnTo>
                <a:lnTo>
                  <a:pt x="703316" y="25916"/>
                </a:lnTo>
                <a:lnTo>
                  <a:pt x="703525" y="26033"/>
                </a:lnTo>
                <a:lnTo>
                  <a:pt x="703729" y="26155"/>
                </a:lnTo>
                <a:lnTo>
                  <a:pt x="703928" y="26284"/>
                </a:lnTo>
                <a:lnTo>
                  <a:pt x="704120" y="26419"/>
                </a:lnTo>
                <a:lnTo>
                  <a:pt x="704308" y="26561"/>
                </a:lnTo>
                <a:lnTo>
                  <a:pt x="704489" y="26708"/>
                </a:lnTo>
                <a:lnTo>
                  <a:pt x="704665" y="26861"/>
                </a:lnTo>
                <a:lnTo>
                  <a:pt x="704838" y="27019"/>
                </a:lnTo>
                <a:lnTo>
                  <a:pt x="705005" y="27180"/>
                </a:lnTo>
                <a:lnTo>
                  <a:pt x="705169" y="27346"/>
                </a:lnTo>
                <a:lnTo>
                  <a:pt x="705328" y="27516"/>
                </a:lnTo>
                <a:lnTo>
                  <a:pt x="705482" y="27691"/>
                </a:lnTo>
                <a:lnTo>
                  <a:pt x="705632" y="27870"/>
                </a:lnTo>
                <a:lnTo>
                  <a:pt x="705778" y="28053"/>
                </a:lnTo>
                <a:lnTo>
                  <a:pt x="705920" y="28240"/>
                </a:lnTo>
                <a:lnTo>
                  <a:pt x="706057" y="28432"/>
                </a:lnTo>
                <a:lnTo>
                  <a:pt x="706190" y="28628"/>
                </a:lnTo>
                <a:lnTo>
                  <a:pt x="706318" y="28828"/>
                </a:lnTo>
                <a:lnTo>
                  <a:pt x="706443" y="29033"/>
                </a:lnTo>
                <a:lnTo>
                  <a:pt x="706562" y="29242"/>
                </a:lnTo>
                <a:lnTo>
                  <a:pt x="706678" y="29455"/>
                </a:lnTo>
                <a:lnTo>
                  <a:pt x="706789" y="29672"/>
                </a:lnTo>
                <a:lnTo>
                  <a:pt x="706895" y="29894"/>
                </a:lnTo>
                <a:lnTo>
                  <a:pt x="706998" y="30120"/>
                </a:lnTo>
                <a:lnTo>
                  <a:pt x="707096" y="30350"/>
                </a:lnTo>
                <a:lnTo>
                  <a:pt x="707189" y="30585"/>
                </a:lnTo>
                <a:lnTo>
                  <a:pt x="707279" y="30824"/>
                </a:lnTo>
                <a:lnTo>
                  <a:pt x="707363" y="31067"/>
                </a:lnTo>
                <a:lnTo>
                  <a:pt x="707444" y="31314"/>
                </a:lnTo>
                <a:lnTo>
                  <a:pt x="707520" y="31566"/>
                </a:lnTo>
                <a:lnTo>
                  <a:pt x="707592" y="31821"/>
                </a:lnTo>
                <a:lnTo>
                  <a:pt x="707662" y="32079"/>
                </a:lnTo>
                <a:lnTo>
                  <a:pt x="707728" y="32338"/>
                </a:lnTo>
                <a:lnTo>
                  <a:pt x="707791" y="32600"/>
                </a:lnTo>
                <a:lnTo>
                  <a:pt x="707851" y="32865"/>
                </a:lnTo>
                <a:lnTo>
                  <a:pt x="707908" y="33131"/>
                </a:lnTo>
                <a:lnTo>
                  <a:pt x="707962" y="33400"/>
                </a:lnTo>
                <a:lnTo>
                  <a:pt x="708013" y="33671"/>
                </a:lnTo>
                <a:lnTo>
                  <a:pt x="708061" y="33945"/>
                </a:lnTo>
                <a:lnTo>
                  <a:pt x="708106" y="34221"/>
                </a:lnTo>
                <a:lnTo>
                  <a:pt x="708147" y="34499"/>
                </a:lnTo>
                <a:lnTo>
                  <a:pt x="708186" y="34779"/>
                </a:lnTo>
                <a:lnTo>
                  <a:pt x="708221" y="35062"/>
                </a:lnTo>
                <a:lnTo>
                  <a:pt x="708254" y="35347"/>
                </a:lnTo>
                <a:lnTo>
                  <a:pt x="708283" y="35634"/>
                </a:lnTo>
                <a:lnTo>
                  <a:pt x="708309" y="35924"/>
                </a:lnTo>
                <a:lnTo>
                  <a:pt x="708332" y="36216"/>
                </a:lnTo>
                <a:lnTo>
                  <a:pt x="708352" y="36510"/>
                </a:lnTo>
                <a:lnTo>
                  <a:pt x="708369" y="36807"/>
                </a:lnTo>
                <a:lnTo>
                  <a:pt x="708383" y="37105"/>
                </a:lnTo>
                <a:lnTo>
                  <a:pt x="708394" y="37407"/>
                </a:lnTo>
                <a:lnTo>
                  <a:pt x="708402" y="37710"/>
                </a:lnTo>
                <a:lnTo>
                  <a:pt x="708406" y="38016"/>
                </a:lnTo>
                <a:lnTo>
                  <a:pt x="708408" y="38324"/>
                </a:lnTo>
                <a:lnTo>
                  <a:pt x="708406" y="38625"/>
                </a:lnTo>
                <a:lnTo>
                  <a:pt x="708402" y="38923"/>
                </a:lnTo>
                <a:lnTo>
                  <a:pt x="708394" y="39219"/>
                </a:lnTo>
                <a:lnTo>
                  <a:pt x="708383" y="39514"/>
                </a:lnTo>
                <a:lnTo>
                  <a:pt x="708369" y="39806"/>
                </a:lnTo>
                <a:lnTo>
                  <a:pt x="708352" y="40096"/>
                </a:lnTo>
                <a:lnTo>
                  <a:pt x="708332" y="40384"/>
                </a:lnTo>
                <a:lnTo>
                  <a:pt x="708309" y="40669"/>
                </a:lnTo>
                <a:lnTo>
                  <a:pt x="708283" y="40953"/>
                </a:lnTo>
                <a:lnTo>
                  <a:pt x="708254" y="41234"/>
                </a:lnTo>
                <a:lnTo>
                  <a:pt x="708221" y="41513"/>
                </a:lnTo>
                <a:lnTo>
                  <a:pt x="708186" y="41790"/>
                </a:lnTo>
                <a:lnTo>
                  <a:pt x="708147" y="42065"/>
                </a:lnTo>
                <a:lnTo>
                  <a:pt x="708106" y="42338"/>
                </a:lnTo>
                <a:lnTo>
                  <a:pt x="708061" y="42609"/>
                </a:lnTo>
                <a:lnTo>
                  <a:pt x="708013" y="42877"/>
                </a:lnTo>
                <a:lnTo>
                  <a:pt x="707962" y="43143"/>
                </a:lnTo>
                <a:lnTo>
                  <a:pt x="707908" y="43408"/>
                </a:lnTo>
                <a:lnTo>
                  <a:pt x="707851" y="43670"/>
                </a:lnTo>
                <a:lnTo>
                  <a:pt x="707791" y="43929"/>
                </a:lnTo>
                <a:lnTo>
                  <a:pt x="707728" y="44187"/>
                </a:lnTo>
                <a:lnTo>
                  <a:pt x="707662" y="44443"/>
                </a:lnTo>
                <a:lnTo>
                  <a:pt x="707592" y="44696"/>
                </a:lnTo>
                <a:lnTo>
                  <a:pt x="707520" y="44947"/>
                </a:lnTo>
                <a:lnTo>
                  <a:pt x="707444" y="45196"/>
                </a:lnTo>
                <a:lnTo>
                  <a:pt x="707363" y="45440"/>
                </a:lnTo>
                <a:lnTo>
                  <a:pt x="707279" y="45679"/>
                </a:lnTo>
                <a:lnTo>
                  <a:pt x="707189" y="45915"/>
                </a:lnTo>
                <a:lnTo>
                  <a:pt x="707096" y="46146"/>
                </a:lnTo>
                <a:lnTo>
                  <a:pt x="706998" y="46373"/>
                </a:lnTo>
                <a:lnTo>
                  <a:pt x="706895" y="46596"/>
                </a:lnTo>
                <a:lnTo>
                  <a:pt x="706789" y="46814"/>
                </a:lnTo>
                <a:lnTo>
                  <a:pt x="706678" y="47029"/>
                </a:lnTo>
                <a:lnTo>
                  <a:pt x="706562" y="47239"/>
                </a:lnTo>
                <a:lnTo>
                  <a:pt x="706443" y="47445"/>
                </a:lnTo>
                <a:lnTo>
                  <a:pt x="706318" y="47647"/>
                </a:lnTo>
                <a:lnTo>
                  <a:pt x="706190" y="47844"/>
                </a:lnTo>
                <a:lnTo>
                  <a:pt x="706057" y="48038"/>
                </a:lnTo>
                <a:lnTo>
                  <a:pt x="705920" y="48227"/>
                </a:lnTo>
                <a:lnTo>
                  <a:pt x="705778" y="48412"/>
                </a:lnTo>
                <a:lnTo>
                  <a:pt x="705632" y="48592"/>
                </a:lnTo>
                <a:lnTo>
                  <a:pt x="705482" y="48769"/>
                </a:lnTo>
                <a:lnTo>
                  <a:pt x="705328" y="48941"/>
                </a:lnTo>
                <a:lnTo>
                  <a:pt x="705169" y="49109"/>
                </a:lnTo>
                <a:lnTo>
                  <a:pt x="705005" y="49273"/>
                </a:lnTo>
                <a:lnTo>
                  <a:pt x="704838" y="49432"/>
                </a:lnTo>
                <a:lnTo>
                  <a:pt x="704665" y="49588"/>
                </a:lnTo>
                <a:lnTo>
                  <a:pt x="704489" y="49739"/>
                </a:lnTo>
                <a:lnTo>
                  <a:pt x="704308" y="49885"/>
                </a:lnTo>
                <a:lnTo>
                  <a:pt x="704120" y="50025"/>
                </a:lnTo>
                <a:lnTo>
                  <a:pt x="703928" y="50158"/>
                </a:lnTo>
                <a:lnTo>
                  <a:pt x="703729" y="50286"/>
                </a:lnTo>
                <a:lnTo>
                  <a:pt x="703525" y="50407"/>
                </a:lnTo>
                <a:lnTo>
                  <a:pt x="703316" y="50522"/>
                </a:lnTo>
                <a:lnTo>
                  <a:pt x="703101" y="50630"/>
                </a:lnTo>
                <a:lnTo>
                  <a:pt x="702880" y="50733"/>
                </a:lnTo>
                <a:lnTo>
                  <a:pt x="702653" y="50829"/>
                </a:lnTo>
                <a:lnTo>
                  <a:pt x="702421" y="50919"/>
                </a:lnTo>
                <a:lnTo>
                  <a:pt x="702183" y="51003"/>
                </a:lnTo>
                <a:lnTo>
                  <a:pt x="701940" y="51081"/>
                </a:lnTo>
                <a:lnTo>
                  <a:pt x="701691" y="51152"/>
                </a:lnTo>
                <a:lnTo>
                  <a:pt x="701436" y="51217"/>
                </a:lnTo>
                <a:lnTo>
                  <a:pt x="701175" y="51276"/>
                </a:lnTo>
                <a:lnTo>
                  <a:pt x="700909" y="51329"/>
                </a:lnTo>
                <a:lnTo>
                  <a:pt x="700638" y="51376"/>
                </a:lnTo>
                <a:lnTo>
                  <a:pt x="700361" y="51416"/>
                </a:lnTo>
                <a:lnTo>
                  <a:pt x="700078" y="51450"/>
                </a:lnTo>
                <a:lnTo>
                  <a:pt x="699789" y="51478"/>
                </a:lnTo>
                <a:lnTo>
                  <a:pt x="699495" y="51500"/>
                </a:lnTo>
                <a:lnTo>
                  <a:pt x="699195" y="51515"/>
                </a:lnTo>
                <a:lnTo>
                  <a:pt x="698890" y="51525"/>
                </a:lnTo>
                <a:lnTo>
                  <a:pt x="698578" y="51528"/>
                </a:lnTo>
                <a:lnTo>
                  <a:pt x="698274" y="51525"/>
                </a:lnTo>
                <a:lnTo>
                  <a:pt x="697976" y="51515"/>
                </a:lnTo>
                <a:lnTo>
                  <a:pt x="697683" y="51500"/>
                </a:lnTo>
                <a:lnTo>
                  <a:pt x="697395" y="51478"/>
                </a:lnTo>
                <a:lnTo>
                  <a:pt x="697113" y="51450"/>
                </a:lnTo>
                <a:close/>
                <a:moveTo>
                  <a:pt x="836153" y="60242"/>
                </a:moveTo>
                <a:lnTo>
                  <a:pt x="836445" y="60228"/>
                </a:lnTo>
                <a:lnTo>
                  <a:pt x="836735" y="60211"/>
                </a:lnTo>
                <a:lnTo>
                  <a:pt x="837025" y="60192"/>
                </a:lnTo>
                <a:lnTo>
                  <a:pt x="837314" y="60170"/>
                </a:lnTo>
                <a:lnTo>
                  <a:pt x="837602" y="60145"/>
                </a:lnTo>
                <a:lnTo>
                  <a:pt x="837889" y="60118"/>
                </a:lnTo>
                <a:lnTo>
                  <a:pt x="838175" y="60089"/>
                </a:lnTo>
                <a:lnTo>
                  <a:pt x="838461" y="60056"/>
                </a:lnTo>
                <a:lnTo>
                  <a:pt x="838746" y="60021"/>
                </a:lnTo>
                <a:lnTo>
                  <a:pt x="839029" y="59984"/>
                </a:lnTo>
                <a:lnTo>
                  <a:pt x="839313" y="59944"/>
                </a:lnTo>
                <a:lnTo>
                  <a:pt x="839595" y="59901"/>
                </a:lnTo>
                <a:lnTo>
                  <a:pt x="839876" y="59856"/>
                </a:lnTo>
                <a:lnTo>
                  <a:pt x="840157" y="59808"/>
                </a:lnTo>
                <a:lnTo>
                  <a:pt x="840437" y="59758"/>
                </a:lnTo>
                <a:lnTo>
                  <a:pt x="840716" y="59705"/>
                </a:lnTo>
                <a:lnTo>
                  <a:pt x="840994" y="59649"/>
                </a:lnTo>
                <a:lnTo>
                  <a:pt x="841271" y="59591"/>
                </a:lnTo>
                <a:lnTo>
                  <a:pt x="841547" y="59530"/>
                </a:lnTo>
                <a:lnTo>
                  <a:pt x="841822" y="59467"/>
                </a:lnTo>
                <a:lnTo>
                  <a:pt x="842094" y="59400"/>
                </a:lnTo>
                <a:lnTo>
                  <a:pt x="842364" y="59330"/>
                </a:lnTo>
                <a:lnTo>
                  <a:pt x="842631" y="59257"/>
                </a:lnTo>
                <a:lnTo>
                  <a:pt x="842896" y="59181"/>
                </a:lnTo>
                <a:lnTo>
                  <a:pt x="843158" y="59102"/>
                </a:lnTo>
                <a:lnTo>
                  <a:pt x="843417" y="59020"/>
                </a:lnTo>
                <a:lnTo>
                  <a:pt x="843674" y="58935"/>
                </a:lnTo>
                <a:lnTo>
                  <a:pt x="843928" y="58846"/>
                </a:lnTo>
                <a:lnTo>
                  <a:pt x="844180" y="58754"/>
                </a:lnTo>
                <a:lnTo>
                  <a:pt x="844429" y="58660"/>
                </a:lnTo>
                <a:lnTo>
                  <a:pt x="844676" y="58562"/>
                </a:lnTo>
                <a:lnTo>
                  <a:pt x="844920" y="58461"/>
                </a:lnTo>
                <a:lnTo>
                  <a:pt x="845161" y="58357"/>
                </a:lnTo>
                <a:lnTo>
                  <a:pt x="845400" y="58250"/>
                </a:lnTo>
                <a:lnTo>
                  <a:pt x="845637" y="58139"/>
                </a:lnTo>
                <a:lnTo>
                  <a:pt x="845871" y="58026"/>
                </a:lnTo>
                <a:lnTo>
                  <a:pt x="846102" y="57909"/>
                </a:lnTo>
                <a:lnTo>
                  <a:pt x="846331" y="57790"/>
                </a:lnTo>
                <a:lnTo>
                  <a:pt x="846557" y="57667"/>
                </a:lnTo>
                <a:lnTo>
                  <a:pt x="846781" y="57541"/>
                </a:lnTo>
                <a:lnTo>
                  <a:pt x="847002" y="57412"/>
                </a:lnTo>
                <a:lnTo>
                  <a:pt x="847220" y="57280"/>
                </a:lnTo>
                <a:lnTo>
                  <a:pt x="847436" y="57145"/>
                </a:lnTo>
                <a:lnTo>
                  <a:pt x="847649" y="57006"/>
                </a:lnTo>
                <a:lnTo>
                  <a:pt x="847858" y="56864"/>
                </a:lnTo>
                <a:lnTo>
                  <a:pt x="848064" y="56718"/>
                </a:lnTo>
                <a:lnTo>
                  <a:pt x="848266" y="56569"/>
                </a:lnTo>
                <a:lnTo>
                  <a:pt x="848465" y="56416"/>
                </a:lnTo>
                <a:lnTo>
                  <a:pt x="848659" y="56260"/>
                </a:lnTo>
                <a:lnTo>
                  <a:pt x="848851" y="56100"/>
                </a:lnTo>
                <a:lnTo>
                  <a:pt x="849038" y="55936"/>
                </a:lnTo>
                <a:lnTo>
                  <a:pt x="849222" y="55769"/>
                </a:lnTo>
                <a:lnTo>
                  <a:pt x="849403" y="55598"/>
                </a:lnTo>
                <a:lnTo>
                  <a:pt x="849580" y="55424"/>
                </a:lnTo>
                <a:lnTo>
                  <a:pt x="849753" y="55246"/>
                </a:lnTo>
                <a:lnTo>
                  <a:pt x="849922" y="55065"/>
                </a:lnTo>
                <a:lnTo>
                  <a:pt x="850088" y="54880"/>
                </a:lnTo>
                <a:lnTo>
                  <a:pt x="850251" y="54691"/>
                </a:lnTo>
                <a:lnTo>
                  <a:pt x="850410" y="54499"/>
                </a:lnTo>
                <a:lnTo>
                  <a:pt x="850565" y="54304"/>
                </a:lnTo>
                <a:lnTo>
                  <a:pt x="850716" y="54104"/>
                </a:lnTo>
                <a:lnTo>
                  <a:pt x="850864" y="53901"/>
                </a:lnTo>
                <a:lnTo>
                  <a:pt x="851009" y="53695"/>
                </a:lnTo>
                <a:lnTo>
                  <a:pt x="851149" y="53485"/>
                </a:lnTo>
                <a:lnTo>
                  <a:pt x="851286" y="53271"/>
                </a:lnTo>
                <a:lnTo>
                  <a:pt x="851420" y="53054"/>
                </a:lnTo>
                <a:lnTo>
                  <a:pt x="851550" y="52834"/>
                </a:lnTo>
                <a:lnTo>
                  <a:pt x="851675" y="52609"/>
                </a:lnTo>
                <a:lnTo>
                  <a:pt x="851795" y="52380"/>
                </a:lnTo>
                <a:lnTo>
                  <a:pt x="851910" y="52148"/>
                </a:lnTo>
                <a:lnTo>
                  <a:pt x="852020" y="51911"/>
                </a:lnTo>
                <a:lnTo>
                  <a:pt x="852124" y="51670"/>
                </a:lnTo>
                <a:lnTo>
                  <a:pt x="852222" y="51425"/>
                </a:lnTo>
                <a:lnTo>
                  <a:pt x="852316" y="51176"/>
                </a:lnTo>
                <a:lnTo>
                  <a:pt x="852404" y="50922"/>
                </a:lnTo>
                <a:lnTo>
                  <a:pt x="852487" y="50665"/>
                </a:lnTo>
                <a:lnTo>
                  <a:pt x="852564" y="50404"/>
                </a:lnTo>
                <a:lnTo>
                  <a:pt x="852636" y="50138"/>
                </a:lnTo>
                <a:lnTo>
                  <a:pt x="852703" y="49868"/>
                </a:lnTo>
                <a:lnTo>
                  <a:pt x="852764" y="49594"/>
                </a:lnTo>
                <a:lnTo>
                  <a:pt x="852820" y="49316"/>
                </a:lnTo>
                <a:lnTo>
                  <a:pt x="852871" y="49034"/>
                </a:lnTo>
                <a:lnTo>
                  <a:pt x="852916" y="48748"/>
                </a:lnTo>
                <a:lnTo>
                  <a:pt x="852956" y="48458"/>
                </a:lnTo>
                <a:lnTo>
                  <a:pt x="852991" y="48164"/>
                </a:lnTo>
                <a:lnTo>
                  <a:pt x="853020" y="47865"/>
                </a:lnTo>
                <a:lnTo>
                  <a:pt x="853044" y="47563"/>
                </a:lnTo>
                <a:lnTo>
                  <a:pt x="853063" y="47256"/>
                </a:lnTo>
                <a:lnTo>
                  <a:pt x="853076" y="46945"/>
                </a:lnTo>
                <a:lnTo>
                  <a:pt x="853084" y="46630"/>
                </a:lnTo>
                <a:lnTo>
                  <a:pt x="853087" y="46311"/>
                </a:lnTo>
                <a:lnTo>
                  <a:pt x="853084" y="45971"/>
                </a:lnTo>
                <a:lnTo>
                  <a:pt x="853074" y="45636"/>
                </a:lnTo>
                <a:lnTo>
                  <a:pt x="853057" y="45307"/>
                </a:lnTo>
                <a:lnTo>
                  <a:pt x="853034" y="44982"/>
                </a:lnTo>
                <a:lnTo>
                  <a:pt x="853004" y="44663"/>
                </a:lnTo>
                <a:lnTo>
                  <a:pt x="852968" y="44350"/>
                </a:lnTo>
                <a:lnTo>
                  <a:pt x="852925" y="44042"/>
                </a:lnTo>
                <a:lnTo>
                  <a:pt x="852875" y="43739"/>
                </a:lnTo>
                <a:lnTo>
                  <a:pt x="852819" y="43441"/>
                </a:lnTo>
                <a:lnTo>
                  <a:pt x="852756" y="43149"/>
                </a:lnTo>
                <a:lnTo>
                  <a:pt x="852687" y="42862"/>
                </a:lnTo>
                <a:lnTo>
                  <a:pt x="852611" y="42580"/>
                </a:lnTo>
                <a:lnTo>
                  <a:pt x="852528" y="42303"/>
                </a:lnTo>
                <a:lnTo>
                  <a:pt x="852439" y="42032"/>
                </a:lnTo>
                <a:lnTo>
                  <a:pt x="852343" y="41767"/>
                </a:lnTo>
                <a:lnTo>
                  <a:pt x="852240" y="41506"/>
                </a:lnTo>
                <a:lnTo>
                  <a:pt x="852131" y="41251"/>
                </a:lnTo>
                <a:lnTo>
                  <a:pt x="852015" y="41001"/>
                </a:lnTo>
                <a:lnTo>
                  <a:pt x="851893" y="40757"/>
                </a:lnTo>
                <a:lnTo>
                  <a:pt x="851764" y="40518"/>
                </a:lnTo>
                <a:lnTo>
                  <a:pt x="851628" y="40284"/>
                </a:lnTo>
                <a:lnTo>
                  <a:pt x="851486" y="40056"/>
                </a:lnTo>
                <a:lnTo>
                  <a:pt x="851337" y="39833"/>
                </a:lnTo>
                <a:lnTo>
                  <a:pt x="851182" y="39615"/>
                </a:lnTo>
                <a:lnTo>
                  <a:pt x="851021" y="39401"/>
                </a:lnTo>
                <a:lnTo>
                  <a:pt x="850855" y="39192"/>
                </a:lnTo>
                <a:lnTo>
                  <a:pt x="850684" y="38985"/>
                </a:lnTo>
                <a:lnTo>
                  <a:pt x="850509" y="38783"/>
                </a:lnTo>
                <a:lnTo>
                  <a:pt x="850330" y="38584"/>
                </a:lnTo>
                <a:lnTo>
                  <a:pt x="850145" y="38389"/>
                </a:lnTo>
                <a:lnTo>
                  <a:pt x="849956" y="38197"/>
                </a:lnTo>
                <a:lnTo>
                  <a:pt x="849762" y="38009"/>
                </a:lnTo>
                <a:lnTo>
                  <a:pt x="849564" y="37825"/>
                </a:lnTo>
                <a:lnTo>
                  <a:pt x="849361" y="37645"/>
                </a:lnTo>
                <a:lnTo>
                  <a:pt x="849153" y="37468"/>
                </a:lnTo>
                <a:lnTo>
                  <a:pt x="848941" y="37294"/>
                </a:lnTo>
                <a:lnTo>
                  <a:pt x="848724" y="37125"/>
                </a:lnTo>
                <a:lnTo>
                  <a:pt x="848502" y="36959"/>
                </a:lnTo>
                <a:lnTo>
                  <a:pt x="848276" y="36796"/>
                </a:lnTo>
                <a:lnTo>
                  <a:pt x="848045" y="36638"/>
                </a:lnTo>
                <a:lnTo>
                  <a:pt x="847809" y="36483"/>
                </a:lnTo>
                <a:lnTo>
                  <a:pt x="847569" y="36331"/>
                </a:lnTo>
                <a:lnTo>
                  <a:pt x="847324" y="36184"/>
                </a:lnTo>
                <a:lnTo>
                  <a:pt x="847074" y="36040"/>
                </a:lnTo>
                <a:lnTo>
                  <a:pt x="846820" y="35899"/>
                </a:lnTo>
                <a:lnTo>
                  <a:pt x="846561" y="35762"/>
                </a:lnTo>
                <a:lnTo>
                  <a:pt x="846297" y="35629"/>
                </a:lnTo>
                <a:lnTo>
                  <a:pt x="846029" y="35500"/>
                </a:lnTo>
                <a:lnTo>
                  <a:pt x="845757" y="35373"/>
                </a:lnTo>
                <a:lnTo>
                  <a:pt x="845482" y="35248"/>
                </a:lnTo>
                <a:lnTo>
                  <a:pt x="845204" y="35126"/>
                </a:lnTo>
                <a:lnTo>
                  <a:pt x="844922" y="35005"/>
                </a:lnTo>
                <a:lnTo>
                  <a:pt x="844638" y="34886"/>
                </a:lnTo>
                <a:lnTo>
                  <a:pt x="844351" y="34769"/>
                </a:lnTo>
                <a:lnTo>
                  <a:pt x="844061" y="34655"/>
                </a:lnTo>
                <a:lnTo>
                  <a:pt x="843768" y="34542"/>
                </a:lnTo>
                <a:lnTo>
                  <a:pt x="843472" y="34431"/>
                </a:lnTo>
                <a:lnTo>
                  <a:pt x="843172" y="34322"/>
                </a:lnTo>
                <a:lnTo>
                  <a:pt x="842870" y="34215"/>
                </a:lnTo>
                <a:lnTo>
                  <a:pt x="842565" y="34110"/>
                </a:lnTo>
                <a:lnTo>
                  <a:pt x="842257" y="34007"/>
                </a:lnTo>
                <a:lnTo>
                  <a:pt x="841945" y="33906"/>
                </a:lnTo>
                <a:lnTo>
                  <a:pt x="841631" y="33807"/>
                </a:lnTo>
                <a:lnTo>
                  <a:pt x="841314" y="33710"/>
                </a:lnTo>
                <a:lnTo>
                  <a:pt x="840994" y="33615"/>
                </a:lnTo>
                <a:lnTo>
                  <a:pt x="840671" y="33522"/>
                </a:lnTo>
                <a:lnTo>
                  <a:pt x="840344" y="33431"/>
                </a:lnTo>
                <a:lnTo>
                  <a:pt x="840015" y="33342"/>
                </a:lnTo>
                <a:lnTo>
                  <a:pt x="839683" y="33254"/>
                </a:lnTo>
                <a:lnTo>
                  <a:pt x="839347" y="33169"/>
                </a:lnTo>
                <a:lnTo>
                  <a:pt x="839009" y="33086"/>
                </a:lnTo>
                <a:lnTo>
                  <a:pt x="838668" y="33005"/>
                </a:lnTo>
                <a:lnTo>
                  <a:pt x="838346" y="32932"/>
                </a:lnTo>
                <a:lnTo>
                  <a:pt x="838029" y="32859"/>
                </a:lnTo>
                <a:lnTo>
                  <a:pt x="837717" y="32787"/>
                </a:lnTo>
                <a:lnTo>
                  <a:pt x="837411" y="32716"/>
                </a:lnTo>
                <a:lnTo>
                  <a:pt x="837110" y="32645"/>
                </a:lnTo>
                <a:lnTo>
                  <a:pt x="836814" y="32574"/>
                </a:lnTo>
                <a:lnTo>
                  <a:pt x="836523" y="32503"/>
                </a:lnTo>
                <a:lnTo>
                  <a:pt x="836238" y="32433"/>
                </a:lnTo>
                <a:lnTo>
                  <a:pt x="835958" y="32363"/>
                </a:lnTo>
                <a:lnTo>
                  <a:pt x="835683" y="32294"/>
                </a:lnTo>
                <a:lnTo>
                  <a:pt x="835414" y="32225"/>
                </a:lnTo>
                <a:lnTo>
                  <a:pt x="835150" y="32157"/>
                </a:lnTo>
                <a:lnTo>
                  <a:pt x="834891" y="32088"/>
                </a:lnTo>
                <a:lnTo>
                  <a:pt x="834637" y="32021"/>
                </a:lnTo>
                <a:lnTo>
                  <a:pt x="834389" y="31953"/>
                </a:lnTo>
                <a:lnTo>
                  <a:pt x="834145" y="31886"/>
                </a:lnTo>
                <a:lnTo>
                  <a:pt x="833907" y="31819"/>
                </a:lnTo>
                <a:lnTo>
                  <a:pt x="833675" y="31753"/>
                </a:lnTo>
                <a:lnTo>
                  <a:pt x="833447" y="31687"/>
                </a:lnTo>
                <a:lnTo>
                  <a:pt x="833225" y="31622"/>
                </a:lnTo>
                <a:lnTo>
                  <a:pt x="833008" y="31556"/>
                </a:lnTo>
                <a:lnTo>
                  <a:pt x="832797" y="31492"/>
                </a:lnTo>
                <a:lnTo>
                  <a:pt x="832590" y="31427"/>
                </a:lnTo>
                <a:lnTo>
                  <a:pt x="832389" y="31363"/>
                </a:lnTo>
                <a:lnTo>
                  <a:pt x="832193" y="31299"/>
                </a:lnTo>
                <a:lnTo>
                  <a:pt x="832001" y="31235"/>
                </a:lnTo>
                <a:lnTo>
                  <a:pt x="831814" y="31170"/>
                </a:lnTo>
                <a:lnTo>
                  <a:pt x="831631" y="31104"/>
                </a:lnTo>
                <a:lnTo>
                  <a:pt x="831453" y="31038"/>
                </a:lnTo>
                <a:lnTo>
                  <a:pt x="831280" y="30972"/>
                </a:lnTo>
                <a:lnTo>
                  <a:pt x="831111" y="30905"/>
                </a:lnTo>
                <a:lnTo>
                  <a:pt x="830946" y="30838"/>
                </a:lnTo>
                <a:lnTo>
                  <a:pt x="830786" y="30770"/>
                </a:lnTo>
                <a:lnTo>
                  <a:pt x="830630" y="30702"/>
                </a:lnTo>
                <a:lnTo>
                  <a:pt x="830479" y="30634"/>
                </a:lnTo>
                <a:lnTo>
                  <a:pt x="830332" y="30565"/>
                </a:lnTo>
                <a:lnTo>
                  <a:pt x="830190" y="30495"/>
                </a:lnTo>
                <a:lnTo>
                  <a:pt x="830053" y="30425"/>
                </a:lnTo>
                <a:lnTo>
                  <a:pt x="829920" y="30355"/>
                </a:lnTo>
                <a:lnTo>
                  <a:pt x="829791" y="30284"/>
                </a:lnTo>
                <a:lnTo>
                  <a:pt x="829667" y="30212"/>
                </a:lnTo>
                <a:lnTo>
                  <a:pt x="829548" y="30141"/>
                </a:lnTo>
                <a:lnTo>
                  <a:pt x="829433" y="30068"/>
                </a:lnTo>
                <a:lnTo>
                  <a:pt x="829322" y="29996"/>
                </a:lnTo>
                <a:lnTo>
                  <a:pt x="829216" y="29922"/>
                </a:lnTo>
                <a:lnTo>
                  <a:pt x="829115" y="29849"/>
                </a:lnTo>
                <a:lnTo>
                  <a:pt x="829018" y="29775"/>
                </a:lnTo>
                <a:lnTo>
                  <a:pt x="828925" y="29700"/>
                </a:lnTo>
                <a:lnTo>
                  <a:pt x="828837" y="29625"/>
                </a:lnTo>
                <a:lnTo>
                  <a:pt x="828752" y="29549"/>
                </a:lnTo>
                <a:lnTo>
                  <a:pt x="828671" y="29471"/>
                </a:lnTo>
                <a:lnTo>
                  <a:pt x="828594" y="29393"/>
                </a:lnTo>
                <a:lnTo>
                  <a:pt x="828521" y="29314"/>
                </a:lnTo>
                <a:lnTo>
                  <a:pt x="828452" y="29233"/>
                </a:lnTo>
                <a:lnTo>
                  <a:pt x="828386" y="29152"/>
                </a:lnTo>
                <a:lnTo>
                  <a:pt x="828324" y="29070"/>
                </a:lnTo>
                <a:lnTo>
                  <a:pt x="828266" y="28987"/>
                </a:lnTo>
                <a:lnTo>
                  <a:pt x="828211" y="28902"/>
                </a:lnTo>
                <a:lnTo>
                  <a:pt x="828160" y="28817"/>
                </a:lnTo>
                <a:lnTo>
                  <a:pt x="828113" y="28731"/>
                </a:lnTo>
                <a:lnTo>
                  <a:pt x="828070" y="28644"/>
                </a:lnTo>
                <a:lnTo>
                  <a:pt x="828031" y="28556"/>
                </a:lnTo>
                <a:lnTo>
                  <a:pt x="827995" y="28467"/>
                </a:lnTo>
                <a:lnTo>
                  <a:pt x="827963" y="28377"/>
                </a:lnTo>
                <a:lnTo>
                  <a:pt x="827935" y="28285"/>
                </a:lnTo>
                <a:lnTo>
                  <a:pt x="827910" y="28193"/>
                </a:lnTo>
                <a:lnTo>
                  <a:pt x="827890" y="28100"/>
                </a:lnTo>
                <a:lnTo>
                  <a:pt x="827873" y="28006"/>
                </a:lnTo>
                <a:lnTo>
                  <a:pt x="827860" y="27911"/>
                </a:lnTo>
                <a:lnTo>
                  <a:pt x="827850" y="27815"/>
                </a:lnTo>
                <a:lnTo>
                  <a:pt x="827845" y="27718"/>
                </a:lnTo>
                <a:lnTo>
                  <a:pt x="827843" y="27620"/>
                </a:lnTo>
                <a:lnTo>
                  <a:pt x="827846" y="27451"/>
                </a:lnTo>
                <a:lnTo>
                  <a:pt x="827855" y="27286"/>
                </a:lnTo>
                <a:lnTo>
                  <a:pt x="827869" y="27124"/>
                </a:lnTo>
                <a:lnTo>
                  <a:pt x="827890" y="26967"/>
                </a:lnTo>
                <a:lnTo>
                  <a:pt x="827917" y="26813"/>
                </a:lnTo>
                <a:lnTo>
                  <a:pt x="827950" y="26664"/>
                </a:lnTo>
                <a:lnTo>
                  <a:pt x="827988" y="26519"/>
                </a:lnTo>
                <a:lnTo>
                  <a:pt x="828033" y="26378"/>
                </a:lnTo>
                <a:lnTo>
                  <a:pt x="828083" y="26240"/>
                </a:lnTo>
                <a:lnTo>
                  <a:pt x="828140" y="26107"/>
                </a:lnTo>
                <a:lnTo>
                  <a:pt x="828202" y="25978"/>
                </a:lnTo>
                <a:lnTo>
                  <a:pt x="828270" y="25853"/>
                </a:lnTo>
                <a:lnTo>
                  <a:pt x="828345" y="25732"/>
                </a:lnTo>
                <a:lnTo>
                  <a:pt x="828425" y="25615"/>
                </a:lnTo>
                <a:lnTo>
                  <a:pt x="828511" y="25502"/>
                </a:lnTo>
                <a:lnTo>
                  <a:pt x="828603" y="25393"/>
                </a:lnTo>
                <a:lnTo>
                  <a:pt x="828701" y="25289"/>
                </a:lnTo>
                <a:lnTo>
                  <a:pt x="828805" y="25188"/>
                </a:lnTo>
                <a:lnTo>
                  <a:pt x="828915" y="25091"/>
                </a:lnTo>
                <a:lnTo>
                  <a:pt x="829030" y="24998"/>
                </a:lnTo>
                <a:lnTo>
                  <a:pt x="829152" y="24910"/>
                </a:lnTo>
                <a:lnTo>
                  <a:pt x="829280" y="24825"/>
                </a:lnTo>
                <a:lnTo>
                  <a:pt x="829413" y="24744"/>
                </a:lnTo>
                <a:lnTo>
                  <a:pt x="829553" y="24668"/>
                </a:lnTo>
                <a:lnTo>
                  <a:pt x="829698" y="24595"/>
                </a:lnTo>
                <a:lnTo>
                  <a:pt x="829847" y="24525"/>
                </a:lnTo>
                <a:lnTo>
                  <a:pt x="830001" y="24458"/>
                </a:lnTo>
                <a:lnTo>
                  <a:pt x="830159" y="24394"/>
                </a:lnTo>
                <a:lnTo>
                  <a:pt x="830321" y="24334"/>
                </a:lnTo>
                <a:lnTo>
                  <a:pt x="830488" y="24276"/>
                </a:lnTo>
                <a:lnTo>
                  <a:pt x="830659" y="24222"/>
                </a:lnTo>
                <a:lnTo>
                  <a:pt x="830835" y="24170"/>
                </a:lnTo>
                <a:lnTo>
                  <a:pt x="831015" y="24122"/>
                </a:lnTo>
                <a:lnTo>
                  <a:pt x="831200" y="24077"/>
                </a:lnTo>
                <a:lnTo>
                  <a:pt x="831389" y="24035"/>
                </a:lnTo>
                <a:lnTo>
                  <a:pt x="831583" y="23996"/>
                </a:lnTo>
                <a:lnTo>
                  <a:pt x="831781" y="23960"/>
                </a:lnTo>
                <a:lnTo>
                  <a:pt x="831983" y="23928"/>
                </a:lnTo>
                <a:lnTo>
                  <a:pt x="832190" y="23898"/>
                </a:lnTo>
                <a:lnTo>
                  <a:pt x="832401" y="23872"/>
                </a:lnTo>
                <a:lnTo>
                  <a:pt x="832617" y="23848"/>
                </a:lnTo>
                <a:lnTo>
                  <a:pt x="832837" y="23828"/>
                </a:lnTo>
                <a:lnTo>
                  <a:pt x="833062" y="23811"/>
                </a:lnTo>
                <a:lnTo>
                  <a:pt x="833291" y="23797"/>
                </a:lnTo>
                <a:lnTo>
                  <a:pt x="833524" y="23786"/>
                </a:lnTo>
                <a:lnTo>
                  <a:pt x="833762" y="23778"/>
                </a:lnTo>
                <a:lnTo>
                  <a:pt x="834004" y="23774"/>
                </a:lnTo>
                <a:lnTo>
                  <a:pt x="834251" y="23772"/>
                </a:lnTo>
                <a:lnTo>
                  <a:pt x="834481" y="23774"/>
                </a:lnTo>
                <a:lnTo>
                  <a:pt x="834708" y="23781"/>
                </a:lnTo>
                <a:lnTo>
                  <a:pt x="834933" y="23792"/>
                </a:lnTo>
                <a:lnTo>
                  <a:pt x="835155" y="23808"/>
                </a:lnTo>
                <a:lnTo>
                  <a:pt x="835375" y="23828"/>
                </a:lnTo>
                <a:lnTo>
                  <a:pt x="835592" y="23853"/>
                </a:lnTo>
                <a:lnTo>
                  <a:pt x="835807" y="23882"/>
                </a:lnTo>
                <a:lnTo>
                  <a:pt x="836019" y="23915"/>
                </a:lnTo>
                <a:lnTo>
                  <a:pt x="836229" y="23953"/>
                </a:lnTo>
                <a:lnTo>
                  <a:pt x="836437" y="23996"/>
                </a:lnTo>
                <a:lnTo>
                  <a:pt x="836641" y="24043"/>
                </a:lnTo>
                <a:lnTo>
                  <a:pt x="836844" y="24094"/>
                </a:lnTo>
                <a:lnTo>
                  <a:pt x="837044" y="24150"/>
                </a:lnTo>
                <a:lnTo>
                  <a:pt x="837241" y="24210"/>
                </a:lnTo>
                <a:lnTo>
                  <a:pt x="837436" y="24275"/>
                </a:lnTo>
                <a:lnTo>
                  <a:pt x="837629" y="24345"/>
                </a:lnTo>
                <a:lnTo>
                  <a:pt x="837819" y="24418"/>
                </a:lnTo>
                <a:lnTo>
                  <a:pt x="838006" y="24497"/>
                </a:lnTo>
                <a:lnTo>
                  <a:pt x="838191" y="24579"/>
                </a:lnTo>
                <a:lnTo>
                  <a:pt x="838374" y="24667"/>
                </a:lnTo>
                <a:lnTo>
                  <a:pt x="838554" y="24758"/>
                </a:lnTo>
                <a:lnTo>
                  <a:pt x="838731" y="24855"/>
                </a:lnTo>
                <a:lnTo>
                  <a:pt x="838907" y="24955"/>
                </a:lnTo>
                <a:lnTo>
                  <a:pt x="839079" y="25060"/>
                </a:lnTo>
                <a:lnTo>
                  <a:pt x="839247" y="25171"/>
                </a:lnTo>
                <a:lnTo>
                  <a:pt x="839408" y="25289"/>
                </a:lnTo>
                <a:lnTo>
                  <a:pt x="839561" y="25414"/>
                </a:lnTo>
                <a:lnTo>
                  <a:pt x="839708" y="25546"/>
                </a:lnTo>
                <a:lnTo>
                  <a:pt x="839847" y="25685"/>
                </a:lnTo>
                <a:lnTo>
                  <a:pt x="839979" y="25831"/>
                </a:lnTo>
                <a:lnTo>
                  <a:pt x="840104" y="25985"/>
                </a:lnTo>
                <a:lnTo>
                  <a:pt x="840222" y="26145"/>
                </a:lnTo>
                <a:lnTo>
                  <a:pt x="840333" y="26313"/>
                </a:lnTo>
                <a:lnTo>
                  <a:pt x="840436" y="26487"/>
                </a:lnTo>
                <a:lnTo>
                  <a:pt x="840533" y="26669"/>
                </a:lnTo>
                <a:lnTo>
                  <a:pt x="840622" y="26858"/>
                </a:lnTo>
                <a:lnTo>
                  <a:pt x="840704" y="27054"/>
                </a:lnTo>
                <a:lnTo>
                  <a:pt x="840779" y="27257"/>
                </a:lnTo>
                <a:lnTo>
                  <a:pt x="840847" y="27467"/>
                </a:lnTo>
                <a:lnTo>
                  <a:pt x="840907" y="27684"/>
                </a:lnTo>
                <a:lnTo>
                  <a:pt x="840961" y="27908"/>
                </a:lnTo>
                <a:lnTo>
                  <a:pt x="841007" y="28140"/>
                </a:lnTo>
                <a:lnTo>
                  <a:pt x="841047" y="28378"/>
                </a:lnTo>
                <a:lnTo>
                  <a:pt x="841079" y="28624"/>
                </a:lnTo>
                <a:lnTo>
                  <a:pt x="841104" y="28877"/>
                </a:lnTo>
                <a:lnTo>
                  <a:pt x="841122" y="29136"/>
                </a:lnTo>
                <a:lnTo>
                  <a:pt x="841132" y="29403"/>
                </a:lnTo>
                <a:lnTo>
                  <a:pt x="841136" y="29677"/>
                </a:lnTo>
                <a:lnTo>
                  <a:pt x="851788" y="29677"/>
                </a:lnTo>
                <a:lnTo>
                  <a:pt x="851785" y="29351"/>
                </a:lnTo>
                <a:lnTo>
                  <a:pt x="851777" y="29030"/>
                </a:lnTo>
                <a:lnTo>
                  <a:pt x="851764" y="28713"/>
                </a:lnTo>
                <a:lnTo>
                  <a:pt x="851746" y="28401"/>
                </a:lnTo>
                <a:lnTo>
                  <a:pt x="851722" y="28093"/>
                </a:lnTo>
                <a:lnTo>
                  <a:pt x="851693" y="27790"/>
                </a:lnTo>
                <a:lnTo>
                  <a:pt x="851659" y="27491"/>
                </a:lnTo>
                <a:lnTo>
                  <a:pt x="851620" y="27197"/>
                </a:lnTo>
                <a:lnTo>
                  <a:pt x="851575" y="26908"/>
                </a:lnTo>
                <a:lnTo>
                  <a:pt x="851525" y="26623"/>
                </a:lnTo>
                <a:lnTo>
                  <a:pt x="851470" y="26342"/>
                </a:lnTo>
                <a:lnTo>
                  <a:pt x="851409" y="26066"/>
                </a:lnTo>
                <a:lnTo>
                  <a:pt x="851343" y="25795"/>
                </a:lnTo>
                <a:lnTo>
                  <a:pt x="851272" y="25528"/>
                </a:lnTo>
                <a:lnTo>
                  <a:pt x="851196" y="25266"/>
                </a:lnTo>
                <a:lnTo>
                  <a:pt x="851114" y="25009"/>
                </a:lnTo>
                <a:lnTo>
                  <a:pt x="851028" y="24756"/>
                </a:lnTo>
                <a:lnTo>
                  <a:pt x="850935" y="24507"/>
                </a:lnTo>
                <a:lnTo>
                  <a:pt x="850838" y="24263"/>
                </a:lnTo>
                <a:lnTo>
                  <a:pt x="850736" y="24024"/>
                </a:lnTo>
                <a:lnTo>
                  <a:pt x="850628" y="23789"/>
                </a:lnTo>
                <a:lnTo>
                  <a:pt x="850515" y="23559"/>
                </a:lnTo>
                <a:lnTo>
                  <a:pt x="850396" y="23333"/>
                </a:lnTo>
                <a:lnTo>
                  <a:pt x="850272" y="23112"/>
                </a:lnTo>
                <a:lnTo>
                  <a:pt x="850144" y="22895"/>
                </a:lnTo>
                <a:lnTo>
                  <a:pt x="850013" y="22681"/>
                </a:lnTo>
                <a:lnTo>
                  <a:pt x="849878" y="22472"/>
                </a:lnTo>
                <a:lnTo>
                  <a:pt x="849740" y="22266"/>
                </a:lnTo>
                <a:lnTo>
                  <a:pt x="849598" y="22064"/>
                </a:lnTo>
                <a:lnTo>
                  <a:pt x="849452" y="21866"/>
                </a:lnTo>
                <a:lnTo>
                  <a:pt x="849304" y="21671"/>
                </a:lnTo>
                <a:lnTo>
                  <a:pt x="849151" y="21480"/>
                </a:lnTo>
                <a:lnTo>
                  <a:pt x="848996" y="21293"/>
                </a:lnTo>
                <a:lnTo>
                  <a:pt x="848837" y="21109"/>
                </a:lnTo>
                <a:lnTo>
                  <a:pt x="848674" y="20930"/>
                </a:lnTo>
                <a:lnTo>
                  <a:pt x="848508" y="20754"/>
                </a:lnTo>
                <a:lnTo>
                  <a:pt x="848338" y="20581"/>
                </a:lnTo>
                <a:lnTo>
                  <a:pt x="848165" y="20413"/>
                </a:lnTo>
                <a:lnTo>
                  <a:pt x="847989" y="20248"/>
                </a:lnTo>
                <a:lnTo>
                  <a:pt x="847809" y="20087"/>
                </a:lnTo>
                <a:lnTo>
                  <a:pt x="847626" y="19929"/>
                </a:lnTo>
                <a:lnTo>
                  <a:pt x="847439" y="19776"/>
                </a:lnTo>
                <a:lnTo>
                  <a:pt x="847249" y="19626"/>
                </a:lnTo>
                <a:lnTo>
                  <a:pt x="847055" y="19479"/>
                </a:lnTo>
                <a:lnTo>
                  <a:pt x="846858" y="19337"/>
                </a:lnTo>
                <a:lnTo>
                  <a:pt x="846657" y="19198"/>
                </a:lnTo>
                <a:lnTo>
                  <a:pt x="846453" y="19063"/>
                </a:lnTo>
                <a:lnTo>
                  <a:pt x="846245" y="18932"/>
                </a:lnTo>
                <a:lnTo>
                  <a:pt x="846035" y="18804"/>
                </a:lnTo>
                <a:lnTo>
                  <a:pt x="845823" y="18679"/>
                </a:lnTo>
                <a:lnTo>
                  <a:pt x="845608" y="18557"/>
                </a:lnTo>
                <a:lnTo>
                  <a:pt x="845391" y="18439"/>
                </a:lnTo>
                <a:lnTo>
                  <a:pt x="845173" y="18323"/>
                </a:lnTo>
                <a:lnTo>
                  <a:pt x="844952" y="18211"/>
                </a:lnTo>
                <a:lnTo>
                  <a:pt x="844729" y="18101"/>
                </a:lnTo>
                <a:lnTo>
                  <a:pt x="844504" y="17995"/>
                </a:lnTo>
                <a:lnTo>
                  <a:pt x="844277" y="17892"/>
                </a:lnTo>
                <a:lnTo>
                  <a:pt x="844047" y="17792"/>
                </a:lnTo>
                <a:lnTo>
                  <a:pt x="843816" y="17695"/>
                </a:lnTo>
                <a:lnTo>
                  <a:pt x="843582" y="17602"/>
                </a:lnTo>
                <a:lnTo>
                  <a:pt x="843347" y="17511"/>
                </a:lnTo>
                <a:lnTo>
                  <a:pt x="843109" y="17424"/>
                </a:lnTo>
                <a:lnTo>
                  <a:pt x="842869" y="17339"/>
                </a:lnTo>
                <a:lnTo>
                  <a:pt x="842627" y="17258"/>
                </a:lnTo>
                <a:lnTo>
                  <a:pt x="842383" y="17180"/>
                </a:lnTo>
                <a:lnTo>
                  <a:pt x="842137" y="17105"/>
                </a:lnTo>
                <a:lnTo>
                  <a:pt x="841889" y="17033"/>
                </a:lnTo>
                <a:lnTo>
                  <a:pt x="841639" y="16965"/>
                </a:lnTo>
                <a:lnTo>
                  <a:pt x="841386" y="16899"/>
                </a:lnTo>
                <a:lnTo>
                  <a:pt x="841132" y="16836"/>
                </a:lnTo>
                <a:lnTo>
                  <a:pt x="840875" y="16777"/>
                </a:lnTo>
                <a:lnTo>
                  <a:pt x="840616" y="16721"/>
                </a:lnTo>
                <a:lnTo>
                  <a:pt x="840356" y="16667"/>
                </a:lnTo>
                <a:lnTo>
                  <a:pt x="840096" y="16616"/>
                </a:lnTo>
                <a:lnTo>
                  <a:pt x="839835" y="16567"/>
                </a:lnTo>
                <a:lnTo>
                  <a:pt x="839574" y="16520"/>
                </a:lnTo>
                <a:lnTo>
                  <a:pt x="839312" y="16476"/>
                </a:lnTo>
                <a:lnTo>
                  <a:pt x="839049" y="16434"/>
                </a:lnTo>
                <a:lnTo>
                  <a:pt x="838787" y="16394"/>
                </a:lnTo>
                <a:lnTo>
                  <a:pt x="838524" y="16356"/>
                </a:lnTo>
                <a:lnTo>
                  <a:pt x="838260" y="16321"/>
                </a:lnTo>
                <a:lnTo>
                  <a:pt x="837996" y="16288"/>
                </a:lnTo>
                <a:lnTo>
                  <a:pt x="837731" y="16257"/>
                </a:lnTo>
                <a:lnTo>
                  <a:pt x="837466" y="16229"/>
                </a:lnTo>
                <a:lnTo>
                  <a:pt x="837201" y="16202"/>
                </a:lnTo>
                <a:lnTo>
                  <a:pt x="836935" y="16179"/>
                </a:lnTo>
                <a:lnTo>
                  <a:pt x="836669" y="16157"/>
                </a:lnTo>
                <a:lnTo>
                  <a:pt x="836402" y="16137"/>
                </a:lnTo>
                <a:lnTo>
                  <a:pt x="836135" y="16120"/>
                </a:lnTo>
                <a:lnTo>
                  <a:pt x="835867" y="16106"/>
                </a:lnTo>
                <a:lnTo>
                  <a:pt x="835599" y="16093"/>
                </a:lnTo>
                <a:lnTo>
                  <a:pt x="835330" y="16083"/>
                </a:lnTo>
                <a:lnTo>
                  <a:pt x="835061" y="16075"/>
                </a:lnTo>
                <a:lnTo>
                  <a:pt x="834792" y="16069"/>
                </a:lnTo>
                <a:lnTo>
                  <a:pt x="834522" y="16066"/>
                </a:lnTo>
                <a:lnTo>
                  <a:pt x="834251" y="16065"/>
                </a:lnTo>
                <a:lnTo>
                  <a:pt x="833974" y="16066"/>
                </a:lnTo>
                <a:lnTo>
                  <a:pt x="833697" y="16069"/>
                </a:lnTo>
                <a:lnTo>
                  <a:pt x="833420" y="16075"/>
                </a:lnTo>
                <a:lnTo>
                  <a:pt x="833144" y="16083"/>
                </a:lnTo>
                <a:lnTo>
                  <a:pt x="832869" y="16093"/>
                </a:lnTo>
                <a:lnTo>
                  <a:pt x="832594" y="16106"/>
                </a:lnTo>
                <a:lnTo>
                  <a:pt x="832319" y="16121"/>
                </a:lnTo>
                <a:lnTo>
                  <a:pt x="832045" y="16138"/>
                </a:lnTo>
                <a:lnTo>
                  <a:pt x="831772" y="16157"/>
                </a:lnTo>
                <a:lnTo>
                  <a:pt x="831499" y="16179"/>
                </a:lnTo>
                <a:lnTo>
                  <a:pt x="831227" y="16203"/>
                </a:lnTo>
                <a:lnTo>
                  <a:pt x="830955" y="16229"/>
                </a:lnTo>
                <a:lnTo>
                  <a:pt x="830684" y="16258"/>
                </a:lnTo>
                <a:lnTo>
                  <a:pt x="830413" y="16288"/>
                </a:lnTo>
                <a:lnTo>
                  <a:pt x="830143" y="16321"/>
                </a:lnTo>
                <a:lnTo>
                  <a:pt x="829873" y="16357"/>
                </a:lnTo>
                <a:lnTo>
                  <a:pt x="829604" y="16395"/>
                </a:lnTo>
                <a:lnTo>
                  <a:pt x="829335" y="16434"/>
                </a:lnTo>
                <a:lnTo>
                  <a:pt x="829067" y="16477"/>
                </a:lnTo>
                <a:lnTo>
                  <a:pt x="828799" y="16521"/>
                </a:lnTo>
                <a:lnTo>
                  <a:pt x="828532" y="16568"/>
                </a:lnTo>
                <a:lnTo>
                  <a:pt x="828266" y="16617"/>
                </a:lnTo>
                <a:lnTo>
                  <a:pt x="828000" y="16669"/>
                </a:lnTo>
                <a:lnTo>
                  <a:pt x="827734" y="16722"/>
                </a:lnTo>
                <a:lnTo>
                  <a:pt x="827470" y="16778"/>
                </a:lnTo>
                <a:lnTo>
                  <a:pt x="827208" y="16837"/>
                </a:lnTo>
                <a:lnTo>
                  <a:pt x="826949" y="16898"/>
                </a:lnTo>
                <a:lnTo>
                  <a:pt x="826692" y="16962"/>
                </a:lnTo>
                <a:lnTo>
                  <a:pt x="826437" y="17029"/>
                </a:lnTo>
                <a:lnTo>
                  <a:pt x="826184" y="17098"/>
                </a:lnTo>
                <a:lnTo>
                  <a:pt x="825933" y="17170"/>
                </a:lnTo>
                <a:lnTo>
                  <a:pt x="825685" y="17245"/>
                </a:lnTo>
                <a:lnTo>
                  <a:pt x="825439" y="17322"/>
                </a:lnTo>
                <a:lnTo>
                  <a:pt x="825195" y="17402"/>
                </a:lnTo>
                <a:lnTo>
                  <a:pt x="824953" y="17485"/>
                </a:lnTo>
                <a:lnTo>
                  <a:pt x="824714" y="17570"/>
                </a:lnTo>
                <a:lnTo>
                  <a:pt x="824477" y="17658"/>
                </a:lnTo>
                <a:lnTo>
                  <a:pt x="824242" y="17748"/>
                </a:lnTo>
                <a:lnTo>
                  <a:pt x="824010" y="17842"/>
                </a:lnTo>
                <a:lnTo>
                  <a:pt x="823780" y="17938"/>
                </a:lnTo>
                <a:lnTo>
                  <a:pt x="823552" y="18036"/>
                </a:lnTo>
                <a:lnTo>
                  <a:pt x="823326" y="18137"/>
                </a:lnTo>
                <a:lnTo>
                  <a:pt x="823102" y="18241"/>
                </a:lnTo>
                <a:lnTo>
                  <a:pt x="822881" y="18348"/>
                </a:lnTo>
                <a:lnTo>
                  <a:pt x="822662" y="18457"/>
                </a:lnTo>
                <a:lnTo>
                  <a:pt x="822445" y="18569"/>
                </a:lnTo>
                <a:lnTo>
                  <a:pt x="822231" y="18683"/>
                </a:lnTo>
                <a:lnTo>
                  <a:pt x="822019" y="18801"/>
                </a:lnTo>
                <a:lnTo>
                  <a:pt x="821809" y="18921"/>
                </a:lnTo>
                <a:lnTo>
                  <a:pt x="821604" y="19044"/>
                </a:lnTo>
                <a:lnTo>
                  <a:pt x="821401" y="19170"/>
                </a:lnTo>
                <a:lnTo>
                  <a:pt x="821203" y="19300"/>
                </a:lnTo>
                <a:lnTo>
                  <a:pt x="821007" y="19432"/>
                </a:lnTo>
                <a:lnTo>
                  <a:pt x="820816" y="19568"/>
                </a:lnTo>
                <a:lnTo>
                  <a:pt x="820628" y="19707"/>
                </a:lnTo>
                <a:lnTo>
                  <a:pt x="820443" y="19849"/>
                </a:lnTo>
                <a:lnTo>
                  <a:pt x="820262" y="19994"/>
                </a:lnTo>
                <a:lnTo>
                  <a:pt x="820084" y="20142"/>
                </a:lnTo>
                <a:lnTo>
                  <a:pt x="819910" y="20293"/>
                </a:lnTo>
                <a:lnTo>
                  <a:pt x="819740" y="20447"/>
                </a:lnTo>
                <a:lnTo>
                  <a:pt x="819573" y="20605"/>
                </a:lnTo>
                <a:lnTo>
                  <a:pt x="819410" y="20766"/>
                </a:lnTo>
                <a:lnTo>
                  <a:pt x="819250" y="20929"/>
                </a:lnTo>
                <a:lnTo>
                  <a:pt x="819094" y="21096"/>
                </a:lnTo>
                <a:lnTo>
                  <a:pt x="818941" y="21266"/>
                </a:lnTo>
                <a:lnTo>
                  <a:pt x="818791" y="21439"/>
                </a:lnTo>
                <a:lnTo>
                  <a:pt x="818646" y="21615"/>
                </a:lnTo>
                <a:lnTo>
                  <a:pt x="818504" y="21795"/>
                </a:lnTo>
                <a:lnTo>
                  <a:pt x="818365" y="21977"/>
                </a:lnTo>
                <a:lnTo>
                  <a:pt x="818230" y="22163"/>
                </a:lnTo>
                <a:lnTo>
                  <a:pt x="818098" y="22352"/>
                </a:lnTo>
                <a:lnTo>
                  <a:pt x="817970" y="22543"/>
                </a:lnTo>
                <a:lnTo>
                  <a:pt x="817846" y="22738"/>
                </a:lnTo>
                <a:lnTo>
                  <a:pt x="817728" y="22937"/>
                </a:lnTo>
                <a:lnTo>
                  <a:pt x="817615" y="23139"/>
                </a:lnTo>
                <a:lnTo>
                  <a:pt x="817507" y="23345"/>
                </a:lnTo>
                <a:lnTo>
                  <a:pt x="817404" y="23554"/>
                </a:lnTo>
                <a:lnTo>
                  <a:pt x="817307" y="23766"/>
                </a:lnTo>
                <a:lnTo>
                  <a:pt x="817215" y="23982"/>
                </a:lnTo>
                <a:lnTo>
                  <a:pt x="817128" y="24202"/>
                </a:lnTo>
                <a:lnTo>
                  <a:pt x="817047" y="24425"/>
                </a:lnTo>
                <a:lnTo>
                  <a:pt x="816970" y="24651"/>
                </a:lnTo>
                <a:lnTo>
                  <a:pt x="816899" y="24881"/>
                </a:lnTo>
                <a:lnTo>
                  <a:pt x="816833" y="25115"/>
                </a:lnTo>
                <a:lnTo>
                  <a:pt x="816773" y="25352"/>
                </a:lnTo>
                <a:lnTo>
                  <a:pt x="816718" y="25592"/>
                </a:lnTo>
                <a:lnTo>
                  <a:pt x="816668" y="25836"/>
                </a:lnTo>
                <a:lnTo>
                  <a:pt x="816623" y="26084"/>
                </a:lnTo>
                <a:lnTo>
                  <a:pt x="816584" y="26335"/>
                </a:lnTo>
                <a:lnTo>
                  <a:pt x="816549" y="26589"/>
                </a:lnTo>
                <a:lnTo>
                  <a:pt x="816520" y="26847"/>
                </a:lnTo>
                <a:lnTo>
                  <a:pt x="816497" y="27109"/>
                </a:lnTo>
                <a:lnTo>
                  <a:pt x="816478" y="27374"/>
                </a:lnTo>
                <a:lnTo>
                  <a:pt x="816465" y="27643"/>
                </a:lnTo>
                <a:lnTo>
                  <a:pt x="816457" y="27915"/>
                </a:lnTo>
                <a:lnTo>
                  <a:pt x="816455" y="28190"/>
                </a:lnTo>
                <a:lnTo>
                  <a:pt x="816458" y="28541"/>
                </a:lnTo>
                <a:lnTo>
                  <a:pt x="816468" y="28886"/>
                </a:lnTo>
                <a:lnTo>
                  <a:pt x="816486" y="29226"/>
                </a:lnTo>
                <a:lnTo>
                  <a:pt x="816510" y="29560"/>
                </a:lnTo>
                <a:lnTo>
                  <a:pt x="816541" y="29888"/>
                </a:lnTo>
                <a:lnTo>
                  <a:pt x="816579" y="30211"/>
                </a:lnTo>
                <a:lnTo>
                  <a:pt x="816624" y="30527"/>
                </a:lnTo>
                <a:lnTo>
                  <a:pt x="816676" y="30839"/>
                </a:lnTo>
                <a:lnTo>
                  <a:pt x="816735" y="31144"/>
                </a:lnTo>
                <a:lnTo>
                  <a:pt x="816800" y="31444"/>
                </a:lnTo>
                <a:lnTo>
                  <a:pt x="816873" y="31738"/>
                </a:lnTo>
                <a:lnTo>
                  <a:pt x="816953" y="32026"/>
                </a:lnTo>
                <a:lnTo>
                  <a:pt x="817039" y="32309"/>
                </a:lnTo>
                <a:lnTo>
                  <a:pt x="817132" y="32585"/>
                </a:lnTo>
                <a:lnTo>
                  <a:pt x="817233" y="32857"/>
                </a:lnTo>
                <a:lnTo>
                  <a:pt x="817340" y="33122"/>
                </a:lnTo>
                <a:lnTo>
                  <a:pt x="817454" y="33382"/>
                </a:lnTo>
                <a:lnTo>
                  <a:pt x="817575" y="33636"/>
                </a:lnTo>
                <a:lnTo>
                  <a:pt x="817703" y="33885"/>
                </a:lnTo>
                <a:lnTo>
                  <a:pt x="817838" y="34127"/>
                </a:lnTo>
                <a:lnTo>
                  <a:pt x="817980" y="34364"/>
                </a:lnTo>
                <a:lnTo>
                  <a:pt x="818128" y="34596"/>
                </a:lnTo>
                <a:lnTo>
                  <a:pt x="818284" y="34821"/>
                </a:lnTo>
                <a:lnTo>
                  <a:pt x="818446" y="35041"/>
                </a:lnTo>
                <a:lnTo>
                  <a:pt x="818615" y="35256"/>
                </a:lnTo>
                <a:lnTo>
                  <a:pt x="818789" y="35468"/>
                </a:lnTo>
                <a:lnTo>
                  <a:pt x="818968" y="35676"/>
                </a:lnTo>
                <a:lnTo>
                  <a:pt x="819153" y="35880"/>
                </a:lnTo>
                <a:lnTo>
                  <a:pt x="819343" y="36080"/>
                </a:lnTo>
                <a:lnTo>
                  <a:pt x="819538" y="36277"/>
                </a:lnTo>
                <a:lnTo>
                  <a:pt x="819739" y="36470"/>
                </a:lnTo>
                <a:lnTo>
                  <a:pt x="819945" y="36660"/>
                </a:lnTo>
                <a:lnTo>
                  <a:pt x="820156" y="36846"/>
                </a:lnTo>
                <a:lnTo>
                  <a:pt x="820373" y="37028"/>
                </a:lnTo>
                <a:lnTo>
                  <a:pt x="820595" y="37207"/>
                </a:lnTo>
                <a:lnTo>
                  <a:pt x="820823" y="37382"/>
                </a:lnTo>
                <a:lnTo>
                  <a:pt x="821055" y="37553"/>
                </a:lnTo>
                <a:lnTo>
                  <a:pt x="821293" y="37721"/>
                </a:lnTo>
                <a:lnTo>
                  <a:pt x="821537" y="37885"/>
                </a:lnTo>
                <a:lnTo>
                  <a:pt x="821785" y="38046"/>
                </a:lnTo>
                <a:lnTo>
                  <a:pt x="822039" y="38202"/>
                </a:lnTo>
                <a:lnTo>
                  <a:pt x="822299" y="38356"/>
                </a:lnTo>
                <a:lnTo>
                  <a:pt x="822564" y="38505"/>
                </a:lnTo>
                <a:lnTo>
                  <a:pt x="822834" y="38651"/>
                </a:lnTo>
                <a:lnTo>
                  <a:pt x="823109" y="38793"/>
                </a:lnTo>
                <a:lnTo>
                  <a:pt x="823390" y="38932"/>
                </a:lnTo>
                <a:lnTo>
                  <a:pt x="823676" y="39067"/>
                </a:lnTo>
                <a:lnTo>
                  <a:pt x="823967" y="39198"/>
                </a:lnTo>
                <a:lnTo>
                  <a:pt x="824263" y="39327"/>
                </a:lnTo>
                <a:lnTo>
                  <a:pt x="824562" y="39454"/>
                </a:lnTo>
                <a:lnTo>
                  <a:pt x="824865" y="39579"/>
                </a:lnTo>
                <a:lnTo>
                  <a:pt x="825171" y="39703"/>
                </a:lnTo>
                <a:lnTo>
                  <a:pt x="825480" y="39825"/>
                </a:lnTo>
                <a:lnTo>
                  <a:pt x="825793" y="39946"/>
                </a:lnTo>
                <a:lnTo>
                  <a:pt x="826109" y="40065"/>
                </a:lnTo>
                <a:lnTo>
                  <a:pt x="826428" y="40183"/>
                </a:lnTo>
                <a:lnTo>
                  <a:pt x="826751" y="40299"/>
                </a:lnTo>
                <a:lnTo>
                  <a:pt x="827077" y="40413"/>
                </a:lnTo>
                <a:lnTo>
                  <a:pt x="827407" y="40526"/>
                </a:lnTo>
                <a:lnTo>
                  <a:pt x="827740" y="40637"/>
                </a:lnTo>
                <a:lnTo>
                  <a:pt x="828076" y="40746"/>
                </a:lnTo>
                <a:lnTo>
                  <a:pt x="828416" y="40854"/>
                </a:lnTo>
                <a:lnTo>
                  <a:pt x="828759" y="40961"/>
                </a:lnTo>
                <a:lnTo>
                  <a:pt x="829106" y="41065"/>
                </a:lnTo>
                <a:lnTo>
                  <a:pt x="829456" y="41168"/>
                </a:lnTo>
                <a:lnTo>
                  <a:pt x="829809" y="41270"/>
                </a:lnTo>
                <a:lnTo>
                  <a:pt x="830165" y="41370"/>
                </a:lnTo>
                <a:lnTo>
                  <a:pt x="830526" y="41468"/>
                </a:lnTo>
                <a:lnTo>
                  <a:pt x="830889" y="41565"/>
                </a:lnTo>
                <a:lnTo>
                  <a:pt x="831256" y="41660"/>
                </a:lnTo>
                <a:lnTo>
                  <a:pt x="831626" y="41754"/>
                </a:lnTo>
                <a:lnTo>
                  <a:pt x="832000" y="41846"/>
                </a:lnTo>
                <a:lnTo>
                  <a:pt x="832441" y="41948"/>
                </a:lnTo>
                <a:lnTo>
                  <a:pt x="832872" y="42050"/>
                </a:lnTo>
                <a:lnTo>
                  <a:pt x="833291" y="42152"/>
                </a:lnTo>
                <a:lnTo>
                  <a:pt x="833700" y="42254"/>
                </a:lnTo>
                <a:lnTo>
                  <a:pt x="834097" y="42355"/>
                </a:lnTo>
                <a:lnTo>
                  <a:pt x="834483" y="42456"/>
                </a:lnTo>
                <a:lnTo>
                  <a:pt x="834857" y="42558"/>
                </a:lnTo>
                <a:lnTo>
                  <a:pt x="835221" y="42659"/>
                </a:lnTo>
                <a:lnTo>
                  <a:pt x="835573" y="42759"/>
                </a:lnTo>
                <a:lnTo>
                  <a:pt x="835914" y="42860"/>
                </a:lnTo>
                <a:lnTo>
                  <a:pt x="836244" y="42961"/>
                </a:lnTo>
                <a:lnTo>
                  <a:pt x="836562" y="43061"/>
                </a:lnTo>
                <a:lnTo>
                  <a:pt x="836870" y="43161"/>
                </a:lnTo>
                <a:lnTo>
                  <a:pt x="837166" y="43262"/>
                </a:lnTo>
                <a:lnTo>
                  <a:pt x="837451" y="43362"/>
                </a:lnTo>
                <a:lnTo>
                  <a:pt x="837725" y="43461"/>
                </a:lnTo>
                <a:lnTo>
                  <a:pt x="837987" y="43561"/>
                </a:lnTo>
                <a:lnTo>
                  <a:pt x="838239" y="43661"/>
                </a:lnTo>
                <a:lnTo>
                  <a:pt x="838479" y="43760"/>
                </a:lnTo>
                <a:lnTo>
                  <a:pt x="838708" y="43859"/>
                </a:lnTo>
                <a:lnTo>
                  <a:pt x="838926" y="43958"/>
                </a:lnTo>
                <a:lnTo>
                  <a:pt x="839133" y="44057"/>
                </a:lnTo>
                <a:lnTo>
                  <a:pt x="839328" y="44156"/>
                </a:lnTo>
                <a:lnTo>
                  <a:pt x="839512" y="44255"/>
                </a:lnTo>
                <a:lnTo>
                  <a:pt x="839687" y="44355"/>
                </a:lnTo>
                <a:lnTo>
                  <a:pt x="839855" y="44460"/>
                </a:lnTo>
                <a:lnTo>
                  <a:pt x="840015" y="44569"/>
                </a:lnTo>
                <a:lnTo>
                  <a:pt x="840167" y="44683"/>
                </a:lnTo>
                <a:lnTo>
                  <a:pt x="840312" y="44800"/>
                </a:lnTo>
                <a:lnTo>
                  <a:pt x="840450" y="44922"/>
                </a:lnTo>
                <a:lnTo>
                  <a:pt x="840580" y="45048"/>
                </a:lnTo>
                <a:lnTo>
                  <a:pt x="840703" y="45178"/>
                </a:lnTo>
                <a:lnTo>
                  <a:pt x="840818" y="45313"/>
                </a:lnTo>
                <a:lnTo>
                  <a:pt x="840926" y="45452"/>
                </a:lnTo>
                <a:lnTo>
                  <a:pt x="841027" y="45595"/>
                </a:lnTo>
                <a:lnTo>
                  <a:pt x="841120" y="45742"/>
                </a:lnTo>
                <a:lnTo>
                  <a:pt x="841205" y="45894"/>
                </a:lnTo>
                <a:lnTo>
                  <a:pt x="841283" y="46050"/>
                </a:lnTo>
                <a:lnTo>
                  <a:pt x="841354" y="46210"/>
                </a:lnTo>
                <a:lnTo>
                  <a:pt x="841417" y="46375"/>
                </a:lnTo>
                <a:lnTo>
                  <a:pt x="841473" y="46543"/>
                </a:lnTo>
                <a:lnTo>
                  <a:pt x="841522" y="46716"/>
                </a:lnTo>
                <a:lnTo>
                  <a:pt x="841563" y="46893"/>
                </a:lnTo>
                <a:lnTo>
                  <a:pt x="841596" y="47075"/>
                </a:lnTo>
                <a:lnTo>
                  <a:pt x="841622" y="47261"/>
                </a:lnTo>
                <a:lnTo>
                  <a:pt x="841641" y="47451"/>
                </a:lnTo>
                <a:lnTo>
                  <a:pt x="841652" y="47645"/>
                </a:lnTo>
                <a:lnTo>
                  <a:pt x="841656" y="47843"/>
                </a:lnTo>
                <a:lnTo>
                  <a:pt x="841652" y="48056"/>
                </a:lnTo>
                <a:lnTo>
                  <a:pt x="841643" y="48264"/>
                </a:lnTo>
                <a:lnTo>
                  <a:pt x="841627" y="48466"/>
                </a:lnTo>
                <a:lnTo>
                  <a:pt x="841605" y="48663"/>
                </a:lnTo>
                <a:lnTo>
                  <a:pt x="841577" y="48855"/>
                </a:lnTo>
                <a:lnTo>
                  <a:pt x="841542" y="49042"/>
                </a:lnTo>
                <a:lnTo>
                  <a:pt x="841501" y="49224"/>
                </a:lnTo>
                <a:lnTo>
                  <a:pt x="841454" y="49400"/>
                </a:lnTo>
                <a:lnTo>
                  <a:pt x="841400" y="49572"/>
                </a:lnTo>
                <a:lnTo>
                  <a:pt x="841340" y="49738"/>
                </a:lnTo>
                <a:lnTo>
                  <a:pt x="841274" y="49899"/>
                </a:lnTo>
                <a:lnTo>
                  <a:pt x="841201" y="50055"/>
                </a:lnTo>
                <a:lnTo>
                  <a:pt x="841122" y="50205"/>
                </a:lnTo>
                <a:lnTo>
                  <a:pt x="841037" y="50351"/>
                </a:lnTo>
                <a:lnTo>
                  <a:pt x="840945" y="50491"/>
                </a:lnTo>
                <a:lnTo>
                  <a:pt x="840847" y="50626"/>
                </a:lnTo>
                <a:lnTo>
                  <a:pt x="840743" y="50756"/>
                </a:lnTo>
                <a:lnTo>
                  <a:pt x="840633" y="50880"/>
                </a:lnTo>
                <a:lnTo>
                  <a:pt x="840516" y="51000"/>
                </a:lnTo>
                <a:lnTo>
                  <a:pt x="840393" y="51114"/>
                </a:lnTo>
                <a:lnTo>
                  <a:pt x="840263" y="51223"/>
                </a:lnTo>
                <a:lnTo>
                  <a:pt x="840127" y="51327"/>
                </a:lnTo>
                <a:lnTo>
                  <a:pt x="839985" y="51426"/>
                </a:lnTo>
                <a:lnTo>
                  <a:pt x="839837" y="51520"/>
                </a:lnTo>
                <a:lnTo>
                  <a:pt x="839683" y="51609"/>
                </a:lnTo>
                <a:lnTo>
                  <a:pt x="839524" y="51694"/>
                </a:lnTo>
                <a:lnTo>
                  <a:pt x="839359" y="51775"/>
                </a:lnTo>
                <a:lnTo>
                  <a:pt x="839190" y="51853"/>
                </a:lnTo>
                <a:lnTo>
                  <a:pt x="839015" y="51927"/>
                </a:lnTo>
                <a:lnTo>
                  <a:pt x="838836" y="51997"/>
                </a:lnTo>
                <a:lnTo>
                  <a:pt x="838651" y="52063"/>
                </a:lnTo>
                <a:lnTo>
                  <a:pt x="838461" y="52126"/>
                </a:lnTo>
                <a:lnTo>
                  <a:pt x="838266" y="52184"/>
                </a:lnTo>
                <a:lnTo>
                  <a:pt x="838066" y="52239"/>
                </a:lnTo>
                <a:lnTo>
                  <a:pt x="837861" y="52290"/>
                </a:lnTo>
                <a:lnTo>
                  <a:pt x="837650" y="52338"/>
                </a:lnTo>
                <a:lnTo>
                  <a:pt x="837435" y="52381"/>
                </a:lnTo>
                <a:lnTo>
                  <a:pt x="837214" y="52421"/>
                </a:lnTo>
                <a:lnTo>
                  <a:pt x="836989" y="52457"/>
                </a:lnTo>
                <a:lnTo>
                  <a:pt x="836758" y="52489"/>
                </a:lnTo>
                <a:lnTo>
                  <a:pt x="836522" y="52518"/>
                </a:lnTo>
                <a:lnTo>
                  <a:pt x="836281" y="52542"/>
                </a:lnTo>
                <a:lnTo>
                  <a:pt x="836035" y="52563"/>
                </a:lnTo>
                <a:lnTo>
                  <a:pt x="835784" y="52580"/>
                </a:lnTo>
                <a:lnTo>
                  <a:pt x="835527" y="52593"/>
                </a:lnTo>
                <a:lnTo>
                  <a:pt x="835266" y="52603"/>
                </a:lnTo>
                <a:lnTo>
                  <a:pt x="834999" y="52608"/>
                </a:lnTo>
                <a:lnTo>
                  <a:pt x="834727" y="52610"/>
                </a:lnTo>
                <a:lnTo>
                  <a:pt x="834451" y="52608"/>
                </a:lnTo>
                <a:lnTo>
                  <a:pt x="834178" y="52601"/>
                </a:lnTo>
                <a:lnTo>
                  <a:pt x="833907" y="52588"/>
                </a:lnTo>
                <a:lnTo>
                  <a:pt x="833640" y="52571"/>
                </a:lnTo>
                <a:lnTo>
                  <a:pt x="833375" y="52549"/>
                </a:lnTo>
                <a:lnTo>
                  <a:pt x="833113" y="52522"/>
                </a:lnTo>
                <a:lnTo>
                  <a:pt x="832854" y="52490"/>
                </a:lnTo>
                <a:lnTo>
                  <a:pt x="832599" y="52453"/>
                </a:lnTo>
                <a:lnTo>
                  <a:pt x="832346" y="52411"/>
                </a:lnTo>
                <a:lnTo>
                  <a:pt x="832096" y="52364"/>
                </a:lnTo>
                <a:lnTo>
                  <a:pt x="831849" y="52312"/>
                </a:lnTo>
                <a:lnTo>
                  <a:pt x="831604" y="52256"/>
                </a:lnTo>
                <a:lnTo>
                  <a:pt x="831363" y="52194"/>
                </a:lnTo>
                <a:lnTo>
                  <a:pt x="831125" y="52127"/>
                </a:lnTo>
                <a:lnTo>
                  <a:pt x="830890" y="52056"/>
                </a:lnTo>
                <a:lnTo>
                  <a:pt x="830657" y="51980"/>
                </a:lnTo>
                <a:lnTo>
                  <a:pt x="830428" y="51898"/>
                </a:lnTo>
                <a:lnTo>
                  <a:pt x="830201" y="51812"/>
                </a:lnTo>
                <a:lnTo>
                  <a:pt x="829978" y="51721"/>
                </a:lnTo>
                <a:lnTo>
                  <a:pt x="829757" y="51625"/>
                </a:lnTo>
                <a:lnTo>
                  <a:pt x="829539" y="51524"/>
                </a:lnTo>
                <a:lnTo>
                  <a:pt x="829324" y="51418"/>
                </a:lnTo>
                <a:lnTo>
                  <a:pt x="829112" y="51307"/>
                </a:lnTo>
                <a:lnTo>
                  <a:pt x="828904" y="51191"/>
                </a:lnTo>
                <a:lnTo>
                  <a:pt x="828700" y="51069"/>
                </a:lnTo>
                <a:lnTo>
                  <a:pt x="828506" y="50939"/>
                </a:lnTo>
                <a:lnTo>
                  <a:pt x="828320" y="50801"/>
                </a:lnTo>
                <a:lnTo>
                  <a:pt x="828143" y="50656"/>
                </a:lnTo>
                <a:lnTo>
                  <a:pt x="827974" y="50503"/>
                </a:lnTo>
                <a:lnTo>
                  <a:pt x="827814" y="50343"/>
                </a:lnTo>
                <a:lnTo>
                  <a:pt x="827663" y="50174"/>
                </a:lnTo>
                <a:lnTo>
                  <a:pt x="827520" y="49998"/>
                </a:lnTo>
                <a:lnTo>
                  <a:pt x="827386" y="49815"/>
                </a:lnTo>
                <a:lnTo>
                  <a:pt x="827261" y="49623"/>
                </a:lnTo>
                <a:lnTo>
                  <a:pt x="827144" y="49424"/>
                </a:lnTo>
                <a:lnTo>
                  <a:pt x="827036" y="49217"/>
                </a:lnTo>
                <a:lnTo>
                  <a:pt x="826937" y="49003"/>
                </a:lnTo>
                <a:lnTo>
                  <a:pt x="826846" y="48781"/>
                </a:lnTo>
                <a:lnTo>
                  <a:pt x="826764" y="48551"/>
                </a:lnTo>
                <a:lnTo>
                  <a:pt x="826690" y="48313"/>
                </a:lnTo>
                <a:lnTo>
                  <a:pt x="826626" y="48068"/>
                </a:lnTo>
                <a:lnTo>
                  <a:pt x="826569" y="47815"/>
                </a:lnTo>
                <a:lnTo>
                  <a:pt x="826522" y="47554"/>
                </a:lnTo>
                <a:lnTo>
                  <a:pt x="826483" y="47286"/>
                </a:lnTo>
                <a:lnTo>
                  <a:pt x="826453" y="47010"/>
                </a:lnTo>
                <a:lnTo>
                  <a:pt x="826431" y="46726"/>
                </a:lnTo>
                <a:lnTo>
                  <a:pt x="826418" y="46435"/>
                </a:lnTo>
                <a:lnTo>
                  <a:pt x="826414" y="46136"/>
                </a:lnTo>
                <a:lnTo>
                  <a:pt x="815762" y="46136"/>
                </a:lnTo>
                <a:lnTo>
                  <a:pt x="815765" y="46476"/>
                </a:lnTo>
                <a:lnTo>
                  <a:pt x="815773" y="46812"/>
                </a:lnTo>
                <a:lnTo>
                  <a:pt x="815787" y="47143"/>
                </a:lnTo>
                <a:lnTo>
                  <a:pt x="815806" y="47470"/>
                </a:lnTo>
                <a:lnTo>
                  <a:pt x="815831" y="47791"/>
                </a:lnTo>
                <a:lnTo>
                  <a:pt x="815862" y="48108"/>
                </a:lnTo>
                <a:lnTo>
                  <a:pt x="815898" y="48420"/>
                </a:lnTo>
                <a:lnTo>
                  <a:pt x="815940" y="48728"/>
                </a:lnTo>
                <a:lnTo>
                  <a:pt x="815987" y="49031"/>
                </a:lnTo>
                <a:lnTo>
                  <a:pt x="816040" y="49329"/>
                </a:lnTo>
                <a:lnTo>
                  <a:pt x="816098" y="49622"/>
                </a:lnTo>
                <a:lnTo>
                  <a:pt x="816162" y="49911"/>
                </a:lnTo>
                <a:lnTo>
                  <a:pt x="816232" y="50195"/>
                </a:lnTo>
                <a:lnTo>
                  <a:pt x="816307" y="50474"/>
                </a:lnTo>
                <a:lnTo>
                  <a:pt x="816388" y="50749"/>
                </a:lnTo>
                <a:lnTo>
                  <a:pt x="816474" y="51019"/>
                </a:lnTo>
                <a:lnTo>
                  <a:pt x="816566" y="51284"/>
                </a:lnTo>
                <a:lnTo>
                  <a:pt x="816663" y="51545"/>
                </a:lnTo>
                <a:lnTo>
                  <a:pt x="816766" y="51800"/>
                </a:lnTo>
                <a:lnTo>
                  <a:pt x="816874" y="52051"/>
                </a:lnTo>
                <a:lnTo>
                  <a:pt x="816988" y="52298"/>
                </a:lnTo>
                <a:lnTo>
                  <a:pt x="817108" y="52539"/>
                </a:lnTo>
                <a:lnTo>
                  <a:pt x="817233" y="52776"/>
                </a:lnTo>
                <a:lnTo>
                  <a:pt x="817364" y="53008"/>
                </a:lnTo>
                <a:lnTo>
                  <a:pt x="817499" y="53236"/>
                </a:lnTo>
                <a:lnTo>
                  <a:pt x="817639" y="53460"/>
                </a:lnTo>
                <a:lnTo>
                  <a:pt x="817782" y="53680"/>
                </a:lnTo>
                <a:lnTo>
                  <a:pt x="817929" y="53895"/>
                </a:lnTo>
                <a:lnTo>
                  <a:pt x="818080" y="54107"/>
                </a:lnTo>
                <a:lnTo>
                  <a:pt x="818235" y="54315"/>
                </a:lnTo>
                <a:lnTo>
                  <a:pt x="818394" y="54518"/>
                </a:lnTo>
                <a:lnTo>
                  <a:pt x="818557" y="54718"/>
                </a:lnTo>
                <a:lnTo>
                  <a:pt x="818724" y="54913"/>
                </a:lnTo>
                <a:lnTo>
                  <a:pt x="818894" y="55105"/>
                </a:lnTo>
                <a:lnTo>
                  <a:pt x="819069" y="55292"/>
                </a:lnTo>
                <a:lnTo>
                  <a:pt x="819247" y="55476"/>
                </a:lnTo>
                <a:lnTo>
                  <a:pt x="819430" y="55655"/>
                </a:lnTo>
                <a:lnTo>
                  <a:pt x="819616" y="55831"/>
                </a:lnTo>
                <a:lnTo>
                  <a:pt x="819806" y="56002"/>
                </a:lnTo>
                <a:lnTo>
                  <a:pt x="820000" y="56170"/>
                </a:lnTo>
                <a:lnTo>
                  <a:pt x="820198" y="56333"/>
                </a:lnTo>
                <a:lnTo>
                  <a:pt x="820400" y="56492"/>
                </a:lnTo>
                <a:lnTo>
                  <a:pt x="820606" y="56648"/>
                </a:lnTo>
                <a:lnTo>
                  <a:pt x="820816" y="56799"/>
                </a:lnTo>
                <a:lnTo>
                  <a:pt x="821030" y="56946"/>
                </a:lnTo>
                <a:lnTo>
                  <a:pt x="821247" y="57090"/>
                </a:lnTo>
                <a:lnTo>
                  <a:pt x="821469" y="57229"/>
                </a:lnTo>
                <a:lnTo>
                  <a:pt x="821694" y="57364"/>
                </a:lnTo>
                <a:lnTo>
                  <a:pt x="821922" y="57496"/>
                </a:lnTo>
                <a:lnTo>
                  <a:pt x="822153" y="57624"/>
                </a:lnTo>
                <a:lnTo>
                  <a:pt x="822386" y="57749"/>
                </a:lnTo>
                <a:lnTo>
                  <a:pt x="822621" y="57871"/>
                </a:lnTo>
                <a:lnTo>
                  <a:pt x="822859" y="57989"/>
                </a:lnTo>
                <a:lnTo>
                  <a:pt x="823099" y="58104"/>
                </a:lnTo>
                <a:lnTo>
                  <a:pt x="823341" y="58216"/>
                </a:lnTo>
                <a:lnTo>
                  <a:pt x="823585" y="58325"/>
                </a:lnTo>
                <a:lnTo>
                  <a:pt x="823831" y="58430"/>
                </a:lnTo>
                <a:lnTo>
                  <a:pt x="824080" y="58532"/>
                </a:lnTo>
                <a:lnTo>
                  <a:pt x="824331" y="58631"/>
                </a:lnTo>
                <a:lnTo>
                  <a:pt x="824584" y="58727"/>
                </a:lnTo>
                <a:lnTo>
                  <a:pt x="824840" y="58819"/>
                </a:lnTo>
                <a:lnTo>
                  <a:pt x="825098" y="58908"/>
                </a:lnTo>
                <a:lnTo>
                  <a:pt x="825358" y="58994"/>
                </a:lnTo>
                <a:lnTo>
                  <a:pt x="825620" y="59076"/>
                </a:lnTo>
                <a:lnTo>
                  <a:pt x="825884" y="59155"/>
                </a:lnTo>
                <a:lnTo>
                  <a:pt x="826151" y="59231"/>
                </a:lnTo>
                <a:lnTo>
                  <a:pt x="826420" y="59304"/>
                </a:lnTo>
                <a:lnTo>
                  <a:pt x="826692" y="59373"/>
                </a:lnTo>
                <a:lnTo>
                  <a:pt x="826965" y="59440"/>
                </a:lnTo>
                <a:lnTo>
                  <a:pt x="827241" y="59502"/>
                </a:lnTo>
                <a:lnTo>
                  <a:pt x="827519" y="59562"/>
                </a:lnTo>
                <a:lnTo>
                  <a:pt x="827799" y="59618"/>
                </a:lnTo>
                <a:lnTo>
                  <a:pt x="828081" y="59672"/>
                </a:lnTo>
                <a:lnTo>
                  <a:pt x="828363" y="59723"/>
                </a:lnTo>
                <a:lnTo>
                  <a:pt x="828646" y="59772"/>
                </a:lnTo>
                <a:lnTo>
                  <a:pt x="828929" y="59819"/>
                </a:lnTo>
                <a:lnTo>
                  <a:pt x="829212" y="59863"/>
                </a:lnTo>
                <a:lnTo>
                  <a:pt x="829496" y="59905"/>
                </a:lnTo>
                <a:lnTo>
                  <a:pt x="829781" y="59945"/>
                </a:lnTo>
                <a:lnTo>
                  <a:pt x="830065" y="59983"/>
                </a:lnTo>
                <a:lnTo>
                  <a:pt x="830351" y="60018"/>
                </a:lnTo>
                <a:lnTo>
                  <a:pt x="830636" y="60051"/>
                </a:lnTo>
                <a:lnTo>
                  <a:pt x="830923" y="60082"/>
                </a:lnTo>
                <a:lnTo>
                  <a:pt x="831209" y="60111"/>
                </a:lnTo>
                <a:lnTo>
                  <a:pt x="831496" y="60137"/>
                </a:lnTo>
                <a:lnTo>
                  <a:pt x="831784" y="60161"/>
                </a:lnTo>
                <a:lnTo>
                  <a:pt x="832072" y="60182"/>
                </a:lnTo>
                <a:lnTo>
                  <a:pt x="832360" y="60202"/>
                </a:lnTo>
                <a:lnTo>
                  <a:pt x="832649" y="60219"/>
                </a:lnTo>
                <a:lnTo>
                  <a:pt x="832939" y="60234"/>
                </a:lnTo>
                <a:lnTo>
                  <a:pt x="833228" y="60246"/>
                </a:lnTo>
                <a:lnTo>
                  <a:pt x="833519" y="60256"/>
                </a:lnTo>
                <a:lnTo>
                  <a:pt x="833809" y="60264"/>
                </a:lnTo>
                <a:lnTo>
                  <a:pt x="834101" y="60270"/>
                </a:lnTo>
                <a:lnTo>
                  <a:pt x="834392" y="60273"/>
                </a:lnTo>
                <a:lnTo>
                  <a:pt x="834684" y="60275"/>
                </a:lnTo>
                <a:lnTo>
                  <a:pt x="834980" y="60273"/>
                </a:lnTo>
                <a:lnTo>
                  <a:pt x="835274" y="60269"/>
                </a:lnTo>
                <a:lnTo>
                  <a:pt x="835568" y="60263"/>
                </a:lnTo>
                <a:lnTo>
                  <a:pt x="835861" y="60254"/>
                </a:lnTo>
                <a:lnTo>
                  <a:pt x="836153" y="60242"/>
                </a:lnTo>
                <a:close/>
                <a:moveTo>
                  <a:pt x="887456" y="60203"/>
                </a:moveTo>
                <a:lnTo>
                  <a:pt x="887908" y="60172"/>
                </a:lnTo>
                <a:lnTo>
                  <a:pt x="888355" y="60135"/>
                </a:lnTo>
                <a:lnTo>
                  <a:pt x="888797" y="60092"/>
                </a:lnTo>
                <a:lnTo>
                  <a:pt x="889234" y="60043"/>
                </a:lnTo>
                <a:lnTo>
                  <a:pt x="889666" y="59989"/>
                </a:lnTo>
                <a:lnTo>
                  <a:pt x="890093" y="59929"/>
                </a:lnTo>
                <a:lnTo>
                  <a:pt x="890515" y="59863"/>
                </a:lnTo>
                <a:lnTo>
                  <a:pt x="890932" y="59792"/>
                </a:lnTo>
                <a:lnTo>
                  <a:pt x="891344" y="59715"/>
                </a:lnTo>
                <a:lnTo>
                  <a:pt x="891751" y="59632"/>
                </a:lnTo>
                <a:lnTo>
                  <a:pt x="892153" y="59543"/>
                </a:lnTo>
                <a:lnTo>
                  <a:pt x="892550" y="59449"/>
                </a:lnTo>
                <a:lnTo>
                  <a:pt x="892942" y="59349"/>
                </a:lnTo>
                <a:lnTo>
                  <a:pt x="893328" y="59243"/>
                </a:lnTo>
                <a:lnTo>
                  <a:pt x="893710" y="59132"/>
                </a:lnTo>
                <a:lnTo>
                  <a:pt x="894087" y="59015"/>
                </a:lnTo>
                <a:lnTo>
                  <a:pt x="894458" y="58892"/>
                </a:lnTo>
                <a:lnTo>
                  <a:pt x="894825" y="58763"/>
                </a:lnTo>
                <a:lnTo>
                  <a:pt x="895186" y="58629"/>
                </a:lnTo>
                <a:lnTo>
                  <a:pt x="895542" y="58489"/>
                </a:lnTo>
                <a:lnTo>
                  <a:pt x="895892" y="58343"/>
                </a:lnTo>
                <a:lnTo>
                  <a:pt x="896235" y="58191"/>
                </a:lnTo>
                <a:lnTo>
                  <a:pt x="896572" y="58034"/>
                </a:lnTo>
                <a:lnTo>
                  <a:pt x="896903" y="57870"/>
                </a:lnTo>
                <a:lnTo>
                  <a:pt x="897227" y="57701"/>
                </a:lnTo>
                <a:lnTo>
                  <a:pt x="897545" y="57526"/>
                </a:lnTo>
                <a:lnTo>
                  <a:pt x="897857" y="57345"/>
                </a:lnTo>
                <a:lnTo>
                  <a:pt x="898162" y="57158"/>
                </a:lnTo>
                <a:lnTo>
                  <a:pt x="898461" y="56965"/>
                </a:lnTo>
                <a:lnTo>
                  <a:pt x="898754" y="56766"/>
                </a:lnTo>
                <a:lnTo>
                  <a:pt x="899040" y="56562"/>
                </a:lnTo>
                <a:lnTo>
                  <a:pt x="899320" y="56351"/>
                </a:lnTo>
                <a:lnTo>
                  <a:pt x="899594" y="56135"/>
                </a:lnTo>
                <a:lnTo>
                  <a:pt x="899862" y="55913"/>
                </a:lnTo>
                <a:lnTo>
                  <a:pt x="900123" y="55685"/>
                </a:lnTo>
                <a:lnTo>
                  <a:pt x="900378" y="55451"/>
                </a:lnTo>
                <a:lnTo>
                  <a:pt x="900626" y="55211"/>
                </a:lnTo>
                <a:lnTo>
                  <a:pt x="900868" y="54966"/>
                </a:lnTo>
                <a:lnTo>
                  <a:pt x="901104" y="54714"/>
                </a:lnTo>
                <a:lnTo>
                  <a:pt x="901334" y="54457"/>
                </a:lnTo>
                <a:lnTo>
                  <a:pt x="901557" y="54194"/>
                </a:lnTo>
                <a:lnTo>
                  <a:pt x="901774" y="53925"/>
                </a:lnTo>
                <a:lnTo>
                  <a:pt x="901985" y="53650"/>
                </a:lnTo>
                <a:lnTo>
                  <a:pt x="902188" y="53369"/>
                </a:lnTo>
                <a:lnTo>
                  <a:pt x="902384" y="53082"/>
                </a:lnTo>
                <a:lnTo>
                  <a:pt x="902572" y="52790"/>
                </a:lnTo>
                <a:lnTo>
                  <a:pt x="902751" y="52492"/>
                </a:lnTo>
                <a:lnTo>
                  <a:pt x="902923" y="52188"/>
                </a:lnTo>
                <a:lnTo>
                  <a:pt x="903087" y="51878"/>
                </a:lnTo>
                <a:lnTo>
                  <a:pt x="903244" y="51563"/>
                </a:lnTo>
                <a:lnTo>
                  <a:pt x="903392" y="51242"/>
                </a:lnTo>
                <a:lnTo>
                  <a:pt x="903532" y="50915"/>
                </a:lnTo>
                <a:lnTo>
                  <a:pt x="903665" y="50582"/>
                </a:lnTo>
                <a:lnTo>
                  <a:pt x="903789" y="50243"/>
                </a:lnTo>
                <a:lnTo>
                  <a:pt x="903906" y="49899"/>
                </a:lnTo>
                <a:lnTo>
                  <a:pt x="904015" y="49548"/>
                </a:lnTo>
                <a:lnTo>
                  <a:pt x="904116" y="49192"/>
                </a:lnTo>
                <a:lnTo>
                  <a:pt x="904209" y="48831"/>
                </a:lnTo>
                <a:lnTo>
                  <a:pt x="904294" y="48463"/>
                </a:lnTo>
                <a:lnTo>
                  <a:pt x="904371" y="48090"/>
                </a:lnTo>
                <a:lnTo>
                  <a:pt x="904441" y="47711"/>
                </a:lnTo>
                <a:lnTo>
                  <a:pt x="904502" y="47326"/>
                </a:lnTo>
                <a:lnTo>
                  <a:pt x="904556" y="46935"/>
                </a:lnTo>
                <a:lnTo>
                  <a:pt x="904601" y="46538"/>
                </a:lnTo>
                <a:lnTo>
                  <a:pt x="904639" y="46136"/>
                </a:lnTo>
                <a:lnTo>
                  <a:pt x="904669" y="45728"/>
                </a:lnTo>
                <a:lnTo>
                  <a:pt x="904691" y="45314"/>
                </a:lnTo>
                <a:lnTo>
                  <a:pt x="893389" y="45314"/>
                </a:lnTo>
                <a:lnTo>
                  <a:pt x="893382" y="45587"/>
                </a:lnTo>
                <a:lnTo>
                  <a:pt x="893367" y="45853"/>
                </a:lnTo>
                <a:lnTo>
                  <a:pt x="893344" y="46114"/>
                </a:lnTo>
                <a:lnTo>
                  <a:pt x="893314" y="46370"/>
                </a:lnTo>
                <a:lnTo>
                  <a:pt x="893276" y="46619"/>
                </a:lnTo>
                <a:lnTo>
                  <a:pt x="893230" y="46863"/>
                </a:lnTo>
                <a:lnTo>
                  <a:pt x="893176" y="47102"/>
                </a:lnTo>
                <a:lnTo>
                  <a:pt x="893115" y="47334"/>
                </a:lnTo>
                <a:lnTo>
                  <a:pt x="893046" y="47561"/>
                </a:lnTo>
                <a:lnTo>
                  <a:pt x="892970" y="47783"/>
                </a:lnTo>
                <a:lnTo>
                  <a:pt x="892886" y="47998"/>
                </a:lnTo>
                <a:lnTo>
                  <a:pt x="892794" y="48209"/>
                </a:lnTo>
                <a:lnTo>
                  <a:pt x="892695" y="48413"/>
                </a:lnTo>
                <a:lnTo>
                  <a:pt x="892588" y="48612"/>
                </a:lnTo>
                <a:lnTo>
                  <a:pt x="892473" y="48805"/>
                </a:lnTo>
                <a:lnTo>
                  <a:pt x="892350" y="48992"/>
                </a:lnTo>
                <a:lnTo>
                  <a:pt x="892220" y="49174"/>
                </a:lnTo>
                <a:lnTo>
                  <a:pt x="892082" y="49350"/>
                </a:lnTo>
                <a:lnTo>
                  <a:pt x="891937" y="49521"/>
                </a:lnTo>
                <a:lnTo>
                  <a:pt x="891784" y="49686"/>
                </a:lnTo>
                <a:lnTo>
                  <a:pt x="891623" y="49845"/>
                </a:lnTo>
                <a:lnTo>
                  <a:pt x="891454" y="49998"/>
                </a:lnTo>
                <a:lnTo>
                  <a:pt x="891278" y="50146"/>
                </a:lnTo>
                <a:lnTo>
                  <a:pt x="891095" y="50288"/>
                </a:lnTo>
                <a:lnTo>
                  <a:pt x="890904" y="50425"/>
                </a:lnTo>
                <a:lnTo>
                  <a:pt x="890709" y="50556"/>
                </a:lnTo>
                <a:lnTo>
                  <a:pt x="890509" y="50680"/>
                </a:lnTo>
                <a:lnTo>
                  <a:pt x="890303" y="50799"/>
                </a:lnTo>
                <a:lnTo>
                  <a:pt x="890092" y="50913"/>
                </a:lnTo>
                <a:lnTo>
                  <a:pt x="889877" y="51020"/>
                </a:lnTo>
                <a:lnTo>
                  <a:pt x="889656" y="51122"/>
                </a:lnTo>
                <a:lnTo>
                  <a:pt x="889430" y="51218"/>
                </a:lnTo>
                <a:lnTo>
                  <a:pt x="889199" y="51308"/>
                </a:lnTo>
                <a:lnTo>
                  <a:pt x="888963" y="51392"/>
                </a:lnTo>
                <a:lnTo>
                  <a:pt x="888721" y="51470"/>
                </a:lnTo>
                <a:lnTo>
                  <a:pt x="888475" y="51543"/>
                </a:lnTo>
                <a:lnTo>
                  <a:pt x="888223" y="51610"/>
                </a:lnTo>
                <a:lnTo>
                  <a:pt x="887967" y="51670"/>
                </a:lnTo>
                <a:lnTo>
                  <a:pt x="887705" y="51726"/>
                </a:lnTo>
                <a:lnTo>
                  <a:pt x="887438" y="51775"/>
                </a:lnTo>
                <a:lnTo>
                  <a:pt x="887166" y="51819"/>
                </a:lnTo>
                <a:lnTo>
                  <a:pt x="886889" y="51856"/>
                </a:lnTo>
                <a:lnTo>
                  <a:pt x="886607" y="51888"/>
                </a:lnTo>
                <a:lnTo>
                  <a:pt x="886319" y="51914"/>
                </a:lnTo>
                <a:lnTo>
                  <a:pt x="886027" y="51935"/>
                </a:lnTo>
                <a:lnTo>
                  <a:pt x="885729" y="51949"/>
                </a:lnTo>
                <a:lnTo>
                  <a:pt x="885427" y="51958"/>
                </a:lnTo>
                <a:lnTo>
                  <a:pt x="885119" y="51961"/>
                </a:lnTo>
                <a:lnTo>
                  <a:pt x="884822" y="51958"/>
                </a:lnTo>
                <a:lnTo>
                  <a:pt x="884530" y="51950"/>
                </a:lnTo>
                <a:lnTo>
                  <a:pt x="884242" y="51936"/>
                </a:lnTo>
                <a:lnTo>
                  <a:pt x="883960" y="51916"/>
                </a:lnTo>
                <a:lnTo>
                  <a:pt x="883682" y="51891"/>
                </a:lnTo>
                <a:lnTo>
                  <a:pt x="883409" y="51860"/>
                </a:lnTo>
                <a:lnTo>
                  <a:pt x="883140" y="51823"/>
                </a:lnTo>
                <a:lnTo>
                  <a:pt x="882877" y="51781"/>
                </a:lnTo>
                <a:lnTo>
                  <a:pt x="882618" y="51734"/>
                </a:lnTo>
                <a:lnTo>
                  <a:pt x="882365" y="51680"/>
                </a:lnTo>
                <a:lnTo>
                  <a:pt x="882116" y="51621"/>
                </a:lnTo>
                <a:lnTo>
                  <a:pt x="881871" y="51557"/>
                </a:lnTo>
                <a:lnTo>
                  <a:pt x="881632" y="51487"/>
                </a:lnTo>
                <a:lnTo>
                  <a:pt x="881398" y="51411"/>
                </a:lnTo>
                <a:lnTo>
                  <a:pt x="881168" y="51330"/>
                </a:lnTo>
                <a:lnTo>
                  <a:pt x="880943" y="51243"/>
                </a:lnTo>
                <a:lnTo>
                  <a:pt x="880723" y="51150"/>
                </a:lnTo>
                <a:lnTo>
                  <a:pt x="880508" y="51052"/>
                </a:lnTo>
                <a:lnTo>
                  <a:pt x="880297" y="50948"/>
                </a:lnTo>
                <a:lnTo>
                  <a:pt x="880091" y="50839"/>
                </a:lnTo>
                <a:lnTo>
                  <a:pt x="879890" y="50724"/>
                </a:lnTo>
                <a:lnTo>
                  <a:pt x="879694" y="50603"/>
                </a:lnTo>
                <a:lnTo>
                  <a:pt x="879503" y="50477"/>
                </a:lnTo>
                <a:lnTo>
                  <a:pt x="879317" y="50345"/>
                </a:lnTo>
                <a:lnTo>
                  <a:pt x="879135" y="50209"/>
                </a:lnTo>
                <a:lnTo>
                  <a:pt x="878957" y="50068"/>
                </a:lnTo>
                <a:lnTo>
                  <a:pt x="878783" y="49925"/>
                </a:lnTo>
                <a:lnTo>
                  <a:pt x="878614" y="49777"/>
                </a:lnTo>
                <a:lnTo>
                  <a:pt x="878448" y="49626"/>
                </a:lnTo>
                <a:lnTo>
                  <a:pt x="878287" y="49472"/>
                </a:lnTo>
                <a:lnTo>
                  <a:pt x="878130" y="49313"/>
                </a:lnTo>
                <a:lnTo>
                  <a:pt x="877977" y="49152"/>
                </a:lnTo>
                <a:lnTo>
                  <a:pt x="877828" y="48986"/>
                </a:lnTo>
                <a:lnTo>
                  <a:pt x="877683" y="48817"/>
                </a:lnTo>
                <a:lnTo>
                  <a:pt x="877543" y="48644"/>
                </a:lnTo>
                <a:lnTo>
                  <a:pt x="877406" y="48468"/>
                </a:lnTo>
                <a:lnTo>
                  <a:pt x="877274" y="48288"/>
                </a:lnTo>
                <a:lnTo>
                  <a:pt x="877146" y="48105"/>
                </a:lnTo>
                <a:lnTo>
                  <a:pt x="877021" y="47917"/>
                </a:lnTo>
                <a:lnTo>
                  <a:pt x="876902" y="47727"/>
                </a:lnTo>
                <a:lnTo>
                  <a:pt x="876786" y="47532"/>
                </a:lnTo>
                <a:lnTo>
                  <a:pt x="876674" y="47334"/>
                </a:lnTo>
                <a:lnTo>
                  <a:pt x="876567" y="47133"/>
                </a:lnTo>
                <a:lnTo>
                  <a:pt x="876463" y="46928"/>
                </a:lnTo>
                <a:lnTo>
                  <a:pt x="876364" y="46719"/>
                </a:lnTo>
                <a:lnTo>
                  <a:pt x="876269" y="46506"/>
                </a:lnTo>
                <a:lnTo>
                  <a:pt x="876178" y="46290"/>
                </a:lnTo>
                <a:lnTo>
                  <a:pt x="876091" y="46071"/>
                </a:lnTo>
                <a:lnTo>
                  <a:pt x="876008" y="45848"/>
                </a:lnTo>
                <a:lnTo>
                  <a:pt x="875928" y="45625"/>
                </a:lnTo>
                <a:lnTo>
                  <a:pt x="875851" y="45400"/>
                </a:lnTo>
                <a:lnTo>
                  <a:pt x="875778" y="45174"/>
                </a:lnTo>
                <a:lnTo>
                  <a:pt x="875707" y="44946"/>
                </a:lnTo>
                <a:lnTo>
                  <a:pt x="875640" y="44717"/>
                </a:lnTo>
                <a:lnTo>
                  <a:pt x="875576" y="44486"/>
                </a:lnTo>
                <a:lnTo>
                  <a:pt x="875516" y="44255"/>
                </a:lnTo>
                <a:lnTo>
                  <a:pt x="875459" y="44021"/>
                </a:lnTo>
                <a:lnTo>
                  <a:pt x="875404" y="43787"/>
                </a:lnTo>
                <a:lnTo>
                  <a:pt x="875354" y="43551"/>
                </a:lnTo>
                <a:lnTo>
                  <a:pt x="875306" y="43313"/>
                </a:lnTo>
                <a:lnTo>
                  <a:pt x="875262" y="43074"/>
                </a:lnTo>
                <a:lnTo>
                  <a:pt x="875220" y="42834"/>
                </a:lnTo>
                <a:lnTo>
                  <a:pt x="875183" y="42593"/>
                </a:lnTo>
                <a:lnTo>
                  <a:pt x="875148" y="42350"/>
                </a:lnTo>
                <a:lnTo>
                  <a:pt x="875116" y="42105"/>
                </a:lnTo>
                <a:lnTo>
                  <a:pt x="875088" y="41860"/>
                </a:lnTo>
                <a:lnTo>
                  <a:pt x="875063" y="41613"/>
                </a:lnTo>
                <a:lnTo>
                  <a:pt x="875041" y="41364"/>
                </a:lnTo>
                <a:lnTo>
                  <a:pt x="875023" y="41114"/>
                </a:lnTo>
                <a:lnTo>
                  <a:pt x="875008" y="40863"/>
                </a:lnTo>
                <a:lnTo>
                  <a:pt x="874996" y="40610"/>
                </a:lnTo>
                <a:lnTo>
                  <a:pt x="874987" y="40356"/>
                </a:lnTo>
                <a:lnTo>
                  <a:pt x="904648" y="40356"/>
                </a:lnTo>
                <a:lnTo>
                  <a:pt x="904655" y="40315"/>
                </a:lnTo>
                <a:lnTo>
                  <a:pt x="904662" y="40273"/>
                </a:lnTo>
                <a:lnTo>
                  <a:pt x="904669" y="40229"/>
                </a:lnTo>
                <a:lnTo>
                  <a:pt x="904675" y="40184"/>
                </a:lnTo>
                <a:lnTo>
                  <a:pt x="904682" y="40138"/>
                </a:lnTo>
                <a:lnTo>
                  <a:pt x="904688" y="40089"/>
                </a:lnTo>
                <a:lnTo>
                  <a:pt x="904694" y="40040"/>
                </a:lnTo>
                <a:lnTo>
                  <a:pt x="904701" y="39989"/>
                </a:lnTo>
                <a:lnTo>
                  <a:pt x="904707" y="39937"/>
                </a:lnTo>
                <a:lnTo>
                  <a:pt x="904712" y="39883"/>
                </a:lnTo>
                <a:lnTo>
                  <a:pt x="904718" y="39827"/>
                </a:lnTo>
                <a:lnTo>
                  <a:pt x="904723" y="39771"/>
                </a:lnTo>
                <a:lnTo>
                  <a:pt x="904729" y="39713"/>
                </a:lnTo>
                <a:lnTo>
                  <a:pt x="904734" y="39653"/>
                </a:lnTo>
                <a:lnTo>
                  <a:pt x="904739" y="39592"/>
                </a:lnTo>
                <a:lnTo>
                  <a:pt x="904744" y="39529"/>
                </a:lnTo>
                <a:lnTo>
                  <a:pt x="904749" y="39465"/>
                </a:lnTo>
                <a:lnTo>
                  <a:pt x="904753" y="39400"/>
                </a:lnTo>
                <a:lnTo>
                  <a:pt x="904758" y="39333"/>
                </a:lnTo>
                <a:lnTo>
                  <a:pt x="904762" y="39265"/>
                </a:lnTo>
                <a:lnTo>
                  <a:pt x="904766" y="39195"/>
                </a:lnTo>
                <a:lnTo>
                  <a:pt x="904770" y="39124"/>
                </a:lnTo>
                <a:lnTo>
                  <a:pt x="904774" y="39051"/>
                </a:lnTo>
                <a:lnTo>
                  <a:pt x="904778" y="38977"/>
                </a:lnTo>
                <a:lnTo>
                  <a:pt x="904781" y="38903"/>
                </a:lnTo>
                <a:lnTo>
                  <a:pt x="904784" y="38830"/>
                </a:lnTo>
                <a:lnTo>
                  <a:pt x="904788" y="38759"/>
                </a:lnTo>
                <a:lnTo>
                  <a:pt x="904791" y="38689"/>
                </a:lnTo>
                <a:lnTo>
                  <a:pt x="904794" y="38620"/>
                </a:lnTo>
                <a:lnTo>
                  <a:pt x="904797" y="38552"/>
                </a:lnTo>
                <a:lnTo>
                  <a:pt x="904799" y="38486"/>
                </a:lnTo>
                <a:lnTo>
                  <a:pt x="904802" y="38421"/>
                </a:lnTo>
                <a:lnTo>
                  <a:pt x="904804" y="38357"/>
                </a:lnTo>
                <a:lnTo>
                  <a:pt x="904806" y="38294"/>
                </a:lnTo>
                <a:lnTo>
                  <a:pt x="904808" y="38233"/>
                </a:lnTo>
                <a:lnTo>
                  <a:pt x="904810" y="38173"/>
                </a:lnTo>
                <a:lnTo>
                  <a:pt x="904812" y="38115"/>
                </a:lnTo>
                <a:lnTo>
                  <a:pt x="904813" y="38057"/>
                </a:lnTo>
                <a:lnTo>
                  <a:pt x="904815" y="38001"/>
                </a:lnTo>
                <a:lnTo>
                  <a:pt x="904816" y="37947"/>
                </a:lnTo>
                <a:lnTo>
                  <a:pt x="904817" y="37893"/>
                </a:lnTo>
                <a:lnTo>
                  <a:pt x="904818" y="37841"/>
                </a:lnTo>
                <a:lnTo>
                  <a:pt x="904819" y="37790"/>
                </a:lnTo>
                <a:lnTo>
                  <a:pt x="904820" y="37741"/>
                </a:lnTo>
                <a:lnTo>
                  <a:pt x="904820" y="37692"/>
                </a:lnTo>
                <a:lnTo>
                  <a:pt x="904821" y="37645"/>
                </a:lnTo>
                <a:lnTo>
                  <a:pt x="904821" y="37600"/>
                </a:lnTo>
                <a:lnTo>
                  <a:pt x="904821" y="37555"/>
                </a:lnTo>
                <a:lnTo>
                  <a:pt x="904811" y="36703"/>
                </a:lnTo>
                <a:lnTo>
                  <a:pt x="904783" y="35867"/>
                </a:lnTo>
                <a:lnTo>
                  <a:pt x="904735" y="35047"/>
                </a:lnTo>
                <a:lnTo>
                  <a:pt x="904669" y="34244"/>
                </a:lnTo>
                <a:lnTo>
                  <a:pt x="904583" y="33457"/>
                </a:lnTo>
                <a:lnTo>
                  <a:pt x="904479" y="32687"/>
                </a:lnTo>
                <a:lnTo>
                  <a:pt x="904355" y="31934"/>
                </a:lnTo>
                <a:lnTo>
                  <a:pt x="904212" y="31196"/>
                </a:lnTo>
                <a:lnTo>
                  <a:pt x="904051" y="30476"/>
                </a:lnTo>
                <a:lnTo>
                  <a:pt x="903870" y="29772"/>
                </a:lnTo>
                <a:lnTo>
                  <a:pt x="903670" y="29084"/>
                </a:lnTo>
                <a:lnTo>
                  <a:pt x="903451" y="28413"/>
                </a:lnTo>
                <a:lnTo>
                  <a:pt x="903214" y="27758"/>
                </a:lnTo>
                <a:lnTo>
                  <a:pt x="902957" y="27120"/>
                </a:lnTo>
                <a:lnTo>
                  <a:pt x="902681" y="26498"/>
                </a:lnTo>
                <a:lnTo>
                  <a:pt x="902386" y="25893"/>
                </a:lnTo>
                <a:lnTo>
                  <a:pt x="902073" y="25304"/>
                </a:lnTo>
                <a:lnTo>
                  <a:pt x="901740" y="24732"/>
                </a:lnTo>
                <a:lnTo>
                  <a:pt x="901388" y="24176"/>
                </a:lnTo>
                <a:lnTo>
                  <a:pt x="901017" y="23637"/>
                </a:lnTo>
                <a:lnTo>
                  <a:pt x="900627" y="23114"/>
                </a:lnTo>
                <a:lnTo>
                  <a:pt x="900218" y="22608"/>
                </a:lnTo>
                <a:lnTo>
                  <a:pt x="899790" y="22118"/>
                </a:lnTo>
                <a:lnTo>
                  <a:pt x="899343" y="21645"/>
                </a:lnTo>
                <a:lnTo>
                  <a:pt x="898880" y="21190"/>
                </a:lnTo>
                <a:lnTo>
                  <a:pt x="898403" y="20754"/>
                </a:lnTo>
                <a:lnTo>
                  <a:pt x="897912" y="20337"/>
                </a:lnTo>
                <a:lnTo>
                  <a:pt x="897407" y="19940"/>
                </a:lnTo>
                <a:lnTo>
                  <a:pt x="896889" y="19562"/>
                </a:lnTo>
                <a:lnTo>
                  <a:pt x="896357" y="19204"/>
                </a:lnTo>
                <a:lnTo>
                  <a:pt x="895811" y="18864"/>
                </a:lnTo>
                <a:lnTo>
                  <a:pt x="895251" y="18545"/>
                </a:lnTo>
                <a:lnTo>
                  <a:pt x="894678" y="18244"/>
                </a:lnTo>
                <a:lnTo>
                  <a:pt x="894091" y="17963"/>
                </a:lnTo>
                <a:lnTo>
                  <a:pt x="893490" y="17702"/>
                </a:lnTo>
                <a:lnTo>
                  <a:pt x="892875" y="17460"/>
                </a:lnTo>
                <a:lnTo>
                  <a:pt x="892247" y="17237"/>
                </a:lnTo>
                <a:lnTo>
                  <a:pt x="891605" y="17033"/>
                </a:lnTo>
                <a:lnTo>
                  <a:pt x="890949" y="16849"/>
                </a:lnTo>
                <a:lnTo>
                  <a:pt x="890279" y="16685"/>
                </a:lnTo>
                <a:lnTo>
                  <a:pt x="889596" y="16539"/>
                </a:lnTo>
                <a:lnTo>
                  <a:pt x="888898" y="16413"/>
                </a:lnTo>
                <a:lnTo>
                  <a:pt x="888187" y="16307"/>
                </a:lnTo>
                <a:lnTo>
                  <a:pt x="887463" y="16220"/>
                </a:lnTo>
                <a:lnTo>
                  <a:pt x="886724" y="16152"/>
                </a:lnTo>
                <a:lnTo>
                  <a:pt x="885972" y="16103"/>
                </a:lnTo>
                <a:lnTo>
                  <a:pt x="885206" y="16074"/>
                </a:lnTo>
                <a:lnTo>
                  <a:pt x="884426" y="16065"/>
                </a:lnTo>
                <a:lnTo>
                  <a:pt x="883863" y="16069"/>
                </a:lnTo>
                <a:lnTo>
                  <a:pt x="883308" y="16083"/>
                </a:lnTo>
                <a:lnTo>
                  <a:pt x="882760" y="16106"/>
                </a:lnTo>
                <a:lnTo>
                  <a:pt x="882220" y="16138"/>
                </a:lnTo>
                <a:lnTo>
                  <a:pt x="881687" y="16180"/>
                </a:lnTo>
                <a:lnTo>
                  <a:pt x="881161" y="16230"/>
                </a:lnTo>
                <a:lnTo>
                  <a:pt x="880643" y="16290"/>
                </a:lnTo>
                <a:lnTo>
                  <a:pt x="880132" y="16359"/>
                </a:lnTo>
                <a:lnTo>
                  <a:pt x="879629" y="16437"/>
                </a:lnTo>
                <a:lnTo>
                  <a:pt x="879133" y="16525"/>
                </a:lnTo>
                <a:lnTo>
                  <a:pt x="878645" y="16621"/>
                </a:lnTo>
                <a:lnTo>
                  <a:pt x="878164" y="16727"/>
                </a:lnTo>
                <a:lnTo>
                  <a:pt x="877690" y="16842"/>
                </a:lnTo>
                <a:lnTo>
                  <a:pt x="877224" y="16967"/>
                </a:lnTo>
                <a:lnTo>
                  <a:pt x="876766" y="17100"/>
                </a:lnTo>
                <a:lnTo>
                  <a:pt x="876315" y="17243"/>
                </a:lnTo>
                <a:lnTo>
                  <a:pt x="875871" y="17395"/>
                </a:lnTo>
                <a:lnTo>
                  <a:pt x="875435" y="17556"/>
                </a:lnTo>
                <a:lnTo>
                  <a:pt x="875006" y="17726"/>
                </a:lnTo>
                <a:lnTo>
                  <a:pt x="874584" y="17905"/>
                </a:lnTo>
                <a:lnTo>
                  <a:pt x="874170" y="18094"/>
                </a:lnTo>
                <a:lnTo>
                  <a:pt x="873764" y="18292"/>
                </a:lnTo>
                <a:lnTo>
                  <a:pt x="873365" y="18499"/>
                </a:lnTo>
                <a:lnTo>
                  <a:pt x="872973" y="18715"/>
                </a:lnTo>
                <a:lnTo>
                  <a:pt x="872589" y="18940"/>
                </a:lnTo>
                <a:lnTo>
                  <a:pt x="872213" y="19173"/>
                </a:lnTo>
                <a:lnTo>
                  <a:pt x="871845" y="19413"/>
                </a:lnTo>
                <a:lnTo>
                  <a:pt x="871484" y="19662"/>
                </a:lnTo>
                <a:lnTo>
                  <a:pt x="871131" y="19918"/>
                </a:lnTo>
                <a:lnTo>
                  <a:pt x="870786" y="20182"/>
                </a:lnTo>
                <a:lnTo>
                  <a:pt x="870449" y="20454"/>
                </a:lnTo>
                <a:lnTo>
                  <a:pt x="870120" y="20733"/>
                </a:lnTo>
                <a:lnTo>
                  <a:pt x="869799" y="21021"/>
                </a:lnTo>
                <a:lnTo>
                  <a:pt x="869485" y="21316"/>
                </a:lnTo>
                <a:lnTo>
                  <a:pt x="869179" y="21619"/>
                </a:lnTo>
                <a:lnTo>
                  <a:pt x="868881" y="21930"/>
                </a:lnTo>
                <a:lnTo>
                  <a:pt x="868591" y="22249"/>
                </a:lnTo>
                <a:lnTo>
                  <a:pt x="868309" y="22576"/>
                </a:lnTo>
                <a:lnTo>
                  <a:pt x="868034" y="22911"/>
                </a:lnTo>
                <a:lnTo>
                  <a:pt x="867767" y="23253"/>
                </a:lnTo>
                <a:lnTo>
                  <a:pt x="867509" y="23603"/>
                </a:lnTo>
                <a:lnTo>
                  <a:pt x="867257" y="23961"/>
                </a:lnTo>
                <a:lnTo>
                  <a:pt x="867014" y="24327"/>
                </a:lnTo>
                <a:lnTo>
                  <a:pt x="866779" y="24701"/>
                </a:lnTo>
                <a:lnTo>
                  <a:pt x="866551" y="25082"/>
                </a:lnTo>
                <a:lnTo>
                  <a:pt x="866331" y="25472"/>
                </a:lnTo>
                <a:lnTo>
                  <a:pt x="866119" y="25869"/>
                </a:lnTo>
                <a:lnTo>
                  <a:pt x="865915" y="26274"/>
                </a:lnTo>
                <a:lnTo>
                  <a:pt x="865719" y="26686"/>
                </a:lnTo>
                <a:lnTo>
                  <a:pt x="865531" y="27105"/>
                </a:lnTo>
                <a:lnTo>
                  <a:pt x="865352" y="27530"/>
                </a:lnTo>
                <a:lnTo>
                  <a:pt x="865181" y="27962"/>
                </a:lnTo>
                <a:lnTo>
                  <a:pt x="865018" y="28400"/>
                </a:lnTo>
                <a:lnTo>
                  <a:pt x="864864" y="28845"/>
                </a:lnTo>
                <a:lnTo>
                  <a:pt x="864718" y="29297"/>
                </a:lnTo>
                <a:lnTo>
                  <a:pt x="864580" y="29755"/>
                </a:lnTo>
                <a:lnTo>
                  <a:pt x="864451" y="30219"/>
                </a:lnTo>
                <a:lnTo>
                  <a:pt x="864330" y="30690"/>
                </a:lnTo>
                <a:lnTo>
                  <a:pt x="864217" y="31168"/>
                </a:lnTo>
                <a:lnTo>
                  <a:pt x="864113" y="31652"/>
                </a:lnTo>
                <a:lnTo>
                  <a:pt x="864017" y="32142"/>
                </a:lnTo>
                <a:lnTo>
                  <a:pt x="863929" y="32640"/>
                </a:lnTo>
                <a:lnTo>
                  <a:pt x="863850" y="33144"/>
                </a:lnTo>
                <a:lnTo>
                  <a:pt x="863779" y="33654"/>
                </a:lnTo>
                <a:lnTo>
                  <a:pt x="863716" y="34171"/>
                </a:lnTo>
                <a:lnTo>
                  <a:pt x="863662" y="34694"/>
                </a:lnTo>
                <a:lnTo>
                  <a:pt x="863616" y="35224"/>
                </a:lnTo>
                <a:lnTo>
                  <a:pt x="863579" y="35761"/>
                </a:lnTo>
                <a:lnTo>
                  <a:pt x="863550" y="36304"/>
                </a:lnTo>
                <a:lnTo>
                  <a:pt x="863529" y="36853"/>
                </a:lnTo>
                <a:lnTo>
                  <a:pt x="863516" y="37409"/>
                </a:lnTo>
                <a:lnTo>
                  <a:pt x="863512" y="37972"/>
                </a:lnTo>
                <a:lnTo>
                  <a:pt x="863516" y="38553"/>
                </a:lnTo>
                <a:lnTo>
                  <a:pt x="863529" y="39126"/>
                </a:lnTo>
                <a:lnTo>
                  <a:pt x="863551" y="39693"/>
                </a:lnTo>
                <a:lnTo>
                  <a:pt x="863581" y="40253"/>
                </a:lnTo>
                <a:lnTo>
                  <a:pt x="863619" y="40806"/>
                </a:lnTo>
                <a:lnTo>
                  <a:pt x="863666" y="41351"/>
                </a:lnTo>
                <a:lnTo>
                  <a:pt x="863722" y="41890"/>
                </a:lnTo>
                <a:lnTo>
                  <a:pt x="863786" y="42422"/>
                </a:lnTo>
                <a:lnTo>
                  <a:pt x="863859" y="42947"/>
                </a:lnTo>
                <a:lnTo>
                  <a:pt x="863940" y="43464"/>
                </a:lnTo>
                <a:lnTo>
                  <a:pt x="864030" y="43975"/>
                </a:lnTo>
                <a:lnTo>
                  <a:pt x="864129" y="44479"/>
                </a:lnTo>
                <a:lnTo>
                  <a:pt x="864236" y="44976"/>
                </a:lnTo>
                <a:lnTo>
                  <a:pt x="864352" y="45466"/>
                </a:lnTo>
                <a:lnTo>
                  <a:pt x="864476" y="45948"/>
                </a:lnTo>
                <a:lnTo>
                  <a:pt x="864609" y="46424"/>
                </a:lnTo>
                <a:lnTo>
                  <a:pt x="864750" y="46893"/>
                </a:lnTo>
                <a:lnTo>
                  <a:pt x="864900" y="47355"/>
                </a:lnTo>
                <a:lnTo>
                  <a:pt x="865059" y="47809"/>
                </a:lnTo>
                <a:lnTo>
                  <a:pt x="865226" y="48257"/>
                </a:lnTo>
                <a:lnTo>
                  <a:pt x="865402" y="48698"/>
                </a:lnTo>
                <a:lnTo>
                  <a:pt x="865586" y="49132"/>
                </a:lnTo>
                <a:lnTo>
                  <a:pt x="865779" y="49559"/>
                </a:lnTo>
                <a:lnTo>
                  <a:pt x="865980" y="49979"/>
                </a:lnTo>
                <a:lnTo>
                  <a:pt x="866190" y="50391"/>
                </a:lnTo>
                <a:lnTo>
                  <a:pt x="866408" y="50795"/>
                </a:lnTo>
                <a:lnTo>
                  <a:pt x="866634" y="51190"/>
                </a:lnTo>
                <a:lnTo>
                  <a:pt x="866868" y="51578"/>
                </a:lnTo>
                <a:lnTo>
                  <a:pt x="867110" y="51958"/>
                </a:lnTo>
                <a:lnTo>
                  <a:pt x="867360" y="52329"/>
                </a:lnTo>
                <a:lnTo>
                  <a:pt x="867619" y="52693"/>
                </a:lnTo>
                <a:lnTo>
                  <a:pt x="867885" y="53048"/>
                </a:lnTo>
                <a:lnTo>
                  <a:pt x="868160" y="53395"/>
                </a:lnTo>
                <a:lnTo>
                  <a:pt x="868443" y="53734"/>
                </a:lnTo>
                <a:lnTo>
                  <a:pt x="868734" y="54064"/>
                </a:lnTo>
                <a:lnTo>
                  <a:pt x="869033" y="54387"/>
                </a:lnTo>
                <a:lnTo>
                  <a:pt x="869340" y="54702"/>
                </a:lnTo>
                <a:lnTo>
                  <a:pt x="869655" y="55008"/>
                </a:lnTo>
                <a:lnTo>
                  <a:pt x="869979" y="55306"/>
                </a:lnTo>
                <a:lnTo>
                  <a:pt x="870310" y="55596"/>
                </a:lnTo>
                <a:lnTo>
                  <a:pt x="870650" y="55878"/>
                </a:lnTo>
                <a:lnTo>
                  <a:pt x="870998" y="56152"/>
                </a:lnTo>
                <a:lnTo>
                  <a:pt x="871353" y="56418"/>
                </a:lnTo>
                <a:lnTo>
                  <a:pt x="871717" y="56675"/>
                </a:lnTo>
                <a:lnTo>
                  <a:pt x="872090" y="56924"/>
                </a:lnTo>
                <a:lnTo>
                  <a:pt x="872470" y="57166"/>
                </a:lnTo>
                <a:lnTo>
                  <a:pt x="872858" y="57399"/>
                </a:lnTo>
                <a:lnTo>
                  <a:pt x="873255" y="57624"/>
                </a:lnTo>
                <a:lnTo>
                  <a:pt x="873659" y="57840"/>
                </a:lnTo>
                <a:lnTo>
                  <a:pt x="874071" y="58047"/>
                </a:lnTo>
                <a:lnTo>
                  <a:pt x="874491" y="58245"/>
                </a:lnTo>
                <a:lnTo>
                  <a:pt x="874919" y="58434"/>
                </a:lnTo>
                <a:lnTo>
                  <a:pt x="875355" y="58613"/>
                </a:lnTo>
                <a:lnTo>
                  <a:pt x="875799" y="58784"/>
                </a:lnTo>
                <a:lnTo>
                  <a:pt x="876250" y="58945"/>
                </a:lnTo>
                <a:lnTo>
                  <a:pt x="876709" y="59096"/>
                </a:lnTo>
                <a:lnTo>
                  <a:pt x="877176" y="59239"/>
                </a:lnTo>
                <a:lnTo>
                  <a:pt x="877651" y="59373"/>
                </a:lnTo>
                <a:lnTo>
                  <a:pt x="878133" y="59497"/>
                </a:lnTo>
                <a:lnTo>
                  <a:pt x="878624" y="59612"/>
                </a:lnTo>
                <a:lnTo>
                  <a:pt x="879122" y="59718"/>
                </a:lnTo>
                <a:lnTo>
                  <a:pt x="879628" y="59814"/>
                </a:lnTo>
                <a:lnTo>
                  <a:pt x="880142" y="59902"/>
                </a:lnTo>
                <a:lnTo>
                  <a:pt x="880664" y="59980"/>
                </a:lnTo>
                <a:lnTo>
                  <a:pt x="881193" y="60049"/>
                </a:lnTo>
                <a:lnTo>
                  <a:pt x="881731" y="60109"/>
                </a:lnTo>
                <a:lnTo>
                  <a:pt x="882276" y="60160"/>
                </a:lnTo>
                <a:lnTo>
                  <a:pt x="882829" y="60201"/>
                </a:lnTo>
                <a:lnTo>
                  <a:pt x="883390" y="60233"/>
                </a:lnTo>
                <a:lnTo>
                  <a:pt x="883958" y="60256"/>
                </a:lnTo>
                <a:lnTo>
                  <a:pt x="884535" y="60270"/>
                </a:lnTo>
                <a:lnTo>
                  <a:pt x="885119" y="60275"/>
                </a:lnTo>
                <a:lnTo>
                  <a:pt x="885596" y="60272"/>
                </a:lnTo>
                <a:lnTo>
                  <a:pt x="886069" y="60263"/>
                </a:lnTo>
                <a:lnTo>
                  <a:pt x="886536" y="60249"/>
                </a:lnTo>
                <a:lnTo>
                  <a:pt x="886998" y="60229"/>
                </a:lnTo>
                <a:lnTo>
                  <a:pt x="887456" y="60203"/>
                </a:lnTo>
                <a:close/>
                <a:moveTo>
                  <a:pt x="875323" y="31334"/>
                </a:moveTo>
                <a:lnTo>
                  <a:pt x="875389" y="31006"/>
                </a:lnTo>
                <a:lnTo>
                  <a:pt x="875462" y="30685"/>
                </a:lnTo>
                <a:lnTo>
                  <a:pt x="875542" y="30372"/>
                </a:lnTo>
                <a:lnTo>
                  <a:pt x="875631" y="30066"/>
                </a:lnTo>
                <a:lnTo>
                  <a:pt x="875728" y="29767"/>
                </a:lnTo>
                <a:lnTo>
                  <a:pt x="875832" y="29476"/>
                </a:lnTo>
                <a:lnTo>
                  <a:pt x="875945" y="29192"/>
                </a:lnTo>
                <a:lnTo>
                  <a:pt x="876065" y="28915"/>
                </a:lnTo>
                <a:lnTo>
                  <a:pt x="876193" y="28645"/>
                </a:lnTo>
                <a:lnTo>
                  <a:pt x="876329" y="28383"/>
                </a:lnTo>
                <a:lnTo>
                  <a:pt x="876473" y="28128"/>
                </a:lnTo>
                <a:lnTo>
                  <a:pt x="876625" y="27880"/>
                </a:lnTo>
                <a:lnTo>
                  <a:pt x="876785" y="27640"/>
                </a:lnTo>
                <a:lnTo>
                  <a:pt x="876953" y="27407"/>
                </a:lnTo>
                <a:lnTo>
                  <a:pt x="877128" y="27181"/>
                </a:lnTo>
                <a:lnTo>
                  <a:pt x="877312" y="26962"/>
                </a:lnTo>
                <a:lnTo>
                  <a:pt x="877503" y="26751"/>
                </a:lnTo>
                <a:lnTo>
                  <a:pt x="877702" y="26547"/>
                </a:lnTo>
                <a:lnTo>
                  <a:pt x="877909" y="26350"/>
                </a:lnTo>
                <a:lnTo>
                  <a:pt x="878123" y="26161"/>
                </a:lnTo>
                <a:lnTo>
                  <a:pt x="878342" y="25980"/>
                </a:lnTo>
                <a:lnTo>
                  <a:pt x="878565" y="25807"/>
                </a:lnTo>
                <a:lnTo>
                  <a:pt x="878794" y="25642"/>
                </a:lnTo>
                <a:lnTo>
                  <a:pt x="879028" y="25485"/>
                </a:lnTo>
                <a:lnTo>
                  <a:pt x="879267" y="25336"/>
                </a:lnTo>
                <a:lnTo>
                  <a:pt x="879511" y="25195"/>
                </a:lnTo>
                <a:lnTo>
                  <a:pt x="879759" y="25062"/>
                </a:lnTo>
                <a:lnTo>
                  <a:pt x="880013" y="24937"/>
                </a:lnTo>
                <a:lnTo>
                  <a:pt x="880272" y="24821"/>
                </a:lnTo>
                <a:lnTo>
                  <a:pt x="880536" y="24712"/>
                </a:lnTo>
                <a:lnTo>
                  <a:pt x="880805" y="24611"/>
                </a:lnTo>
                <a:lnTo>
                  <a:pt x="881079" y="24519"/>
                </a:lnTo>
                <a:lnTo>
                  <a:pt x="881358" y="24434"/>
                </a:lnTo>
                <a:lnTo>
                  <a:pt x="881642" y="24358"/>
                </a:lnTo>
                <a:lnTo>
                  <a:pt x="881932" y="24289"/>
                </a:lnTo>
                <a:lnTo>
                  <a:pt x="882226" y="24229"/>
                </a:lnTo>
                <a:lnTo>
                  <a:pt x="882525" y="24177"/>
                </a:lnTo>
                <a:lnTo>
                  <a:pt x="882829" y="24133"/>
                </a:lnTo>
                <a:lnTo>
                  <a:pt x="883139" y="24096"/>
                </a:lnTo>
                <a:lnTo>
                  <a:pt x="883453" y="24068"/>
                </a:lnTo>
                <a:lnTo>
                  <a:pt x="883772" y="24048"/>
                </a:lnTo>
                <a:lnTo>
                  <a:pt x="884097" y="24036"/>
                </a:lnTo>
                <a:lnTo>
                  <a:pt x="884426" y="24032"/>
                </a:lnTo>
                <a:lnTo>
                  <a:pt x="884749" y="24036"/>
                </a:lnTo>
                <a:lnTo>
                  <a:pt x="885066" y="24048"/>
                </a:lnTo>
                <a:lnTo>
                  <a:pt x="885379" y="24067"/>
                </a:lnTo>
                <a:lnTo>
                  <a:pt x="885686" y="24094"/>
                </a:lnTo>
                <a:lnTo>
                  <a:pt x="885989" y="24130"/>
                </a:lnTo>
                <a:lnTo>
                  <a:pt x="886287" y="24173"/>
                </a:lnTo>
                <a:lnTo>
                  <a:pt x="886580" y="24223"/>
                </a:lnTo>
                <a:lnTo>
                  <a:pt x="886868" y="24282"/>
                </a:lnTo>
                <a:lnTo>
                  <a:pt x="887151" y="24349"/>
                </a:lnTo>
                <a:lnTo>
                  <a:pt x="887429" y="24423"/>
                </a:lnTo>
                <a:lnTo>
                  <a:pt x="887703" y="24505"/>
                </a:lnTo>
                <a:lnTo>
                  <a:pt x="887971" y="24595"/>
                </a:lnTo>
                <a:lnTo>
                  <a:pt x="888235" y="24693"/>
                </a:lnTo>
                <a:lnTo>
                  <a:pt x="888494" y="24798"/>
                </a:lnTo>
                <a:lnTo>
                  <a:pt x="888748" y="24911"/>
                </a:lnTo>
                <a:lnTo>
                  <a:pt x="888997" y="25033"/>
                </a:lnTo>
                <a:lnTo>
                  <a:pt x="889241" y="25162"/>
                </a:lnTo>
                <a:lnTo>
                  <a:pt x="889480" y="25298"/>
                </a:lnTo>
                <a:lnTo>
                  <a:pt x="889715" y="25443"/>
                </a:lnTo>
                <a:lnTo>
                  <a:pt x="889944" y="25596"/>
                </a:lnTo>
                <a:lnTo>
                  <a:pt x="890169" y="25756"/>
                </a:lnTo>
                <a:lnTo>
                  <a:pt x="890388" y="25924"/>
                </a:lnTo>
                <a:lnTo>
                  <a:pt x="890603" y="26100"/>
                </a:lnTo>
                <a:lnTo>
                  <a:pt x="890813" y="26284"/>
                </a:lnTo>
                <a:lnTo>
                  <a:pt x="891016" y="26475"/>
                </a:lnTo>
                <a:lnTo>
                  <a:pt x="891212" y="26675"/>
                </a:lnTo>
                <a:lnTo>
                  <a:pt x="891399" y="26882"/>
                </a:lnTo>
                <a:lnTo>
                  <a:pt x="891577" y="27098"/>
                </a:lnTo>
                <a:lnTo>
                  <a:pt x="891748" y="27321"/>
                </a:lnTo>
                <a:lnTo>
                  <a:pt x="891910" y="27553"/>
                </a:lnTo>
                <a:lnTo>
                  <a:pt x="892065" y="27792"/>
                </a:lnTo>
                <a:lnTo>
                  <a:pt x="892211" y="28040"/>
                </a:lnTo>
                <a:lnTo>
                  <a:pt x="892349" y="28295"/>
                </a:lnTo>
                <a:lnTo>
                  <a:pt x="892478" y="28558"/>
                </a:lnTo>
                <a:lnTo>
                  <a:pt x="892600" y="28830"/>
                </a:lnTo>
                <a:lnTo>
                  <a:pt x="892713" y="29109"/>
                </a:lnTo>
                <a:lnTo>
                  <a:pt x="892818" y="29396"/>
                </a:lnTo>
                <a:lnTo>
                  <a:pt x="892915" y="29691"/>
                </a:lnTo>
                <a:lnTo>
                  <a:pt x="893003" y="29995"/>
                </a:lnTo>
                <a:lnTo>
                  <a:pt x="893084" y="30306"/>
                </a:lnTo>
                <a:lnTo>
                  <a:pt x="893156" y="30625"/>
                </a:lnTo>
                <a:lnTo>
                  <a:pt x="893220" y="30952"/>
                </a:lnTo>
                <a:lnTo>
                  <a:pt x="893276" y="31287"/>
                </a:lnTo>
                <a:lnTo>
                  <a:pt x="893324" y="31630"/>
                </a:lnTo>
                <a:lnTo>
                  <a:pt x="893363" y="31981"/>
                </a:lnTo>
                <a:lnTo>
                  <a:pt x="893395" y="32340"/>
                </a:lnTo>
                <a:lnTo>
                  <a:pt x="893418" y="32707"/>
                </a:lnTo>
                <a:lnTo>
                  <a:pt x="893433" y="33082"/>
                </a:lnTo>
                <a:lnTo>
                  <a:pt x="875117" y="33082"/>
                </a:lnTo>
                <a:lnTo>
                  <a:pt x="875142" y="32718"/>
                </a:lnTo>
                <a:lnTo>
                  <a:pt x="875176" y="32361"/>
                </a:lnTo>
                <a:lnTo>
                  <a:pt x="875217" y="32011"/>
                </a:lnTo>
                <a:lnTo>
                  <a:pt x="875266" y="31669"/>
                </a:lnTo>
                <a:lnTo>
                  <a:pt x="875323" y="31334"/>
                </a:lnTo>
                <a:close/>
                <a:moveTo>
                  <a:pt x="1214917" y="60162"/>
                </a:moveTo>
                <a:lnTo>
                  <a:pt x="1215427" y="60113"/>
                </a:lnTo>
                <a:lnTo>
                  <a:pt x="1215930" y="60055"/>
                </a:lnTo>
                <a:lnTo>
                  <a:pt x="1216428" y="59987"/>
                </a:lnTo>
                <a:lnTo>
                  <a:pt x="1216920" y="59911"/>
                </a:lnTo>
                <a:lnTo>
                  <a:pt x="1217407" y="59826"/>
                </a:lnTo>
                <a:lnTo>
                  <a:pt x="1217887" y="59732"/>
                </a:lnTo>
                <a:lnTo>
                  <a:pt x="1218362" y="59628"/>
                </a:lnTo>
                <a:lnTo>
                  <a:pt x="1218831" y="59516"/>
                </a:lnTo>
                <a:lnTo>
                  <a:pt x="1219294" y="59395"/>
                </a:lnTo>
                <a:lnTo>
                  <a:pt x="1219751" y="59265"/>
                </a:lnTo>
                <a:lnTo>
                  <a:pt x="1220203" y="59126"/>
                </a:lnTo>
                <a:lnTo>
                  <a:pt x="1220648" y="58978"/>
                </a:lnTo>
                <a:lnTo>
                  <a:pt x="1221088" y="58821"/>
                </a:lnTo>
                <a:lnTo>
                  <a:pt x="1221522" y="58655"/>
                </a:lnTo>
                <a:lnTo>
                  <a:pt x="1221951" y="58480"/>
                </a:lnTo>
                <a:lnTo>
                  <a:pt x="1222373" y="58296"/>
                </a:lnTo>
                <a:lnTo>
                  <a:pt x="1222790" y="58103"/>
                </a:lnTo>
                <a:lnTo>
                  <a:pt x="1223201" y="57901"/>
                </a:lnTo>
                <a:lnTo>
                  <a:pt x="1223607" y="57690"/>
                </a:lnTo>
                <a:lnTo>
                  <a:pt x="1224005" y="57471"/>
                </a:lnTo>
                <a:lnTo>
                  <a:pt x="1224396" y="57243"/>
                </a:lnTo>
                <a:lnTo>
                  <a:pt x="1224780" y="57007"/>
                </a:lnTo>
                <a:lnTo>
                  <a:pt x="1225156" y="56764"/>
                </a:lnTo>
                <a:lnTo>
                  <a:pt x="1225525" y="56512"/>
                </a:lnTo>
                <a:lnTo>
                  <a:pt x="1225887" y="56252"/>
                </a:lnTo>
                <a:lnTo>
                  <a:pt x="1226241" y="55984"/>
                </a:lnTo>
                <a:lnTo>
                  <a:pt x="1226587" y="55708"/>
                </a:lnTo>
                <a:lnTo>
                  <a:pt x="1226926" y="55424"/>
                </a:lnTo>
                <a:lnTo>
                  <a:pt x="1227258" y="55132"/>
                </a:lnTo>
                <a:lnTo>
                  <a:pt x="1227582" y="54832"/>
                </a:lnTo>
                <a:lnTo>
                  <a:pt x="1227899" y="54524"/>
                </a:lnTo>
                <a:lnTo>
                  <a:pt x="1228208" y="54208"/>
                </a:lnTo>
                <a:lnTo>
                  <a:pt x="1228510" y="53884"/>
                </a:lnTo>
                <a:lnTo>
                  <a:pt x="1228804" y="53551"/>
                </a:lnTo>
                <a:lnTo>
                  <a:pt x="1229091" y="53211"/>
                </a:lnTo>
                <a:lnTo>
                  <a:pt x="1229371" y="52862"/>
                </a:lnTo>
                <a:lnTo>
                  <a:pt x="1229643" y="52506"/>
                </a:lnTo>
                <a:lnTo>
                  <a:pt x="1229908" y="52141"/>
                </a:lnTo>
                <a:lnTo>
                  <a:pt x="1230165" y="51769"/>
                </a:lnTo>
                <a:lnTo>
                  <a:pt x="1230415" y="51388"/>
                </a:lnTo>
                <a:lnTo>
                  <a:pt x="1230657" y="50999"/>
                </a:lnTo>
                <a:lnTo>
                  <a:pt x="1230892" y="50603"/>
                </a:lnTo>
                <a:lnTo>
                  <a:pt x="1231119" y="50198"/>
                </a:lnTo>
                <a:lnTo>
                  <a:pt x="1231338" y="49785"/>
                </a:lnTo>
                <a:lnTo>
                  <a:pt x="1231548" y="49365"/>
                </a:lnTo>
                <a:lnTo>
                  <a:pt x="1231748" y="48939"/>
                </a:lnTo>
                <a:lnTo>
                  <a:pt x="1231939" y="48505"/>
                </a:lnTo>
                <a:lnTo>
                  <a:pt x="1232121" y="48063"/>
                </a:lnTo>
                <a:lnTo>
                  <a:pt x="1232294" y="47615"/>
                </a:lnTo>
                <a:lnTo>
                  <a:pt x="1232457" y="47160"/>
                </a:lnTo>
                <a:lnTo>
                  <a:pt x="1232611" y="46697"/>
                </a:lnTo>
                <a:lnTo>
                  <a:pt x="1232755" y="46227"/>
                </a:lnTo>
                <a:lnTo>
                  <a:pt x="1232890" y="45750"/>
                </a:lnTo>
                <a:lnTo>
                  <a:pt x="1233016" y="45266"/>
                </a:lnTo>
                <a:lnTo>
                  <a:pt x="1233133" y="44775"/>
                </a:lnTo>
                <a:lnTo>
                  <a:pt x="1233240" y="44277"/>
                </a:lnTo>
                <a:lnTo>
                  <a:pt x="1233338" y="43771"/>
                </a:lnTo>
                <a:lnTo>
                  <a:pt x="1233426" y="43258"/>
                </a:lnTo>
                <a:lnTo>
                  <a:pt x="1233506" y="42739"/>
                </a:lnTo>
                <a:lnTo>
                  <a:pt x="1233575" y="42212"/>
                </a:lnTo>
                <a:lnTo>
                  <a:pt x="1233636" y="41677"/>
                </a:lnTo>
                <a:lnTo>
                  <a:pt x="1233687" y="41136"/>
                </a:lnTo>
                <a:lnTo>
                  <a:pt x="1233729" y="40588"/>
                </a:lnTo>
                <a:lnTo>
                  <a:pt x="1233762" y="40032"/>
                </a:lnTo>
                <a:lnTo>
                  <a:pt x="1233785" y="39469"/>
                </a:lnTo>
                <a:lnTo>
                  <a:pt x="1233799" y="38900"/>
                </a:lnTo>
                <a:lnTo>
                  <a:pt x="1233804" y="38322"/>
                </a:lnTo>
                <a:lnTo>
                  <a:pt x="1233799" y="37735"/>
                </a:lnTo>
                <a:lnTo>
                  <a:pt x="1233785" y="37154"/>
                </a:lnTo>
                <a:lnTo>
                  <a:pt x="1233762" y="36581"/>
                </a:lnTo>
                <a:lnTo>
                  <a:pt x="1233729" y="36016"/>
                </a:lnTo>
                <a:lnTo>
                  <a:pt x="1233687" y="35458"/>
                </a:lnTo>
                <a:lnTo>
                  <a:pt x="1233636" y="34907"/>
                </a:lnTo>
                <a:lnTo>
                  <a:pt x="1233575" y="34363"/>
                </a:lnTo>
                <a:lnTo>
                  <a:pt x="1233506" y="33827"/>
                </a:lnTo>
                <a:lnTo>
                  <a:pt x="1233426" y="33298"/>
                </a:lnTo>
                <a:lnTo>
                  <a:pt x="1233338" y="32777"/>
                </a:lnTo>
                <a:lnTo>
                  <a:pt x="1233240" y="32263"/>
                </a:lnTo>
                <a:lnTo>
                  <a:pt x="1233133" y="31756"/>
                </a:lnTo>
                <a:lnTo>
                  <a:pt x="1233016" y="31257"/>
                </a:lnTo>
                <a:lnTo>
                  <a:pt x="1232890" y="30765"/>
                </a:lnTo>
                <a:lnTo>
                  <a:pt x="1232755" y="30281"/>
                </a:lnTo>
                <a:lnTo>
                  <a:pt x="1232611" y="29804"/>
                </a:lnTo>
                <a:lnTo>
                  <a:pt x="1232457" y="29334"/>
                </a:lnTo>
                <a:lnTo>
                  <a:pt x="1232294" y="28872"/>
                </a:lnTo>
                <a:lnTo>
                  <a:pt x="1232121" y="28417"/>
                </a:lnTo>
                <a:lnTo>
                  <a:pt x="1231939" y="27969"/>
                </a:lnTo>
                <a:lnTo>
                  <a:pt x="1231748" y="27529"/>
                </a:lnTo>
                <a:lnTo>
                  <a:pt x="1231548" y="27096"/>
                </a:lnTo>
                <a:lnTo>
                  <a:pt x="1231338" y="26671"/>
                </a:lnTo>
                <a:lnTo>
                  <a:pt x="1231119" y="26252"/>
                </a:lnTo>
                <a:lnTo>
                  <a:pt x="1230892" y="25842"/>
                </a:lnTo>
                <a:lnTo>
                  <a:pt x="1230657" y="25440"/>
                </a:lnTo>
                <a:lnTo>
                  <a:pt x="1230415" y="25046"/>
                </a:lnTo>
                <a:lnTo>
                  <a:pt x="1230165" y="24660"/>
                </a:lnTo>
                <a:lnTo>
                  <a:pt x="1229908" y="24283"/>
                </a:lnTo>
                <a:lnTo>
                  <a:pt x="1229643" y="23913"/>
                </a:lnTo>
                <a:lnTo>
                  <a:pt x="1229371" y="23552"/>
                </a:lnTo>
                <a:lnTo>
                  <a:pt x="1229091" y="23199"/>
                </a:lnTo>
                <a:lnTo>
                  <a:pt x="1228804" y="22855"/>
                </a:lnTo>
                <a:lnTo>
                  <a:pt x="1228510" y="22518"/>
                </a:lnTo>
                <a:lnTo>
                  <a:pt x="1228208" y="22190"/>
                </a:lnTo>
                <a:lnTo>
                  <a:pt x="1227899" y="21870"/>
                </a:lnTo>
                <a:lnTo>
                  <a:pt x="1227582" y="21559"/>
                </a:lnTo>
                <a:lnTo>
                  <a:pt x="1227258" y="21255"/>
                </a:lnTo>
                <a:lnTo>
                  <a:pt x="1226926" y="20960"/>
                </a:lnTo>
                <a:lnTo>
                  <a:pt x="1226587" y="20673"/>
                </a:lnTo>
                <a:lnTo>
                  <a:pt x="1226241" y="20394"/>
                </a:lnTo>
                <a:lnTo>
                  <a:pt x="1225887" y="20123"/>
                </a:lnTo>
                <a:lnTo>
                  <a:pt x="1225525" y="19861"/>
                </a:lnTo>
                <a:lnTo>
                  <a:pt x="1225156" y="19607"/>
                </a:lnTo>
                <a:lnTo>
                  <a:pt x="1224780" y="19361"/>
                </a:lnTo>
                <a:lnTo>
                  <a:pt x="1224396" y="19123"/>
                </a:lnTo>
                <a:lnTo>
                  <a:pt x="1224005" y="18893"/>
                </a:lnTo>
                <a:lnTo>
                  <a:pt x="1223607" y="18672"/>
                </a:lnTo>
                <a:lnTo>
                  <a:pt x="1223201" y="18459"/>
                </a:lnTo>
                <a:lnTo>
                  <a:pt x="1222790" y="18256"/>
                </a:lnTo>
                <a:lnTo>
                  <a:pt x="1222373" y="18061"/>
                </a:lnTo>
                <a:lnTo>
                  <a:pt x="1221951" y="17875"/>
                </a:lnTo>
                <a:lnTo>
                  <a:pt x="1221522" y="17699"/>
                </a:lnTo>
                <a:lnTo>
                  <a:pt x="1221088" y="17531"/>
                </a:lnTo>
                <a:lnTo>
                  <a:pt x="1220648" y="17373"/>
                </a:lnTo>
                <a:lnTo>
                  <a:pt x="1220203" y="17223"/>
                </a:lnTo>
                <a:lnTo>
                  <a:pt x="1219751" y="17083"/>
                </a:lnTo>
                <a:lnTo>
                  <a:pt x="1219294" y="16952"/>
                </a:lnTo>
                <a:lnTo>
                  <a:pt x="1218831" y="16830"/>
                </a:lnTo>
                <a:lnTo>
                  <a:pt x="1218362" y="16716"/>
                </a:lnTo>
                <a:lnTo>
                  <a:pt x="1217887" y="16612"/>
                </a:lnTo>
                <a:lnTo>
                  <a:pt x="1217407" y="16517"/>
                </a:lnTo>
                <a:lnTo>
                  <a:pt x="1216920" y="16431"/>
                </a:lnTo>
                <a:lnTo>
                  <a:pt x="1216428" y="16354"/>
                </a:lnTo>
                <a:lnTo>
                  <a:pt x="1215930" y="16286"/>
                </a:lnTo>
                <a:lnTo>
                  <a:pt x="1215427" y="16228"/>
                </a:lnTo>
                <a:lnTo>
                  <a:pt x="1214917" y="16178"/>
                </a:lnTo>
                <a:lnTo>
                  <a:pt x="1214402" y="16137"/>
                </a:lnTo>
                <a:lnTo>
                  <a:pt x="1213881" y="16105"/>
                </a:lnTo>
                <a:lnTo>
                  <a:pt x="1213354" y="16083"/>
                </a:lnTo>
                <a:lnTo>
                  <a:pt x="1212822" y="16069"/>
                </a:lnTo>
                <a:lnTo>
                  <a:pt x="1212283" y="16065"/>
                </a:lnTo>
                <a:lnTo>
                  <a:pt x="1211752" y="16069"/>
                </a:lnTo>
                <a:lnTo>
                  <a:pt x="1211226" y="16083"/>
                </a:lnTo>
                <a:lnTo>
                  <a:pt x="1210706" y="16105"/>
                </a:lnTo>
                <a:lnTo>
                  <a:pt x="1210191" y="16137"/>
                </a:lnTo>
                <a:lnTo>
                  <a:pt x="1209682" y="16178"/>
                </a:lnTo>
                <a:lnTo>
                  <a:pt x="1209178" y="16228"/>
                </a:lnTo>
                <a:lnTo>
                  <a:pt x="1208680" y="16286"/>
                </a:lnTo>
                <a:lnTo>
                  <a:pt x="1208187" y="16354"/>
                </a:lnTo>
                <a:lnTo>
                  <a:pt x="1207699" y="16431"/>
                </a:lnTo>
                <a:lnTo>
                  <a:pt x="1207217" y="16517"/>
                </a:lnTo>
                <a:lnTo>
                  <a:pt x="1206741" y="16612"/>
                </a:lnTo>
                <a:lnTo>
                  <a:pt x="1206270" y="16716"/>
                </a:lnTo>
                <a:lnTo>
                  <a:pt x="1205805" y="16830"/>
                </a:lnTo>
                <a:lnTo>
                  <a:pt x="1205345" y="16952"/>
                </a:lnTo>
                <a:lnTo>
                  <a:pt x="1204890" y="17083"/>
                </a:lnTo>
                <a:lnTo>
                  <a:pt x="1204441" y="17223"/>
                </a:lnTo>
                <a:lnTo>
                  <a:pt x="1203998" y="17373"/>
                </a:lnTo>
                <a:lnTo>
                  <a:pt x="1203560" y="17531"/>
                </a:lnTo>
                <a:lnTo>
                  <a:pt x="1203127" y="17699"/>
                </a:lnTo>
                <a:lnTo>
                  <a:pt x="1202700" y="17875"/>
                </a:lnTo>
                <a:lnTo>
                  <a:pt x="1202279" y="18061"/>
                </a:lnTo>
                <a:lnTo>
                  <a:pt x="1201862" y="18256"/>
                </a:lnTo>
                <a:lnTo>
                  <a:pt x="1201452" y="18459"/>
                </a:lnTo>
                <a:lnTo>
                  <a:pt x="1201047" y="18672"/>
                </a:lnTo>
                <a:lnTo>
                  <a:pt x="1200648" y="18893"/>
                </a:lnTo>
                <a:lnTo>
                  <a:pt x="1200257" y="19123"/>
                </a:lnTo>
                <a:lnTo>
                  <a:pt x="1199874" y="19361"/>
                </a:lnTo>
                <a:lnTo>
                  <a:pt x="1199498" y="19607"/>
                </a:lnTo>
                <a:lnTo>
                  <a:pt x="1199130" y="19861"/>
                </a:lnTo>
                <a:lnTo>
                  <a:pt x="1198769" y="20123"/>
                </a:lnTo>
                <a:lnTo>
                  <a:pt x="1198417" y="20394"/>
                </a:lnTo>
                <a:lnTo>
                  <a:pt x="1198071" y="20673"/>
                </a:lnTo>
                <a:lnTo>
                  <a:pt x="1197733" y="20960"/>
                </a:lnTo>
                <a:lnTo>
                  <a:pt x="1197403" y="21255"/>
                </a:lnTo>
                <a:lnTo>
                  <a:pt x="1197080" y="21559"/>
                </a:lnTo>
                <a:lnTo>
                  <a:pt x="1196765" y="21870"/>
                </a:lnTo>
                <a:lnTo>
                  <a:pt x="1196458" y="22190"/>
                </a:lnTo>
                <a:lnTo>
                  <a:pt x="1196158" y="22518"/>
                </a:lnTo>
                <a:lnTo>
                  <a:pt x="1195866" y="22855"/>
                </a:lnTo>
                <a:lnTo>
                  <a:pt x="1195581" y="23199"/>
                </a:lnTo>
                <a:lnTo>
                  <a:pt x="1195304" y="23552"/>
                </a:lnTo>
                <a:lnTo>
                  <a:pt x="1195035" y="23913"/>
                </a:lnTo>
                <a:lnTo>
                  <a:pt x="1194773" y="24283"/>
                </a:lnTo>
                <a:lnTo>
                  <a:pt x="1194519" y="24660"/>
                </a:lnTo>
                <a:lnTo>
                  <a:pt x="1194272" y="25046"/>
                </a:lnTo>
                <a:lnTo>
                  <a:pt x="1194033" y="25440"/>
                </a:lnTo>
                <a:lnTo>
                  <a:pt x="1193801" y="25842"/>
                </a:lnTo>
                <a:lnTo>
                  <a:pt x="1193577" y="26252"/>
                </a:lnTo>
                <a:lnTo>
                  <a:pt x="1193362" y="26671"/>
                </a:lnTo>
                <a:lnTo>
                  <a:pt x="1193156" y="27096"/>
                </a:lnTo>
                <a:lnTo>
                  <a:pt x="1192958" y="27529"/>
                </a:lnTo>
                <a:lnTo>
                  <a:pt x="1192770" y="27969"/>
                </a:lnTo>
                <a:lnTo>
                  <a:pt x="1192592" y="28417"/>
                </a:lnTo>
                <a:lnTo>
                  <a:pt x="1192422" y="28872"/>
                </a:lnTo>
                <a:lnTo>
                  <a:pt x="1192261" y="29334"/>
                </a:lnTo>
                <a:lnTo>
                  <a:pt x="1192110" y="29804"/>
                </a:lnTo>
                <a:lnTo>
                  <a:pt x="1191968" y="30281"/>
                </a:lnTo>
                <a:lnTo>
                  <a:pt x="1191835" y="30765"/>
                </a:lnTo>
                <a:lnTo>
                  <a:pt x="1191711" y="31257"/>
                </a:lnTo>
                <a:lnTo>
                  <a:pt x="1191596" y="31756"/>
                </a:lnTo>
                <a:lnTo>
                  <a:pt x="1191491" y="32263"/>
                </a:lnTo>
                <a:lnTo>
                  <a:pt x="1191395" y="32777"/>
                </a:lnTo>
                <a:lnTo>
                  <a:pt x="1191308" y="33298"/>
                </a:lnTo>
                <a:lnTo>
                  <a:pt x="1191230" y="33827"/>
                </a:lnTo>
                <a:lnTo>
                  <a:pt x="1191161" y="34363"/>
                </a:lnTo>
                <a:lnTo>
                  <a:pt x="1191101" y="34907"/>
                </a:lnTo>
                <a:lnTo>
                  <a:pt x="1191051" y="35458"/>
                </a:lnTo>
                <a:lnTo>
                  <a:pt x="1191009" y="36016"/>
                </a:lnTo>
                <a:lnTo>
                  <a:pt x="1190977" y="36581"/>
                </a:lnTo>
                <a:lnTo>
                  <a:pt x="1190954" y="37154"/>
                </a:lnTo>
                <a:lnTo>
                  <a:pt x="1190941" y="37735"/>
                </a:lnTo>
                <a:lnTo>
                  <a:pt x="1190936" y="38322"/>
                </a:lnTo>
                <a:lnTo>
                  <a:pt x="1190941" y="38900"/>
                </a:lnTo>
                <a:lnTo>
                  <a:pt x="1190954" y="39469"/>
                </a:lnTo>
                <a:lnTo>
                  <a:pt x="1190977" y="40032"/>
                </a:lnTo>
                <a:lnTo>
                  <a:pt x="1191009" y="40588"/>
                </a:lnTo>
                <a:lnTo>
                  <a:pt x="1191051" y="41136"/>
                </a:lnTo>
                <a:lnTo>
                  <a:pt x="1191101" y="41677"/>
                </a:lnTo>
                <a:lnTo>
                  <a:pt x="1191161" y="42212"/>
                </a:lnTo>
                <a:lnTo>
                  <a:pt x="1191230" y="42739"/>
                </a:lnTo>
                <a:lnTo>
                  <a:pt x="1191308" y="43258"/>
                </a:lnTo>
                <a:lnTo>
                  <a:pt x="1191395" y="43771"/>
                </a:lnTo>
                <a:lnTo>
                  <a:pt x="1191491" y="44277"/>
                </a:lnTo>
                <a:lnTo>
                  <a:pt x="1191596" y="44775"/>
                </a:lnTo>
                <a:lnTo>
                  <a:pt x="1191711" y="45266"/>
                </a:lnTo>
                <a:lnTo>
                  <a:pt x="1191835" y="45750"/>
                </a:lnTo>
                <a:lnTo>
                  <a:pt x="1191968" y="46227"/>
                </a:lnTo>
                <a:lnTo>
                  <a:pt x="1192110" y="46697"/>
                </a:lnTo>
                <a:lnTo>
                  <a:pt x="1192261" y="47160"/>
                </a:lnTo>
                <a:lnTo>
                  <a:pt x="1192422" y="47615"/>
                </a:lnTo>
                <a:lnTo>
                  <a:pt x="1192592" y="48063"/>
                </a:lnTo>
                <a:lnTo>
                  <a:pt x="1192770" y="48505"/>
                </a:lnTo>
                <a:lnTo>
                  <a:pt x="1192958" y="48939"/>
                </a:lnTo>
                <a:lnTo>
                  <a:pt x="1193156" y="49365"/>
                </a:lnTo>
                <a:lnTo>
                  <a:pt x="1193362" y="49785"/>
                </a:lnTo>
                <a:lnTo>
                  <a:pt x="1193577" y="50198"/>
                </a:lnTo>
                <a:lnTo>
                  <a:pt x="1193801" y="50603"/>
                </a:lnTo>
                <a:lnTo>
                  <a:pt x="1194033" y="50999"/>
                </a:lnTo>
                <a:lnTo>
                  <a:pt x="1194272" y="51388"/>
                </a:lnTo>
                <a:lnTo>
                  <a:pt x="1194519" y="51769"/>
                </a:lnTo>
                <a:lnTo>
                  <a:pt x="1194773" y="52141"/>
                </a:lnTo>
                <a:lnTo>
                  <a:pt x="1195035" y="52506"/>
                </a:lnTo>
                <a:lnTo>
                  <a:pt x="1195304" y="52862"/>
                </a:lnTo>
                <a:lnTo>
                  <a:pt x="1195581" y="53211"/>
                </a:lnTo>
                <a:lnTo>
                  <a:pt x="1195866" y="53551"/>
                </a:lnTo>
                <a:lnTo>
                  <a:pt x="1196158" y="53884"/>
                </a:lnTo>
                <a:lnTo>
                  <a:pt x="1196458" y="54208"/>
                </a:lnTo>
                <a:lnTo>
                  <a:pt x="1196765" y="54524"/>
                </a:lnTo>
                <a:lnTo>
                  <a:pt x="1197080" y="54832"/>
                </a:lnTo>
                <a:lnTo>
                  <a:pt x="1197403" y="55132"/>
                </a:lnTo>
                <a:lnTo>
                  <a:pt x="1197733" y="55424"/>
                </a:lnTo>
                <a:lnTo>
                  <a:pt x="1198071" y="55708"/>
                </a:lnTo>
                <a:lnTo>
                  <a:pt x="1198417" y="55984"/>
                </a:lnTo>
                <a:lnTo>
                  <a:pt x="1198769" y="56252"/>
                </a:lnTo>
                <a:lnTo>
                  <a:pt x="1199130" y="56512"/>
                </a:lnTo>
                <a:lnTo>
                  <a:pt x="1199498" y="56764"/>
                </a:lnTo>
                <a:lnTo>
                  <a:pt x="1199874" y="57007"/>
                </a:lnTo>
                <a:lnTo>
                  <a:pt x="1200257" y="57243"/>
                </a:lnTo>
                <a:lnTo>
                  <a:pt x="1200648" y="57471"/>
                </a:lnTo>
                <a:lnTo>
                  <a:pt x="1201047" y="57690"/>
                </a:lnTo>
                <a:lnTo>
                  <a:pt x="1201452" y="57901"/>
                </a:lnTo>
                <a:lnTo>
                  <a:pt x="1201862" y="58103"/>
                </a:lnTo>
                <a:lnTo>
                  <a:pt x="1202279" y="58296"/>
                </a:lnTo>
                <a:lnTo>
                  <a:pt x="1202700" y="58480"/>
                </a:lnTo>
                <a:lnTo>
                  <a:pt x="1203127" y="58655"/>
                </a:lnTo>
                <a:lnTo>
                  <a:pt x="1203560" y="58821"/>
                </a:lnTo>
                <a:lnTo>
                  <a:pt x="1203998" y="58978"/>
                </a:lnTo>
                <a:lnTo>
                  <a:pt x="1204441" y="59126"/>
                </a:lnTo>
                <a:lnTo>
                  <a:pt x="1204890" y="59265"/>
                </a:lnTo>
                <a:lnTo>
                  <a:pt x="1205345" y="59395"/>
                </a:lnTo>
                <a:lnTo>
                  <a:pt x="1205805" y="59516"/>
                </a:lnTo>
                <a:lnTo>
                  <a:pt x="1206270" y="59628"/>
                </a:lnTo>
                <a:lnTo>
                  <a:pt x="1206741" y="59732"/>
                </a:lnTo>
                <a:lnTo>
                  <a:pt x="1207217" y="59826"/>
                </a:lnTo>
                <a:lnTo>
                  <a:pt x="1207699" y="59911"/>
                </a:lnTo>
                <a:lnTo>
                  <a:pt x="1208187" y="59987"/>
                </a:lnTo>
                <a:lnTo>
                  <a:pt x="1208680" y="60055"/>
                </a:lnTo>
                <a:lnTo>
                  <a:pt x="1209178" y="60113"/>
                </a:lnTo>
                <a:lnTo>
                  <a:pt x="1209682" y="60162"/>
                </a:lnTo>
                <a:lnTo>
                  <a:pt x="1210191" y="60203"/>
                </a:lnTo>
                <a:lnTo>
                  <a:pt x="1210706" y="60234"/>
                </a:lnTo>
                <a:lnTo>
                  <a:pt x="1211226" y="60257"/>
                </a:lnTo>
                <a:lnTo>
                  <a:pt x="1211752" y="60270"/>
                </a:lnTo>
                <a:lnTo>
                  <a:pt x="1212283" y="60275"/>
                </a:lnTo>
                <a:lnTo>
                  <a:pt x="1212822" y="60270"/>
                </a:lnTo>
                <a:lnTo>
                  <a:pt x="1213354" y="60257"/>
                </a:lnTo>
                <a:lnTo>
                  <a:pt x="1213881" y="60234"/>
                </a:lnTo>
                <a:lnTo>
                  <a:pt x="1214402" y="60203"/>
                </a:lnTo>
                <a:lnTo>
                  <a:pt x="1214917" y="60162"/>
                </a:lnTo>
                <a:close/>
                <a:moveTo>
                  <a:pt x="1210818" y="51450"/>
                </a:moveTo>
                <a:lnTo>
                  <a:pt x="1210542" y="51416"/>
                </a:lnTo>
                <a:lnTo>
                  <a:pt x="1210271" y="51376"/>
                </a:lnTo>
                <a:lnTo>
                  <a:pt x="1210005" y="51329"/>
                </a:lnTo>
                <a:lnTo>
                  <a:pt x="1209745" y="51276"/>
                </a:lnTo>
                <a:lnTo>
                  <a:pt x="1209491" y="51217"/>
                </a:lnTo>
                <a:lnTo>
                  <a:pt x="1209242" y="51152"/>
                </a:lnTo>
                <a:lnTo>
                  <a:pt x="1208998" y="51081"/>
                </a:lnTo>
                <a:lnTo>
                  <a:pt x="1208760" y="51003"/>
                </a:lnTo>
                <a:lnTo>
                  <a:pt x="1208527" y="50919"/>
                </a:lnTo>
                <a:lnTo>
                  <a:pt x="1208300" y="50829"/>
                </a:lnTo>
                <a:lnTo>
                  <a:pt x="1208078" y="50733"/>
                </a:lnTo>
                <a:lnTo>
                  <a:pt x="1207862" y="50630"/>
                </a:lnTo>
                <a:lnTo>
                  <a:pt x="1207652" y="50522"/>
                </a:lnTo>
                <a:lnTo>
                  <a:pt x="1207446" y="50407"/>
                </a:lnTo>
                <a:lnTo>
                  <a:pt x="1207247" y="50286"/>
                </a:lnTo>
                <a:lnTo>
                  <a:pt x="1207052" y="50158"/>
                </a:lnTo>
                <a:lnTo>
                  <a:pt x="1206864" y="50025"/>
                </a:lnTo>
                <a:lnTo>
                  <a:pt x="1206680" y="49885"/>
                </a:lnTo>
                <a:lnTo>
                  <a:pt x="1206503" y="49739"/>
                </a:lnTo>
                <a:lnTo>
                  <a:pt x="1206330" y="49588"/>
                </a:lnTo>
                <a:lnTo>
                  <a:pt x="1206161" y="49432"/>
                </a:lnTo>
                <a:lnTo>
                  <a:pt x="1205997" y="49273"/>
                </a:lnTo>
                <a:lnTo>
                  <a:pt x="1205837" y="49109"/>
                </a:lnTo>
                <a:lnTo>
                  <a:pt x="1205681" y="48941"/>
                </a:lnTo>
                <a:lnTo>
                  <a:pt x="1205530" y="48769"/>
                </a:lnTo>
                <a:lnTo>
                  <a:pt x="1205383" y="48592"/>
                </a:lnTo>
                <a:lnTo>
                  <a:pt x="1205240" y="48412"/>
                </a:lnTo>
                <a:lnTo>
                  <a:pt x="1205101" y="48227"/>
                </a:lnTo>
                <a:lnTo>
                  <a:pt x="1204967" y="48038"/>
                </a:lnTo>
                <a:lnTo>
                  <a:pt x="1204837" y="47844"/>
                </a:lnTo>
                <a:lnTo>
                  <a:pt x="1204711" y="47647"/>
                </a:lnTo>
                <a:lnTo>
                  <a:pt x="1204590" y="47445"/>
                </a:lnTo>
                <a:lnTo>
                  <a:pt x="1204473" y="47239"/>
                </a:lnTo>
                <a:lnTo>
                  <a:pt x="1204360" y="47029"/>
                </a:lnTo>
                <a:lnTo>
                  <a:pt x="1204251" y="46814"/>
                </a:lnTo>
                <a:lnTo>
                  <a:pt x="1204147" y="46596"/>
                </a:lnTo>
                <a:lnTo>
                  <a:pt x="1204047" y="46373"/>
                </a:lnTo>
                <a:lnTo>
                  <a:pt x="1203951" y="46146"/>
                </a:lnTo>
                <a:lnTo>
                  <a:pt x="1203860" y="45915"/>
                </a:lnTo>
                <a:lnTo>
                  <a:pt x="1203772" y="45679"/>
                </a:lnTo>
                <a:lnTo>
                  <a:pt x="1203690" y="45440"/>
                </a:lnTo>
                <a:lnTo>
                  <a:pt x="1203611" y="45196"/>
                </a:lnTo>
                <a:lnTo>
                  <a:pt x="1203537" y="44947"/>
                </a:lnTo>
                <a:lnTo>
                  <a:pt x="1203466" y="44696"/>
                </a:lnTo>
                <a:lnTo>
                  <a:pt x="1203398" y="44443"/>
                </a:lnTo>
                <a:lnTo>
                  <a:pt x="1203334" y="44187"/>
                </a:lnTo>
                <a:lnTo>
                  <a:pt x="1203272" y="43929"/>
                </a:lnTo>
                <a:lnTo>
                  <a:pt x="1203213" y="43670"/>
                </a:lnTo>
                <a:lnTo>
                  <a:pt x="1203158" y="43408"/>
                </a:lnTo>
                <a:lnTo>
                  <a:pt x="1203105" y="43143"/>
                </a:lnTo>
                <a:lnTo>
                  <a:pt x="1203056" y="42877"/>
                </a:lnTo>
                <a:lnTo>
                  <a:pt x="1203009" y="42609"/>
                </a:lnTo>
                <a:lnTo>
                  <a:pt x="1202965" y="42338"/>
                </a:lnTo>
                <a:lnTo>
                  <a:pt x="1202925" y="42065"/>
                </a:lnTo>
                <a:lnTo>
                  <a:pt x="1202887" y="41790"/>
                </a:lnTo>
                <a:lnTo>
                  <a:pt x="1202853" y="41513"/>
                </a:lnTo>
                <a:lnTo>
                  <a:pt x="1202821" y="41234"/>
                </a:lnTo>
                <a:lnTo>
                  <a:pt x="1202792" y="40953"/>
                </a:lnTo>
                <a:lnTo>
                  <a:pt x="1202767" y="40669"/>
                </a:lnTo>
                <a:lnTo>
                  <a:pt x="1202744" y="40384"/>
                </a:lnTo>
                <a:lnTo>
                  <a:pt x="1202725" y="40096"/>
                </a:lnTo>
                <a:lnTo>
                  <a:pt x="1202708" y="39806"/>
                </a:lnTo>
                <a:lnTo>
                  <a:pt x="1202695" y="39514"/>
                </a:lnTo>
                <a:lnTo>
                  <a:pt x="1202684" y="39219"/>
                </a:lnTo>
                <a:lnTo>
                  <a:pt x="1202677" y="38923"/>
                </a:lnTo>
                <a:lnTo>
                  <a:pt x="1202672" y="38625"/>
                </a:lnTo>
                <a:lnTo>
                  <a:pt x="1202671" y="38324"/>
                </a:lnTo>
                <a:lnTo>
                  <a:pt x="1202672" y="38016"/>
                </a:lnTo>
                <a:lnTo>
                  <a:pt x="1202677" y="37710"/>
                </a:lnTo>
                <a:lnTo>
                  <a:pt x="1202684" y="37407"/>
                </a:lnTo>
                <a:lnTo>
                  <a:pt x="1202695" y="37105"/>
                </a:lnTo>
                <a:lnTo>
                  <a:pt x="1202708" y="36807"/>
                </a:lnTo>
                <a:lnTo>
                  <a:pt x="1202725" y="36510"/>
                </a:lnTo>
                <a:lnTo>
                  <a:pt x="1202744" y="36216"/>
                </a:lnTo>
                <a:lnTo>
                  <a:pt x="1202767" y="35924"/>
                </a:lnTo>
                <a:lnTo>
                  <a:pt x="1202792" y="35634"/>
                </a:lnTo>
                <a:lnTo>
                  <a:pt x="1202821" y="35347"/>
                </a:lnTo>
                <a:lnTo>
                  <a:pt x="1202853" y="35062"/>
                </a:lnTo>
                <a:lnTo>
                  <a:pt x="1202887" y="34779"/>
                </a:lnTo>
                <a:lnTo>
                  <a:pt x="1202925" y="34499"/>
                </a:lnTo>
                <a:lnTo>
                  <a:pt x="1202965" y="34221"/>
                </a:lnTo>
                <a:lnTo>
                  <a:pt x="1203009" y="33945"/>
                </a:lnTo>
                <a:lnTo>
                  <a:pt x="1203056" y="33671"/>
                </a:lnTo>
                <a:lnTo>
                  <a:pt x="1203105" y="33400"/>
                </a:lnTo>
                <a:lnTo>
                  <a:pt x="1203158" y="33131"/>
                </a:lnTo>
                <a:lnTo>
                  <a:pt x="1203213" y="32865"/>
                </a:lnTo>
                <a:lnTo>
                  <a:pt x="1203272" y="32600"/>
                </a:lnTo>
                <a:lnTo>
                  <a:pt x="1203334" y="32338"/>
                </a:lnTo>
                <a:lnTo>
                  <a:pt x="1203398" y="32079"/>
                </a:lnTo>
                <a:lnTo>
                  <a:pt x="1203466" y="31821"/>
                </a:lnTo>
                <a:lnTo>
                  <a:pt x="1203537" y="31566"/>
                </a:lnTo>
                <a:lnTo>
                  <a:pt x="1203611" y="31314"/>
                </a:lnTo>
                <a:lnTo>
                  <a:pt x="1203690" y="31067"/>
                </a:lnTo>
                <a:lnTo>
                  <a:pt x="1203772" y="30824"/>
                </a:lnTo>
                <a:lnTo>
                  <a:pt x="1203860" y="30585"/>
                </a:lnTo>
                <a:lnTo>
                  <a:pt x="1203951" y="30350"/>
                </a:lnTo>
                <a:lnTo>
                  <a:pt x="1204047" y="30120"/>
                </a:lnTo>
                <a:lnTo>
                  <a:pt x="1204147" y="29894"/>
                </a:lnTo>
                <a:lnTo>
                  <a:pt x="1204251" y="29672"/>
                </a:lnTo>
                <a:lnTo>
                  <a:pt x="1204360" y="29455"/>
                </a:lnTo>
                <a:lnTo>
                  <a:pt x="1204473" y="29242"/>
                </a:lnTo>
                <a:lnTo>
                  <a:pt x="1204590" y="29033"/>
                </a:lnTo>
                <a:lnTo>
                  <a:pt x="1204711" y="28828"/>
                </a:lnTo>
                <a:lnTo>
                  <a:pt x="1204837" y="28628"/>
                </a:lnTo>
                <a:lnTo>
                  <a:pt x="1204967" y="28432"/>
                </a:lnTo>
                <a:lnTo>
                  <a:pt x="1205101" y="28240"/>
                </a:lnTo>
                <a:lnTo>
                  <a:pt x="1205240" y="28053"/>
                </a:lnTo>
                <a:lnTo>
                  <a:pt x="1205383" y="27870"/>
                </a:lnTo>
                <a:lnTo>
                  <a:pt x="1205530" y="27691"/>
                </a:lnTo>
                <a:lnTo>
                  <a:pt x="1205681" y="27516"/>
                </a:lnTo>
                <a:lnTo>
                  <a:pt x="1205837" y="27346"/>
                </a:lnTo>
                <a:lnTo>
                  <a:pt x="1205997" y="27180"/>
                </a:lnTo>
                <a:lnTo>
                  <a:pt x="1206161" y="27019"/>
                </a:lnTo>
                <a:lnTo>
                  <a:pt x="1206330" y="26861"/>
                </a:lnTo>
                <a:lnTo>
                  <a:pt x="1206503" y="26708"/>
                </a:lnTo>
                <a:lnTo>
                  <a:pt x="1206680" y="26561"/>
                </a:lnTo>
                <a:lnTo>
                  <a:pt x="1206864" y="26419"/>
                </a:lnTo>
                <a:lnTo>
                  <a:pt x="1207052" y="26284"/>
                </a:lnTo>
                <a:lnTo>
                  <a:pt x="1207247" y="26155"/>
                </a:lnTo>
                <a:lnTo>
                  <a:pt x="1207446" y="26033"/>
                </a:lnTo>
                <a:lnTo>
                  <a:pt x="1207652" y="25916"/>
                </a:lnTo>
                <a:lnTo>
                  <a:pt x="1207862" y="25806"/>
                </a:lnTo>
                <a:lnTo>
                  <a:pt x="1208078" y="25703"/>
                </a:lnTo>
                <a:lnTo>
                  <a:pt x="1208300" y="25605"/>
                </a:lnTo>
                <a:lnTo>
                  <a:pt x="1208527" y="25514"/>
                </a:lnTo>
                <a:lnTo>
                  <a:pt x="1208760" y="25429"/>
                </a:lnTo>
                <a:lnTo>
                  <a:pt x="1208998" y="25351"/>
                </a:lnTo>
                <a:lnTo>
                  <a:pt x="1209242" y="25278"/>
                </a:lnTo>
                <a:lnTo>
                  <a:pt x="1209491" y="25212"/>
                </a:lnTo>
                <a:lnTo>
                  <a:pt x="1209745" y="25153"/>
                </a:lnTo>
                <a:lnTo>
                  <a:pt x="1210005" y="25099"/>
                </a:lnTo>
                <a:lnTo>
                  <a:pt x="1210271" y="25052"/>
                </a:lnTo>
                <a:lnTo>
                  <a:pt x="1210542" y="25011"/>
                </a:lnTo>
                <a:lnTo>
                  <a:pt x="1210818" y="24976"/>
                </a:lnTo>
                <a:lnTo>
                  <a:pt x="1211100" y="24948"/>
                </a:lnTo>
                <a:lnTo>
                  <a:pt x="1211388" y="24926"/>
                </a:lnTo>
                <a:lnTo>
                  <a:pt x="1211681" y="24910"/>
                </a:lnTo>
                <a:lnTo>
                  <a:pt x="1211979" y="24901"/>
                </a:lnTo>
                <a:lnTo>
                  <a:pt x="1212283" y="24898"/>
                </a:lnTo>
                <a:lnTo>
                  <a:pt x="1212594" y="24901"/>
                </a:lnTo>
                <a:lnTo>
                  <a:pt x="1212900" y="24910"/>
                </a:lnTo>
                <a:lnTo>
                  <a:pt x="1213200" y="24926"/>
                </a:lnTo>
                <a:lnTo>
                  <a:pt x="1213494" y="24948"/>
                </a:lnTo>
                <a:lnTo>
                  <a:pt x="1213783" y="24976"/>
                </a:lnTo>
                <a:lnTo>
                  <a:pt x="1214065" y="25011"/>
                </a:lnTo>
                <a:lnTo>
                  <a:pt x="1214343" y="25052"/>
                </a:lnTo>
                <a:lnTo>
                  <a:pt x="1214614" y="25099"/>
                </a:lnTo>
                <a:lnTo>
                  <a:pt x="1214880" y="25153"/>
                </a:lnTo>
                <a:lnTo>
                  <a:pt x="1215141" y="25212"/>
                </a:lnTo>
                <a:lnTo>
                  <a:pt x="1215395" y="25278"/>
                </a:lnTo>
                <a:lnTo>
                  <a:pt x="1215645" y="25351"/>
                </a:lnTo>
                <a:lnTo>
                  <a:pt x="1215888" y="25429"/>
                </a:lnTo>
                <a:lnTo>
                  <a:pt x="1216126" y="25514"/>
                </a:lnTo>
                <a:lnTo>
                  <a:pt x="1216358" y="25605"/>
                </a:lnTo>
                <a:lnTo>
                  <a:pt x="1216585" y="25703"/>
                </a:lnTo>
                <a:lnTo>
                  <a:pt x="1216805" y="25806"/>
                </a:lnTo>
                <a:lnTo>
                  <a:pt x="1217021" y="25916"/>
                </a:lnTo>
                <a:lnTo>
                  <a:pt x="1217230" y="26033"/>
                </a:lnTo>
                <a:lnTo>
                  <a:pt x="1217434" y="26155"/>
                </a:lnTo>
                <a:lnTo>
                  <a:pt x="1217633" y="26284"/>
                </a:lnTo>
                <a:lnTo>
                  <a:pt x="1217825" y="26419"/>
                </a:lnTo>
                <a:lnTo>
                  <a:pt x="1218012" y="26561"/>
                </a:lnTo>
                <a:lnTo>
                  <a:pt x="1218194" y="26708"/>
                </a:lnTo>
                <a:lnTo>
                  <a:pt x="1218370" y="26861"/>
                </a:lnTo>
                <a:lnTo>
                  <a:pt x="1218542" y="27019"/>
                </a:lnTo>
                <a:lnTo>
                  <a:pt x="1218710" y="27180"/>
                </a:lnTo>
                <a:lnTo>
                  <a:pt x="1218873" y="27346"/>
                </a:lnTo>
                <a:lnTo>
                  <a:pt x="1219032" y="27516"/>
                </a:lnTo>
                <a:lnTo>
                  <a:pt x="1219187" y="27691"/>
                </a:lnTo>
                <a:lnTo>
                  <a:pt x="1219337" y="27870"/>
                </a:lnTo>
                <a:lnTo>
                  <a:pt x="1219483" y="28053"/>
                </a:lnTo>
                <a:lnTo>
                  <a:pt x="1219625" y="28240"/>
                </a:lnTo>
                <a:lnTo>
                  <a:pt x="1219762" y="28432"/>
                </a:lnTo>
                <a:lnTo>
                  <a:pt x="1219895" y="28628"/>
                </a:lnTo>
                <a:lnTo>
                  <a:pt x="1220023" y="28828"/>
                </a:lnTo>
                <a:lnTo>
                  <a:pt x="1220147" y="29033"/>
                </a:lnTo>
                <a:lnTo>
                  <a:pt x="1220267" y="29242"/>
                </a:lnTo>
                <a:lnTo>
                  <a:pt x="1220383" y="29455"/>
                </a:lnTo>
                <a:lnTo>
                  <a:pt x="1220494" y="29672"/>
                </a:lnTo>
                <a:lnTo>
                  <a:pt x="1220600" y="29894"/>
                </a:lnTo>
                <a:lnTo>
                  <a:pt x="1220703" y="30120"/>
                </a:lnTo>
                <a:lnTo>
                  <a:pt x="1220801" y="30350"/>
                </a:lnTo>
                <a:lnTo>
                  <a:pt x="1220894" y="30585"/>
                </a:lnTo>
                <a:lnTo>
                  <a:pt x="1220983" y="30824"/>
                </a:lnTo>
                <a:lnTo>
                  <a:pt x="1221068" y="31067"/>
                </a:lnTo>
                <a:lnTo>
                  <a:pt x="1221149" y="31314"/>
                </a:lnTo>
                <a:lnTo>
                  <a:pt x="1221225" y="31566"/>
                </a:lnTo>
                <a:lnTo>
                  <a:pt x="1221297" y="31821"/>
                </a:lnTo>
                <a:lnTo>
                  <a:pt x="1221367" y="32079"/>
                </a:lnTo>
                <a:lnTo>
                  <a:pt x="1221433" y="32338"/>
                </a:lnTo>
                <a:lnTo>
                  <a:pt x="1221496" y="32600"/>
                </a:lnTo>
                <a:lnTo>
                  <a:pt x="1221556" y="32865"/>
                </a:lnTo>
                <a:lnTo>
                  <a:pt x="1221613" y="33131"/>
                </a:lnTo>
                <a:lnTo>
                  <a:pt x="1221667" y="33400"/>
                </a:lnTo>
                <a:lnTo>
                  <a:pt x="1221718" y="33671"/>
                </a:lnTo>
                <a:lnTo>
                  <a:pt x="1221766" y="33945"/>
                </a:lnTo>
                <a:lnTo>
                  <a:pt x="1221811" y="34221"/>
                </a:lnTo>
                <a:lnTo>
                  <a:pt x="1221852" y="34499"/>
                </a:lnTo>
                <a:lnTo>
                  <a:pt x="1221891" y="34779"/>
                </a:lnTo>
                <a:lnTo>
                  <a:pt x="1221926" y="35062"/>
                </a:lnTo>
                <a:lnTo>
                  <a:pt x="1221959" y="35347"/>
                </a:lnTo>
                <a:lnTo>
                  <a:pt x="1221988" y="35634"/>
                </a:lnTo>
                <a:lnTo>
                  <a:pt x="1222014" y="35924"/>
                </a:lnTo>
                <a:lnTo>
                  <a:pt x="1222037" y="36216"/>
                </a:lnTo>
                <a:lnTo>
                  <a:pt x="1222057" y="36510"/>
                </a:lnTo>
                <a:lnTo>
                  <a:pt x="1222074" y="36807"/>
                </a:lnTo>
                <a:lnTo>
                  <a:pt x="1222088" y="37105"/>
                </a:lnTo>
                <a:lnTo>
                  <a:pt x="1222099" y="37407"/>
                </a:lnTo>
                <a:lnTo>
                  <a:pt x="1222106" y="37710"/>
                </a:lnTo>
                <a:lnTo>
                  <a:pt x="1222111" y="38016"/>
                </a:lnTo>
                <a:lnTo>
                  <a:pt x="1222113" y="38324"/>
                </a:lnTo>
                <a:lnTo>
                  <a:pt x="1222111" y="38625"/>
                </a:lnTo>
                <a:lnTo>
                  <a:pt x="1222106" y="38923"/>
                </a:lnTo>
                <a:lnTo>
                  <a:pt x="1222099" y="39219"/>
                </a:lnTo>
                <a:lnTo>
                  <a:pt x="1222088" y="39514"/>
                </a:lnTo>
                <a:lnTo>
                  <a:pt x="1222074" y="39806"/>
                </a:lnTo>
                <a:lnTo>
                  <a:pt x="1222057" y="40096"/>
                </a:lnTo>
                <a:lnTo>
                  <a:pt x="1222037" y="40384"/>
                </a:lnTo>
                <a:lnTo>
                  <a:pt x="1222014" y="40669"/>
                </a:lnTo>
                <a:lnTo>
                  <a:pt x="1221988" y="40953"/>
                </a:lnTo>
                <a:lnTo>
                  <a:pt x="1221959" y="41234"/>
                </a:lnTo>
                <a:lnTo>
                  <a:pt x="1221926" y="41513"/>
                </a:lnTo>
                <a:lnTo>
                  <a:pt x="1221891" y="41790"/>
                </a:lnTo>
                <a:lnTo>
                  <a:pt x="1221852" y="42065"/>
                </a:lnTo>
                <a:lnTo>
                  <a:pt x="1221811" y="42338"/>
                </a:lnTo>
                <a:lnTo>
                  <a:pt x="1221766" y="42609"/>
                </a:lnTo>
                <a:lnTo>
                  <a:pt x="1221718" y="42877"/>
                </a:lnTo>
                <a:lnTo>
                  <a:pt x="1221667" y="43143"/>
                </a:lnTo>
                <a:lnTo>
                  <a:pt x="1221613" y="43408"/>
                </a:lnTo>
                <a:lnTo>
                  <a:pt x="1221556" y="43670"/>
                </a:lnTo>
                <a:lnTo>
                  <a:pt x="1221496" y="43929"/>
                </a:lnTo>
                <a:lnTo>
                  <a:pt x="1221433" y="44187"/>
                </a:lnTo>
                <a:lnTo>
                  <a:pt x="1221367" y="44443"/>
                </a:lnTo>
                <a:lnTo>
                  <a:pt x="1221297" y="44696"/>
                </a:lnTo>
                <a:lnTo>
                  <a:pt x="1221225" y="44947"/>
                </a:lnTo>
                <a:lnTo>
                  <a:pt x="1221149" y="45196"/>
                </a:lnTo>
                <a:lnTo>
                  <a:pt x="1221068" y="45440"/>
                </a:lnTo>
                <a:lnTo>
                  <a:pt x="1220983" y="45679"/>
                </a:lnTo>
                <a:lnTo>
                  <a:pt x="1220894" y="45915"/>
                </a:lnTo>
                <a:lnTo>
                  <a:pt x="1220801" y="46146"/>
                </a:lnTo>
                <a:lnTo>
                  <a:pt x="1220703" y="46373"/>
                </a:lnTo>
                <a:lnTo>
                  <a:pt x="1220600" y="46596"/>
                </a:lnTo>
                <a:lnTo>
                  <a:pt x="1220494" y="46814"/>
                </a:lnTo>
                <a:lnTo>
                  <a:pt x="1220383" y="47029"/>
                </a:lnTo>
                <a:lnTo>
                  <a:pt x="1220267" y="47239"/>
                </a:lnTo>
                <a:lnTo>
                  <a:pt x="1220147" y="47445"/>
                </a:lnTo>
                <a:lnTo>
                  <a:pt x="1220023" y="47647"/>
                </a:lnTo>
                <a:lnTo>
                  <a:pt x="1219895" y="47844"/>
                </a:lnTo>
                <a:lnTo>
                  <a:pt x="1219762" y="48038"/>
                </a:lnTo>
                <a:lnTo>
                  <a:pt x="1219625" y="48227"/>
                </a:lnTo>
                <a:lnTo>
                  <a:pt x="1219483" y="48412"/>
                </a:lnTo>
                <a:lnTo>
                  <a:pt x="1219337" y="48592"/>
                </a:lnTo>
                <a:lnTo>
                  <a:pt x="1219187" y="48769"/>
                </a:lnTo>
                <a:lnTo>
                  <a:pt x="1219032" y="48941"/>
                </a:lnTo>
                <a:lnTo>
                  <a:pt x="1218873" y="49109"/>
                </a:lnTo>
                <a:lnTo>
                  <a:pt x="1218710" y="49273"/>
                </a:lnTo>
                <a:lnTo>
                  <a:pt x="1218542" y="49432"/>
                </a:lnTo>
                <a:lnTo>
                  <a:pt x="1218370" y="49588"/>
                </a:lnTo>
                <a:lnTo>
                  <a:pt x="1218194" y="49739"/>
                </a:lnTo>
                <a:lnTo>
                  <a:pt x="1218012" y="49885"/>
                </a:lnTo>
                <a:lnTo>
                  <a:pt x="1217825" y="50025"/>
                </a:lnTo>
                <a:lnTo>
                  <a:pt x="1217633" y="50158"/>
                </a:lnTo>
                <a:lnTo>
                  <a:pt x="1217434" y="50286"/>
                </a:lnTo>
                <a:lnTo>
                  <a:pt x="1217230" y="50407"/>
                </a:lnTo>
                <a:lnTo>
                  <a:pt x="1217021" y="50522"/>
                </a:lnTo>
                <a:lnTo>
                  <a:pt x="1216805" y="50630"/>
                </a:lnTo>
                <a:lnTo>
                  <a:pt x="1216585" y="50733"/>
                </a:lnTo>
                <a:lnTo>
                  <a:pt x="1216358" y="50829"/>
                </a:lnTo>
                <a:lnTo>
                  <a:pt x="1216126" y="50919"/>
                </a:lnTo>
                <a:lnTo>
                  <a:pt x="1215888" y="51003"/>
                </a:lnTo>
                <a:lnTo>
                  <a:pt x="1215645" y="51081"/>
                </a:lnTo>
                <a:lnTo>
                  <a:pt x="1215395" y="51152"/>
                </a:lnTo>
                <a:lnTo>
                  <a:pt x="1215141" y="51217"/>
                </a:lnTo>
                <a:lnTo>
                  <a:pt x="1214880" y="51276"/>
                </a:lnTo>
                <a:lnTo>
                  <a:pt x="1214614" y="51329"/>
                </a:lnTo>
                <a:lnTo>
                  <a:pt x="1214343" y="51376"/>
                </a:lnTo>
                <a:lnTo>
                  <a:pt x="1214065" y="51416"/>
                </a:lnTo>
                <a:lnTo>
                  <a:pt x="1213783" y="51450"/>
                </a:lnTo>
                <a:lnTo>
                  <a:pt x="1213494" y="51478"/>
                </a:lnTo>
                <a:lnTo>
                  <a:pt x="1213200" y="51500"/>
                </a:lnTo>
                <a:lnTo>
                  <a:pt x="1212900" y="51515"/>
                </a:lnTo>
                <a:lnTo>
                  <a:pt x="1212594" y="51525"/>
                </a:lnTo>
                <a:lnTo>
                  <a:pt x="1212283" y="51528"/>
                </a:lnTo>
                <a:lnTo>
                  <a:pt x="1211979" y="51525"/>
                </a:lnTo>
                <a:lnTo>
                  <a:pt x="1211681" y="51515"/>
                </a:lnTo>
                <a:lnTo>
                  <a:pt x="1211388" y="51500"/>
                </a:lnTo>
                <a:lnTo>
                  <a:pt x="1211100" y="51478"/>
                </a:lnTo>
                <a:lnTo>
                  <a:pt x="1210818" y="51450"/>
                </a:lnTo>
                <a:close/>
                <a:moveTo>
                  <a:pt x="1319326" y="60203"/>
                </a:moveTo>
                <a:lnTo>
                  <a:pt x="1319779" y="60172"/>
                </a:lnTo>
                <a:lnTo>
                  <a:pt x="1320226" y="60135"/>
                </a:lnTo>
                <a:lnTo>
                  <a:pt x="1320668" y="60092"/>
                </a:lnTo>
                <a:lnTo>
                  <a:pt x="1321105" y="60043"/>
                </a:lnTo>
                <a:lnTo>
                  <a:pt x="1321537" y="59989"/>
                </a:lnTo>
                <a:lnTo>
                  <a:pt x="1321964" y="59929"/>
                </a:lnTo>
                <a:lnTo>
                  <a:pt x="1322386" y="59863"/>
                </a:lnTo>
                <a:lnTo>
                  <a:pt x="1322803" y="59792"/>
                </a:lnTo>
                <a:lnTo>
                  <a:pt x="1323215" y="59715"/>
                </a:lnTo>
                <a:lnTo>
                  <a:pt x="1323622" y="59632"/>
                </a:lnTo>
                <a:lnTo>
                  <a:pt x="1324024" y="59543"/>
                </a:lnTo>
                <a:lnTo>
                  <a:pt x="1324421" y="59449"/>
                </a:lnTo>
                <a:lnTo>
                  <a:pt x="1324812" y="59349"/>
                </a:lnTo>
                <a:lnTo>
                  <a:pt x="1325199" y="59243"/>
                </a:lnTo>
                <a:lnTo>
                  <a:pt x="1325581" y="59132"/>
                </a:lnTo>
                <a:lnTo>
                  <a:pt x="1325957" y="59015"/>
                </a:lnTo>
                <a:lnTo>
                  <a:pt x="1326329" y="58892"/>
                </a:lnTo>
                <a:lnTo>
                  <a:pt x="1326696" y="58763"/>
                </a:lnTo>
                <a:lnTo>
                  <a:pt x="1327057" y="58629"/>
                </a:lnTo>
                <a:lnTo>
                  <a:pt x="1327413" y="58489"/>
                </a:lnTo>
                <a:lnTo>
                  <a:pt x="1327763" y="58343"/>
                </a:lnTo>
                <a:lnTo>
                  <a:pt x="1328106" y="58191"/>
                </a:lnTo>
                <a:lnTo>
                  <a:pt x="1328443" y="58034"/>
                </a:lnTo>
                <a:lnTo>
                  <a:pt x="1328773" y="57870"/>
                </a:lnTo>
                <a:lnTo>
                  <a:pt x="1329098" y="57701"/>
                </a:lnTo>
                <a:lnTo>
                  <a:pt x="1329416" y="57526"/>
                </a:lnTo>
                <a:lnTo>
                  <a:pt x="1329727" y="57345"/>
                </a:lnTo>
                <a:lnTo>
                  <a:pt x="1330033" y="57158"/>
                </a:lnTo>
                <a:lnTo>
                  <a:pt x="1330332" y="56965"/>
                </a:lnTo>
                <a:lnTo>
                  <a:pt x="1330625" y="56766"/>
                </a:lnTo>
                <a:lnTo>
                  <a:pt x="1330911" y="56562"/>
                </a:lnTo>
                <a:lnTo>
                  <a:pt x="1331191" y="56351"/>
                </a:lnTo>
                <a:lnTo>
                  <a:pt x="1331465" y="56135"/>
                </a:lnTo>
                <a:lnTo>
                  <a:pt x="1331732" y="55913"/>
                </a:lnTo>
                <a:lnTo>
                  <a:pt x="1331993" y="55685"/>
                </a:lnTo>
                <a:lnTo>
                  <a:pt x="1332248" y="55451"/>
                </a:lnTo>
                <a:lnTo>
                  <a:pt x="1332497" y="55211"/>
                </a:lnTo>
                <a:lnTo>
                  <a:pt x="1332739" y="54966"/>
                </a:lnTo>
                <a:lnTo>
                  <a:pt x="1332975" y="54714"/>
                </a:lnTo>
                <a:lnTo>
                  <a:pt x="1333205" y="54457"/>
                </a:lnTo>
                <a:lnTo>
                  <a:pt x="1333428" y="54194"/>
                </a:lnTo>
                <a:lnTo>
                  <a:pt x="1333645" y="53925"/>
                </a:lnTo>
                <a:lnTo>
                  <a:pt x="1333855" y="53650"/>
                </a:lnTo>
                <a:lnTo>
                  <a:pt x="1334059" y="53369"/>
                </a:lnTo>
                <a:lnTo>
                  <a:pt x="1334255" y="53082"/>
                </a:lnTo>
                <a:lnTo>
                  <a:pt x="1334442" y="52790"/>
                </a:lnTo>
                <a:lnTo>
                  <a:pt x="1334622" y="52492"/>
                </a:lnTo>
                <a:lnTo>
                  <a:pt x="1334794" y="52188"/>
                </a:lnTo>
                <a:lnTo>
                  <a:pt x="1334958" y="51878"/>
                </a:lnTo>
                <a:lnTo>
                  <a:pt x="1335114" y="51563"/>
                </a:lnTo>
                <a:lnTo>
                  <a:pt x="1335263" y="51242"/>
                </a:lnTo>
                <a:lnTo>
                  <a:pt x="1335403" y="50915"/>
                </a:lnTo>
                <a:lnTo>
                  <a:pt x="1335536" y="50582"/>
                </a:lnTo>
                <a:lnTo>
                  <a:pt x="1335660" y="50243"/>
                </a:lnTo>
                <a:lnTo>
                  <a:pt x="1335777" y="49899"/>
                </a:lnTo>
                <a:lnTo>
                  <a:pt x="1335886" y="49548"/>
                </a:lnTo>
                <a:lnTo>
                  <a:pt x="1335987" y="49192"/>
                </a:lnTo>
                <a:lnTo>
                  <a:pt x="1336080" y="48831"/>
                </a:lnTo>
                <a:lnTo>
                  <a:pt x="1336165" y="48463"/>
                </a:lnTo>
                <a:lnTo>
                  <a:pt x="1336242" y="48090"/>
                </a:lnTo>
                <a:lnTo>
                  <a:pt x="1336311" y="47711"/>
                </a:lnTo>
                <a:lnTo>
                  <a:pt x="1336373" y="47326"/>
                </a:lnTo>
                <a:lnTo>
                  <a:pt x="1336426" y="46935"/>
                </a:lnTo>
                <a:lnTo>
                  <a:pt x="1336472" y="46538"/>
                </a:lnTo>
                <a:lnTo>
                  <a:pt x="1336510" y="46136"/>
                </a:lnTo>
                <a:lnTo>
                  <a:pt x="1336540" y="45728"/>
                </a:lnTo>
                <a:lnTo>
                  <a:pt x="1336562" y="45314"/>
                </a:lnTo>
                <a:lnTo>
                  <a:pt x="1325260" y="45314"/>
                </a:lnTo>
                <a:lnTo>
                  <a:pt x="1325253" y="45587"/>
                </a:lnTo>
                <a:lnTo>
                  <a:pt x="1325238" y="45853"/>
                </a:lnTo>
                <a:lnTo>
                  <a:pt x="1325215" y="46114"/>
                </a:lnTo>
                <a:lnTo>
                  <a:pt x="1325184" y="46370"/>
                </a:lnTo>
                <a:lnTo>
                  <a:pt x="1325146" y="46619"/>
                </a:lnTo>
                <a:lnTo>
                  <a:pt x="1325101" y="46863"/>
                </a:lnTo>
                <a:lnTo>
                  <a:pt x="1325047" y="47102"/>
                </a:lnTo>
                <a:lnTo>
                  <a:pt x="1324986" y="47334"/>
                </a:lnTo>
                <a:lnTo>
                  <a:pt x="1324917" y="47561"/>
                </a:lnTo>
                <a:lnTo>
                  <a:pt x="1324841" y="47783"/>
                </a:lnTo>
                <a:lnTo>
                  <a:pt x="1324757" y="47998"/>
                </a:lnTo>
                <a:lnTo>
                  <a:pt x="1324665" y="48209"/>
                </a:lnTo>
                <a:lnTo>
                  <a:pt x="1324565" y="48413"/>
                </a:lnTo>
                <a:lnTo>
                  <a:pt x="1324458" y="48612"/>
                </a:lnTo>
                <a:lnTo>
                  <a:pt x="1324343" y="48805"/>
                </a:lnTo>
                <a:lnTo>
                  <a:pt x="1324221" y="48992"/>
                </a:lnTo>
                <a:lnTo>
                  <a:pt x="1324091" y="49174"/>
                </a:lnTo>
                <a:lnTo>
                  <a:pt x="1323953" y="49350"/>
                </a:lnTo>
                <a:lnTo>
                  <a:pt x="1323808" y="49521"/>
                </a:lnTo>
                <a:lnTo>
                  <a:pt x="1323655" y="49686"/>
                </a:lnTo>
                <a:lnTo>
                  <a:pt x="1323494" y="49845"/>
                </a:lnTo>
                <a:lnTo>
                  <a:pt x="1323325" y="49998"/>
                </a:lnTo>
                <a:lnTo>
                  <a:pt x="1323149" y="50146"/>
                </a:lnTo>
                <a:lnTo>
                  <a:pt x="1322965" y="50288"/>
                </a:lnTo>
                <a:lnTo>
                  <a:pt x="1322775" y="50425"/>
                </a:lnTo>
                <a:lnTo>
                  <a:pt x="1322580" y="50556"/>
                </a:lnTo>
                <a:lnTo>
                  <a:pt x="1322379" y="50680"/>
                </a:lnTo>
                <a:lnTo>
                  <a:pt x="1322174" y="50799"/>
                </a:lnTo>
                <a:lnTo>
                  <a:pt x="1321963" y="50913"/>
                </a:lnTo>
                <a:lnTo>
                  <a:pt x="1321747" y="51020"/>
                </a:lnTo>
                <a:lnTo>
                  <a:pt x="1321527" y="51122"/>
                </a:lnTo>
                <a:lnTo>
                  <a:pt x="1321301" y="51218"/>
                </a:lnTo>
                <a:lnTo>
                  <a:pt x="1321070" y="51308"/>
                </a:lnTo>
                <a:lnTo>
                  <a:pt x="1320833" y="51392"/>
                </a:lnTo>
                <a:lnTo>
                  <a:pt x="1320592" y="51470"/>
                </a:lnTo>
                <a:lnTo>
                  <a:pt x="1320346" y="51543"/>
                </a:lnTo>
                <a:lnTo>
                  <a:pt x="1320094" y="51610"/>
                </a:lnTo>
                <a:lnTo>
                  <a:pt x="1319837" y="51670"/>
                </a:lnTo>
                <a:lnTo>
                  <a:pt x="1319576" y="51726"/>
                </a:lnTo>
                <a:lnTo>
                  <a:pt x="1319309" y="51775"/>
                </a:lnTo>
                <a:lnTo>
                  <a:pt x="1319037" y="51819"/>
                </a:lnTo>
                <a:lnTo>
                  <a:pt x="1318760" y="51856"/>
                </a:lnTo>
                <a:lnTo>
                  <a:pt x="1318478" y="51888"/>
                </a:lnTo>
                <a:lnTo>
                  <a:pt x="1318190" y="51914"/>
                </a:lnTo>
                <a:lnTo>
                  <a:pt x="1317898" y="51935"/>
                </a:lnTo>
                <a:lnTo>
                  <a:pt x="1317600" y="51949"/>
                </a:lnTo>
                <a:lnTo>
                  <a:pt x="1317298" y="51958"/>
                </a:lnTo>
                <a:lnTo>
                  <a:pt x="1316990" y="51961"/>
                </a:lnTo>
                <a:lnTo>
                  <a:pt x="1316693" y="51958"/>
                </a:lnTo>
                <a:lnTo>
                  <a:pt x="1316400" y="51950"/>
                </a:lnTo>
                <a:lnTo>
                  <a:pt x="1316113" y="51936"/>
                </a:lnTo>
                <a:lnTo>
                  <a:pt x="1315830" y="51916"/>
                </a:lnTo>
                <a:lnTo>
                  <a:pt x="1315552" y="51891"/>
                </a:lnTo>
                <a:lnTo>
                  <a:pt x="1315279" y="51860"/>
                </a:lnTo>
                <a:lnTo>
                  <a:pt x="1315011" y="51823"/>
                </a:lnTo>
                <a:lnTo>
                  <a:pt x="1314748" y="51781"/>
                </a:lnTo>
                <a:lnTo>
                  <a:pt x="1314489" y="51734"/>
                </a:lnTo>
                <a:lnTo>
                  <a:pt x="1314235" y="51680"/>
                </a:lnTo>
                <a:lnTo>
                  <a:pt x="1313986" y="51621"/>
                </a:lnTo>
                <a:lnTo>
                  <a:pt x="1313742" y="51557"/>
                </a:lnTo>
                <a:lnTo>
                  <a:pt x="1313503" y="51487"/>
                </a:lnTo>
                <a:lnTo>
                  <a:pt x="1313268" y="51411"/>
                </a:lnTo>
                <a:lnTo>
                  <a:pt x="1313039" y="51330"/>
                </a:lnTo>
                <a:lnTo>
                  <a:pt x="1312814" y="51243"/>
                </a:lnTo>
                <a:lnTo>
                  <a:pt x="1312594" y="51150"/>
                </a:lnTo>
                <a:lnTo>
                  <a:pt x="1312378" y="51052"/>
                </a:lnTo>
                <a:lnTo>
                  <a:pt x="1312168" y="50948"/>
                </a:lnTo>
                <a:lnTo>
                  <a:pt x="1311962" y="50839"/>
                </a:lnTo>
                <a:lnTo>
                  <a:pt x="1311761" y="50724"/>
                </a:lnTo>
                <a:lnTo>
                  <a:pt x="1311565" y="50603"/>
                </a:lnTo>
                <a:lnTo>
                  <a:pt x="1311374" y="50477"/>
                </a:lnTo>
                <a:lnTo>
                  <a:pt x="1311188" y="50345"/>
                </a:lnTo>
                <a:lnTo>
                  <a:pt x="1311006" y="50209"/>
                </a:lnTo>
                <a:lnTo>
                  <a:pt x="1310828" y="50068"/>
                </a:lnTo>
                <a:lnTo>
                  <a:pt x="1310654" y="49925"/>
                </a:lnTo>
                <a:lnTo>
                  <a:pt x="1310484" y="49777"/>
                </a:lnTo>
                <a:lnTo>
                  <a:pt x="1310319" y="49626"/>
                </a:lnTo>
                <a:lnTo>
                  <a:pt x="1310158" y="49472"/>
                </a:lnTo>
                <a:lnTo>
                  <a:pt x="1310001" y="49313"/>
                </a:lnTo>
                <a:lnTo>
                  <a:pt x="1309848" y="49152"/>
                </a:lnTo>
                <a:lnTo>
                  <a:pt x="1309699" y="48986"/>
                </a:lnTo>
                <a:lnTo>
                  <a:pt x="1309554" y="48817"/>
                </a:lnTo>
                <a:lnTo>
                  <a:pt x="1309413" y="48644"/>
                </a:lnTo>
                <a:lnTo>
                  <a:pt x="1309277" y="48468"/>
                </a:lnTo>
                <a:lnTo>
                  <a:pt x="1309145" y="48288"/>
                </a:lnTo>
                <a:lnTo>
                  <a:pt x="1309016" y="48105"/>
                </a:lnTo>
                <a:lnTo>
                  <a:pt x="1308892" y="47917"/>
                </a:lnTo>
                <a:lnTo>
                  <a:pt x="1308772" y="47727"/>
                </a:lnTo>
                <a:lnTo>
                  <a:pt x="1308656" y="47532"/>
                </a:lnTo>
                <a:lnTo>
                  <a:pt x="1308545" y="47334"/>
                </a:lnTo>
                <a:lnTo>
                  <a:pt x="1308437" y="47133"/>
                </a:lnTo>
                <a:lnTo>
                  <a:pt x="1308334" y="46928"/>
                </a:lnTo>
                <a:lnTo>
                  <a:pt x="1308235" y="46719"/>
                </a:lnTo>
                <a:lnTo>
                  <a:pt x="1308139" y="46506"/>
                </a:lnTo>
                <a:lnTo>
                  <a:pt x="1308048" y="46290"/>
                </a:lnTo>
                <a:lnTo>
                  <a:pt x="1307962" y="46071"/>
                </a:lnTo>
                <a:lnTo>
                  <a:pt x="1307878" y="45848"/>
                </a:lnTo>
                <a:lnTo>
                  <a:pt x="1307798" y="45625"/>
                </a:lnTo>
                <a:lnTo>
                  <a:pt x="1307722" y="45400"/>
                </a:lnTo>
                <a:lnTo>
                  <a:pt x="1307648" y="45174"/>
                </a:lnTo>
                <a:lnTo>
                  <a:pt x="1307578" y="44946"/>
                </a:lnTo>
                <a:lnTo>
                  <a:pt x="1307511" y="44717"/>
                </a:lnTo>
                <a:lnTo>
                  <a:pt x="1307447" y="44486"/>
                </a:lnTo>
                <a:lnTo>
                  <a:pt x="1307387" y="44255"/>
                </a:lnTo>
                <a:lnTo>
                  <a:pt x="1307329" y="44021"/>
                </a:lnTo>
                <a:lnTo>
                  <a:pt x="1307275" y="43787"/>
                </a:lnTo>
                <a:lnTo>
                  <a:pt x="1307224" y="43551"/>
                </a:lnTo>
                <a:lnTo>
                  <a:pt x="1307177" y="43313"/>
                </a:lnTo>
                <a:lnTo>
                  <a:pt x="1307132" y="43074"/>
                </a:lnTo>
                <a:lnTo>
                  <a:pt x="1307091" y="42834"/>
                </a:lnTo>
                <a:lnTo>
                  <a:pt x="1307053" y="42593"/>
                </a:lnTo>
                <a:lnTo>
                  <a:pt x="1307019" y="42350"/>
                </a:lnTo>
                <a:lnTo>
                  <a:pt x="1306987" y="42105"/>
                </a:lnTo>
                <a:lnTo>
                  <a:pt x="1306959" y="41860"/>
                </a:lnTo>
                <a:lnTo>
                  <a:pt x="1306934" y="41613"/>
                </a:lnTo>
                <a:lnTo>
                  <a:pt x="1306912" y="41364"/>
                </a:lnTo>
                <a:lnTo>
                  <a:pt x="1306894" y="41114"/>
                </a:lnTo>
                <a:lnTo>
                  <a:pt x="1306878" y="40863"/>
                </a:lnTo>
                <a:lnTo>
                  <a:pt x="1306866" y="40610"/>
                </a:lnTo>
                <a:lnTo>
                  <a:pt x="1306857" y="40356"/>
                </a:lnTo>
                <a:lnTo>
                  <a:pt x="1336518" y="40356"/>
                </a:lnTo>
                <a:lnTo>
                  <a:pt x="1336526" y="40315"/>
                </a:lnTo>
                <a:lnTo>
                  <a:pt x="1336533" y="40273"/>
                </a:lnTo>
                <a:lnTo>
                  <a:pt x="1336539" y="40229"/>
                </a:lnTo>
                <a:lnTo>
                  <a:pt x="1336546" y="40184"/>
                </a:lnTo>
                <a:lnTo>
                  <a:pt x="1336553" y="40138"/>
                </a:lnTo>
                <a:lnTo>
                  <a:pt x="1336559" y="40089"/>
                </a:lnTo>
                <a:lnTo>
                  <a:pt x="1336565" y="40040"/>
                </a:lnTo>
                <a:lnTo>
                  <a:pt x="1336571" y="39989"/>
                </a:lnTo>
                <a:lnTo>
                  <a:pt x="1336577" y="39937"/>
                </a:lnTo>
                <a:lnTo>
                  <a:pt x="1336583" y="39883"/>
                </a:lnTo>
                <a:lnTo>
                  <a:pt x="1336589" y="39827"/>
                </a:lnTo>
                <a:lnTo>
                  <a:pt x="1336594" y="39771"/>
                </a:lnTo>
                <a:lnTo>
                  <a:pt x="1336600" y="39713"/>
                </a:lnTo>
                <a:lnTo>
                  <a:pt x="1336605" y="39653"/>
                </a:lnTo>
                <a:lnTo>
                  <a:pt x="1336610" y="39592"/>
                </a:lnTo>
                <a:lnTo>
                  <a:pt x="1336615" y="39529"/>
                </a:lnTo>
                <a:lnTo>
                  <a:pt x="1336619" y="39465"/>
                </a:lnTo>
                <a:lnTo>
                  <a:pt x="1336624" y="39400"/>
                </a:lnTo>
                <a:lnTo>
                  <a:pt x="1336628" y="39333"/>
                </a:lnTo>
                <a:lnTo>
                  <a:pt x="1336633" y="39265"/>
                </a:lnTo>
                <a:lnTo>
                  <a:pt x="1336637" y="39195"/>
                </a:lnTo>
                <a:lnTo>
                  <a:pt x="1336641" y="39124"/>
                </a:lnTo>
                <a:lnTo>
                  <a:pt x="1336645" y="39051"/>
                </a:lnTo>
                <a:lnTo>
                  <a:pt x="1336648" y="38977"/>
                </a:lnTo>
                <a:lnTo>
                  <a:pt x="1336652" y="38903"/>
                </a:lnTo>
                <a:lnTo>
                  <a:pt x="1336655" y="38830"/>
                </a:lnTo>
                <a:lnTo>
                  <a:pt x="1336658" y="38759"/>
                </a:lnTo>
                <a:lnTo>
                  <a:pt x="1336662" y="38689"/>
                </a:lnTo>
                <a:lnTo>
                  <a:pt x="1336664" y="38620"/>
                </a:lnTo>
                <a:lnTo>
                  <a:pt x="1336667" y="38552"/>
                </a:lnTo>
                <a:lnTo>
                  <a:pt x="1336670" y="38486"/>
                </a:lnTo>
                <a:lnTo>
                  <a:pt x="1336672" y="38421"/>
                </a:lnTo>
                <a:lnTo>
                  <a:pt x="1336675" y="38357"/>
                </a:lnTo>
                <a:lnTo>
                  <a:pt x="1336677" y="38294"/>
                </a:lnTo>
                <a:lnTo>
                  <a:pt x="1336679" y="38233"/>
                </a:lnTo>
                <a:lnTo>
                  <a:pt x="1336681" y="38173"/>
                </a:lnTo>
                <a:lnTo>
                  <a:pt x="1336683" y="38115"/>
                </a:lnTo>
                <a:lnTo>
                  <a:pt x="1336684" y="38057"/>
                </a:lnTo>
                <a:lnTo>
                  <a:pt x="1336686" y="38001"/>
                </a:lnTo>
                <a:lnTo>
                  <a:pt x="1336687" y="37947"/>
                </a:lnTo>
                <a:lnTo>
                  <a:pt x="1336688" y="37893"/>
                </a:lnTo>
                <a:lnTo>
                  <a:pt x="1336689" y="37841"/>
                </a:lnTo>
                <a:lnTo>
                  <a:pt x="1336690" y="37790"/>
                </a:lnTo>
                <a:lnTo>
                  <a:pt x="1336690" y="37741"/>
                </a:lnTo>
                <a:lnTo>
                  <a:pt x="1336691" y="37692"/>
                </a:lnTo>
                <a:lnTo>
                  <a:pt x="1336691" y="37645"/>
                </a:lnTo>
                <a:lnTo>
                  <a:pt x="1336692" y="37600"/>
                </a:lnTo>
                <a:lnTo>
                  <a:pt x="1336692" y="37555"/>
                </a:lnTo>
                <a:lnTo>
                  <a:pt x="1336682" y="36703"/>
                </a:lnTo>
                <a:lnTo>
                  <a:pt x="1336654" y="35867"/>
                </a:lnTo>
                <a:lnTo>
                  <a:pt x="1336606" y="35047"/>
                </a:lnTo>
                <a:lnTo>
                  <a:pt x="1336539" y="34244"/>
                </a:lnTo>
                <a:lnTo>
                  <a:pt x="1336454" y="33457"/>
                </a:lnTo>
                <a:lnTo>
                  <a:pt x="1336349" y="32687"/>
                </a:lnTo>
                <a:lnTo>
                  <a:pt x="1336226" y="31934"/>
                </a:lnTo>
                <a:lnTo>
                  <a:pt x="1336083" y="31196"/>
                </a:lnTo>
                <a:lnTo>
                  <a:pt x="1335921" y="30476"/>
                </a:lnTo>
                <a:lnTo>
                  <a:pt x="1335741" y="29772"/>
                </a:lnTo>
                <a:lnTo>
                  <a:pt x="1335541" y="29084"/>
                </a:lnTo>
                <a:lnTo>
                  <a:pt x="1335322" y="28413"/>
                </a:lnTo>
                <a:lnTo>
                  <a:pt x="1335084" y="27758"/>
                </a:lnTo>
                <a:lnTo>
                  <a:pt x="1334828" y="27120"/>
                </a:lnTo>
                <a:lnTo>
                  <a:pt x="1334552" y="26498"/>
                </a:lnTo>
                <a:lnTo>
                  <a:pt x="1334257" y="25893"/>
                </a:lnTo>
                <a:lnTo>
                  <a:pt x="1333943" y="25304"/>
                </a:lnTo>
                <a:lnTo>
                  <a:pt x="1333611" y="24732"/>
                </a:lnTo>
                <a:lnTo>
                  <a:pt x="1333259" y="24176"/>
                </a:lnTo>
                <a:lnTo>
                  <a:pt x="1332888" y="23637"/>
                </a:lnTo>
                <a:lnTo>
                  <a:pt x="1332498" y="23114"/>
                </a:lnTo>
                <a:lnTo>
                  <a:pt x="1332089" y="22608"/>
                </a:lnTo>
                <a:lnTo>
                  <a:pt x="1331661" y="22118"/>
                </a:lnTo>
                <a:lnTo>
                  <a:pt x="1331214" y="21645"/>
                </a:lnTo>
                <a:lnTo>
                  <a:pt x="1330751" y="21190"/>
                </a:lnTo>
                <a:lnTo>
                  <a:pt x="1330274" y="20754"/>
                </a:lnTo>
                <a:lnTo>
                  <a:pt x="1329783" y="20337"/>
                </a:lnTo>
                <a:lnTo>
                  <a:pt x="1329278" y="19940"/>
                </a:lnTo>
                <a:lnTo>
                  <a:pt x="1328760" y="19562"/>
                </a:lnTo>
                <a:lnTo>
                  <a:pt x="1328228" y="19204"/>
                </a:lnTo>
                <a:lnTo>
                  <a:pt x="1327682" y="18864"/>
                </a:lnTo>
                <a:lnTo>
                  <a:pt x="1327122" y="18545"/>
                </a:lnTo>
                <a:lnTo>
                  <a:pt x="1326549" y="18244"/>
                </a:lnTo>
                <a:lnTo>
                  <a:pt x="1325962" y="17963"/>
                </a:lnTo>
                <a:lnTo>
                  <a:pt x="1325361" y="17702"/>
                </a:lnTo>
                <a:lnTo>
                  <a:pt x="1324746" y="17460"/>
                </a:lnTo>
                <a:lnTo>
                  <a:pt x="1324118" y="17237"/>
                </a:lnTo>
                <a:lnTo>
                  <a:pt x="1323475" y="17033"/>
                </a:lnTo>
                <a:lnTo>
                  <a:pt x="1322819" y="16849"/>
                </a:lnTo>
                <a:lnTo>
                  <a:pt x="1322150" y="16685"/>
                </a:lnTo>
                <a:lnTo>
                  <a:pt x="1321466" y="16539"/>
                </a:lnTo>
                <a:lnTo>
                  <a:pt x="1320769" y="16413"/>
                </a:lnTo>
                <a:lnTo>
                  <a:pt x="1320058" y="16307"/>
                </a:lnTo>
                <a:lnTo>
                  <a:pt x="1319333" y="16220"/>
                </a:lnTo>
                <a:lnTo>
                  <a:pt x="1318595" y="16152"/>
                </a:lnTo>
                <a:lnTo>
                  <a:pt x="1317843" y="16103"/>
                </a:lnTo>
                <a:lnTo>
                  <a:pt x="1317077" y="16074"/>
                </a:lnTo>
                <a:lnTo>
                  <a:pt x="1316297" y="16065"/>
                </a:lnTo>
                <a:lnTo>
                  <a:pt x="1315734" y="16069"/>
                </a:lnTo>
                <a:lnTo>
                  <a:pt x="1315179" y="16083"/>
                </a:lnTo>
                <a:lnTo>
                  <a:pt x="1314631" y="16106"/>
                </a:lnTo>
                <a:lnTo>
                  <a:pt x="1314090" y="16138"/>
                </a:lnTo>
                <a:lnTo>
                  <a:pt x="1313557" y="16180"/>
                </a:lnTo>
                <a:lnTo>
                  <a:pt x="1313032" y="16230"/>
                </a:lnTo>
                <a:lnTo>
                  <a:pt x="1312514" y="16290"/>
                </a:lnTo>
                <a:lnTo>
                  <a:pt x="1312003" y="16359"/>
                </a:lnTo>
                <a:lnTo>
                  <a:pt x="1311500" y="16437"/>
                </a:lnTo>
                <a:lnTo>
                  <a:pt x="1311004" y="16525"/>
                </a:lnTo>
                <a:lnTo>
                  <a:pt x="1310516" y="16621"/>
                </a:lnTo>
                <a:lnTo>
                  <a:pt x="1310035" y="16727"/>
                </a:lnTo>
                <a:lnTo>
                  <a:pt x="1309561" y="16842"/>
                </a:lnTo>
                <a:lnTo>
                  <a:pt x="1309095" y="16967"/>
                </a:lnTo>
                <a:lnTo>
                  <a:pt x="1308636" y="17100"/>
                </a:lnTo>
                <a:lnTo>
                  <a:pt x="1308185" y="17243"/>
                </a:lnTo>
                <a:lnTo>
                  <a:pt x="1307742" y="17395"/>
                </a:lnTo>
                <a:lnTo>
                  <a:pt x="1307305" y="17556"/>
                </a:lnTo>
                <a:lnTo>
                  <a:pt x="1306876" y="17726"/>
                </a:lnTo>
                <a:lnTo>
                  <a:pt x="1306455" y="17905"/>
                </a:lnTo>
                <a:lnTo>
                  <a:pt x="1306041" y="18094"/>
                </a:lnTo>
                <a:lnTo>
                  <a:pt x="1305635" y="18292"/>
                </a:lnTo>
                <a:lnTo>
                  <a:pt x="1305236" y="18499"/>
                </a:lnTo>
                <a:lnTo>
                  <a:pt x="1304844" y="18715"/>
                </a:lnTo>
                <a:lnTo>
                  <a:pt x="1304460" y="18940"/>
                </a:lnTo>
                <a:lnTo>
                  <a:pt x="1304084" y="19173"/>
                </a:lnTo>
                <a:lnTo>
                  <a:pt x="1303715" y="19413"/>
                </a:lnTo>
                <a:lnTo>
                  <a:pt x="1303355" y="19662"/>
                </a:lnTo>
                <a:lnTo>
                  <a:pt x="1303002" y="19918"/>
                </a:lnTo>
                <a:lnTo>
                  <a:pt x="1302657" y="20182"/>
                </a:lnTo>
                <a:lnTo>
                  <a:pt x="1302320" y="20454"/>
                </a:lnTo>
                <a:lnTo>
                  <a:pt x="1301991" y="20733"/>
                </a:lnTo>
                <a:lnTo>
                  <a:pt x="1301669" y="21021"/>
                </a:lnTo>
                <a:lnTo>
                  <a:pt x="1301356" y="21316"/>
                </a:lnTo>
                <a:lnTo>
                  <a:pt x="1301050" y="21619"/>
                </a:lnTo>
                <a:lnTo>
                  <a:pt x="1300752" y="21930"/>
                </a:lnTo>
                <a:lnTo>
                  <a:pt x="1300462" y="22249"/>
                </a:lnTo>
                <a:lnTo>
                  <a:pt x="1300179" y="22576"/>
                </a:lnTo>
                <a:lnTo>
                  <a:pt x="1299905" y="22911"/>
                </a:lnTo>
                <a:lnTo>
                  <a:pt x="1299638" y="23253"/>
                </a:lnTo>
                <a:lnTo>
                  <a:pt x="1299379" y="23603"/>
                </a:lnTo>
                <a:lnTo>
                  <a:pt x="1299128" y="23961"/>
                </a:lnTo>
                <a:lnTo>
                  <a:pt x="1298885" y="24327"/>
                </a:lnTo>
                <a:lnTo>
                  <a:pt x="1298650" y="24701"/>
                </a:lnTo>
                <a:lnTo>
                  <a:pt x="1298422" y="25082"/>
                </a:lnTo>
                <a:lnTo>
                  <a:pt x="1298202" y="25472"/>
                </a:lnTo>
                <a:lnTo>
                  <a:pt x="1297990" y="25869"/>
                </a:lnTo>
                <a:lnTo>
                  <a:pt x="1297786" y="26274"/>
                </a:lnTo>
                <a:lnTo>
                  <a:pt x="1297590" y="26686"/>
                </a:lnTo>
                <a:lnTo>
                  <a:pt x="1297402" y="27105"/>
                </a:lnTo>
                <a:lnTo>
                  <a:pt x="1297223" y="27530"/>
                </a:lnTo>
                <a:lnTo>
                  <a:pt x="1297052" y="27962"/>
                </a:lnTo>
                <a:lnTo>
                  <a:pt x="1296889" y="28400"/>
                </a:lnTo>
                <a:lnTo>
                  <a:pt x="1296735" y="28845"/>
                </a:lnTo>
                <a:lnTo>
                  <a:pt x="1296589" y="29297"/>
                </a:lnTo>
                <a:lnTo>
                  <a:pt x="1296451" y="29755"/>
                </a:lnTo>
                <a:lnTo>
                  <a:pt x="1296321" y="30219"/>
                </a:lnTo>
                <a:lnTo>
                  <a:pt x="1296200" y="30690"/>
                </a:lnTo>
                <a:lnTo>
                  <a:pt x="1296088" y="31168"/>
                </a:lnTo>
                <a:lnTo>
                  <a:pt x="1295984" y="31652"/>
                </a:lnTo>
                <a:lnTo>
                  <a:pt x="1295888" y="32142"/>
                </a:lnTo>
                <a:lnTo>
                  <a:pt x="1295800" y="32640"/>
                </a:lnTo>
                <a:lnTo>
                  <a:pt x="1295721" y="33144"/>
                </a:lnTo>
                <a:lnTo>
                  <a:pt x="1295650" y="33654"/>
                </a:lnTo>
                <a:lnTo>
                  <a:pt x="1295587" y="34171"/>
                </a:lnTo>
                <a:lnTo>
                  <a:pt x="1295533" y="34694"/>
                </a:lnTo>
                <a:lnTo>
                  <a:pt x="1295487" y="35224"/>
                </a:lnTo>
                <a:lnTo>
                  <a:pt x="1295449" y="35761"/>
                </a:lnTo>
                <a:lnTo>
                  <a:pt x="1295420" y="36304"/>
                </a:lnTo>
                <a:lnTo>
                  <a:pt x="1295399" y="36853"/>
                </a:lnTo>
                <a:lnTo>
                  <a:pt x="1295387" y="37409"/>
                </a:lnTo>
                <a:lnTo>
                  <a:pt x="1295383" y="37972"/>
                </a:lnTo>
                <a:lnTo>
                  <a:pt x="1295387" y="38553"/>
                </a:lnTo>
                <a:lnTo>
                  <a:pt x="1295400" y="39126"/>
                </a:lnTo>
                <a:lnTo>
                  <a:pt x="1295421" y="39693"/>
                </a:lnTo>
                <a:lnTo>
                  <a:pt x="1295451" y="40253"/>
                </a:lnTo>
                <a:lnTo>
                  <a:pt x="1295490" y="40806"/>
                </a:lnTo>
                <a:lnTo>
                  <a:pt x="1295537" y="41351"/>
                </a:lnTo>
                <a:lnTo>
                  <a:pt x="1295593" y="41890"/>
                </a:lnTo>
                <a:lnTo>
                  <a:pt x="1295657" y="42422"/>
                </a:lnTo>
                <a:lnTo>
                  <a:pt x="1295730" y="42947"/>
                </a:lnTo>
                <a:lnTo>
                  <a:pt x="1295811" y="43464"/>
                </a:lnTo>
                <a:lnTo>
                  <a:pt x="1295901" y="43975"/>
                </a:lnTo>
                <a:lnTo>
                  <a:pt x="1296000" y="44479"/>
                </a:lnTo>
                <a:lnTo>
                  <a:pt x="1296107" y="44976"/>
                </a:lnTo>
                <a:lnTo>
                  <a:pt x="1296223" y="45466"/>
                </a:lnTo>
                <a:lnTo>
                  <a:pt x="1296347" y="45948"/>
                </a:lnTo>
                <a:lnTo>
                  <a:pt x="1296480" y="46424"/>
                </a:lnTo>
                <a:lnTo>
                  <a:pt x="1296621" y="46893"/>
                </a:lnTo>
                <a:lnTo>
                  <a:pt x="1296771" y="47355"/>
                </a:lnTo>
                <a:lnTo>
                  <a:pt x="1296930" y="47809"/>
                </a:lnTo>
                <a:lnTo>
                  <a:pt x="1297097" y="48257"/>
                </a:lnTo>
                <a:lnTo>
                  <a:pt x="1297272" y="48698"/>
                </a:lnTo>
                <a:lnTo>
                  <a:pt x="1297457" y="49132"/>
                </a:lnTo>
                <a:lnTo>
                  <a:pt x="1297649" y="49559"/>
                </a:lnTo>
                <a:lnTo>
                  <a:pt x="1297851" y="49979"/>
                </a:lnTo>
                <a:lnTo>
                  <a:pt x="1298061" y="50391"/>
                </a:lnTo>
                <a:lnTo>
                  <a:pt x="1298278" y="50795"/>
                </a:lnTo>
                <a:lnTo>
                  <a:pt x="1298504" y="51190"/>
                </a:lnTo>
                <a:lnTo>
                  <a:pt x="1298739" y="51578"/>
                </a:lnTo>
                <a:lnTo>
                  <a:pt x="1298981" y="51958"/>
                </a:lnTo>
                <a:lnTo>
                  <a:pt x="1299231" y="52329"/>
                </a:lnTo>
                <a:lnTo>
                  <a:pt x="1299490" y="52693"/>
                </a:lnTo>
                <a:lnTo>
                  <a:pt x="1299756" y="53048"/>
                </a:lnTo>
                <a:lnTo>
                  <a:pt x="1300031" y="53395"/>
                </a:lnTo>
                <a:lnTo>
                  <a:pt x="1300314" y="53734"/>
                </a:lnTo>
                <a:lnTo>
                  <a:pt x="1300605" y="54064"/>
                </a:lnTo>
                <a:lnTo>
                  <a:pt x="1300904" y="54387"/>
                </a:lnTo>
                <a:lnTo>
                  <a:pt x="1301211" y="54702"/>
                </a:lnTo>
                <a:lnTo>
                  <a:pt x="1301526" y="55008"/>
                </a:lnTo>
                <a:lnTo>
                  <a:pt x="1301849" y="55306"/>
                </a:lnTo>
                <a:lnTo>
                  <a:pt x="1302181" y="55596"/>
                </a:lnTo>
                <a:lnTo>
                  <a:pt x="1302521" y="55878"/>
                </a:lnTo>
                <a:lnTo>
                  <a:pt x="1302868" y="56152"/>
                </a:lnTo>
                <a:lnTo>
                  <a:pt x="1303224" y="56418"/>
                </a:lnTo>
                <a:lnTo>
                  <a:pt x="1303588" y="56675"/>
                </a:lnTo>
                <a:lnTo>
                  <a:pt x="1303960" y="56924"/>
                </a:lnTo>
                <a:lnTo>
                  <a:pt x="1304341" y="57166"/>
                </a:lnTo>
                <a:lnTo>
                  <a:pt x="1304729" y="57399"/>
                </a:lnTo>
                <a:lnTo>
                  <a:pt x="1305125" y="57624"/>
                </a:lnTo>
                <a:lnTo>
                  <a:pt x="1305530" y="57840"/>
                </a:lnTo>
                <a:lnTo>
                  <a:pt x="1305942" y="58047"/>
                </a:lnTo>
                <a:lnTo>
                  <a:pt x="1306362" y="58245"/>
                </a:lnTo>
                <a:lnTo>
                  <a:pt x="1306790" y="58434"/>
                </a:lnTo>
                <a:lnTo>
                  <a:pt x="1307226" y="58613"/>
                </a:lnTo>
                <a:lnTo>
                  <a:pt x="1307669" y="58784"/>
                </a:lnTo>
                <a:lnTo>
                  <a:pt x="1308121" y="58945"/>
                </a:lnTo>
                <a:lnTo>
                  <a:pt x="1308580" y="59096"/>
                </a:lnTo>
                <a:lnTo>
                  <a:pt x="1309047" y="59239"/>
                </a:lnTo>
                <a:lnTo>
                  <a:pt x="1309522" y="59373"/>
                </a:lnTo>
                <a:lnTo>
                  <a:pt x="1310004" y="59497"/>
                </a:lnTo>
                <a:lnTo>
                  <a:pt x="1310495" y="59612"/>
                </a:lnTo>
                <a:lnTo>
                  <a:pt x="1310993" y="59718"/>
                </a:lnTo>
                <a:lnTo>
                  <a:pt x="1311499" y="59814"/>
                </a:lnTo>
                <a:lnTo>
                  <a:pt x="1312013" y="59902"/>
                </a:lnTo>
                <a:lnTo>
                  <a:pt x="1312535" y="59980"/>
                </a:lnTo>
                <a:lnTo>
                  <a:pt x="1313064" y="60049"/>
                </a:lnTo>
                <a:lnTo>
                  <a:pt x="1313602" y="60109"/>
                </a:lnTo>
                <a:lnTo>
                  <a:pt x="1314147" y="60160"/>
                </a:lnTo>
                <a:lnTo>
                  <a:pt x="1314700" y="60201"/>
                </a:lnTo>
                <a:lnTo>
                  <a:pt x="1315260" y="60233"/>
                </a:lnTo>
                <a:lnTo>
                  <a:pt x="1315829" y="60256"/>
                </a:lnTo>
                <a:lnTo>
                  <a:pt x="1316406" y="60270"/>
                </a:lnTo>
                <a:lnTo>
                  <a:pt x="1316990" y="60275"/>
                </a:lnTo>
                <a:lnTo>
                  <a:pt x="1317467" y="60272"/>
                </a:lnTo>
                <a:lnTo>
                  <a:pt x="1317940" y="60263"/>
                </a:lnTo>
                <a:lnTo>
                  <a:pt x="1318407" y="60249"/>
                </a:lnTo>
                <a:lnTo>
                  <a:pt x="1318869" y="60229"/>
                </a:lnTo>
                <a:lnTo>
                  <a:pt x="1319326" y="60203"/>
                </a:lnTo>
                <a:close/>
                <a:moveTo>
                  <a:pt x="1307194" y="31334"/>
                </a:moveTo>
                <a:lnTo>
                  <a:pt x="1307259" y="31006"/>
                </a:lnTo>
                <a:lnTo>
                  <a:pt x="1307332" y="30685"/>
                </a:lnTo>
                <a:lnTo>
                  <a:pt x="1307413" y="30372"/>
                </a:lnTo>
                <a:lnTo>
                  <a:pt x="1307502" y="30066"/>
                </a:lnTo>
                <a:lnTo>
                  <a:pt x="1307599" y="29767"/>
                </a:lnTo>
                <a:lnTo>
                  <a:pt x="1307703" y="29476"/>
                </a:lnTo>
                <a:lnTo>
                  <a:pt x="1307815" y="29192"/>
                </a:lnTo>
                <a:lnTo>
                  <a:pt x="1307936" y="28915"/>
                </a:lnTo>
                <a:lnTo>
                  <a:pt x="1308064" y="28645"/>
                </a:lnTo>
                <a:lnTo>
                  <a:pt x="1308200" y="28383"/>
                </a:lnTo>
                <a:lnTo>
                  <a:pt x="1308344" y="28128"/>
                </a:lnTo>
                <a:lnTo>
                  <a:pt x="1308496" y="27880"/>
                </a:lnTo>
                <a:lnTo>
                  <a:pt x="1308656" y="27640"/>
                </a:lnTo>
                <a:lnTo>
                  <a:pt x="1308823" y="27407"/>
                </a:lnTo>
                <a:lnTo>
                  <a:pt x="1308999" y="27181"/>
                </a:lnTo>
                <a:lnTo>
                  <a:pt x="1309182" y="26962"/>
                </a:lnTo>
                <a:lnTo>
                  <a:pt x="1309374" y="26751"/>
                </a:lnTo>
                <a:lnTo>
                  <a:pt x="1309573" y="26547"/>
                </a:lnTo>
                <a:lnTo>
                  <a:pt x="1309780" y="26350"/>
                </a:lnTo>
                <a:lnTo>
                  <a:pt x="1309994" y="26161"/>
                </a:lnTo>
                <a:lnTo>
                  <a:pt x="1310212" y="25980"/>
                </a:lnTo>
                <a:lnTo>
                  <a:pt x="1310436" y="25807"/>
                </a:lnTo>
                <a:lnTo>
                  <a:pt x="1310665" y="25642"/>
                </a:lnTo>
                <a:lnTo>
                  <a:pt x="1310899" y="25485"/>
                </a:lnTo>
                <a:lnTo>
                  <a:pt x="1311137" y="25336"/>
                </a:lnTo>
                <a:lnTo>
                  <a:pt x="1311381" y="25195"/>
                </a:lnTo>
                <a:lnTo>
                  <a:pt x="1311630" y="25062"/>
                </a:lnTo>
                <a:lnTo>
                  <a:pt x="1311884" y="24937"/>
                </a:lnTo>
                <a:lnTo>
                  <a:pt x="1312143" y="24821"/>
                </a:lnTo>
                <a:lnTo>
                  <a:pt x="1312407" y="24712"/>
                </a:lnTo>
                <a:lnTo>
                  <a:pt x="1312676" y="24611"/>
                </a:lnTo>
                <a:lnTo>
                  <a:pt x="1312950" y="24519"/>
                </a:lnTo>
                <a:lnTo>
                  <a:pt x="1313229" y="24434"/>
                </a:lnTo>
                <a:lnTo>
                  <a:pt x="1313513" y="24358"/>
                </a:lnTo>
                <a:lnTo>
                  <a:pt x="1313802" y="24289"/>
                </a:lnTo>
                <a:lnTo>
                  <a:pt x="1314097" y="24229"/>
                </a:lnTo>
                <a:lnTo>
                  <a:pt x="1314396" y="24177"/>
                </a:lnTo>
                <a:lnTo>
                  <a:pt x="1314700" y="24133"/>
                </a:lnTo>
                <a:lnTo>
                  <a:pt x="1315009" y="24096"/>
                </a:lnTo>
                <a:lnTo>
                  <a:pt x="1315324" y="24068"/>
                </a:lnTo>
                <a:lnTo>
                  <a:pt x="1315643" y="24048"/>
                </a:lnTo>
                <a:lnTo>
                  <a:pt x="1315968" y="24036"/>
                </a:lnTo>
                <a:lnTo>
                  <a:pt x="1316297" y="24032"/>
                </a:lnTo>
                <a:lnTo>
                  <a:pt x="1316619" y="24036"/>
                </a:lnTo>
                <a:lnTo>
                  <a:pt x="1316937" y="24048"/>
                </a:lnTo>
                <a:lnTo>
                  <a:pt x="1317249" y="24067"/>
                </a:lnTo>
                <a:lnTo>
                  <a:pt x="1317557" y="24094"/>
                </a:lnTo>
                <a:lnTo>
                  <a:pt x="1317860" y="24130"/>
                </a:lnTo>
                <a:lnTo>
                  <a:pt x="1318158" y="24173"/>
                </a:lnTo>
                <a:lnTo>
                  <a:pt x="1318451" y="24223"/>
                </a:lnTo>
                <a:lnTo>
                  <a:pt x="1318739" y="24282"/>
                </a:lnTo>
                <a:lnTo>
                  <a:pt x="1319022" y="24349"/>
                </a:lnTo>
                <a:lnTo>
                  <a:pt x="1319300" y="24423"/>
                </a:lnTo>
                <a:lnTo>
                  <a:pt x="1319574" y="24505"/>
                </a:lnTo>
                <a:lnTo>
                  <a:pt x="1319842" y="24595"/>
                </a:lnTo>
                <a:lnTo>
                  <a:pt x="1320106" y="24693"/>
                </a:lnTo>
                <a:lnTo>
                  <a:pt x="1320365" y="24798"/>
                </a:lnTo>
                <a:lnTo>
                  <a:pt x="1320619" y="24911"/>
                </a:lnTo>
                <a:lnTo>
                  <a:pt x="1320868" y="25033"/>
                </a:lnTo>
                <a:lnTo>
                  <a:pt x="1321112" y="25162"/>
                </a:lnTo>
                <a:lnTo>
                  <a:pt x="1321351" y="25298"/>
                </a:lnTo>
                <a:lnTo>
                  <a:pt x="1321585" y="25443"/>
                </a:lnTo>
                <a:lnTo>
                  <a:pt x="1321815" y="25596"/>
                </a:lnTo>
                <a:lnTo>
                  <a:pt x="1322039" y="25756"/>
                </a:lnTo>
                <a:lnTo>
                  <a:pt x="1322259" y="25924"/>
                </a:lnTo>
                <a:lnTo>
                  <a:pt x="1322474" y="26100"/>
                </a:lnTo>
                <a:lnTo>
                  <a:pt x="1322684" y="26284"/>
                </a:lnTo>
                <a:lnTo>
                  <a:pt x="1322887" y="26475"/>
                </a:lnTo>
                <a:lnTo>
                  <a:pt x="1323082" y="26675"/>
                </a:lnTo>
                <a:lnTo>
                  <a:pt x="1323269" y="26882"/>
                </a:lnTo>
                <a:lnTo>
                  <a:pt x="1323448" y="27098"/>
                </a:lnTo>
                <a:lnTo>
                  <a:pt x="1323619" y="27321"/>
                </a:lnTo>
                <a:lnTo>
                  <a:pt x="1323781" y="27553"/>
                </a:lnTo>
                <a:lnTo>
                  <a:pt x="1323935" y="27792"/>
                </a:lnTo>
                <a:lnTo>
                  <a:pt x="1324081" y="28040"/>
                </a:lnTo>
                <a:lnTo>
                  <a:pt x="1324219" y="28295"/>
                </a:lnTo>
                <a:lnTo>
                  <a:pt x="1324349" y="28558"/>
                </a:lnTo>
                <a:lnTo>
                  <a:pt x="1324470" y="28830"/>
                </a:lnTo>
                <a:lnTo>
                  <a:pt x="1324584" y="29109"/>
                </a:lnTo>
                <a:lnTo>
                  <a:pt x="1324689" y="29396"/>
                </a:lnTo>
                <a:lnTo>
                  <a:pt x="1324786" y="29691"/>
                </a:lnTo>
                <a:lnTo>
                  <a:pt x="1324874" y="29995"/>
                </a:lnTo>
                <a:lnTo>
                  <a:pt x="1324955" y="30306"/>
                </a:lnTo>
                <a:lnTo>
                  <a:pt x="1325027" y="30625"/>
                </a:lnTo>
                <a:lnTo>
                  <a:pt x="1325091" y="30952"/>
                </a:lnTo>
                <a:lnTo>
                  <a:pt x="1325147" y="31287"/>
                </a:lnTo>
                <a:lnTo>
                  <a:pt x="1325195" y="31630"/>
                </a:lnTo>
                <a:lnTo>
                  <a:pt x="1325234" y="31981"/>
                </a:lnTo>
                <a:lnTo>
                  <a:pt x="1325265" y="32340"/>
                </a:lnTo>
                <a:lnTo>
                  <a:pt x="1325289" y="32707"/>
                </a:lnTo>
                <a:lnTo>
                  <a:pt x="1325304" y="33082"/>
                </a:lnTo>
                <a:lnTo>
                  <a:pt x="1306987" y="33082"/>
                </a:lnTo>
                <a:lnTo>
                  <a:pt x="1307013" y="32718"/>
                </a:lnTo>
                <a:lnTo>
                  <a:pt x="1307046" y="32361"/>
                </a:lnTo>
                <a:lnTo>
                  <a:pt x="1307088" y="32011"/>
                </a:lnTo>
                <a:lnTo>
                  <a:pt x="1307137" y="31669"/>
                </a:lnTo>
                <a:lnTo>
                  <a:pt x="1307194" y="31334"/>
                </a:lnTo>
                <a:close/>
                <a:moveTo>
                  <a:pt x="745447" y="60183"/>
                </a:moveTo>
                <a:lnTo>
                  <a:pt x="745870" y="60142"/>
                </a:lnTo>
                <a:lnTo>
                  <a:pt x="746287" y="60094"/>
                </a:lnTo>
                <a:lnTo>
                  <a:pt x="746698" y="60039"/>
                </a:lnTo>
                <a:lnTo>
                  <a:pt x="747103" y="59976"/>
                </a:lnTo>
                <a:lnTo>
                  <a:pt x="747501" y="59906"/>
                </a:lnTo>
                <a:lnTo>
                  <a:pt x="747893" y="59829"/>
                </a:lnTo>
                <a:lnTo>
                  <a:pt x="748279" y="59744"/>
                </a:lnTo>
                <a:lnTo>
                  <a:pt x="748658" y="59652"/>
                </a:lnTo>
                <a:lnTo>
                  <a:pt x="749031" y="59553"/>
                </a:lnTo>
                <a:lnTo>
                  <a:pt x="749398" y="59446"/>
                </a:lnTo>
                <a:lnTo>
                  <a:pt x="749758" y="59332"/>
                </a:lnTo>
                <a:lnTo>
                  <a:pt x="750112" y="59210"/>
                </a:lnTo>
                <a:lnTo>
                  <a:pt x="750460" y="59081"/>
                </a:lnTo>
                <a:lnTo>
                  <a:pt x="750802" y="58945"/>
                </a:lnTo>
                <a:lnTo>
                  <a:pt x="751137" y="58801"/>
                </a:lnTo>
                <a:lnTo>
                  <a:pt x="751466" y="58650"/>
                </a:lnTo>
                <a:lnTo>
                  <a:pt x="751788" y="58492"/>
                </a:lnTo>
                <a:lnTo>
                  <a:pt x="752104" y="58326"/>
                </a:lnTo>
                <a:lnTo>
                  <a:pt x="752414" y="58153"/>
                </a:lnTo>
                <a:lnTo>
                  <a:pt x="752718" y="57975"/>
                </a:lnTo>
                <a:lnTo>
                  <a:pt x="753017" y="57795"/>
                </a:lnTo>
                <a:lnTo>
                  <a:pt x="753310" y="57614"/>
                </a:lnTo>
                <a:lnTo>
                  <a:pt x="753598" y="57430"/>
                </a:lnTo>
                <a:lnTo>
                  <a:pt x="753880" y="57244"/>
                </a:lnTo>
                <a:lnTo>
                  <a:pt x="754157" y="57057"/>
                </a:lnTo>
                <a:lnTo>
                  <a:pt x="754428" y="56867"/>
                </a:lnTo>
                <a:lnTo>
                  <a:pt x="754695" y="56676"/>
                </a:lnTo>
                <a:lnTo>
                  <a:pt x="754955" y="56482"/>
                </a:lnTo>
                <a:lnTo>
                  <a:pt x="755211" y="56287"/>
                </a:lnTo>
                <a:lnTo>
                  <a:pt x="755460" y="56090"/>
                </a:lnTo>
                <a:lnTo>
                  <a:pt x="755705" y="55890"/>
                </a:lnTo>
                <a:lnTo>
                  <a:pt x="755944" y="55689"/>
                </a:lnTo>
                <a:lnTo>
                  <a:pt x="756178" y="55486"/>
                </a:lnTo>
                <a:lnTo>
                  <a:pt x="756406" y="55281"/>
                </a:lnTo>
                <a:lnTo>
                  <a:pt x="756629" y="55074"/>
                </a:lnTo>
                <a:lnTo>
                  <a:pt x="756846" y="54865"/>
                </a:lnTo>
                <a:lnTo>
                  <a:pt x="757058" y="54654"/>
                </a:lnTo>
                <a:lnTo>
                  <a:pt x="757265" y="54441"/>
                </a:lnTo>
                <a:lnTo>
                  <a:pt x="757466" y="54226"/>
                </a:lnTo>
                <a:lnTo>
                  <a:pt x="757662" y="54009"/>
                </a:lnTo>
                <a:lnTo>
                  <a:pt x="757852" y="53790"/>
                </a:lnTo>
                <a:lnTo>
                  <a:pt x="758037" y="53569"/>
                </a:lnTo>
                <a:lnTo>
                  <a:pt x="758216" y="53346"/>
                </a:lnTo>
                <a:lnTo>
                  <a:pt x="758390" y="59495"/>
                </a:lnTo>
                <a:lnTo>
                  <a:pt x="769475" y="59495"/>
                </a:lnTo>
                <a:lnTo>
                  <a:pt x="769475" y="16714"/>
                </a:lnTo>
                <a:lnTo>
                  <a:pt x="758000" y="16714"/>
                </a:lnTo>
                <a:lnTo>
                  <a:pt x="758000" y="45566"/>
                </a:lnTo>
                <a:lnTo>
                  <a:pt x="757847" y="45753"/>
                </a:lnTo>
                <a:lnTo>
                  <a:pt x="757692" y="45937"/>
                </a:lnTo>
                <a:lnTo>
                  <a:pt x="757535" y="46119"/>
                </a:lnTo>
                <a:lnTo>
                  <a:pt x="757376" y="46299"/>
                </a:lnTo>
                <a:lnTo>
                  <a:pt x="757215" y="46477"/>
                </a:lnTo>
                <a:lnTo>
                  <a:pt x="757051" y="46652"/>
                </a:lnTo>
                <a:lnTo>
                  <a:pt x="756886" y="46824"/>
                </a:lnTo>
                <a:lnTo>
                  <a:pt x="756718" y="46994"/>
                </a:lnTo>
                <a:lnTo>
                  <a:pt x="756548" y="47162"/>
                </a:lnTo>
                <a:lnTo>
                  <a:pt x="756375" y="47328"/>
                </a:lnTo>
                <a:lnTo>
                  <a:pt x="756201" y="47491"/>
                </a:lnTo>
                <a:lnTo>
                  <a:pt x="756024" y="47651"/>
                </a:lnTo>
                <a:lnTo>
                  <a:pt x="755845" y="47810"/>
                </a:lnTo>
                <a:lnTo>
                  <a:pt x="755664" y="47966"/>
                </a:lnTo>
                <a:lnTo>
                  <a:pt x="755481" y="48119"/>
                </a:lnTo>
                <a:lnTo>
                  <a:pt x="755296" y="48270"/>
                </a:lnTo>
                <a:lnTo>
                  <a:pt x="755108" y="48419"/>
                </a:lnTo>
                <a:lnTo>
                  <a:pt x="754919" y="48566"/>
                </a:lnTo>
                <a:lnTo>
                  <a:pt x="754727" y="48710"/>
                </a:lnTo>
                <a:lnTo>
                  <a:pt x="754533" y="48851"/>
                </a:lnTo>
                <a:lnTo>
                  <a:pt x="754337" y="48990"/>
                </a:lnTo>
                <a:lnTo>
                  <a:pt x="754138" y="49127"/>
                </a:lnTo>
                <a:lnTo>
                  <a:pt x="753938" y="49262"/>
                </a:lnTo>
                <a:lnTo>
                  <a:pt x="753735" y="49394"/>
                </a:lnTo>
                <a:lnTo>
                  <a:pt x="753529" y="49522"/>
                </a:lnTo>
                <a:lnTo>
                  <a:pt x="753320" y="49645"/>
                </a:lnTo>
                <a:lnTo>
                  <a:pt x="753107" y="49762"/>
                </a:lnTo>
                <a:lnTo>
                  <a:pt x="752891" y="49874"/>
                </a:lnTo>
                <a:lnTo>
                  <a:pt x="752671" y="49980"/>
                </a:lnTo>
                <a:lnTo>
                  <a:pt x="752448" y="50081"/>
                </a:lnTo>
                <a:lnTo>
                  <a:pt x="752221" y="50177"/>
                </a:lnTo>
                <a:lnTo>
                  <a:pt x="751991" y="50267"/>
                </a:lnTo>
                <a:lnTo>
                  <a:pt x="751757" y="50351"/>
                </a:lnTo>
                <a:lnTo>
                  <a:pt x="751519" y="50430"/>
                </a:lnTo>
                <a:lnTo>
                  <a:pt x="751278" y="50504"/>
                </a:lnTo>
                <a:lnTo>
                  <a:pt x="751034" y="50572"/>
                </a:lnTo>
                <a:lnTo>
                  <a:pt x="750786" y="50635"/>
                </a:lnTo>
                <a:lnTo>
                  <a:pt x="750534" y="50692"/>
                </a:lnTo>
                <a:lnTo>
                  <a:pt x="750279" y="50744"/>
                </a:lnTo>
                <a:lnTo>
                  <a:pt x="750020" y="50790"/>
                </a:lnTo>
                <a:lnTo>
                  <a:pt x="749758" y="50831"/>
                </a:lnTo>
                <a:lnTo>
                  <a:pt x="749493" y="50867"/>
                </a:lnTo>
                <a:lnTo>
                  <a:pt x="749223" y="50897"/>
                </a:lnTo>
                <a:lnTo>
                  <a:pt x="748951" y="50921"/>
                </a:lnTo>
                <a:lnTo>
                  <a:pt x="748674" y="50940"/>
                </a:lnTo>
                <a:lnTo>
                  <a:pt x="748394" y="50954"/>
                </a:lnTo>
                <a:lnTo>
                  <a:pt x="748111" y="50962"/>
                </a:lnTo>
                <a:lnTo>
                  <a:pt x="747824" y="50965"/>
                </a:lnTo>
                <a:lnTo>
                  <a:pt x="747627" y="50963"/>
                </a:lnTo>
                <a:lnTo>
                  <a:pt x="747434" y="50958"/>
                </a:lnTo>
                <a:lnTo>
                  <a:pt x="747243" y="50950"/>
                </a:lnTo>
                <a:lnTo>
                  <a:pt x="747056" y="50939"/>
                </a:lnTo>
                <a:lnTo>
                  <a:pt x="746872" y="50925"/>
                </a:lnTo>
                <a:lnTo>
                  <a:pt x="746692" y="50907"/>
                </a:lnTo>
                <a:lnTo>
                  <a:pt x="746514" y="50886"/>
                </a:lnTo>
                <a:lnTo>
                  <a:pt x="746340" y="50862"/>
                </a:lnTo>
                <a:lnTo>
                  <a:pt x="746169" y="50834"/>
                </a:lnTo>
                <a:lnTo>
                  <a:pt x="746001" y="50804"/>
                </a:lnTo>
                <a:lnTo>
                  <a:pt x="745837" y="50770"/>
                </a:lnTo>
                <a:lnTo>
                  <a:pt x="745675" y="50733"/>
                </a:lnTo>
                <a:lnTo>
                  <a:pt x="745517" y="50692"/>
                </a:lnTo>
                <a:lnTo>
                  <a:pt x="745363" y="50649"/>
                </a:lnTo>
                <a:lnTo>
                  <a:pt x="745211" y="50602"/>
                </a:lnTo>
                <a:lnTo>
                  <a:pt x="745063" y="50552"/>
                </a:lnTo>
                <a:lnTo>
                  <a:pt x="744917" y="50499"/>
                </a:lnTo>
                <a:lnTo>
                  <a:pt x="744776" y="50442"/>
                </a:lnTo>
                <a:lnTo>
                  <a:pt x="744637" y="50382"/>
                </a:lnTo>
                <a:lnTo>
                  <a:pt x="744501" y="50319"/>
                </a:lnTo>
                <a:lnTo>
                  <a:pt x="744369" y="50253"/>
                </a:lnTo>
                <a:lnTo>
                  <a:pt x="744240" y="50184"/>
                </a:lnTo>
                <a:lnTo>
                  <a:pt x="744115" y="50111"/>
                </a:lnTo>
                <a:lnTo>
                  <a:pt x="743992" y="50035"/>
                </a:lnTo>
                <a:lnTo>
                  <a:pt x="743873" y="49957"/>
                </a:lnTo>
                <a:lnTo>
                  <a:pt x="743756" y="49875"/>
                </a:lnTo>
                <a:lnTo>
                  <a:pt x="743642" y="49791"/>
                </a:lnTo>
                <a:lnTo>
                  <a:pt x="743531" y="49704"/>
                </a:lnTo>
                <a:lnTo>
                  <a:pt x="743423" y="49614"/>
                </a:lnTo>
                <a:lnTo>
                  <a:pt x="743318" y="49522"/>
                </a:lnTo>
                <a:lnTo>
                  <a:pt x="743216" y="49427"/>
                </a:lnTo>
                <a:lnTo>
                  <a:pt x="743116" y="49330"/>
                </a:lnTo>
                <a:lnTo>
                  <a:pt x="743020" y="49229"/>
                </a:lnTo>
                <a:lnTo>
                  <a:pt x="742926" y="49126"/>
                </a:lnTo>
                <a:lnTo>
                  <a:pt x="742835" y="49021"/>
                </a:lnTo>
                <a:lnTo>
                  <a:pt x="742747" y="48912"/>
                </a:lnTo>
                <a:lnTo>
                  <a:pt x="742662" y="48801"/>
                </a:lnTo>
                <a:lnTo>
                  <a:pt x="742580" y="48687"/>
                </a:lnTo>
                <a:lnTo>
                  <a:pt x="742500" y="48571"/>
                </a:lnTo>
                <a:lnTo>
                  <a:pt x="742424" y="48452"/>
                </a:lnTo>
                <a:lnTo>
                  <a:pt x="742350" y="48330"/>
                </a:lnTo>
                <a:lnTo>
                  <a:pt x="742279" y="48206"/>
                </a:lnTo>
                <a:lnTo>
                  <a:pt x="742211" y="48078"/>
                </a:lnTo>
                <a:lnTo>
                  <a:pt x="742146" y="47948"/>
                </a:lnTo>
                <a:lnTo>
                  <a:pt x="742083" y="47816"/>
                </a:lnTo>
                <a:lnTo>
                  <a:pt x="742024" y="47681"/>
                </a:lnTo>
                <a:lnTo>
                  <a:pt x="741967" y="47543"/>
                </a:lnTo>
                <a:lnTo>
                  <a:pt x="741914" y="47402"/>
                </a:lnTo>
                <a:lnTo>
                  <a:pt x="741862" y="47259"/>
                </a:lnTo>
                <a:lnTo>
                  <a:pt x="741813" y="47115"/>
                </a:lnTo>
                <a:lnTo>
                  <a:pt x="741766" y="46968"/>
                </a:lnTo>
                <a:lnTo>
                  <a:pt x="741722" y="46820"/>
                </a:lnTo>
                <a:lnTo>
                  <a:pt x="741679" y="46670"/>
                </a:lnTo>
                <a:lnTo>
                  <a:pt x="741639" y="46519"/>
                </a:lnTo>
                <a:lnTo>
                  <a:pt x="741601" y="46365"/>
                </a:lnTo>
                <a:lnTo>
                  <a:pt x="741565" y="46210"/>
                </a:lnTo>
                <a:lnTo>
                  <a:pt x="741531" y="46053"/>
                </a:lnTo>
                <a:lnTo>
                  <a:pt x="741499" y="45894"/>
                </a:lnTo>
                <a:lnTo>
                  <a:pt x="741470" y="45734"/>
                </a:lnTo>
                <a:lnTo>
                  <a:pt x="741443" y="45571"/>
                </a:lnTo>
                <a:lnTo>
                  <a:pt x="741418" y="45407"/>
                </a:lnTo>
                <a:lnTo>
                  <a:pt x="741395" y="45241"/>
                </a:lnTo>
                <a:lnTo>
                  <a:pt x="741374" y="45074"/>
                </a:lnTo>
                <a:lnTo>
                  <a:pt x="741356" y="44904"/>
                </a:lnTo>
                <a:lnTo>
                  <a:pt x="741339" y="44733"/>
                </a:lnTo>
                <a:lnTo>
                  <a:pt x="741325" y="44560"/>
                </a:lnTo>
                <a:lnTo>
                  <a:pt x="741313" y="44386"/>
                </a:lnTo>
                <a:lnTo>
                  <a:pt x="741303" y="44209"/>
                </a:lnTo>
                <a:lnTo>
                  <a:pt x="741296" y="44031"/>
                </a:lnTo>
                <a:lnTo>
                  <a:pt x="741290" y="43851"/>
                </a:lnTo>
                <a:lnTo>
                  <a:pt x="741287" y="43670"/>
                </a:lnTo>
                <a:lnTo>
                  <a:pt x="741286" y="43486"/>
                </a:lnTo>
                <a:lnTo>
                  <a:pt x="741286" y="16714"/>
                </a:lnTo>
                <a:lnTo>
                  <a:pt x="729811" y="16714"/>
                </a:lnTo>
                <a:lnTo>
                  <a:pt x="729811" y="44770"/>
                </a:lnTo>
                <a:lnTo>
                  <a:pt x="729817" y="45385"/>
                </a:lnTo>
                <a:lnTo>
                  <a:pt x="729835" y="45987"/>
                </a:lnTo>
                <a:lnTo>
                  <a:pt x="729866" y="46578"/>
                </a:lnTo>
                <a:lnTo>
                  <a:pt x="729909" y="47157"/>
                </a:lnTo>
                <a:lnTo>
                  <a:pt x="729963" y="47724"/>
                </a:lnTo>
                <a:lnTo>
                  <a:pt x="730030" y="48279"/>
                </a:lnTo>
                <a:lnTo>
                  <a:pt x="730109" y="48822"/>
                </a:lnTo>
                <a:lnTo>
                  <a:pt x="730201" y="49353"/>
                </a:lnTo>
                <a:lnTo>
                  <a:pt x="730304" y="49873"/>
                </a:lnTo>
                <a:lnTo>
                  <a:pt x="730420" y="50381"/>
                </a:lnTo>
                <a:lnTo>
                  <a:pt x="730548" y="50877"/>
                </a:lnTo>
                <a:lnTo>
                  <a:pt x="730688" y="51361"/>
                </a:lnTo>
                <a:lnTo>
                  <a:pt x="730840" y="51833"/>
                </a:lnTo>
                <a:lnTo>
                  <a:pt x="731005" y="52293"/>
                </a:lnTo>
                <a:lnTo>
                  <a:pt x="731181" y="52742"/>
                </a:lnTo>
                <a:lnTo>
                  <a:pt x="731370" y="53178"/>
                </a:lnTo>
                <a:lnTo>
                  <a:pt x="731571" y="53603"/>
                </a:lnTo>
                <a:lnTo>
                  <a:pt x="731784" y="54016"/>
                </a:lnTo>
                <a:lnTo>
                  <a:pt x="732009" y="54417"/>
                </a:lnTo>
                <a:lnTo>
                  <a:pt x="732247" y="54806"/>
                </a:lnTo>
                <a:lnTo>
                  <a:pt x="732496" y="55184"/>
                </a:lnTo>
                <a:lnTo>
                  <a:pt x="732758" y="55549"/>
                </a:lnTo>
                <a:lnTo>
                  <a:pt x="733032" y="55903"/>
                </a:lnTo>
                <a:lnTo>
                  <a:pt x="733318" y="56245"/>
                </a:lnTo>
                <a:lnTo>
                  <a:pt x="733616" y="56574"/>
                </a:lnTo>
                <a:lnTo>
                  <a:pt x="733923" y="56889"/>
                </a:lnTo>
                <a:lnTo>
                  <a:pt x="734241" y="57189"/>
                </a:lnTo>
                <a:lnTo>
                  <a:pt x="734568" y="57476"/>
                </a:lnTo>
                <a:lnTo>
                  <a:pt x="734906" y="57749"/>
                </a:lnTo>
                <a:lnTo>
                  <a:pt x="735253" y="58008"/>
                </a:lnTo>
                <a:lnTo>
                  <a:pt x="735611" y="58253"/>
                </a:lnTo>
                <a:lnTo>
                  <a:pt x="735979" y="58484"/>
                </a:lnTo>
                <a:lnTo>
                  <a:pt x="736357" y="58701"/>
                </a:lnTo>
                <a:lnTo>
                  <a:pt x="736745" y="58903"/>
                </a:lnTo>
                <a:lnTo>
                  <a:pt x="737143" y="59092"/>
                </a:lnTo>
                <a:lnTo>
                  <a:pt x="737551" y="59267"/>
                </a:lnTo>
                <a:lnTo>
                  <a:pt x="737969" y="59428"/>
                </a:lnTo>
                <a:lnTo>
                  <a:pt x="738398" y="59575"/>
                </a:lnTo>
                <a:lnTo>
                  <a:pt x="738836" y="59708"/>
                </a:lnTo>
                <a:lnTo>
                  <a:pt x="739284" y="59827"/>
                </a:lnTo>
                <a:lnTo>
                  <a:pt x="739743" y="59932"/>
                </a:lnTo>
                <a:lnTo>
                  <a:pt x="740211" y="60023"/>
                </a:lnTo>
                <a:lnTo>
                  <a:pt x="740690" y="60100"/>
                </a:lnTo>
                <a:lnTo>
                  <a:pt x="741179" y="60163"/>
                </a:lnTo>
                <a:lnTo>
                  <a:pt x="741678" y="60212"/>
                </a:lnTo>
                <a:lnTo>
                  <a:pt x="742186" y="60247"/>
                </a:lnTo>
                <a:lnTo>
                  <a:pt x="742705" y="60268"/>
                </a:lnTo>
                <a:lnTo>
                  <a:pt x="743234" y="60275"/>
                </a:lnTo>
                <a:lnTo>
                  <a:pt x="743689" y="60271"/>
                </a:lnTo>
                <a:lnTo>
                  <a:pt x="744138" y="60260"/>
                </a:lnTo>
                <a:lnTo>
                  <a:pt x="744581" y="60241"/>
                </a:lnTo>
                <a:lnTo>
                  <a:pt x="745017" y="60216"/>
                </a:lnTo>
                <a:lnTo>
                  <a:pt x="745447" y="60183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182228-E4F7-47D8-8A41-AEB85328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297" y="3217008"/>
            <a:ext cx="108387" cy="113313"/>
          </a:xfrm>
          <a:custGeom xmlns:a="http://schemas.openxmlformats.org/drawingml/2006/main">
            <a:pathLst>
              <a:path w="108387" h="113313" fill="none">
                <a:moveTo>
                  <a:pt x="0" y="56657"/>
                </a:moveTo>
                <a:cubicBezTo>
                  <a:pt x="0" y="25366"/>
                  <a:pt x="24263" y="0"/>
                  <a:pt x="54193" y="0"/>
                </a:cubicBezTo>
                <a:cubicBezTo>
                  <a:pt x="84123" y="0"/>
                  <a:pt x="108387" y="25366"/>
                  <a:pt x="108387" y="56657"/>
                </a:cubicBezTo>
                <a:cubicBezTo>
                  <a:pt x="108387" y="87947"/>
                  <a:pt x="84123" y="113313"/>
                  <a:pt x="54193" y="113313"/>
                </a:cubicBezTo>
                <a:cubicBezTo>
                  <a:pt x="24263" y="113313"/>
                  <a:pt x="0" y="87947"/>
                  <a:pt x="0" y="566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04" name="Text LogicRelationNode">
            <a:extLst xmlns:a="http://schemas.openxmlformats.org/drawingml/2006/main">
              <a:ext uri="{FF2B5EF4-FFF2-40B4-BE49-F238E27FC236}">
                <a16:creationId xmlns:a16="http://schemas.microsoft.com/office/drawing/2014/main" id="{0CFC1A15-DB8C-4B7C-8728-FC55C5BF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3210" y="3403434"/>
            <a:ext cx="809074" cy="75820"/>
          </a:xfrm>
          <a:custGeom xmlns:a="http://schemas.openxmlformats.org/drawingml/2006/main">
            <a:pathLst>
              <a:path w="809074" h="75820">
                <a:moveTo>
                  <a:pt x="147118" y="11127"/>
                </a:moveTo>
                <a:lnTo>
                  <a:pt x="147358" y="11102"/>
                </a:lnTo>
                <a:lnTo>
                  <a:pt x="147593" y="11071"/>
                </a:lnTo>
                <a:lnTo>
                  <a:pt x="147823" y="11035"/>
                </a:lnTo>
                <a:lnTo>
                  <a:pt x="148047" y="10994"/>
                </a:lnTo>
                <a:lnTo>
                  <a:pt x="148266" y="10946"/>
                </a:lnTo>
                <a:lnTo>
                  <a:pt x="148480" y="10893"/>
                </a:lnTo>
                <a:lnTo>
                  <a:pt x="148689" y="10835"/>
                </a:lnTo>
                <a:lnTo>
                  <a:pt x="148893" y="10771"/>
                </a:lnTo>
                <a:lnTo>
                  <a:pt x="149092" y="10702"/>
                </a:lnTo>
                <a:lnTo>
                  <a:pt x="149285" y="10626"/>
                </a:lnTo>
                <a:lnTo>
                  <a:pt x="149473" y="10546"/>
                </a:lnTo>
                <a:lnTo>
                  <a:pt x="149656" y="10460"/>
                </a:lnTo>
                <a:lnTo>
                  <a:pt x="149834" y="10368"/>
                </a:lnTo>
                <a:lnTo>
                  <a:pt x="150007" y="10270"/>
                </a:lnTo>
                <a:lnTo>
                  <a:pt x="150174" y="10167"/>
                </a:lnTo>
                <a:lnTo>
                  <a:pt x="150337" y="10059"/>
                </a:lnTo>
                <a:lnTo>
                  <a:pt x="150494" y="9945"/>
                </a:lnTo>
                <a:lnTo>
                  <a:pt x="150646" y="9825"/>
                </a:lnTo>
                <a:lnTo>
                  <a:pt x="150792" y="9700"/>
                </a:lnTo>
                <a:lnTo>
                  <a:pt x="150934" y="9569"/>
                </a:lnTo>
                <a:lnTo>
                  <a:pt x="151070" y="9435"/>
                </a:lnTo>
                <a:lnTo>
                  <a:pt x="151200" y="9297"/>
                </a:lnTo>
                <a:lnTo>
                  <a:pt x="151324" y="9157"/>
                </a:lnTo>
                <a:lnTo>
                  <a:pt x="151443" y="9014"/>
                </a:lnTo>
                <a:lnTo>
                  <a:pt x="151556" y="8868"/>
                </a:lnTo>
                <a:lnTo>
                  <a:pt x="151663" y="8720"/>
                </a:lnTo>
                <a:lnTo>
                  <a:pt x="151764" y="8569"/>
                </a:lnTo>
                <a:lnTo>
                  <a:pt x="151860" y="8415"/>
                </a:lnTo>
                <a:lnTo>
                  <a:pt x="151950" y="8258"/>
                </a:lnTo>
                <a:lnTo>
                  <a:pt x="152034" y="8099"/>
                </a:lnTo>
                <a:lnTo>
                  <a:pt x="152112" y="7937"/>
                </a:lnTo>
                <a:lnTo>
                  <a:pt x="152184" y="7772"/>
                </a:lnTo>
                <a:lnTo>
                  <a:pt x="152251" y="7605"/>
                </a:lnTo>
                <a:lnTo>
                  <a:pt x="152311" y="7435"/>
                </a:lnTo>
                <a:lnTo>
                  <a:pt x="152366" y="7262"/>
                </a:lnTo>
                <a:lnTo>
                  <a:pt x="152416" y="7087"/>
                </a:lnTo>
                <a:lnTo>
                  <a:pt x="152459" y="6909"/>
                </a:lnTo>
                <a:lnTo>
                  <a:pt x="152497" y="6728"/>
                </a:lnTo>
                <a:lnTo>
                  <a:pt x="152528" y="6544"/>
                </a:lnTo>
                <a:lnTo>
                  <a:pt x="152555" y="6358"/>
                </a:lnTo>
                <a:lnTo>
                  <a:pt x="152575" y="6169"/>
                </a:lnTo>
                <a:lnTo>
                  <a:pt x="152589" y="5977"/>
                </a:lnTo>
                <a:lnTo>
                  <a:pt x="152598" y="5783"/>
                </a:lnTo>
                <a:lnTo>
                  <a:pt x="152601" y="5586"/>
                </a:lnTo>
                <a:lnTo>
                  <a:pt x="152598" y="5385"/>
                </a:lnTo>
                <a:lnTo>
                  <a:pt x="152589" y="5188"/>
                </a:lnTo>
                <a:lnTo>
                  <a:pt x="152575" y="4993"/>
                </a:lnTo>
                <a:lnTo>
                  <a:pt x="152555" y="4801"/>
                </a:lnTo>
                <a:lnTo>
                  <a:pt x="152528" y="4612"/>
                </a:lnTo>
                <a:lnTo>
                  <a:pt x="152497" y="4426"/>
                </a:lnTo>
                <a:lnTo>
                  <a:pt x="152459" y="4243"/>
                </a:lnTo>
                <a:lnTo>
                  <a:pt x="152416" y="4063"/>
                </a:lnTo>
                <a:lnTo>
                  <a:pt x="152366" y="3886"/>
                </a:lnTo>
                <a:lnTo>
                  <a:pt x="152311" y="3712"/>
                </a:lnTo>
                <a:lnTo>
                  <a:pt x="152251" y="3540"/>
                </a:lnTo>
                <a:lnTo>
                  <a:pt x="152184" y="3372"/>
                </a:lnTo>
                <a:lnTo>
                  <a:pt x="152112" y="3207"/>
                </a:lnTo>
                <a:lnTo>
                  <a:pt x="152034" y="3044"/>
                </a:lnTo>
                <a:lnTo>
                  <a:pt x="151950" y="2885"/>
                </a:lnTo>
                <a:lnTo>
                  <a:pt x="151860" y="2728"/>
                </a:lnTo>
                <a:lnTo>
                  <a:pt x="151764" y="2574"/>
                </a:lnTo>
                <a:lnTo>
                  <a:pt x="151663" y="2423"/>
                </a:lnTo>
                <a:lnTo>
                  <a:pt x="151556" y="2276"/>
                </a:lnTo>
                <a:lnTo>
                  <a:pt x="151443" y="2131"/>
                </a:lnTo>
                <a:lnTo>
                  <a:pt x="151324" y="1989"/>
                </a:lnTo>
                <a:lnTo>
                  <a:pt x="151200" y="1850"/>
                </a:lnTo>
                <a:lnTo>
                  <a:pt x="151070" y="1714"/>
                </a:lnTo>
                <a:lnTo>
                  <a:pt x="150934" y="1580"/>
                </a:lnTo>
                <a:lnTo>
                  <a:pt x="150792" y="1452"/>
                </a:lnTo>
                <a:lnTo>
                  <a:pt x="150646" y="1328"/>
                </a:lnTo>
                <a:lnTo>
                  <a:pt x="150494" y="1210"/>
                </a:lnTo>
                <a:lnTo>
                  <a:pt x="150337" y="1098"/>
                </a:lnTo>
                <a:lnTo>
                  <a:pt x="150174" y="991"/>
                </a:lnTo>
                <a:lnTo>
                  <a:pt x="150007" y="889"/>
                </a:lnTo>
                <a:lnTo>
                  <a:pt x="149834" y="793"/>
                </a:lnTo>
                <a:lnTo>
                  <a:pt x="149656" y="702"/>
                </a:lnTo>
                <a:lnTo>
                  <a:pt x="149473" y="617"/>
                </a:lnTo>
                <a:lnTo>
                  <a:pt x="149285" y="538"/>
                </a:lnTo>
                <a:lnTo>
                  <a:pt x="149092" y="464"/>
                </a:lnTo>
                <a:lnTo>
                  <a:pt x="148893" y="395"/>
                </a:lnTo>
                <a:lnTo>
                  <a:pt x="148689" y="332"/>
                </a:lnTo>
                <a:lnTo>
                  <a:pt x="148480" y="274"/>
                </a:lnTo>
                <a:lnTo>
                  <a:pt x="148266" y="222"/>
                </a:lnTo>
                <a:lnTo>
                  <a:pt x="148047" y="176"/>
                </a:lnTo>
                <a:lnTo>
                  <a:pt x="147823" y="134"/>
                </a:lnTo>
                <a:lnTo>
                  <a:pt x="147593" y="99"/>
                </a:lnTo>
                <a:lnTo>
                  <a:pt x="147358" y="69"/>
                </a:lnTo>
                <a:lnTo>
                  <a:pt x="147118" y="44"/>
                </a:lnTo>
                <a:lnTo>
                  <a:pt x="146873" y="25"/>
                </a:lnTo>
                <a:lnTo>
                  <a:pt x="146622" y="11"/>
                </a:lnTo>
                <a:lnTo>
                  <a:pt x="146367" y="3"/>
                </a:lnTo>
                <a:lnTo>
                  <a:pt x="146106" y="0"/>
                </a:lnTo>
                <a:lnTo>
                  <a:pt x="145845" y="3"/>
                </a:lnTo>
                <a:lnTo>
                  <a:pt x="145589" y="11"/>
                </a:lnTo>
                <a:lnTo>
                  <a:pt x="145339" y="25"/>
                </a:lnTo>
                <a:lnTo>
                  <a:pt x="145094" y="44"/>
                </a:lnTo>
                <a:lnTo>
                  <a:pt x="144853" y="69"/>
                </a:lnTo>
                <a:lnTo>
                  <a:pt x="144619" y="99"/>
                </a:lnTo>
                <a:lnTo>
                  <a:pt x="144389" y="134"/>
                </a:lnTo>
                <a:lnTo>
                  <a:pt x="144164" y="176"/>
                </a:lnTo>
                <a:lnTo>
                  <a:pt x="143945" y="222"/>
                </a:lnTo>
                <a:lnTo>
                  <a:pt x="143731" y="274"/>
                </a:lnTo>
                <a:lnTo>
                  <a:pt x="143522" y="332"/>
                </a:lnTo>
                <a:lnTo>
                  <a:pt x="143318" y="395"/>
                </a:lnTo>
                <a:lnTo>
                  <a:pt x="143120" y="464"/>
                </a:lnTo>
                <a:lnTo>
                  <a:pt x="142926" y="538"/>
                </a:lnTo>
                <a:lnTo>
                  <a:pt x="142738" y="617"/>
                </a:lnTo>
                <a:lnTo>
                  <a:pt x="142555" y="702"/>
                </a:lnTo>
                <a:lnTo>
                  <a:pt x="142377" y="793"/>
                </a:lnTo>
                <a:lnTo>
                  <a:pt x="142205" y="889"/>
                </a:lnTo>
                <a:lnTo>
                  <a:pt x="142037" y="991"/>
                </a:lnTo>
                <a:lnTo>
                  <a:pt x="141875" y="1098"/>
                </a:lnTo>
                <a:lnTo>
                  <a:pt x="141718" y="1210"/>
                </a:lnTo>
                <a:lnTo>
                  <a:pt x="141566" y="1328"/>
                </a:lnTo>
                <a:lnTo>
                  <a:pt x="141419" y="1452"/>
                </a:lnTo>
                <a:lnTo>
                  <a:pt x="141278" y="1580"/>
                </a:lnTo>
                <a:lnTo>
                  <a:pt x="141142" y="1714"/>
                </a:lnTo>
                <a:lnTo>
                  <a:pt x="141011" y="1850"/>
                </a:lnTo>
                <a:lnTo>
                  <a:pt x="140887" y="1989"/>
                </a:lnTo>
                <a:lnTo>
                  <a:pt x="140768" y="2131"/>
                </a:lnTo>
                <a:lnTo>
                  <a:pt x="140655" y="2276"/>
                </a:lnTo>
                <a:lnTo>
                  <a:pt x="140548" y="2423"/>
                </a:lnTo>
                <a:lnTo>
                  <a:pt x="140447" y="2574"/>
                </a:lnTo>
                <a:lnTo>
                  <a:pt x="140352" y="2728"/>
                </a:lnTo>
                <a:lnTo>
                  <a:pt x="140262" y="2885"/>
                </a:lnTo>
                <a:lnTo>
                  <a:pt x="140178" y="3044"/>
                </a:lnTo>
                <a:lnTo>
                  <a:pt x="140100" y="3207"/>
                </a:lnTo>
                <a:lnTo>
                  <a:pt x="140027" y="3372"/>
                </a:lnTo>
                <a:lnTo>
                  <a:pt x="139961" y="3540"/>
                </a:lnTo>
                <a:lnTo>
                  <a:pt x="139900" y="3712"/>
                </a:lnTo>
                <a:lnTo>
                  <a:pt x="139845" y="3886"/>
                </a:lnTo>
                <a:lnTo>
                  <a:pt x="139796" y="4063"/>
                </a:lnTo>
                <a:lnTo>
                  <a:pt x="139752" y="4243"/>
                </a:lnTo>
                <a:lnTo>
                  <a:pt x="139715" y="4426"/>
                </a:lnTo>
                <a:lnTo>
                  <a:pt x="139683" y="4612"/>
                </a:lnTo>
                <a:lnTo>
                  <a:pt x="139657" y="4801"/>
                </a:lnTo>
                <a:lnTo>
                  <a:pt x="139637" y="4993"/>
                </a:lnTo>
                <a:lnTo>
                  <a:pt x="139622" y="5188"/>
                </a:lnTo>
                <a:lnTo>
                  <a:pt x="139613" y="5385"/>
                </a:lnTo>
                <a:lnTo>
                  <a:pt x="139611" y="5586"/>
                </a:lnTo>
                <a:lnTo>
                  <a:pt x="139613" y="5783"/>
                </a:lnTo>
                <a:lnTo>
                  <a:pt x="139622" y="5977"/>
                </a:lnTo>
                <a:lnTo>
                  <a:pt x="139637" y="6169"/>
                </a:lnTo>
                <a:lnTo>
                  <a:pt x="139657" y="6358"/>
                </a:lnTo>
                <a:lnTo>
                  <a:pt x="139683" y="6544"/>
                </a:lnTo>
                <a:lnTo>
                  <a:pt x="139715" y="6728"/>
                </a:lnTo>
                <a:lnTo>
                  <a:pt x="139752" y="6909"/>
                </a:lnTo>
                <a:lnTo>
                  <a:pt x="139796" y="7087"/>
                </a:lnTo>
                <a:lnTo>
                  <a:pt x="139845" y="7262"/>
                </a:lnTo>
                <a:lnTo>
                  <a:pt x="139900" y="7435"/>
                </a:lnTo>
                <a:lnTo>
                  <a:pt x="139961" y="7605"/>
                </a:lnTo>
                <a:lnTo>
                  <a:pt x="140027" y="7772"/>
                </a:lnTo>
                <a:lnTo>
                  <a:pt x="140100" y="7937"/>
                </a:lnTo>
                <a:lnTo>
                  <a:pt x="140178" y="8099"/>
                </a:lnTo>
                <a:lnTo>
                  <a:pt x="140262" y="8258"/>
                </a:lnTo>
                <a:lnTo>
                  <a:pt x="140352" y="8415"/>
                </a:lnTo>
                <a:lnTo>
                  <a:pt x="140447" y="8569"/>
                </a:lnTo>
                <a:lnTo>
                  <a:pt x="140548" y="8720"/>
                </a:lnTo>
                <a:lnTo>
                  <a:pt x="140655" y="8868"/>
                </a:lnTo>
                <a:lnTo>
                  <a:pt x="140768" y="9014"/>
                </a:lnTo>
                <a:lnTo>
                  <a:pt x="140887" y="9157"/>
                </a:lnTo>
                <a:lnTo>
                  <a:pt x="141011" y="9297"/>
                </a:lnTo>
                <a:lnTo>
                  <a:pt x="141142" y="9435"/>
                </a:lnTo>
                <a:lnTo>
                  <a:pt x="141278" y="9569"/>
                </a:lnTo>
                <a:lnTo>
                  <a:pt x="141419" y="9700"/>
                </a:lnTo>
                <a:lnTo>
                  <a:pt x="141566" y="9825"/>
                </a:lnTo>
                <a:lnTo>
                  <a:pt x="141718" y="9945"/>
                </a:lnTo>
                <a:lnTo>
                  <a:pt x="141875" y="10059"/>
                </a:lnTo>
                <a:lnTo>
                  <a:pt x="142037" y="10167"/>
                </a:lnTo>
                <a:lnTo>
                  <a:pt x="142205" y="10270"/>
                </a:lnTo>
                <a:lnTo>
                  <a:pt x="142377" y="10368"/>
                </a:lnTo>
                <a:lnTo>
                  <a:pt x="142555" y="10460"/>
                </a:lnTo>
                <a:lnTo>
                  <a:pt x="142738" y="10546"/>
                </a:lnTo>
                <a:lnTo>
                  <a:pt x="142926" y="10626"/>
                </a:lnTo>
                <a:lnTo>
                  <a:pt x="143120" y="10702"/>
                </a:lnTo>
                <a:lnTo>
                  <a:pt x="143318" y="10771"/>
                </a:lnTo>
                <a:lnTo>
                  <a:pt x="143522" y="10835"/>
                </a:lnTo>
                <a:lnTo>
                  <a:pt x="143731" y="10893"/>
                </a:lnTo>
                <a:lnTo>
                  <a:pt x="143945" y="10946"/>
                </a:lnTo>
                <a:lnTo>
                  <a:pt x="144164" y="10994"/>
                </a:lnTo>
                <a:lnTo>
                  <a:pt x="144389" y="11035"/>
                </a:lnTo>
                <a:lnTo>
                  <a:pt x="144619" y="11071"/>
                </a:lnTo>
                <a:lnTo>
                  <a:pt x="144853" y="11102"/>
                </a:lnTo>
                <a:lnTo>
                  <a:pt x="145094" y="11127"/>
                </a:lnTo>
                <a:lnTo>
                  <a:pt x="145339" y="11147"/>
                </a:lnTo>
                <a:lnTo>
                  <a:pt x="145589" y="11160"/>
                </a:lnTo>
                <a:lnTo>
                  <a:pt x="145845" y="11169"/>
                </a:lnTo>
                <a:lnTo>
                  <a:pt x="146106" y="11172"/>
                </a:lnTo>
                <a:lnTo>
                  <a:pt x="146367" y="11169"/>
                </a:lnTo>
                <a:lnTo>
                  <a:pt x="146622" y="11160"/>
                </a:lnTo>
                <a:lnTo>
                  <a:pt x="146873" y="11147"/>
                </a:lnTo>
                <a:lnTo>
                  <a:pt x="147118" y="11127"/>
                </a:lnTo>
                <a:close/>
                <a:moveTo>
                  <a:pt x="125584" y="20611"/>
                </a:moveTo>
                <a:lnTo>
                  <a:pt x="125780" y="20510"/>
                </a:lnTo>
                <a:lnTo>
                  <a:pt x="125981" y="20415"/>
                </a:lnTo>
                <a:lnTo>
                  <a:pt x="126187" y="20327"/>
                </a:lnTo>
                <a:lnTo>
                  <a:pt x="126398" y="20245"/>
                </a:lnTo>
                <a:lnTo>
                  <a:pt x="126613" y="20170"/>
                </a:lnTo>
                <a:lnTo>
                  <a:pt x="126834" y="20101"/>
                </a:lnTo>
                <a:lnTo>
                  <a:pt x="127059" y="20039"/>
                </a:lnTo>
                <a:lnTo>
                  <a:pt x="127290" y="19983"/>
                </a:lnTo>
                <a:lnTo>
                  <a:pt x="127523" y="19932"/>
                </a:lnTo>
                <a:lnTo>
                  <a:pt x="127759" y="19883"/>
                </a:lnTo>
                <a:lnTo>
                  <a:pt x="127997" y="19836"/>
                </a:lnTo>
                <a:lnTo>
                  <a:pt x="128237" y="19791"/>
                </a:lnTo>
                <a:lnTo>
                  <a:pt x="128479" y="19749"/>
                </a:lnTo>
                <a:lnTo>
                  <a:pt x="128723" y="19709"/>
                </a:lnTo>
                <a:lnTo>
                  <a:pt x="128969" y="19670"/>
                </a:lnTo>
                <a:lnTo>
                  <a:pt x="129217" y="19634"/>
                </a:lnTo>
                <a:lnTo>
                  <a:pt x="129467" y="19601"/>
                </a:lnTo>
                <a:lnTo>
                  <a:pt x="129719" y="19569"/>
                </a:lnTo>
                <a:lnTo>
                  <a:pt x="129973" y="19540"/>
                </a:lnTo>
                <a:lnTo>
                  <a:pt x="130229" y="19512"/>
                </a:lnTo>
                <a:lnTo>
                  <a:pt x="130487" y="19487"/>
                </a:lnTo>
                <a:lnTo>
                  <a:pt x="130747" y="19464"/>
                </a:lnTo>
                <a:lnTo>
                  <a:pt x="131009" y="19444"/>
                </a:lnTo>
                <a:lnTo>
                  <a:pt x="131273" y="19425"/>
                </a:lnTo>
                <a:lnTo>
                  <a:pt x="131540" y="19409"/>
                </a:lnTo>
                <a:lnTo>
                  <a:pt x="131808" y="19395"/>
                </a:lnTo>
                <a:lnTo>
                  <a:pt x="132078" y="19383"/>
                </a:lnTo>
                <a:lnTo>
                  <a:pt x="132350" y="19373"/>
                </a:lnTo>
                <a:lnTo>
                  <a:pt x="132625" y="19365"/>
                </a:lnTo>
                <a:lnTo>
                  <a:pt x="132901" y="19360"/>
                </a:lnTo>
                <a:lnTo>
                  <a:pt x="133180" y="19357"/>
                </a:lnTo>
                <a:lnTo>
                  <a:pt x="133460" y="19355"/>
                </a:lnTo>
                <a:lnTo>
                  <a:pt x="133460" y="10998"/>
                </a:lnTo>
                <a:lnTo>
                  <a:pt x="133048" y="11005"/>
                </a:lnTo>
                <a:lnTo>
                  <a:pt x="132640" y="11017"/>
                </a:lnTo>
                <a:lnTo>
                  <a:pt x="132238" y="11034"/>
                </a:lnTo>
                <a:lnTo>
                  <a:pt x="131840" y="11057"/>
                </a:lnTo>
                <a:lnTo>
                  <a:pt x="131448" y="11086"/>
                </a:lnTo>
                <a:lnTo>
                  <a:pt x="131061" y="11120"/>
                </a:lnTo>
                <a:lnTo>
                  <a:pt x="130679" y="11160"/>
                </a:lnTo>
                <a:lnTo>
                  <a:pt x="130301" y="11205"/>
                </a:lnTo>
                <a:lnTo>
                  <a:pt x="129929" y="11256"/>
                </a:lnTo>
                <a:lnTo>
                  <a:pt x="129562" y="11313"/>
                </a:lnTo>
                <a:lnTo>
                  <a:pt x="129200" y="11375"/>
                </a:lnTo>
                <a:lnTo>
                  <a:pt x="128843" y="11442"/>
                </a:lnTo>
                <a:lnTo>
                  <a:pt x="128491" y="11515"/>
                </a:lnTo>
                <a:lnTo>
                  <a:pt x="128144" y="11594"/>
                </a:lnTo>
                <a:lnTo>
                  <a:pt x="127802" y="11678"/>
                </a:lnTo>
                <a:lnTo>
                  <a:pt x="127465" y="11768"/>
                </a:lnTo>
                <a:lnTo>
                  <a:pt x="127133" y="11864"/>
                </a:lnTo>
                <a:lnTo>
                  <a:pt x="126807" y="11965"/>
                </a:lnTo>
                <a:lnTo>
                  <a:pt x="126485" y="12071"/>
                </a:lnTo>
                <a:lnTo>
                  <a:pt x="126168" y="12183"/>
                </a:lnTo>
                <a:lnTo>
                  <a:pt x="125856" y="12301"/>
                </a:lnTo>
                <a:lnTo>
                  <a:pt x="125550" y="12424"/>
                </a:lnTo>
                <a:lnTo>
                  <a:pt x="125248" y="12553"/>
                </a:lnTo>
                <a:lnTo>
                  <a:pt x="124951" y="12687"/>
                </a:lnTo>
                <a:lnTo>
                  <a:pt x="124660" y="12829"/>
                </a:lnTo>
                <a:lnTo>
                  <a:pt x="124376" y="12981"/>
                </a:lnTo>
                <a:lnTo>
                  <a:pt x="124098" y="13143"/>
                </a:lnTo>
                <a:lnTo>
                  <a:pt x="123826" y="13315"/>
                </a:lnTo>
                <a:lnTo>
                  <a:pt x="123561" y="13497"/>
                </a:lnTo>
                <a:lnTo>
                  <a:pt x="123302" y="13688"/>
                </a:lnTo>
                <a:lnTo>
                  <a:pt x="123049" y="13890"/>
                </a:lnTo>
                <a:lnTo>
                  <a:pt x="122803" y="14102"/>
                </a:lnTo>
                <a:lnTo>
                  <a:pt x="122563" y="14323"/>
                </a:lnTo>
                <a:lnTo>
                  <a:pt x="122330" y="14554"/>
                </a:lnTo>
                <a:lnTo>
                  <a:pt x="122103" y="14796"/>
                </a:lnTo>
                <a:lnTo>
                  <a:pt x="121882" y="15047"/>
                </a:lnTo>
                <a:lnTo>
                  <a:pt x="121668" y="15308"/>
                </a:lnTo>
                <a:lnTo>
                  <a:pt x="121460" y="15579"/>
                </a:lnTo>
                <a:lnTo>
                  <a:pt x="121259" y="15860"/>
                </a:lnTo>
                <a:lnTo>
                  <a:pt x="121064" y="16151"/>
                </a:lnTo>
                <a:lnTo>
                  <a:pt x="120875" y="16452"/>
                </a:lnTo>
                <a:lnTo>
                  <a:pt x="120693" y="16763"/>
                </a:lnTo>
                <a:lnTo>
                  <a:pt x="120517" y="17083"/>
                </a:lnTo>
                <a:lnTo>
                  <a:pt x="120348" y="17414"/>
                </a:lnTo>
                <a:lnTo>
                  <a:pt x="120185" y="17755"/>
                </a:lnTo>
                <a:lnTo>
                  <a:pt x="120028" y="18105"/>
                </a:lnTo>
                <a:lnTo>
                  <a:pt x="120012" y="18143"/>
                </a:lnTo>
                <a:lnTo>
                  <a:pt x="119893" y="18095"/>
                </a:lnTo>
                <a:lnTo>
                  <a:pt x="119531" y="17961"/>
                </a:lnTo>
                <a:lnTo>
                  <a:pt x="119161" y="17833"/>
                </a:lnTo>
                <a:lnTo>
                  <a:pt x="118785" y="17712"/>
                </a:lnTo>
                <a:lnTo>
                  <a:pt x="118401" y="17598"/>
                </a:lnTo>
                <a:lnTo>
                  <a:pt x="118010" y="17491"/>
                </a:lnTo>
                <a:lnTo>
                  <a:pt x="117612" y="17391"/>
                </a:lnTo>
                <a:lnTo>
                  <a:pt x="117207" y="17298"/>
                </a:lnTo>
                <a:lnTo>
                  <a:pt x="116795" y="17211"/>
                </a:lnTo>
                <a:lnTo>
                  <a:pt x="116375" y="17132"/>
                </a:lnTo>
                <a:lnTo>
                  <a:pt x="115949" y="17059"/>
                </a:lnTo>
                <a:lnTo>
                  <a:pt x="115515" y="16994"/>
                </a:lnTo>
                <a:lnTo>
                  <a:pt x="115074" y="16935"/>
                </a:lnTo>
                <a:lnTo>
                  <a:pt x="114626" y="16883"/>
                </a:lnTo>
                <a:lnTo>
                  <a:pt x="114171" y="16838"/>
                </a:lnTo>
                <a:lnTo>
                  <a:pt x="113709" y="16800"/>
                </a:lnTo>
                <a:lnTo>
                  <a:pt x="113239" y="16769"/>
                </a:lnTo>
                <a:lnTo>
                  <a:pt x="112763" y="16745"/>
                </a:lnTo>
                <a:lnTo>
                  <a:pt x="112279" y="16728"/>
                </a:lnTo>
                <a:lnTo>
                  <a:pt x="111788" y="16718"/>
                </a:lnTo>
                <a:lnTo>
                  <a:pt x="111290" y="16714"/>
                </a:lnTo>
                <a:lnTo>
                  <a:pt x="110806" y="16718"/>
                </a:lnTo>
                <a:lnTo>
                  <a:pt x="110328" y="16728"/>
                </a:lnTo>
                <a:lnTo>
                  <a:pt x="109856" y="16745"/>
                </a:lnTo>
                <a:lnTo>
                  <a:pt x="109391" y="16769"/>
                </a:lnTo>
                <a:lnTo>
                  <a:pt x="108931" y="16800"/>
                </a:lnTo>
                <a:lnTo>
                  <a:pt x="108478" y="16838"/>
                </a:lnTo>
                <a:lnTo>
                  <a:pt x="108031" y="16883"/>
                </a:lnTo>
                <a:lnTo>
                  <a:pt x="107590" y="16935"/>
                </a:lnTo>
                <a:lnTo>
                  <a:pt x="107155" y="16994"/>
                </a:lnTo>
                <a:lnTo>
                  <a:pt x="106727" y="17059"/>
                </a:lnTo>
                <a:lnTo>
                  <a:pt x="106304" y="17132"/>
                </a:lnTo>
                <a:lnTo>
                  <a:pt x="105888" y="17211"/>
                </a:lnTo>
                <a:lnTo>
                  <a:pt x="105478" y="17298"/>
                </a:lnTo>
                <a:lnTo>
                  <a:pt x="105074" y="17391"/>
                </a:lnTo>
                <a:lnTo>
                  <a:pt x="104677" y="17491"/>
                </a:lnTo>
                <a:lnTo>
                  <a:pt x="104285" y="17598"/>
                </a:lnTo>
                <a:lnTo>
                  <a:pt x="103899" y="17712"/>
                </a:lnTo>
                <a:lnTo>
                  <a:pt x="103520" y="17833"/>
                </a:lnTo>
                <a:lnTo>
                  <a:pt x="103147" y="17961"/>
                </a:lnTo>
                <a:lnTo>
                  <a:pt x="102780" y="18095"/>
                </a:lnTo>
                <a:lnTo>
                  <a:pt x="102419" y="18237"/>
                </a:lnTo>
                <a:lnTo>
                  <a:pt x="102065" y="18385"/>
                </a:lnTo>
                <a:lnTo>
                  <a:pt x="101716" y="18541"/>
                </a:lnTo>
                <a:lnTo>
                  <a:pt x="101374" y="18703"/>
                </a:lnTo>
                <a:lnTo>
                  <a:pt x="101038" y="18871"/>
                </a:lnTo>
                <a:lnTo>
                  <a:pt x="100709" y="19044"/>
                </a:lnTo>
                <a:lnTo>
                  <a:pt x="100387" y="19221"/>
                </a:lnTo>
                <a:lnTo>
                  <a:pt x="100072" y="19403"/>
                </a:lnTo>
                <a:lnTo>
                  <a:pt x="99764" y="19589"/>
                </a:lnTo>
                <a:lnTo>
                  <a:pt x="99462" y="19780"/>
                </a:lnTo>
                <a:lnTo>
                  <a:pt x="99167" y="19976"/>
                </a:lnTo>
                <a:lnTo>
                  <a:pt x="98880" y="20176"/>
                </a:lnTo>
                <a:lnTo>
                  <a:pt x="98599" y="20380"/>
                </a:lnTo>
                <a:lnTo>
                  <a:pt x="98324" y="20590"/>
                </a:lnTo>
                <a:lnTo>
                  <a:pt x="98057" y="20803"/>
                </a:lnTo>
                <a:lnTo>
                  <a:pt x="97796" y="21022"/>
                </a:lnTo>
                <a:lnTo>
                  <a:pt x="97543" y="21245"/>
                </a:lnTo>
                <a:lnTo>
                  <a:pt x="97296" y="21472"/>
                </a:lnTo>
                <a:lnTo>
                  <a:pt x="97056" y="21704"/>
                </a:lnTo>
                <a:lnTo>
                  <a:pt x="96823" y="21941"/>
                </a:lnTo>
                <a:lnTo>
                  <a:pt x="96596" y="22182"/>
                </a:lnTo>
                <a:lnTo>
                  <a:pt x="96377" y="22428"/>
                </a:lnTo>
                <a:lnTo>
                  <a:pt x="96164" y="22679"/>
                </a:lnTo>
                <a:lnTo>
                  <a:pt x="95959" y="22934"/>
                </a:lnTo>
                <a:lnTo>
                  <a:pt x="95760" y="23193"/>
                </a:lnTo>
                <a:lnTo>
                  <a:pt x="95567" y="23457"/>
                </a:lnTo>
                <a:lnTo>
                  <a:pt x="95382" y="23726"/>
                </a:lnTo>
                <a:lnTo>
                  <a:pt x="95204" y="23999"/>
                </a:lnTo>
                <a:lnTo>
                  <a:pt x="95032" y="24276"/>
                </a:lnTo>
                <a:lnTo>
                  <a:pt x="94868" y="24556"/>
                </a:lnTo>
                <a:lnTo>
                  <a:pt x="94712" y="24839"/>
                </a:lnTo>
                <a:lnTo>
                  <a:pt x="94562" y="25124"/>
                </a:lnTo>
                <a:lnTo>
                  <a:pt x="94420" y="25412"/>
                </a:lnTo>
                <a:lnTo>
                  <a:pt x="94285" y="25703"/>
                </a:lnTo>
                <a:lnTo>
                  <a:pt x="94157" y="25997"/>
                </a:lnTo>
                <a:lnTo>
                  <a:pt x="94037" y="26293"/>
                </a:lnTo>
                <a:lnTo>
                  <a:pt x="93924" y="26592"/>
                </a:lnTo>
                <a:lnTo>
                  <a:pt x="93818" y="26894"/>
                </a:lnTo>
                <a:lnTo>
                  <a:pt x="93720" y="27199"/>
                </a:lnTo>
                <a:lnTo>
                  <a:pt x="93629" y="27507"/>
                </a:lnTo>
                <a:lnTo>
                  <a:pt x="93545" y="27817"/>
                </a:lnTo>
                <a:lnTo>
                  <a:pt x="93468" y="28130"/>
                </a:lnTo>
                <a:lnTo>
                  <a:pt x="93399" y="28446"/>
                </a:lnTo>
                <a:lnTo>
                  <a:pt x="93337" y="28765"/>
                </a:lnTo>
                <a:lnTo>
                  <a:pt x="93282" y="29086"/>
                </a:lnTo>
                <a:lnTo>
                  <a:pt x="93235" y="29411"/>
                </a:lnTo>
                <a:lnTo>
                  <a:pt x="93195" y="29738"/>
                </a:lnTo>
                <a:lnTo>
                  <a:pt x="93162" y="30068"/>
                </a:lnTo>
                <a:lnTo>
                  <a:pt x="93137" y="30400"/>
                </a:lnTo>
                <a:lnTo>
                  <a:pt x="93118" y="30736"/>
                </a:lnTo>
                <a:lnTo>
                  <a:pt x="93107" y="31074"/>
                </a:lnTo>
                <a:lnTo>
                  <a:pt x="93104" y="31415"/>
                </a:lnTo>
                <a:lnTo>
                  <a:pt x="93107" y="31734"/>
                </a:lnTo>
                <a:lnTo>
                  <a:pt x="93118" y="32052"/>
                </a:lnTo>
                <a:lnTo>
                  <a:pt x="93136" y="32369"/>
                </a:lnTo>
                <a:lnTo>
                  <a:pt x="93161" y="32683"/>
                </a:lnTo>
                <a:lnTo>
                  <a:pt x="93194" y="32996"/>
                </a:lnTo>
                <a:lnTo>
                  <a:pt x="93234" y="33306"/>
                </a:lnTo>
                <a:lnTo>
                  <a:pt x="93281" y="33615"/>
                </a:lnTo>
                <a:lnTo>
                  <a:pt x="93335" y="33923"/>
                </a:lnTo>
                <a:lnTo>
                  <a:pt x="93396" y="34228"/>
                </a:lnTo>
                <a:lnTo>
                  <a:pt x="93465" y="34531"/>
                </a:lnTo>
                <a:lnTo>
                  <a:pt x="93540" y="34833"/>
                </a:lnTo>
                <a:lnTo>
                  <a:pt x="93623" y="35133"/>
                </a:lnTo>
                <a:lnTo>
                  <a:pt x="93714" y="35431"/>
                </a:lnTo>
                <a:lnTo>
                  <a:pt x="93811" y="35728"/>
                </a:lnTo>
                <a:lnTo>
                  <a:pt x="93916" y="36022"/>
                </a:lnTo>
                <a:lnTo>
                  <a:pt x="94027" y="36315"/>
                </a:lnTo>
                <a:lnTo>
                  <a:pt x="94147" y="36606"/>
                </a:lnTo>
                <a:lnTo>
                  <a:pt x="94273" y="36895"/>
                </a:lnTo>
                <a:lnTo>
                  <a:pt x="94406" y="37182"/>
                </a:lnTo>
                <a:lnTo>
                  <a:pt x="94547" y="37468"/>
                </a:lnTo>
                <a:lnTo>
                  <a:pt x="94695" y="37751"/>
                </a:lnTo>
                <a:lnTo>
                  <a:pt x="94850" y="38033"/>
                </a:lnTo>
                <a:lnTo>
                  <a:pt x="95013" y="38313"/>
                </a:lnTo>
                <a:lnTo>
                  <a:pt x="95182" y="38592"/>
                </a:lnTo>
                <a:lnTo>
                  <a:pt x="95359" y="38867"/>
                </a:lnTo>
                <a:lnTo>
                  <a:pt x="95542" y="39138"/>
                </a:lnTo>
                <a:lnTo>
                  <a:pt x="95732" y="39404"/>
                </a:lnTo>
                <a:lnTo>
                  <a:pt x="95929" y="39665"/>
                </a:lnTo>
                <a:lnTo>
                  <a:pt x="96133" y="39922"/>
                </a:lnTo>
                <a:lnTo>
                  <a:pt x="96343" y="40175"/>
                </a:lnTo>
                <a:lnTo>
                  <a:pt x="96560" y="40423"/>
                </a:lnTo>
                <a:lnTo>
                  <a:pt x="96784" y="40667"/>
                </a:lnTo>
                <a:lnTo>
                  <a:pt x="97015" y="40906"/>
                </a:lnTo>
                <a:lnTo>
                  <a:pt x="97252" y="41141"/>
                </a:lnTo>
                <a:lnTo>
                  <a:pt x="97497" y="41371"/>
                </a:lnTo>
                <a:lnTo>
                  <a:pt x="97748" y="41596"/>
                </a:lnTo>
                <a:lnTo>
                  <a:pt x="98005" y="41818"/>
                </a:lnTo>
                <a:lnTo>
                  <a:pt x="98270" y="42034"/>
                </a:lnTo>
                <a:lnTo>
                  <a:pt x="98541" y="42246"/>
                </a:lnTo>
                <a:lnTo>
                  <a:pt x="98819" y="42454"/>
                </a:lnTo>
                <a:lnTo>
                  <a:pt x="99104" y="42657"/>
                </a:lnTo>
                <a:lnTo>
                  <a:pt x="99396" y="42856"/>
                </a:lnTo>
                <a:lnTo>
                  <a:pt x="99664" y="43030"/>
                </a:lnTo>
                <a:lnTo>
                  <a:pt x="99551" y="43075"/>
                </a:lnTo>
                <a:lnTo>
                  <a:pt x="99251" y="43199"/>
                </a:lnTo>
                <a:lnTo>
                  <a:pt x="98958" y="43325"/>
                </a:lnTo>
                <a:lnTo>
                  <a:pt x="98673" y="43452"/>
                </a:lnTo>
                <a:lnTo>
                  <a:pt x="98394" y="43581"/>
                </a:lnTo>
                <a:lnTo>
                  <a:pt x="98123" y="43712"/>
                </a:lnTo>
                <a:lnTo>
                  <a:pt x="97859" y="43844"/>
                </a:lnTo>
                <a:lnTo>
                  <a:pt x="97602" y="43977"/>
                </a:lnTo>
                <a:lnTo>
                  <a:pt x="97352" y="44112"/>
                </a:lnTo>
                <a:lnTo>
                  <a:pt x="97109" y="44249"/>
                </a:lnTo>
                <a:lnTo>
                  <a:pt x="96873" y="44388"/>
                </a:lnTo>
                <a:lnTo>
                  <a:pt x="96645" y="44528"/>
                </a:lnTo>
                <a:lnTo>
                  <a:pt x="96423" y="44669"/>
                </a:lnTo>
                <a:lnTo>
                  <a:pt x="96209" y="44812"/>
                </a:lnTo>
                <a:lnTo>
                  <a:pt x="96002" y="44957"/>
                </a:lnTo>
                <a:lnTo>
                  <a:pt x="95802" y="45103"/>
                </a:lnTo>
                <a:lnTo>
                  <a:pt x="95609" y="45251"/>
                </a:lnTo>
                <a:lnTo>
                  <a:pt x="95424" y="45400"/>
                </a:lnTo>
                <a:lnTo>
                  <a:pt x="95245" y="45551"/>
                </a:lnTo>
                <a:lnTo>
                  <a:pt x="95074" y="45704"/>
                </a:lnTo>
                <a:lnTo>
                  <a:pt x="94910" y="45859"/>
                </a:lnTo>
                <a:lnTo>
                  <a:pt x="94752" y="46016"/>
                </a:lnTo>
                <a:lnTo>
                  <a:pt x="94602" y="46176"/>
                </a:lnTo>
                <a:lnTo>
                  <a:pt x="94459" y="46340"/>
                </a:lnTo>
                <a:lnTo>
                  <a:pt x="94322" y="46505"/>
                </a:lnTo>
                <a:lnTo>
                  <a:pt x="94193" y="46674"/>
                </a:lnTo>
                <a:lnTo>
                  <a:pt x="94071" y="46846"/>
                </a:lnTo>
                <a:lnTo>
                  <a:pt x="93955" y="47020"/>
                </a:lnTo>
                <a:lnTo>
                  <a:pt x="93847" y="47197"/>
                </a:lnTo>
                <a:lnTo>
                  <a:pt x="93746" y="47377"/>
                </a:lnTo>
                <a:lnTo>
                  <a:pt x="93651" y="47559"/>
                </a:lnTo>
                <a:lnTo>
                  <a:pt x="93564" y="47744"/>
                </a:lnTo>
                <a:lnTo>
                  <a:pt x="93483" y="47933"/>
                </a:lnTo>
                <a:lnTo>
                  <a:pt x="93410" y="48123"/>
                </a:lnTo>
                <a:lnTo>
                  <a:pt x="93344" y="48317"/>
                </a:lnTo>
                <a:lnTo>
                  <a:pt x="93284" y="48514"/>
                </a:lnTo>
                <a:lnTo>
                  <a:pt x="93232" y="48713"/>
                </a:lnTo>
                <a:lnTo>
                  <a:pt x="93186" y="48915"/>
                </a:lnTo>
                <a:lnTo>
                  <a:pt x="93148" y="49120"/>
                </a:lnTo>
                <a:lnTo>
                  <a:pt x="93116" y="49327"/>
                </a:lnTo>
                <a:lnTo>
                  <a:pt x="93092" y="49538"/>
                </a:lnTo>
                <a:lnTo>
                  <a:pt x="93074" y="49751"/>
                </a:lnTo>
                <a:lnTo>
                  <a:pt x="93064" y="49967"/>
                </a:lnTo>
                <a:lnTo>
                  <a:pt x="93060" y="50186"/>
                </a:lnTo>
                <a:lnTo>
                  <a:pt x="93063" y="50326"/>
                </a:lnTo>
                <a:lnTo>
                  <a:pt x="93069" y="50467"/>
                </a:lnTo>
                <a:lnTo>
                  <a:pt x="93081" y="50608"/>
                </a:lnTo>
                <a:lnTo>
                  <a:pt x="93096" y="50750"/>
                </a:lnTo>
                <a:lnTo>
                  <a:pt x="93117" y="50891"/>
                </a:lnTo>
                <a:lnTo>
                  <a:pt x="93142" y="51033"/>
                </a:lnTo>
                <a:lnTo>
                  <a:pt x="93171" y="51174"/>
                </a:lnTo>
                <a:lnTo>
                  <a:pt x="93205" y="51316"/>
                </a:lnTo>
                <a:lnTo>
                  <a:pt x="93243" y="51458"/>
                </a:lnTo>
                <a:lnTo>
                  <a:pt x="93286" y="51600"/>
                </a:lnTo>
                <a:lnTo>
                  <a:pt x="93333" y="51743"/>
                </a:lnTo>
                <a:lnTo>
                  <a:pt x="93385" y="51885"/>
                </a:lnTo>
                <a:lnTo>
                  <a:pt x="93442" y="52028"/>
                </a:lnTo>
                <a:lnTo>
                  <a:pt x="93502" y="52170"/>
                </a:lnTo>
                <a:lnTo>
                  <a:pt x="93568" y="52313"/>
                </a:lnTo>
                <a:lnTo>
                  <a:pt x="93638" y="52456"/>
                </a:lnTo>
                <a:lnTo>
                  <a:pt x="93712" y="52600"/>
                </a:lnTo>
                <a:lnTo>
                  <a:pt x="93791" y="52743"/>
                </a:lnTo>
                <a:lnTo>
                  <a:pt x="93875" y="52886"/>
                </a:lnTo>
                <a:lnTo>
                  <a:pt x="93963" y="53030"/>
                </a:lnTo>
                <a:lnTo>
                  <a:pt x="94055" y="53174"/>
                </a:lnTo>
                <a:lnTo>
                  <a:pt x="94152" y="53318"/>
                </a:lnTo>
                <a:lnTo>
                  <a:pt x="94253" y="53462"/>
                </a:lnTo>
                <a:lnTo>
                  <a:pt x="94359" y="53606"/>
                </a:lnTo>
                <a:lnTo>
                  <a:pt x="94470" y="53750"/>
                </a:lnTo>
                <a:lnTo>
                  <a:pt x="94586" y="53892"/>
                </a:lnTo>
                <a:lnTo>
                  <a:pt x="94708" y="54033"/>
                </a:lnTo>
                <a:lnTo>
                  <a:pt x="94835" y="54172"/>
                </a:lnTo>
                <a:lnTo>
                  <a:pt x="94966" y="54310"/>
                </a:lnTo>
                <a:lnTo>
                  <a:pt x="95104" y="54447"/>
                </a:lnTo>
                <a:lnTo>
                  <a:pt x="95246" y="54582"/>
                </a:lnTo>
                <a:lnTo>
                  <a:pt x="95394" y="54715"/>
                </a:lnTo>
                <a:lnTo>
                  <a:pt x="95547" y="54847"/>
                </a:lnTo>
                <a:lnTo>
                  <a:pt x="95705" y="54978"/>
                </a:lnTo>
                <a:lnTo>
                  <a:pt x="95869" y="55108"/>
                </a:lnTo>
                <a:lnTo>
                  <a:pt x="96037" y="55235"/>
                </a:lnTo>
                <a:lnTo>
                  <a:pt x="96211" y="55362"/>
                </a:lnTo>
                <a:lnTo>
                  <a:pt x="96391" y="55487"/>
                </a:lnTo>
                <a:lnTo>
                  <a:pt x="96575" y="55611"/>
                </a:lnTo>
                <a:lnTo>
                  <a:pt x="96765" y="55733"/>
                </a:lnTo>
                <a:lnTo>
                  <a:pt x="96960" y="55854"/>
                </a:lnTo>
                <a:lnTo>
                  <a:pt x="97160" y="55973"/>
                </a:lnTo>
                <a:lnTo>
                  <a:pt x="97366" y="56091"/>
                </a:lnTo>
                <a:lnTo>
                  <a:pt x="97577" y="56207"/>
                </a:lnTo>
                <a:lnTo>
                  <a:pt x="97793" y="56322"/>
                </a:lnTo>
                <a:lnTo>
                  <a:pt x="98014" y="56436"/>
                </a:lnTo>
                <a:lnTo>
                  <a:pt x="98124" y="56490"/>
                </a:lnTo>
                <a:lnTo>
                  <a:pt x="97962" y="56557"/>
                </a:lnTo>
                <a:lnTo>
                  <a:pt x="97559" y="56735"/>
                </a:lnTo>
                <a:lnTo>
                  <a:pt x="97170" y="56918"/>
                </a:lnTo>
                <a:lnTo>
                  <a:pt x="96795" y="57108"/>
                </a:lnTo>
                <a:lnTo>
                  <a:pt x="96434" y="57302"/>
                </a:lnTo>
                <a:lnTo>
                  <a:pt x="96087" y="57503"/>
                </a:lnTo>
                <a:lnTo>
                  <a:pt x="95753" y="57709"/>
                </a:lnTo>
                <a:lnTo>
                  <a:pt x="95434" y="57921"/>
                </a:lnTo>
                <a:lnTo>
                  <a:pt x="95128" y="58138"/>
                </a:lnTo>
                <a:lnTo>
                  <a:pt x="94836" y="58361"/>
                </a:lnTo>
                <a:lnTo>
                  <a:pt x="94557" y="58589"/>
                </a:lnTo>
                <a:lnTo>
                  <a:pt x="94289" y="58819"/>
                </a:lnTo>
                <a:lnTo>
                  <a:pt x="94034" y="59053"/>
                </a:lnTo>
                <a:lnTo>
                  <a:pt x="93791" y="59289"/>
                </a:lnTo>
                <a:lnTo>
                  <a:pt x="93559" y="59529"/>
                </a:lnTo>
                <a:lnTo>
                  <a:pt x="93339" y="59772"/>
                </a:lnTo>
                <a:lnTo>
                  <a:pt x="93131" y="60018"/>
                </a:lnTo>
                <a:lnTo>
                  <a:pt x="92935" y="60267"/>
                </a:lnTo>
                <a:lnTo>
                  <a:pt x="92751" y="60519"/>
                </a:lnTo>
                <a:lnTo>
                  <a:pt x="92579" y="60774"/>
                </a:lnTo>
                <a:lnTo>
                  <a:pt x="92419" y="61033"/>
                </a:lnTo>
                <a:lnTo>
                  <a:pt x="92270" y="61294"/>
                </a:lnTo>
                <a:lnTo>
                  <a:pt x="92134" y="61559"/>
                </a:lnTo>
                <a:lnTo>
                  <a:pt x="92009" y="61826"/>
                </a:lnTo>
                <a:lnTo>
                  <a:pt x="91896" y="62097"/>
                </a:lnTo>
                <a:lnTo>
                  <a:pt x="91795" y="62371"/>
                </a:lnTo>
                <a:lnTo>
                  <a:pt x="91706" y="62648"/>
                </a:lnTo>
                <a:lnTo>
                  <a:pt x="91629" y="62928"/>
                </a:lnTo>
                <a:lnTo>
                  <a:pt x="91563" y="63211"/>
                </a:lnTo>
                <a:lnTo>
                  <a:pt x="91510" y="63497"/>
                </a:lnTo>
                <a:lnTo>
                  <a:pt x="91468" y="63786"/>
                </a:lnTo>
                <a:lnTo>
                  <a:pt x="91439" y="64078"/>
                </a:lnTo>
                <a:lnTo>
                  <a:pt x="91421" y="64374"/>
                </a:lnTo>
                <a:lnTo>
                  <a:pt x="91415" y="64672"/>
                </a:lnTo>
                <a:lnTo>
                  <a:pt x="91418" y="64917"/>
                </a:lnTo>
                <a:lnTo>
                  <a:pt x="91429" y="65161"/>
                </a:lnTo>
                <a:lnTo>
                  <a:pt x="91445" y="65403"/>
                </a:lnTo>
                <a:lnTo>
                  <a:pt x="91469" y="65644"/>
                </a:lnTo>
                <a:lnTo>
                  <a:pt x="91500" y="65884"/>
                </a:lnTo>
                <a:lnTo>
                  <a:pt x="91537" y="66121"/>
                </a:lnTo>
                <a:lnTo>
                  <a:pt x="91581" y="66358"/>
                </a:lnTo>
                <a:lnTo>
                  <a:pt x="91631" y="66593"/>
                </a:lnTo>
                <a:lnTo>
                  <a:pt x="91689" y="66827"/>
                </a:lnTo>
                <a:lnTo>
                  <a:pt x="91753" y="67059"/>
                </a:lnTo>
                <a:lnTo>
                  <a:pt x="91824" y="67290"/>
                </a:lnTo>
                <a:lnTo>
                  <a:pt x="91902" y="67519"/>
                </a:lnTo>
                <a:lnTo>
                  <a:pt x="91987" y="67747"/>
                </a:lnTo>
                <a:lnTo>
                  <a:pt x="92078" y="67973"/>
                </a:lnTo>
                <a:lnTo>
                  <a:pt x="92176" y="68198"/>
                </a:lnTo>
                <a:lnTo>
                  <a:pt x="92281" y="68422"/>
                </a:lnTo>
                <a:lnTo>
                  <a:pt x="92393" y="68644"/>
                </a:lnTo>
                <a:lnTo>
                  <a:pt x="92511" y="68865"/>
                </a:lnTo>
                <a:lnTo>
                  <a:pt x="92636" y="69084"/>
                </a:lnTo>
                <a:lnTo>
                  <a:pt x="92768" y="69302"/>
                </a:lnTo>
                <a:lnTo>
                  <a:pt x="92907" y="69519"/>
                </a:lnTo>
                <a:lnTo>
                  <a:pt x="93052" y="69734"/>
                </a:lnTo>
                <a:lnTo>
                  <a:pt x="93205" y="69947"/>
                </a:lnTo>
                <a:lnTo>
                  <a:pt x="93364" y="70159"/>
                </a:lnTo>
                <a:lnTo>
                  <a:pt x="93530" y="70369"/>
                </a:lnTo>
                <a:lnTo>
                  <a:pt x="93706" y="70575"/>
                </a:lnTo>
                <a:lnTo>
                  <a:pt x="93890" y="70778"/>
                </a:lnTo>
                <a:lnTo>
                  <a:pt x="94083" y="70978"/>
                </a:lnTo>
                <a:lnTo>
                  <a:pt x="94284" y="71174"/>
                </a:lnTo>
                <a:lnTo>
                  <a:pt x="94495" y="71367"/>
                </a:lnTo>
                <a:lnTo>
                  <a:pt x="94714" y="71556"/>
                </a:lnTo>
                <a:lnTo>
                  <a:pt x="94942" y="71742"/>
                </a:lnTo>
                <a:lnTo>
                  <a:pt x="95178" y="71925"/>
                </a:lnTo>
                <a:lnTo>
                  <a:pt x="95423" y="72104"/>
                </a:lnTo>
                <a:lnTo>
                  <a:pt x="95677" y="72280"/>
                </a:lnTo>
                <a:lnTo>
                  <a:pt x="95940" y="72453"/>
                </a:lnTo>
                <a:lnTo>
                  <a:pt x="96211" y="72622"/>
                </a:lnTo>
                <a:lnTo>
                  <a:pt x="96491" y="72787"/>
                </a:lnTo>
                <a:lnTo>
                  <a:pt x="96780" y="72950"/>
                </a:lnTo>
                <a:lnTo>
                  <a:pt x="97078" y="73109"/>
                </a:lnTo>
                <a:lnTo>
                  <a:pt x="97384" y="73264"/>
                </a:lnTo>
                <a:lnTo>
                  <a:pt x="97699" y="73416"/>
                </a:lnTo>
                <a:lnTo>
                  <a:pt x="98023" y="73565"/>
                </a:lnTo>
                <a:lnTo>
                  <a:pt x="98355" y="73710"/>
                </a:lnTo>
                <a:lnTo>
                  <a:pt x="98696" y="73852"/>
                </a:lnTo>
                <a:lnTo>
                  <a:pt x="99046" y="73991"/>
                </a:lnTo>
                <a:lnTo>
                  <a:pt x="99405" y="74126"/>
                </a:lnTo>
                <a:lnTo>
                  <a:pt x="99772" y="74258"/>
                </a:lnTo>
                <a:lnTo>
                  <a:pt x="100149" y="74385"/>
                </a:lnTo>
                <a:lnTo>
                  <a:pt x="100537" y="74507"/>
                </a:lnTo>
                <a:lnTo>
                  <a:pt x="100936" y="74624"/>
                </a:lnTo>
                <a:lnTo>
                  <a:pt x="101345" y="74735"/>
                </a:lnTo>
                <a:lnTo>
                  <a:pt x="101766" y="74841"/>
                </a:lnTo>
                <a:lnTo>
                  <a:pt x="102197" y="74941"/>
                </a:lnTo>
                <a:lnTo>
                  <a:pt x="102639" y="75036"/>
                </a:lnTo>
                <a:lnTo>
                  <a:pt x="103092" y="75126"/>
                </a:lnTo>
                <a:lnTo>
                  <a:pt x="103555" y="75210"/>
                </a:lnTo>
                <a:lnTo>
                  <a:pt x="104030" y="75288"/>
                </a:lnTo>
                <a:lnTo>
                  <a:pt x="104515" y="75361"/>
                </a:lnTo>
                <a:lnTo>
                  <a:pt x="105011" y="75429"/>
                </a:lnTo>
                <a:lnTo>
                  <a:pt x="105518" y="75492"/>
                </a:lnTo>
                <a:lnTo>
                  <a:pt x="106036" y="75548"/>
                </a:lnTo>
                <a:lnTo>
                  <a:pt x="106565" y="75600"/>
                </a:lnTo>
                <a:lnTo>
                  <a:pt x="107104" y="75646"/>
                </a:lnTo>
                <a:lnTo>
                  <a:pt x="107655" y="75687"/>
                </a:lnTo>
                <a:lnTo>
                  <a:pt x="108216" y="75722"/>
                </a:lnTo>
                <a:lnTo>
                  <a:pt x="108788" y="75752"/>
                </a:lnTo>
                <a:lnTo>
                  <a:pt x="109370" y="75776"/>
                </a:lnTo>
                <a:lnTo>
                  <a:pt x="109964" y="75795"/>
                </a:lnTo>
                <a:lnTo>
                  <a:pt x="110568" y="75809"/>
                </a:lnTo>
                <a:lnTo>
                  <a:pt x="111184" y="75817"/>
                </a:lnTo>
                <a:lnTo>
                  <a:pt x="111810" y="75820"/>
                </a:lnTo>
                <a:lnTo>
                  <a:pt x="112681" y="75813"/>
                </a:lnTo>
                <a:lnTo>
                  <a:pt x="113536" y="75794"/>
                </a:lnTo>
                <a:lnTo>
                  <a:pt x="114372" y="75761"/>
                </a:lnTo>
                <a:lnTo>
                  <a:pt x="115192" y="75716"/>
                </a:lnTo>
                <a:lnTo>
                  <a:pt x="115994" y="75658"/>
                </a:lnTo>
                <a:lnTo>
                  <a:pt x="116778" y="75586"/>
                </a:lnTo>
                <a:lnTo>
                  <a:pt x="117545" y="75502"/>
                </a:lnTo>
                <a:lnTo>
                  <a:pt x="118295" y="75405"/>
                </a:lnTo>
                <a:lnTo>
                  <a:pt x="119027" y="75295"/>
                </a:lnTo>
                <a:lnTo>
                  <a:pt x="119742" y="75172"/>
                </a:lnTo>
                <a:lnTo>
                  <a:pt x="120439" y="75036"/>
                </a:lnTo>
                <a:lnTo>
                  <a:pt x="121119" y="74887"/>
                </a:lnTo>
                <a:lnTo>
                  <a:pt x="121782" y="74725"/>
                </a:lnTo>
                <a:lnTo>
                  <a:pt x="122427" y="74550"/>
                </a:lnTo>
                <a:lnTo>
                  <a:pt x="123054" y="74362"/>
                </a:lnTo>
                <a:lnTo>
                  <a:pt x="123664" y="74162"/>
                </a:lnTo>
                <a:lnTo>
                  <a:pt x="124257" y="73948"/>
                </a:lnTo>
                <a:lnTo>
                  <a:pt x="124832" y="73721"/>
                </a:lnTo>
                <a:lnTo>
                  <a:pt x="125390" y="73481"/>
                </a:lnTo>
                <a:lnTo>
                  <a:pt x="125930" y="73229"/>
                </a:lnTo>
                <a:lnTo>
                  <a:pt x="126453" y="72963"/>
                </a:lnTo>
                <a:lnTo>
                  <a:pt x="126959" y="72685"/>
                </a:lnTo>
                <a:lnTo>
                  <a:pt x="127447" y="72393"/>
                </a:lnTo>
                <a:lnTo>
                  <a:pt x="127917" y="72089"/>
                </a:lnTo>
                <a:lnTo>
                  <a:pt x="128370" y="71774"/>
                </a:lnTo>
                <a:lnTo>
                  <a:pt x="128803" y="71451"/>
                </a:lnTo>
                <a:lnTo>
                  <a:pt x="129217" y="71120"/>
                </a:lnTo>
                <a:lnTo>
                  <a:pt x="129611" y="70781"/>
                </a:lnTo>
                <a:lnTo>
                  <a:pt x="129986" y="70433"/>
                </a:lnTo>
                <a:lnTo>
                  <a:pt x="130342" y="70078"/>
                </a:lnTo>
                <a:lnTo>
                  <a:pt x="130679" y="69714"/>
                </a:lnTo>
                <a:lnTo>
                  <a:pt x="130997" y="69342"/>
                </a:lnTo>
                <a:lnTo>
                  <a:pt x="131295" y="68962"/>
                </a:lnTo>
                <a:lnTo>
                  <a:pt x="131574" y="68574"/>
                </a:lnTo>
                <a:lnTo>
                  <a:pt x="131834" y="68178"/>
                </a:lnTo>
                <a:lnTo>
                  <a:pt x="132074" y="67774"/>
                </a:lnTo>
                <a:lnTo>
                  <a:pt x="132296" y="67361"/>
                </a:lnTo>
                <a:lnTo>
                  <a:pt x="132498" y="66941"/>
                </a:lnTo>
                <a:lnTo>
                  <a:pt x="132681" y="66512"/>
                </a:lnTo>
                <a:lnTo>
                  <a:pt x="132844" y="66075"/>
                </a:lnTo>
                <a:lnTo>
                  <a:pt x="132988" y="65630"/>
                </a:lnTo>
                <a:lnTo>
                  <a:pt x="133114" y="65177"/>
                </a:lnTo>
                <a:lnTo>
                  <a:pt x="133219" y="64715"/>
                </a:lnTo>
                <a:lnTo>
                  <a:pt x="133306" y="64246"/>
                </a:lnTo>
                <a:lnTo>
                  <a:pt x="133373" y="63768"/>
                </a:lnTo>
                <a:lnTo>
                  <a:pt x="133421" y="63283"/>
                </a:lnTo>
                <a:lnTo>
                  <a:pt x="133450" y="62789"/>
                </a:lnTo>
                <a:lnTo>
                  <a:pt x="133460" y="62287"/>
                </a:lnTo>
                <a:lnTo>
                  <a:pt x="133452" y="61793"/>
                </a:lnTo>
                <a:lnTo>
                  <a:pt x="133426" y="61310"/>
                </a:lnTo>
                <a:lnTo>
                  <a:pt x="133385" y="60838"/>
                </a:lnTo>
                <a:lnTo>
                  <a:pt x="133326" y="60377"/>
                </a:lnTo>
                <a:lnTo>
                  <a:pt x="133250" y="59926"/>
                </a:lnTo>
                <a:lnTo>
                  <a:pt x="133158" y="59486"/>
                </a:lnTo>
                <a:lnTo>
                  <a:pt x="133049" y="59057"/>
                </a:lnTo>
                <a:lnTo>
                  <a:pt x="132924" y="58638"/>
                </a:lnTo>
                <a:lnTo>
                  <a:pt x="132781" y="58230"/>
                </a:lnTo>
                <a:lnTo>
                  <a:pt x="132622" y="57833"/>
                </a:lnTo>
                <a:lnTo>
                  <a:pt x="132446" y="57447"/>
                </a:lnTo>
                <a:lnTo>
                  <a:pt x="132253" y="57071"/>
                </a:lnTo>
                <a:lnTo>
                  <a:pt x="132043" y="56706"/>
                </a:lnTo>
                <a:lnTo>
                  <a:pt x="131817" y="56351"/>
                </a:lnTo>
                <a:lnTo>
                  <a:pt x="131574" y="56007"/>
                </a:lnTo>
                <a:lnTo>
                  <a:pt x="131314" y="55674"/>
                </a:lnTo>
                <a:lnTo>
                  <a:pt x="131038" y="55352"/>
                </a:lnTo>
                <a:lnTo>
                  <a:pt x="130744" y="55040"/>
                </a:lnTo>
                <a:lnTo>
                  <a:pt x="130434" y="54739"/>
                </a:lnTo>
                <a:lnTo>
                  <a:pt x="130107" y="54449"/>
                </a:lnTo>
                <a:lnTo>
                  <a:pt x="129764" y="54170"/>
                </a:lnTo>
                <a:lnTo>
                  <a:pt x="129403" y="53901"/>
                </a:lnTo>
                <a:lnTo>
                  <a:pt x="129026" y="53643"/>
                </a:lnTo>
                <a:lnTo>
                  <a:pt x="128632" y="53395"/>
                </a:lnTo>
                <a:lnTo>
                  <a:pt x="128220" y="53158"/>
                </a:lnTo>
                <a:lnTo>
                  <a:pt x="127788" y="52931"/>
                </a:lnTo>
                <a:lnTo>
                  <a:pt x="127336" y="52714"/>
                </a:lnTo>
                <a:lnTo>
                  <a:pt x="126864" y="52507"/>
                </a:lnTo>
                <a:lnTo>
                  <a:pt x="126373" y="52310"/>
                </a:lnTo>
                <a:lnTo>
                  <a:pt x="125862" y="52124"/>
                </a:lnTo>
                <a:lnTo>
                  <a:pt x="125331" y="51947"/>
                </a:lnTo>
                <a:lnTo>
                  <a:pt x="124781" y="51780"/>
                </a:lnTo>
                <a:lnTo>
                  <a:pt x="124210" y="51624"/>
                </a:lnTo>
                <a:lnTo>
                  <a:pt x="123620" y="51478"/>
                </a:lnTo>
                <a:lnTo>
                  <a:pt x="123010" y="51341"/>
                </a:lnTo>
                <a:lnTo>
                  <a:pt x="122380" y="51215"/>
                </a:lnTo>
                <a:lnTo>
                  <a:pt x="121731" y="51099"/>
                </a:lnTo>
                <a:lnTo>
                  <a:pt x="121062" y="50993"/>
                </a:lnTo>
                <a:lnTo>
                  <a:pt x="120373" y="50897"/>
                </a:lnTo>
                <a:lnTo>
                  <a:pt x="119664" y="50812"/>
                </a:lnTo>
                <a:lnTo>
                  <a:pt x="118935" y="50736"/>
                </a:lnTo>
                <a:lnTo>
                  <a:pt x="118187" y="50670"/>
                </a:lnTo>
                <a:lnTo>
                  <a:pt x="117419" y="50615"/>
                </a:lnTo>
                <a:lnTo>
                  <a:pt x="116631" y="50569"/>
                </a:lnTo>
                <a:lnTo>
                  <a:pt x="115823" y="50534"/>
                </a:lnTo>
                <a:lnTo>
                  <a:pt x="114996" y="50509"/>
                </a:lnTo>
                <a:lnTo>
                  <a:pt x="114149" y="50494"/>
                </a:lnTo>
                <a:lnTo>
                  <a:pt x="113282" y="50489"/>
                </a:lnTo>
                <a:lnTo>
                  <a:pt x="112243" y="50489"/>
                </a:lnTo>
                <a:lnTo>
                  <a:pt x="111906" y="50488"/>
                </a:lnTo>
                <a:lnTo>
                  <a:pt x="111576" y="50487"/>
                </a:lnTo>
                <a:lnTo>
                  <a:pt x="111252" y="50484"/>
                </a:lnTo>
                <a:lnTo>
                  <a:pt x="110935" y="50481"/>
                </a:lnTo>
                <a:lnTo>
                  <a:pt x="110623" y="50476"/>
                </a:lnTo>
                <a:lnTo>
                  <a:pt x="110317" y="50471"/>
                </a:lnTo>
                <a:lnTo>
                  <a:pt x="110017" y="50465"/>
                </a:lnTo>
                <a:lnTo>
                  <a:pt x="109724" y="50457"/>
                </a:lnTo>
                <a:lnTo>
                  <a:pt x="109437" y="50449"/>
                </a:lnTo>
                <a:lnTo>
                  <a:pt x="109155" y="50440"/>
                </a:lnTo>
                <a:lnTo>
                  <a:pt x="108880" y="50430"/>
                </a:lnTo>
                <a:lnTo>
                  <a:pt x="108611" y="50418"/>
                </a:lnTo>
                <a:lnTo>
                  <a:pt x="108348" y="50406"/>
                </a:lnTo>
                <a:lnTo>
                  <a:pt x="108091" y="50393"/>
                </a:lnTo>
                <a:lnTo>
                  <a:pt x="107840" y="50379"/>
                </a:lnTo>
                <a:lnTo>
                  <a:pt x="107595" y="50364"/>
                </a:lnTo>
                <a:lnTo>
                  <a:pt x="107356" y="50347"/>
                </a:lnTo>
                <a:lnTo>
                  <a:pt x="107124" y="50330"/>
                </a:lnTo>
                <a:lnTo>
                  <a:pt x="106897" y="50312"/>
                </a:lnTo>
                <a:lnTo>
                  <a:pt x="106677" y="50293"/>
                </a:lnTo>
                <a:lnTo>
                  <a:pt x="106462" y="50273"/>
                </a:lnTo>
                <a:lnTo>
                  <a:pt x="106254" y="50252"/>
                </a:lnTo>
                <a:lnTo>
                  <a:pt x="106052" y="50230"/>
                </a:lnTo>
                <a:lnTo>
                  <a:pt x="105856" y="50207"/>
                </a:lnTo>
                <a:lnTo>
                  <a:pt x="105665" y="50183"/>
                </a:lnTo>
                <a:lnTo>
                  <a:pt x="105479" y="50158"/>
                </a:lnTo>
                <a:lnTo>
                  <a:pt x="105298" y="50132"/>
                </a:lnTo>
                <a:lnTo>
                  <a:pt x="105122" y="50106"/>
                </a:lnTo>
                <a:lnTo>
                  <a:pt x="104951" y="50078"/>
                </a:lnTo>
                <a:lnTo>
                  <a:pt x="104784" y="50049"/>
                </a:lnTo>
                <a:lnTo>
                  <a:pt x="104622" y="50019"/>
                </a:lnTo>
                <a:lnTo>
                  <a:pt x="104465" y="49988"/>
                </a:lnTo>
                <a:lnTo>
                  <a:pt x="104313" y="49957"/>
                </a:lnTo>
                <a:lnTo>
                  <a:pt x="104166" y="49924"/>
                </a:lnTo>
                <a:lnTo>
                  <a:pt x="104023" y="49890"/>
                </a:lnTo>
                <a:lnTo>
                  <a:pt x="103886" y="49855"/>
                </a:lnTo>
                <a:lnTo>
                  <a:pt x="103753" y="49820"/>
                </a:lnTo>
                <a:lnTo>
                  <a:pt x="103625" y="49783"/>
                </a:lnTo>
                <a:lnTo>
                  <a:pt x="103501" y="49745"/>
                </a:lnTo>
                <a:lnTo>
                  <a:pt x="103383" y="49707"/>
                </a:lnTo>
                <a:lnTo>
                  <a:pt x="103269" y="49667"/>
                </a:lnTo>
                <a:lnTo>
                  <a:pt x="103160" y="49627"/>
                </a:lnTo>
                <a:lnTo>
                  <a:pt x="103056" y="49585"/>
                </a:lnTo>
                <a:lnTo>
                  <a:pt x="102957" y="49543"/>
                </a:lnTo>
                <a:lnTo>
                  <a:pt x="102863" y="49499"/>
                </a:lnTo>
                <a:lnTo>
                  <a:pt x="102773" y="49455"/>
                </a:lnTo>
                <a:lnTo>
                  <a:pt x="102688" y="49409"/>
                </a:lnTo>
                <a:lnTo>
                  <a:pt x="102608" y="49363"/>
                </a:lnTo>
                <a:lnTo>
                  <a:pt x="102532" y="49315"/>
                </a:lnTo>
                <a:lnTo>
                  <a:pt x="102460" y="49267"/>
                </a:lnTo>
                <a:lnTo>
                  <a:pt x="102390" y="49218"/>
                </a:lnTo>
                <a:lnTo>
                  <a:pt x="102324" y="49168"/>
                </a:lnTo>
                <a:lnTo>
                  <a:pt x="102261" y="49117"/>
                </a:lnTo>
                <a:lnTo>
                  <a:pt x="102201" y="49065"/>
                </a:lnTo>
                <a:lnTo>
                  <a:pt x="102144" y="49012"/>
                </a:lnTo>
                <a:lnTo>
                  <a:pt x="102091" y="48959"/>
                </a:lnTo>
                <a:lnTo>
                  <a:pt x="102041" y="48904"/>
                </a:lnTo>
                <a:lnTo>
                  <a:pt x="101994" y="48849"/>
                </a:lnTo>
                <a:lnTo>
                  <a:pt x="101950" y="48792"/>
                </a:lnTo>
                <a:lnTo>
                  <a:pt x="101910" y="48735"/>
                </a:lnTo>
                <a:lnTo>
                  <a:pt x="101873" y="48677"/>
                </a:lnTo>
                <a:lnTo>
                  <a:pt x="101839" y="48618"/>
                </a:lnTo>
                <a:lnTo>
                  <a:pt x="101808" y="48558"/>
                </a:lnTo>
                <a:lnTo>
                  <a:pt x="101781" y="48497"/>
                </a:lnTo>
                <a:lnTo>
                  <a:pt x="101756" y="48435"/>
                </a:lnTo>
                <a:lnTo>
                  <a:pt x="101735" y="48372"/>
                </a:lnTo>
                <a:lnTo>
                  <a:pt x="101718" y="48309"/>
                </a:lnTo>
                <a:lnTo>
                  <a:pt x="101703" y="48244"/>
                </a:lnTo>
                <a:lnTo>
                  <a:pt x="101692" y="48179"/>
                </a:lnTo>
                <a:lnTo>
                  <a:pt x="101684" y="48113"/>
                </a:lnTo>
                <a:lnTo>
                  <a:pt x="101679" y="48045"/>
                </a:lnTo>
                <a:lnTo>
                  <a:pt x="101677" y="47977"/>
                </a:lnTo>
                <a:lnTo>
                  <a:pt x="101680" y="47880"/>
                </a:lnTo>
                <a:lnTo>
                  <a:pt x="101688" y="47785"/>
                </a:lnTo>
                <a:lnTo>
                  <a:pt x="101702" y="47691"/>
                </a:lnTo>
                <a:lnTo>
                  <a:pt x="101721" y="47598"/>
                </a:lnTo>
                <a:lnTo>
                  <a:pt x="101745" y="47506"/>
                </a:lnTo>
                <a:lnTo>
                  <a:pt x="101775" y="47416"/>
                </a:lnTo>
                <a:lnTo>
                  <a:pt x="101810" y="47327"/>
                </a:lnTo>
                <a:lnTo>
                  <a:pt x="101850" y="47239"/>
                </a:lnTo>
                <a:lnTo>
                  <a:pt x="101896" y="47152"/>
                </a:lnTo>
                <a:lnTo>
                  <a:pt x="101948" y="47067"/>
                </a:lnTo>
                <a:lnTo>
                  <a:pt x="102005" y="46983"/>
                </a:lnTo>
                <a:lnTo>
                  <a:pt x="102067" y="46900"/>
                </a:lnTo>
                <a:lnTo>
                  <a:pt x="102135" y="46819"/>
                </a:lnTo>
                <a:lnTo>
                  <a:pt x="102208" y="46738"/>
                </a:lnTo>
                <a:lnTo>
                  <a:pt x="102286" y="46660"/>
                </a:lnTo>
                <a:lnTo>
                  <a:pt x="102370" y="46582"/>
                </a:lnTo>
                <a:lnTo>
                  <a:pt x="102459" y="46506"/>
                </a:lnTo>
                <a:lnTo>
                  <a:pt x="102554" y="46431"/>
                </a:lnTo>
                <a:lnTo>
                  <a:pt x="102654" y="46357"/>
                </a:lnTo>
                <a:lnTo>
                  <a:pt x="102760" y="46284"/>
                </a:lnTo>
                <a:lnTo>
                  <a:pt x="102871" y="46213"/>
                </a:lnTo>
                <a:lnTo>
                  <a:pt x="102987" y="46143"/>
                </a:lnTo>
                <a:lnTo>
                  <a:pt x="103109" y="46074"/>
                </a:lnTo>
                <a:lnTo>
                  <a:pt x="103236" y="46007"/>
                </a:lnTo>
                <a:lnTo>
                  <a:pt x="103367" y="45941"/>
                </a:lnTo>
                <a:lnTo>
                  <a:pt x="103501" y="45875"/>
                </a:lnTo>
                <a:lnTo>
                  <a:pt x="103638" y="45810"/>
                </a:lnTo>
                <a:lnTo>
                  <a:pt x="103777" y="45747"/>
                </a:lnTo>
                <a:lnTo>
                  <a:pt x="103919" y="45684"/>
                </a:lnTo>
                <a:lnTo>
                  <a:pt x="104064" y="45621"/>
                </a:lnTo>
                <a:lnTo>
                  <a:pt x="104212" y="45560"/>
                </a:lnTo>
                <a:lnTo>
                  <a:pt x="104362" y="45499"/>
                </a:lnTo>
                <a:lnTo>
                  <a:pt x="104515" y="45440"/>
                </a:lnTo>
                <a:lnTo>
                  <a:pt x="104670" y="45381"/>
                </a:lnTo>
                <a:lnTo>
                  <a:pt x="104829" y="45323"/>
                </a:lnTo>
                <a:lnTo>
                  <a:pt x="104921" y="45290"/>
                </a:lnTo>
                <a:lnTo>
                  <a:pt x="104937" y="45294"/>
                </a:lnTo>
                <a:lnTo>
                  <a:pt x="105334" y="45389"/>
                </a:lnTo>
                <a:lnTo>
                  <a:pt x="105737" y="45477"/>
                </a:lnTo>
                <a:lnTo>
                  <a:pt x="106146" y="45558"/>
                </a:lnTo>
                <a:lnTo>
                  <a:pt x="106560" y="45633"/>
                </a:lnTo>
                <a:lnTo>
                  <a:pt x="106981" y="45700"/>
                </a:lnTo>
                <a:lnTo>
                  <a:pt x="107407" y="45760"/>
                </a:lnTo>
                <a:lnTo>
                  <a:pt x="107840" y="45812"/>
                </a:lnTo>
                <a:lnTo>
                  <a:pt x="108278" y="45858"/>
                </a:lnTo>
                <a:lnTo>
                  <a:pt x="108722" y="45897"/>
                </a:lnTo>
                <a:lnTo>
                  <a:pt x="109172" y="45929"/>
                </a:lnTo>
                <a:lnTo>
                  <a:pt x="109628" y="45954"/>
                </a:lnTo>
                <a:lnTo>
                  <a:pt x="110089" y="45971"/>
                </a:lnTo>
                <a:lnTo>
                  <a:pt x="110557" y="45982"/>
                </a:lnTo>
                <a:lnTo>
                  <a:pt x="111030" y="45985"/>
                </a:lnTo>
                <a:lnTo>
                  <a:pt x="111535" y="45982"/>
                </a:lnTo>
                <a:lnTo>
                  <a:pt x="112033" y="45972"/>
                </a:lnTo>
                <a:lnTo>
                  <a:pt x="112524" y="45954"/>
                </a:lnTo>
                <a:lnTo>
                  <a:pt x="113007" y="45930"/>
                </a:lnTo>
                <a:lnTo>
                  <a:pt x="113483" y="45899"/>
                </a:lnTo>
                <a:lnTo>
                  <a:pt x="113952" y="45861"/>
                </a:lnTo>
                <a:lnTo>
                  <a:pt x="114413" y="45816"/>
                </a:lnTo>
                <a:lnTo>
                  <a:pt x="114867" y="45764"/>
                </a:lnTo>
                <a:lnTo>
                  <a:pt x="115314" y="45706"/>
                </a:lnTo>
                <a:lnTo>
                  <a:pt x="115753" y="45640"/>
                </a:lnTo>
                <a:lnTo>
                  <a:pt x="116186" y="45568"/>
                </a:lnTo>
                <a:lnTo>
                  <a:pt x="116611" y="45488"/>
                </a:lnTo>
                <a:lnTo>
                  <a:pt x="117028" y="45402"/>
                </a:lnTo>
                <a:lnTo>
                  <a:pt x="117439" y="45309"/>
                </a:lnTo>
                <a:lnTo>
                  <a:pt x="117842" y="45208"/>
                </a:lnTo>
                <a:lnTo>
                  <a:pt x="118237" y="45101"/>
                </a:lnTo>
                <a:lnTo>
                  <a:pt x="118626" y="44987"/>
                </a:lnTo>
                <a:lnTo>
                  <a:pt x="119007" y="44866"/>
                </a:lnTo>
                <a:lnTo>
                  <a:pt x="119381" y="44739"/>
                </a:lnTo>
                <a:lnTo>
                  <a:pt x="119747" y="44604"/>
                </a:lnTo>
                <a:lnTo>
                  <a:pt x="120107" y="44462"/>
                </a:lnTo>
                <a:lnTo>
                  <a:pt x="120459" y="44314"/>
                </a:lnTo>
                <a:lnTo>
                  <a:pt x="120804" y="44159"/>
                </a:lnTo>
                <a:lnTo>
                  <a:pt x="121141" y="43996"/>
                </a:lnTo>
                <a:lnTo>
                  <a:pt x="121471" y="43828"/>
                </a:lnTo>
                <a:lnTo>
                  <a:pt x="121795" y="43655"/>
                </a:lnTo>
                <a:lnTo>
                  <a:pt x="122111" y="43478"/>
                </a:lnTo>
                <a:lnTo>
                  <a:pt x="122421" y="43296"/>
                </a:lnTo>
                <a:lnTo>
                  <a:pt x="122723" y="43109"/>
                </a:lnTo>
                <a:lnTo>
                  <a:pt x="123019" y="42918"/>
                </a:lnTo>
                <a:lnTo>
                  <a:pt x="123308" y="42722"/>
                </a:lnTo>
                <a:lnTo>
                  <a:pt x="123590" y="42521"/>
                </a:lnTo>
                <a:lnTo>
                  <a:pt x="123865" y="42316"/>
                </a:lnTo>
                <a:lnTo>
                  <a:pt x="124133" y="42106"/>
                </a:lnTo>
                <a:lnTo>
                  <a:pt x="124394" y="41891"/>
                </a:lnTo>
                <a:lnTo>
                  <a:pt x="124648" y="41672"/>
                </a:lnTo>
                <a:lnTo>
                  <a:pt x="124896" y="41448"/>
                </a:lnTo>
                <a:lnTo>
                  <a:pt x="125136" y="41220"/>
                </a:lnTo>
                <a:lnTo>
                  <a:pt x="125370" y="40987"/>
                </a:lnTo>
                <a:lnTo>
                  <a:pt x="125596" y="40749"/>
                </a:lnTo>
                <a:lnTo>
                  <a:pt x="125816" y="40506"/>
                </a:lnTo>
                <a:lnTo>
                  <a:pt x="126028" y="40259"/>
                </a:lnTo>
                <a:lnTo>
                  <a:pt x="126234" y="40007"/>
                </a:lnTo>
                <a:lnTo>
                  <a:pt x="126433" y="39751"/>
                </a:lnTo>
                <a:lnTo>
                  <a:pt x="126625" y="39490"/>
                </a:lnTo>
                <a:lnTo>
                  <a:pt x="126810" y="39224"/>
                </a:lnTo>
                <a:lnTo>
                  <a:pt x="126988" y="38953"/>
                </a:lnTo>
                <a:lnTo>
                  <a:pt x="127160" y="38678"/>
                </a:lnTo>
                <a:lnTo>
                  <a:pt x="127324" y="38400"/>
                </a:lnTo>
                <a:lnTo>
                  <a:pt x="127481" y="38119"/>
                </a:lnTo>
                <a:lnTo>
                  <a:pt x="127632" y="37837"/>
                </a:lnTo>
                <a:lnTo>
                  <a:pt x="127775" y="37552"/>
                </a:lnTo>
                <a:lnTo>
                  <a:pt x="127911" y="37265"/>
                </a:lnTo>
                <a:lnTo>
                  <a:pt x="128041" y="36976"/>
                </a:lnTo>
                <a:lnTo>
                  <a:pt x="128163" y="36685"/>
                </a:lnTo>
                <a:lnTo>
                  <a:pt x="128278" y="36392"/>
                </a:lnTo>
                <a:lnTo>
                  <a:pt x="128387" y="36097"/>
                </a:lnTo>
                <a:lnTo>
                  <a:pt x="128488" y="35799"/>
                </a:lnTo>
                <a:lnTo>
                  <a:pt x="128582" y="35500"/>
                </a:lnTo>
                <a:lnTo>
                  <a:pt x="128670" y="35198"/>
                </a:lnTo>
                <a:lnTo>
                  <a:pt x="128750" y="34894"/>
                </a:lnTo>
                <a:lnTo>
                  <a:pt x="128824" y="34589"/>
                </a:lnTo>
                <a:lnTo>
                  <a:pt x="128890" y="34281"/>
                </a:lnTo>
                <a:lnTo>
                  <a:pt x="128949" y="33971"/>
                </a:lnTo>
                <a:lnTo>
                  <a:pt x="129002" y="33658"/>
                </a:lnTo>
                <a:lnTo>
                  <a:pt x="129047" y="33344"/>
                </a:lnTo>
                <a:lnTo>
                  <a:pt x="129086" y="33028"/>
                </a:lnTo>
                <a:lnTo>
                  <a:pt x="129117" y="32709"/>
                </a:lnTo>
                <a:lnTo>
                  <a:pt x="129142" y="32389"/>
                </a:lnTo>
                <a:lnTo>
                  <a:pt x="129159" y="32066"/>
                </a:lnTo>
                <a:lnTo>
                  <a:pt x="129170" y="31742"/>
                </a:lnTo>
                <a:lnTo>
                  <a:pt x="129173" y="31415"/>
                </a:lnTo>
                <a:lnTo>
                  <a:pt x="129170" y="31074"/>
                </a:lnTo>
                <a:lnTo>
                  <a:pt x="129160" y="30736"/>
                </a:lnTo>
                <a:lnTo>
                  <a:pt x="129142" y="30400"/>
                </a:lnTo>
                <a:lnTo>
                  <a:pt x="129118" y="30068"/>
                </a:lnTo>
                <a:lnTo>
                  <a:pt x="129088" y="29738"/>
                </a:lnTo>
                <a:lnTo>
                  <a:pt x="129050" y="29411"/>
                </a:lnTo>
                <a:lnTo>
                  <a:pt x="129006" y="29086"/>
                </a:lnTo>
                <a:lnTo>
                  <a:pt x="128954" y="28765"/>
                </a:lnTo>
                <a:lnTo>
                  <a:pt x="128896" y="28446"/>
                </a:lnTo>
                <a:lnTo>
                  <a:pt x="128831" y="28130"/>
                </a:lnTo>
                <a:lnTo>
                  <a:pt x="128759" y="27817"/>
                </a:lnTo>
                <a:lnTo>
                  <a:pt x="128681" y="27507"/>
                </a:lnTo>
                <a:lnTo>
                  <a:pt x="128595" y="27199"/>
                </a:lnTo>
                <a:lnTo>
                  <a:pt x="128503" y="26894"/>
                </a:lnTo>
                <a:lnTo>
                  <a:pt x="128404" y="26592"/>
                </a:lnTo>
                <a:lnTo>
                  <a:pt x="128298" y="26293"/>
                </a:lnTo>
                <a:lnTo>
                  <a:pt x="128185" y="25997"/>
                </a:lnTo>
                <a:lnTo>
                  <a:pt x="128065" y="25703"/>
                </a:lnTo>
                <a:lnTo>
                  <a:pt x="127938" y="25412"/>
                </a:lnTo>
                <a:lnTo>
                  <a:pt x="127805" y="25124"/>
                </a:lnTo>
                <a:lnTo>
                  <a:pt x="127665" y="24839"/>
                </a:lnTo>
                <a:lnTo>
                  <a:pt x="127518" y="24556"/>
                </a:lnTo>
                <a:lnTo>
                  <a:pt x="127364" y="24276"/>
                </a:lnTo>
                <a:lnTo>
                  <a:pt x="127203" y="23999"/>
                </a:lnTo>
                <a:lnTo>
                  <a:pt x="127035" y="23726"/>
                </a:lnTo>
                <a:lnTo>
                  <a:pt x="126861" y="23457"/>
                </a:lnTo>
                <a:lnTo>
                  <a:pt x="126679" y="23193"/>
                </a:lnTo>
                <a:lnTo>
                  <a:pt x="126491" y="22934"/>
                </a:lnTo>
                <a:lnTo>
                  <a:pt x="126296" y="22679"/>
                </a:lnTo>
                <a:lnTo>
                  <a:pt x="126093" y="22428"/>
                </a:lnTo>
                <a:lnTo>
                  <a:pt x="125884" y="22182"/>
                </a:lnTo>
                <a:lnTo>
                  <a:pt x="125668" y="21941"/>
                </a:lnTo>
                <a:lnTo>
                  <a:pt x="125445" y="21704"/>
                </a:lnTo>
                <a:lnTo>
                  <a:pt x="125215" y="21472"/>
                </a:lnTo>
                <a:lnTo>
                  <a:pt x="124979" y="21245"/>
                </a:lnTo>
                <a:lnTo>
                  <a:pt x="124823" y="21102"/>
                </a:lnTo>
                <a:lnTo>
                  <a:pt x="124849" y="21082"/>
                </a:lnTo>
                <a:lnTo>
                  <a:pt x="125025" y="20955"/>
                </a:lnTo>
                <a:lnTo>
                  <a:pt x="125207" y="20834"/>
                </a:lnTo>
                <a:lnTo>
                  <a:pt x="125393" y="20719"/>
                </a:lnTo>
                <a:lnTo>
                  <a:pt x="125584" y="20611"/>
                </a:lnTo>
                <a:close/>
                <a:moveTo>
                  <a:pt x="109885" y="39016"/>
                </a:moveTo>
                <a:lnTo>
                  <a:pt x="109662" y="38979"/>
                </a:lnTo>
                <a:lnTo>
                  <a:pt x="109442" y="38935"/>
                </a:lnTo>
                <a:lnTo>
                  <a:pt x="109224" y="38885"/>
                </a:lnTo>
                <a:lnTo>
                  <a:pt x="109008" y="38827"/>
                </a:lnTo>
                <a:lnTo>
                  <a:pt x="108794" y="38763"/>
                </a:lnTo>
                <a:lnTo>
                  <a:pt x="108582" y="38692"/>
                </a:lnTo>
                <a:lnTo>
                  <a:pt x="108373" y="38615"/>
                </a:lnTo>
                <a:lnTo>
                  <a:pt x="108165" y="38530"/>
                </a:lnTo>
                <a:lnTo>
                  <a:pt x="107960" y="38439"/>
                </a:lnTo>
                <a:lnTo>
                  <a:pt x="107757" y="38342"/>
                </a:lnTo>
                <a:lnTo>
                  <a:pt x="107557" y="38237"/>
                </a:lnTo>
                <a:lnTo>
                  <a:pt x="107358" y="38126"/>
                </a:lnTo>
                <a:lnTo>
                  <a:pt x="107162" y="38008"/>
                </a:lnTo>
                <a:lnTo>
                  <a:pt x="106967" y="37883"/>
                </a:lnTo>
                <a:lnTo>
                  <a:pt x="106775" y="37751"/>
                </a:lnTo>
                <a:lnTo>
                  <a:pt x="106585" y="37613"/>
                </a:lnTo>
                <a:lnTo>
                  <a:pt x="106398" y="37468"/>
                </a:lnTo>
                <a:lnTo>
                  <a:pt x="106212" y="37316"/>
                </a:lnTo>
                <a:lnTo>
                  <a:pt x="106029" y="37157"/>
                </a:lnTo>
                <a:lnTo>
                  <a:pt x="105851" y="36992"/>
                </a:lnTo>
                <a:lnTo>
                  <a:pt x="105680" y="36821"/>
                </a:lnTo>
                <a:lnTo>
                  <a:pt x="105516" y="36643"/>
                </a:lnTo>
                <a:lnTo>
                  <a:pt x="105361" y="36458"/>
                </a:lnTo>
                <a:lnTo>
                  <a:pt x="105213" y="36267"/>
                </a:lnTo>
                <a:lnTo>
                  <a:pt x="105072" y="36070"/>
                </a:lnTo>
                <a:lnTo>
                  <a:pt x="104939" y="35866"/>
                </a:lnTo>
                <a:lnTo>
                  <a:pt x="104814" y="35656"/>
                </a:lnTo>
                <a:lnTo>
                  <a:pt x="104696" y="35439"/>
                </a:lnTo>
                <a:lnTo>
                  <a:pt x="104586" y="35216"/>
                </a:lnTo>
                <a:lnTo>
                  <a:pt x="104484" y="34986"/>
                </a:lnTo>
                <a:lnTo>
                  <a:pt x="104389" y="34750"/>
                </a:lnTo>
                <a:lnTo>
                  <a:pt x="104302" y="34508"/>
                </a:lnTo>
                <a:lnTo>
                  <a:pt x="104222" y="34259"/>
                </a:lnTo>
                <a:lnTo>
                  <a:pt x="104150" y="34003"/>
                </a:lnTo>
                <a:lnTo>
                  <a:pt x="104085" y="33741"/>
                </a:lnTo>
                <a:lnTo>
                  <a:pt x="104028" y="33473"/>
                </a:lnTo>
                <a:lnTo>
                  <a:pt x="103979" y="33198"/>
                </a:lnTo>
                <a:lnTo>
                  <a:pt x="103937" y="32917"/>
                </a:lnTo>
                <a:lnTo>
                  <a:pt x="103903" y="32630"/>
                </a:lnTo>
                <a:lnTo>
                  <a:pt x="103876" y="32336"/>
                </a:lnTo>
                <a:lnTo>
                  <a:pt x="103857" y="32035"/>
                </a:lnTo>
                <a:lnTo>
                  <a:pt x="103846" y="31728"/>
                </a:lnTo>
                <a:lnTo>
                  <a:pt x="103842" y="31415"/>
                </a:lnTo>
                <a:lnTo>
                  <a:pt x="103846" y="31098"/>
                </a:lnTo>
                <a:lnTo>
                  <a:pt x="103857" y="30787"/>
                </a:lnTo>
                <a:lnTo>
                  <a:pt x="103875" y="30483"/>
                </a:lnTo>
                <a:lnTo>
                  <a:pt x="103901" y="30185"/>
                </a:lnTo>
                <a:lnTo>
                  <a:pt x="103934" y="29893"/>
                </a:lnTo>
                <a:lnTo>
                  <a:pt x="103975" y="29608"/>
                </a:lnTo>
                <a:lnTo>
                  <a:pt x="104023" y="29329"/>
                </a:lnTo>
                <a:lnTo>
                  <a:pt x="104078" y="29057"/>
                </a:lnTo>
                <a:lnTo>
                  <a:pt x="104141" y="28790"/>
                </a:lnTo>
                <a:lnTo>
                  <a:pt x="104211" y="28531"/>
                </a:lnTo>
                <a:lnTo>
                  <a:pt x="104288" y="28277"/>
                </a:lnTo>
                <a:lnTo>
                  <a:pt x="104373" y="28030"/>
                </a:lnTo>
                <a:lnTo>
                  <a:pt x="104465" y="27790"/>
                </a:lnTo>
                <a:lnTo>
                  <a:pt x="104564" y="27556"/>
                </a:lnTo>
                <a:lnTo>
                  <a:pt x="104671" y="27328"/>
                </a:lnTo>
                <a:lnTo>
                  <a:pt x="104785" y="27106"/>
                </a:lnTo>
                <a:lnTo>
                  <a:pt x="104907" y="26891"/>
                </a:lnTo>
                <a:lnTo>
                  <a:pt x="105036" y="26682"/>
                </a:lnTo>
                <a:lnTo>
                  <a:pt x="105172" y="26480"/>
                </a:lnTo>
                <a:lnTo>
                  <a:pt x="105316" y="26284"/>
                </a:lnTo>
                <a:lnTo>
                  <a:pt x="105467" y="26094"/>
                </a:lnTo>
                <a:lnTo>
                  <a:pt x="105625" y="25911"/>
                </a:lnTo>
                <a:lnTo>
                  <a:pt x="105791" y="25734"/>
                </a:lnTo>
                <a:lnTo>
                  <a:pt x="105964" y="25564"/>
                </a:lnTo>
                <a:lnTo>
                  <a:pt x="106143" y="25400"/>
                </a:lnTo>
                <a:lnTo>
                  <a:pt x="106325" y="25243"/>
                </a:lnTo>
                <a:lnTo>
                  <a:pt x="106512" y="25093"/>
                </a:lnTo>
                <a:lnTo>
                  <a:pt x="106703" y="24950"/>
                </a:lnTo>
                <a:lnTo>
                  <a:pt x="106897" y="24814"/>
                </a:lnTo>
                <a:lnTo>
                  <a:pt x="107095" y="24685"/>
                </a:lnTo>
                <a:lnTo>
                  <a:pt x="107297" y="24563"/>
                </a:lnTo>
                <a:lnTo>
                  <a:pt x="107504" y="24448"/>
                </a:lnTo>
                <a:lnTo>
                  <a:pt x="107714" y="24340"/>
                </a:lnTo>
                <a:lnTo>
                  <a:pt x="107928" y="24239"/>
                </a:lnTo>
                <a:lnTo>
                  <a:pt x="108145" y="24145"/>
                </a:lnTo>
                <a:lnTo>
                  <a:pt x="108367" y="24058"/>
                </a:lnTo>
                <a:lnTo>
                  <a:pt x="108593" y="23977"/>
                </a:lnTo>
                <a:lnTo>
                  <a:pt x="108822" y="23904"/>
                </a:lnTo>
                <a:lnTo>
                  <a:pt x="109056" y="23838"/>
                </a:lnTo>
                <a:lnTo>
                  <a:pt x="109293" y="23779"/>
                </a:lnTo>
                <a:lnTo>
                  <a:pt x="109535" y="23726"/>
                </a:lnTo>
                <a:lnTo>
                  <a:pt x="109780" y="23681"/>
                </a:lnTo>
                <a:lnTo>
                  <a:pt x="110029" y="23643"/>
                </a:lnTo>
                <a:lnTo>
                  <a:pt x="110282" y="23611"/>
                </a:lnTo>
                <a:lnTo>
                  <a:pt x="110539" y="23587"/>
                </a:lnTo>
                <a:lnTo>
                  <a:pt x="110800" y="23570"/>
                </a:lnTo>
                <a:lnTo>
                  <a:pt x="111065" y="23559"/>
                </a:lnTo>
                <a:lnTo>
                  <a:pt x="111333" y="23556"/>
                </a:lnTo>
                <a:lnTo>
                  <a:pt x="111598" y="23559"/>
                </a:lnTo>
                <a:lnTo>
                  <a:pt x="111859" y="23569"/>
                </a:lnTo>
                <a:lnTo>
                  <a:pt x="112115" y="23586"/>
                </a:lnTo>
                <a:lnTo>
                  <a:pt x="112368" y="23610"/>
                </a:lnTo>
                <a:lnTo>
                  <a:pt x="112616" y="23640"/>
                </a:lnTo>
                <a:lnTo>
                  <a:pt x="112860" y="23677"/>
                </a:lnTo>
                <a:lnTo>
                  <a:pt x="113099" y="23721"/>
                </a:lnTo>
                <a:lnTo>
                  <a:pt x="113335" y="23771"/>
                </a:lnTo>
                <a:lnTo>
                  <a:pt x="113566" y="23829"/>
                </a:lnTo>
                <a:lnTo>
                  <a:pt x="113793" y="23893"/>
                </a:lnTo>
                <a:lnTo>
                  <a:pt x="114016" y="23964"/>
                </a:lnTo>
                <a:lnTo>
                  <a:pt x="114234" y="24041"/>
                </a:lnTo>
                <a:lnTo>
                  <a:pt x="114449" y="24126"/>
                </a:lnTo>
                <a:lnTo>
                  <a:pt x="114659" y="24217"/>
                </a:lnTo>
                <a:lnTo>
                  <a:pt x="114865" y="24315"/>
                </a:lnTo>
                <a:lnTo>
                  <a:pt x="115067" y="24419"/>
                </a:lnTo>
                <a:lnTo>
                  <a:pt x="115264" y="24531"/>
                </a:lnTo>
                <a:lnTo>
                  <a:pt x="115458" y="24649"/>
                </a:lnTo>
                <a:lnTo>
                  <a:pt x="115647" y="24773"/>
                </a:lnTo>
                <a:lnTo>
                  <a:pt x="115832" y="24905"/>
                </a:lnTo>
                <a:lnTo>
                  <a:pt x="116012" y="25043"/>
                </a:lnTo>
                <a:lnTo>
                  <a:pt x="116189" y="25188"/>
                </a:lnTo>
                <a:lnTo>
                  <a:pt x="116361" y="25340"/>
                </a:lnTo>
                <a:lnTo>
                  <a:pt x="116529" y="25499"/>
                </a:lnTo>
                <a:lnTo>
                  <a:pt x="116692" y="25664"/>
                </a:lnTo>
                <a:lnTo>
                  <a:pt x="116848" y="25837"/>
                </a:lnTo>
                <a:lnTo>
                  <a:pt x="116996" y="26016"/>
                </a:lnTo>
                <a:lnTo>
                  <a:pt x="117138" y="26203"/>
                </a:lnTo>
                <a:lnTo>
                  <a:pt x="117273" y="26396"/>
                </a:lnTo>
                <a:lnTo>
                  <a:pt x="117401" y="26597"/>
                </a:lnTo>
                <a:lnTo>
                  <a:pt x="117522" y="26805"/>
                </a:lnTo>
                <a:lnTo>
                  <a:pt x="117636" y="27020"/>
                </a:lnTo>
                <a:lnTo>
                  <a:pt x="117743" y="27241"/>
                </a:lnTo>
                <a:lnTo>
                  <a:pt x="117843" y="27470"/>
                </a:lnTo>
                <a:lnTo>
                  <a:pt x="117937" y="27706"/>
                </a:lnTo>
                <a:lnTo>
                  <a:pt x="118023" y="27949"/>
                </a:lnTo>
                <a:lnTo>
                  <a:pt x="118103" y="28199"/>
                </a:lnTo>
                <a:lnTo>
                  <a:pt x="118175" y="28456"/>
                </a:lnTo>
                <a:lnTo>
                  <a:pt x="118241" y="28720"/>
                </a:lnTo>
                <a:lnTo>
                  <a:pt x="118300" y="28992"/>
                </a:lnTo>
                <a:lnTo>
                  <a:pt x="118352" y="29270"/>
                </a:lnTo>
                <a:lnTo>
                  <a:pt x="118397" y="29555"/>
                </a:lnTo>
                <a:lnTo>
                  <a:pt x="118435" y="29847"/>
                </a:lnTo>
                <a:lnTo>
                  <a:pt x="118466" y="30147"/>
                </a:lnTo>
                <a:lnTo>
                  <a:pt x="118490" y="30453"/>
                </a:lnTo>
                <a:lnTo>
                  <a:pt x="118507" y="30767"/>
                </a:lnTo>
                <a:lnTo>
                  <a:pt x="118518" y="31087"/>
                </a:lnTo>
                <a:lnTo>
                  <a:pt x="118521" y="31415"/>
                </a:lnTo>
                <a:lnTo>
                  <a:pt x="118518" y="31725"/>
                </a:lnTo>
                <a:lnTo>
                  <a:pt x="118506" y="32028"/>
                </a:lnTo>
                <a:lnTo>
                  <a:pt x="118488" y="32326"/>
                </a:lnTo>
                <a:lnTo>
                  <a:pt x="118462" y="32617"/>
                </a:lnTo>
                <a:lnTo>
                  <a:pt x="118428" y="32902"/>
                </a:lnTo>
                <a:lnTo>
                  <a:pt x="118387" y="33181"/>
                </a:lnTo>
                <a:lnTo>
                  <a:pt x="118339" y="33453"/>
                </a:lnTo>
                <a:lnTo>
                  <a:pt x="118283" y="33720"/>
                </a:lnTo>
                <a:lnTo>
                  <a:pt x="118220" y="33980"/>
                </a:lnTo>
                <a:lnTo>
                  <a:pt x="118149" y="34234"/>
                </a:lnTo>
                <a:lnTo>
                  <a:pt x="118071" y="34482"/>
                </a:lnTo>
                <a:lnTo>
                  <a:pt x="117985" y="34723"/>
                </a:lnTo>
                <a:lnTo>
                  <a:pt x="117892" y="34958"/>
                </a:lnTo>
                <a:lnTo>
                  <a:pt x="117792" y="35187"/>
                </a:lnTo>
                <a:lnTo>
                  <a:pt x="117684" y="35410"/>
                </a:lnTo>
                <a:lnTo>
                  <a:pt x="117569" y="35627"/>
                </a:lnTo>
                <a:lnTo>
                  <a:pt x="117446" y="35837"/>
                </a:lnTo>
                <a:lnTo>
                  <a:pt x="117316" y="36041"/>
                </a:lnTo>
                <a:lnTo>
                  <a:pt x="117178" y="36239"/>
                </a:lnTo>
                <a:lnTo>
                  <a:pt x="117033" y="36431"/>
                </a:lnTo>
                <a:lnTo>
                  <a:pt x="116880" y="36617"/>
                </a:lnTo>
                <a:lnTo>
                  <a:pt x="116720" y="36796"/>
                </a:lnTo>
                <a:lnTo>
                  <a:pt x="116553" y="36969"/>
                </a:lnTo>
                <a:lnTo>
                  <a:pt x="116378" y="37136"/>
                </a:lnTo>
                <a:lnTo>
                  <a:pt x="116197" y="37296"/>
                </a:lnTo>
                <a:lnTo>
                  <a:pt x="116013" y="37450"/>
                </a:lnTo>
                <a:lnTo>
                  <a:pt x="115825" y="37596"/>
                </a:lnTo>
                <a:lnTo>
                  <a:pt x="115634" y="37736"/>
                </a:lnTo>
                <a:lnTo>
                  <a:pt x="115439" y="37869"/>
                </a:lnTo>
                <a:lnTo>
                  <a:pt x="115240" y="37995"/>
                </a:lnTo>
                <a:lnTo>
                  <a:pt x="115037" y="38115"/>
                </a:lnTo>
                <a:lnTo>
                  <a:pt x="114831" y="38227"/>
                </a:lnTo>
                <a:lnTo>
                  <a:pt x="114621" y="38333"/>
                </a:lnTo>
                <a:lnTo>
                  <a:pt x="114408" y="38432"/>
                </a:lnTo>
                <a:lnTo>
                  <a:pt x="114190" y="38524"/>
                </a:lnTo>
                <a:lnTo>
                  <a:pt x="113969" y="38609"/>
                </a:lnTo>
                <a:lnTo>
                  <a:pt x="113745" y="38688"/>
                </a:lnTo>
                <a:lnTo>
                  <a:pt x="113516" y="38759"/>
                </a:lnTo>
                <a:lnTo>
                  <a:pt x="113284" y="38824"/>
                </a:lnTo>
                <a:lnTo>
                  <a:pt x="113048" y="38882"/>
                </a:lnTo>
                <a:lnTo>
                  <a:pt x="112809" y="38933"/>
                </a:lnTo>
                <a:lnTo>
                  <a:pt x="112566" y="38978"/>
                </a:lnTo>
                <a:lnTo>
                  <a:pt x="112319" y="39015"/>
                </a:lnTo>
                <a:lnTo>
                  <a:pt x="112069" y="39046"/>
                </a:lnTo>
                <a:lnTo>
                  <a:pt x="111815" y="39070"/>
                </a:lnTo>
                <a:lnTo>
                  <a:pt x="111557" y="39087"/>
                </a:lnTo>
                <a:lnTo>
                  <a:pt x="111295" y="39097"/>
                </a:lnTo>
                <a:lnTo>
                  <a:pt x="111030" y="39101"/>
                </a:lnTo>
                <a:lnTo>
                  <a:pt x="110797" y="39097"/>
                </a:lnTo>
                <a:lnTo>
                  <a:pt x="110565" y="39087"/>
                </a:lnTo>
                <a:lnTo>
                  <a:pt x="110336" y="39070"/>
                </a:lnTo>
                <a:lnTo>
                  <a:pt x="110109" y="39047"/>
                </a:lnTo>
                <a:lnTo>
                  <a:pt x="109885" y="39016"/>
                </a:lnTo>
                <a:close/>
                <a:moveTo>
                  <a:pt x="110026" y="68588"/>
                </a:moveTo>
                <a:lnTo>
                  <a:pt x="109648" y="68564"/>
                </a:lnTo>
                <a:lnTo>
                  <a:pt x="109279" y="68534"/>
                </a:lnTo>
                <a:lnTo>
                  <a:pt x="108921" y="68498"/>
                </a:lnTo>
                <a:lnTo>
                  <a:pt x="108572" y="68458"/>
                </a:lnTo>
                <a:lnTo>
                  <a:pt x="108233" y="68411"/>
                </a:lnTo>
                <a:lnTo>
                  <a:pt x="107903" y="68360"/>
                </a:lnTo>
                <a:lnTo>
                  <a:pt x="107584" y="68303"/>
                </a:lnTo>
                <a:lnTo>
                  <a:pt x="107274" y="68240"/>
                </a:lnTo>
                <a:lnTo>
                  <a:pt x="106974" y="68172"/>
                </a:lnTo>
                <a:lnTo>
                  <a:pt x="106684" y="68099"/>
                </a:lnTo>
                <a:lnTo>
                  <a:pt x="106403" y="68020"/>
                </a:lnTo>
                <a:lnTo>
                  <a:pt x="106132" y="67936"/>
                </a:lnTo>
                <a:lnTo>
                  <a:pt x="105871" y="67846"/>
                </a:lnTo>
                <a:lnTo>
                  <a:pt x="105620" y="67751"/>
                </a:lnTo>
                <a:lnTo>
                  <a:pt x="105379" y="67650"/>
                </a:lnTo>
                <a:lnTo>
                  <a:pt x="105147" y="67544"/>
                </a:lnTo>
                <a:lnTo>
                  <a:pt x="104925" y="67433"/>
                </a:lnTo>
                <a:lnTo>
                  <a:pt x="104713" y="67316"/>
                </a:lnTo>
                <a:lnTo>
                  <a:pt x="104511" y="67194"/>
                </a:lnTo>
                <a:lnTo>
                  <a:pt x="104319" y="67066"/>
                </a:lnTo>
                <a:lnTo>
                  <a:pt x="104135" y="66935"/>
                </a:lnTo>
                <a:lnTo>
                  <a:pt x="103959" y="66803"/>
                </a:lnTo>
                <a:lnTo>
                  <a:pt x="103791" y="66671"/>
                </a:lnTo>
                <a:lnTo>
                  <a:pt x="103631" y="66537"/>
                </a:lnTo>
                <a:lnTo>
                  <a:pt x="103478" y="66402"/>
                </a:lnTo>
                <a:lnTo>
                  <a:pt x="103334" y="66267"/>
                </a:lnTo>
                <a:lnTo>
                  <a:pt x="103197" y="66130"/>
                </a:lnTo>
                <a:lnTo>
                  <a:pt x="103068" y="65993"/>
                </a:lnTo>
                <a:lnTo>
                  <a:pt x="102947" y="65855"/>
                </a:lnTo>
                <a:lnTo>
                  <a:pt x="102833" y="65716"/>
                </a:lnTo>
                <a:lnTo>
                  <a:pt x="102728" y="65576"/>
                </a:lnTo>
                <a:lnTo>
                  <a:pt x="102630" y="65435"/>
                </a:lnTo>
                <a:lnTo>
                  <a:pt x="102540" y="65293"/>
                </a:lnTo>
                <a:lnTo>
                  <a:pt x="102458" y="65150"/>
                </a:lnTo>
                <a:lnTo>
                  <a:pt x="102384" y="65007"/>
                </a:lnTo>
                <a:lnTo>
                  <a:pt x="102317" y="64862"/>
                </a:lnTo>
                <a:lnTo>
                  <a:pt x="102259" y="64716"/>
                </a:lnTo>
                <a:lnTo>
                  <a:pt x="102208" y="64570"/>
                </a:lnTo>
                <a:lnTo>
                  <a:pt x="102165" y="64423"/>
                </a:lnTo>
                <a:lnTo>
                  <a:pt x="102130" y="64274"/>
                </a:lnTo>
                <a:lnTo>
                  <a:pt x="102102" y="64125"/>
                </a:lnTo>
                <a:lnTo>
                  <a:pt x="102083" y="63975"/>
                </a:lnTo>
                <a:lnTo>
                  <a:pt x="102071" y="63824"/>
                </a:lnTo>
                <a:lnTo>
                  <a:pt x="102067" y="63672"/>
                </a:lnTo>
                <a:lnTo>
                  <a:pt x="102069" y="63543"/>
                </a:lnTo>
                <a:lnTo>
                  <a:pt x="102074" y="63414"/>
                </a:lnTo>
                <a:lnTo>
                  <a:pt x="102084" y="63287"/>
                </a:lnTo>
                <a:lnTo>
                  <a:pt x="102096" y="63161"/>
                </a:lnTo>
                <a:lnTo>
                  <a:pt x="102113" y="63036"/>
                </a:lnTo>
                <a:lnTo>
                  <a:pt x="102133" y="62913"/>
                </a:lnTo>
                <a:lnTo>
                  <a:pt x="102157" y="62791"/>
                </a:lnTo>
                <a:lnTo>
                  <a:pt x="102185" y="62670"/>
                </a:lnTo>
                <a:lnTo>
                  <a:pt x="102216" y="62550"/>
                </a:lnTo>
                <a:lnTo>
                  <a:pt x="102251" y="62432"/>
                </a:lnTo>
                <a:lnTo>
                  <a:pt x="102290" y="62315"/>
                </a:lnTo>
                <a:lnTo>
                  <a:pt x="102332" y="62199"/>
                </a:lnTo>
                <a:lnTo>
                  <a:pt x="102378" y="62085"/>
                </a:lnTo>
                <a:lnTo>
                  <a:pt x="102428" y="61972"/>
                </a:lnTo>
                <a:lnTo>
                  <a:pt x="102481" y="61860"/>
                </a:lnTo>
                <a:lnTo>
                  <a:pt x="102538" y="61749"/>
                </a:lnTo>
                <a:lnTo>
                  <a:pt x="102599" y="61640"/>
                </a:lnTo>
                <a:lnTo>
                  <a:pt x="102664" y="61532"/>
                </a:lnTo>
                <a:lnTo>
                  <a:pt x="102732" y="61425"/>
                </a:lnTo>
                <a:lnTo>
                  <a:pt x="102804" y="61320"/>
                </a:lnTo>
                <a:lnTo>
                  <a:pt x="102879" y="61215"/>
                </a:lnTo>
                <a:lnTo>
                  <a:pt x="102958" y="61113"/>
                </a:lnTo>
                <a:lnTo>
                  <a:pt x="103041" y="61011"/>
                </a:lnTo>
                <a:lnTo>
                  <a:pt x="103128" y="60911"/>
                </a:lnTo>
                <a:lnTo>
                  <a:pt x="103217" y="60812"/>
                </a:lnTo>
                <a:lnTo>
                  <a:pt x="103309" y="60715"/>
                </a:lnTo>
                <a:lnTo>
                  <a:pt x="103403" y="60620"/>
                </a:lnTo>
                <a:lnTo>
                  <a:pt x="103499" y="60527"/>
                </a:lnTo>
                <a:lnTo>
                  <a:pt x="103597" y="60436"/>
                </a:lnTo>
                <a:lnTo>
                  <a:pt x="103697" y="60346"/>
                </a:lnTo>
                <a:lnTo>
                  <a:pt x="103800" y="60259"/>
                </a:lnTo>
                <a:lnTo>
                  <a:pt x="103905" y="60174"/>
                </a:lnTo>
                <a:lnTo>
                  <a:pt x="104012" y="60090"/>
                </a:lnTo>
                <a:lnTo>
                  <a:pt x="104121" y="60008"/>
                </a:lnTo>
                <a:lnTo>
                  <a:pt x="104232" y="59928"/>
                </a:lnTo>
                <a:lnTo>
                  <a:pt x="104346" y="59850"/>
                </a:lnTo>
                <a:lnTo>
                  <a:pt x="104461" y="59774"/>
                </a:lnTo>
                <a:lnTo>
                  <a:pt x="104579" y="59700"/>
                </a:lnTo>
                <a:lnTo>
                  <a:pt x="104699" y="59628"/>
                </a:lnTo>
                <a:lnTo>
                  <a:pt x="104821" y="59557"/>
                </a:lnTo>
                <a:lnTo>
                  <a:pt x="104946" y="59489"/>
                </a:lnTo>
                <a:lnTo>
                  <a:pt x="105072" y="59422"/>
                </a:lnTo>
                <a:lnTo>
                  <a:pt x="105201" y="59358"/>
                </a:lnTo>
                <a:lnTo>
                  <a:pt x="105332" y="59295"/>
                </a:lnTo>
                <a:lnTo>
                  <a:pt x="105465" y="59234"/>
                </a:lnTo>
                <a:lnTo>
                  <a:pt x="105600" y="59175"/>
                </a:lnTo>
                <a:lnTo>
                  <a:pt x="105738" y="59117"/>
                </a:lnTo>
                <a:lnTo>
                  <a:pt x="105877" y="59062"/>
                </a:lnTo>
                <a:lnTo>
                  <a:pt x="113585" y="59062"/>
                </a:lnTo>
                <a:lnTo>
                  <a:pt x="113846" y="59063"/>
                </a:lnTo>
                <a:lnTo>
                  <a:pt x="114103" y="59066"/>
                </a:lnTo>
                <a:lnTo>
                  <a:pt x="114356" y="59070"/>
                </a:lnTo>
                <a:lnTo>
                  <a:pt x="114604" y="59077"/>
                </a:lnTo>
                <a:lnTo>
                  <a:pt x="114848" y="59085"/>
                </a:lnTo>
                <a:lnTo>
                  <a:pt x="115087" y="59095"/>
                </a:lnTo>
                <a:lnTo>
                  <a:pt x="115322" y="59106"/>
                </a:lnTo>
                <a:lnTo>
                  <a:pt x="115553" y="59120"/>
                </a:lnTo>
                <a:lnTo>
                  <a:pt x="115779" y="59135"/>
                </a:lnTo>
                <a:lnTo>
                  <a:pt x="116001" y="59153"/>
                </a:lnTo>
                <a:lnTo>
                  <a:pt x="116219" y="59172"/>
                </a:lnTo>
                <a:lnTo>
                  <a:pt x="116432" y="59192"/>
                </a:lnTo>
                <a:lnTo>
                  <a:pt x="116641" y="59215"/>
                </a:lnTo>
                <a:lnTo>
                  <a:pt x="116845" y="59239"/>
                </a:lnTo>
                <a:lnTo>
                  <a:pt x="117046" y="59266"/>
                </a:lnTo>
                <a:lnTo>
                  <a:pt x="117241" y="59294"/>
                </a:lnTo>
                <a:lnTo>
                  <a:pt x="117433" y="59324"/>
                </a:lnTo>
                <a:lnTo>
                  <a:pt x="117620" y="59355"/>
                </a:lnTo>
                <a:lnTo>
                  <a:pt x="117803" y="59389"/>
                </a:lnTo>
                <a:lnTo>
                  <a:pt x="117981" y="59424"/>
                </a:lnTo>
                <a:lnTo>
                  <a:pt x="118155" y="59461"/>
                </a:lnTo>
                <a:lnTo>
                  <a:pt x="118325" y="59500"/>
                </a:lnTo>
                <a:lnTo>
                  <a:pt x="118490" y="59541"/>
                </a:lnTo>
                <a:lnTo>
                  <a:pt x="118651" y="59583"/>
                </a:lnTo>
                <a:lnTo>
                  <a:pt x="118808" y="59627"/>
                </a:lnTo>
                <a:lnTo>
                  <a:pt x="118961" y="59673"/>
                </a:lnTo>
                <a:lnTo>
                  <a:pt x="119111" y="59721"/>
                </a:lnTo>
                <a:lnTo>
                  <a:pt x="119256" y="59769"/>
                </a:lnTo>
                <a:lnTo>
                  <a:pt x="119398" y="59820"/>
                </a:lnTo>
                <a:lnTo>
                  <a:pt x="119536" y="59871"/>
                </a:lnTo>
                <a:lnTo>
                  <a:pt x="119670" y="59925"/>
                </a:lnTo>
                <a:lnTo>
                  <a:pt x="119801" y="59980"/>
                </a:lnTo>
                <a:lnTo>
                  <a:pt x="119928" y="60036"/>
                </a:lnTo>
                <a:lnTo>
                  <a:pt x="120051" y="60094"/>
                </a:lnTo>
                <a:lnTo>
                  <a:pt x="120170" y="60153"/>
                </a:lnTo>
                <a:lnTo>
                  <a:pt x="120286" y="60214"/>
                </a:lnTo>
                <a:lnTo>
                  <a:pt x="120398" y="60276"/>
                </a:lnTo>
                <a:lnTo>
                  <a:pt x="120506" y="60340"/>
                </a:lnTo>
                <a:lnTo>
                  <a:pt x="120610" y="60406"/>
                </a:lnTo>
                <a:lnTo>
                  <a:pt x="120710" y="60473"/>
                </a:lnTo>
                <a:lnTo>
                  <a:pt x="120807" y="60541"/>
                </a:lnTo>
                <a:lnTo>
                  <a:pt x="120900" y="60611"/>
                </a:lnTo>
                <a:lnTo>
                  <a:pt x="120989" y="60682"/>
                </a:lnTo>
                <a:lnTo>
                  <a:pt x="121075" y="60755"/>
                </a:lnTo>
                <a:lnTo>
                  <a:pt x="121156" y="60830"/>
                </a:lnTo>
                <a:lnTo>
                  <a:pt x="121234" y="60906"/>
                </a:lnTo>
                <a:lnTo>
                  <a:pt x="121309" y="60983"/>
                </a:lnTo>
                <a:lnTo>
                  <a:pt x="121379" y="61062"/>
                </a:lnTo>
                <a:lnTo>
                  <a:pt x="121446" y="61143"/>
                </a:lnTo>
                <a:lnTo>
                  <a:pt x="121510" y="61225"/>
                </a:lnTo>
                <a:lnTo>
                  <a:pt x="121572" y="61308"/>
                </a:lnTo>
                <a:lnTo>
                  <a:pt x="121630" y="61394"/>
                </a:lnTo>
                <a:lnTo>
                  <a:pt x="121686" y="61480"/>
                </a:lnTo>
                <a:lnTo>
                  <a:pt x="121739" y="61568"/>
                </a:lnTo>
                <a:lnTo>
                  <a:pt x="121789" y="61658"/>
                </a:lnTo>
                <a:lnTo>
                  <a:pt x="121836" y="61749"/>
                </a:lnTo>
                <a:lnTo>
                  <a:pt x="121880" y="61842"/>
                </a:lnTo>
                <a:lnTo>
                  <a:pt x="121922" y="61936"/>
                </a:lnTo>
                <a:lnTo>
                  <a:pt x="121960" y="62032"/>
                </a:lnTo>
                <a:lnTo>
                  <a:pt x="121996" y="62129"/>
                </a:lnTo>
                <a:lnTo>
                  <a:pt x="122029" y="62227"/>
                </a:lnTo>
                <a:lnTo>
                  <a:pt x="122059" y="62328"/>
                </a:lnTo>
                <a:lnTo>
                  <a:pt x="122086" y="62429"/>
                </a:lnTo>
                <a:lnTo>
                  <a:pt x="122110" y="62533"/>
                </a:lnTo>
                <a:lnTo>
                  <a:pt x="122132" y="62637"/>
                </a:lnTo>
                <a:lnTo>
                  <a:pt x="122150" y="62744"/>
                </a:lnTo>
                <a:lnTo>
                  <a:pt x="122166" y="62851"/>
                </a:lnTo>
                <a:lnTo>
                  <a:pt x="122179" y="62960"/>
                </a:lnTo>
                <a:lnTo>
                  <a:pt x="122189" y="63071"/>
                </a:lnTo>
                <a:lnTo>
                  <a:pt x="122196" y="63184"/>
                </a:lnTo>
                <a:lnTo>
                  <a:pt x="122200" y="63297"/>
                </a:lnTo>
                <a:lnTo>
                  <a:pt x="122202" y="63413"/>
                </a:lnTo>
                <a:lnTo>
                  <a:pt x="122198" y="63593"/>
                </a:lnTo>
                <a:lnTo>
                  <a:pt x="122185" y="63770"/>
                </a:lnTo>
                <a:lnTo>
                  <a:pt x="122165" y="63946"/>
                </a:lnTo>
                <a:lnTo>
                  <a:pt x="122136" y="64119"/>
                </a:lnTo>
                <a:lnTo>
                  <a:pt x="122098" y="64290"/>
                </a:lnTo>
                <a:lnTo>
                  <a:pt x="122053" y="64459"/>
                </a:lnTo>
                <a:lnTo>
                  <a:pt x="121999" y="64626"/>
                </a:lnTo>
                <a:lnTo>
                  <a:pt x="121937" y="64790"/>
                </a:lnTo>
                <a:lnTo>
                  <a:pt x="121867" y="64952"/>
                </a:lnTo>
                <a:lnTo>
                  <a:pt x="121788" y="65111"/>
                </a:lnTo>
                <a:lnTo>
                  <a:pt x="121702" y="65269"/>
                </a:lnTo>
                <a:lnTo>
                  <a:pt x="121606" y="65424"/>
                </a:lnTo>
                <a:lnTo>
                  <a:pt x="121503" y="65577"/>
                </a:lnTo>
                <a:lnTo>
                  <a:pt x="121391" y="65728"/>
                </a:lnTo>
                <a:lnTo>
                  <a:pt x="121272" y="65876"/>
                </a:lnTo>
                <a:lnTo>
                  <a:pt x="121143" y="66022"/>
                </a:lnTo>
                <a:lnTo>
                  <a:pt x="121007" y="66166"/>
                </a:lnTo>
                <a:lnTo>
                  <a:pt x="120862" y="66307"/>
                </a:lnTo>
                <a:lnTo>
                  <a:pt x="120709" y="66447"/>
                </a:lnTo>
                <a:lnTo>
                  <a:pt x="120548" y="66584"/>
                </a:lnTo>
                <a:lnTo>
                  <a:pt x="120378" y="66719"/>
                </a:lnTo>
                <a:lnTo>
                  <a:pt x="120201" y="66851"/>
                </a:lnTo>
                <a:lnTo>
                  <a:pt x="120015" y="66981"/>
                </a:lnTo>
                <a:lnTo>
                  <a:pt x="119820" y="67109"/>
                </a:lnTo>
                <a:lnTo>
                  <a:pt x="119616" y="67234"/>
                </a:lnTo>
                <a:lnTo>
                  <a:pt x="119400" y="67352"/>
                </a:lnTo>
                <a:lnTo>
                  <a:pt x="119171" y="67466"/>
                </a:lnTo>
                <a:lnTo>
                  <a:pt x="118931" y="67574"/>
                </a:lnTo>
                <a:lnTo>
                  <a:pt x="118679" y="67678"/>
                </a:lnTo>
                <a:lnTo>
                  <a:pt x="118416" y="67775"/>
                </a:lnTo>
                <a:lnTo>
                  <a:pt x="118140" y="67868"/>
                </a:lnTo>
                <a:lnTo>
                  <a:pt x="117852" y="67955"/>
                </a:lnTo>
                <a:lnTo>
                  <a:pt x="117553" y="68037"/>
                </a:lnTo>
                <a:lnTo>
                  <a:pt x="117242" y="68114"/>
                </a:lnTo>
                <a:lnTo>
                  <a:pt x="116919" y="68185"/>
                </a:lnTo>
                <a:lnTo>
                  <a:pt x="116584" y="68251"/>
                </a:lnTo>
                <a:lnTo>
                  <a:pt x="116237" y="68312"/>
                </a:lnTo>
                <a:lnTo>
                  <a:pt x="115878" y="68367"/>
                </a:lnTo>
                <a:lnTo>
                  <a:pt x="115507" y="68418"/>
                </a:lnTo>
                <a:lnTo>
                  <a:pt x="115125" y="68462"/>
                </a:lnTo>
                <a:lnTo>
                  <a:pt x="114730" y="68502"/>
                </a:lnTo>
                <a:lnTo>
                  <a:pt x="114324" y="68536"/>
                </a:lnTo>
                <a:lnTo>
                  <a:pt x="113906" y="68566"/>
                </a:lnTo>
                <a:lnTo>
                  <a:pt x="113475" y="68589"/>
                </a:lnTo>
                <a:lnTo>
                  <a:pt x="113034" y="68608"/>
                </a:lnTo>
                <a:lnTo>
                  <a:pt x="112580" y="68621"/>
                </a:lnTo>
                <a:lnTo>
                  <a:pt x="112114" y="68629"/>
                </a:lnTo>
                <a:lnTo>
                  <a:pt x="111636" y="68632"/>
                </a:lnTo>
                <a:lnTo>
                  <a:pt x="111219" y="68629"/>
                </a:lnTo>
                <a:lnTo>
                  <a:pt x="110812" y="68621"/>
                </a:lnTo>
                <a:lnTo>
                  <a:pt x="110414" y="68607"/>
                </a:lnTo>
                <a:lnTo>
                  <a:pt x="110026" y="68588"/>
                </a:lnTo>
                <a:close/>
                <a:moveTo>
                  <a:pt x="12168" y="1212"/>
                </a:moveTo>
                <a:lnTo>
                  <a:pt x="0" y="1212"/>
                </a:lnTo>
                <a:lnTo>
                  <a:pt x="0" y="59495"/>
                </a:lnTo>
                <a:lnTo>
                  <a:pt x="36762" y="59495"/>
                </a:lnTo>
                <a:lnTo>
                  <a:pt x="36762" y="48800"/>
                </a:lnTo>
                <a:lnTo>
                  <a:pt x="12168" y="48800"/>
                </a:lnTo>
                <a:lnTo>
                  <a:pt x="12168" y="1212"/>
                </a:lnTo>
                <a:close/>
                <a:moveTo>
                  <a:pt x="259404" y="37160"/>
                </a:moveTo>
                <a:lnTo>
                  <a:pt x="259673" y="37171"/>
                </a:lnTo>
                <a:lnTo>
                  <a:pt x="259937" y="37185"/>
                </a:lnTo>
                <a:lnTo>
                  <a:pt x="260196" y="37204"/>
                </a:lnTo>
                <a:lnTo>
                  <a:pt x="260450" y="37227"/>
                </a:lnTo>
                <a:lnTo>
                  <a:pt x="260698" y="37254"/>
                </a:lnTo>
                <a:lnTo>
                  <a:pt x="260942" y="37285"/>
                </a:lnTo>
                <a:lnTo>
                  <a:pt x="261181" y="37320"/>
                </a:lnTo>
                <a:lnTo>
                  <a:pt x="261414" y="37359"/>
                </a:lnTo>
                <a:lnTo>
                  <a:pt x="261643" y="37403"/>
                </a:lnTo>
                <a:lnTo>
                  <a:pt x="261866" y="37450"/>
                </a:lnTo>
                <a:lnTo>
                  <a:pt x="262085" y="37502"/>
                </a:lnTo>
                <a:lnTo>
                  <a:pt x="262298" y="37558"/>
                </a:lnTo>
                <a:lnTo>
                  <a:pt x="262507" y="37618"/>
                </a:lnTo>
                <a:lnTo>
                  <a:pt x="262710" y="37682"/>
                </a:lnTo>
                <a:lnTo>
                  <a:pt x="262908" y="37751"/>
                </a:lnTo>
                <a:lnTo>
                  <a:pt x="263102" y="37823"/>
                </a:lnTo>
                <a:lnTo>
                  <a:pt x="263290" y="37900"/>
                </a:lnTo>
                <a:lnTo>
                  <a:pt x="263473" y="37981"/>
                </a:lnTo>
                <a:lnTo>
                  <a:pt x="263651" y="38066"/>
                </a:lnTo>
                <a:lnTo>
                  <a:pt x="263825" y="38155"/>
                </a:lnTo>
                <a:lnTo>
                  <a:pt x="263993" y="38248"/>
                </a:lnTo>
                <a:lnTo>
                  <a:pt x="264156" y="38345"/>
                </a:lnTo>
                <a:lnTo>
                  <a:pt x="264315" y="38447"/>
                </a:lnTo>
                <a:lnTo>
                  <a:pt x="264471" y="38553"/>
                </a:lnTo>
                <a:lnTo>
                  <a:pt x="264625" y="38663"/>
                </a:lnTo>
                <a:lnTo>
                  <a:pt x="264776" y="38777"/>
                </a:lnTo>
                <a:lnTo>
                  <a:pt x="264924" y="38896"/>
                </a:lnTo>
                <a:lnTo>
                  <a:pt x="265069" y="39019"/>
                </a:lnTo>
                <a:lnTo>
                  <a:pt x="265212" y="39146"/>
                </a:lnTo>
                <a:lnTo>
                  <a:pt x="265351" y="39278"/>
                </a:lnTo>
                <a:lnTo>
                  <a:pt x="265488" y="39414"/>
                </a:lnTo>
                <a:lnTo>
                  <a:pt x="265622" y="39554"/>
                </a:lnTo>
                <a:lnTo>
                  <a:pt x="265754" y="39698"/>
                </a:lnTo>
                <a:lnTo>
                  <a:pt x="265882" y="39847"/>
                </a:lnTo>
                <a:lnTo>
                  <a:pt x="266008" y="40000"/>
                </a:lnTo>
                <a:lnTo>
                  <a:pt x="266131" y="40158"/>
                </a:lnTo>
                <a:lnTo>
                  <a:pt x="266251" y="40319"/>
                </a:lnTo>
                <a:lnTo>
                  <a:pt x="266369" y="40485"/>
                </a:lnTo>
                <a:lnTo>
                  <a:pt x="266484" y="40656"/>
                </a:lnTo>
                <a:lnTo>
                  <a:pt x="266595" y="40830"/>
                </a:lnTo>
                <a:lnTo>
                  <a:pt x="266705" y="41009"/>
                </a:lnTo>
                <a:lnTo>
                  <a:pt x="266811" y="41192"/>
                </a:lnTo>
                <a:lnTo>
                  <a:pt x="266915" y="41380"/>
                </a:lnTo>
                <a:lnTo>
                  <a:pt x="267015" y="41571"/>
                </a:lnTo>
                <a:lnTo>
                  <a:pt x="267113" y="41767"/>
                </a:lnTo>
                <a:lnTo>
                  <a:pt x="267208" y="41968"/>
                </a:lnTo>
                <a:lnTo>
                  <a:pt x="267302" y="42173"/>
                </a:lnTo>
                <a:lnTo>
                  <a:pt x="267394" y="42382"/>
                </a:lnTo>
                <a:lnTo>
                  <a:pt x="267486" y="42597"/>
                </a:lnTo>
                <a:lnTo>
                  <a:pt x="267577" y="42816"/>
                </a:lnTo>
                <a:lnTo>
                  <a:pt x="267666" y="43040"/>
                </a:lnTo>
                <a:lnTo>
                  <a:pt x="267755" y="43269"/>
                </a:lnTo>
                <a:lnTo>
                  <a:pt x="267843" y="43503"/>
                </a:lnTo>
                <a:lnTo>
                  <a:pt x="267930" y="43742"/>
                </a:lnTo>
                <a:lnTo>
                  <a:pt x="268016" y="43985"/>
                </a:lnTo>
                <a:lnTo>
                  <a:pt x="268102" y="44233"/>
                </a:lnTo>
                <a:lnTo>
                  <a:pt x="268186" y="44486"/>
                </a:lnTo>
                <a:lnTo>
                  <a:pt x="268269" y="44744"/>
                </a:lnTo>
                <a:lnTo>
                  <a:pt x="268352" y="45007"/>
                </a:lnTo>
                <a:lnTo>
                  <a:pt x="268434" y="45274"/>
                </a:lnTo>
                <a:lnTo>
                  <a:pt x="268514" y="45547"/>
                </a:lnTo>
                <a:lnTo>
                  <a:pt x="268594" y="45824"/>
                </a:lnTo>
                <a:lnTo>
                  <a:pt x="268673" y="46106"/>
                </a:lnTo>
                <a:lnTo>
                  <a:pt x="268751" y="46393"/>
                </a:lnTo>
                <a:lnTo>
                  <a:pt x="268828" y="46685"/>
                </a:lnTo>
                <a:lnTo>
                  <a:pt x="268904" y="46981"/>
                </a:lnTo>
                <a:lnTo>
                  <a:pt x="268980" y="47282"/>
                </a:lnTo>
                <a:lnTo>
                  <a:pt x="269054" y="47589"/>
                </a:lnTo>
                <a:lnTo>
                  <a:pt x="269128" y="47900"/>
                </a:lnTo>
                <a:lnTo>
                  <a:pt x="269200" y="48215"/>
                </a:lnTo>
                <a:lnTo>
                  <a:pt x="271928" y="59495"/>
                </a:lnTo>
                <a:lnTo>
                  <a:pt x="284659" y="59495"/>
                </a:lnTo>
                <a:lnTo>
                  <a:pt x="280805" y="45791"/>
                </a:lnTo>
                <a:lnTo>
                  <a:pt x="280711" y="45449"/>
                </a:lnTo>
                <a:lnTo>
                  <a:pt x="280616" y="45113"/>
                </a:lnTo>
                <a:lnTo>
                  <a:pt x="280520" y="44781"/>
                </a:lnTo>
                <a:lnTo>
                  <a:pt x="280423" y="44453"/>
                </a:lnTo>
                <a:lnTo>
                  <a:pt x="280325" y="44130"/>
                </a:lnTo>
                <a:lnTo>
                  <a:pt x="280227" y="43812"/>
                </a:lnTo>
                <a:lnTo>
                  <a:pt x="280128" y="43498"/>
                </a:lnTo>
                <a:lnTo>
                  <a:pt x="280028" y="43188"/>
                </a:lnTo>
                <a:lnTo>
                  <a:pt x="279927" y="42883"/>
                </a:lnTo>
                <a:lnTo>
                  <a:pt x="279825" y="42583"/>
                </a:lnTo>
                <a:lnTo>
                  <a:pt x="279723" y="42287"/>
                </a:lnTo>
                <a:lnTo>
                  <a:pt x="279620" y="41996"/>
                </a:lnTo>
                <a:lnTo>
                  <a:pt x="279515" y="41709"/>
                </a:lnTo>
                <a:lnTo>
                  <a:pt x="279410" y="41426"/>
                </a:lnTo>
                <a:lnTo>
                  <a:pt x="279305" y="41149"/>
                </a:lnTo>
                <a:lnTo>
                  <a:pt x="279198" y="40875"/>
                </a:lnTo>
                <a:lnTo>
                  <a:pt x="279090" y="40606"/>
                </a:lnTo>
                <a:lnTo>
                  <a:pt x="278982" y="40342"/>
                </a:lnTo>
                <a:lnTo>
                  <a:pt x="278873" y="40082"/>
                </a:lnTo>
                <a:lnTo>
                  <a:pt x="278763" y="39827"/>
                </a:lnTo>
                <a:lnTo>
                  <a:pt x="278652" y="39577"/>
                </a:lnTo>
                <a:lnTo>
                  <a:pt x="278541" y="39330"/>
                </a:lnTo>
                <a:lnTo>
                  <a:pt x="278428" y="39089"/>
                </a:lnTo>
                <a:lnTo>
                  <a:pt x="278315" y="38852"/>
                </a:lnTo>
                <a:lnTo>
                  <a:pt x="278200" y="38619"/>
                </a:lnTo>
                <a:lnTo>
                  <a:pt x="278082" y="38390"/>
                </a:lnTo>
                <a:lnTo>
                  <a:pt x="277961" y="38165"/>
                </a:lnTo>
                <a:lnTo>
                  <a:pt x="277837" y="37944"/>
                </a:lnTo>
                <a:lnTo>
                  <a:pt x="277710" y="37727"/>
                </a:lnTo>
                <a:lnTo>
                  <a:pt x="277580" y="37514"/>
                </a:lnTo>
                <a:lnTo>
                  <a:pt x="277448" y="37305"/>
                </a:lnTo>
                <a:lnTo>
                  <a:pt x="277312" y="37100"/>
                </a:lnTo>
                <a:lnTo>
                  <a:pt x="277173" y="36899"/>
                </a:lnTo>
                <a:lnTo>
                  <a:pt x="277032" y="36702"/>
                </a:lnTo>
                <a:lnTo>
                  <a:pt x="276887" y="36509"/>
                </a:lnTo>
                <a:lnTo>
                  <a:pt x="276740" y="36320"/>
                </a:lnTo>
                <a:lnTo>
                  <a:pt x="276590" y="36135"/>
                </a:lnTo>
                <a:lnTo>
                  <a:pt x="276436" y="35954"/>
                </a:lnTo>
                <a:lnTo>
                  <a:pt x="276280" y="35777"/>
                </a:lnTo>
                <a:lnTo>
                  <a:pt x="276121" y="35604"/>
                </a:lnTo>
                <a:lnTo>
                  <a:pt x="275959" y="35435"/>
                </a:lnTo>
                <a:lnTo>
                  <a:pt x="275794" y="35270"/>
                </a:lnTo>
                <a:lnTo>
                  <a:pt x="275626" y="35109"/>
                </a:lnTo>
                <a:lnTo>
                  <a:pt x="275455" y="34952"/>
                </a:lnTo>
                <a:lnTo>
                  <a:pt x="275282" y="34799"/>
                </a:lnTo>
                <a:lnTo>
                  <a:pt x="275105" y="34649"/>
                </a:lnTo>
                <a:lnTo>
                  <a:pt x="274925" y="34504"/>
                </a:lnTo>
                <a:lnTo>
                  <a:pt x="274743" y="34363"/>
                </a:lnTo>
                <a:lnTo>
                  <a:pt x="274556" y="34226"/>
                </a:lnTo>
                <a:lnTo>
                  <a:pt x="274365" y="34093"/>
                </a:lnTo>
                <a:lnTo>
                  <a:pt x="274168" y="33963"/>
                </a:lnTo>
                <a:lnTo>
                  <a:pt x="273966" y="33837"/>
                </a:lnTo>
                <a:lnTo>
                  <a:pt x="273759" y="33715"/>
                </a:lnTo>
                <a:lnTo>
                  <a:pt x="273547" y="33597"/>
                </a:lnTo>
                <a:lnTo>
                  <a:pt x="273329" y="33483"/>
                </a:lnTo>
                <a:lnTo>
                  <a:pt x="273107" y="33373"/>
                </a:lnTo>
                <a:lnTo>
                  <a:pt x="272880" y="33266"/>
                </a:lnTo>
                <a:lnTo>
                  <a:pt x="272647" y="33164"/>
                </a:lnTo>
                <a:lnTo>
                  <a:pt x="272409" y="33065"/>
                </a:lnTo>
                <a:lnTo>
                  <a:pt x="272166" y="32970"/>
                </a:lnTo>
                <a:lnTo>
                  <a:pt x="271918" y="32879"/>
                </a:lnTo>
                <a:lnTo>
                  <a:pt x="271665" y="32791"/>
                </a:lnTo>
                <a:lnTo>
                  <a:pt x="271407" y="32708"/>
                </a:lnTo>
                <a:lnTo>
                  <a:pt x="271144" y="32628"/>
                </a:lnTo>
                <a:lnTo>
                  <a:pt x="270876" y="32552"/>
                </a:lnTo>
                <a:lnTo>
                  <a:pt x="270602" y="32480"/>
                </a:lnTo>
                <a:lnTo>
                  <a:pt x="270324" y="32412"/>
                </a:lnTo>
                <a:lnTo>
                  <a:pt x="270040" y="32348"/>
                </a:lnTo>
                <a:lnTo>
                  <a:pt x="269751" y="32287"/>
                </a:lnTo>
                <a:lnTo>
                  <a:pt x="269457" y="32231"/>
                </a:lnTo>
                <a:lnTo>
                  <a:pt x="269158" y="32178"/>
                </a:lnTo>
                <a:lnTo>
                  <a:pt x="268854" y="32129"/>
                </a:lnTo>
                <a:lnTo>
                  <a:pt x="269350" y="31988"/>
                </a:lnTo>
                <a:lnTo>
                  <a:pt x="269836" y="31840"/>
                </a:lnTo>
                <a:lnTo>
                  <a:pt x="270311" y="31684"/>
                </a:lnTo>
                <a:lnTo>
                  <a:pt x="270775" y="31520"/>
                </a:lnTo>
                <a:lnTo>
                  <a:pt x="271229" y="31349"/>
                </a:lnTo>
                <a:lnTo>
                  <a:pt x="271673" y="31170"/>
                </a:lnTo>
                <a:lnTo>
                  <a:pt x="272105" y="30983"/>
                </a:lnTo>
                <a:lnTo>
                  <a:pt x="272527" y="30789"/>
                </a:lnTo>
                <a:lnTo>
                  <a:pt x="272939" y="30587"/>
                </a:lnTo>
                <a:lnTo>
                  <a:pt x="273340" y="30377"/>
                </a:lnTo>
                <a:lnTo>
                  <a:pt x="273730" y="30160"/>
                </a:lnTo>
                <a:lnTo>
                  <a:pt x="274110" y="29935"/>
                </a:lnTo>
                <a:lnTo>
                  <a:pt x="274479" y="29702"/>
                </a:lnTo>
                <a:lnTo>
                  <a:pt x="274837" y="29462"/>
                </a:lnTo>
                <a:lnTo>
                  <a:pt x="275185" y="29214"/>
                </a:lnTo>
                <a:lnTo>
                  <a:pt x="275522" y="28959"/>
                </a:lnTo>
                <a:lnTo>
                  <a:pt x="275849" y="28695"/>
                </a:lnTo>
                <a:lnTo>
                  <a:pt x="276165" y="28424"/>
                </a:lnTo>
                <a:lnTo>
                  <a:pt x="276470" y="28146"/>
                </a:lnTo>
                <a:lnTo>
                  <a:pt x="276765" y="27860"/>
                </a:lnTo>
                <a:lnTo>
                  <a:pt x="277050" y="27566"/>
                </a:lnTo>
                <a:lnTo>
                  <a:pt x="277323" y="27264"/>
                </a:lnTo>
                <a:lnTo>
                  <a:pt x="277586" y="26955"/>
                </a:lnTo>
                <a:lnTo>
                  <a:pt x="277839" y="26638"/>
                </a:lnTo>
                <a:lnTo>
                  <a:pt x="278081" y="26314"/>
                </a:lnTo>
                <a:lnTo>
                  <a:pt x="278313" y="25985"/>
                </a:lnTo>
                <a:lnTo>
                  <a:pt x="278534" y="25650"/>
                </a:lnTo>
                <a:lnTo>
                  <a:pt x="278745" y="25308"/>
                </a:lnTo>
                <a:lnTo>
                  <a:pt x="278946" y="24961"/>
                </a:lnTo>
                <a:lnTo>
                  <a:pt x="279136" y="24608"/>
                </a:lnTo>
                <a:lnTo>
                  <a:pt x="279317" y="24250"/>
                </a:lnTo>
                <a:lnTo>
                  <a:pt x="279487" y="23885"/>
                </a:lnTo>
                <a:lnTo>
                  <a:pt x="279646" y="23515"/>
                </a:lnTo>
                <a:lnTo>
                  <a:pt x="279796" y="23138"/>
                </a:lnTo>
                <a:lnTo>
                  <a:pt x="279935" y="22756"/>
                </a:lnTo>
                <a:lnTo>
                  <a:pt x="280063" y="22368"/>
                </a:lnTo>
                <a:lnTo>
                  <a:pt x="280182" y="21974"/>
                </a:lnTo>
                <a:lnTo>
                  <a:pt x="280290" y="21574"/>
                </a:lnTo>
                <a:lnTo>
                  <a:pt x="280388" y="21168"/>
                </a:lnTo>
                <a:lnTo>
                  <a:pt x="280475" y="20757"/>
                </a:lnTo>
                <a:lnTo>
                  <a:pt x="280553" y="20340"/>
                </a:lnTo>
                <a:lnTo>
                  <a:pt x="280620" y="19916"/>
                </a:lnTo>
                <a:lnTo>
                  <a:pt x="280676" y="19487"/>
                </a:lnTo>
                <a:lnTo>
                  <a:pt x="280723" y="19052"/>
                </a:lnTo>
                <a:lnTo>
                  <a:pt x="280759" y="18612"/>
                </a:lnTo>
                <a:lnTo>
                  <a:pt x="280784" y="18165"/>
                </a:lnTo>
                <a:lnTo>
                  <a:pt x="280800" y="17712"/>
                </a:lnTo>
                <a:lnTo>
                  <a:pt x="280805" y="17254"/>
                </a:lnTo>
                <a:lnTo>
                  <a:pt x="280800" y="16772"/>
                </a:lnTo>
                <a:lnTo>
                  <a:pt x="280787" y="16297"/>
                </a:lnTo>
                <a:lnTo>
                  <a:pt x="280765" y="15831"/>
                </a:lnTo>
                <a:lnTo>
                  <a:pt x="280733" y="15372"/>
                </a:lnTo>
                <a:lnTo>
                  <a:pt x="280693" y="14922"/>
                </a:lnTo>
                <a:lnTo>
                  <a:pt x="280644" y="14480"/>
                </a:lnTo>
                <a:lnTo>
                  <a:pt x="280586" y="14046"/>
                </a:lnTo>
                <a:lnTo>
                  <a:pt x="280519" y="13619"/>
                </a:lnTo>
                <a:lnTo>
                  <a:pt x="280443" y="13201"/>
                </a:lnTo>
                <a:lnTo>
                  <a:pt x="280358" y="12791"/>
                </a:lnTo>
                <a:lnTo>
                  <a:pt x="280264" y="12389"/>
                </a:lnTo>
                <a:lnTo>
                  <a:pt x="280161" y="11995"/>
                </a:lnTo>
                <a:lnTo>
                  <a:pt x="280049" y="11609"/>
                </a:lnTo>
                <a:lnTo>
                  <a:pt x="279928" y="11231"/>
                </a:lnTo>
                <a:lnTo>
                  <a:pt x="279798" y="10861"/>
                </a:lnTo>
                <a:lnTo>
                  <a:pt x="279660" y="10499"/>
                </a:lnTo>
                <a:lnTo>
                  <a:pt x="279512" y="10145"/>
                </a:lnTo>
                <a:lnTo>
                  <a:pt x="279356" y="9799"/>
                </a:lnTo>
                <a:lnTo>
                  <a:pt x="279190" y="9462"/>
                </a:lnTo>
                <a:lnTo>
                  <a:pt x="279016" y="9132"/>
                </a:lnTo>
                <a:lnTo>
                  <a:pt x="278832" y="8810"/>
                </a:lnTo>
                <a:lnTo>
                  <a:pt x="278640" y="8496"/>
                </a:lnTo>
                <a:lnTo>
                  <a:pt x="278439" y="8191"/>
                </a:lnTo>
                <a:lnTo>
                  <a:pt x="278229" y="7893"/>
                </a:lnTo>
                <a:lnTo>
                  <a:pt x="278011" y="7603"/>
                </a:lnTo>
                <a:lnTo>
                  <a:pt x="277786" y="7319"/>
                </a:lnTo>
                <a:lnTo>
                  <a:pt x="277556" y="7042"/>
                </a:lnTo>
                <a:lnTo>
                  <a:pt x="277319" y="6772"/>
                </a:lnTo>
                <a:lnTo>
                  <a:pt x="277075" y="6509"/>
                </a:lnTo>
                <a:lnTo>
                  <a:pt x="276825" y="6253"/>
                </a:lnTo>
                <a:lnTo>
                  <a:pt x="276569" y="6003"/>
                </a:lnTo>
                <a:lnTo>
                  <a:pt x="276306" y="5760"/>
                </a:lnTo>
                <a:lnTo>
                  <a:pt x="276037" y="5524"/>
                </a:lnTo>
                <a:lnTo>
                  <a:pt x="275762" y="5294"/>
                </a:lnTo>
                <a:lnTo>
                  <a:pt x="275480" y="5072"/>
                </a:lnTo>
                <a:lnTo>
                  <a:pt x="275192" y="4856"/>
                </a:lnTo>
                <a:lnTo>
                  <a:pt x="274897" y="4647"/>
                </a:lnTo>
                <a:lnTo>
                  <a:pt x="274597" y="4444"/>
                </a:lnTo>
                <a:lnTo>
                  <a:pt x="274289" y="4249"/>
                </a:lnTo>
                <a:lnTo>
                  <a:pt x="273975" y="4060"/>
                </a:lnTo>
                <a:lnTo>
                  <a:pt x="273655" y="3877"/>
                </a:lnTo>
                <a:lnTo>
                  <a:pt x="273329" y="3702"/>
                </a:lnTo>
                <a:lnTo>
                  <a:pt x="272996" y="3533"/>
                </a:lnTo>
                <a:lnTo>
                  <a:pt x="272657" y="3372"/>
                </a:lnTo>
                <a:lnTo>
                  <a:pt x="272311" y="3216"/>
                </a:lnTo>
                <a:lnTo>
                  <a:pt x="271959" y="3068"/>
                </a:lnTo>
                <a:lnTo>
                  <a:pt x="271600" y="2926"/>
                </a:lnTo>
                <a:lnTo>
                  <a:pt x="271235" y="2792"/>
                </a:lnTo>
                <a:lnTo>
                  <a:pt x="270865" y="2663"/>
                </a:lnTo>
                <a:lnTo>
                  <a:pt x="270491" y="2539"/>
                </a:lnTo>
                <a:lnTo>
                  <a:pt x="270112" y="2421"/>
                </a:lnTo>
                <a:lnTo>
                  <a:pt x="269730" y="2309"/>
                </a:lnTo>
                <a:lnTo>
                  <a:pt x="269343" y="2202"/>
                </a:lnTo>
                <a:lnTo>
                  <a:pt x="268951" y="2101"/>
                </a:lnTo>
                <a:lnTo>
                  <a:pt x="268556" y="2005"/>
                </a:lnTo>
                <a:lnTo>
                  <a:pt x="268156" y="1914"/>
                </a:lnTo>
                <a:lnTo>
                  <a:pt x="267752" y="1829"/>
                </a:lnTo>
                <a:lnTo>
                  <a:pt x="267344" y="1750"/>
                </a:lnTo>
                <a:lnTo>
                  <a:pt x="266932" y="1676"/>
                </a:lnTo>
                <a:lnTo>
                  <a:pt x="266516" y="1607"/>
                </a:lnTo>
                <a:lnTo>
                  <a:pt x="266095" y="1544"/>
                </a:lnTo>
                <a:lnTo>
                  <a:pt x="265670" y="1487"/>
                </a:lnTo>
                <a:lnTo>
                  <a:pt x="265241" y="1434"/>
                </a:lnTo>
                <a:lnTo>
                  <a:pt x="264808" y="1388"/>
                </a:lnTo>
                <a:lnTo>
                  <a:pt x="264370" y="1347"/>
                </a:lnTo>
                <a:lnTo>
                  <a:pt x="263928" y="1311"/>
                </a:lnTo>
                <a:lnTo>
                  <a:pt x="263483" y="1281"/>
                </a:lnTo>
                <a:lnTo>
                  <a:pt x="263032" y="1256"/>
                </a:lnTo>
                <a:lnTo>
                  <a:pt x="262578" y="1237"/>
                </a:lnTo>
                <a:lnTo>
                  <a:pt x="262119" y="1223"/>
                </a:lnTo>
                <a:lnTo>
                  <a:pt x="261657" y="1215"/>
                </a:lnTo>
                <a:lnTo>
                  <a:pt x="261190" y="1212"/>
                </a:lnTo>
                <a:lnTo>
                  <a:pt x="237201" y="1212"/>
                </a:lnTo>
                <a:lnTo>
                  <a:pt x="237201" y="59495"/>
                </a:lnTo>
                <a:lnTo>
                  <a:pt x="249369" y="59495"/>
                </a:lnTo>
                <a:lnTo>
                  <a:pt x="249369" y="37152"/>
                </a:lnTo>
                <a:lnTo>
                  <a:pt x="258851" y="37152"/>
                </a:lnTo>
                <a:lnTo>
                  <a:pt x="259130" y="37154"/>
                </a:lnTo>
                <a:lnTo>
                  <a:pt x="259404" y="37160"/>
                </a:lnTo>
                <a:close/>
                <a:moveTo>
                  <a:pt x="260787" y="11332"/>
                </a:moveTo>
                <a:lnTo>
                  <a:pt x="261090" y="11355"/>
                </a:lnTo>
                <a:lnTo>
                  <a:pt x="261387" y="11386"/>
                </a:lnTo>
                <a:lnTo>
                  <a:pt x="261680" y="11423"/>
                </a:lnTo>
                <a:lnTo>
                  <a:pt x="261966" y="11467"/>
                </a:lnTo>
                <a:lnTo>
                  <a:pt x="262248" y="11517"/>
                </a:lnTo>
                <a:lnTo>
                  <a:pt x="262525" y="11575"/>
                </a:lnTo>
                <a:lnTo>
                  <a:pt x="262796" y="11639"/>
                </a:lnTo>
                <a:lnTo>
                  <a:pt x="263062" y="11710"/>
                </a:lnTo>
                <a:lnTo>
                  <a:pt x="263322" y="11787"/>
                </a:lnTo>
                <a:lnTo>
                  <a:pt x="263578" y="11872"/>
                </a:lnTo>
                <a:lnTo>
                  <a:pt x="263828" y="11963"/>
                </a:lnTo>
                <a:lnTo>
                  <a:pt x="264073" y="12061"/>
                </a:lnTo>
                <a:lnTo>
                  <a:pt x="264312" y="12165"/>
                </a:lnTo>
                <a:lnTo>
                  <a:pt x="264546" y="12276"/>
                </a:lnTo>
                <a:lnTo>
                  <a:pt x="264776" y="12394"/>
                </a:lnTo>
                <a:lnTo>
                  <a:pt x="264999" y="12519"/>
                </a:lnTo>
                <a:lnTo>
                  <a:pt x="265218" y="12651"/>
                </a:lnTo>
                <a:lnTo>
                  <a:pt x="265431" y="12789"/>
                </a:lnTo>
                <a:lnTo>
                  <a:pt x="265639" y="12934"/>
                </a:lnTo>
                <a:lnTo>
                  <a:pt x="265842" y="13086"/>
                </a:lnTo>
                <a:lnTo>
                  <a:pt x="266039" y="13245"/>
                </a:lnTo>
                <a:lnTo>
                  <a:pt x="266230" y="13410"/>
                </a:lnTo>
                <a:lnTo>
                  <a:pt x="266413" y="13582"/>
                </a:lnTo>
                <a:lnTo>
                  <a:pt x="266587" y="13760"/>
                </a:lnTo>
                <a:lnTo>
                  <a:pt x="266754" y="13945"/>
                </a:lnTo>
                <a:lnTo>
                  <a:pt x="266912" y="14137"/>
                </a:lnTo>
                <a:lnTo>
                  <a:pt x="267062" y="14335"/>
                </a:lnTo>
                <a:lnTo>
                  <a:pt x="267204" y="14540"/>
                </a:lnTo>
                <a:lnTo>
                  <a:pt x="267338" y="14751"/>
                </a:lnTo>
                <a:lnTo>
                  <a:pt x="267464" y="14969"/>
                </a:lnTo>
                <a:lnTo>
                  <a:pt x="267582" y="15194"/>
                </a:lnTo>
                <a:lnTo>
                  <a:pt x="267692" y="15425"/>
                </a:lnTo>
                <a:lnTo>
                  <a:pt x="267793" y="15663"/>
                </a:lnTo>
                <a:lnTo>
                  <a:pt x="267886" y="15907"/>
                </a:lnTo>
                <a:lnTo>
                  <a:pt x="267972" y="16158"/>
                </a:lnTo>
                <a:lnTo>
                  <a:pt x="268049" y="16416"/>
                </a:lnTo>
                <a:lnTo>
                  <a:pt x="268118" y="16680"/>
                </a:lnTo>
                <a:lnTo>
                  <a:pt x="268179" y="16951"/>
                </a:lnTo>
                <a:lnTo>
                  <a:pt x="268231" y="17228"/>
                </a:lnTo>
                <a:lnTo>
                  <a:pt x="268276" y="17512"/>
                </a:lnTo>
                <a:lnTo>
                  <a:pt x="268313" y="17802"/>
                </a:lnTo>
                <a:lnTo>
                  <a:pt x="268341" y="18100"/>
                </a:lnTo>
                <a:lnTo>
                  <a:pt x="268361" y="18403"/>
                </a:lnTo>
                <a:lnTo>
                  <a:pt x="268374" y="18714"/>
                </a:lnTo>
                <a:lnTo>
                  <a:pt x="268378" y="19031"/>
                </a:lnTo>
                <a:lnTo>
                  <a:pt x="268376" y="19249"/>
                </a:lnTo>
                <a:lnTo>
                  <a:pt x="268370" y="19464"/>
                </a:lnTo>
                <a:lnTo>
                  <a:pt x="268360" y="19676"/>
                </a:lnTo>
                <a:lnTo>
                  <a:pt x="268346" y="19886"/>
                </a:lnTo>
                <a:lnTo>
                  <a:pt x="268329" y="20093"/>
                </a:lnTo>
                <a:lnTo>
                  <a:pt x="268307" y="20297"/>
                </a:lnTo>
                <a:lnTo>
                  <a:pt x="268282" y="20498"/>
                </a:lnTo>
                <a:lnTo>
                  <a:pt x="268253" y="20696"/>
                </a:lnTo>
                <a:lnTo>
                  <a:pt x="268219" y="20891"/>
                </a:lnTo>
                <a:lnTo>
                  <a:pt x="268182" y="21084"/>
                </a:lnTo>
                <a:lnTo>
                  <a:pt x="268141" y="21273"/>
                </a:lnTo>
                <a:lnTo>
                  <a:pt x="268096" y="21460"/>
                </a:lnTo>
                <a:lnTo>
                  <a:pt x="268047" y="21644"/>
                </a:lnTo>
                <a:lnTo>
                  <a:pt x="267995" y="21825"/>
                </a:lnTo>
                <a:lnTo>
                  <a:pt x="267938" y="22004"/>
                </a:lnTo>
                <a:lnTo>
                  <a:pt x="267877" y="22179"/>
                </a:lnTo>
                <a:lnTo>
                  <a:pt x="267813" y="22352"/>
                </a:lnTo>
                <a:lnTo>
                  <a:pt x="267744" y="22521"/>
                </a:lnTo>
                <a:lnTo>
                  <a:pt x="267672" y="22688"/>
                </a:lnTo>
                <a:lnTo>
                  <a:pt x="267596" y="22852"/>
                </a:lnTo>
                <a:lnTo>
                  <a:pt x="267516" y="23013"/>
                </a:lnTo>
                <a:lnTo>
                  <a:pt x="267432" y="23172"/>
                </a:lnTo>
                <a:lnTo>
                  <a:pt x="267344" y="23327"/>
                </a:lnTo>
                <a:lnTo>
                  <a:pt x="267252" y="23480"/>
                </a:lnTo>
                <a:lnTo>
                  <a:pt x="267156" y="23629"/>
                </a:lnTo>
                <a:lnTo>
                  <a:pt x="267058" y="23776"/>
                </a:lnTo>
                <a:lnTo>
                  <a:pt x="266956" y="23919"/>
                </a:lnTo>
                <a:lnTo>
                  <a:pt x="266851" y="24059"/>
                </a:lnTo>
                <a:lnTo>
                  <a:pt x="266742" y="24196"/>
                </a:lnTo>
                <a:lnTo>
                  <a:pt x="266631" y="24330"/>
                </a:lnTo>
                <a:lnTo>
                  <a:pt x="266516" y="24460"/>
                </a:lnTo>
                <a:lnTo>
                  <a:pt x="266398" y="24588"/>
                </a:lnTo>
                <a:lnTo>
                  <a:pt x="266276" y="24712"/>
                </a:lnTo>
                <a:lnTo>
                  <a:pt x="266152" y="24833"/>
                </a:lnTo>
                <a:lnTo>
                  <a:pt x="266024" y="24951"/>
                </a:lnTo>
                <a:lnTo>
                  <a:pt x="265893" y="25066"/>
                </a:lnTo>
                <a:lnTo>
                  <a:pt x="265759" y="25178"/>
                </a:lnTo>
                <a:lnTo>
                  <a:pt x="265622" y="25287"/>
                </a:lnTo>
                <a:lnTo>
                  <a:pt x="265481" y="25392"/>
                </a:lnTo>
                <a:lnTo>
                  <a:pt x="265337" y="25495"/>
                </a:lnTo>
                <a:lnTo>
                  <a:pt x="265190" y="25594"/>
                </a:lnTo>
                <a:lnTo>
                  <a:pt x="265039" y="25690"/>
                </a:lnTo>
                <a:lnTo>
                  <a:pt x="264886" y="25783"/>
                </a:lnTo>
                <a:lnTo>
                  <a:pt x="264729" y="25872"/>
                </a:lnTo>
                <a:lnTo>
                  <a:pt x="264569" y="25959"/>
                </a:lnTo>
                <a:lnTo>
                  <a:pt x="264406" y="26042"/>
                </a:lnTo>
                <a:lnTo>
                  <a:pt x="264239" y="26123"/>
                </a:lnTo>
                <a:lnTo>
                  <a:pt x="264069" y="26200"/>
                </a:lnTo>
                <a:lnTo>
                  <a:pt x="263896" y="26274"/>
                </a:lnTo>
                <a:lnTo>
                  <a:pt x="263721" y="26344"/>
                </a:lnTo>
                <a:lnTo>
                  <a:pt x="263542" y="26412"/>
                </a:lnTo>
                <a:lnTo>
                  <a:pt x="263361" y="26477"/>
                </a:lnTo>
                <a:lnTo>
                  <a:pt x="263177" y="26538"/>
                </a:lnTo>
                <a:lnTo>
                  <a:pt x="262991" y="26596"/>
                </a:lnTo>
                <a:lnTo>
                  <a:pt x="262801" y="26651"/>
                </a:lnTo>
                <a:lnTo>
                  <a:pt x="262609" y="26703"/>
                </a:lnTo>
                <a:lnTo>
                  <a:pt x="262414" y="26752"/>
                </a:lnTo>
                <a:lnTo>
                  <a:pt x="262216" y="26798"/>
                </a:lnTo>
                <a:lnTo>
                  <a:pt x="262016" y="26840"/>
                </a:lnTo>
                <a:lnTo>
                  <a:pt x="261812" y="26880"/>
                </a:lnTo>
                <a:lnTo>
                  <a:pt x="261606" y="26916"/>
                </a:lnTo>
                <a:lnTo>
                  <a:pt x="261397" y="26949"/>
                </a:lnTo>
                <a:lnTo>
                  <a:pt x="261185" y="26979"/>
                </a:lnTo>
                <a:lnTo>
                  <a:pt x="260971" y="27006"/>
                </a:lnTo>
                <a:lnTo>
                  <a:pt x="260753" y="27029"/>
                </a:lnTo>
                <a:lnTo>
                  <a:pt x="260533" y="27050"/>
                </a:lnTo>
                <a:lnTo>
                  <a:pt x="260311" y="27067"/>
                </a:lnTo>
                <a:lnTo>
                  <a:pt x="260085" y="27081"/>
                </a:lnTo>
                <a:lnTo>
                  <a:pt x="259856" y="27092"/>
                </a:lnTo>
                <a:lnTo>
                  <a:pt x="259625" y="27100"/>
                </a:lnTo>
                <a:lnTo>
                  <a:pt x="259391" y="27105"/>
                </a:lnTo>
                <a:lnTo>
                  <a:pt x="259155" y="27106"/>
                </a:lnTo>
                <a:lnTo>
                  <a:pt x="249369" y="27106"/>
                </a:lnTo>
                <a:lnTo>
                  <a:pt x="249369" y="11301"/>
                </a:lnTo>
                <a:lnTo>
                  <a:pt x="259847" y="11301"/>
                </a:lnTo>
                <a:lnTo>
                  <a:pt x="260166" y="11305"/>
                </a:lnTo>
                <a:lnTo>
                  <a:pt x="260479" y="11315"/>
                </a:lnTo>
                <a:lnTo>
                  <a:pt x="260787" y="11332"/>
                </a:lnTo>
                <a:close/>
                <a:moveTo>
                  <a:pt x="140347" y="59495"/>
                </a:moveTo>
                <a:lnTo>
                  <a:pt x="151821" y="59495"/>
                </a:lnTo>
                <a:lnTo>
                  <a:pt x="151821" y="16714"/>
                </a:lnTo>
                <a:lnTo>
                  <a:pt x="140347" y="16714"/>
                </a:lnTo>
                <a:lnTo>
                  <a:pt x="140347" y="59495"/>
                </a:lnTo>
                <a:close/>
                <a:moveTo>
                  <a:pt x="66158" y="60162"/>
                </a:moveTo>
                <a:lnTo>
                  <a:pt x="66667" y="60113"/>
                </a:lnTo>
                <a:lnTo>
                  <a:pt x="67171" y="60055"/>
                </a:lnTo>
                <a:lnTo>
                  <a:pt x="67669" y="59987"/>
                </a:lnTo>
                <a:lnTo>
                  <a:pt x="68161" y="59911"/>
                </a:lnTo>
                <a:lnTo>
                  <a:pt x="68647" y="59826"/>
                </a:lnTo>
                <a:lnTo>
                  <a:pt x="69128" y="59732"/>
                </a:lnTo>
                <a:lnTo>
                  <a:pt x="69602" y="59628"/>
                </a:lnTo>
                <a:lnTo>
                  <a:pt x="70071" y="59516"/>
                </a:lnTo>
                <a:lnTo>
                  <a:pt x="70534" y="59395"/>
                </a:lnTo>
                <a:lnTo>
                  <a:pt x="70992" y="59265"/>
                </a:lnTo>
                <a:lnTo>
                  <a:pt x="71443" y="59126"/>
                </a:lnTo>
                <a:lnTo>
                  <a:pt x="71889" y="58978"/>
                </a:lnTo>
                <a:lnTo>
                  <a:pt x="72329" y="58821"/>
                </a:lnTo>
                <a:lnTo>
                  <a:pt x="72763" y="58655"/>
                </a:lnTo>
                <a:lnTo>
                  <a:pt x="73192" y="58480"/>
                </a:lnTo>
                <a:lnTo>
                  <a:pt x="73614" y="58296"/>
                </a:lnTo>
                <a:lnTo>
                  <a:pt x="74031" y="58103"/>
                </a:lnTo>
                <a:lnTo>
                  <a:pt x="74442" y="57901"/>
                </a:lnTo>
                <a:lnTo>
                  <a:pt x="74847" y="57690"/>
                </a:lnTo>
                <a:lnTo>
                  <a:pt x="75246" y="57471"/>
                </a:lnTo>
                <a:lnTo>
                  <a:pt x="75637" y="57243"/>
                </a:lnTo>
                <a:lnTo>
                  <a:pt x="76021" y="57007"/>
                </a:lnTo>
                <a:lnTo>
                  <a:pt x="76397" y="56764"/>
                </a:lnTo>
                <a:lnTo>
                  <a:pt x="76766" y="56512"/>
                </a:lnTo>
                <a:lnTo>
                  <a:pt x="77127" y="56252"/>
                </a:lnTo>
                <a:lnTo>
                  <a:pt x="77481" y="55984"/>
                </a:lnTo>
                <a:lnTo>
                  <a:pt x="77828" y="55708"/>
                </a:lnTo>
                <a:lnTo>
                  <a:pt x="78167" y="55424"/>
                </a:lnTo>
                <a:lnTo>
                  <a:pt x="78498" y="55132"/>
                </a:lnTo>
                <a:lnTo>
                  <a:pt x="78823" y="54832"/>
                </a:lnTo>
                <a:lnTo>
                  <a:pt x="79139" y="54524"/>
                </a:lnTo>
                <a:lnTo>
                  <a:pt x="79449" y="54208"/>
                </a:lnTo>
                <a:lnTo>
                  <a:pt x="79751" y="53884"/>
                </a:lnTo>
                <a:lnTo>
                  <a:pt x="80045" y="53551"/>
                </a:lnTo>
                <a:lnTo>
                  <a:pt x="80332" y="53211"/>
                </a:lnTo>
                <a:lnTo>
                  <a:pt x="80612" y="52862"/>
                </a:lnTo>
                <a:lnTo>
                  <a:pt x="80884" y="52506"/>
                </a:lnTo>
                <a:lnTo>
                  <a:pt x="81148" y="52141"/>
                </a:lnTo>
                <a:lnTo>
                  <a:pt x="81405" y="51769"/>
                </a:lnTo>
                <a:lnTo>
                  <a:pt x="81655" y="51388"/>
                </a:lnTo>
                <a:lnTo>
                  <a:pt x="81898" y="50999"/>
                </a:lnTo>
                <a:lnTo>
                  <a:pt x="82132" y="50603"/>
                </a:lnTo>
                <a:lnTo>
                  <a:pt x="82360" y="50198"/>
                </a:lnTo>
                <a:lnTo>
                  <a:pt x="82579" y="49785"/>
                </a:lnTo>
                <a:lnTo>
                  <a:pt x="82789" y="49365"/>
                </a:lnTo>
                <a:lnTo>
                  <a:pt x="82989" y="48939"/>
                </a:lnTo>
                <a:lnTo>
                  <a:pt x="83180" y="48505"/>
                </a:lnTo>
                <a:lnTo>
                  <a:pt x="83362" y="48063"/>
                </a:lnTo>
                <a:lnTo>
                  <a:pt x="83534" y="47615"/>
                </a:lnTo>
                <a:lnTo>
                  <a:pt x="83698" y="47160"/>
                </a:lnTo>
                <a:lnTo>
                  <a:pt x="83851" y="46697"/>
                </a:lnTo>
                <a:lnTo>
                  <a:pt x="83996" y="46227"/>
                </a:lnTo>
                <a:lnTo>
                  <a:pt x="84131" y="45750"/>
                </a:lnTo>
                <a:lnTo>
                  <a:pt x="84257" y="45266"/>
                </a:lnTo>
                <a:lnTo>
                  <a:pt x="84373" y="44775"/>
                </a:lnTo>
                <a:lnTo>
                  <a:pt x="84481" y="44277"/>
                </a:lnTo>
                <a:lnTo>
                  <a:pt x="84578" y="43771"/>
                </a:lnTo>
                <a:lnTo>
                  <a:pt x="84667" y="43258"/>
                </a:lnTo>
                <a:lnTo>
                  <a:pt x="84746" y="42739"/>
                </a:lnTo>
                <a:lnTo>
                  <a:pt x="84816" y="42212"/>
                </a:lnTo>
                <a:lnTo>
                  <a:pt x="84877" y="41677"/>
                </a:lnTo>
                <a:lnTo>
                  <a:pt x="84928" y="41136"/>
                </a:lnTo>
                <a:lnTo>
                  <a:pt x="84970" y="40588"/>
                </a:lnTo>
                <a:lnTo>
                  <a:pt x="85003" y="40032"/>
                </a:lnTo>
                <a:lnTo>
                  <a:pt x="85026" y="39469"/>
                </a:lnTo>
                <a:lnTo>
                  <a:pt x="85040" y="38900"/>
                </a:lnTo>
                <a:lnTo>
                  <a:pt x="85045" y="38322"/>
                </a:lnTo>
                <a:lnTo>
                  <a:pt x="85040" y="37735"/>
                </a:lnTo>
                <a:lnTo>
                  <a:pt x="85026" y="37154"/>
                </a:lnTo>
                <a:lnTo>
                  <a:pt x="85003" y="36581"/>
                </a:lnTo>
                <a:lnTo>
                  <a:pt x="84970" y="36016"/>
                </a:lnTo>
                <a:lnTo>
                  <a:pt x="84928" y="35458"/>
                </a:lnTo>
                <a:lnTo>
                  <a:pt x="84877" y="34907"/>
                </a:lnTo>
                <a:lnTo>
                  <a:pt x="84816" y="34363"/>
                </a:lnTo>
                <a:lnTo>
                  <a:pt x="84746" y="33827"/>
                </a:lnTo>
                <a:lnTo>
                  <a:pt x="84667" y="33298"/>
                </a:lnTo>
                <a:lnTo>
                  <a:pt x="84578" y="32777"/>
                </a:lnTo>
                <a:lnTo>
                  <a:pt x="84481" y="32263"/>
                </a:lnTo>
                <a:lnTo>
                  <a:pt x="84373" y="31756"/>
                </a:lnTo>
                <a:lnTo>
                  <a:pt x="84257" y="31257"/>
                </a:lnTo>
                <a:lnTo>
                  <a:pt x="84131" y="30765"/>
                </a:lnTo>
                <a:lnTo>
                  <a:pt x="83996" y="30281"/>
                </a:lnTo>
                <a:lnTo>
                  <a:pt x="83851" y="29804"/>
                </a:lnTo>
                <a:lnTo>
                  <a:pt x="83698" y="29334"/>
                </a:lnTo>
                <a:lnTo>
                  <a:pt x="83534" y="28872"/>
                </a:lnTo>
                <a:lnTo>
                  <a:pt x="83362" y="28417"/>
                </a:lnTo>
                <a:lnTo>
                  <a:pt x="83180" y="27969"/>
                </a:lnTo>
                <a:lnTo>
                  <a:pt x="82989" y="27529"/>
                </a:lnTo>
                <a:lnTo>
                  <a:pt x="82789" y="27096"/>
                </a:lnTo>
                <a:lnTo>
                  <a:pt x="82579" y="26671"/>
                </a:lnTo>
                <a:lnTo>
                  <a:pt x="82360" y="26252"/>
                </a:lnTo>
                <a:lnTo>
                  <a:pt x="82132" y="25842"/>
                </a:lnTo>
                <a:lnTo>
                  <a:pt x="81898" y="25440"/>
                </a:lnTo>
                <a:lnTo>
                  <a:pt x="81655" y="25046"/>
                </a:lnTo>
                <a:lnTo>
                  <a:pt x="81405" y="24660"/>
                </a:lnTo>
                <a:lnTo>
                  <a:pt x="81148" y="24283"/>
                </a:lnTo>
                <a:lnTo>
                  <a:pt x="80884" y="23913"/>
                </a:lnTo>
                <a:lnTo>
                  <a:pt x="80612" y="23552"/>
                </a:lnTo>
                <a:lnTo>
                  <a:pt x="80332" y="23199"/>
                </a:lnTo>
                <a:lnTo>
                  <a:pt x="80045" y="22855"/>
                </a:lnTo>
                <a:lnTo>
                  <a:pt x="79751" y="22518"/>
                </a:lnTo>
                <a:lnTo>
                  <a:pt x="79449" y="22190"/>
                </a:lnTo>
                <a:lnTo>
                  <a:pt x="79139" y="21870"/>
                </a:lnTo>
                <a:lnTo>
                  <a:pt x="78823" y="21559"/>
                </a:lnTo>
                <a:lnTo>
                  <a:pt x="78498" y="21255"/>
                </a:lnTo>
                <a:lnTo>
                  <a:pt x="78167" y="20960"/>
                </a:lnTo>
                <a:lnTo>
                  <a:pt x="77828" y="20673"/>
                </a:lnTo>
                <a:lnTo>
                  <a:pt x="77481" y="20394"/>
                </a:lnTo>
                <a:lnTo>
                  <a:pt x="77127" y="20123"/>
                </a:lnTo>
                <a:lnTo>
                  <a:pt x="76766" y="19861"/>
                </a:lnTo>
                <a:lnTo>
                  <a:pt x="76397" y="19607"/>
                </a:lnTo>
                <a:lnTo>
                  <a:pt x="76021" y="19361"/>
                </a:lnTo>
                <a:lnTo>
                  <a:pt x="75637" y="19123"/>
                </a:lnTo>
                <a:lnTo>
                  <a:pt x="75246" y="18893"/>
                </a:lnTo>
                <a:lnTo>
                  <a:pt x="74847" y="18672"/>
                </a:lnTo>
                <a:lnTo>
                  <a:pt x="74442" y="18459"/>
                </a:lnTo>
                <a:lnTo>
                  <a:pt x="74031" y="18256"/>
                </a:lnTo>
                <a:lnTo>
                  <a:pt x="73614" y="18061"/>
                </a:lnTo>
                <a:lnTo>
                  <a:pt x="73192" y="17875"/>
                </a:lnTo>
                <a:lnTo>
                  <a:pt x="72763" y="17699"/>
                </a:lnTo>
                <a:lnTo>
                  <a:pt x="72329" y="17531"/>
                </a:lnTo>
                <a:lnTo>
                  <a:pt x="71889" y="17373"/>
                </a:lnTo>
                <a:lnTo>
                  <a:pt x="71443" y="17223"/>
                </a:lnTo>
                <a:lnTo>
                  <a:pt x="70992" y="17083"/>
                </a:lnTo>
                <a:lnTo>
                  <a:pt x="70534" y="16952"/>
                </a:lnTo>
                <a:lnTo>
                  <a:pt x="70071" y="16830"/>
                </a:lnTo>
                <a:lnTo>
                  <a:pt x="69602" y="16716"/>
                </a:lnTo>
                <a:lnTo>
                  <a:pt x="69128" y="16612"/>
                </a:lnTo>
                <a:lnTo>
                  <a:pt x="68647" y="16517"/>
                </a:lnTo>
                <a:lnTo>
                  <a:pt x="68161" y="16431"/>
                </a:lnTo>
                <a:lnTo>
                  <a:pt x="67669" y="16354"/>
                </a:lnTo>
                <a:lnTo>
                  <a:pt x="67171" y="16286"/>
                </a:lnTo>
                <a:lnTo>
                  <a:pt x="66667" y="16228"/>
                </a:lnTo>
                <a:lnTo>
                  <a:pt x="66158" y="16178"/>
                </a:lnTo>
                <a:lnTo>
                  <a:pt x="65643" y="16137"/>
                </a:lnTo>
                <a:lnTo>
                  <a:pt x="65122" y="16105"/>
                </a:lnTo>
                <a:lnTo>
                  <a:pt x="64595" y="16083"/>
                </a:lnTo>
                <a:lnTo>
                  <a:pt x="64062" y="16069"/>
                </a:lnTo>
                <a:lnTo>
                  <a:pt x="63524" y="16065"/>
                </a:lnTo>
                <a:lnTo>
                  <a:pt x="62993" y="16069"/>
                </a:lnTo>
                <a:lnTo>
                  <a:pt x="62467" y="16083"/>
                </a:lnTo>
                <a:lnTo>
                  <a:pt x="61947" y="16105"/>
                </a:lnTo>
                <a:lnTo>
                  <a:pt x="61432" y="16137"/>
                </a:lnTo>
                <a:lnTo>
                  <a:pt x="60922" y="16178"/>
                </a:lnTo>
                <a:lnTo>
                  <a:pt x="60419" y="16228"/>
                </a:lnTo>
                <a:lnTo>
                  <a:pt x="59920" y="16286"/>
                </a:lnTo>
                <a:lnTo>
                  <a:pt x="59427" y="16354"/>
                </a:lnTo>
                <a:lnTo>
                  <a:pt x="58940" y="16431"/>
                </a:lnTo>
                <a:lnTo>
                  <a:pt x="58458" y="16517"/>
                </a:lnTo>
                <a:lnTo>
                  <a:pt x="57982" y="16612"/>
                </a:lnTo>
                <a:lnTo>
                  <a:pt x="57511" y="16716"/>
                </a:lnTo>
                <a:lnTo>
                  <a:pt x="57045" y="16830"/>
                </a:lnTo>
                <a:lnTo>
                  <a:pt x="56585" y="16952"/>
                </a:lnTo>
                <a:lnTo>
                  <a:pt x="56131" y="17083"/>
                </a:lnTo>
                <a:lnTo>
                  <a:pt x="55682" y="17223"/>
                </a:lnTo>
                <a:lnTo>
                  <a:pt x="55238" y="17373"/>
                </a:lnTo>
                <a:lnTo>
                  <a:pt x="54800" y="17531"/>
                </a:lnTo>
                <a:lnTo>
                  <a:pt x="54368" y="17699"/>
                </a:lnTo>
                <a:lnTo>
                  <a:pt x="53941" y="17875"/>
                </a:lnTo>
                <a:lnTo>
                  <a:pt x="53519" y="18061"/>
                </a:lnTo>
                <a:lnTo>
                  <a:pt x="53103" y="18256"/>
                </a:lnTo>
                <a:lnTo>
                  <a:pt x="52693" y="18459"/>
                </a:lnTo>
                <a:lnTo>
                  <a:pt x="52288" y="18672"/>
                </a:lnTo>
                <a:lnTo>
                  <a:pt x="51889" y="18893"/>
                </a:lnTo>
                <a:lnTo>
                  <a:pt x="51498" y="19123"/>
                </a:lnTo>
                <a:lnTo>
                  <a:pt x="51115" y="19361"/>
                </a:lnTo>
                <a:lnTo>
                  <a:pt x="50739" y="19607"/>
                </a:lnTo>
                <a:lnTo>
                  <a:pt x="50371" y="19861"/>
                </a:lnTo>
                <a:lnTo>
                  <a:pt x="50010" y="20123"/>
                </a:lnTo>
                <a:lnTo>
                  <a:pt x="49657" y="20394"/>
                </a:lnTo>
                <a:lnTo>
                  <a:pt x="49312" y="20673"/>
                </a:lnTo>
                <a:lnTo>
                  <a:pt x="48974" y="20960"/>
                </a:lnTo>
                <a:lnTo>
                  <a:pt x="48644" y="21255"/>
                </a:lnTo>
                <a:lnTo>
                  <a:pt x="48321" y="21559"/>
                </a:lnTo>
                <a:lnTo>
                  <a:pt x="48006" y="21870"/>
                </a:lnTo>
                <a:lnTo>
                  <a:pt x="47699" y="22190"/>
                </a:lnTo>
                <a:lnTo>
                  <a:pt x="47399" y="22518"/>
                </a:lnTo>
                <a:lnTo>
                  <a:pt x="47107" y="22855"/>
                </a:lnTo>
                <a:lnTo>
                  <a:pt x="46822" y="23199"/>
                </a:lnTo>
                <a:lnTo>
                  <a:pt x="46545" y="23552"/>
                </a:lnTo>
                <a:lnTo>
                  <a:pt x="46276" y="23913"/>
                </a:lnTo>
                <a:lnTo>
                  <a:pt x="46014" y="24283"/>
                </a:lnTo>
                <a:lnTo>
                  <a:pt x="45759" y="24660"/>
                </a:lnTo>
                <a:lnTo>
                  <a:pt x="45513" y="25046"/>
                </a:lnTo>
                <a:lnTo>
                  <a:pt x="45274" y="25440"/>
                </a:lnTo>
                <a:lnTo>
                  <a:pt x="45042" y="25842"/>
                </a:lnTo>
                <a:lnTo>
                  <a:pt x="44818" y="26252"/>
                </a:lnTo>
                <a:lnTo>
                  <a:pt x="44603" y="26671"/>
                </a:lnTo>
                <a:lnTo>
                  <a:pt x="44396" y="27096"/>
                </a:lnTo>
                <a:lnTo>
                  <a:pt x="44199" y="27529"/>
                </a:lnTo>
                <a:lnTo>
                  <a:pt x="44011" y="27969"/>
                </a:lnTo>
                <a:lnTo>
                  <a:pt x="43832" y="28417"/>
                </a:lnTo>
                <a:lnTo>
                  <a:pt x="43663" y="28872"/>
                </a:lnTo>
                <a:lnTo>
                  <a:pt x="43502" y="29334"/>
                </a:lnTo>
                <a:lnTo>
                  <a:pt x="43351" y="29804"/>
                </a:lnTo>
                <a:lnTo>
                  <a:pt x="43209" y="30281"/>
                </a:lnTo>
                <a:lnTo>
                  <a:pt x="43076" y="30765"/>
                </a:lnTo>
                <a:lnTo>
                  <a:pt x="42952" y="31257"/>
                </a:lnTo>
                <a:lnTo>
                  <a:pt x="42837" y="31756"/>
                </a:lnTo>
                <a:lnTo>
                  <a:pt x="42732" y="32263"/>
                </a:lnTo>
                <a:lnTo>
                  <a:pt x="42635" y="32777"/>
                </a:lnTo>
                <a:lnTo>
                  <a:pt x="42548" y="33298"/>
                </a:lnTo>
                <a:lnTo>
                  <a:pt x="42470" y="33827"/>
                </a:lnTo>
                <a:lnTo>
                  <a:pt x="42402" y="34363"/>
                </a:lnTo>
                <a:lnTo>
                  <a:pt x="42342" y="34907"/>
                </a:lnTo>
                <a:lnTo>
                  <a:pt x="42291" y="35458"/>
                </a:lnTo>
                <a:lnTo>
                  <a:pt x="42250" y="36016"/>
                </a:lnTo>
                <a:lnTo>
                  <a:pt x="42218" y="36581"/>
                </a:lnTo>
                <a:lnTo>
                  <a:pt x="42195" y="37154"/>
                </a:lnTo>
                <a:lnTo>
                  <a:pt x="42181" y="37735"/>
                </a:lnTo>
                <a:lnTo>
                  <a:pt x="42177" y="38322"/>
                </a:lnTo>
                <a:lnTo>
                  <a:pt x="42181" y="38900"/>
                </a:lnTo>
                <a:lnTo>
                  <a:pt x="42195" y="39469"/>
                </a:lnTo>
                <a:lnTo>
                  <a:pt x="42218" y="40032"/>
                </a:lnTo>
                <a:lnTo>
                  <a:pt x="42250" y="40588"/>
                </a:lnTo>
                <a:lnTo>
                  <a:pt x="42291" y="41136"/>
                </a:lnTo>
                <a:lnTo>
                  <a:pt x="42342" y="41677"/>
                </a:lnTo>
                <a:lnTo>
                  <a:pt x="42402" y="42212"/>
                </a:lnTo>
                <a:lnTo>
                  <a:pt x="42470" y="42739"/>
                </a:lnTo>
                <a:lnTo>
                  <a:pt x="42548" y="43258"/>
                </a:lnTo>
                <a:lnTo>
                  <a:pt x="42635" y="43771"/>
                </a:lnTo>
                <a:lnTo>
                  <a:pt x="42732" y="44277"/>
                </a:lnTo>
                <a:lnTo>
                  <a:pt x="42837" y="44775"/>
                </a:lnTo>
                <a:lnTo>
                  <a:pt x="42952" y="45266"/>
                </a:lnTo>
                <a:lnTo>
                  <a:pt x="43076" y="45750"/>
                </a:lnTo>
                <a:lnTo>
                  <a:pt x="43209" y="46227"/>
                </a:lnTo>
                <a:lnTo>
                  <a:pt x="43351" y="46697"/>
                </a:lnTo>
                <a:lnTo>
                  <a:pt x="43502" y="47160"/>
                </a:lnTo>
                <a:lnTo>
                  <a:pt x="43663" y="47615"/>
                </a:lnTo>
                <a:lnTo>
                  <a:pt x="43832" y="48063"/>
                </a:lnTo>
                <a:lnTo>
                  <a:pt x="44011" y="48505"/>
                </a:lnTo>
                <a:lnTo>
                  <a:pt x="44199" y="48939"/>
                </a:lnTo>
                <a:lnTo>
                  <a:pt x="44396" y="49365"/>
                </a:lnTo>
                <a:lnTo>
                  <a:pt x="44603" y="49785"/>
                </a:lnTo>
                <a:lnTo>
                  <a:pt x="44818" y="50198"/>
                </a:lnTo>
                <a:lnTo>
                  <a:pt x="45042" y="50603"/>
                </a:lnTo>
                <a:lnTo>
                  <a:pt x="45274" y="50999"/>
                </a:lnTo>
                <a:lnTo>
                  <a:pt x="45513" y="51388"/>
                </a:lnTo>
                <a:lnTo>
                  <a:pt x="45759" y="51769"/>
                </a:lnTo>
                <a:lnTo>
                  <a:pt x="46014" y="52141"/>
                </a:lnTo>
                <a:lnTo>
                  <a:pt x="46276" y="52506"/>
                </a:lnTo>
                <a:lnTo>
                  <a:pt x="46545" y="52862"/>
                </a:lnTo>
                <a:lnTo>
                  <a:pt x="46822" y="53211"/>
                </a:lnTo>
                <a:lnTo>
                  <a:pt x="47107" y="53551"/>
                </a:lnTo>
                <a:lnTo>
                  <a:pt x="47399" y="53884"/>
                </a:lnTo>
                <a:lnTo>
                  <a:pt x="47699" y="54208"/>
                </a:lnTo>
                <a:lnTo>
                  <a:pt x="48006" y="54524"/>
                </a:lnTo>
                <a:lnTo>
                  <a:pt x="48321" y="54832"/>
                </a:lnTo>
                <a:lnTo>
                  <a:pt x="48644" y="55132"/>
                </a:lnTo>
                <a:lnTo>
                  <a:pt x="48974" y="55424"/>
                </a:lnTo>
                <a:lnTo>
                  <a:pt x="49312" y="55708"/>
                </a:lnTo>
                <a:lnTo>
                  <a:pt x="49657" y="55984"/>
                </a:lnTo>
                <a:lnTo>
                  <a:pt x="50010" y="56252"/>
                </a:lnTo>
                <a:lnTo>
                  <a:pt x="50371" y="56512"/>
                </a:lnTo>
                <a:lnTo>
                  <a:pt x="50739" y="56764"/>
                </a:lnTo>
                <a:lnTo>
                  <a:pt x="51115" y="57007"/>
                </a:lnTo>
                <a:lnTo>
                  <a:pt x="51498" y="57243"/>
                </a:lnTo>
                <a:lnTo>
                  <a:pt x="51889" y="57471"/>
                </a:lnTo>
                <a:lnTo>
                  <a:pt x="52288" y="57690"/>
                </a:lnTo>
                <a:lnTo>
                  <a:pt x="52693" y="57901"/>
                </a:lnTo>
                <a:lnTo>
                  <a:pt x="53103" y="58103"/>
                </a:lnTo>
                <a:lnTo>
                  <a:pt x="53519" y="58296"/>
                </a:lnTo>
                <a:lnTo>
                  <a:pt x="53941" y="58480"/>
                </a:lnTo>
                <a:lnTo>
                  <a:pt x="54368" y="58655"/>
                </a:lnTo>
                <a:lnTo>
                  <a:pt x="54800" y="58821"/>
                </a:lnTo>
                <a:lnTo>
                  <a:pt x="55238" y="58978"/>
                </a:lnTo>
                <a:lnTo>
                  <a:pt x="55682" y="59126"/>
                </a:lnTo>
                <a:lnTo>
                  <a:pt x="56131" y="59265"/>
                </a:lnTo>
                <a:lnTo>
                  <a:pt x="56585" y="59395"/>
                </a:lnTo>
                <a:lnTo>
                  <a:pt x="57045" y="59516"/>
                </a:lnTo>
                <a:lnTo>
                  <a:pt x="57511" y="59628"/>
                </a:lnTo>
                <a:lnTo>
                  <a:pt x="57982" y="59732"/>
                </a:lnTo>
                <a:lnTo>
                  <a:pt x="58458" y="59826"/>
                </a:lnTo>
                <a:lnTo>
                  <a:pt x="58940" y="59911"/>
                </a:lnTo>
                <a:lnTo>
                  <a:pt x="59427" y="59987"/>
                </a:lnTo>
                <a:lnTo>
                  <a:pt x="59920" y="60055"/>
                </a:lnTo>
                <a:lnTo>
                  <a:pt x="60419" y="60113"/>
                </a:lnTo>
                <a:lnTo>
                  <a:pt x="60922" y="60162"/>
                </a:lnTo>
                <a:lnTo>
                  <a:pt x="61432" y="60203"/>
                </a:lnTo>
                <a:lnTo>
                  <a:pt x="61947" y="60234"/>
                </a:lnTo>
                <a:lnTo>
                  <a:pt x="62467" y="60257"/>
                </a:lnTo>
                <a:lnTo>
                  <a:pt x="62993" y="60270"/>
                </a:lnTo>
                <a:lnTo>
                  <a:pt x="63524" y="60275"/>
                </a:lnTo>
                <a:lnTo>
                  <a:pt x="64062" y="60270"/>
                </a:lnTo>
                <a:lnTo>
                  <a:pt x="64595" y="60257"/>
                </a:lnTo>
                <a:lnTo>
                  <a:pt x="65122" y="60234"/>
                </a:lnTo>
                <a:lnTo>
                  <a:pt x="65643" y="60203"/>
                </a:lnTo>
                <a:lnTo>
                  <a:pt x="66158" y="60162"/>
                </a:lnTo>
                <a:close/>
                <a:moveTo>
                  <a:pt x="62059" y="51450"/>
                </a:moveTo>
                <a:lnTo>
                  <a:pt x="61783" y="51416"/>
                </a:lnTo>
                <a:lnTo>
                  <a:pt x="61512" y="51376"/>
                </a:lnTo>
                <a:lnTo>
                  <a:pt x="61246" y="51329"/>
                </a:lnTo>
                <a:lnTo>
                  <a:pt x="60986" y="51276"/>
                </a:lnTo>
                <a:lnTo>
                  <a:pt x="60731" y="51217"/>
                </a:lnTo>
                <a:lnTo>
                  <a:pt x="60482" y="51152"/>
                </a:lnTo>
                <a:lnTo>
                  <a:pt x="60239" y="51081"/>
                </a:lnTo>
                <a:lnTo>
                  <a:pt x="60001" y="51003"/>
                </a:lnTo>
                <a:lnTo>
                  <a:pt x="59768" y="50919"/>
                </a:lnTo>
                <a:lnTo>
                  <a:pt x="59541" y="50829"/>
                </a:lnTo>
                <a:lnTo>
                  <a:pt x="59319" y="50733"/>
                </a:lnTo>
                <a:lnTo>
                  <a:pt x="59103" y="50630"/>
                </a:lnTo>
                <a:lnTo>
                  <a:pt x="58892" y="50522"/>
                </a:lnTo>
                <a:lnTo>
                  <a:pt x="58687" y="50407"/>
                </a:lnTo>
                <a:lnTo>
                  <a:pt x="58487" y="50286"/>
                </a:lnTo>
                <a:lnTo>
                  <a:pt x="58293" y="50158"/>
                </a:lnTo>
                <a:lnTo>
                  <a:pt x="58104" y="50025"/>
                </a:lnTo>
                <a:lnTo>
                  <a:pt x="57921" y="49885"/>
                </a:lnTo>
                <a:lnTo>
                  <a:pt x="57743" y="49739"/>
                </a:lnTo>
                <a:lnTo>
                  <a:pt x="57571" y="49588"/>
                </a:lnTo>
                <a:lnTo>
                  <a:pt x="57402" y="49432"/>
                </a:lnTo>
                <a:lnTo>
                  <a:pt x="57238" y="49273"/>
                </a:lnTo>
                <a:lnTo>
                  <a:pt x="57078" y="49109"/>
                </a:lnTo>
                <a:lnTo>
                  <a:pt x="56922" y="48941"/>
                </a:lnTo>
                <a:lnTo>
                  <a:pt x="56771" y="48769"/>
                </a:lnTo>
                <a:lnTo>
                  <a:pt x="56623" y="48592"/>
                </a:lnTo>
                <a:lnTo>
                  <a:pt x="56480" y="48412"/>
                </a:lnTo>
                <a:lnTo>
                  <a:pt x="56342" y="48227"/>
                </a:lnTo>
                <a:lnTo>
                  <a:pt x="56208" y="48038"/>
                </a:lnTo>
                <a:lnTo>
                  <a:pt x="56078" y="47844"/>
                </a:lnTo>
                <a:lnTo>
                  <a:pt x="55952" y="47647"/>
                </a:lnTo>
                <a:lnTo>
                  <a:pt x="55830" y="47445"/>
                </a:lnTo>
                <a:lnTo>
                  <a:pt x="55713" y="47239"/>
                </a:lnTo>
                <a:lnTo>
                  <a:pt x="55600" y="47029"/>
                </a:lnTo>
                <a:lnTo>
                  <a:pt x="55492" y="46814"/>
                </a:lnTo>
                <a:lnTo>
                  <a:pt x="55387" y="46596"/>
                </a:lnTo>
                <a:lnTo>
                  <a:pt x="55287" y="46373"/>
                </a:lnTo>
                <a:lnTo>
                  <a:pt x="55192" y="46146"/>
                </a:lnTo>
                <a:lnTo>
                  <a:pt x="55100" y="45915"/>
                </a:lnTo>
                <a:lnTo>
                  <a:pt x="55013" y="45679"/>
                </a:lnTo>
                <a:lnTo>
                  <a:pt x="54930" y="45440"/>
                </a:lnTo>
                <a:lnTo>
                  <a:pt x="54852" y="45196"/>
                </a:lnTo>
                <a:lnTo>
                  <a:pt x="54777" y="44947"/>
                </a:lnTo>
                <a:lnTo>
                  <a:pt x="54707" y="44696"/>
                </a:lnTo>
                <a:lnTo>
                  <a:pt x="54639" y="44443"/>
                </a:lnTo>
                <a:lnTo>
                  <a:pt x="54574" y="44187"/>
                </a:lnTo>
                <a:lnTo>
                  <a:pt x="54513" y="43929"/>
                </a:lnTo>
                <a:lnTo>
                  <a:pt x="54454" y="43670"/>
                </a:lnTo>
                <a:lnTo>
                  <a:pt x="54398" y="43408"/>
                </a:lnTo>
                <a:lnTo>
                  <a:pt x="54346" y="43143"/>
                </a:lnTo>
                <a:lnTo>
                  <a:pt x="54296" y="42877"/>
                </a:lnTo>
                <a:lnTo>
                  <a:pt x="54250" y="42609"/>
                </a:lnTo>
                <a:lnTo>
                  <a:pt x="54206" y="42338"/>
                </a:lnTo>
                <a:lnTo>
                  <a:pt x="54165" y="42065"/>
                </a:lnTo>
                <a:lnTo>
                  <a:pt x="54128" y="41790"/>
                </a:lnTo>
                <a:lnTo>
                  <a:pt x="54093" y="41513"/>
                </a:lnTo>
                <a:lnTo>
                  <a:pt x="54062" y="41234"/>
                </a:lnTo>
                <a:lnTo>
                  <a:pt x="54033" y="40953"/>
                </a:lnTo>
                <a:lnTo>
                  <a:pt x="54008" y="40669"/>
                </a:lnTo>
                <a:lnTo>
                  <a:pt x="53985" y="40384"/>
                </a:lnTo>
                <a:lnTo>
                  <a:pt x="53965" y="40096"/>
                </a:lnTo>
                <a:lnTo>
                  <a:pt x="53949" y="39806"/>
                </a:lnTo>
                <a:lnTo>
                  <a:pt x="53935" y="39514"/>
                </a:lnTo>
                <a:lnTo>
                  <a:pt x="53925" y="39219"/>
                </a:lnTo>
                <a:lnTo>
                  <a:pt x="53917" y="38923"/>
                </a:lnTo>
                <a:lnTo>
                  <a:pt x="53913" y="38625"/>
                </a:lnTo>
                <a:lnTo>
                  <a:pt x="53911" y="38324"/>
                </a:lnTo>
                <a:lnTo>
                  <a:pt x="53913" y="38016"/>
                </a:lnTo>
                <a:lnTo>
                  <a:pt x="53917" y="37710"/>
                </a:lnTo>
                <a:lnTo>
                  <a:pt x="53925" y="37407"/>
                </a:lnTo>
                <a:lnTo>
                  <a:pt x="53935" y="37105"/>
                </a:lnTo>
                <a:lnTo>
                  <a:pt x="53949" y="36807"/>
                </a:lnTo>
                <a:lnTo>
                  <a:pt x="53965" y="36510"/>
                </a:lnTo>
                <a:lnTo>
                  <a:pt x="53985" y="36216"/>
                </a:lnTo>
                <a:lnTo>
                  <a:pt x="54008" y="35924"/>
                </a:lnTo>
                <a:lnTo>
                  <a:pt x="54033" y="35634"/>
                </a:lnTo>
                <a:lnTo>
                  <a:pt x="54062" y="35347"/>
                </a:lnTo>
                <a:lnTo>
                  <a:pt x="54093" y="35062"/>
                </a:lnTo>
                <a:lnTo>
                  <a:pt x="54128" y="34779"/>
                </a:lnTo>
                <a:lnTo>
                  <a:pt x="54165" y="34499"/>
                </a:lnTo>
                <a:lnTo>
                  <a:pt x="54206" y="34221"/>
                </a:lnTo>
                <a:lnTo>
                  <a:pt x="54250" y="33945"/>
                </a:lnTo>
                <a:lnTo>
                  <a:pt x="54296" y="33671"/>
                </a:lnTo>
                <a:lnTo>
                  <a:pt x="54346" y="33400"/>
                </a:lnTo>
                <a:lnTo>
                  <a:pt x="54398" y="33131"/>
                </a:lnTo>
                <a:lnTo>
                  <a:pt x="54454" y="32865"/>
                </a:lnTo>
                <a:lnTo>
                  <a:pt x="54513" y="32600"/>
                </a:lnTo>
                <a:lnTo>
                  <a:pt x="54574" y="32338"/>
                </a:lnTo>
                <a:lnTo>
                  <a:pt x="54639" y="32079"/>
                </a:lnTo>
                <a:lnTo>
                  <a:pt x="54707" y="31821"/>
                </a:lnTo>
                <a:lnTo>
                  <a:pt x="54777" y="31566"/>
                </a:lnTo>
                <a:lnTo>
                  <a:pt x="54852" y="31314"/>
                </a:lnTo>
                <a:lnTo>
                  <a:pt x="54930" y="31067"/>
                </a:lnTo>
                <a:lnTo>
                  <a:pt x="55013" y="30824"/>
                </a:lnTo>
                <a:lnTo>
                  <a:pt x="55100" y="30585"/>
                </a:lnTo>
                <a:lnTo>
                  <a:pt x="55192" y="30350"/>
                </a:lnTo>
                <a:lnTo>
                  <a:pt x="55287" y="30120"/>
                </a:lnTo>
                <a:lnTo>
                  <a:pt x="55387" y="29894"/>
                </a:lnTo>
                <a:lnTo>
                  <a:pt x="55492" y="29672"/>
                </a:lnTo>
                <a:lnTo>
                  <a:pt x="55600" y="29455"/>
                </a:lnTo>
                <a:lnTo>
                  <a:pt x="55713" y="29242"/>
                </a:lnTo>
                <a:lnTo>
                  <a:pt x="55830" y="29033"/>
                </a:lnTo>
                <a:lnTo>
                  <a:pt x="55952" y="28828"/>
                </a:lnTo>
                <a:lnTo>
                  <a:pt x="56078" y="28628"/>
                </a:lnTo>
                <a:lnTo>
                  <a:pt x="56208" y="28432"/>
                </a:lnTo>
                <a:lnTo>
                  <a:pt x="56342" y="28240"/>
                </a:lnTo>
                <a:lnTo>
                  <a:pt x="56480" y="28053"/>
                </a:lnTo>
                <a:lnTo>
                  <a:pt x="56623" y="27870"/>
                </a:lnTo>
                <a:lnTo>
                  <a:pt x="56771" y="27691"/>
                </a:lnTo>
                <a:lnTo>
                  <a:pt x="56922" y="27516"/>
                </a:lnTo>
                <a:lnTo>
                  <a:pt x="57078" y="27346"/>
                </a:lnTo>
                <a:lnTo>
                  <a:pt x="57238" y="27180"/>
                </a:lnTo>
                <a:lnTo>
                  <a:pt x="57402" y="27019"/>
                </a:lnTo>
                <a:lnTo>
                  <a:pt x="57571" y="26861"/>
                </a:lnTo>
                <a:lnTo>
                  <a:pt x="57743" y="26708"/>
                </a:lnTo>
                <a:lnTo>
                  <a:pt x="57921" y="26561"/>
                </a:lnTo>
                <a:lnTo>
                  <a:pt x="58104" y="26419"/>
                </a:lnTo>
                <a:lnTo>
                  <a:pt x="58293" y="26284"/>
                </a:lnTo>
                <a:lnTo>
                  <a:pt x="58487" y="26155"/>
                </a:lnTo>
                <a:lnTo>
                  <a:pt x="58687" y="26033"/>
                </a:lnTo>
                <a:lnTo>
                  <a:pt x="58892" y="25916"/>
                </a:lnTo>
                <a:lnTo>
                  <a:pt x="59103" y="25806"/>
                </a:lnTo>
                <a:lnTo>
                  <a:pt x="59319" y="25703"/>
                </a:lnTo>
                <a:lnTo>
                  <a:pt x="59541" y="25605"/>
                </a:lnTo>
                <a:lnTo>
                  <a:pt x="59768" y="25514"/>
                </a:lnTo>
                <a:lnTo>
                  <a:pt x="60001" y="25429"/>
                </a:lnTo>
                <a:lnTo>
                  <a:pt x="60239" y="25351"/>
                </a:lnTo>
                <a:lnTo>
                  <a:pt x="60482" y="25278"/>
                </a:lnTo>
                <a:lnTo>
                  <a:pt x="60731" y="25212"/>
                </a:lnTo>
                <a:lnTo>
                  <a:pt x="60986" y="25153"/>
                </a:lnTo>
                <a:lnTo>
                  <a:pt x="61246" y="25099"/>
                </a:lnTo>
                <a:lnTo>
                  <a:pt x="61512" y="25052"/>
                </a:lnTo>
                <a:lnTo>
                  <a:pt x="61783" y="25011"/>
                </a:lnTo>
                <a:lnTo>
                  <a:pt x="62059" y="24976"/>
                </a:lnTo>
                <a:lnTo>
                  <a:pt x="62341" y="24948"/>
                </a:lnTo>
                <a:lnTo>
                  <a:pt x="62629" y="24926"/>
                </a:lnTo>
                <a:lnTo>
                  <a:pt x="62922" y="24910"/>
                </a:lnTo>
                <a:lnTo>
                  <a:pt x="63220" y="24901"/>
                </a:lnTo>
                <a:lnTo>
                  <a:pt x="63524" y="24898"/>
                </a:lnTo>
                <a:lnTo>
                  <a:pt x="63835" y="24901"/>
                </a:lnTo>
                <a:lnTo>
                  <a:pt x="64141" y="24910"/>
                </a:lnTo>
                <a:lnTo>
                  <a:pt x="64440" y="24926"/>
                </a:lnTo>
                <a:lnTo>
                  <a:pt x="64735" y="24948"/>
                </a:lnTo>
                <a:lnTo>
                  <a:pt x="65023" y="24976"/>
                </a:lnTo>
                <a:lnTo>
                  <a:pt x="65306" y="25011"/>
                </a:lnTo>
                <a:lnTo>
                  <a:pt x="65583" y="25052"/>
                </a:lnTo>
                <a:lnTo>
                  <a:pt x="65855" y="25099"/>
                </a:lnTo>
                <a:lnTo>
                  <a:pt x="66121" y="25153"/>
                </a:lnTo>
                <a:lnTo>
                  <a:pt x="66381" y="25212"/>
                </a:lnTo>
                <a:lnTo>
                  <a:pt x="66636" y="25278"/>
                </a:lnTo>
                <a:lnTo>
                  <a:pt x="66885" y="25351"/>
                </a:lnTo>
                <a:lnTo>
                  <a:pt x="67129" y="25429"/>
                </a:lnTo>
                <a:lnTo>
                  <a:pt x="67367" y="25514"/>
                </a:lnTo>
                <a:lnTo>
                  <a:pt x="67599" y="25605"/>
                </a:lnTo>
                <a:lnTo>
                  <a:pt x="67825" y="25703"/>
                </a:lnTo>
                <a:lnTo>
                  <a:pt x="68046" y="25806"/>
                </a:lnTo>
                <a:lnTo>
                  <a:pt x="68261" y="25916"/>
                </a:lnTo>
                <a:lnTo>
                  <a:pt x="68471" y="26033"/>
                </a:lnTo>
                <a:lnTo>
                  <a:pt x="68675" y="26155"/>
                </a:lnTo>
                <a:lnTo>
                  <a:pt x="68873" y="26284"/>
                </a:lnTo>
                <a:lnTo>
                  <a:pt x="69066" y="26419"/>
                </a:lnTo>
                <a:lnTo>
                  <a:pt x="69253" y="26561"/>
                </a:lnTo>
                <a:lnTo>
                  <a:pt x="69435" y="26708"/>
                </a:lnTo>
                <a:lnTo>
                  <a:pt x="69611" y="26861"/>
                </a:lnTo>
                <a:lnTo>
                  <a:pt x="69783" y="27019"/>
                </a:lnTo>
                <a:lnTo>
                  <a:pt x="69951" y="27180"/>
                </a:lnTo>
                <a:lnTo>
                  <a:pt x="70114" y="27346"/>
                </a:lnTo>
                <a:lnTo>
                  <a:pt x="70273" y="27516"/>
                </a:lnTo>
                <a:lnTo>
                  <a:pt x="70428" y="27691"/>
                </a:lnTo>
                <a:lnTo>
                  <a:pt x="70578" y="27870"/>
                </a:lnTo>
                <a:lnTo>
                  <a:pt x="70724" y="28053"/>
                </a:lnTo>
                <a:lnTo>
                  <a:pt x="70866" y="28240"/>
                </a:lnTo>
                <a:lnTo>
                  <a:pt x="71003" y="28432"/>
                </a:lnTo>
                <a:lnTo>
                  <a:pt x="71136" y="28628"/>
                </a:lnTo>
                <a:lnTo>
                  <a:pt x="71264" y="28828"/>
                </a:lnTo>
                <a:lnTo>
                  <a:pt x="71388" y="29033"/>
                </a:lnTo>
                <a:lnTo>
                  <a:pt x="71508" y="29242"/>
                </a:lnTo>
                <a:lnTo>
                  <a:pt x="71623" y="29455"/>
                </a:lnTo>
                <a:lnTo>
                  <a:pt x="71734" y="29672"/>
                </a:lnTo>
                <a:lnTo>
                  <a:pt x="71841" y="29894"/>
                </a:lnTo>
                <a:lnTo>
                  <a:pt x="71943" y="30120"/>
                </a:lnTo>
                <a:lnTo>
                  <a:pt x="72041" y="30350"/>
                </a:lnTo>
                <a:lnTo>
                  <a:pt x="72135" y="30585"/>
                </a:lnTo>
                <a:lnTo>
                  <a:pt x="72224" y="30824"/>
                </a:lnTo>
                <a:lnTo>
                  <a:pt x="72309" y="31067"/>
                </a:lnTo>
                <a:lnTo>
                  <a:pt x="72390" y="31314"/>
                </a:lnTo>
                <a:lnTo>
                  <a:pt x="72466" y="31566"/>
                </a:lnTo>
                <a:lnTo>
                  <a:pt x="72538" y="31821"/>
                </a:lnTo>
                <a:lnTo>
                  <a:pt x="72607" y="32079"/>
                </a:lnTo>
                <a:lnTo>
                  <a:pt x="72674" y="32338"/>
                </a:lnTo>
                <a:lnTo>
                  <a:pt x="72737" y="32600"/>
                </a:lnTo>
                <a:lnTo>
                  <a:pt x="72797" y="32865"/>
                </a:lnTo>
                <a:lnTo>
                  <a:pt x="72854" y="33131"/>
                </a:lnTo>
                <a:lnTo>
                  <a:pt x="72908" y="33400"/>
                </a:lnTo>
                <a:lnTo>
                  <a:pt x="72959" y="33671"/>
                </a:lnTo>
                <a:lnTo>
                  <a:pt x="73007" y="33945"/>
                </a:lnTo>
                <a:lnTo>
                  <a:pt x="73051" y="34221"/>
                </a:lnTo>
                <a:lnTo>
                  <a:pt x="73093" y="34499"/>
                </a:lnTo>
                <a:lnTo>
                  <a:pt x="73131" y="34779"/>
                </a:lnTo>
                <a:lnTo>
                  <a:pt x="73167" y="35062"/>
                </a:lnTo>
                <a:lnTo>
                  <a:pt x="73199" y="35347"/>
                </a:lnTo>
                <a:lnTo>
                  <a:pt x="73229" y="35634"/>
                </a:lnTo>
                <a:lnTo>
                  <a:pt x="73255" y="35924"/>
                </a:lnTo>
                <a:lnTo>
                  <a:pt x="73278" y="36216"/>
                </a:lnTo>
                <a:lnTo>
                  <a:pt x="73298" y="36510"/>
                </a:lnTo>
                <a:lnTo>
                  <a:pt x="73315" y="36807"/>
                </a:lnTo>
                <a:lnTo>
                  <a:pt x="73329" y="37105"/>
                </a:lnTo>
                <a:lnTo>
                  <a:pt x="73339" y="37407"/>
                </a:lnTo>
                <a:lnTo>
                  <a:pt x="73347" y="37710"/>
                </a:lnTo>
                <a:lnTo>
                  <a:pt x="73352" y="38016"/>
                </a:lnTo>
                <a:lnTo>
                  <a:pt x="73353" y="38324"/>
                </a:lnTo>
                <a:lnTo>
                  <a:pt x="73352" y="38625"/>
                </a:lnTo>
                <a:lnTo>
                  <a:pt x="73347" y="38923"/>
                </a:lnTo>
                <a:lnTo>
                  <a:pt x="73339" y="39219"/>
                </a:lnTo>
                <a:lnTo>
                  <a:pt x="73329" y="39514"/>
                </a:lnTo>
                <a:lnTo>
                  <a:pt x="73315" y="39806"/>
                </a:lnTo>
                <a:lnTo>
                  <a:pt x="73298" y="40096"/>
                </a:lnTo>
                <a:lnTo>
                  <a:pt x="73278" y="40384"/>
                </a:lnTo>
                <a:lnTo>
                  <a:pt x="73255" y="40669"/>
                </a:lnTo>
                <a:lnTo>
                  <a:pt x="73229" y="40953"/>
                </a:lnTo>
                <a:lnTo>
                  <a:pt x="73199" y="41234"/>
                </a:lnTo>
                <a:lnTo>
                  <a:pt x="73167" y="41513"/>
                </a:lnTo>
                <a:lnTo>
                  <a:pt x="73131" y="41790"/>
                </a:lnTo>
                <a:lnTo>
                  <a:pt x="73093" y="42065"/>
                </a:lnTo>
                <a:lnTo>
                  <a:pt x="73051" y="42338"/>
                </a:lnTo>
                <a:lnTo>
                  <a:pt x="73007" y="42609"/>
                </a:lnTo>
                <a:lnTo>
                  <a:pt x="72959" y="42877"/>
                </a:lnTo>
                <a:lnTo>
                  <a:pt x="72908" y="43143"/>
                </a:lnTo>
                <a:lnTo>
                  <a:pt x="72854" y="43408"/>
                </a:lnTo>
                <a:lnTo>
                  <a:pt x="72797" y="43670"/>
                </a:lnTo>
                <a:lnTo>
                  <a:pt x="72737" y="43929"/>
                </a:lnTo>
                <a:lnTo>
                  <a:pt x="72674" y="44187"/>
                </a:lnTo>
                <a:lnTo>
                  <a:pt x="72607" y="44443"/>
                </a:lnTo>
                <a:lnTo>
                  <a:pt x="72538" y="44696"/>
                </a:lnTo>
                <a:lnTo>
                  <a:pt x="72466" y="44947"/>
                </a:lnTo>
                <a:lnTo>
                  <a:pt x="72390" y="45196"/>
                </a:lnTo>
                <a:lnTo>
                  <a:pt x="72309" y="45440"/>
                </a:lnTo>
                <a:lnTo>
                  <a:pt x="72224" y="45679"/>
                </a:lnTo>
                <a:lnTo>
                  <a:pt x="72135" y="45915"/>
                </a:lnTo>
                <a:lnTo>
                  <a:pt x="72041" y="46146"/>
                </a:lnTo>
                <a:lnTo>
                  <a:pt x="71943" y="46373"/>
                </a:lnTo>
                <a:lnTo>
                  <a:pt x="71841" y="46596"/>
                </a:lnTo>
                <a:lnTo>
                  <a:pt x="71734" y="46814"/>
                </a:lnTo>
                <a:lnTo>
                  <a:pt x="71623" y="47029"/>
                </a:lnTo>
                <a:lnTo>
                  <a:pt x="71508" y="47239"/>
                </a:lnTo>
                <a:lnTo>
                  <a:pt x="71388" y="47445"/>
                </a:lnTo>
                <a:lnTo>
                  <a:pt x="71264" y="47647"/>
                </a:lnTo>
                <a:lnTo>
                  <a:pt x="71136" y="47844"/>
                </a:lnTo>
                <a:lnTo>
                  <a:pt x="71003" y="48038"/>
                </a:lnTo>
                <a:lnTo>
                  <a:pt x="70866" y="48227"/>
                </a:lnTo>
                <a:lnTo>
                  <a:pt x="70724" y="48412"/>
                </a:lnTo>
                <a:lnTo>
                  <a:pt x="70578" y="48592"/>
                </a:lnTo>
                <a:lnTo>
                  <a:pt x="70428" y="48769"/>
                </a:lnTo>
                <a:lnTo>
                  <a:pt x="70273" y="48941"/>
                </a:lnTo>
                <a:lnTo>
                  <a:pt x="70114" y="49109"/>
                </a:lnTo>
                <a:lnTo>
                  <a:pt x="69951" y="49273"/>
                </a:lnTo>
                <a:lnTo>
                  <a:pt x="69783" y="49432"/>
                </a:lnTo>
                <a:lnTo>
                  <a:pt x="69611" y="49588"/>
                </a:lnTo>
                <a:lnTo>
                  <a:pt x="69435" y="49739"/>
                </a:lnTo>
                <a:lnTo>
                  <a:pt x="69253" y="49885"/>
                </a:lnTo>
                <a:lnTo>
                  <a:pt x="69066" y="50025"/>
                </a:lnTo>
                <a:lnTo>
                  <a:pt x="68873" y="50158"/>
                </a:lnTo>
                <a:lnTo>
                  <a:pt x="68675" y="50286"/>
                </a:lnTo>
                <a:lnTo>
                  <a:pt x="68471" y="50407"/>
                </a:lnTo>
                <a:lnTo>
                  <a:pt x="68261" y="50522"/>
                </a:lnTo>
                <a:lnTo>
                  <a:pt x="68046" y="50630"/>
                </a:lnTo>
                <a:lnTo>
                  <a:pt x="67825" y="50733"/>
                </a:lnTo>
                <a:lnTo>
                  <a:pt x="67599" y="50829"/>
                </a:lnTo>
                <a:lnTo>
                  <a:pt x="67367" y="50919"/>
                </a:lnTo>
                <a:lnTo>
                  <a:pt x="67129" y="51003"/>
                </a:lnTo>
                <a:lnTo>
                  <a:pt x="66885" y="51081"/>
                </a:lnTo>
                <a:lnTo>
                  <a:pt x="66636" y="51152"/>
                </a:lnTo>
                <a:lnTo>
                  <a:pt x="66381" y="51217"/>
                </a:lnTo>
                <a:lnTo>
                  <a:pt x="66121" y="51276"/>
                </a:lnTo>
                <a:lnTo>
                  <a:pt x="65855" y="51329"/>
                </a:lnTo>
                <a:lnTo>
                  <a:pt x="65583" y="51376"/>
                </a:lnTo>
                <a:lnTo>
                  <a:pt x="65306" y="51416"/>
                </a:lnTo>
                <a:lnTo>
                  <a:pt x="65023" y="51450"/>
                </a:lnTo>
                <a:lnTo>
                  <a:pt x="64735" y="51478"/>
                </a:lnTo>
                <a:lnTo>
                  <a:pt x="64440" y="51500"/>
                </a:lnTo>
                <a:lnTo>
                  <a:pt x="64141" y="51515"/>
                </a:lnTo>
                <a:lnTo>
                  <a:pt x="63835" y="51525"/>
                </a:lnTo>
                <a:lnTo>
                  <a:pt x="63524" y="51528"/>
                </a:lnTo>
                <a:lnTo>
                  <a:pt x="63220" y="51525"/>
                </a:lnTo>
                <a:lnTo>
                  <a:pt x="62922" y="51515"/>
                </a:lnTo>
                <a:lnTo>
                  <a:pt x="62629" y="51500"/>
                </a:lnTo>
                <a:lnTo>
                  <a:pt x="62341" y="51478"/>
                </a:lnTo>
                <a:lnTo>
                  <a:pt x="62059" y="51450"/>
                </a:lnTo>
                <a:close/>
                <a:moveTo>
                  <a:pt x="186993" y="60189"/>
                </a:moveTo>
                <a:lnTo>
                  <a:pt x="187438" y="60151"/>
                </a:lnTo>
                <a:lnTo>
                  <a:pt x="187878" y="60106"/>
                </a:lnTo>
                <a:lnTo>
                  <a:pt x="188315" y="60054"/>
                </a:lnTo>
                <a:lnTo>
                  <a:pt x="188747" y="59996"/>
                </a:lnTo>
                <a:lnTo>
                  <a:pt x="189175" y="59930"/>
                </a:lnTo>
                <a:lnTo>
                  <a:pt x="189598" y="59858"/>
                </a:lnTo>
                <a:lnTo>
                  <a:pt x="190017" y="59779"/>
                </a:lnTo>
                <a:lnTo>
                  <a:pt x="190431" y="59693"/>
                </a:lnTo>
                <a:lnTo>
                  <a:pt x="190842" y="59600"/>
                </a:lnTo>
                <a:lnTo>
                  <a:pt x="191248" y="59500"/>
                </a:lnTo>
                <a:lnTo>
                  <a:pt x="191649" y="59393"/>
                </a:lnTo>
                <a:lnTo>
                  <a:pt x="192046" y="59279"/>
                </a:lnTo>
                <a:lnTo>
                  <a:pt x="192439" y="59159"/>
                </a:lnTo>
                <a:lnTo>
                  <a:pt x="192827" y="59031"/>
                </a:lnTo>
                <a:lnTo>
                  <a:pt x="193211" y="58897"/>
                </a:lnTo>
                <a:lnTo>
                  <a:pt x="193591" y="58756"/>
                </a:lnTo>
                <a:lnTo>
                  <a:pt x="193967" y="58608"/>
                </a:lnTo>
                <a:lnTo>
                  <a:pt x="194338" y="58453"/>
                </a:lnTo>
                <a:lnTo>
                  <a:pt x="194704" y="58291"/>
                </a:lnTo>
                <a:lnTo>
                  <a:pt x="195065" y="58122"/>
                </a:lnTo>
                <a:lnTo>
                  <a:pt x="195420" y="57947"/>
                </a:lnTo>
                <a:lnTo>
                  <a:pt x="195769" y="57766"/>
                </a:lnTo>
                <a:lnTo>
                  <a:pt x="196111" y="57578"/>
                </a:lnTo>
                <a:lnTo>
                  <a:pt x="196447" y="57384"/>
                </a:lnTo>
                <a:lnTo>
                  <a:pt x="196776" y="57183"/>
                </a:lnTo>
                <a:lnTo>
                  <a:pt x="197099" y="56976"/>
                </a:lnTo>
                <a:lnTo>
                  <a:pt x="197415" y="56763"/>
                </a:lnTo>
                <a:lnTo>
                  <a:pt x="197725" y="56543"/>
                </a:lnTo>
                <a:lnTo>
                  <a:pt x="198029" y="56317"/>
                </a:lnTo>
                <a:lnTo>
                  <a:pt x="198326" y="56084"/>
                </a:lnTo>
                <a:lnTo>
                  <a:pt x="198617" y="55845"/>
                </a:lnTo>
                <a:lnTo>
                  <a:pt x="198902" y="55599"/>
                </a:lnTo>
                <a:lnTo>
                  <a:pt x="199180" y="55347"/>
                </a:lnTo>
                <a:lnTo>
                  <a:pt x="199452" y="55089"/>
                </a:lnTo>
                <a:lnTo>
                  <a:pt x="199717" y="54824"/>
                </a:lnTo>
                <a:lnTo>
                  <a:pt x="199976" y="54553"/>
                </a:lnTo>
                <a:lnTo>
                  <a:pt x="200229" y="54275"/>
                </a:lnTo>
                <a:lnTo>
                  <a:pt x="200475" y="53991"/>
                </a:lnTo>
                <a:lnTo>
                  <a:pt x="200715" y="53700"/>
                </a:lnTo>
                <a:lnTo>
                  <a:pt x="200949" y="53403"/>
                </a:lnTo>
                <a:lnTo>
                  <a:pt x="201176" y="53100"/>
                </a:lnTo>
                <a:lnTo>
                  <a:pt x="201396" y="52790"/>
                </a:lnTo>
                <a:lnTo>
                  <a:pt x="201611" y="52474"/>
                </a:lnTo>
                <a:lnTo>
                  <a:pt x="201818" y="52151"/>
                </a:lnTo>
                <a:lnTo>
                  <a:pt x="202016" y="51822"/>
                </a:lnTo>
                <a:lnTo>
                  <a:pt x="202206" y="51487"/>
                </a:lnTo>
                <a:lnTo>
                  <a:pt x="202388" y="51146"/>
                </a:lnTo>
                <a:lnTo>
                  <a:pt x="202562" y="50799"/>
                </a:lnTo>
                <a:lnTo>
                  <a:pt x="202727" y="50446"/>
                </a:lnTo>
                <a:lnTo>
                  <a:pt x="202884" y="50087"/>
                </a:lnTo>
                <a:lnTo>
                  <a:pt x="203032" y="49721"/>
                </a:lnTo>
                <a:lnTo>
                  <a:pt x="203172" y="49350"/>
                </a:lnTo>
                <a:lnTo>
                  <a:pt x="203304" y="48972"/>
                </a:lnTo>
                <a:lnTo>
                  <a:pt x="203428" y="48588"/>
                </a:lnTo>
                <a:lnTo>
                  <a:pt x="203543" y="48198"/>
                </a:lnTo>
                <a:lnTo>
                  <a:pt x="203650" y="47802"/>
                </a:lnTo>
                <a:lnTo>
                  <a:pt x="203748" y="47400"/>
                </a:lnTo>
                <a:lnTo>
                  <a:pt x="203838" y="46991"/>
                </a:lnTo>
                <a:lnTo>
                  <a:pt x="203920" y="46577"/>
                </a:lnTo>
                <a:lnTo>
                  <a:pt x="203993" y="46156"/>
                </a:lnTo>
                <a:lnTo>
                  <a:pt x="204058" y="45730"/>
                </a:lnTo>
                <a:lnTo>
                  <a:pt x="204115" y="45297"/>
                </a:lnTo>
                <a:lnTo>
                  <a:pt x="204164" y="44858"/>
                </a:lnTo>
                <a:lnTo>
                  <a:pt x="204204" y="44413"/>
                </a:lnTo>
                <a:lnTo>
                  <a:pt x="204235" y="43962"/>
                </a:lnTo>
                <a:lnTo>
                  <a:pt x="204259" y="43504"/>
                </a:lnTo>
                <a:lnTo>
                  <a:pt x="204274" y="43041"/>
                </a:lnTo>
                <a:lnTo>
                  <a:pt x="193145" y="43041"/>
                </a:lnTo>
                <a:lnTo>
                  <a:pt x="193134" y="43371"/>
                </a:lnTo>
                <a:lnTo>
                  <a:pt x="193116" y="43695"/>
                </a:lnTo>
                <a:lnTo>
                  <a:pt x="193090" y="44012"/>
                </a:lnTo>
                <a:lnTo>
                  <a:pt x="193057" y="44323"/>
                </a:lnTo>
                <a:lnTo>
                  <a:pt x="193016" y="44628"/>
                </a:lnTo>
                <a:lnTo>
                  <a:pt x="192968" y="44927"/>
                </a:lnTo>
                <a:lnTo>
                  <a:pt x="192912" y="45219"/>
                </a:lnTo>
                <a:lnTo>
                  <a:pt x="192849" y="45505"/>
                </a:lnTo>
                <a:lnTo>
                  <a:pt x="192779" y="45784"/>
                </a:lnTo>
                <a:lnTo>
                  <a:pt x="192701" y="46057"/>
                </a:lnTo>
                <a:lnTo>
                  <a:pt x="192616" y="46324"/>
                </a:lnTo>
                <a:lnTo>
                  <a:pt x="192523" y="46585"/>
                </a:lnTo>
                <a:lnTo>
                  <a:pt x="192423" y="46839"/>
                </a:lnTo>
                <a:lnTo>
                  <a:pt x="192315" y="47087"/>
                </a:lnTo>
                <a:lnTo>
                  <a:pt x="192200" y="47329"/>
                </a:lnTo>
                <a:lnTo>
                  <a:pt x="192077" y="47564"/>
                </a:lnTo>
                <a:lnTo>
                  <a:pt x="191947" y="47793"/>
                </a:lnTo>
                <a:lnTo>
                  <a:pt x="191810" y="48016"/>
                </a:lnTo>
                <a:lnTo>
                  <a:pt x="191665" y="48232"/>
                </a:lnTo>
                <a:lnTo>
                  <a:pt x="191513" y="48442"/>
                </a:lnTo>
                <a:lnTo>
                  <a:pt x="191353" y="48646"/>
                </a:lnTo>
                <a:lnTo>
                  <a:pt x="191186" y="48843"/>
                </a:lnTo>
                <a:lnTo>
                  <a:pt x="191011" y="49035"/>
                </a:lnTo>
                <a:lnTo>
                  <a:pt x="190829" y="49219"/>
                </a:lnTo>
                <a:lnTo>
                  <a:pt x="190640" y="49397"/>
                </a:lnTo>
                <a:lnTo>
                  <a:pt x="190446" y="49567"/>
                </a:lnTo>
                <a:lnTo>
                  <a:pt x="190246" y="49730"/>
                </a:lnTo>
                <a:lnTo>
                  <a:pt x="190040" y="49885"/>
                </a:lnTo>
                <a:lnTo>
                  <a:pt x="189829" y="50033"/>
                </a:lnTo>
                <a:lnTo>
                  <a:pt x="189612" y="50173"/>
                </a:lnTo>
                <a:lnTo>
                  <a:pt x="189390" y="50305"/>
                </a:lnTo>
                <a:lnTo>
                  <a:pt x="189162" y="50430"/>
                </a:lnTo>
                <a:lnTo>
                  <a:pt x="188928" y="50547"/>
                </a:lnTo>
                <a:lnTo>
                  <a:pt x="188688" y="50657"/>
                </a:lnTo>
                <a:lnTo>
                  <a:pt x="188443" y="50759"/>
                </a:lnTo>
                <a:lnTo>
                  <a:pt x="188193" y="50853"/>
                </a:lnTo>
                <a:lnTo>
                  <a:pt x="187936" y="50940"/>
                </a:lnTo>
                <a:lnTo>
                  <a:pt x="187675" y="51020"/>
                </a:lnTo>
                <a:lnTo>
                  <a:pt x="187407" y="51092"/>
                </a:lnTo>
                <a:lnTo>
                  <a:pt x="187134" y="51156"/>
                </a:lnTo>
                <a:lnTo>
                  <a:pt x="186855" y="51213"/>
                </a:lnTo>
                <a:lnTo>
                  <a:pt x="186570" y="51262"/>
                </a:lnTo>
                <a:lnTo>
                  <a:pt x="186280" y="51303"/>
                </a:lnTo>
                <a:lnTo>
                  <a:pt x="185984" y="51337"/>
                </a:lnTo>
                <a:lnTo>
                  <a:pt x="185683" y="51364"/>
                </a:lnTo>
                <a:lnTo>
                  <a:pt x="185376" y="51383"/>
                </a:lnTo>
                <a:lnTo>
                  <a:pt x="185063" y="51394"/>
                </a:lnTo>
                <a:lnTo>
                  <a:pt x="184745" y="51398"/>
                </a:lnTo>
                <a:lnTo>
                  <a:pt x="184473" y="51395"/>
                </a:lnTo>
                <a:lnTo>
                  <a:pt x="184205" y="51387"/>
                </a:lnTo>
                <a:lnTo>
                  <a:pt x="183941" y="51374"/>
                </a:lnTo>
                <a:lnTo>
                  <a:pt x="183681" y="51355"/>
                </a:lnTo>
                <a:lnTo>
                  <a:pt x="183425" y="51331"/>
                </a:lnTo>
                <a:lnTo>
                  <a:pt x="183174" y="51302"/>
                </a:lnTo>
                <a:lnTo>
                  <a:pt x="182927" y="51268"/>
                </a:lnTo>
                <a:lnTo>
                  <a:pt x="182683" y="51228"/>
                </a:lnTo>
                <a:lnTo>
                  <a:pt x="182444" y="51182"/>
                </a:lnTo>
                <a:lnTo>
                  <a:pt x="182209" y="51132"/>
                </a:lnTo>
                <a:lnTo>
                  <a:pt x="181979" y="51076"/>
                </a:lnTo>
                <a:lnTo>
                  <a:pt x="181752" y="51015"/>
                </a:lnTo>
                <a:lnTo>
                  <a:pt x="181529" y="50948"/>
                </a:lnTo>
                <a:lnTo>
                  <a:pt x="181311" y="50876"/>
                </a:lnTo>
                <a:lnTo>
                  <a:pt x="181097" y="50799"/>
                </a:lnTo>
                <a:lnTo>
                  <a:pt x="180886" y="50717"/>
                </a:lnTo>
                <a:lnTo>
                  <a:pt x="180680" y="50629"/>
                </a:lnTo>
                <a:lnTo>
                  <a:pt x="180479" y="50536"/>
                </a:lnTo>
                <a:lnTo>
                  <a:pt x="180281" y="50437"/>
                </a:lnTo>
                <a:lnTo>
                  <a:pt x="180087" y="50333"/>
                </a:lnTo>
                <a:lnTo>
                  <a:pt x="179898" y="50224"/>
                </a:lnTo>
                <a:lnTo>
                  <a:pt x="179712" y="50110"/>
                </a:lnTo>
                <a:lnTo>
                  <a:pt x="179531" y="49990"/>
                </a:lnTo>
                <a:lnTo>
                  <a:pt x="179354" y="49865"/>
                </a:lnTo>
                <a:lnTo>
                  <a:pt x="179181" y="49735"/>
                </a:lnTo>
                <a:lnTo>
                  <a:pt x="179012" y="49600"/>
                </a:lnTo>
                <a:lnTo>
                  <a:pt x="178847" y="49460"/>
                </a:lnTo>
                <a:lnTo>
                  <a:pt x="178685" y="49315"/>
                </a:lnTo>
                <a:lnTo>
                  <a:pt x="178528" y="49166"/>
                </a:lnTo>
                <a:lnTo>
                  <a:pt x="178374" y="49012"/>
                </a:lnTo>
                <a:lnTo>
                  <a:pt x="178225" y="48853"/>
                </a:lnTo>
                <a:lnTo>
                  <a:pt x="178079" y="48689"/>
                </a:lnTo>
                <a:lnTo>
                  <a:pt x="177937" y="48520"/>
                </a:lnTo>
                <a:lnTo>
                  <a:pt x="177799" y="48347"/>
                </a:lnTo>
                <a:lnTo>
                  <a:pt x="177665" y="48169"/>
                </a:lnTo>
                <a:lnTo>
                  <a:pt x="177535" y="47986"/>
                </a:lnTo>
                <a:lnTo>
                  <a:pt x="177409" y="47798"/>
                </a:lnTo>
                <a:lnTo>
                  <a:pt x="177287" y="47606"/>
                </a:lnTo>
                <a:lnTo>
                  <a:pt x="177169" y="47409"/>
                </a:lnTo>
                <a:lnTo>
                  <a:pt x="177054" y="47207"/>
                </a:lnTo>
                <a:lnTo>
                  <a:pt x="176944" y="47000"/>
                </a:lnTo>
                <a:lnTo>
                  <a:pt x="176837" y="46788"/>
                </a:lnTo>
                <a:lnTo>
                  <a:pt x="176734" y="46572"/>
                </a:lnTo>
                <a:lnTo>
                  <a:pt x="176636" y="46351"/>
                </a:lnTo>
                <a:lnTo>
                  <a:pt x="176541" y="46125"/>
                </a:lnTo>
                <a:lnTo>
                  <a:pt x="176450" y="45894"/>
                </a:lnTo>
                <a:lnTo>
                  <a:pt x="176363" y="45659"/>
                </a:lnTo>
                <a:lnTo>
                  <a:pt x="176280" y="45418"/>
                </a:lnTo>
                <a:lnTo>
                  <a:pt x="176200" y="45173"/>
                </a:lnTo>
                <a:lnTo>
                  <a:pt x="176124" y="44924"/>
                </a:lnTo>
                <a:lnTo>
                  <a:pt x="176051" y="44671"/>
                </a:lnTo>
                <a:lnTo>
                  <a:pt x="175982" y="44413"/>
                </a:lnTo>
                <a:lnTo>
                  <a:pt x="175916" y="44151"/>
                </a:lnTo>
                <a:lnTo>
                  <a:pt x="175853" y="43885"/>
                </a:lnTo>
                <a:lnTo>
                  <a:pt x="175794" y="43615"/>
                </a:lnTo>
                <a:lnTo>
                  <a:pt x="175738" y="43340"/>
                </a:lnTo>
                <a:lnTo>
                  <a:pt x="175686" y="43062"/>
                </a:lnTo>
                <a:lnTo>
                  <a:pt x="175637" y="42778"/>
                </a:lnTo>
                <a:lnTo>
                  <a:pt x="175591" y="42491"/>
                </a:lnTo>
                <a:lnTo>
                  <a:pt x="175549" y="42200"/>
                </a:lnTo>
                <a:lnTo>
                  <a:pt x="175510" y="41904"/>
                </a:lnTo>
                <a:lnTo>
                  <a:pt x="175475" y="41604"/>
                </a:lnTo>
                <a:lnTo>
                  <a:pt x="175442" y="41299"/>
                </a:lnTo>
                <a:lnTo>
                  <a:pt x="175414" y="40991"/>
                </a:lnTo>
                <a:lnTo>
                  <a:pt x="175388" y="40678"/>
                </a:lnTo>
                <a:lnTo>
                  <a:pt x="175366" y="40361"/>
                </a:lnTo>
                <a:lnTo>
                  <a:pt x="175348" y="40040"/>
                </a:lnTo>
                <a:lnTo>
                  <a:pt x="175332" y="39714"/>
                </a:lnTo>
                <a:lnTo>
                  <a:pt x="175321" y="39385"/>
                </a:lnTo>
                <a:lnTo>
                  <a:pt x="175312" y="39051"/>
                </a:lnTo>
                <a:lnTo>
                  <a:pt x="175307" y="38712"/>
                </a:lnTo>
                <a:lnTo>
                  <a:pt x="175305" y="38370"/>
                </a:lnTo>
                <a:lnTo>
                  <a:pt x="175309" y="37841"/>
                </a:lnTo>
                <a:lnTo>
                  <a:pt x="175321" y="37323"/>
                </a:lnTo>
                <a:lnTo>
                  <a:pt x="175340" y="36814"/>
                </a:lnTo>
                <a:lnTo>
                  <a:pt x="175367" y="36316"/>
                </a:lnTo>
                <a:lnTo>
                  <a:pt x="175402" y="35827"/>
                </a:lnTo>
                <a:lnTo>
                  <a:pt x="175445" y="35349"/>
                </a:lnTo>
                <a:lnTo>
                  <a:pt x="175495" y="34881"/>
                </a:lnTo>
                <a:lnTo>
                  <a:pt x="175553" y="34422"/>
                </a:lnTo>
                <a:lnTo>
                  <a:pt x="175619" y="33974"/>
                </a:lnTo>
                <a:lnTo>
                  <a:pt x="175693" y="33536"/>
                </a:lnTo>
                <a:lnTo>
                  <a:pt x="175774" y="33108"/>
                </a:lnTo>
                <a:lnTo>
                  <a:pt x="175863" y="32689"/>
                </a:lnTo>
                <a:lnTo>
                  <a:pt x="175960" y="32281"/>
                </a:lnTo>
                <a:lnTo>
                  <a:pt x="176064" y="31883"/>
                </a:lnTo>
                <a:lnTo>
                  <a:pt x="176177" y="31495"/>
                </a:lnTo>
                <a:lnTo>
                  <a:pt x="176297" y="31117"/>
                </a:lnTo>
                <a:lnTo>
                  <a:pt x="176424" y="30749"/>
                </a:lnTo>
                <a:lnTo>
                  <a:pt x="176560" y="30391"/>
                </a:lnTo>
                <a:lnTo>
                  <a:pt x="176703" y="30043"/>
                </a:lnTo>
                <a:lnTo>
                  <a:pt x="176854" y="29705"/>
                </a:lnTo>
                <a:lnTo>
                  <a:pt x="177013" y="29377"/>
                </a:lnTo>
                <a:lnTo>
                  <a:pt x="177179" y="29060"/>
                </a:lnTo>
                <a:lnTo>
                  <a:pt x="177353" y="28752"/>
                </a:lnTo>
                <a:lnTo>
                  <a:pt x="177535" y="28454"/>
                </a:lnTo>
                <a:lnTo>
                  <a:pt x="177726" y="28167"/>
                </a:lnTo>
                <a:lnTo>
                  <a:pt x="177926" y="27893"/>
                </a:lnTo>
                <a:lnTo>
                  <a:pt x="178136" y="27631"/>
                </a:lnTo>
                <a:lnTo>
                  <a:pt x="178355" y="27381"/>
                </a:lnTo>
                <a:lnTo>
                  <a:pt x="178584" y="27143"/>
                </a:lnTo>
                <a:lnTo>
                  <a:pt x="178822" y="26917"/>
                </a:lnTo>
                <a:lnTo>
                  <a:pt x="179070" y="26704"/>
                </a:lnTo>
                <a:lnTo>
                  <a:pt x="179328" y="26502"/>
                </a:lnTo>
                <a:lnTo>
                  <a:pt x="179595" y="26313"/>
                </a:lnTo>
                <a:lnTo>
                  <a:pt x="179871" y="26137"/>
                </a:lnTo>
                <a:lnTo>
                  <a:pt x="180157" y="25972"/>
                </a:lnTo>
                <a:lnTo>
                  <a:pt x="180453" y="25819"/>
                </a:lnTo>
                <a:lnTo>
                  <a:pt x="180758" y="25679"/>
                </a:lnTo>
                <a:lnTo>
                  <a:pt x="181073" y="25551"/>
                </a:lnTo>
                <a:lnTo>
                  <a:pt x="181397" y="25435"/>
                </a:lnTo>
                <a:lnTo>
                  <a:pt x="181731" y="25332"/>
                </a:lnTo>
                <a:lnTo>
                  <a:pt x="182074" y="25240"/>
                </a:lnTo>
                <a:lnTo>
                  <a:pt x="182427" y="25161"/>
                </a:lnTo>
                <a:lnTo>
                  <a:pt x="182789" y="25094"/>
                </a:lnTo>
                <a:lnTo>
                  <a:pt x="183161" y="25039"/>
                </a:lnTo>
                <a:lnTo>
                  <a:pt x="183543" y="24996"/>
                </a:lnTo>
                <a:lnTo>
                  <a:pt x="183934" y="24966"/>
                </a:lnTo>
                <a:lnTo>
                  <a:pt x="184335" y="24947"/>
                </a:lnTo>
                <a:lnTo>
                  <a:pt x="184745" y="24941"/>
                </a:lnTo>
                <a:lnTo>
                  <a:pt x="185056" y="24945"/>
                </a:lnTo>
                <a:lnTo>
                  <a:pt x="185361" y="24955"/>
                </a:lnTo>
                <a:lnTo>
                  <a:pt x="185660" y="24972"/>
                </a:lnTo>
                <a:lnTo>
                  <a:pt x="185954" y="24997"/>
                </a:lnTo>
                <a:lnTo>
                  <a:pt x="186241" y="25028"/>
                </a:lnTo>
                <a:lnTo>
                  <a:pt x="186523" y="25066"/>
                </a:lnTo>
                <a:lnTo>
                  <a:pt x="186799" y="25111"/>
                </a:lnTo>
                <a:lnTo>
                  <a:pt x="187069" y="25163"/>
                </a:lnTo>
                <a:lnTo>
                  <a:pt x="187333" y="25222"/>
                </a:lnTo>
                <a:lnTo>
                  <a:pt x="187591" y="25288"/>
                </a:lnTo>
                <a:lnTo>
                  <a:pt x="187843" y="25361"/>
                </a:lnTo>
                <a:lnTo>
                  <a:pt x="188090" y="25441"/>
                </a:lnTo>
                <a:lnTo>
                  <a:pt x="188331" y="25527"/>
                </a:lnTo>
                <a:lnTo>
                  <a:pt x="188565" y="25621"/>
                </a:lnTo>
                <a:lnTo>
                  <a:pt x="188794" y="25721"/>
                </a:lnTo>
                <a:lnTo>
                  <a:pt x="189017" y="25829"/>
                </a:lnTo>
                <a:lnTo>
                  <a:pt x="189234" y="25943"/>
                </a:lnTo>
                <a:lnTo>
                  <a:pt x="189446" y="26065"/>
                </a:lnTo>
                <a:lnTo>
                  <a:pt x="189651" y="26193"/>
                </a:lnTo>
                <a:lnTo>
                  <a:pt x="189851" y="26328"/>
                </a:lnTo>
                <a:lnTo>
                  <a:pt x="190045" y="26470"/>
                </a:lnTo>
                <a:lnTo>
                  <a:pt x="190232" y="26619"/>
                </a:lnTo>
                <a:lnTo>
                  <a:pt x="190414" y="26775"/>
                </a:lnTo>
                <a:lnTo>
                  <a:pt x="190591" y="26938"/>
                </a:lnTo>
                <a:lnTo>
                  <a:pt x="190760" y="27107"/>
                </a:lnTo>
                <a:lnTo>
                  <a:pt x="190923" y="27281"/>
                </a:lnTo>
                <a:lnTo>
                  <a:pt x="191079" y="27459"/>
                </a:lnTo>
                <a:lnTo>
                  <a:pt x="191228" y="27642"/>
                </a:lnTo>
                <a:lnTo>
                  <a:pt x="191370" y="27830"/>
                </a:lnTo>
                <a:lnTo>
                  <a:pt x="191505" y="28023"/>
                </a:lnTo>
                <a:lnTo>
                  <a:pt x="191634" y="28220"/>
                </a:lnTo>
                <a:lnTo>
                  <a:pt x="191755" y="28422"/>
                </a:lnTo>
                <a:lnTo>
                  <a:pt x="191869" y="28629"/>
                </a:lnTo>
                <a:lnTo>
                  <a:pt x="191977" y="28841"/>
                </a:lnTo>
                <a:lnTo>
                  <a:pt x="192077" y="29057"/>
                </a:lnTo>
                <a:lnTo>
                  <a:pt x="192171" y="29278"/>
                </a:lnTo>
                <a:lnTo>
                  <a:pt x="192258" y="29504"/>
                </a:lnTo>
                <a:lnTo>
                  <a:pt x="192338" y="29735"/>
                </a:lnTo>
                <a:lnTo>
                  <a:pt x="192411" y="29970"/>
                </a:lnTo>
                <a:lnTo>
                  <a:pt x="192477" y="30210"/>
                </a:lnTo>
                <a:lnTo>
                  <a:pt x="192536" y="30455"/>
                </a:lnTo>
                <a:lnTo>
                  <a:pt x="192588" y="30705"/>
                </a:lnTo>
                <a:lnTo>
                  <a:pt x="192633" y="30959"/>
                </a:lnTo>
                <a:lnTo>
                  <a:pt x="192671" y="31218"/>
                </a:lnTo>
                <a:lnTo>
                  <a:pt x="192703" y="31482"/>
                </a:lnTo>
                <a:lnTo>
                  <a:pt x="192727" y="31751"/>
                </a:lnTo>
                <a:lnTo>
                  <a:pt x="192745" y="32024"/>
                </a:lnTo>
                <a:lnTo>
                  <a:pt x="192756" y="32302"/>
                </a:lnTo>
                <a:lnTo>
                  <a:pt x="203884" y="32302"/>
                </a:lnTo>
                <a:lnTo>
                  <a:pt x="203876" y="31851"/>
                </a:lnTo>
                <a:lnTo>
                  <a:pt x="203859" y="31406"/>
                </a:lnTo>
                <a:lnTo>
                  <a:pt x="203834" y="30967"/>
                </a:lnTo>
                <a:lnTo>
                  <a:pt x="203800" y="30535"/>
                </a:lnTo>
                <a:lnTo>
                  <a:pt x="203757" y="30110"/>
                </a:lnTo>
                <a:lnTo>
                  <a:pt x="203705" y="29691"/>
                </a:lnTo>
                <a:lnTo>
                  <a:pt x="203645" y="29278"/>
                </a:lnTo>
                <a:lnTo>
                  <a:pt x="203576" y="28872"/>
                </a:lnTo>
                <a:lnTo>
                  <a:pt x="203498" y="28473"/>
                </a:lnTo>
                <a:lnTo>
                  <a:pt x="203412" y="28080"/>
                </a:lnTo>
                <a:lnTo>
                  <a:pt x="203317" y="27693"/>
                </a:lnTo>
                <a:lnTo>
                  <a:pt x="203213" y="27313"/>
                </a:lnTo>
                <a:lnTo>
                  <a:pt x="203100" y="26939"/>
                </a:lnTo>
                <a:lnTo>
                  <a:pt x="202979" y="26572"/>
                </a:lnTo>
                <a:lnTo>
                  <a:pt x="202849" y="26212"/>
                </a:lnTo>
                <a:lnTo>
                  <a:pt x="202710" y="25858"/>
                </a:lnTo>
                <a:lnTo>
                  <a:pt x="202562" y="25510"/>
                </a:lnTo>
                <a:lnTo>
                  <a:pt x="202406" y="25169"/>
                </a:lnTo>
                <a:lnTo>
                  <a:pt x="202241" y="24835"/>
                </a:lnTo>
                <a:lnTo>
                  <a:pt x="202068" y="24507"/>
                </a:lnTo>
                <a:lnTo>
                  <a:pt x="201885" y="24185"/>
                </a:lnTo>
                <a:lnTo>
                  <a:pt x="201694" y="23870"/>
                </a:lnTo>
                <a:lnTo>
                  <a:pt x="201494" y="23561"/>
                </a:lnTo>
                <a:lnTo>
                  <a:pt x="201286" y="23259"/>
                </a:lnTo>
                <a:lnTo>
                  <a:pt x="201070" y="22964"/>
                </a:lnTo>
                <a:lnTo>
                  <a:pt x="200848" y="22674"/>
                </a:lnTo>
                <a:lnTo>
                  <a:pt x="200619" y="22391"/>
                </a:lnTo>
                <a:lnTo>
                  <a:pt x="200385" y="22113"/>
                </a:lnTo>
                <a:lnTo>
                  <a:pt x="200144" y="21843"/>
                </a:lnTo>
                <a:lnTo>
                  <a:pt x="199898" y="21578"/>
                </a:lnTo>
                <a:lnTo>
                  <a:pt x="199645" y="21319"/>
                </a:lnTo>
                <a:lnTo>
                  <a:pt x="199385" y="21067"/>
                </a:lnTo>
                <a:lnTo>
                  <a:pt x="199120" y="20820"/>
                </a:lnTo>
                <a:lnTo>
                  <a:pt x="198849" y="20580"/>
                </a:lnTo>
                <a:lnTo>
                  <a:pt x="198571" y="20347"/>
                </a:lnTo>
                <a:lnTo>
                  <a:pt x="198287" y="20119"/>
                </a:lnTo>
                <a:lnTo>
                  <a:pt x="197997" y="19897"/>
                </a:lnTo>
                <a:lnTo>
                  <a:pt x="197701" y="19682"/>
                </a:lnTo>
                <a:lnTo>
                  <a:pt x="197399" y="19473"/>
                </a:lnTo>
                <a:lnTo>
                  <a:pt x="197090" y="19270"/>
                </a:lnTo>
                <a:lnTo>
                  <a:pt x="196776" y="19073"/>
                </a:lnTo>
                <a:lnTo>
                  <a:pt x="196455" y="18883"/>
                </a:lnTo>
                <a:lnTo>
                  <a:pt x="196128" y="18699"/>
                </a:lnTo>
                <a:lnTo>
                  <a:pt x="195795" y="18520"/>
                </a:lnTo>
                <a:lnTo>
                  <a:pt x="195456" y="18348"/>
                </a:lnTo>
                <a:lnTo>
                  <a:pt x="195110" y="18183"/>
                </a:lnTo>
                <a:lnTo>
                  <a:pt x="194759" y="18023"/>
                </a:lnTo>
                <a:lnTo>
                  <a:pt x="194401" y="17870"/>
                </a:lnTo>
                <a:lnTo>
                  <a:pt x="194038" y="17722"/>
                </a:lnTo>
                <a:lnTo>
                  <a:pt x="193672" y="17581"/>
                </a:lnTo>
                <a:lnTo>
                  <a:pt x="193302" y="17447"/>
                </a:lnTo>
                <a:lnTo>
                  <a:pt x="192929" y="17318"/>
                </a:lnTo>
                <a:lnTo>
                  <a:pt x="192552" y="17196"/>
                </a:lnTo>
                <a:lnTo>
                  <a:pt x="192171" y="17080"/>
                </a:lnTo>
                <a:lnTo>
                  <a:pt x="191787" y="16970"/>
                </a:lnTo>
                <a:lnTo>
                  <a:pt x="191399" y="16867"/>
                </a:lnTo>
                <a:lnTo>
                  <a:pt x="191007" y="16770"/>
                </a:lnTo>
                <a:lnTo>
                  <a:pt x="190612" y="16679"/>
                </a:lnTo>
                <a:lnTo>
                  <a:pt x="190213" y="16594"/>
                </a:lnTo>
                <a:lnTo>
                  <a:pt x="189811" y="16516"/>
                </a:lnTo>
                <a:lnTo>
                  <a:pt x="189405" y="16444"/>
                </a:lnTo>
                <a:lnTo>
                  <a:pt x="188996" y="16378"/>
                </a:lnTo>
                <a:lnTo>
                  <a:pt x="188583" y="16318"/>
                </a:lnTo>
                <a:lnTo>
                  <a:pt x="188166" y="16265"/>
                </a:lnTo>
                <a:lnTo>
                  <a:pt x="187745" y="16218"/>
                </a:lnTo>
                <a:lnTo>
                  <a:pt x="187321" y="16177"/>
                </a:lnTo>
                <a:lnTo>
                  <a:pt x="186894" y="16143"/>
                </a:lnTo>
                <a:lnTo>
                  <a:pt x="186463" y="16115"/>
                </a:lnTo>
                <a:lnTo>
                  <a:pt x="186028" y="16093"/>
                </a:lnTo>
                <a:lnTo>
                  <a:pt x="185589" y="16077"/>
                </a:lnTo>
                <a:lnTo>
                  <a:pt x="185147" y="16068"/>
                </a:lnTo>
                <a:lnTo>
                  <a:pt x="184702" y="16065"/>
                </a:lnTo>
                <a:lnTo>
                  <a:pt x="184188" y="16069"/>
                </a:lnTo>
                <a:lnTo>
                  <a:pt x="183679" y="16081"/>
                </a:lnTo>
                <a:lnTo>
                  <a:pt x="183176" y="16102"/>
                </a:lnTo>
                <a:lnTo>
                  <a:pt x="182677" y="16131"/>
                </a:lnTo>
                <a:lnTo>
                  <a:pt x="182183" y="16169"/>
                </a:lnTo>
                <a:lnTo>
                  <a:pt x="181694" y="16214"/>
                </a:lnTo>
                <a:lnTo>
                  <a:pt x="181209" y="16269"/>
                </a:lnTo>
                <a:lnTo>
                  <a:pt x="180730" y="16331"/>
                </a:lnTo>
                <a:lnTo>
                  <a:pt x="180256" y="16402"/>
                </a:lnTo>
                <a:lnTo>
                  <a:pt x="179786" y="16481"/>
                </a:lnTo>
                <a:lnTo>
                  <a:pt x="179321" y="16568"/>
                </a:lnTo>
                <a:lnTo>
                  <a:pt x="178861" y="16664"/>
                </a:lnTo>
                <a:lnTo>
                  <a:pt x="178407" y="16768"/>
                </a:lnTo>
                <a:lnTo>
                  <a:pt x="177957" y="16880"/>
                </a:lnTo>
                <a:lnTo>
                  <a:pt x="177511" y="17001"/>
                </a:lnTo>
                <a:lnTo>
                  <a:pt x="177071" y="17130"/>
                </a:lnTo>
                <a:lnTo>
                  <a:pt x="176636" y="17268"/>
                </a:lnTo>
                <a:lnTo>
                  <a:pt x="176205" y="17413"/>
                </a:lnTo>
                <a:lnTo>
                  <a:pt x="175780" y="17567"/>
                </a:lnTo>
                <a:lnTo>
                  <a:pt x="175359" y="17730"/>
                </a:lnTo>
                <a:lnTo>
                  <a:pt x="174943" y="17900"/>
                </a:lnTo>
                <a:lnTo>
                  <a:pt x="174532" y="18079"/>
                </a:lnTo>
                <a:lnTo>
                  <a:pt x="174126" y="18267"/>
                </a:lnTo>
                <a:lnTo>
                  <a:pt x="173725" y="18462"/>
                </a:lnTo>
                <a:lnTo>
                  <a:pt x="173330" y="18667"/>
                </a:lnTo>
                <a:lnTo>
                  <a:pt x="172942" y="18880"/>
                </a:lnTo>
                <a:lnTo>
                  <a:pt x="172562" y="19101"/>
                </a:lnTo>
                <a:lnTo>
                  <a:pt x="172188" y="19332"/>
                </a:lnTo>
                <a:lnTo>
                  <a:pt x="171822" y="19571"/>
                </a:lnTo>
                <a:lnTo>
                  <a:pt x="171464" y="19819"/>
                </a:lnTo>
                <a:lnTo>
                  <a:pt x="171113" y="20076"/>
                </a:lnTo>
                <a:lnTo>
                  <a:pt x="170768" y="20342"/>
                </a:lnTo>
                <a:lnTo>
                  <a:pt x="170432" y="20616"/>
                </a:lnTo>
                <a:lnTo>
                  <a:pt x="170102" y="20900"/>
                </a:lnTo>
                <a:lnTo>
                  <a:pt x="169780" y="21192"/>
                </a:lnTo>
                <a:lnTo>
                  <a:pt x="169465" y="21492"/>
                </a:lnTo>
                <a:lnTo>
                  <a:pt x="169158" y="21802"/>
                </a:lnTo>
                <a:lnTo>
                  <a:pt x="168857" y="22120"/>
                </a:lnTo>
                <a:lnTo>
                  <a:pt x="168564" y="22447"/>
                </a:lnTo>
                <a:lnTo>
                  <a:pt x="168279" y="22783"/>
                </a:lnTo>
                <a:lnTo>
                  <a:pt x="168000" y="23128"/>
                </a:lnTo>
                <a:lnTo>
                  <a:pt x="167729" y="23482"/>
                </a:lnTo>
                <a:lnTo>
                  <a:pt x="167465" y="23844"/>
                </a:lnTo>
                <a:lnTo>
                  <a:pt x="167209" y="24215"/>
                </a:lnTo>
                <a:lnTo>
                  <a:pt x="166960" y="24595"/>
                </a:lnTo>
                <a:lnTo>
                  <a:pt x="166718" y="24983"/>
                </a:lnTo>
                <a:lnTo>
                  <a:pt x="166483" y="25381"/>
                </a:lnTo>
                <a:lnTo>
                  <a:pt x="166256" y="25787"/>
                </a:lnTo>
                <a:lnTo>
                  <a:pt x="166037" y="26202"/>
                </a:lnTo>
                <a:lnTo>
                  <a:pt x="165827" y="26627"/>
                </a:lnTo>
                <a:lnTo>
                  <a:pt x="165626" y="27061"/>
                </a:lnTo>
                <a:lnTo>
                  <a:pt x="165435" y="27505"/>
                </a:lnTo>
                <a:lnTo>
                  <a:pt x="165253" y="27958"/>
                </a:lnTo>
                <a:lnTo>
                  <a:pt x="165081" y="28421"/>
                </a:lnTo>
                <a:lnTo>
                  <a:pt x="164918" y="28893"/>
                </a:lnTo>
                <a:lnTo>
                  <a:pt x="164764" y="29374"/>
                </a:lnTo>
                <a:lnTo>
                  <a:pt x="164620" y="29865"/>
                </a:lnTo>
                <a:lnTo>
                  <a:pt x="164484" y="30366"/>
                </a:lnTo>
                <a:lnTo>
                  <a:pt x="164359" y="30876"/>
                </a:lnTo>
                <a:lnTo>
                  <a:pt x="164242" y="31395"/>
                </a:lnTo>
                <a:lnTo>
                  <a:pt x="164135" y="31924"/>
                </a:lnTo>
                <a:lnTo>
                  <a:pt x="164037" y="32463"/>
                </a:lnTo>
                <a:lnTo>
                  <a:pt x="163948" y="33011"/>
                </a:lnTo>
                <a:lnTo>
                  <a:pt x="163869" y="33568"/>
                </a:lnTo>
                <a:lnTo>
                  <a:pt x="163799" y="34135"/>
                </a:lnTo>
                <a:lnTo>
                  <a:pt x="163739" y="34711"/>
                </a:lnTo>
                <a:lnTo>
                  <a:pt x="163687" y="35297"/>
                </a:lnTo>
                <a:lnTo>
                  <a:pt x="163645" y="35892"/>
                </a:lnTo>
                <a:lnTo>
                  <a:pt x="163613" y="36496"/>
                </a:lnTo>
                <a:lnTo>
                  <a:pt x="163590" y="37111"/>
                </a:lnTo>
                <a:lnTo>
                  <a:pt x="163576" y="37734"/>
                </a:lnTo>
                <a:lnTo>
                  <a:pt x="163571" y="38367"/>
                </a:lnTo>
                <a:lnTo>
                  <a:pt x="163576" y="39000"/>
                </a:lnTo>
                <a:lnTo>
                  <a:pt x="163590" y="39623"/>
                </a:lnTo>
                <a:lnTo>
                  <a:pt x="163615" y="40237"/>
                </a:lnTo>
                <a:lnTo>
                  <a:pt x="163649" y="40841"/>
                </a:lnTo>
                <a:lnTo>
                  <a:pt x="163693" y="41434"/>
                </a:lnTo>
                <a:lnTo>
                  <a:pt x="163747" y="42019"/>
                </a:lnTo>
                <a:lnTo>
                  <a:pt x="163810" y="42593"/>
                </a:lnTo>
                <a:lnTo>
                  <a:pt x="163884" y="43157"/>
                </a:lnTo>
                <a:lnTo>
                  <a:pt x="163967" y="43712"/>
                </a:lnTo>
                <a:lnTo>
                  <a:pt x="164060" y="44257"/>
                </a:lnTo>
                <a:lnTo>
                  <a:pt x="164162" y="44792"/>
                </a:lnTo>
                <a:lnTo>
                  <a:pt x="164275" y="45318"/>
                </a:lnTo>
                <a:lnTo>
                  <a:pt x="164397" y="45834"/>
                </a:lnTo>
                <a:lnTo>
                  <a:pt x="164529" y="46340"/>
                </a:lnTo>
                <a:lnTo>
                  <a:pt x="164670" y="46836"/>
                </a:lnTo>
                <a:lnTo>
                  <a:pt x="164822" y="47322"/>
                </a:lnTo>
                <a:lnTo>
                  <a:pt x="164983" y="47799"/>
                </a:lnTo>
                <a:lnTo>
                  <a:pt x="165154" y="48265"/>
                </a:lnTo>
                <a:lnTo>
                  <a:pt x="165335" y="48722"/>
                </a:lnTo>
                <a:lnTo>
                  <a:pt x="165525" y="49170"/>
                </a:lnTo>
                <a:lnTo>
                  <a:pt x="165726" y="49607"/>
                </a:lnTo>
                <a:lnTo>
                  <a:pt x="165936" y="50035"/>
                </a:lnTo>
                <a:lnTo>
                  <a:pt x="166156" y="50453"/>
                </a:lnTo>
                <a:lnTo>
                  <a:pt x="166385" y="50861"/>
                </a:lnTo>
                <a:lnTo>
                  <a:pt x="166623" y="51260"/>
                </a:lnTo>
                <a:lnTo>
                  <a:pt x="166868" y="51650"/>
                </a:lnTo>
                <a:lnTo>
                  <a:pt x="167120" y="52031"/>
                </a:lnTo>
                <a:lnTo>
                  <a:pt x="167379" y="52403"/>
                </a:lnTo>
                <a:lnTo>
                  <a:pt x="167645" y="52766"/>
                </a:lnTo>
                <a:lnTo>
                  <a:pt x="167917" y="53121"/>
                </a:lnTo>
                <a:lnTo>
                  <a:pt x="168197" y="53466"/>
                </a:lnTo>
                <a:lnTo>
                  <a:pt x="168483" y="53803"/>
                </a:lnTo>
                <a:lnTo>
                  <a:pt x="168776" y="54131"/>
                </a:lnTo>
                <a:lnTo>
                  <a:pt x="169077" y="54450"/>
                </a:lnTo>
                <a:lnTo>
                  <a:pt x="169384" y="54761"/>
                </a:lnTo>
                <a:lnTo>
                  <a:pt x="169698" y="55062"/>
                </a:lnTo>
                <a:lnTo>
                  <a:pt x="170019" y="55354"/>
                </a:lnTo>
                <a:lnTo>
                  <a:pt x="170347" y="55638"/>
                </a:lnTo>
                <a:lnTo>
                  <a:pt x="170682" y="55913"/>
                </a:lnTo>
                <a:lnTo>
                  <a:pt x="171023" y="56179"/>
                </a:lnTo>
                <a:lnTo>
                  <a:pt x="171372" y="56436"/>
                </a:lnTo>
                <a:lnTo>
                  <a:pt x="171728" y="56684"/>
                </a:lnTo>
                <a:lnTo>
                  <a:pt x="172090" y="56924"/>
                </a:lnTo>
                <a:lnTo>
                  <a:pt x="172460" y="57154"/>
                </a:lnTo>
                <a:lnTo>
                  <a:pt x="172836" y="57376"/>
                </a:lnTo>
                <a:lnTo>
                  <a:pt x="173219" y="57589"/>
                </a:lnTo>
                <a:lnTo>
                  <a:pt x="173609" y="57793"/>
                </a:lnTo>
                <a:lnTo>
                  <a:pt x="174006" y="57988"/>
                </a:lnTo>
                <a:lnTo>
                  <a:pt x="174409" y="58174"/>
                </a:lnTo>
                <a:lnTo>
                  <a:pt x="174815" y="58353"/>
                </a:lnTo>
                <a:lnTo>
                  <a:pt x="175225" y="58524"/>
                </a:lnTo>
                <a:lnTo>
                  <a:pt x="175639" y="58687"/>
                </a:lnTo>
                <a:lnTo>
                  <a:pt x="176056" y="58841"/>
                </a:lnTo>
                <a:lnTo>
                  <a:pt x="176477" y="58988"/>
                </a:lnTo>
                <a:lnTo>
                  <a:pt x="176902" y="59127"/>
                </a:lnTo>
                <a:lnTo>
                  <a:pt x="177331" y="59258"/>
                </a:lnTo>
                <a:lnTo>
                  <a:pt x="177763" y="59381"/>
                </a:lnTo>
                <a:lnTo>
                  <a:pt x="178200" y="59496"/>
                </a:lnTo>
                <a:lnTo>
                  <a:pt x="178640" y="59604"/>
                </a:lnTo>
                <a:lnTo>
                  <a:pt x="179083" y="59703"/>
                </a:lnTo>
                <a:lnTo>
                  <a:pt x="179531" y="59794"/>
                </a:lnTo>
                <a:lnTo>
                  <a:pt x="179982" y="59878"/>
                </a:lnTo>
                <a:lnTo>
                  <a:pt x="180437" y="59953"/>
                </a:lnTo>
                <a:lnTo>
                  <a:pt x="180896" y="60021"/>
                </a:lnTo>
                <a:lnTo>
                  <a:pt x="181359" y="60080"/>
                </a:lnTo>
                <a:lnTo>
                  <a:pt x="181825" y="60132"/>
                </a:lnTo>
                <a:lnTo>
                  <a:pt x="182295" y="60175"/>
                </a:lnTo>
                <a:lnTo>
                  <a:pt x="182769" y="60211"/>
                </a:lnTo>
                <a:lnTo>
                  <a:pt x="183246" y="60239"/>
                </a:lnTo>
                <a:lnTo>
                  <a:pt x="183728" y="60259"/>
                </a:lnTo>
                <a:lnTo>
                  <a:pt x="184213" y="60271"/>
                </a:lnTo>
                <a:lnTo>
                  <a:pt x="184702" y="60275"/>
                </a:lnTo>
                <a:lnTo>
                  <a:pt x="185169" y="60271"/>
                </a:lnTo>
                <a:lnTo>
                  <a:pt x="185631" y="60261"/>
                </a:lnTo>
                <a:lnTo>
                  <a:pt x="186089" y="60244"/>
                </a:lnTo>
                <a:lnTo>
                  <a:pt x="186543" y="60219"/>
                </a:lnTo>
                <a:lnTo>
                  <a:pt x="186993" y="60189"/>
                </a:lnTo>
                <a:close/>
                <a:moveTo>
                  <a:pt x="457950" y="11102"/>
                </a:moveTo>
                <a:lnTo>
                  <a:pt x="458185" y="11071"/>
                </a:lnTo>
                <a:lnTo>
                  <a:pt x="458415" y="11035"/>
                </a:lnTo>
                <a:lnTo>
                  <a:pt x="458639" y="10994"/>
                </a:lnTo>
                <a:lnTo>
                  <a:pt x="458859" y="10946"/>
                </a:lnTo>
                <a:lnTo>
                  <a:pt x="459073" y="10893"/>
                </a:lnTo>
                <a:lnTo>
                  <a:pt x="459282" y="10835"/>
                </a:lnTo>
                <a:lnTo>
                  <a:pt x="459486" y="10771"/>
                </a:lnTo>
                <a:lnTo>
                  <a:pt x="459684" y="10702"/>
                </a:lnTo>
                <a:lnTo>
                  <a:pt x="459878" y="10626"/>
                </a:lnTo>
                <a:lnTo>
                  <a:pt x="460066" y="10546"/>
                </a:lnTo>
                <a:lnTo>
                  <a:pt x="460249" y="10460"/>
                </a:lnTo>
                <a:lnTo>
                  <a:pt x="460427" y="10368"/>
                </a:lnTo>
                <a:lnTo>
                  <a:pt x="460599" y="10270"/>
                </a:lnTo>
                <a:lnTo>
                  <a:pt x="460767" y="10167"/>
                </a:lnTo>
                <a:lnTo>
                  <a:pt x="460929" y="10059"/>
                </a:lnTo>
                <a:lnTo>
                  <a:pt x="461086" y="9945"/>
                </a:lnTo>
                <a:lnTo>
                  <a:pt x="461238" y="9825"/>
                </a:lnTo>
                <a:lnTo>
                  <a:pt x="461385" y="9700"/>
                </a:lnTo>
                <a:lnTo>
                  <a:pt x="461526" y="9569"/>
                </a:lnTo>
                <a:lnTo>
                  <a:pt x="461662" y="9435"/>
                </a:lnTo>
                <a:lnTo>
                  <a:pt x="461792" y="9297"/>
                </a:lnTo>
                <a:lnTo>
                  <a:pt x="461917" y="9157"/>
                </a:lnTo>
                <a:lnTo>
                  <a:pt x="462036" y="9014"/>
                </a:lnTo>
                <a:lnTo>
                  <a:pt x="462148" y="8868"/>
                </a:lnTo>
                <a:lnTo>
                  <a:pt x="462255" y="8720"/>
                </a:lnTo>
                <a:lnTo>
                  <a:pt x="462357" y="8569"/>
                </a:lnTo>
                <a:lnTo>
                  <a:pt x="462452" y="8415"/>
                </a:lnTo>
                <a:lnTo>
                  <a:pt x="462542" y="8258"/>
                </a:lnTo>
                <a:lnTo>
                  <a:pt x="462626" y="8099"/>
                </a:lnTo>
                <a:lnTo>
                  <a:pt x="462704" y="7937"/>
                </a:lnTo>
                <a:lnTo>
                  <a:pt x="462776" y="7772"/>
                </a:lnTo>
                <a:lnTo>
                  <a:pt x="462843" y="7605"/>
                </a:lnTo>
                <a:lnTo>
                  <a:pt x="462904" y="7435"/>
                </a:lnTo>
                <a:lnTo>
                  <a:pt x="462959" y="7262"/>
                </a:lnTo>
                <a:lnTo>
                  <a:pt x="463008" y="7087"/>
                </a:lnTo>
                <a:lnTo>
                  <a:pt x="463051" y="6909"/>
                </a:lnTo>
                <a:lnTo>
                  <a:pt x="463089" y="6728"/>
                </a:lnTo>
                <a:lnTo>
                  <a:pt x="463121" y="6544"/>
                </a:lnTo>
                <a:lnTo>
                  <a:pt x="463147" y="6358"/>
                </a:lnTo>
                <a:lnTo>
                  <a:pt x="463167" y="6169"/>
                </a:lnTo>
                <a:lnTo>
                  <a:pt x="463182" y="5977"/>
                </a:lnTo>
                <a:lnTo>
                  <a:pt x="463190" y="5783"/>
                </a:lnTo>
                <a:lnTo>
                  <a:pt x="463193" y="5586"/>
                </a:lnTo>
                <a:lnTo>
                  <a:pt x="463190" y="5385"/>
                </a:lnTo>
                <a:lnTo>
                  <a:pt x="463182" y="5188"/>
                </a:lnTo>
                <a:lnTo>
                  <a:pt x="463167" y="4993"/>
                </a:lnTo>
                <a:lnTo>
                  <a:pt x="463147" y="4801"/>
                </a:lnTo>
                <a:lnTo>
                  <a:pt x="463121" y="4612"/>
                </a:lnTo>
                <a:lnTo>
                  <a:pt x="463089" y="4426"/>
                </a:lnTo>
                <a:lnTo>
                  <a:pt x="463051" y="4243"/>
                </a:lnTo>
                <a:lnTo>
                  <a:pt x="463008" y="4063"/>
                </a:lnTo>
                <a:lnTo>
                  <a:pt x="462959" y="3886"/>
                </a:lnTo>
                <a:lnTo>
                  <a:pt x="462904" y="3712"/>
                </a:lnTo>
                <a:lnTo>
                  <a:pt x="462843" y="3540"/>
                </a:lnTo>
                <a:lnTo>
                  <a:pt x="462776" y="3372"/>
                </a:lnTo>
                <a:lnTo>
                  <a:pt x="462704" y="3207"/>
                </a:lnTo>
                <a:lnTo>
                  <a:pt x="462626" y="3044"/>
                </a:lnTo>
                <a:lnTo>
                  <a:pt x="462542" y="2885"/>
                </a:lnTo>
                <a:lnTo>
                  <a:pt x="462452" y="2728"/>
                </a:lnTo>
                <a:lnTo>
                  <a:pt x="462357" y="2574"/>
                </a:lnTo>
                <a:lnTo>
                  <a:pt x="462255" y="2423"/>
                </a:lnTo>
                <a:lnTo>
                  <a:pt x="462148" y="2276"/>
                </a:lnTo>
                <a:lnTo>
                  <a:pt x="462036" y="2131"/>
                </a:lnTo>
                <a:lnTo>
                  <a:pt x="461917" y="1989"/>
                </a:lnTo>
                <a:lnTo>
                  <a:pt x="461792" y="1850"/>
                </a:lnTo>
                <a:lnTo>
                  <a:pt x="461662" y="1714"/>
                </a:lnTo>
                <a:lnTo>
                  <a:pt x="461526" y="1580"/>
                </a:lnTo>
                <a:lnTo>
                  <a:pt x="461385" y="1452"/>
                </a:lnTo>
                <a:lnTo>
                  <a:pt x="461238" y="1328"/>
                </a:lnTo>
                <a:lnTo>
                  <a:pt x="461086" y="1210"/>
                </a:lnTo>
                <a:lnTo>
                  <a:pt x="460929" y="1098"/>
                </a:lnTo>
                <a:lnTo>
                  <a:pt x="460767" y="991"/>
                </a:lnTo>
                <a:lnTo>
                  <a:pt x="460599" y="889"/>
                </a:lnTo>
                <a:lnTo>
                  <a:pt x="460427" y="793"/>
                </a:lnTo>
                <a:lnTo>
                  <a:pt x="460249" y="702"/>
                </a:lnTo>
                <a:lnTo>
                  <a:pt x="460066" y="617"/>
                </a:lnTo>
                <a:lnTo>
                  <a:pt x="459878" y="538"/>
                </a:lnTo>
                <a:lnTo>
                  <a:pt x="459684" y="464"/>
                </a:lnTo>
                <a:lnTo>
                  <a:pt x="459486" y="395"/>
                </a:lnTo>
                <a:lnTo>
                  <a:pt x="459282" y="332"/>
                </a:lnTo>
                <a:lnTo>
                  <a:pt x="459073" y="274"/>
                </a:lnTo>
                <a:lnTo>
                  <a:pt x="458859" y="222"/>
                </a:lnTo>
                <a:lnTo>
                  <a:pt x="458639" y="176"/>
                </a:lnTo>
                <a:lnTo>
                  <a:pt x="458415" y="134"/>
                </a:lnTo>
                <a:lnTo>
                  <a:pt x="458185" y="99"/>
                </a:lnTo>
                <a:lnTo>
                  <a:pt x="457950" y="69"/>
                </a:lnTo>
                <a:lnTo>
                  <a:pt x="457710" y="44"/>
                </a:lnTo>
                <a:lnTo>
                  <a:pt x="457465" y="25"/>
                </a:lnTo>
                <a:lnTo>
                  <a:pt x="457215" y="11"/>
                </a:lnTo>
                <a:lnTo>
                  <a:pt x="456959" y="3"/>
                </a:lnTo>
                <a:lnTo>
                  <a:pt x="456698" y="0"/>
                </a:lnTo>
                <a:lnTo>
                  <a:pt x="456437" y="3"/>
                </a:lnTo>
                <a:lnTo>
                  <a:pt x="456182" y="11"/>
                </a:lnTo>
                <a:lnTo>
                  <a:pt x="455931" y="25"/>
                </a:lnTo>
                <a:lnTo>
                  <a:pt x="455686" y="44"/>
                </a:lnTo>
                <a:lnTo>
                  <a:pt x="455446" y="69"/>
                </a:lnTo>
                <a:lnTo>
                  <a:pt x="455211" y="99"/>
                </a:lnTo>
                <a:lnTo>
                  <a:pt x="454981" y="134"/>
                </a:lnTo>
                <a:lnTo>
                  <a:pt x="454757" y="176"/>
                </a:lnTo>
                <a:lnTo>
                  <a:pt x="454537" y="222"/>
                </a:lnTo>
                <a:lnTo>
                  <a:pt x="454323" y="274"/>
                </a:lnTo>
                <a:lnTo>
                  <a:pt x="454114" y="332"/>
                </a:lnTo>
                <a:lnTo>
                  <a:pt x="453911" y="395"/>
                </a:lnTo>
                <a:lnTo>
                  <a:pt x="453712" y="464"/>
                </a:lnTo>
                <a:lnTo>
                  <a:pt x="453519" y="538"/>
                </a:lnTo>
                <a:lnTo>
                  <a:pt x="453330" y="617"/>
                </a:lnTo>
                <a:lnTo>
                  <a:pt x="453147" y="702"/>
                </a:lnTo>
                <a:lnTo>
                  <a:pt x="452970" y="793"/>
                </a:lnTo>
                <a:lnTo>
                  <a:pt x="452797" y="889"/>
                </a:lnTo>
                <a:lnTo>
                  <a:pt x="452630" y="991"/>
                </a:lnTo>
                <a:lnTo>
                  <a:pt x="452467" y="1098"/>
                </a:lnTo>
                <a:lnTo>
                  <a:pt x="452310" y="1210"/>
                </a:lnTo>
                <a:lnTo>
                  <a:pt x="452158" y="1328"/>
                </a:lnTo>
                <a:lnTo>
                  <a:pt x="452012" y="1452"/>
                </a:lnTo>
                <a:lnTo>
                  <a:pt x="451870" y="1580"/>
                </a:lnTo>
                <a:lnTo>
                  <a:pt x="451734" y="1714"/>
                </a:lnTo>
                <a:lnTo>
                  <a:pt x="451604" y="1850"/>
                </a:lnTo>
                <a:lnTo>
                  <a:pt x="451479" y="1989"/>
                </a:lnTo>
                <a:lnTo>
                  <a:pt x="451361" y="2131"/>
                </a:lnTo>
                <a:lnTo>
                  <a:pt x="451248" y="2276"/>
                </a:lnTo>
                <a:lnTo>
                  <a:pt x="451141" y="2423"/>
                </a:lnTo>
                <a:lnTo>
                  <a:pt x="451039" y="2574"/>
                </a:lnTo>
                <a:lnTo>
                  <a:pt x="450944" y="2728"/>
                </a:lnTo>
                <a:lnTo>
                  <a:pt x="450854" y="2885"/>
                </a:lnTo>
                <a:lnTo>
                  <a:pt x="450770" y="3044"/>
                </a:lnTo>
                <a:lnTo>
                  <a:pt x="450692" y="3207"/>
                </a:lnTo>
                <a:lnTo>
                  <a:pt x="450620" y="3372"/>
                </a:lnTo>
                <a:lnTo>
                  <a:pt x="450553" y="3540"/>
                </a:lnTo>
                <a:lnTo>
                  <a:pt x="450492" y="3712"/>
                </a:lnTo>
                <a:lnTo>
                  <a:pt x="450437" y="3886"/>
                </a:lnTo>
                <a:lnTo>
                  <a:pt x="450388" y="4063"/>
                </a:lnTo>
                <a:lnTo>
                  <a:pt x="450345" y="4243"/>
                </a:lnTo>
                <a:lnTo>
                  <a:pt x="450307" y="4426"/>
                </a:lnTo>
                <a:lnTo>
                  <a:pt x="450275" y="4612"/>
                </a:lnTo>
                <a:lnTo>
                  <a:pt x="450249" y="4801"/>
                </a:lnTo>
                <a:lnTo>
                  <a:pt x="450229" y="4993"/>
                </a:lnTo>
                <a:lnTo>
                  <a:pt x="450215" y="5188"/>
                </a:lnTo>
                <a:lnTo>
                  <a:pt x="450206" y="5385"/>
                </a:lnTo>
                <a:lnTo>
                  <a:pt x="450203" y="5586"/>
                </a:lnTo>
                <a:lnTo>
                  <a:pt x="450206" y="5783"/>
                </a:lnTo>
                <a:lnTo>
                  <a:pt x="450215" y="5977"/>
                </a:lnTo>
                <a:lnTo>
                  <a:pt x="450229" y="6169"/>
                </a:lnTo>
                <a:lnTo>
                  <a:pt x="450249" y="6358"/>
                </a:lnTo>
                <a:lnTo>
                  <a:pt x="450275" y="6544"/>
                </a:lnTo>
                <a:lnTo>
                  <a:pt x="450307" y="6728"/>
                </a:lnTo>
                <a:lnTo>
                  <a:pt x="450345" y="6909"/>
                </a:lnTo>
                <a:lnTo>
                  <a:pt x="450388" y="7087"/>
                </a:lnTo>
                <a:lnTo>
                  <a:pt x="450437" y="7262"/>
                </a:lnTo>
                <a:lnTo>
                  <a:pt x="450492" y="7435"/>
                </a:lnTo>
                <a:lnTo>
                  <a:pt x="450553" y="7605"/>
                </a:lnTo>
                <a:lnTo>
                  <a:pt x="450620" y="7772"/>
                </a:lnTo>
                <a:lnTo>
                  <a:pt x="450692" y="7937"/>
                </a:lnTo>
                <a:lnTo>
                  <a:pt x="450770" y="8099"/>
                </a:lnTo>
                <a:lnTo>
                  <a:pt x="450854" y="8258"/>
                </a:lnTo>
                <a:lnTo>
                  <a:pt x="450944" y="8415"/>
                </a:lnTo>
                <a:lnTo>
                  <a:pt x="451039" y="8569"/>
                </a:lnTo>
                <a:lnTo>
                  <a:pt x="451141" y="8720"/>
                </a:lnTo>
                <a:lnTo>
                  <a:pt x="451248" y="8868"/>
                </a:lnTo>
                <a:lnTo>
                  <a:pt x="451361" y="9014"/>
                </a:lnTo>
                <a:lnTo>
                  <a:pt x="451479" y="9157"/>
                </a:lnTo>
                <a:lnTo>
                  <a:pt x="451604" y="9297"/>
                </a:lnTo>
                <a:lnTo>
                  <a:pt x="451734" y="9435"/>
                </a:lnTo>
                <a:lnTo>
                  <a:pt x="451870" y="9569"/>
                </a:lnTo>
                <a:lnTo>
                  <a:pt x="452012" y="9700"/>
                </a:lnTo>
                <a:lnTo>
                  <a:pt x="452158" y="9825"/>
                </a:lnTo>
                <a:lnTo>
                  <a:pt x="452310" y="9945"/>
                </a:lnTo>
                <a:lnTo>
                  <a:pt x="452467" y="10059"/>
                </a:lnTo>
                <a:lnTo>
                  <a:pt x="452630" y="10167"/>
                </a:lnTo>
                <a:lnTo>
                  <a:pt x="452797" y="10270"/>
                </a:lnTo>
                <a:lnTo>
                  <a:pt x="452970" y="10368"/>
                </a:lnTo>
                <a:lnTo>
                  <a:pt x="453147" y="10460"/>
                </a:lnTo>
                <a:lnTo>
                  <a:pt x="453330" y="10546"/>
                </a:lnTo>
                <a:lnTo>
                  <a:pt x="453519" y="10626"/>
                </a:lnTo>
                <a:lnTo>
                  <a:pt x="453712" y="10702"/>
                </a:lnTo>
                <a:lnTo>
                  <a:pt x="453911" y="10771"/>
                </a:lnTo>
                <a:lnTo>
                  <a:pt x="454114" y="10835"/>
                </a:lnTo>
                <a:lnTo>
                  <a:pt x="454323" y="10893"/>
                </a:lnTo>
                <a:lnTo>
                  <a:pt x="454537" y="10946"/>
                </a:lnTo>
                <a:lnTo>
                  <a:pt x="454757" y="10994"/>
                </a:lnTo>
                <a:lnTo>
                  <a:pt x="454981" y="11035"/>
                </a:lnTo>
                <a:lnTo>
                  <a:pt x="455211" y="11071"/>
                </a:lnTo>
                <a:lnTo>
                  <a:pt x="455446" y="11102"/>
                </a:lnTo>
                <a:lnTo>
                  <a:pt x="455686" y="11127"/>
                </a:lnTo>
                <a:lnTo>
                  <a:pt x="455931" y="11147"/>
                </a:lnTo>
                <a:lnTo>
                  <a:pt x="456182" y="11160"/>
                </a:lnTo>
                <a:lnTo>
                  <a:pt x="456437" y="11169"/>
                </a:lnTo>
                <a:lnTo>
                  <a:pt x="456698" y="11172"/>
                </a:lnTo>
                <a:lnTo>
                  <a:pt x="456959" y="11169"/>
                </a:lnTo>
                <a:lnTo>
                  <a:pt x="457215" y="11160"/>
                </a:lnTo>
                <a:lnTo>
                  <a:pt x="457465" y="11147"/>
                </a:lnTo>
                <a:lnTo>
                  <a:pt x="457710" y="11127"/>
                </a:lnTo>
                <a:lnTo>
                  <a:pt x="457950" y="11102"/>
                </a:lnTo>
                <a:close/>
                <a:moveTo>
                  <a:pt x="359301" y="50521"/>
                </a:moveTo>
                <a:lnTo>
                  <a:pt x="359044" y="50508"/>
                </a:lnTo>
                <a:lnTo>
                  <a:pt x="358796" y="50489"/>
                </a:lnTo>
                <a:lnTo>
                  <a:pt x="358556" y="50464"/>
                </a:lnTo>
                <a:lnTo>
                  <a:pt x="358324" y="50435"/>
                </a:lnTo>
                <a:lnTo>
                  <a:pt x="358101" y="50399"/>
                </a:lnTo>
                <a:lnTo>
                  <a:pt x="357886" y="50359"/>
                </a:lnTo>
                <a:lnTo>
                  <a:pt x="357680" y="50313"/>
                </a:lnTo>
                <a:lnTo>
                  <a:pt x="357482" y="50261"/>
                </a:lnTo>
                <a:lnTo>
                  <a:pt x="357293" y="50204"/>
                </a:lnTo>
                <a:lnTo>
                  <a:pt x="357112" y="50142"/>
                </a:lnTo>
                <a:lnTo>
                  <a:pt x="356939" y="50075"/>
                </a:lnTo>
                <a:lnTo>
                  <a:pt x="356775" y="50002"/>
                </a:lnTo>
                <a:lnTo>
                  <a:pt x="356619" y="49923"/>
                </a:lnTo>
                <a:lnTo>
                  <a:pt x="356472" y="49839"/>
                </a:lnTo>
                <a:lnTo>
                  <a:pt x="356333" y="49750"/>
                </a:lnTo>
                <a:lnTo>
                  <a:pt x="356203" y="49655"/>
                </a:lnTo>
                <a:lnTo>
                  <a:pt x="356080" y="49555"/>
                </a:lnTo>
                <a:lnTo>
                  <a:pt x="355967" y="49449"/>
                </a:lnTo>
                <a:lnTo>
                  <a:pt x="355862" y="49338"/>
                </a:lnTo>
                <a:lnTo>
                  <a:pt x="355765" y="49222"/>
                </a:lnTo>
                <a:lnTo>
                  <a:pt x="355676" y="49100"/>
                </a:lnTo>
                <a:lnTo>
                  <a:pt x="355596" y="48973"/>
                </a:lnTo>
                <a:lnTo>
                  <a:pt x="355522" y="48840"/>
                </a:lnTo>
                <a:lnTo>
                  <a:pt x="355451" y="48701"/>
                </a:lnTo>
                <a:lnTo>
                  <a:pt x="355383" y="48556"/>
                </a:lnTo>
                <a:lnTo>
                  <a:pt x="355318" y="48404"/>
                </a:lnTo>
                <a:lnTo>
                  <a:pt x="355257" y="48247"/>
                </a:lnTo>
                <a:lnTo>
                  <a:pt x="355199" y="48083"/>
                </a:lnTo>
                <a:lnTo>
                  <a:pt x="355143" y="47913"/>
                </a:lnTo>
                <a:lnTo>
                  <a:pt x="355091" y="47737"/>
                </a:lnTo>
                <a:lnTo>
                  <a:pt x="355042" y="47554"/>
                </a:lnTo>
                <a:lnTo>
                  <a:pt x="354996" y="47366"/>
                </a:lnTo>
                <a:lnTo>
                  <a:pt x="354954" y="47171"/>
                </a:lnTo>
                <a:lnTo>
                  <a:pt x="354914" y="46970"/>
                </a:lnTo>
                <a:lnTo>
                  <a:pt x="354878" y="46763"/>
                </a:lnTo>
                <a:lnTo>
                  <a:pt x="354845" y="46550"/>
                </a:lnTo>
                <a:lnTo>
                  <a:pt x="354815" y="46331"/>
                </a:lnTo>
                <a:lnTo>
                  <a:pt x="354788" y="46106"/>
                </a:lnTo>
                <a:lnTo>
                  <a:pt x="354764" y="45874"/>
                </a:lnTo>
                <a:lnTo>
                  <a:pt x="354744" y="45636"/>
                </a:lnTo>
                <a:lnTo>
                  <a:pt x="354726" y="45392"/>
                </a:lnTo>
                <a:lnTo>
                  <a:pt x="354712" y="45142"/>
                </a:lnTo>
                <a:lnTo>
                  <a:pt x="354701" y="44886"/>
                </a:lnTo>
                <a:lnTo>
                  <a:pt x="354693" y="44623"/>
                </a:lnTo>
                <a:lnTo>
                  <a:pt x="354689" y="44355"/>
                </a:lnTo>
                <a:lnTo>
                  <a:pt x="354687" y="44080"/>
                </a:lnTo>
                <a:lnTo>
                  <a:pt x="354687" y="1212"/>
                </a:lnTo>
                <a:lnTo>
                  <a:pt x="343256" y="1212"/>
                </a:lnTo>
                <a:lnTo>
                  <a:pt x="343256" y="44773"/>
                </a:lnTo>
                <a:lnTo>
                  <a:pt x="343258" y="45203"/>
                </a:lnTo>
                <a:lnTo>
                  <a:pt x="343265" y="45625"/>
                </a:lnTo>
                <a:lnTo>
                  <a:pt x="343277" y="46041"/>
                </a:lnTo>
                <a:lnTo>
                  <a:pt x="343294" y="46450"/>
                </a:lnTo>
                <a:lnTo>
                  <a:pt x="343316" y="46852"/>
                </a:lnTo>
                <a:lnTo>
                  <a:pt x="343342" y="47248"/>
                </a:lnTo>
                <a:lnTo>
                  <a:pt x="343374" y="47636"/>
                </a:lnTo>
                <a:lnTo>
                  <a:pt x="343410" y="48018"/>
                </a:lnTo>
                <a:lnTo>
                  <a:pt x="343450" y="48393"/>
                </a:lnTo>
                <a:lnTo>
                  <a:pt x="343496" y="48761"/>
                </a:lnTo>
                <a:lnTo>
                  <a:pt x="343547" y="49122"/>
                </a:lnTo>
                <a:lnTo>
                  <a:pt x="343602" y="49476"/>
                </a:lnTo>
                <a:lnTo>
                  <a:pt x="343662" y="49824"/>
                </a:lnTo>
                <a:lnTo>
                  <a:pt x="343727" y="50165"/>
                </a:lnTo>
                <a:lnTo>
                  <a:pt x="343797" y="50498"/>
                </a:lnTo>
                <a:lnTo>
                  <a:pt x="343871" y="50825"/>
                </a:lnTo>
                <a:lnTo>
                  <a:pt x="343951" y="51146"/>
                </a:lnTo>
                <a:lnTo>
                  <a:pt x="344035" y="51459"/>
                </a:lnTo>
                <a:lnTo>
                  <a:pt x="344124" y="51765"/>
                </a:lnTo>
                <a:lnTo>
                  <a:pt x="344218" y="52065"/>
                </a:lnTo>
                <a:lnTo>
                  <a:pt x="344317" y="52358"/>
                </a:lnTo>
                <a:lnTo>
                  <a:pt x="344420" y="52644"/>
                </a:lnTo>
                <a:lnTo>
                  <a:pt x="344528" y="52923"/>
                </a:lnTo>
                <a:lnTo>
                  <a:pt x="344641" y="53195"/>
                </a:lnTo>
                <a:lnTo>
                  <a:pt x="344760" y="53461"/>
                </a:lnTo>
                <a:lnTo>
                  <a:pt x="344887" y="53721"/>
                </a:lnTo>
                <a:lnTo>
                  <a:pt x="345021" y="53975"/>
                </a:lnTo>
                <a:lnTo>
                  <a:pt x="345162" y="54223"/>
                </a:lnTo>
                <a:lnTo>
                  <a:pt x="345311" y="54466"/>
                </a:lnTo>
                <a:lnTo>
                  <a:pt x="345467" y="54702"/>
                </a:lnTo>
                <a:lnTo>
                  <a:pt x="345630" y="54933"/>
                </a:lnTo>
                <a:lnTo>
                  <a:pt x="345801" y="55158"/>
                </a:lnTo>
                <a:lnTo>
                  <a:pt x="345979" y="55377"/>
                </a:lnTo>
                <a:lnTo>
                  <a:pt x="346164" y="55590"/>
                </a:lnTo>
                <a:lnTo>
                  <a:pt x="346357" y="55797"/>
                </a:lnTo>
                <a:lnTo>
                  <a:pt x="346557" y="55999"/>
                </a:lnTo>
                <a:lnTo>
                  <a:pt x="346765" y="56194"/>
                </a:lnTo>
                <a:lnTo>
                  <a:pt x="346980" y="56384"/>
                </a:lnTo>
                <a:lnTo>
                  <a:pt x="347202" y="56568"/>
                </a:lnTo>
                <a:lnTo>
                  <a:pt x="347432" y="56746"/>
                </a:lnTo>
                <a:lnTo>
                  <a:pt x="347669" y="56918"/>
                </a:lnTo>
                <a:lnTo>
                  <a:pt x="347913" y="57084"/>
                </a:lnTo>
                <a:lnTo>
                  <a:pt x="348165" y="57244"/>
                </a:lnTo>
                <a:lnTo>
                  <a:pt x="348424" y="57399"/>
                </a:lnTo>
                <a:lnTo>
                  <a:pt x="348691" y="57547"/>
                </a:lnTo>
                <a:lnTo>
                  <a:pt x="348964" y="57690"/>
                </a:lnTo>
                <a:lnTo>
                  <a:pt x="349246" y="57827"/>
                </a:lnTo>
                <a:lnTo>
                  <a:pt x="349534" y="57958"/>
                </a:lnTo>
                <a:lnTo>
                  <a:pt x="349832" y="58083"/>
                </a:lnTo>
                <a:lnTo>
                  <a:pt x="350139" y="58204"/>
                </a:lnTo>
                <a:lnTo>
                  <a:pt x="350457" y="58318"/>
                </a:lnTo>
                <a:lnTo>
                  <a:pt x="350785" y="58428"/>
                </a:lnTo>
                <a:lnTo>
                  <a:pt x="351123" y="58532"/>
                </a:lnTo>
                <a:lnTo>
                  <a:pt x="351472" y="58631"/>
                </a:lnTo>
                <a:lnTo>
                  <a:pt x="351831" y="58724"/>
                </a:lnTo>
                <a:lnTo>
                  <a:pt x="352200" y="58812"/>
                </a:lnTo>
                <a:lnTo>
                  <a:pt x="352579" y="58895"/>
                </a:lnTo>
                <a:lnTo>
                  <a:pt x="352968" y="58972"/>
                </a:lnTo>
                <a:lnTo>
                  <a:pt x="353368" y="59044"/>
                </a:lnTo>
                <a:lnTo>
                  <a:pt x="353778" y="59111"/>
                </a:lnTo>
                <a:lnTo>
                  <a:pt x="354198" y="59172"/>
                </a:lnTo>
                <a:lnTo>
                  <a:pt x="354628" y="59228"/>
                </a:lnTo>
                <a:lnTo>
                  <a:pt x="355069" y="59279"/>
                </a:lnTo>
                <a:lnTo>
                  <a:pt x="355519" y="59324"/>
                </a:lnTo>
                <a:lnTo>
                  <a:pt x="355980" y="59364"/>
                </a:lnTo>
                <a:lnTo>
                  <a:pt x="356452" y="59399"/>
                </a:lnTo>
                <a:lnTo>
                  <a:pt x="356933" y="59428"/>
                </a:lnTo>
                <a:lnTo>
                  <a:pt x="357425" y="59452"/>
                </a:lnTo>
                <a:lnTo>
                  <a:pt x="357926" y="59471"/>
                </a:lnTo>
                <a:lnTo>
                  <a:pt x="358439" y="59485"/>
                </a:lnTo>
                <a:lnTo>
                  <a:pt x="358961" y="59493"/>
                </a:lnTo>
                <a:lnTo>
                  <a:pt x="359493" y="59495"/>
                </a:lnTo>
                <a:lnTo>
                  <a:pt x="362481" y="59495"/>
                </a:lnTo>
                <a:lnTo>
                  <a:pt x="362481" y="50532"/>
                </a:lnTo>
                <a:lnTo>
                  <a:pt x="359840" y="50532"/>
                </a:lnTo>
                <a:lnTo>
                  <a:pt x="359566" y="50529"/>
                </a:lnTo>
                <a:lnTo>
                  <a:pt x="359301" y="50521"/>
                </a:lnTo>
                <a:close/>
                <a:moveTo>
                  <a:pt x="651568" y="59495"/>
                </a:moveTo>
                <a:lnTo>
                  <a:pt x="651568" y="1212"/>
                </a:lnTo>
                <a:lnTo>
                  <a:pt x="640094" y="1212"/>
                </a:lnTo>
                <a:lnTo>
                  <a:pt x="640094" y="40486"/>
                </a:lnTo>
                <a:lnTo>
                  <a:pt x="613290" y="1212"/>
                </a:lnTo>
                <a:lnTo>
                  <a:pt x="601383" y="1212"/>
                </a:lnTo>
                <a:lnTo>
                  <a:pt x="601383" y="59495"/>
                </a:lnTo>
                <a:lnTo>
                  <a:pt x="612771" y="59495"/>
                </a:lnTo>
                <a:lnTo>
                  <a:pt x="612771" y="19962"/>
                </a:lnTo>
                <a:lnTo>
                  <a:pt x="639617" y="59495"/>
                </a:lnTo>
                <a:lnTo>
                  <a:pt x="651568" y="59495"/>
                </a:lnTo>
                <a:close/>
                <a:moveTo>
                  <a:pt x="732812" y="60196"/>
                </a:moveTo>
                <a:lnTo>
                  <a:pt x="733181" y="60161"/>
                </a:lnTo>
                <a:lnTo>
                  <a:pt x="733546" y="60120"/>
                </a:lnTo>
                <a:lnTo>
                  <a:pt x="733906" y="60073"/>
                </a:lnTo>
                <a:lnTo>
                  <a:pt x="734261" y="60019"/>
                </a:lnTo>
                <a:lnTo>
                  <a:pt x="734610" y="59959"/>
                </a:lnTo>
                <a:lnTo>
                  <a:pt x="734955" y="59893"/>
                </a:lnTo>
                <a:lnTo>
                  <a:pt x="735295" y="59820"/>
                </a:lnTo>
                <a:lnTo>
                  <a:pt x="735630" y="59741"/>
                </a:lnTo>
                <a:lnTo>
                  <a:pt x="735960" y="59656"/>
                </a:lnTo>
                <a:lnTo>
                  <a:pt x="736285" y="59564"/>
                </a:lnTo>
                <a:lnTo>
                  <a:pt x="736605" y="59466"/>
                </a:lnTo>
                <a:lnTo>
                  <a:pt x="736920" y="59362"/>
                </a:lnTo>
                <a:lnTo>
                  <a:pt x="737230" y="59252"/>
                </a:lnTo>
                <a:lnTo>
                  <a:pt x="737535" y="59135"/>
                </a:lnTo>
                <a:lnTo>
                  <a:pt x="737835" y="59012"/>
                </a:lnTo>
                <a:lnTo>
                  <a:pt x="738131" y="58882"/>
                </a:lnTo>
                <a:lnTo>
                  <a:pt x="738421" y="58746"/>
                </a:lnTo>
                <a:lnTo>
                  <a:pt x="738706" y="58604"/>
                </a:lnTo>
                <a:lnTo>
                  <a:pt x="738986" y="58456"/>
                </a:lnTo>
                <a:lnTo>
                  <a:pt x="739262" y="58302"/>
                </a:lnTo>
                <a:lnTo>
                  <a:pt x="739535" y="58144"/>
                </a:lnTo>
                <a:lnTo>
                  <a:pt x="739803" y="57981"/>
                </a:lnTo>
                <a:lnTo>
                  <a:pt x="740068" y="57814"/>
                </a:lnTo>
                <a:lnTo>
                  <a:pt x="740329" y="57642"/>
                </a:lnTo>
                <a:lnTo>
                  <a:pt x="740586" y="57465"/>
                </a:lnTo>
                <a:lnTo>
                  <a:pt x="740839" y="57285"/>
                </a:lnTo>
                <a:lnTo>
                  <a:pt x="741089" y="57099"/>
                </a:lnTo>
                <a:lnTo>
                  <a:pt x="741335" y="56909"/>
                </a:lnTo>
                <a:lnTo>
                  <a:pt x="741577" y="56715"/>
                </a:lnTo>
                <a:lnTo>
                  <a:pt x="741815" y="56516"/>
                </a:lnTo>
                <a:lnTo>
                  <a:pt x="742050" y="56313"/>
                </a:lnTo>
                <a:lnTo>
                  <a:pt x="742281" y="56105"/>
                </a:lnTo>
                <a:lnTo>
                  <a:pt x="742508" y="55892"/>
                </a:lnTo>
                <a:lnTo>
                  <a:pt x="742731" y="55675"/>
                </a:lnTo>
                <a:lnTo>
                  <a:pt x="742951" y="55454"/>
                </a:lnTo>
                <a:lnTo>
                  <a:pt x="743167" y="55228"/>
                </a:lnTo>
                <a:lnTo>
                  <a:pt x="743379" y="54997"/>
                </a:lnTo>
                <a:lnTo>
                  <a:pt x="743587" y="54762"/>
                </a:lnTo>
                <a:lnTo>
                  <a:pt x="743792" y="54523"/>
                </a:lnTo>
                <a:lnTo>
                  <a:pt x="743992" y="54279"/>
                </a:lnTo>
                <a:lnTo>
                  <a:pt x="744189" y="54030"/>
                </a:lnTo>
                <a:lnTo>
                  <a:pt x="744383" y="53777"/>
                </a:lnTo>
                <a:lnTo>
                  <a:pt x="744572" y="53520"/>
                </a:lnTo>
                <a:lnTo>
                  <a:pt x="745049" y="59495"/>
                </a:lnTo>
                <a:lnTo>
                  <a:pt x="756047" y="59495"/>
                </a:lnTo>
                <a:lnTo>
                  <a:pt x="756047" y="1212"/>
                </a:lnTo>
                <a:lnTo>
                  <a:pt x="744572" y="1212"/>
                </a:lnTo>
                <a:lnTo>
                  <a:pt x="744572" y="22646"/>
                </a:lnTo>
                <a:lnTo>
                  <a:pt x="744415" y="22403"/>
                </a:lnTo>
                <a:lnTo>
                  <a:pt x="744253" y="22163"/>
                </a:lnTo>
                <a:lnTo>
                  <a:pt x="744086" y="21928"/>
                </a:lnTo>
                <a:lnTo>
                  <a:pt x="743915" y="21696"/>
                </a:lnTo>
                <a:lnTo>
                  <a:pt x="743740" y="21468"/>
                </a:lnTo>
                <a:lnTo>
                  <a:pt x="743560" y="21244"/>
                </a:lnTo>
                <a:lnTo>
                  <a:pt x="743376" y="21024"/>
                </a:lnTo>
                <a:lnTo>
                  <a:pt x="743187" y="20808"/>
                </a:lnTo>
                <a:lnTo>
                  <a:pt x="742993" y="20596"/>
                </a:lnTo>
                <a:lnTo>
                  <a:pt x="742795" y="20388"/>
                </a:lnTo>
                <a:lnTo>
                  <a:pt x="742593" y="20184"/>
                </a:lnTo>
                <a:lnTo>
                  <a:pt x="742386" y="19983"/>
                </a:lnTo>
                <a:lnTo>
                  <a:pt x="742174" y="19787"/>
                </a:lnTo>
                <a:lnTo>
                  <a:pt x="741958" y="19594"/>
                </a:lnTo>
                <a:lnTo>
                  <a:pt x="741737" y="19405"/>
                </a:lnTo>
                <a:lnTo>
                  <a:pt x="741512" y="19221"/>
                </a:lnTo>
                <a:lnTo>
                  <a:pt x="741283" y="19040"/>
                </a:lnTo>
                <a:lnTo>
                  <a:pt x="741049" y="18863"/>
                </a:lnTo>
                <a:lnTo>
                  <a:pt x="740810" y="18690"/>
                </a:lnTo>
                <a:lnTo>
                  <a:pt x="740567" y="18521"/>
                </a:lnTo>
                <a:lnTo>
                  <a:pt x="740319" y="18355"/>
                </a:lnTo>
                <a:lnTo>
                  <a:pt x="740067" y="18194"/>
                </a:lnTo>
                <a:lnTo>
                  <a:pt x="739810" y="18037"/>
                </a:lnTo>
                <a:lnTo>
                  <a:pt x="739549" y="17883"/>
                </a:lnTo>
                <a:lnTo>
                  <a:pt x="739284" y="17735"/>
                </a:lnTo>
                <a:lnTo>
                  <a:pt x="739014" y="17593"/>
                </a:lnTo>
                <a:lnTo>
                  <a:pt x="738739" y="17457"/>
                </a:lnTo>
                <a:lnTo>
                  <a:pt x="738461" y="17328"/>
                </a:lnTo>
                <a:lnTo>
                  <a:pt x="738178" y="17204"/>
                </a:lnTo>
                <a:lnTo>
                  <a:pt x="737890" y="17088"/>
                </a:lnTo>
                <a:lnTo>
                  <a:pt x="737599" y="16977"/>
                </a:lnTo>
                <a:lnTo>
                  <a:pt x="737302" y="16873"/>
                </a:lnTo>
                <a:lnTo>
                  <a:pt x="737002" y="16775"/>
                </a:lnTo>
                <a:lnTo>
                  <a:pt x="736697" y="16683"/>
                </a:lnTo>
                <a:lnTo>
                  <a:pt x="736388" y="16598"/>
                </a:lnTo>
                <a:lnTo>
                  <a:pt x="736074" y="16519"/>
                </a:lnTo>
                <a:lnTo>
                  <a:pt x="735757" y="16447"/>
                </a:lnTo>
                <a:lnTo>
                  <a:pt x="735434" y="16380"/>
                </a:lnTo>
                <a:lnTo>
                  <a:pt x="735108" y="16320"/>
                </a:lnTo>
                <a:lnTo>
                  <a:pt x="734777" y="16267"/>
                </a:lnTo>
                <a:lnTo>
                  <a:pt x="734441" y="16219"/>
                </a:lnTo>
                <a:lnTo>
                  <a:pt x="734102" y="16178"/>
                </a:lnTo>
                <a:lnTo>
                  <a:pt x="733757" y="16144"/>
                </a:lnTo>
                <a:lnTo>
                  <a:pt x="733409" y="16115"/>
                </a:lnTo>
                <a:lnTo>
                  <a:pt x="733056" y="16093"/>
                </a:lnTo>
                <a:lnTo>
                  <a:pt x="732699" y="16077"/>
                </a:lnTo>
                <a:lnTo>
                  <a:pt x="732338" y="16068"/>
                </a:lnTo>
                <a:lnTo>
                  <a:pt x="731972" y="16065"/>
                </a:lnTo>
                <a:lnTo>
                  <a:pt x="731555" y="16069"/>
                </a:lnTo>
                <a:lnTo>
                  <a:pt x="731141" y="16081"/>
                </a:lnTo>
                <a:lnTo>
                  <a:pt x="730732" y="16102"/>
                </a:lnTo>
                <a:lnTo>
                  <a:pt x="730325" y="16130"/>
                </a:lnTo>
                <a:lnTo>
                  <a:pt x="729922" y="16167"/>
                </a:lnTo>
                <a:lnTo>
                  <a:pt x="729522" y="16212"/>
                </a:lnTo>
                <a:lnTo>
                  <a:pt x="729126" y="16266"/>
                </a:lnTo>
                <a:lnTo>
                  <a:pt x="728734" y="16328"/>
                </a:lnTo>
                <a:lnTo>
                  <a:pt x="728345" y="16397"/>
                </a:lnTo>
                <a:lnTo>
                  <a:pt x="727959" y="16475"/>
                </a:lnTo>
                <a:lnTo>
                  <a:pt x="727577" y="16562"/>
                </a:lnTo>
                <a:lnTo>
                  <a:pt x="727198" y="16656"/>
                </a:lnTo>
                <a:lnTo>
                  <a:pt x="726822" y="16759"/>
                </a:lnTo>
                <a:lnTo>
                  <a:pt x="726451" y="16870"/>
                </a:lnTo>
                <a:lnTo>
                  <a:pt x="726082" y="16989"/>
                </a:lnTo>
                <a:lnTo>
                  <a:pt x="725717" y="17116"/>
                </a:lnTo>
                <a:lnTo>
                  <a:pt x="725356" y="17252"/>
                </a:lnTo>
                <a:lnTo>
                  <a:pt x="724998" y="17396"/>
                </a:lnTo>
                <a:lnTo>
                  <a:pt x="724643" y="17548"/>
                </a:lnTo>
                <a:lnTo>
                  <a:pt x="724292" y="17708"/>
                </a:lnTo>
                <a:lnTo>
                  <a:pt x="723944" y="17877"/>
                </a:lnTo>
                <a:lnTo>
                  <a:pt x="723600" y="18053"/>
                </a:lnTo>
                <a:lnTo>
                  <a:pt x="723259" y="18238"/>
                </a:lnTo>
                <a:lnTo>
                  <a:pt x="722922" y="18431"/>
                </a:lnTo>
                <a:lnTo>
                  <a:pt x="722589" y="18633"/>
                </a:lnTo>
                <a:lnTo>
                  <a:pt x="722262" y="18842"/>
                </a:lnTo>
                <a:lnTo>
                  <a:pt x="721941" y="19061"/>
                </a:lnTo>
                <a:lnTo>
                  <a:pt x="721626" y="19288"/>
                </a:lnTo>
                <a:lnTo>
                  <a:pt x="721316" y="19523"/>
                </a:lnTo>
                <a:lnTo>
                  <a:pt x="721013" y="19767"/>
                </a:lnTo>
                <a:lnTo>
                  <a:pt x="720715" y="20020"/>
                </a:lnTo>
                <a:lnTo>
                  <a:pt x="720422" y="20281"/>
                </a:lnTo>
                <a:lnTo>
                  <a:pt x="720136" y="20550"/>
                </a:lnTo>
                <a:lnTo>
                  <a:pt x="719855" y="20828"/>
                </a:lnTo>
                <a:lnTo>
                  <a:pt x="719581" y="21115"/>
                </a:lnTo>
                <a:lnTo>
                  <a:pt x="719312" y="21410"/>
                </a:lnTo>
                <a:lnTo>
                  <a:pt x="719048" y="21714"/>
                </a:lnTo>
                <a:lnTo>
                  <a:pt x="718791" y="22026"/>
                </a:lnTo>
                <a:lnTo>
                  <a:pt x="718539" y="22347"/>
                </a:lnTo>
                <a:lnTo>
                  <a:pt x="718293" y="22676"/>
                </a:lnTo>
                <a:lnTo>
                  <a:pt x="718053" y="23014"/>
                </a:lnTo>
                <a:lnTo>
                  <a:pt x="717819" y="23360"/>
                </a:lnTo>
                <a:lnTo>
                  <a:pt x="717591" y="23715"/>
                </a:lnTo>
                <a:lnTo>
                  <a:pt x="717368" y="24078"/>
                </a:lnTo>
                <a:lnTo>
                  <a:pt x="717151" y="24450"/>
                </a:lnTo>
                <a:lnTo>
                  <a:pt x="716940" y="24830"/>
                </a:lnTo>
                <a:lnTo>
                  <a:pt x="716735" y="25219"/>
                </a:lnTo>
                <a:lnTo>
                  <a:pt x="716535" y="25616"/>
                </a:lnTo>
                <a:lnTo>
                  <a:pt x="716342" y="26023"/>
                </a:lnTo>
                <a:lnTo>
                  <a:pt x="716158" y="26438"/>
                </a:lnTo>
                <a:lnTo>
                  <a:pt x="715982" y="26862"/>
                </a:lnTo>
                <a:lnTo>
                  <a:pt x="715814" y="27295"/>
                </a:lnTo>
                <a:lnTo>
                  <a:pt x="715654" y="27737"/>
                </a:lnTo>
                <a:lnTo>
                  <a:pt x="715503" y="28188"/>
                </a:lnTo>
                <a:lnTo>
                  <a:pt x="715359" y="28648"/>
                </a:lnTo>
                <a:lnTo>
                  <a:pt x="715224" y="29117"/>
                </a:lnTo>
                <a:lnTo>
                  <a:pt x="715097" y="29595"/>
                </a:lnTo>
                <a:lnTo>
                  <a:pt x="714978" y="30082"/>
                </a:lnTo>
                <a:lnTo>
                  <a:pt x="714867" y="30578"/>
                </a:lnTo>
                <a:lnTo>
                  <a:pt x="714765" y="31082"/>
                </a:lnTo>
                <a:lnTo>
                  <a:pt x="714671" y="31596"/>
                </a:lnTo>
                <a:lnTo>
                  <a:pt x="714585" y="32119"/>
                </a:lnTo>
                <a:lnTo>
                  <a:pt x="714507" y="32651"/>
                </a:lnTo>
                <a:lnTo>
                  <a:pt x="714437" y="33192"/>
                </a:lnTo>
                <a:lnTo>
                  <a:pt x="714376" y="33741"/>
                </a:lnTo>
                <a:lnTo>
                  <a:pt x="714323" y="34300"/>
                </a:lnTo>
                <a:lnTo>
                  <a:pt x="714278" y="34868"/>
                </a:lnTo>
                <a:lnTo>
                  <a:pt x="714241" y="35444"/>
                </a:lnTo>
                <a:lnTo>
                  <a:pt x="714212" y="36030"/>
                </a:lnTo>
                <a:lnTo>
                  <a:pt x="714191" y="36625"/>
                </a:lnTo>
                <a:lnTo>
                  <a:pt x="714179" y="37228"/>
                </a:lnTo>
                <a:lnTo>
                  <a:pt x="714175" y="37841"/>
                </a:lnTo>
                <a:lnTo>
                  <a:pt x="714179" y="38475"/>
                </a:lnTo>
                <a:lnTo>
                  <a:pt x="714190" y="39100"/>
                </a:lnTo>
                <a:lnTo>
                  <a:pt x="714209" y="39716"/>
                </a:lnTo>
                <a:lnTo>
                  <a:pt x="714236" y="40322"/>
                </a:lnTo>
                <a:lnTo>
                  <a:pt x="714270" y="40919"/>
                </a:lnTo>
                <a:lnTo>
                  <a:pt x="714312" y="41506"/>
                </a:lnTo>
                <a:lnTo>
                  <a:pt x="714361" y="42085"/>
                </a:lnTo>
                <a:lnTo>
                  <a:pt x="714418" y="42653"/>
                </a:lnTo>
                <a:lnTo>
                  <a:pt x="714483" y="43213"/>
                </a:lnTo>
                <a:lnTo>
                  <a:pt x="714555" y="43763"/>
                </a:lnTo>
                <a:lnTo>
                  <a:pt x="714634" y="44304"/>
                </a:lnTo>
                <a:lnTo>
                  <a:pt x="714722" y="44835"/>
                </a:lnTo>
                <a:lnTo>
                  <a:pt x="714817" y="45357"/>
                </a:lnTo>
                <a:lnTo>
                  <a:pt x="714919" y="45870"/>
                </a:lnTo>
                <a:lnTo>
                  <a:pt x="715029" y="46373"/>
                </a:lnTo>
                <a:lnTo>
                  <a:pt x="715147" y="46867"/>
                </a:lnTo>
                <a:lnTo>
                  <a:pt x="715272" y="47352"/>
                </a:lnTo>
                <a:lnTo>
                  <a:pt x="715405" y="47827"/>
                </a:lnTo>
                <a:lnTo>
                  <a:pt x="715546" y="48293"/>
                </a:lnTo>
                <a:lnTo>
                  <a:pt x="715694" y="48749"/>
                </a:lnTo>
                <a:lnTo>
                  <a:pt x="715849" y="49197"/>
                </a:lnTo>
                <a:lnTo>
                  <a:pt x="716013" y="49634"/>
                </a:lnTo>
                <a:lnTo>
                  <a:pt x="716183" y="50063"/>
                </a:lnTo>
                <a:lnTo>
                  <a:pt x="716362" y="50482"/>
                </a:lnTo>
                <a:lnTo>
                  <a:pt x="716547" y="50892"/>
                </a:lnTo>
                <a:lnTo>
                  <a:pt x="716737" y="51293"/>
                </a:lnTo>
                <a:lnTo>
                  <a:pt x="716933" y="51685"/>
                </a:lnTo>
                <a:lnTo>
                  <a:pt x="717135" y="52068"/>
                </a:lnTo>
                <a:lnTo>
                  <a:pt x="717342" y="52443"/>
                </a:lnTo>
                <a:lnTo>
                  <a:pt x="717555" y="52808"/>
                </a:lnTo>
                <a:lnTo>
                  <a:pt x="717774" y="53165"/>
                </a:lnTo>
                <a:lnTo>
                  <a:pt x="717998" y="53512"/>
                </a:lnTo>
                <a:lnTo>
                  <a:pt x="718227" y="53851"/>
                </a:lnTo>
                <a:lnTo>
                  <a:pt x="718462" y="54181"/>
                </a:lnTo>
                <a:lnTo>
                  <a:pt x="718703" y="54502"/>
                </a:lnTo>
                <a:lnTo>
                  <a:pt x="718949" y="54814"/>
                </a:lnTo>
                <a:lnTo>
                  <a:pt x="719201" y="55117"/>
                </a:lnTo>
                <a:lnTo>
                  <a:pt x="719458" y="55411"/>
                </a:lnTo>
                <a:lnTo>
                  <a:pt x="719721" y="55697"/>
                </a:lnTo>
                <a:lnTo>
                  <a:pt x="719989" y="55973"/>
                </a:lnTo>
                <a:lnTo>
                  <a:pt x="720263" y="56241"/>
                </a:lnTo>
                <a:lnTo>
                  <a:pt x="720543" y="56499"/>
                </a:lnTo>
                <a:lnTo>
                  <a:pt x="720828" y="56749"/>
                </a:lnTo>
                <a:lnTo>
                  <a:pt x="721119" y="56990"/>
                </a:lnTo>
                <a:lnTo>
                  <a:pt x="721415" y="57222"/>
                </a:lnTo>
                <a:lnTo>
                  <a:pt x="721717" y="57445"/>
                </a:lnTo>
                <a:lnTo>
                  <a:pt x="722024" y="57659"/>
                </a:lnTo>
                <a:lnTo>
                  <a:pt x="722337" y="57865"/>
                </a:lnTo>
                <a:lnTo>
                  <a:pt x="722655" y="58061"/>
                </a:lnTo>
                <a:lnTo>
                  <a:pt x="722976" y="58250"/>
                </a:lnTo>
                <a:lnTo>
                  <a:pt x="723300" y="58429"/>
                </a:lnTo>
                <a:lnTo>
                  <a:pt x="723627" y="58601"/>
                </a:lnTo>
                <a:lnTo>
                  <a:pt x="723958" y="58764"/>
                </a:lnTo>
                <a:lnTo>
                  <a:pt x="724293" y="58919"/>
                </a:lnTo>
                <a:lnTo>
                  <a:pt x="724630" y="59065"/>
                </a:lnTo>
                <a:lnTo>
                  <a:pt x="724971" y="59204"/>
                </a:lnTo>
                <a:lnTo>
                  <a:pt x="725316" y="59333"/>
                </a:lnTo>
                <a:lnTo>
                  <a:pt x="725664" y="59455"/>
                </a:lnTo>
                <a:lnTo>
                  <a:pt x="726015" y="59568"/>
                </a:lnTo>
                <a:lnTo>
                  <a:pt x="726370" y="59672"/>
                </a:lnTo>
                <a:lnTo>
                  <a:pt x="726728" y="59768"/>
                </a:lnTo>
                <a:lnTo>
                  <a:pt x="727089" y="59856"/>
                </a:lnTo>
                <a:lnTo>
                  <a:pt x="727454" y="59936"/>
                </a:lnTo>
                <a:lnTo>
                  <a:pt x="727822" y="60007"/>
                </a:lnTo>
                <a:lnTo>
                  <a:pt x="728194" y="60070"/>
                </a:lnTo>
                <a:lnTo>
                  <a:pt x="728569" y="60124"/>
                </a:lnTo>
                <a:lnTo>
                  <a:pt x="728947" y="60170"/>
                </a:lnTo>
                <a:lnTo>
                  <a:pt x="729329" y="60208"/>
                </a:lnTo>
                <a:lnTo>
                  <a:pt x="729714" y="60237"/>
                </a:lnTo>
                <a:lnTo>
                  <a:pt x="730102" y="60258"/>
                </a:lnTo>
                <a:lnTo>
                  <a:pt x="730494" y="60270"/>
                </a:lnTo>
                <a:lnTo>
                  <a:pt x="730889" y="60275"/>
                </a:lnTo>
                <a:lnTo>
                  <a:pt x="731284" y="60271"/>
                </a:lnTo>
                <a:lnTo>
                  <a:pt x="731673" y="60262"/>
                </a:lnTo>
                <a:lnTo>
                  <a:pt x="732058" y="60246"/>
                </a:lnTo>
                <a:lnTo>
                  <a:pt x="732437" y="60224"/>
                </a:lnTo>
                <a:lnTo>
                  <a:pt x="732812" y="60196"/>
                </a:lnTo>
                <a:close/>
                <a:moveTo>
                  <a:pt x="732715" y="51382"/>
                </a:moveTo>
                <a:lnTo>
                  <a:pt x="732422" y="51318"/>
                </a:lnTo>
                <a:lnTo>
                  <a:pt x="732135" y="51242"/>
                </a:lnTo>
                <a:lnTo>
                  <a:pt x="731854" y="51155"/>
                </a:lnTo>
                <a:lnTo>
                  <a:pt x="731578" y="51056"/>
                </a:lnTo>
                <a:lnTo>
                  <a:pt x="731309" y="50945"/>
                </a:lnTo>
                <a:lnTo>
                  <a:pt x="731045" y="50823"/>
                </a:lnTo>
                <a:lnTo>
                  <a:pt x="730786" y="50689"/>
                </a:lnTo>
                <a:lnTo>
                  <a:pt x="730534" y="50543"/>
                </a:lnTo>
                <a:lnTo>
                  <a:pt x="730287" y="50386"/>
                </a:lnTo>
                <a:lnTo>
                  <a:pt x="730047" y="50217"/>
                </a:lnTo>
                <a:lnTo>
                  <a:pt x="729811" y="50036"/>
                </a:lnTo>
                <a:lnTo>
                  <a:pt x="729582" y="49844"/>
                </a:lnTo>
                <a:lnTo>
                  <a:pt x="729359" y="49640"/>
                </a:lnTo>
                <a:lnTo>
                  <a:pt x="729141" y="49425"/>
                </a:lnTo>
                <a:lnTo>
                  <a:pt x="728929" y="49197"/>
                </a:lnTo>
                <a:lnTo>
                  <a:pt x="728723" y="48959"/>
                </a:lnTo>
                <a:lnTo>
                  <a:pt x="728523" y="48708"/>
                </a:lnTo>
                <a:lnTo>
                  <a:pt x="728328" y="48446"/>
                </a:lnTo>
                <a:lnTo>
                  <a:pt x="728140" y="48172"/>
                </a:lnTo>
                <a:lnTo>
                  <a:pt x="727958" y="47886"/>
                </a:lnTo>
                <a:lnTo>
                  <a:pt x="727783" y="47588"/>
                </a:lnTo>
                <a:lnTo>
                  <a:pt x="727617" y="47277"/>
                </a:lnTo>
                <a:lnTo>
                  <a:pt x="727458" y="46953"/>
                </a:lnTo>
                <a:lnTo>
                  <a:pt x="727307" y="46617"/>
                </a:lnTo>
                <a:lnTo>
                  <a:pt x="727164" y="46268"/>
                </a:lnTo>
                <a:lnTo>
                  <a:pt x="727028" y="45906"/>
                </a:lnTo>
                <a:lnTo>
                  <a:pt x="726901" y="45533"/>
                </a:lnTo>
                <a:lnTo>
                  <a:pt x="726781" y="45146"/>
                </a:lnTo>
                <a:lnTo>
                  <a:pt x="726668" y="44747"/>
                </a:lnTo>
                <a:lnTo>
                  <a:pt x="726564" y="44335"/>
                </a:lnTo>
                <a:lnTo>
                  <a:pt x="726467" y="43911"/>
                </a:lnTo>
                <a:lnTo>
                  <a:pt x="726378" y="43474"/>
                </a:lnTo>
                <a:lnTo>
                  <a:pt x="726297" y="43025"/>
                </a:lnTo>
                <a:lnTo>
                  <a:pt x="726223" y="42563"/>
                </a:lnTo>
                <a:lnTo>
                  <a:pt x="726157" y="42088"/>
                </a:lnTo>
                <a:lnTo>
                  <a:pt x="726099" y="41601"/>
                </a:lnTo>
                <a:lnTo>
                  <a:pt x="726049" y="41102"/>
                </a:lnTo>
                <a:lnTo>
                  <a:pt x="726006" y="40589"/>
                </a:lnTo>
                <a:lnTo>
                  <a:pt x="725972" y="40064"/>
                </a:lnTo>
                <a:lnTo>
                  <a:pt x="725944" y="39527"/>
                </a:lnTo>
                <a:lnTo>
                  <a:pt x="725925" y="38977"/>
                </a:lnTo>
                <a:lnTo>
                  <a:pt x="725913" y="38415"/>
                </a:lnTo>
                <a:lnTo>
                  <a:pt x="725910" y="37839"/>
                </a:lnTo>
                <a:lnTo>
                  <a:pt x="725914" y="37315"/>
                </a:lnTo>
                <a:lnTo>
                  <a:pt x="725926" y="36800"/>
                </a:lnTo>
                <a:lnTo>
                  <a:pt x="725946" y="36296"/>
                </a:lnTo>
                <a:lnTo>
                  <a:pt x="725975" y="35803"/>
                </a:lnTo>
                <a:lnTo>
                  <a:pt x="726011" y="35320"/>
                </a:lnTo>
                <a:lnTo>
                  <a:pt x="726056" y="34847"/>
                </a:lnTo>
                <a:lnTo>
                  <a:pt x="726109" y="34385"/>
                </a:lnTo>
                <a:lnTo>
                  <a:pt x="726169" y="33933"/>
                </a:lnTo>
                <a:lnTo>
                  <a:pt x="726238" y="33492"/>
                </a:lnTo>
                <a:lnTo>
                  <a:pt x="726316" y="33061"/>
                </a:lnTo>
                <a:lnTo>
                  <a:pt x="726401" y="32641"/>
                </a:lnTo>
                <a:lnTo>
                  <a:pt x="726494" y="32231"/>
                </a:lnTo>
                <a:lnTo>
                  <a:pt x="726596" y="31831"/>
                </a:lnTo>
                <a:lnTo>
                  <a:pt x="726705" y="31442"/>
                </a:lnTo>
                <a:lnTo>
                  <a:pt x="726823" y="31063"/>
                </a:lnTo>
                <a:lnTo>
                  <a:pt x="726949" y="30695"/>
                </a:lnTo>
                <a:lnTo>
                  <a:pt x="727083" y="30337"/>
                </a:lnTo>
                <a:lnTo>
                  <a:pt x="727225" y="29989"/>
                </a:lnTo>
                <a:lnTo>
                  <a:pt x="727375" y="29652"/>
                </a:lnTo>
                <a:lnTo>
                  <a:pt x="727533" y="29326"/>
                </a:lnTo>
                <a:lnTo>
                  <a:pt x="727700" y="29010"/>
                </a:lnTo>
                <a:lnTo>
                  <a:pt x="727874" y="28704"/>
                </a:lnTo>
                <a:lnTo>
                  <a:pt x="728057" y="28409"/>
                </a:lnTo>
                <a:lnTo>
                  <a:pt x="728248" y="28124"/>
                </a:lnTo>
                <a:lnTo>
                  <a:pt x="728446" y="27850"/>
                </a:lnTo>
                <a:lnTo>
                  <a:pt x="728651" y="27588"/>
                </a:lnTo>
                <a:lnTo>
                  <a:pt x="728862" y="27337"/>
                </a:lnTo>
                <a:lnTo>
                  <a:pt x="729080" y="27098"/>
                </a:lnTo>
                <a:lnTo>
                  <a:pt x="729305" y="26871"/>
                </a:lnTo>
                <a:lnTo>
                  <a:pt x="729536" y="26656"/>
                </a:lnTo>
                <a:lnTo>
                  <a:pt x="729774" y="26452"/>
                </a:lnTo>
                <a:lnTo>
                  <a:pt x="730018" y="26259"/>
                </a:lnTo>
                <a:lnTo>
                  <a:pt x="730269" y="26079"/>
                </a:lnTo>
                <a:lnTo>
                  <a:pt x="730527" y="25910"/>
                </a:lnTo>
                <a:lnTo>
                  <a:pt x="730791" y="25753"/>
                </a:lnTo>
                <a:lnTo>
                  <a:pt x="731062" y="25607"/>
                </a:lnTo>
                <a:lnTo>
                  <a:pt x="731340" y="25473"/>
                </a:lnTo>
                <a:lnTo>
                  <a:pt x="731624" y="25351"/>
                </a:lnTo>
                <a:lnTo>
                  <a:pt x="731915" y="25240"/>
                </a:lnTo>
                <a:lnTo>
                  <a:pt x="732212" y="25141"/>
                </a:lnTo>
                <a:lnTo>
                  <a:pt x="732516" y="25053"/>
                </a:lnTo>
                <a:lnTo>
                  <a:pt x="732827" y="24978"/>
                </a:lnTo>
                <a:lnTo>
                  <a:pt x="733144" y="24914"/>
                </a:lnTo>
                <a:lnTo>
                  <a:pt x="733468" y="24861"/>
                </a:lnTo>
                <a:lnTo>
                  <a:pt x="733798" y="24820"/>
                </a:lnTo>
                <a:lnTo>
                  <a:pt x="734136" y="24791"/>
                </a:lnTo>
                <a:lnTo>
                  <a:pt x="734479" y="24774"/>
                </a:lnTo>
                <a:lnTo>
                  <a:pt x="734830" y="24768"/>
                </a:lnTo>
                <a:lnTo>
                  <a:pt x="735123" y="24772"/>
                </a:lnTo>
                <a:lnTo>
                  <a:pt x="735414" y="24783"/>
                </a:lnTo>
                <a:lnTo>
                  <a:pt x="735700" y="24802"/>
                </a:lnTo>
                <a:lnTo>
                  <a:pt x="735982" y="24828"/>
                </a:lnTo>
                <a:lnTo>
                  <a:pt x="736260" y="24862"/>
                </a:lnTo>
                <a:lnTo>
                  <a:pt x="736535" y="24903"/>
                </a:lnTo>
                <a:lnTo>
                  <a:pt x="736805" y="24952"/>
                </a:lnTo>
                <a:lnTo>
                  <a:pt x="737072" y="25008"/>
                </a:lnTo>
                <a:lnTo>
                  <a:pt x="737334" y="25072"/>
                </a:lnTo>
                <a:lnTo>
                  <a:pt x="737593" y="25144"/>
                </a:lnTo>
                <a:lnTo>
                  <a:pt x="737848" y="25223"/>
                </a:lnTo>
                <a:lnTo>
                  <a:pt x="738099" y="25309"/>
                </a:lnTo>
                <a:lnTo>
                  <a:pt x="738346" y="25403"/>
                </a:lnTo>
                <a:lnTo>
                  <a:pt x="738589" y="25504"/>
                </a:lnTo>
                <a:lnTo>
                  <a:pt x="738828" y="25613"/>
                </a:lnTo>
                <a:lnTo>
                  <a:pt x="739063" y="25730"/>
                </a:lnTo>
                <a:lnTo>
                  <a:pt x="739295" y="25854"/>
                </a:lnTo>
                <a:lnTo>
                  <a:pt x="739522" y="25985"/>
                </a:lnTo>
                <a:lnTo>
                  <a:pt x="739746" y="26124"/>
                </a:lnTo>
                <a:lnTo>
                  <a:pt x="739965" y="26271"/>
                </a:lnTo>
                <a:lnTo>
                  <a:pt x="740181" y="26425"/>
                </a:lnTo>
                <a:lnTo>
                  <a:pt x="740393" y="26586"/>
                </a:lnTo>
                <a:lnTo>
                  <a:pt x="740601" y="26755"/>
                </a:lnTo>
                <a:lnTo>
                  <a:pt x="740805" y="26932"/>
                </a:lnTo>
                <a:lnTo>
                  <a:pt x="741005" y="27113"/>
                </a:lnTo>
                <a:lnTo>
                  <a:pt x="741202" y="27298"/>
                </a:lnTo>
                <a:lnTo>
                  <a:pt x="741394" y="27484"/>
                </a:lnTo>
                <a:lnTo>
                  <a:pt x="741583" y="27674"/>
                </a:lnTo>
                <a:lnTo>
                  <a:pt x="741768" y="27866"/>
                </a:lnTo>
                <a:lnTo>
                  <a:pt x="741950" y="28060"/>
                </a:lnTo>
                <a:lnTo>
                  <a:pt x="742127" y="28258"/>
                </a:lnTo>
                <a:lnTo>
                  <a:pt x="742301" y="28458"/>
                </a:lnTo>
                <a:lnTo>
                  <a:pt x="742471" y="28660"/>
                </a:lnTo>
                <a:lnTo>
                  <a:pt x="742638" y="28865"/>
                </a:lnTo>
                <a:lnTo>
                  <a:pt x="742800" y="29073"/>
                </a:lnTo>
                <a:lnTo>
                  <a:pt x="742959" y="29283"/>
                </a:lnTo>
                <a:lnTo>
                  <a:pt x="743114" y="29496"/>
                </a:lnTo>
                <a:lnTo>
                  <a:pt x="743266" y="29712"/>
                </a:lnTo>
                <a:lnTo>
                  <a:pt x="743413" y="29930"/>
                </a:lnTo>
                <a:lnTo>
                  <a:pt x="743557" y="30150"/>
                </a:lnTo>
                <a:lnTo>
                  <a:pt x="743697" y="30374"/>
                </a:lnTo>
                <a:lnTo>
                  <a:pt x="743833" y="30600"/>
                </a:lnTo>
                <a:lnTo>
                  <a:pt x="743966" y="30828"/>
                </a:lnTo>
                <a:lnTo>
                  <a:pt x="744095" y="31059"/>
                </a:lnTo>
                <a:lnTo>
                  <a:pt x="744220" y="31293"/>
                </a:lnTo>
                <a:lnTo>
                  <a:pt x="744341" y="31529"/>
                </a:lnTo>
                <a:lnTo>
                  <a:pt x="744458" y="31768"/>
                </a:lnTo>
                <a:lnTo>
                  <a:pt x="744572" y="32010"/>
                </a:lnTo>
                <a:lnTo>
                  <a:pt x="744572" y="44596"/>
                </a:lnTo>
                <a:lnTo>
                  <a:pt x="744455" y="44826"/>
                </a:lnTo>
                <a:lnTo>
                  <a:pt x="744333" y="45054"/>
                </a:lnTo>
                <a:lnTo>
                  <a:pt x="744206" y="45280"/>
                </a:lnTo>
                <a:lnTo>
                  <a:pt x="744075" y="45503"/>
                </a:lnTo>
                <a:lnTo>
                  <a:pt x="743940" y="45724"/>
                </a:lnTo>
                <a:lnTo>
                  <a:pt x="743801" y="45942"/>
                </a:lnTo>
                <a:lnTo>
                  <a:pt x="743657" y="46158"/>
                </a:lnTo>
                <a:lnTo>
                  <a:pt x="743509" y="46371"/>
                </a:lnTo>
                <a:lnTo>
                  <a:pt x="743356" y="46582"/>
                </a:lnTo>
                <a:lnTo>
                  <a:pt x="743200" y="46791"/>
                </a:lnTo>
                <a:lnTo>
                  <a:pt x="743038" y="46997"/>
                </a:lnTo>
                <a:lnTo>
                  <a:pt x="742873" y="47200"/>
                </a:lnTo>
                <a:lnTo>
                  <a:pt x="742703" y="47401"/>
                </a:lnTo>
                <a:lnTo>
                  <a:pt x="742528" y="47600"/>
                </a:lnTo>
                <a:lnTo>
                  <a:pt x="742350" y="47796"/>
                </a:lnTo>
                <a:lnTo>
                  <a:pt x="742167" y="47990"/>
                </a:lnTo>
                <a:lnTo>
                  <a:pt x="741979" y="48181"/>
                </a:lnTo>
                <a:lnTo>
                  <a:pt x="741787" y="48370"/>
                </a:lnTo>
                <a:lnTo>
                  <a:pt x="741591" y="48557"/>
                </a:lnTo>
                <a:lnTo>
                  <a:pt x="741391" y="48741"/>
                </a:lnTo>
                <a:lnTo>
                  <a:pt x="741186" y="48922"/>
                </a:lnTo>
                <a:lnTo>
                  <a:pt x="740977" y="49101"/>
                </a:lnTo>
                <a:lnTo>
                  <a:pt x="740763" y="49278"/>
                </a:lnTo>
                <a:lnTo>
                  <a:pt x="740545" y="49452"/>
                </a:lnTo>
                <a:lnTo>
                  <a:pt x="740323" y="49622"/>
                </a:lnTo>
                <a:lnTo>
                  <a:pt x="740098" y="49784"/>
                </a:lnTo>
                <a:lnTo>
                  <a:pt x="739869" y="49939"/>
                </a:lnTo>
                <a:lnTo>
                  <a:pt x="739637" y="50086"/>
                </a:lnTo>
                <a:lnTo>
                  <a:pt x="739401" y="50227"/>
                </a:lnTo>
                <a:lnTo>
                  <a:pt x="739162" y="50360"/>
                </a:lnTo>
                <a:lnTo>
                  <a:pt x="738920" y="50486"/>
                </a:lnTo>
                <a:lnTo>
                  <a:pt x="738674" y="50605"/>
                </a:lnTo>
                <a:lnTo>
                  <a:pt x="738424" y="50717"/>
                </a:lnTo>
                <a:lnTo>
                  <a:pt x="738171" y="50822"/>
                </a:lnTo>
                <a:lnTo>
                  <a:pt x="737915" y="50919"/>
                </a:lnTo>
                <a:lnTo>
                  <a:pt x="737655" y="51009"/>
                </a:lnTo>
                <a:lnTo>
                  <a:pt x="737392" y="51092"/>
                </a:lnTo>
                <a:lnTo>
                  <a:pt x="737125" y="51167"/>
                </a:lnTo>
                <a:lnTo>
                  <a:pt x="736855" y="51236"/>
                </a:lnTo>
                <a:lnTo>
                  <a:pt x="736581" y="51297"/>
                </a:lnTo>
                <a:lnTo>
                  <a:pt x="736304" y="51351"/>
                </a:lnTo>
                <a:lnTo>
                  <a:pt x="736023" y="51398"/>
                </a:lnTo>
                <a:lnTo>
                  <a:pt x="735739" y="51438"/>
                </a:lnTo>
                <a:lnTo>
                  <a:pt x="735451" y="51470"/>
                </a:lnTo>
                <a:lnTo>
                  <a:pt x="735160" y="51495"/>
                </a:lnTo>
                <a:lnTo>
                  <a:pt x="734866" y="51513"/>
                </a:lnTo>
                <a:lnTo>
                  <a:pt x="734568" y="51524"/>
                </a:lnTo>
                <a:lnTo>
                  <a:pt x="734267" y="51528"/>
                </a:lnTo>
                <a:lnTo>
                  <a:pt x="733945" y="51522"/>
                </a:lnTo>
                <a:lnTo>
                  <a:pt x="733629" y="51505"/>
                </a:lnTo>
                <a:lnTo>
                  <a:pt x="733318" y="51475"/>
                </a:lnTo>
                <a:lnTo>
                  <a:pt x="733014" y="51435"/>
                </a:lnTo>
                <a:lnTo>
                  <a:pt x="732715" y="51382"/>
                </a:lnTo>
                <a:close/>
                <a:moveTo>
                  <a:pt x="437789" y="50607"/>
                </a:moveTo>
                <a:lnTo>
                  <a:pt x="437535" y="50593"/>
                </a:lnTo>
                <a:lnTo>
                  <a:pt x="437289" y="50573"/>
                </a:lnTo>
                <a:lnTo>
                  <a:pt x="437052" y="50548"/>
                </a:lnTo>
                <a:lnTo>
                  <a:pt x="436823" y="50516"/>
                </a:lnTo>
                <a:lnTo>
                  <a:pt x="436602" y="50479"/>
                </a:lnTo>
                <a:lnTo>
                  <a:pt x="436389" y="50437"/>
                </a:lnTo>
                <a:lnTo>
                  <a:pt x="436184" y="50388"/>
                </a:lnTo>
                <a:lnTo>
                  <a:pt x="435988" y="50335"/>
                </a:lnTo>
                <a:lnTo>
                  <a:pt x="435800" y="50275"/>
                </a:lnTo>
                <a:lnTo>
                  <a:pt x="435620" y="50210"/>
                </a:lnTo>
                <a:lnTo>
                  <a:pt x="435448" y="50139"/>
                </a:lnTo>
                <a:lnTo>
                  <a:pt x="435284" y="50062"/>
                </a:lnTo>
                <a:lnTo>
                  <a:pt x="435129" y="49979"/>
                </a:lnTo>
                <a:lnTo>
                  <a:pt x="434982" y="49891"/>
                </a:lnTo>
                <a:lnTo>
                  <a:pt x="434843" y="49798"/>
                </a:lnTo>
                <a:lnTo>
                  <a:pt x="434712" y="49698"/>
                </a:lnTo>
                <a:lnTo>
                  <a:pt x="434589" y="49593"/>
                </a:lnTo>
                <a:lnTo>
                  <a:pt x="434475" y="49482"/>
                </a:lnTo>
                <a:lnTo>
                  <a:pt x="434368" y="49366"/>
                </a:lnTo>
                <a:lnTo>
                  <a:pt x="434270" y="49244"/>
                </a:lnTo>
                <a:lnTo>
                  <a:pt x="434180" y="49116"/>
                </a:lnTo>
                <a:lnTo>
                  <a:pt x="434099" y="48983"/>
                </a:lnTo>
                <a:lnTo>
                  <a:pt x="434023" y="48843"/>
                </a:lnTo>
                <a:lnTo>
                  <a:pt x="433950" y="48698"/>
                </a:lnTo>
                <a:lnTo>
                  <a:pt x="433881" y="48546"/>
                </a:lnTo>
                <a:lnTo>
                  <a:pt x="433814" y="48388"/>
                </a:lnTo>
                <a:lnTo>
                  <a:pt x="433751" y="48224"/>
                </a:lnTo>
                <a:lnTo>
                  <a:pt x="433691" y="48054"/>
                </a:lnTo>
                <a:lnTo>
                  <a:pt x="433635" y="47878"/>
                </a:lnTo>
                <a:lnTo>
                  <a:pt x="433582" y="47695"/>
                </a:lnTo>
                <a:lnTo>
                  <a:pt x="433531" y="47507"/>
                </a:lnTo>
                <a:lnTo>
                  <a:pt x="433485" y="47312"/>
                </a:lnTo>
                <a:lnTo>
                  <a:pt x="433441" y="47111"/>
                </a:lnTo>
                <a:lnTo>
                  <a:pt x="433401" y="46904"/>
                </a:lnTo>
                <a:lnTo>
                  <a:pt x="433363" y="46691"/>
                </a:lnTo>
                <a:lnTo>
                  <a:pt x="433329" y="46472"/>
                </a:lnTo>
                <a:lnTo>
                  <a:pt x="433299" y="46247"/>
                </a:lnTo>
                <a:lnTo>
                  <a:pt x="433271" y="46015"/>
                </a:lnTo>
                <a:lnTo>
                  <a:pt x="433247" y="45778"/>
                </a:lnTo>
                <a:lnTo>
                  <a:pt x="433226" y="45534"/>
                </a:lnTo>
                <a:lnTo>
                  <a:pt x="433208" y="45284"/>
                </a:lnTo>
                <a:lnTo>
                  <a:pt x="433194" y="45028"/>
                </a:lnTo>
                <a:lnTo>
                  <a:pt x="433182" y="44766"/>
                </a:lnTo>
                <a:lnTo>
                  <a:pt x="433174" y="44497"/>
                </a:lnTo>
                <a:lnTo>
                  <a:pt x="433169" y="44223"/>
                </a:lnTo>
                <a:lnTo>
                  <a:pt x="433168" y="43942"/>
                </a:lnTo>
                <a:lnTo>
                  <a:pt x="433168" y="25547"/>
                </a:lnTo>
                <a:lnTo>
                  <a:pt x="442391" y="25547"/>
                </a:lnTo>
                <a:lnTo>
                  <a:pt x="442391" y="16714"/>
                </a:lnTo>
                <a:lnTo>
                  <a:pt x="433168" y="16714"/>
                </a:lnTo>
                <a:lnTo>
                  <a:pt x="433168" y="6755"/>
                </a:lnTo>
                <a:lnTo>
                  <a:pt x="421693" y="6755"/>
                </a:lnTo>
                <a:lnTo>
                  <a:pt x="421693" y="16714"/>
                </a:lnTo>
                <a:lnTo>
                  <a:pt x="414678" y="16714"/>
                </a:lnTo>
                <a:lnTo>
                  <a:pt x="414678" y="25547"/>
                </a:lnTo>
                <a:lnTo>
                  <a:pt x="421693" y="25547"/>
                </a:lnTo>
                <a:lnTo>
                  <a:pt x="421693" y="44544"/>
                </a:lnTo>
                <a:lnTo>
                  <a:pt x="421696" y="44981"/>
                </a:lnTo>
                <a:lnTo>
                  <a:pt x="421703" y="45410"/>
                </a:lnTo>
                <a:lnTo>
                  <a:pt x="421715" y="45832"/>
                </a:lnTo>
                <a:lnTo>
                  <a:pt x="421732" y="46248"/>
                </a:lnTo>
                <a:lnTo>
                  <a:pt x="421753" y="46656"/>
                </a:lnTo>
                <a:lnTo>
                  <a:pt x="421780" y="47058"/>
                </a:lnTo>
                <a:lnTo>
                  <a:pt x="421811" y="47452"/>
                </a:lnTo>
                <a:lnTo>
                  <a:pt x="421847" y="47840"/>
                </a:lnTo>
                <a:lnTo>
                  <a:pt x="421888" y="48221"/>
                </a:lnTo>
                <a:lnTo>
                  <a:pt x="421934" y="48595"/>
                </a:lnTo>
                <a:lnTo>
                  <a:pt x="421984" y="48961"/>
                </a:lnTo>
                <a:lnTo>
                  <a:pt x="422040" y="49321"/>
                </a:lnTo>
                <a:lnTo>
                  <a:pt x="422100" y="49674"/>
                </a:lnTo>
                <a:lnTo>
                  <a:pt x="422165" y="50020"/>
                </a:lnTo>
                <a:lnTo>
                  <a:pt x="422234" y="50359"/>
                </a:lnTo>
                <a:lnTo>
                  <a:pt x="422309" y="50691"/>
                </a:lnTo>
                <a:lnTo>
                  <a:pt x="422388" y="51016"/>
                </a:lnTo>
                <a:lnTo>
                  <a:pt x="422473" y="51334"/>
                </a:lnTo>
                <a:lnTo>
                  <a:pt x="422562" y="51646"/>
                </a:lnTo>
                <a:lnTo>
                  <a:pt x="422655" y="51950"/>
                </a:lnTo>
                <a:lnTo>
                  <a:pt x="422754" y="52247"/>
                </a:lnTo>
                <a:lnTo>
                  <a:pt x="422857" y="52538"/>
                </a:lnTo>
                <a:lnTo>
                  <a:pt x="422966" y="52821"/>
                </a:lnTo>
                <a:lnTo>
                  <a:pt x="423079" y="53098"/>
                </a:lnTo>
                <a:lnTo>
                  <a:pt x="423198" y="53368"/>
                </a:lnTo>
                <a:lnTo>
                  <a:pt x="423325" y="53632"/>
                </a:lnTo>
                <a:lnTo>
                  <a:pt x="423459" y="53890"/>
                </a:lnTo>
                <a:lnTo>
                  <a:pt x="423600" y="54142"/>
                </a:lnTo>
                <a:lnTo>
                  <a:pt x="423749" y="54388"/>
                </a:lnTo>
                <a:lnTo>
                  <a:pt x="423906" y="54628"/>
                </a:lnTo>
                <a:lnTo>
                  <a:pt x="424069" y="54863"/>
                </a:lnTo>
                <a:lnTo>
                  <a:pt x="424241" y="55091"/>
                </a:lnTo>
                <a:lnTo>
                  <a:pt x="424419" y="55313"/>
                </a:lnTo>
                <a:lnTo>
                  <a:pt x="424606" y="55530"/>
                </a:lnTo>
                <a:lnTo>
                  <a:pt x="424799" y="55740"/>
                </a:lnTo>
                <a:lnTo>
                  <a:pt x="425000" y="55945"/>
                </a:lnTo>
                <a:lnTo>
                  <a:pt x="425209" y="56143"/>
                </a:lnTo>
                <a:lnTo>
                  <a:pt x="425425" y="56336"/>
                </a:lnTo>
                <a:lnTo>
                  <a:pt x="425648" y="56523"/>
                </a:lnTo>
                <a:lnTo>
                  <a:pt x="425879" y="56703"/>
                </a:lnTo>
                <a:lnTo>
                  <a:pt x="426117" y="56878"/>
                </a:lnTo>
                <a:lnTo>
                  <a:pt x="426363" y="57047"/>
                </a:lnTo>
                <a:lnTo>
                  <a:pt x="426616" y="57210"/>
                </a:lnTo>
                <a:lnTo>
                  <a:pt x="426877" y="57367"/>
                </a:lnTo>
                <a:lnTo>
                  <a:pt x="427145" y="57518"/>
                </a:lnTo>
                <a:lnTo>
                  <a:pt x="427420" y="57663"/>
                </a:lnTo>
                <a:lnTo>
                  <a:pt x="427703" y="57802"/>
                </a:lnTo>
                <a:lnTo>
                  <a:pt x="427993" y="57935"/>
                </a:lnTo>
                <a:lnTo>
                  <a:pt x="428292" y="58062"/>
                </a:lnTo>
                <a:lnTo>
                  <a:pt x="428602" y="58184"/>
                </a:lnTo>
                <a:lnTo>
                  <a:pt x="428921" y="58301"/>
                </a:lnTo>
                <a:lnTo>
                  <a:pt x="429250" y="58412"/>
                </a:lnTo>
                <a:lnTo>
                  <a:pt x="429589" y="58517"/>
                </a:lnTo>
                <a:lnTo>
                  <a:pt x="429938" y="58618"/>
                </a:lnTo>
                <a:lnTo>
                  <a:pt x="430297" y="58712"/>
                </a:lnTo>
                <a:lnTo>
                  <a:pt x="430666" y="58802"/>
                </a:lnTo>
                <a:lnTo>
                  <a:pt x="431045" y="58886"/>
                </a:lnTo>
                <a:lnTo>
                  <a:pt x="431434" y="58964"/>
                </a:lnTo>
                <a:lnTo>
                  <a:pt x="431833" y="59037"/>
                </a:lnTo>
                <a:lnTo>
                  <a:pt x="432242" y="59105"/>
                </a:lnTo>
                <a:lnTo>
                  <a:pt x="432661" y="59167"/>
                </a:lnTo>
                <a:lnTo>
                  <a:pt x="433090" y="59224"/>
                </a:lnTo>
                <a:lnTo>
                  <a:pt x="433529" y="59276"/>
                </a:lnTo>
                <a:lnTo>
                  <a:pt x="433979" y="59322"/>
                </a:lnTo>
                <a:lnTo>
                  <a:pt x="434438" y="59362"/>
                </a:lnTo>
                <a:lnTo>
                  <a:pt x="434907" y="59398"/>
                </a:lnTo>
                <a:lnTo>
                  <a:pt x="435386" y="59427"/>
                </a:lnTo>
                <a:lnTo>
                  <a:pt x="435875" y="59452"/>
                </a:lnTo>
                <a:lnTo>
                  <a:pt x="436374" y="59471"/>
                </a:lnTo>
                <a:lnTo>
                  <a:pt x="436883" y="59484"/>
                </a:lnTo>
                <a:lnTo>
                  <a:pt x="437402" y="59492"/>
                </a:lnTo>
                <a:lnTo>
                  <a:pt x="437931" y="59495"/>
                </a:lnTo>
                <a:lnTo>
                  <a:pt x="442391" y="59495"/>
                </a:lnTo>
                <a:lnTo>
                  <a:pt x="442391" y="50619"/>
                </a:lnTo>
                <a:lnTo>
                  <a:pt x="438321" y="50619"/>
                </a:lnTo>
                <a:lnTo>
                  <a:pt x="438050" y="50616"/>
                </a:lnTo>
                <a:lnTo>
                  <a:pt x="437789" y="50607"/>
                </a:lnTo>
                <a:close/>
                <a:moveTo>
                  <a:pt x="538950" y="30452"/>
                </a:moveTo>
                <a:lnTo>
                  <a:pt x="539107" y="30263"/>
                </a:lnTo>
                <a:lnTo>
                  <a:pt x="539267" y="30077"/>
                </a:lnTo>
                <a:lnTo>
                  <a:pt x="539428" y="29894"/>
                </a:lnTo>
                <a:lnTo>
                  <a:pt x="539592" y="29713"/>
                </a:lnTo>
                <a:lnTo>
                  <a:pt x="539757" y="29535"/>
                </a:lnTo>
                <a:lnTo>
                  <a:pt x="539925" y="29358"/>
                </a:lnTo>
                <a:lnTo>
                  <a:pt x="540095" y="29185"/>
                </a:lnTo>
                <a:lnTo>
                  <a:pt x="540267" y="29014"/>
                </a:lnTo>
                <a:lnTo>
                  <a:pt x="540442" y="28845"/>
                </a:lnTo>
                <a:lnTo>
                  <a:pt x="540619" y="28679"/>
                </a:lnTo>
                <a:lnTo>
                  <a:pt x="540797" y="28515"/>
                </a:lnTo>
                <a:lnTo>
                  <a:pt x="540978" y="28353"/>
                </a:lnTo>
                <a:lnTo>
                  <a:pt x="541162" y="28194"/>
                </a:lnTo>
                <a:lnTo>
                  <a:pt x="541347" y="28038"/>
                </a:lnTo>
                <a:lnTo>
                  <a:pt x="541534" y="27884"/>
                </a:lnTo>
                <a:lnTo>
                  <a:pt x="541724" y="27732"/>
                </a:lnTo>
                <a:lnTo>
                  <a:pt x="541916" y="27583"/>
                </a:lnTo>
                <a:lnTo>
                  <a:pt x="542110" y="27436"/>
                </a:lnTo>
                <a:lnTo>
                  <a:pt x="542306" y="27292"/>
                </a:lnTo>
                <a:lnTo>
                  <a:pt x="542505" y="27150"/>
                </a:lnTo>
                <a:lnTo>
                  <a:pt x="542705" y="27010"/>
                </a:lnTo>
                <a:lnTo>
                  <a:pt x="542908" y="26874"/>
                </a:lnTo>
                <a:lnTo>
                  <a:pt x="543114" y="26741"/>
                </a:lnTo>
                <a:lnTo>
                  <a:pt x="543323" y="26613"/>
                </a:lnTo>
                <a:lnTo>
                  <a:pt x="543535" y="26492"/>
                </a:lnTo>
                <a:lnTo>
                  <a:pt x="543751" y="26376"/>
                </a:lnTo>
                <a:lnTo>
                  <a:pt x="543970" y="26265"/>
                </a:lnTo>
                <a:lnTo>
                  <a:pt x="544192" y="26161"/>
                </a:lnTo>
                <a:lnTo>
                  <a:pt x="544418" y="26062"/>
                </a:lnTo>
                <a:lnTo>
                  <a:pt x="544647" y="25968"/>
                </a:lnTo>
                <a:lnTo>
                  <a:pt x="544880" y="25881"/>
                </a:lnTo>
                <a:lnTo>
                  <a:pt x="545116" y="25799"/>
                </a:lnTo>
                <a:lnTo>
                  <a:pt x="545355" y="25722"/>
                </a:lnTo>
                <a:lnTo>
                  <a:pt x="545598" y="25652"/>
                </a:lnTo>
                <a:lnTo>
                  <a:pt x="545844" y="25587"/>
                </a:lnTo>
                <a:lnTo>
                  <a:pt x="546094" y="25527"/>
                </a:lnTo>
                <a:lnTo>
                  <a:pt x="546347" y="25473"/>
                </a:lnTo>
                <a:lnTo>
                  <a:pt x="546603" y="25425"/>
                </a:lnTo>
                <a:lnTo>
                  <a:pt x="546863" y="25383"/>
                </a:lnTo>
                <a:lnTo>
                  <a:pt x="547126" y="25346"/>
                </a:lnTo>
                <a:lnTo>
                  <a:pt x="547392" y="25315"/>
                </a:lnTo>
                <a:lnTo>
                  <a:pt x="547662" y="25290"/>
                </a:lnTo>
                <a:lnTo>
                  <a:pt x="547935" y="25270"/>
                </a:lnTo>
                <a:lnTo>
                  <a:pt x="548212" y="25256"/>
                </a:lnTo>
                <a:lnTo>
                  <a:pt x="548492" y="25247"/>
                </a:lnTo>
                <a:lnTo>
                  <a:pt x="548775" y="25244"/>
                </a:lnTo>
                <a:lnTo>
                  <a:pt x="548965" y="25246"/>
                </a:lnTo>
                <a:lnTo>
                  <a:pt x="549152" y="25251"/>
                </a:lnTo>
                <a:lnTo>
                  <a:pt x="549335" y="25259"/>
                </a:lnTo>
                <a:lnTo>
                  <a:pt x="549516" y="25271"/>
                </a:lnTo>
                <a:lnTo>
                  <a:pt x="549693" y="25286"/>
                </a:lnTo>
                <a:lnTo>
                  <a:pt x="549867" y="25305"/>
                </a:lnTo>
                <a:lnTo>
                  <a:pt x="550039" y="25327"/>
                </a:lnTo>
                <a:lnTo>
                  <a:pt x="550207" y="25352"/>
                </a:lnTo>
                <a:lnTo>
                  <a:pt x="550372" y="25381"/>
                </a:lnTo>
                <a:lnTo>
                  <a:pt x="550534" y="25413"/>
                </a:lnTo>
                <a:lnTo>
                  <a:pt x="550693" y="25448"/>
                </a:lnTo>
                <a:lnTo>
                  <a:pt x="550848" y="25487"/>
                </a:lnTo>
                <a:lnTo>
                  <a:pt x="551001" y="25529"/>
                </a:lnTo>
                <a:lnTo>
                  <a:pt x="551151" y="25574"/>
                </a:lnTo>
                <a:lnTo>
                  <a:pt x="551297" y="25623"/>
                </a:lnTo>
                <a:lnTo>
                  <a:pt x="551441" y="25675"/>
                </a:lnTo>
                <a:lnTo>
                  <a:pt x="551581" y="25730"/>
                </a:lnTo>
                <a:lnTo>
                  <a:pt x="551718" y="25789"/>
                </a:lnTo>
                <a:lnTo>
                  <a:pt x="551853" y="25852"/>
                </a:lnTo>
                <a:lnTo>
                  <a:pt x="551984" y="25917"/>
                </a:lnTo>
                <a:lnTo>
                  <a:pt x="552112" y="25986"/>
                </a:lnTo>
                <a:lnTo>
                  <a:pt x="552237" y="26058"/>
                </a:lnTo>
                <a:lnTo>
                  <a:pt x="552359" y="26134"/>
                </a:lnTo>
                <a:lnTo>
                  <a:pt x="552478" y="26213"/>
                </a:lnTo>
                <a:lnTo>
                  <a:pt x="552594" y="26295"/>
                </a:lnTo>
                <a:lnTo>
                  <a:pt x="552707" y="26380"/>
                </a:lnTo>
                <a:lnTo>
                  <a:pt x="552818" y="26468"/>
                </a:lnTo>
                <a:lnTo>
                  <a:pt x="552926" y="26558"/>
                </a:lnTo>
                <a:lnTo>
                  <a:pt x="553031" y="26651"/>
                </a:lnTo>
                <a:lnTo>
                  <a:pt x="553134" y="26747"/>
                </a:lnTo>
                <a:lnTo>
                  <a:pt x="553234" y="26846"/>
                </a:lnTo>
                <a:lnTo>
                  <a:pt x="553332" y="26947"/>
                </a:lnTo>
                <a:lnTo>
                  <a:pt x="553426" y="27051"/>
                </a:lnTo>
                <a:lnTo>
                  <a:pt x="553519" y="27158"/>
                </a:lnTo>
                <a:lnTo>
                  <a:pt x="553608" y="27268"/>
                </a:lnTo>
                <a:lnTo>
                  <a:pt x="553695" y="27380"/>
                </a:lnTo>
                <a:lnTo>
                  <a:pt x="553780" y="27495"/>
                </a:lnTo>
                <a:lnTo>
                  <a:pt x="553862" y="27613"/>
                </a:lnTo>
                <a:lnTo>
                  <a:pt x="553941" y="27733"/>
                </a:lnTo>
                <a:lnTo>
                  <a:pt x="554017" y="27857"/>
                </a:lnTo>
                <a:lnTo>
                  <a:pt x="554091" y="27983"/>
                </a:lnTo>
                <a:lnTo>
                  <a:pt x="554162" y="28112"/>
                </a:lnTo>
                <a:lnTo>
                  <a:pt x="554231" y="28243"/>
                </a:lnTo>
                <a:lnTo>
                  <a:pt x="554297" y="28378"/>
                </a:lnTo>
                <a:lnTo>
                  <a:pt x="554360" y="28515"/>
                </a:lnTo>
                <a:lnTo>
                  <a:pt x="554421" y="28655"/>
                </a:lnTo>
                <a:lnTo>
                  <a:pt x="554479" y="28797"/>
                </a:lnTo>
                <a:lnTo>
                  <a:pt x="554534" y="28942"/>
                </a:lnTo>
                <a:lnTo>
                  <a:pt x="554587" y="29090"/>
                </a:lnTo>
                <a:lnTo>
                  <a:pt x="554638" y="29240"/>
                </a:lnTo>
                <a:lnTo>
                  <a:pt x="554687" y="29392"/>
                </a:lnTo>
                <a:lnTo>
                  <a:pt x="554733" y="29545"/>
                </a:lnTo>
                <a:lnTo>
                  <a:pt x="554777" y="29701"/>
                </a:lnTo>
                <a:lnTo>
                  <a:pt x="554818" y="29859"/>
                </a:lnTo>
                <a:lnTo>
                  <a:pt x="554858" y="30018"/>
                </a:lnTo>
                <a:lnTo>
                  <a:pt x="554895" y="30180"/>
                </a:lnTo>
                <a:lnTo>
                  <a:pt x="554930" y="30343"/>
                </a:lnTo>
                <a:lnTo>
                  <a:pt x="554963" y="30509"/>
                </a:lnTo>
                <a:lnTo>
                  <a:pt x="554993" y="30677"/>
                </a:lnTo>
                <a:lnTo>
                  <a:pt x="555021" y="30846"/>
                </a:lnTo>
                <a:lnTo>
                  <a:pt x="555047" y="31018"/>
                </a:lnTo>
                <a:lnTo>
                  <a:pt x="555071" y="31192"/>
                </a:lnTo>
                <a:lnTo>
                  <a:pt x="555093" y="31367"/>
                </a:lnTo>
                <a:lnTo>
                  <a:pt x="555112" y="31545"/>
                </a:lnTo>
                <a:lnTo>
                  <a:pt x="555129" y="31724"/>
                </a:lnTo>
                <a:lnTo>
                  <a:pt x="555143" y="31906"/>
                </a:lnTo>
                <a:lnTo>
                  <a:pt x="555156" y="32089"/>
                </a:lnTo>
                <a:lnTo>
                  <a:pt x="555166" y="32275"/>
                </a:lnTo>
                <a:lnTo>
                  <a:pt x="555174" y="32463"/>
                </a:lnTo>
                <a:lnTo>
                  <a:pt x="555179" y="32652"/>
                </a:lnTo>
                <a:lnTo>
                  <a:pt x="555183" y="32844"/>
                </a:lnTo>
                <a:lnTo>
                  <a:pt x="555184" y="33037"/>
                </a:lnTo>
                <a:lnTo>
                  <a:pt x="555184" y="59495"/>
                </a:lnTo>
                <a:lnTo>
                  <a:pt x="566572" y="59495"/>
                </a:lnTo>
                <a:lnTo>
                  <a:pt x="566572" y="31638"/>
                </a:lnTo>
                <a:lnTo>
                  <a:pt x="566566" y="31008"/>
                </a:lnTo>
                <a:lnTo>
                  <a:pt x="566547" y="30391"/>
                </a:lnTo>
                <a:lnTo>
                  <a:pt x="566516" y="29787"/>
                </a:lnTo>
                <a:lnTo>
                  <a:pt x="566473" y="29195"/>
                </a:lnTo>
                <a:lnTo>
                  <a:pt x="566418" y="28616"/>
                </a:lnTo>
                <a:lnTo>
                  <a:pt x="566350" y="28050"/>
                </a:lnTo>
                <a:lnTo>
                  <a:pt x="566270" y="27497"/>
                </a:lnTo>
                <a:lnTo>
                  <a:pt x="566177" y="26956"/>
                </a:lnTo>
                <a:lnTo>
                  <a:pt x="566073" y="26428"/>
                </a:lnTo>
                <a:lnTo>
                  <a:pt x="565955" y="25913"/>
                </a:lnTo>
                <a:lnTo>
                  <a:pt x="565826" y="25410"/>
                </a:lnTo>
                <a:lnTo>
                  <a:pt x="565684" y="24921"/>
                </a:lnTo>
                <a:lnTo>
                  <a:pt x="565530" y="24443"/>
                </a:lnTo>
                <a:lnTo>
                  <a:pt x="565364" y="23979"/>
                </a:lnTo>
                <a:lnTo>
                  <a:pt x="565185" y="23527"/>
                </a:lnTo>
                <a:lnTo>
                  <a:pt x="564994" y="23088"/>
                </a:lnTo>
                <a:lnTo>
                  <a:pt x="564790" y="22662"/>
                </a:lnTo>
                <a:lnTo>
                  <a:pt x="564575" y="22249"/>
                </a:lnTo>
                <a:lnTo>
                  <a:pt x="564347" y="21848"/>
                </a:lnTo>
                <a:lnTo>
                  <a:pt x="564106" y="21460"/>
                </a:lnTo>
                <a:lnTo>
                  <a:pt x="563853" y="21084"/>
                </a:lnTo>
                <a:lnTo>
                  <a:pt x="563588" y="20722"/>
                </a:lnTo>
                <a:lnTo>
                  <a:pt x="563311" y="20372"/>
                </a:lnTo>
                <a:lnTo>
                  <a:pt x="563021" y="20035"/>
                </a:lnTo>
                <a:lnTo>
                  <a:pt x="562720" y="19711"/>
                </a:lnTo>
                <a:lnTo>
                  <a:pt x="562409" y="19401"/>
                </a:lnTo>
                <a:lnTo>
                  <a:pt x="562088" y="19104"/>
                </a:lnTo>
                <a:lnTo>
                  <a:pt x="561757" y="18822"/>
                </a:lnTo>
                <a:lnTo>
                  <a:pt x="561416" y="18553"/>
                </a:lnTo>
                <a:lnTo>
                  <a:pt x="561065" y="18298"/>
                </a:lnTo>
                <a:lnTo>
                  <a:pt x="560703" y="18057"/>
                </a:lnTo>
                <a:lnTo>
                  <a:pt x="560332" y="17829"/>
                </a:lnTo>
                <a:lnTo>
                  <a:pt x="559950" y="17615"/>
                </a:lnTo>
                <a:lnTo>
                  <a:pt x="559559" y="17416"/>
                </a:lnTo>
                <a:lnTo>
                  <a:pt x="559157" y="17229"/>
                </a:lnTo>
                <a:lnTo>
                  <a:pt x="558745" y="17057"/>
                </a:lnTo>
                <a:lnTo>
                  <a:pt x="558324" y="16899"/>
                </a:lnTo>
                <a:lnTo>
                  <a:pt x="557892" y="16754"/>
                </a:lnTo>
                <a:lnTo>
                  <a:pt x="557450" y="16623"/>
                </a:lnTo>
                <a:lnTo>
                  <a:pt x="556998" y="16506"/>
                </a:lnTo>
                <a:lnTo>
                  <a:pt x="556536" y="16402"/>
                </a:lnTo>
                <a:lnTo>
                  <a:pt x="556063" y="16313"/>
                </a:lnTo>
                <a:lnTo>
                  <a:pt x="555581" y="16237"/>
                </a:lnTo>
                <a:lnTo>
                  <a:pt x="555089" y="16175"/>
                </a:lnTo>
                <a:lnTo>
                  <a:pt x="554586" y="16127"/>
                </a:lnTo>
                <a:lnTo>
                  <a:pt x="554074" y="16092"/>
                </a:lnTo>
                <a:lnTo>
                  <a:pt x="553551" y="16071"/>
                </a:lnTo>
                <a:lnTo>
                  <a:pt x="553019" y="16065"/>
                </a:lnTo>
                <a:lnTo>
                  <a:pt x="552561" y="16068"/>
                </a:lnTo>
                <a:lnTo>
                  <a:pt x="552109" y="16079"/>
                </a:lnTo>
                <a:lnTo>
                  <a:pt x="551666" y="16097"/>
                </a:lnTo>
                <a:lnTo>
                  <a:pt x="551229" y="16123"/>
                </a:lnTo>
                <a:lnTo>
                  <a:pt x="550800" y="16156"/>
                </a:lnTo>
                <a:lnTo>
                  <a:pt x="550377" y="16196"/>
                </a:lnTo>
                <a:lnTo>
                  <a:pt x="549962" y="16243"/>
                </a:lnTo>
                <a:lnTo>
                  <a:pt x="549555" y="16298"/>
                </a:lnTo>
                <a:lnTo>
                  <a:pt x="549154" y="16360"/>
                </a:lnTo>
                <a:lnTo>
                  <a:pt x="548761" y="16429"/>
                </a:lnTo>
                <a:lnTo>
                  <a:pt x="548375" y="16506"/>
                </a:lnTo>
                <a:lnTo>
                  <a:pt x="547996" y="16590"/>
                </a:lnTo>
                <a:lnTo>
                  <a:pt x="547624" y="16681"/>
                </a:lnTo>
                <a:lnTo>
                  <a:pt x="547260" y="16779"/>
                </a:lnTo>
                <a:lnTo>
                  <a:pt x="546903" y="16885"/>
                </a:lnTo>
                <a:lnTo>
                  <a:pt x="546553" y="16998"/>
                </a:lnTo>
                <a:lnTo>
                  <a:pt x="546210" y="17118"/>
                </a:lnTo>
                <a:lnTo>
                  <a:pt x="545874" y="17246"/>
                </a:lnTo>
                <a:lnTo>
                  <a:pt x="545546" y="17381"/>
                </a:lnTo>
                <a:lnTo>
                  <a:pt x="545225" y="17523"/>
                </a:lnTo>
                <a:lnTo>
                  <a:pt x="544911" y="17672"/>
                </a:lnTo>
                <a:lnTo>
                  <a:pt x="544604" y="17829"/>
                </a:lnTo>
                <a:lnTo>
                  <a:pt x="544305" y="17993"/>
                </a:lnTo>
                <a:lnTo>
                  <a:pt x="544012" y="18165"/>
                </a:lnTo>
                <a:lnTo>
                  <a:pt x="543726" y="18341"/>
                </a:lnTo>
                <a:lnTo>
                  <a:pt x="543444" y="18519"/>
                </a:lnTo>
                <a:lnTo>
                  <a:pt x="543167" y="18699"/>
                </a:lnTo>
                <a:lnTo>
                  <a:pt x="542895" y="18882"/>
                </a:lnTo>
                <a:lnTo>
                  <a:pt x="542627" y="19067"/>
                </a:lnTo>
                <a:lnTo>
                  <a:pt x="542364" y="19254"/>
                </a:lnTo>
                <a:lnTo>
                  <a:pt x="542106" y="19443"/>
                </a:lnTo>
                <a:lnTo>
                  <a:pt x="541852" y="19634"/>
                </a:lnTo>
                <a:lnTo>
                  <a:pt x="541603" y="19828"/>
                </a:lnTo>
                <a:lnTo>
                  <a:pt x="541359" y="20024"/>
                </a:lnTo>
                <a:lnTo>
                  <a:pt x="541119" y="20222"/>
                </a:lnTo>
                <a:lnTo>
                  <a:pt x="540884" y="20422"/>
                </a:lnTo>
                <a:lnTo>
                  <a:pt x="540653" y="20624"/>
                </a:lnTo>
                <a:lnTo>
                  <a:pt x="540428" y="20828"/>
                </a:lnTo>
                <a:lnTo>
                  <a:pt x="540207" y="21035"/>
                </a:lnTo>
                <a:lnTo>
                  <a:pt x="539990" y="21244"/>
                </a:lnTo>
                <a:lnTo>
                  <a:pt x="539778" y="21455"/>
                </a:lnTo>
                <a:lnTo>
                  <a:pt x="539571" y="21668"/>
                </a:lnTo>
                <a:lnTo>
                  <a:pt x="539369" y="21883"/>
                </a:lnTo>
                <a:lnTo>
                  <a:pt x="539171" y="22101"/>
                </a:lnTo>
                <a:lnTo>
                  <a:pt x="538978" y="22321"/>
                </a:lnTo>
                <a:lnTo>
                  <a:pt x="538789" y="22542"/>
                </a:lnTo>
                <a:lnTo>
                  <a:pt x="538606" y="22766"/>
                </a:lnTo>
                <a:lnTo>
                  <a:pt x="538426" y="22993"/>
                </a:lnTo>
                <a:lnTo>
                  <a:pt x="538210" y="16714"/>
                </a:lnTo>
                <a:lnTo>
                  <a:pt x="527168" y="16714"/>
                </a:lnTo>
                <a:lnTo>
                  <a:pt x="527168" y="59495"/>
                </a:lnTo>
                <a:lnTo>
                  <a:pt x="538643" y="59495"/>
                </a:lnTo>
                <a:lnTo>
                  <a:pt x="538643" y="30836"/>
                </a:lnTo>
                <a:lnTo>
                  <a:pt x="538796" y="30642"/>
                </a:lnTo>
                <a:lnTo>
                  <a:pt x="538950" y="30452"/>
                </a:lnTo>
                <a:close/>
                <a:moveTo>
                  <a:pt x="462414" y="59495"/>
                </a:moveTo>
                <a:lnTo>
                  <a:pt x="462414" y="16714"/>
                </a:lnTo>
                <a:lnTo>
                  <a:pt x="450939" y="16714"/>
                </a:lnTo>
                <a:lnTo>
                  <a:pt x="450939" y="59495"/>
                </a:lnTo>
                <a:lnTo>
                  <a:pt x="462414" y="59495"/>
                </a:lnTo>
                <a:close/>
                <a:moveTo>
                  <a:pt x="314584" y="60203"/>
                </a:moveTo>
                <a:lnTo>
                  <a:pt x="315036" y="60172"/>
                </a:lnTo>
                <a:lnTo>
                  <a:pt x="315483" y="60135"/>
                </a:lnTo>
                <a:lnTo>
                  <a:pt x="315926" y="60092"/>
                </a:lnTo>
                <a:lnTo>
                  <a:pt x="316363" y="60043"/>
                </a:lnTo>
                <a:lnTo>
                  <a:pt x="316795" y="59989"/>
                </a:lnTo>
                <a:lnTo>
                  <a:pt x="317222" y="59929"/>
                </a:lnTo>
                <a:lnTo>
                  <a:pt x="317644" y="59863"/>
                </a:lnTo>
                <a:lnTo>
                  <a:pt x="318061" y="59792"/>
                </a:lnTo>
                <a:lnTo>
                  <a:pt x="318473" y="59715"/>
                </a:lnTo>
                <a:lnTo>
                  <a:pt x="318880" y="59632"/>
                </a:lnTo>
                <a:lnTo>
                  <a:pt x="319281" y="59543"/>
                </a:lnTo>
                <a:lnTo>
                  <a:pt x="319678" y="59449"/>
                </a:lnTo>
                <a:lnTo>
                  <a:pt x="320070" y="59349"/>
                </a:lnTo>
                <a:lnTo>
                  <a:pt x="320457" y="59243"/>
                </a:lnTo>
                <a:lnTo>
                  <a:pt x="320838" y="59132"/>
                </a:lnTo>
                <a:lnTo>
                  <a:pt x="321215" y="59015"/>
                </a:lnTo>
                <a:lnTo>
                  <a:pt x="321587" y="58892"/>
                </a:lnTo>
                <a:lnTo>
                  <a:pt x="321953" y="58763"/>
                </a:lnTo>
                <a:lnTo>
                  <a:pt x="322315" y="58629"/>
                </a:lnTo>
                <a:lnTo>
                  <a:pt x="322671" y="58489"/>
                </a:lnTo>
                <a:lnTo>
                  <a:pt x="323020" y="58343"/>
                </a:lnTo>
                <a:lnTo>
                  <a:pt x="323364" y="58191"/>
                </a:lnTo>
                <a:lnTo>
                  <a:pt x="323700" y="58034"/>
                </a:lnTo>
                <a:lnTo>
                  <a:pt x="324031" y="57870"/>
                </a:lnTo>
                <a:lnTo>
                  <a:pt x="324355" y="57701"/>
                </a:lnTo>
                <a:lnTo>
                  <a:pt x="324673" y="57526"/>
                </a:lnTo>
                <a:lnTo>
                  <a:pt x="324985" y="57345"/>
                </a:lnTo>
                <a:lnTo>
                  <a:pt x="325290" y="57158"/>
                </a:lnTo>
                <a:lnTo>
                  <a:pt x="325589" y="56965"/>
                </a:lnTo>
                <a:lnTo>
                  <a:pt x="325882" y="56766"/>
                </a:lnTo>
                <a:lnTo>
                  <a:pt x="326169" y="56562"/>
                </a:lnTo>
                <a:lnTo>
                  <a:pt x="326449" y="56351"/>
                </a:lnTo>
                <a:lnTo>
                  <a:pt x="326723" y="56135"/>
                </a:lnTo>
                <a:lnTo>
                  <a:pt x="326990" y="55913"/>
                </a:lnTo>
                <a:lnTo>
                  <a:pt x="327251" y="55685"/>
                </a:lnTo>
                <a:lnTo>
                  <a:pt x="327506" y="55451"/>
                </a:lnTo>
                <a:lnTo>
                  <a:pt x="327755" y="55211"/>
                </a:lnTo>
                <a:lnTo>
                  <a:pt x="327997" y="54966"/>
                </a:lnTo>
                <a:lnTo>
                  <a:pt x="328233" y="54714"/>
                </a:lnTo>
                <a:lnTo>
                  <a:pt x="328462" y="54457"/>
                </a:lnTo>
                <a:lnTo>
                  <a:pt x="328685" y="54194"/>
                </a:lnTo>
                <a:lnTo>
                  <a:pt x="328902" y="53925"/>
                </a:lnTo>
                <a:lnTo>
                  <a:pt x="329113" y="53650"/>
                </a:lnTo>
                <a:lnTo>
                  <a:pt x="329317" y="53369"/>
                </a:lnTo>
                <a:lnTo>
                  <a:pt x="329512" y="53082"/>
                </a:lnTo>
                <a:lnTo>
                  <a:pt x="329700" y="52790"/>
                </a:lnTo>
                <a:lnTo>
                  <a:pt x="329880" y="52492"/>
                </a:lnTo>
                <a:lnTo>
                  <a:pt x="330052" y="52188"/>
                </a:lnTo>
                <a:lnTo>
                  <a:pt x="330216" y="51878"/>
                </a:lnTo>
                <a:lnTo>
                  <a:pt x="330372" y="51563"/>
                </a:lnTo>
                <a:lnTo>
                  <a:pt x="330520" y="51242"/>
                </a:lnTo>
                <a:lnTo>
                  <a:pt x="330661" y="50915"/>
                </a:lnTo>
                <a:lnTo>
                  <a:pt x="330793" y="50582"/>
                </a:lnTo>
                <a:lnTo>
                  <a:pt x="330918" y="50243"/>
                </a:lnTo>
                <a:lnTo>
                  <a:pt x="331035" y="49899"/>
                </a:lnTo>
                <a:lnTo>
                  <a:pt x="331143" y="49548"/>
                </a:lnTo>
                <a:lnTo>
                  <a:pt x="331244" y="49192"/>
                </a:lnTo>
                <a:lnTo>
                  <a:pt x="331337" y="48831"/>
                </a:lnTo>
                <a:lnTo>
                  <a:pt x="331422" y="48463"/>
                </a:lnTo>
                <a:lnTo>
                  <a:pt x="331500" y="48090"/>
                </a:lnTo>
                <a:lnTo>
                  <a:pt x="331569" y="47711"/>
                </a:lnTo>
                <a:lnTo>
                  <a:pt x="331630" y="47326"/>
                </a:lnTo>
                <a:lnTo>
                  <a:pt x="331684" y="46935"/>
                </a:lnTo>
                <a:lnTo>
                  <a:pt x="331730" y="46538"/>
                </a:lnTo>
                <a:lnTo>
                  <a:pt x="331767" y="46136"/>
                </a:lnTo>
                <a:lnTo>
                  <a:pt x="331797" y="45728"/>
                </a:lnTo>
                <a:lnTo>
                  <a:pt x="331819" y="45314"/>
                </a:lnTo>
                <a:lnTo>
                  <a:pt x="320518" y="45314"/>
                </a:lnTo>
                <a:lnTo>
                  <a:pt x="320510" y="45587"/>
                </a:lnTo>
                <a:lnTo>
                  <a:pt x="320495" y="45853"/>
                </a:lnTo>
                <a:lnTo>
                  <a:pt x="320473" y="46114"/>
                </a:lnTo>
                <a:lnTo>
                  <a:pt x="320442" y="46370"/>
                </a:lnTo>
                <a:lnTo>
                  <a:pt x="320404" y="46619"/>
                </a:lnTo>
                <a:lnTo>
                  <a:pt x="320358" y="46863"/>
                </a:lnTo>
                <a:lnTo>
                  <a:pt x="320305" y="47102"/>
                </a:lnTo>
                <a:lnTo>
                  <a:pt x="320244" y="47334"/>
                </a:lnTo>
                <a:lnTo>
                  <a:pt x="320175" y="47561"/>
                </a:lnTo>
                <a:lnTo>
                  <a:pt x="320098" y="47783"/>
                </a:lnTo>
                <a:lnTo>
                  <a:pt x="320014" y="47998"/>
                </a:lnTo>
                <a:lnTo>
                  <a:pt x="319922" y="48209"/>
                </a:lnTo>
                <a:lnTo>
                  <a:pt x="319823" y="48413"/>
                </a:lnTo>
                <a:lnTo>
                  <a:pt x="319716" y="48612"/>
                </a:lnTo>
                <a:lnTo>
                  <a:pt x="319601" y="48805"/>
                </a:lnTo>
                <a:lnTo>
                  <a:pt x="319479" y="48992"/>
                </a:lnTo>
                <a:lnTo>
                  <a:pt x="319349" y="49174"/>
                </a:lnTo>
                <a:lnTo>
                  <a:pt x="319211" y="49350"/>
                </a:lnTo>
                <a:lnTo>
                  <a:pt x="319065" y="49521"/>
                </a:lnTo>
                <a:lnTo>
                  <a:pt x="318912" y="49686"/>
                </a:lnTo>
                <a:lnTo>
                  <a:pt x="318751" y="49845"/>
                </a:lnTo>
                <a:lnTo>
                  <a:pt x="318583" y="49998"/>
                </a:lnTo>
                <a:lnTo>
                  <a:pt x="318407" y="50146"/>
                </a:lnTo>
                <a:lnTo>
                  <a:pt x="318223" y="50288"/>
                </a:lnTo>
                <a:lnTo>
                  <a:pt x="318033" y="50425"/>
                </a:lnTo>
                <a:lnTo>
                  <a:pt x="317837" y="50556"/>
                </a:lnTo>
                <a:lnTo>
                  <a:pt x="317637" y="50680"/>
                </a:lnTo>
                <a:lnTo>
                  <a:pt x="317431" y="50799"/>
                </a:lnTo>
                <a:lnTo>
                  <a:pt x="317221" y="50913"/>
                </a:lnTo>
                <a:lnTo>
                  <a:pt x="317005" y="51020"/>
                </a:lnTo>
                <a:lnTo>
                  <a:pt x="316784" y="51122"/>
                </a:lnTo>
                <a:lnTo>
                  <a:pt x="316558" y="51218"/>
                </a:lnTo>
                <a:lnTo>
                  <a:pt x="316327" y="51308"/>
                </a:lnTo>
                <a:lnTo>
                  <a:pt x="316091" y="51392"/>
                </a:lnTo>
                <a:lnTo>
                  <a:pt x="315850" y="51470"/>
                </a:lnTo>
                <a:lnTo>
                  <a:pt x="315603" y="51543"/>
                </a:lnTo>
                <a:lnTo>
                  <a:pt x="315352" y="51610"/>
                </a:lnTo>
                <a:lnTo>
                  <a:pt x="315095" y="51670"/>
                </a:lnTo>
                <a:lnTo>
                  <a:pt x="314833" y="51726"/>
                </a:lnTo>
                <a:lnTo>
                  <a:pt x="314566" y="51775"/>
                </a:lnTo>
                <a:lnTo>
                  <a:pt x="314294" y="51819"/>
                </a:lnTo>
                <a:lnTo>
                  <a:pt x="314017" y="51856"/>
                </a:lnTo>
                <a:lnTo>
                  <a:pt x="313735" y="51888"/>
                </a:lnTo>
                <a:lnTo>
                  <a:pt x="313448" y="51914"/>
                </a:lnTo>
                <a:lnTo>
                  <a:pt x="313155" y="51935"/>
                </a:lnTo>
                <a:lnTo>
                  <a:pt x="312858" y="51949"/>
                </a:lnTo>
                <a:lnTo>
                  <a:pt x="312555" y="51958"/>
                </a:lnTo>
                <a:lnTo>
                  <a:pt x="312247" y="51961"/>
                </a:lnTo>
                <a:lnTo>
                  <a:pt x="311950" y="51958"/>
                </a:lnTo>
                <a:lnTo>
                  <a:pt x="311658" y="51950"/>
                </a:lnTo>
                <a:lnTo>
                  <a:pt x="311371" y="51936"/>
                </a:lnTo>
                <a:lnTo>
                  <a:pt x="311088" y="51916"/>
                </a:lnTo>
                <a:lnTo>
                  <a:pt x="310810" y="51891"/>
                </a:lnTo>
                <a:lnTo>
                  <a:pt x="310537" y="51860"/>
                </a:lnTo>
                <a:lnTo>
                  <a:pt x="310269" y="51823"/>
                </a:lnTo>
                <a:lnTo>
                  <a:pt x="310005" y="51781"/>
                </a:lnTo>
                <a:lnTo>
                  <a:pt x="309747" y="51734"/>
                </a:lnTo>
                <a:lnTo>
                  <a:pt x="309493" y="51680"/>
                </a:lnTo>
                <a:lnTo>
                  <a:pt x="309244" y="51621"/>
                </a:lnTo>
                <a:lnTo>
                  <a:pt x="309000" y="51557"/>
                </a:lnTo>
                <a:lnTo>
                  <a:pt x="308761" y="51487"/>
                </a:lnTo>
                <a:lnTo>
                  <a:pt x="308526" y="51411"/>
                </a:lnTo>
                <a:lnTo>
                  <a:pt x="308296" y="51330"/>
                </a:lnTo>
                <a:lnTo>
                  <a:pt x="308071" y="51243"/>
                </a:lnTo>
                <a:lnTo>
                  <a:pt x="307851" y="51150"/>
                </a:lnTo>
                <a:lnTo>
                  <a:pt x="307636" y="51052"/>
                </a:lnTo>
                <a:lnTo>
                  <a:pt x="307425" y="50948"/>
                </a:lnTo>
                <a:lnTo>
                  <a:pt x="307220" y="50839"/>
                </a:lnTo>
                <a:lnTo>
                  <a:pt x="307019" y="50724"/>
                </a:lnTo>
                <a:lnTo>
                  <a:pt x="306823" y="50603"/>
                </a:lnTo>
                <a:lnTo>
                  <a:pt x="306632" y="50477"/>
                </a:lnTo>
                <a:lnTo>
                  <a:pt x="306445" y="50345"/>
                </a:lnTo>
                <a:lnTo>
                  <a:pt x="306263" y="50209"/>
                </a:lnTo>
                <a:lnTo>
                  <a:pt x="306085" y="50068"/>
                </a:lnTo>
                <a:lnTo>
                  <a:pt x="305912" y="49925"/>
                </a:lnTo>
                <a:lnTo>
                  <a:pt x="305742" y="49777"/>
                </a:lnTo>
                <a:lnTo>
                  <a:pt x="305577" y="49626"/>
                </a:lnTo>
                <a:lnTo>
                  <a:pt x="305415" y="49472"/>
                </a:lnTo>
                <a:lnTo>
                  <a:pt x="305258" y="49313"/>
                </a:lnTo>
                <a:lnTo>
                  <a:pt x="305105" y="49152"/>
                </a:lnTo>
                <a:lnTo>
                  <a:pt x="304956" y="48986"/>
                </a:lnTo>
                <a:lnTo>
                  <a:pt x="304812" y="48817"/>
                </a:lnTo>
                <a:lnTo>
                  <a:pt x="304671" y="48644"/>
                </a:lnTo>
                <a:lnTo>
                  <a:pt x="304534" y="48468"/>
                </a:lnTo>
                <a:lnTo>
                  <a:pt x="304402" y="48288"/>
                </a:lnTo>
                <a:lnTo>
                  <a:pt x="304274" y="48105"/>
                </a:lnTo>
                <a:lnTo>
                  <a:pt x="304150" y="47917"/>
                </a:lnTo>
                <a:lnTo>
                  <a:pt x="304030" y="47727"/>
                </a:lnTo>
                <a:lnTo>
                  <a:pt x="303914" y="47532"/>
                </a:lnTo>
                <a:lnTo>
                  <a:pt x="303802" y="47334"/>
                </a:lnTo>
                <a:lnTo>
                  <a:pt x="303695" y="47133"/>
                </a:lnTo>
                <a:lnTo>
                  <a:pt x="303592" y="46928"/>
                </a:lnTo>
                <a:lnTo>
                  <a:pt x="303492" y="46719"/>
                </a:lnTo>
                <a:lnTo>
                  <a:pt x="303397" y="46506"/>
                </a:lnTo>
                <a:lnTo>
                  <a:pt x="303306" y="46290"/>
                </a:lnTo>
                <a:lnTo>
                  <a:pt x="303219" y="46071"/>
                </a:lnTo>
                <a:lnTo>
                  <a:pt x="303136" y="45848"/>
                </a:lnTo>
                <a:lnTo>
                  <a:pt x="303056" y="45625"/>
                </a:lnTo>
                <a:lnTo>
                  <a:pt x="302979" y="45400"/>
                </a:lnTo>
                <a:lnTo>
                  <a:pt x="302906" y="45174"/>
                </a:lnTo>
                <a:lnTo>
                  <a:pt x="302836" y="44946"/>
                </a:lnTo>
                <a:lnTo>
                  <a:pt x="302769" y="44717"/>
                </a:lnTo>
                <a:lnTo>
                  <a:pt x="302705" y="44486"/>
                </a:lnTo>
                <a:lnTo>
                  <a:pt x="302644" y="44255"/>
                </a:lnTo>
                <a:lnTo>
                  <a:pt x="302587" y="44021"/>
                </a:lnTo>
                <a:lnTo>
                  <a:pt x="302533" y="43787"/>
                </a:lnTo>
                <a:lnTo>
                  <a:pt x="302482" y="43551"/>
                </a:lnTo>
                <a:lnTo>
                  <a:pt x="302434" y="43313"/>
                </a:lnTo>
                <a:lnTo>
                  <a:pt x="302390" y="43074"/>
                </a:lnTo>
                <a:lnTo>
                  <a:pt x="302349" y="42834"/>
                </a:lnTo>
                <a:lnTo>
                  <a:pt x="302311" y="42593"/>
                </a:lnTo>
                <a:lnTo>
                  <a:pt x="302276" y="42350"/>
                </a:lnTo>
                <a:lnTo>
                  <a:pt x="302245" y="42105"/>
                </a:lnTo>
                <a:lnTo>
                  <a:pt x="302217" y="41860"/>
                </a:lnTo>
                <a:lnTo>
                  <a:pt x="302192" y="41613"/>
                </a:lnTo>
                <a:lnTo>
                  <a:pt x="302170" y="41364"/>
                </a:lnTo>
                <a:lnTo>
                  <a:pt x="302151" y="41114"/>
                </a:lnTo>
                <a:lnTo>
                  <a:pt x="302136" y="40863"/>
                </a:lnTo>
                <a:lnTo>
                  <a:pt x="302124" y="40610"/>
                </a:lnTo>
                <a:lnTo>
                  <a:pt x="302115" y="40356"/>
                </a:lnTo>
                <a:lnTo>
                  <a:pt x="331776" y="40356"/>
                </a:lnTo>
                <a:lnTo>
                  <a:pt x="331783" y="40315"/>
                </a:lnTo>
                <a:lnTo>
                  <a:pt x="331790" y="40273"/>
                </a:lnTo>
                <a:lnTo>
                  <a:pt x="331797" y="40229"/>
                </a:lnTo>
                <a:lnTo>
                  <a:pt x="331804" y="40184"/>
                </a:lnTo>
                <a:lnTo>
                  <a:pt x="331810" y="40138"/>
                </a:lnTo>
                <a:lnTo>
                  <a:pt x="331817" y="40089"/>
                </a:lnTo>
                <a:lnTo>
                  <a:pt x="331823" y="40040"/>
                </a:lnTo>
                <a:lnTo>
                  <a:pt x="331829" y="39989"/>
                </a:lnTo>
                <a:lnTo>
                  <a:pt x="331835" y="39937"/>
                </a:lnTo>
                <a:lnTo>
                  <a:pt x="331841" y="39883"/>
                </a:lnTo>
                <a:lnTo>
                  <a:pt x="331846" y="39827"/>
                </a:lnTo>
                <a:lnTo>
                  <a:pt x="331852" y="39771"/>
                </a:lnTo>
                <a:lnTo>
                  <a:pt x="331857" y="39713"/>
                </a:lnTo>
                <a:lnTo>
                  <a:pt x="331862" y="39653"/>
                </a:lnTo>
                <a:lnTo>
                  <a:pt x="331867" y="39592"/>
                </a:lnTo>
                <a:lnTo>
                  <a:pt x="331872" y="39529"/>
                </a:lnTo>
                <a:lnTo>
                  <a:pt x="331877" y="39465"/>
                </a:lnTo>
                <a:lnTo>
                  <a:pt x="331882" y="39400"/>
                </a:lnTo>
                <a:lnTo>
                  <a:pt x="331886" y="39333"/>
                </a:lnTo>
                <a:lnTo>
                  <a:pt x="331890" y="39265"/>
                </a:lnTo>
                <a:lnTo>
                  <a:pt x="331894" y="39195"/>
                </a:lnTo>
                <a:lnTo>
                  <a:pt x="331898" y="39124"/>
                </a:lnTo>
                <a:lnTo>
                  <a:pt x="331902" y="39051"/>
                </a:lnTo>
                <a:lnTo>
                  <a:pt x="331906" y="38977"/>
                </a:lnTo>
                <a:lnTo>
                  <a:pt x="331909" y="38903"/>
                </a:lnTo>
                <a:lnTo>
                  <a:pt x="331913" y="38830"/>
                </a:lnTo>
                <a:lnTo>
                  <a:pt x="331916" y="38759"/>
                </a:lnTo>
                <a:lnTo>
                  <a:pt x="331919" y="38689"/>
                </a:lnTo>
                <a:lnTo>
                  <a:pt x="331922" y="38620"/>
                </a:lnTo>
                <a:lnTo>
                  <a:pt x="331925" y="38552"/>
                </a:lnTo>
                <a:lnTo>
                  <a:pt x="331928" y="38486"/>
                </a:lnTo>
                <a:lnTo>
                  <a:pt x="331930" y="38421"/>
                </a:lnTo>
                <a:lnTo>
                  <a:pt x="331932" y="38357"/>
                </a:lnTo>
                <a:lnTo>
                  <a:pt x="331935" y="38294"/>
                </a:lnTo>
                <a:lnTo>
                  <a:pt x="331937" y="38233"/>
                </a:lnTo>
                <a:lnTo>
                  <a:pt x="331938" y="38173"/>
                </a:lnTo>
                <a:lnTo>
                  <a:pt x="331940" y="38115"/>
                </a:lnTo>
                <a:lnTo>
                  <a:pt x="331942" y="38057"/>
                </a:lnTo>
                <a:lnTo>
                  <a:pt x="331943" y="38001"/>
                </a:lnTo>
                <a:lnTo>
                  <a:pt x="331944" y="37947"/>
                </a:lnTo>
                <a:lnTo>
                  <a:pt x="331946" y="37893"/>
                </a:lnTo>
                <a:lnTo>
                  <a:pt x="331947" y="37841"/>
                </a:lnTo>
                <a:lnTo>
                  <a:pt x="331947" y="37790"/>
                </a:lnTo>
                <a:lnTo>
                  <a:pt x="331948" y="37741"/>
                </a:lnTo>
                <a:lnTo>
                  <a:pt x="331949" y="37692"/>
                </a:lnTo>
                <a:lnTo>
                  <a:pt x="331949" y="37645"/>
                </a:lnTo>
                <a:lnTo>
                  <a:pt x="331949" y="37600"/>
                </a:lnTo>
                <a:lnTo>
                  <a:pt x="331949" y="37555"/>
                </a:lnTo>
                <a:lnTo>
                  <a:pt x="331940" y="36703"/>
                </a:lnTo>
                <a:lnTo>
                  <a:pt x="331911" y="35867"/>
                </a:lnTo>
                <a:lnTo>
                  <a:pt x="331864" y="35047"/>
                </a:lnTo>
                <a:lnTo>
                  <a:pt x="331797" y="34244"/>
                </a:lnTo>
                <a:lnTo>
                  <a:pt x="331712" y="33457"/>
                </a:lnTo>
                <a:lnTo>
                  <a:pt x="331607" y="32687"/>
                </a:lnTo>
                <a:lnTo>
                  <a:pt x="331483" y="31934"/>
                </a:lnTo>
                <a:lnTo>
                  <a:pt x="331341" y="31196"/>
                </a:lnTo>
                <a:lnTo>
                  <a:pt x="331179" y="30476"/>
                </a:lnTo>
                <a:lnTo>
                  <a:pt x="330998" y="29772"/>
                </a:lnTo>
                <a:lnTo>
                  <a:pt x="330799" y="29084"/>
                </a:lnTo>
                <a:lnTo>
                  <a:pt x="330580" y="28413"/>
                </a:lnTo>
                <a:lnTo>
                  <a:pt x="330342" y="27758"/>
                </a:lnTo>
                <a:lnTo>
                  <a:pt x="330085" y="27120"/>
                </a:lnTo>
                <a:lnTo>
                  <a:pt x="329810" y="26498"/>
                </a:lnTo>
                <a:lnTo>
                  <a:pt x="329515" y="25893"/>
                </a:lnTo>
                <a:lnTo>
                  <a:pt x="329201" y="25304"/>
                </a:lnTo>
                <a:lnTo>
                  <a:pt x="328868" y="24732"/>
                </a:lnTo>
                <a:lnTo>
                  <a:pt x="328516" y="24176"/>
                </a:lnTo>
                <a:lnTo>
                  <a:pt x="328145" y="23637"/>
                </a:lnTo>
                <a:lnTo>
                  <a:pt x="327756" y="23114"/>
                </a:lnTo>
                <a:lnTo>
                  <a:pt x="327347" y="22608"/>
                </a:lnTo>
                <a:lnTo>
                  <a:pt x="326919" y="22118"/>
                </a:lnTo>
                <a:lnTo>
                  <a:pt x="326472" y="21645"/>
                </a:lnTo>
                <a:lnTo>
                  <a:pt x="326008" y="21190"/>
                </a:lnTo>
                <a:lnTo>
                  <a:pt x="325531" y="20754"/>
                </a:lnTo>
                <a:lnTo>
                  <a:pt x="325040" y="20337"/>
                </a:lnTo>
                <a:lnTo>
                  <a:pt x="324536" y="19940"/>
                </a:lnTo>
                <a:lnTo>
                  <a:pt x="324017" y="19562"/>
                </a:lnTo>
                <a:lnTo>
                  <a:pt x="323485" y="19204"/>
                </a:lnTo>
                <a:lnTo>
                  <a:pt x="322939" y="18864"/>
                </a:lnTo>
                <a:lnTo>
                  <a:pt x="322380" y="18545"/>
                </a:lnTo>
                <a:lnTo>
                  <a:pt x="321806" y="18244"/>
                </a:lnTo>
                <a:lnTo>
                  <a:pt x="321219" y="17963"/>
                </a:lnTo>
                <a:lnTo>
                  <a:pt x="320618" y="17702"/>
                </a:lnTo>
                <a:lnTo>
                  <a:pt x="320004" y="17460"/>
                </a:lnTo>
                <a:lnTo>
                  <a:pt x="319375" y="17237"/>
                </a:lnTo>
                <a:lnTo>
                  <a:pt x="318733" y="17033"/>
                </a:lnTo>
                <a:lnTo>
                  <a:pt x="318077" y="16849"/>
                </a:lnTo>
                <a:lnTo>
                  <a:pt x="317407" y="16685"/>
                </a:lnTo>
                <a:lnTo>
                  <a:pt x="316724" y="16539"/>
                </a:lnTo>
                <a:lnTo>
                  <a:pt x="316027" y="16413"/>
                </a:lnTo>
                <a:lnTo>
                  <a:pt x="315316" y="16307"/>
                </a:lnTo>
                <a:lnTo>
                  <a:pt x="314591" y="16220"/>
                </a:lnTo>
                <a:lnTo>
                  <a:pt x="313853" y="16152"/>
                </a:lnTo>
                <a:lnTo>
                  <a:pt x="313100" y="16103"/>
                </a:lnTo>
                <a:lnTo>
                  <a:pt x="312334" y="16074"/>
                </a:lnTo>
                <a:lnTo>
                  <a:pt x="311555" y="16065"/>
                </a:lnTo>
                <a:lnTo>
                  <a:pt x="310992" y="16069"/>
                </a:lnTo>
                <a:lnTo>
                  <a:pt x="310436" y="16083"/>
                </a:lnTo>
                <a:lnTo>
                  <a:pt x="309889" y="16106"/>
                </a:lnTo>
                <a:lnTo>
                  <a:pt x="309348" y="16138"/>
                </a:lnTo>
                <a:lnTo>
                  <a:pt x="308815" y="16180"/>
                </a:lnTo>
                <a:lnTo>
                  <a:pt x="308289" y="16230"/>
                </a:lnTo>
                <a:lnTo>
                  <a:pt x="307771" y="16290"/>
                </a:lnTo>
                <a:lnTo>
                  <a:pt x="307261" y="16359"/>
                </a:lnTo>
                <a:lnTo>
                  <a:pt x="306757" y="16437"/>
                </a:lnTo>
                <a:lnTo>
                  <a:pt x="306262" y="16525"/>
                </a:lnTo>
                <a:lnTo>
                  <a:pt x="305773" y="16621"/>
                </a:lnTo>
                <a:lnTo>
                  <a:pt x="305292" y="16727"/>
                </a:lnTo>
                <a:lnTo>
                  <a:pt x="304819" y="16842"/>
                </a:lnTo>
                <a:lnTo>
                  <a:pt x="304353" y="16967"/>
                </a:lnTo>
                <a:lnTo>
                  <a:pt x="303894" y="17100"/>
                </a:lnTo>
                <a:lnTo>
                  <a:pt x="303443" y="17243"/>
                </a:lnTo>
                <a:lnTo>
                  <a:pt x="302999" y="17395"/>
                </a:lnTo>
                <a:lnTo>
                  <a:pt x="302563" y="17556"/>
                </a:lnTo>
                <a:lnTo>
                  <a:pt x="302134" y="17726"/>
                </a:lnTo>
                <a:lnTo>
                  <a:pt x="301713" y="17905"/>
                </a:lnTo>
                <a:lnTo>
                  <a:pt x="301299" y="18094"/>
                </a:lnTo>
                <a:lnTo>
                  <a:pt x="300892" y="18292"/>
                </a:lnTo>
                <a:lnTo>
                  <a:pt x="300493" y="18499"/>
                </a:lnTo>
                <a:lnTo>
                  <a:pt x="300102" y="18715"/>
                </a:lnTo>
                <a:lnTo>
                  <a:pt x="299718" y="18940"/>
                </a:lnTo>
                <a:lnTo>
                  <a:pt x="299341" y="19173"/>
                </a:lnTo>
                <a:lnTo>
                  <a:pt x="298973" y="19413"/>
                </a:lnTo>
                <a:lnTo>
                  <a:pt x="298613" y="19662"/>
                </a:lnTo>
                <a:lnTo>
                  <a:pt x="298260" y="19918"/>
                </a:lnTo>
                <a:lnTo>
                  <a:pt x="297915" y="20182"/>
                </a:lnTo>
                <a:lnTo>
                  <a:pt x="297578" y="20454"/>
                </a:lnTo>
                <a:lnTo>
                  <a:pt x="297249" y="20733"/>
                </a:lnTo>
                <a:lnTo>
                  <a:pt x="296927" y="21021"/>
                </a:lnTo>
                <a:lnTo>
                  <a:pt x="296613" y="21316"/>
                </a:lnTo>
                <a:lnTo>
                  <a:pt x="296308" y="21619"/>
                </a:lnTo>
                <a:lnTo>
                  <a:pt x="296010" y="21930"/>
                </a:lnTo>
                <a:lnTo>
                  <a:pt x="295719" y="22249"/>
                </a:lnTo>
                <a:lnTo>
                  <a:pt x="295437" y="22576"/>
                </a:lnTo>
                <a:lnTo>
                  <a:pt x="295163" y="22911"/>
                </a:lnTo>
                <a:lnTo>
                  <a:pt x="294896" y="23253"/>
                </a:lnTo>
                <a:lnTo>
                  <a:pt x="294637" y="23603"/>
                </a:lnTo>
                <a:lnTo>
                  <a:pt x="294386" y="23961"/>
                </a:lnTo>
                <a:lnTo>
                  <a:pt x="294143" y="24327"/>
                </a:lnTo>
                <a:lnTo>
                  <a:pt x="293907" y="24701"/>
                </a:lnTo>
                <a:lnTo>
                  <a:pt x="293680" y="25082"/>
                </a:lnTo>
                <a:lnTo>
                  <a:pt x="293460" y="25472"/>
                </a:lnTo>
                <a:lnTo>
                  <a:pt x="293248" y="25869"/>
                </a:lnTo>
                <a:lnTo>
                  <a:pt x="293044" y="26274"/>
                </a:lnTo>
                <a:lnTo>
                  <a:pt x="292847" y="26686"/>
                </a:lnTo>
                <a:lnTo>
                  <a:pt x="292660" y="27105"/>
                </a:lnTo>
                <a:lnTo>
                  <a:pt x="292480" y="27530"/>
                </a:lnTo>
                <a:lnTo>
                  <a:pt x="292309" y="27962"/>
                </a:lnTo>
                <a:lnTo>
                  <a:pt x="292147" y="28400"/>
                </a:lnTo>
                <a:lnTo>
                  <a:pt x="291992" y="28845"/>
                </a:lnTo>
                <a:lnTo>
                  <a:pt x="291846" y="29297"/>
                </a:lnTo>
                <a:lnTo>
                  <a:pt x="291708" y="29755"/>
                </a:lnTo>
                <a:lnTo>
                  <a:pt x="291579" y="30219"/>
                </a:lnTo>
                <a:lnTo>
                  <a:pt x="291458" y="30690"/>
                </a:lnTo>
                <a:lnTo>
                  <a:pt x="291345" y="31168"/>
                </a:lnTo>
                <a:lnTo>
                  <a:pt x="291241" y="31652"/>
                </a:lnTo>
                <a:lnTo>
                  <a:pt x="291145" y="32142"/>
                </a:lnTo>
                <a:lnTo>
                  <a:pt x="291058" y="32640"/>
                </a:lnTo>
                <a:lnTo>
                  <a:pt x="290978" y="33144"/>
                </a:lnTo>
                <a:lnTo>
                  <a:pt x="290907" y="33654"/>
                </a:lnTo>
                <a:lnTo>
                  <a:pt x="290845" y="34171"/>
                </a:lnTo>
                <a:lnTo>
                  <a:pt x="290791" y="34694"/>
                </a:lnTo>
                <a:lnTo>
                  <a:pt x="290745" y="35224"/>
                </a:lnTo>
                <a:lnTo>
                  <a:pt x="290707" y="35761"/>
                </a:lnTo>
                <a:lnTo>
                  <a:pt x="290678" y="36304"/>
                </a:lnTo>
                <a:lnTo>
                  <a:pt x="290657" y="36853"/>
                </a:lnTo>
                <a:lnTo>
                  <a:pt x="290645" y="37409"/>
                </a:lnTo>
                <a:lnTo>
                  <a:pt x="290640" y="37972"/>
                </a:lnTo>
                <a:lnTo>
                  <a:pt x="290645" y="38553"/>
                </a:lnTo>
                <a:lnTo>
                  <a:pt x="290658" y="39126"/>
                </a:lnTo>
                <a:lnTo>
                  <a:pt x="290679" y="39693"/>
                </a:lnTo>
                <a:lnTo>
                  <a:pt x="290709" y="40253"/>
                </a:lnTo>
                <a:lnTo>
                  <a:pt x="290748" y="40806"/>
                </a:lnTo>
                <a:lnTo>
                  <a:pt x="290795" y="41351"/>
                </a:lnTo>
                <a:lnTo>
                  <a:pt x="290850" y="41890"/>
                </a:lnTo>
                <a:lnTo>
                  <a:pt x="290915" y="42422"/>
                </a:lnTo>
                <a:lnTo>
                  <a:pt x="290987" y="42947"/>
                </a:lnTo>
                <a:lnTo>
                  <a:pt x="291069" y="43464"/>
                </a:lnTo>
                <a:lnTo>
                  <a:pt x="291159" y="43975"/>
                </a:lnTo>
                <a:lnTo>
                  <a:pt x="291257" y="44479"/>
                </a:lnTo>
                <a:lnTo>
                  <a:pt x="291365" y="44976"/>
                </a:lnTo>
                <a:lnTo>
                  <a:pt x="291480" y="45466"/>
                </a:lnTo>
                <a:lnTo>
                  <a:pt x="291604" y="45948"/>
                </a:lnTo>
                <a:lnTo>
                  <a:pt x="291737" y="46424"/>
                </a:lnTo>
                <a:lnTo>
                  <a:pt x="291879" y="46893"/>
                </a:lnTo>
                <a:lnTo>
                  <a:pt x="292029" y="47355"/>
                </a:lnTo>
                <a:lnTo>
                  <a:pt x="292187" y="47809"/>
                </a:lnTo>
                <a:lnTo>
                  <a:pt x="292354" y="48257"/>
                </a:lnTo>
                <a:lnTo>
                  <a:pt x="292530" y="48698"/>
                </a:lnTo>
                <a:lnTo>
                  <a:pt x="292714" y="49132"/>
                </a:lnTo>
                <a:lnTo>
                  <a:pt x="292907" y="49559"/>
                </a:lnTo>
                <a:lnTo>
                  <a:pt x="293109" y="49979"/>
                </a:lnTo>
                <a:lnTo>
                  <a:pt x="293318" y="50391"/>
                </a:lnTo>
                <a:lnTo>
                  <a:pt x="293536" y="50795"/>
                </a:lnTo>
                <a:lnTo>
                  <a:pt x="293762" y="51190"/>
                </a:lnTo>
                <a:lnTo>
                  <a:pt x="293996" y="51578"/>
                </a:lnTo>
                <a:lnTo>
                  <a:pt x="294238" y="51958"/>
                </a:lnTo>
                <a:lnTo>
                  <a:pt x="294489" y="52329"/>
                </a:lnTo>
                <a:lnTo>
                  <a:pt x="294747" y="52693"/>
                </a:lnTo>
                <a:lnTo>
                  <a:pt x="295014" y="53048"/>
                </a:lnTo>
                <a:lnTo>
                  <a:pt x="295288" y="53395"/>
                </a:lnTo>
                <a:lnTo>
                  <a:pt x="295571" y="53734"/>
                </a:lnTo>
                <a:lnTo>
                  <a:pt x="295862" y="54064"/>
                </a:lnTo>
                <a:lnTo>
                  <a:pt x="296161" y="54387"/>
                </a:lnTo>
                <a:lnTo>
                  <a:pt x="296468" y="54702"/>
                </a:lnTo>
                <a:lnTo>
                  <a:pt x="296784" y="55008"/>
                </a:lnTo>
                <a:lnTo>
                  <a:pt x="297107" y="55306"/>
                </a:lnTo>
                <a:lnTo>
                  <a:pt x="297439" y="55596"/>
                </a:lnTo>
                <a:lnTo>
                  <a:pt x="297778" y="55878"/>
                </a:lnTo>
                <a:lnTo>
                  <a:pt x="298126" y="56152"/>
                </a:lnTo>
                <a:lnTo>
                  <a:pt x="298482" y="56418"/>
                </a:lnTo>
                <a:lnTo>
                  <a:pt x="298846" y="56675"/>
                </a:lnTo>
                <a:lnTo>
                  <a:pt x="299218" y="56924"/>
                </a:lnTo>
                <a:lnTo>
                  <a:pt x="299598" y="57166"/>
                </a:lnTo>
                <a:lnTo>
                  <a:pt x="299987" y="57399"/>
                </a:lnTo>
                <a:lnTo>
                  <a:pt x="300383" y="57624"/>
                </a:lnTo>
                <a:lnTo>
                  <a:pt x="300787" y="57840"/>
                </a:lnTo>
                <a:lnTo>
                  <a:pt x="301200" y="58047"/>
                </a:lnTo>
                <a:lnTo>
                  <a:pt x="301620" y="58245"/>
                </a:lnTo>
                <a:lnTo>
                  <a:pt x="302048" y="58434"/>
                </a:lnTo>
                <a:lnTo>
                  <a:pt x="302483" y="58613"/>
                </a:lnTo>
                <a:lnTo>
                  <a:pt x="302927" y="58784"/>
                </a:lnTo>
                <a:lnTo>
                  <a:pt x="303378" y="58945"/>
                </a:lnTo>
                <a:lnTo>
                  <a:pt x="303837" y="59096"/>
                </a:lnTo>
                <a:lnTo>
                  <a:pt x="304304" y="59239"/>
                </a:lnTo>
                <a:lnTo>
                  <a:pt x="304779" y="59373"/>
                </a:lnTo>
                <a:lnTo>
                  <a:pt x="305262" y="59497"/>
                </a:lnTo>
                <a:lnTo>
                  <a:pt x="305752" y="59612"/>
                </a:lnTo>
                <a:lnTo>
                  <a:pt x="306251" y="59718"/>
                </a:lnTo>
                <a:lnTo>
                  <a:pt x="306757" y="59814"/>
                </a:lnTo>
                <a:lnTo>
                  <a:pt x="307271" y="59902"/>
                </a:lnTo>
                <a:lnTo>
                  <a:pt x="307792" y="59980"/>
                </a:lnTo>
                <a:lnTo>
                  <a:pt x="308322" y="60049"/>
                </a:lnTo>
                <a:lnTo>
                  <a:pt x="308859" y="60109"/>
                </a:lnTo>
                <a:lnTo>
                  <a:pt x="309404" y="60160"/>
                </a:lnTo>
                <a:lnTo>
                  <a:pt x="309957" y="60201"/>
                </a:lnTo>
                <a:lnTo>
                  <a:pt x="310518" y="60233"/>
                </a:lnTo>
                <a:lnTo>
                  <a:pt x="311087" y="60256"/>
                </a:lnTo>
                <a:lnTo>
                  <a:pt x="311663" y="60270"/>
                </a:lnTo>
                <a:lnTo>
                  <a:pt x="312247" y="60275"/>
                </a:lnTo>
                <a:lnTo>
                  <a:pt x="312725" y="60272"/>
                </a:lnTo>
                <a:lnTo>
                  <a:pt x="313197" y="60263"/>
                </a:lnTo>
                <a:lnTo>
                  <a:pt x="313665" y="60249"/>
                </a:lnTo>
                <a:lnTo>
                  <a:pt x="314127" y="60229"/>
                </a:lnTo>
                <a:lnTo>
                  <a:pt x="314584" y="60203"/>
                </a:lnTo>
                <a:close/>
                <a:moveTo>
                  <a:pt x="302452" y="31334"/>
                </a:moveTo>
                <a:lnTo>
                  <a:pt x="302517" y="31006"/>
                </a:lnTo>
                <a:lnTo>
                  <a:pt x="302590" y="30685"/>
                </a:lnTo>
                <a:lnTo>
                  <a:pt x="302671" y="30372"/>
                </a:lnTo>
                <a:lnTo>
                  <a:pt x="302760" y="30066"/>
                </a:lnTo>
                <a:lnTo>
                  <a:pt x="302856" y="29767"/>
                </a:lnTo>
                <a:lnTo>
                  <a:pt x="302961" y="29476"/>
                </a:lnTo>
                <a:lnTo>
                  <a:pt x="303073" y="29192"/>
                </a:lnTo>
                <a:lnTo>
                  <a:pt x="303193" y="28915"/>
                </a:lnTo>
                <a:lnTo>
                  <a:pt x="303322" y="28645"/>
                </a:lnTo>
                <a:lnTo>
                  <a:pt x="303458" y="28383"/>
                </a:lnTo>
                <a:lnTo>
                  <a:pt x="303602" y="28128"/>
                </a:lnTo>
                <a:lnTo>
                  <a:pt x="303754" y="27880"/>
                </a:lnTo>
                <a:lnTo>
                  <a:pt x="303913" y="27640"/>
                </a:lnTo>
                <a:lnTo>
                  <a:pt x="304081" y="27407"/>
                </a:lnTo>
                <a:lnTo>
                  <a:pt x="304257" y="27181"/>
                </a:lnTo>
                <a:lnTo>
                  <a:pt x="304440" y="26962"/>
                </a:lnTo>
                <a:lnTo>
                  <a:pt x="304631" y="26751"/>
                </a:lnTo>
                <a:lnTo>
                  <a:pt x="304831" y="26547"/>
                </a:lnTo>
                <a:lnTo>
                  <a:pt x="305038" y="26350"/>
                </a:lnTo>
                <a:lnTo>
                  <a:pt x="305251" y="26161"/>
                </a:lnTo>
                <a:lnTo>
                  <a:pt x="305470" y="25980"/>
                </a:lnTo>
                <a:lnTo>
                  <a:pt x="305694" y="25807"/>
                </a:lnTo>
                <a:lnTo>
                  <a:pt x="305923" y="25642"/>
                </a:lnTo>
                <a:lnTo>
                  <a:pt x="306156" y="25485"/>
                </a:lnTo>
                <a:lnTo>
                  <a:pt x="306395" y="25336"/>
                </a:lnTo>
                <a:lnTo>
                  <a:pt x="306639" y="25195"/>
                </a:lnTo>
                <a:lnTo>
                  <a:pt x="306888" y="25062"/>
                </a:lnTo>
                <a:lnTo>
                  <a:pt x="307142" y="24937"/>
                </a:lnTo>
                <a:lnTo>
                  <a:pt x="307401" y="24821"/>
                </a:lnTo>
                <a:lnTo>
                  <a:pt x="307665" y="24712"/>
                </a:lnTo>
                <a:lnTo>
                  <a:pt x="307934" y="24611"/>
                </a:lnTo>
                <a:lnTo>
                  <a:pt x="308208" y="24519"/>
                </a:lnTo>
                <a:lnTo>
                  <a:pt x="308487" y="24434"/>
                </a:lnTo>
                <a:lnTo>
                  <a:pt x="308771" y="24358"/>
                </a:lnTo>
                <a:lnTo>
                  <a:pt x="309060" y="24289"/>
                </a:lnTo>
                <a:lnTo>
                  <a:pt x="309354" y="24229"/>
                </a:lnTo>
                <a:lnTo>
                  <a:pt x="309653" y="24177"/>
                </a:lnTo>
                <a:lnTo>
                  <a:pt x="309958" y="24133"/>
                </a:lnTo>
                <a:lnTo>
                  <a:pt x="310267" y="24096"/>
                </a:lnTo>
                <a:lnTo>
                  <a:pt x="310581" y="24068"/>
                </a:lnTo>
                <a:lnTo>
                  <a:pt x="310901" y="24048"/>
                </a:lnTo>
                <a:lnTo>
                  <a:pt x="311225" y="24036"/>
                </a:lnTo>
                <a:lnTo>
                  <a:pt x="311555" y="24032"/>
                </a:lnTo>
                <a:lnTo>
                  <a:pt x="311877" y="24036"/>
                </a:lnTo>
                <a:lnTo>
                  <a:pt x="312194" y="24048"/>
                </a:lnTo>
                <a:lnTo>
                  <a:pt x="312507" y="24067"/>
                </a:lnTo>
                <a:lnTo>
                  <a:pt x="312815" y="24094"/>
                </a:lnTo>
                <a:lnTo>
                  <a:pt x="313117" y="24130"/>
                </a:lnTo>
                <a:lnTo>
                  <a:pt x="313415" y="24173"/>
                </a:lnTo>
                <a:lnTo>
                  <a:pt x="313708" y="24223"/>
                </a:lnTo>
                <a:lnTo>
                  <a:pt x="313996" y="24282"/>
                </a:lnTo>
                <a:lnTo>
                  <a:pt x="314280" y="24349"/>
                </a:lnTo>
                <a:lnTo>
                  <a:pt x="314558" y="24423"/>
                </a:lnTo>
                <a:lnTo>
                  <a:pt x="314831" y="24505"/>
                </a:lnTo>
                <a:lnTo>
                  <a:pt x="315100" y="24595"/>
                </a:lnTo>
                <a:lnTo>
                  <a:pt x="315364" y="24693"/>
                </a:lnTo>
                <a:lnTo>
                  <a:pt x="315622" y="24798"/>
                </a:lnTo>
                <a:lnTo>
                  <a:pt x="315876" y="24911"/>
                </a:lnTo>
                <a:lnTo>
                  <a:pt x="316125" y="25033"/>
                </a:lnTo>
                <a:lnTo>
                  <a:pt x="316369" y="25162"/>
                </a:lnTo>
                <a:lnTo>
                  <a:pt x="316609" y="25298"/>
                </a:lnTo>
                <a:lnTo>
                  <a:pt x="316843" y="25443"/>
                </a:lnTo>
                <a:lnTo>
                  <a:pt x="317072" y="25596"/>
                </a:lnTo>
                <a:lnTo>
                  <a:pt x="317297" y="25756"/>
                </a:lnTo>
                <a:lnTo>
                  <a:pt x="317517" y="25924"/>
                </a:lnTo>
                <a:lnTo>
                  <a:pt x="317732" y="26100"/>
                </a:lnTo>
                <a:lnTo>
                  <a:pt x="317941" y="26284"/>
                </a:lnTo>
                <a:lnTo>
                  <a:pt x="318145" y="26475"/>
                </a:lnTo>
                <a:lnTo>
                  <a:pt x="318340" y="26675"/>
                </a:lnTo>
                <a:lnTo>
                  <a:pt x="318527" y="26882"/>
                </a:lnTo>
                <a:lnTo>
                  <a:pt x="318706" y="27098"/>
                </a:lnTo>
                <a:lnTo>
                  <a:pt x="318876" y="27321"/>
                </a:lnTo>
                <a:lnTo>
                  <a:pt x="319039" y="27553"/>
                </a:lnTo>
                <a:lnTo>
                  <a:pt x="319193" y="27792"/>
                </a:lnTo>
                <a:lnTo>
                  <a:pt x="319339" y="28040"/>
                </a:lnTo>
                <a:lnTo>
                  <a:pt x="319477" y="28295"/>
                </a:lnTo>
                <a:lnTo>
                  <a:pt x="319607" y="28558"/>
                </a:lnTo>
                <a:lnTo>
                  <a:pt x="319728" y="28830"/>
                </a:lnTo>
                <a:lnTo>
                  <a:pt x="319841" y="29109"/>
                </a:lnTo>
                <a:lnTo>
                  <a:pt x="319946" y="29396"/>
                </a:lnTo>
                <a:lnTo>
                  <a:pt x="320043" y="29691"/>
                </a:lnTo>
                <a:lnTo>
                  <a:pt x="320132" y="29995"/>
                </a:lnTo>
                <a:lnTo>
                  <a:pt x="320212" y="30306"/>
                </a:lnTo>
                <a:lnTo>
                  <a:pt x="320285" y="30625"/>
                </a:lnTo>
                <a:lnTo>
                  <a:pt x="320349" y="30952"/>
                </a:lnTo>
                <a:lnTo>
                  <a:pt x="320405" y="31287"/>
                </a:lnTo>
                <a:lnTo>
                  <a:pt x="320452" y="31630"/>
                </a:lnTo>
                <a:lnTo>
                  <a:pt x="320492" y="31981"/>
                </a:lnTo>
                <a:lnTo>
                  <a:pt x="320523" y="32340"/>
                </a:lnTo>
                <a:lnTo>
                  <a:pt x="320546" y="32707"/>
                </a:lnTo>
                <a:lnTo>
                  <a:pt x="320561" y="33082"/>
                </a:lnTo>
                <a:lnTo>
                  <a:pt x="302245" y="33082"/>
                </a:lnTo>
                <a:lnTo>
                  <a:pt x="302271" y="32718"/>
                </a:lnTo>
                <a:lnTo>
                  <a:pt x="302304" y="32361"/>
                </a:lnTo>
                <a:lnTo>
                  <a:pt x="302345" y="32011"/>
                </a:lnTo>
                <a:lnTo>
                  <a:pt x="302395" y="31669"/>
                </a:lnTo>
                <a:lnTo>
                  <a:pt x="302452" y="31334"/>
                </a:lnTo>
                <a:close/>
                <a:moveTo>
                  <a:pt x="382436" y="60206"/>
                </a:moveTo>
                <a:lnTo>
                  <a:pt x="382802" y="60176"/>
                </a:lnTo>
                <a:lnTo>
                  <a:pt x="383163" y="60140"/>
                </a:lnTo>
                <a:lnTo>
                  <a:pt x="383521" y="60099"/>
                </a:lnTo>
                <a:lnTo>
                  <a:pt x="383875" y="60052"/>
                </a:lnTo>
                <a:lnTo>
                  <a:pt x="384226" y="60000"/>
                </a:lnTo>
                <a:lnTo>
                  <a:pt x="384572" y="59943"/>
                </a:lnTo>
                <a:lnTo>
                  <a:pt x="384915" y="59879"/>
                </a:lnTo>
                <a:lnTo>
                  <a:pt x="385254" y="59811"/>
                </a:lnTo>
                <a:lnTo>
                  <a:pt x="385590" y="59737"/>
                </a:lnTo>
                <a:lnTo>
                  <a:pt x="385921" y="59657"/>
                </a:lnTo>
                <a:lnTo>
                  <a:pt x="386249" y="59572"/>
                </a:lnTo>
                <a:lnTo>
                  <a:pt x="386573" y="59482"/>
                </a:lnTo>
                <a:lnTo>
                  <a:pt x="386893" y="59386"/>
                </a:lnTo>
                <a:lnTo>
                  <a:pt x="387210" y="59284"/>
                </a:lnTo>
                <a:lnTo>
                  <a:pt x="387523" y="59177"/>
                </a:lnTo>
                <a:lnTo>
                  <a:pt x="387832" y="59065"/>
                </a:lnTo>
                <a:lnTo>
                  <a:pt x="388137" y="58947"/>
                </a:lnTo>
                <a:lnTo>
                  <a:pt x="388439" y="58823"/>
                </a:lnTo>
                <a:lnTo>
                  <a:pt x="388736" y="58694"/>
                </a:lnTo>
                <a:lnTo>
                  <a:pt x="389031" y="58560"/>
                </a:lnTo>
                <a:lnTo>
                  <a:pt x="389322" y="58420"/>
                </a:lnTo>
                <a:lnTo>
                  <a:pt x="389611" y="58276"/>
                </a:lnTo>
                <a:lnTo>
                  <a:pt x="389896" y="58126"/>
                </a:lnTo>
                <a:lnTo>
                  <a:pt x="390178" y="57971"/>
                </a:lnTo>
                <a:lnTo>
                  <a:pt x="390458" y="57811"/>
                </a:lnTo>
                <a:lnTo>
                  <a:pt x="390734" y="57645"/>
                </a:lnTo>
                <a:lnTo>
                  <a:pt x="391007" y="57474"/>
                </a:lnTo>
                <a:lnTo>
                  <a:pt x="391278" y="57299"/>
                </a:lnTo>
                <a:lnTo>
                  <a:pt x="391545" y="57118"/>
                </a:lnTo>
                <a:lnTo>
                  <a:pt x="391809" y="56932"/>
                </a:lnTo>
                <a:lnTo>
                  <a:pt x="392071" y="56740"/>
                </a:lnTo>
                <a:lnTo>
                  <a:pt x="392329" y="56544"/>
                </a:lnTo>
                <a:lnTo>
                  <a:pt x="392584" y="56342"/>
                </a:lnTo>
                <a:lnTo>
                  <a:pt x="392836" y="56135"/>
                </a:lnTo>
                <a:lnTo>
                  <a:pt x="393086" y="55923"/>
                </a:lnTo>
                <a:lnTo>
                  <a:pt x="393332" y="55706"/>
                </a:lnTo>
                <a:lnTo>
                  <a:pt x="393575" y="55483"/>
                </a:lnTo>
                <a:lnTo>
                  <a:pt x="393816" y="55255"/>
                </a:lnTo>
                <a:lnTo>
                  <a:pt x="394053" y="55023"/>
                </a:lnTo>
                <a:lnTo>
                  <a:pt x="394287" y="54785"/>
                </a:lnTo>
                <a:lnTo>
                  <a:pt x="394518" y="54541"/>
                </a:lnTo>
                <a:lnTo>
                  <a:pt x="394746" y="54293"/>
                </a:lnTo>
                <a:lnTo>
                  <a:pt x="394972" y="54039"/>
                </a:lnTo>
                <a:lnTo>
                  <a:pt x="395318" y="59495"/>
                </a:lnTo>
                <a:lnTo>
                  <a:pt x="406057" y="59495"/>
                </a:lnTo>
                <a:lnTo>
                  <a:pt x="406057" y="30790"/>
                </a:lnTo>
                <a:lnTo>
                  <a:pt x="406054" y="30434"/>
                </a:lnTo>
                <a:lnTo>
                  <a:pt x="406047" y="30084"/>
                </a:lnTo>
                <a:lnTo>
                  <a:pt x="406036" y="29738"/>
                </a:lnTo>
                <a:lnTo>
                  <a:pt x="406019" y="29397"/>
                </a:lnTo>
                <a:lnTo>
                  <a:pt x="405998" y="29062"/>
                </a:lnTo>
                <a:lnTo>
                  <a:pt x="405973" y="28731"/>
                </a:lnTo>
                <a:lnTo>
                  <a:pt x="405943" y="28405"/>
                </a:lnTo>
                <a:lnTo>
                  <a:pt x="405908" y="28085"/>
                </a:lnTo>
                <a:lnTo>
                  <a:pt x="405868" y="27769"/>
                </a:lnTo>
                <a:lnTo>
                  <a:pt x="405824" y="27458"/>
                </a:lnTo>
                <a:lnTo>
                  <a:pt x="405775" y="27152"/>
                </a:lnTo>
                <a:lnTo>
                  <a:pt x="405721" y="26851"/>
                </a:lnTo>
                <a:lnTo>
                  <a:pt x="405663" y="26555"/>
                </a:lnTo>
                <a:lnTo>
                  <a:pt x="405600" y="26264"/>
                </a:lnTo>
                <a:lnTo>
                  <a:pt x="405532" y="25977"/>
                </a:lnTo>
                <a:lnTo>
                  <a:pt x="405460" y="25696"/>
                </a:lnTo>
                <a:lnTo>
                  <a:pt x="405383" y="25420"/>
                </a:lnTo>
                <a:lnTo>
                  <a:pt x="405302" y="25149"/>
                </a:lnTo>
                <a:lnTo>
                  <a:pt x="405215" y="24882"/>
                </a:lnTo>
                <a:lnTo>
                  <a:pt x="405125" y="24621"/>
                </a:lnTo>
                <a:lnTo>
                  <a:pt x="405029" y="24364"/>
                </a:lnTo>
                <a:lnTo>
                  <a:pt x="404929" y="24113"/>
                </a:lnTo>
                <a:lnTo>
                  <a:pt x="404824" y="23866"/>
                </a:lnTo>
                <a:lnTo>
                  <a:pt x="404714" y="23625"/>
                </a:lnTo>
                <a:lnTo>
                  <a:pt x="404601" y="23387"/>
                </a:lnTo>
                <a:lnTo>
                  <a:pt x="404483" y="23154"/>
                </a:lnTo>
                <a:lnTo>
                  <a:pt x="404362" y="22926"/>
                </a:lnTo>
                <a:lnTo>
                  <a:pt x="404236" y="22701"/>
                </a:lnTo>
                <a:lnTo>
                  <a:pt x="404107" y="22481"/>
                </a:lnTo>
                <a:lnTo>
                  <a:pt x="403974" y="22264"/>
                </a:lnTo>
                <a:lnTo>
                  <a:pt x="403837" y="22052"/>
                </a:lnTo>
                <a:lnTo>
                  <a:pt x="403697" y="21844"/>
                </a:lnTo>
                <a:lnTo>
                  <a:pt x="403552" y="21641"/>
                </a:lnTo>
                <a:lnTo>
                  <a:pt x="403404" y="21441"/>
                </a:lnTo>
                <a:lnTo>
                  <a:pt x="403252" y="21246"/>
                </a:lnTo>
                <a:lnTo>
                  <a:pt x="403096" y="21055"/>
                </a:lnTo>
                <a:lnTo>
                  <a:pt x="402936" y="20868"/>
                </a:lnTo>
                <a:lnTo>
                  <a:pt x="402773" y="20685"/>
                </a:lnTo>
                <a:lnTo>
                  <a:pt x="402605" y="20507"/>
                </a:lnTo>
                <a:lnTo>
                  <a:pt x="402434" y="20333"/>
                </a:lnTo>
                <a:lnTo>
                  <a:pt x="402259" y="20162"/>
                </a:lnTo>
                <a:lnTo>
                  <a:pt x="402080" y="19996"/>
                </a:lnTo>
                <a:lnTo>
                  <a:pt x="401897" y="19835"/>
                </a:lnTo>
                <a:lnTo>
                  <a:pt x="401710" y="19677"/>
                </a:lnTo>
                <a:lnTo>
                  <a:pt x="401520" y="19524"/>
                </a:lnTo>
                <a:lnTo>
                  <a:pt x="401326" y="19375"/>
                </a:lnTo>
                <a:lnTo>
                  <a:pt x="401128" y="19230"/>
                </a:lnTo>
                <a:lnTo>
                  <a:pt x="400926" y="19089"/>
                </a:lnTo>
                <a:lnTo>
                  <a:pt x="400720" y="18952"/>
                </a:lnTo>
                <a:lnTo>
                  <a:pt x="400512" y="18818"/>
                </a:lnTo>
                <a:lnTo>
                  <a:pt x="400300" y="18688"/>
                </a:lnTo>
                <a:lnTo>
                  <a:pt x="400085" y="18561"/>
                </a:lnTo>
                <a:lnTo>
                  <a:pt x="399868" y="18438"/>
                </a:lnTo>
                <a:lnTo>
                  <a:pt x="399647" y="18318"/>
                </a:lnTo>
                <a:lnTo>
                  <a:pt x="399423" y="18201"/>
                </a:lnTo>
                <a:lnTo>
                  <a:pt x="399196" y="18088"/>
                </a:lnTo>
                <a:lnTo>
                  <a:pt x="398966" y="17978"/>
                </a:lnTo>
                <a:lnTo>
                  <a:pt x="398733" y="17872"/>
                </a:lnTo>
                <a:lnTo>
                  <a:pt x="398496" y="17769"/>
                </a:lnTo>
                <a:lnTo>
                  <a:pt x="398257" y="17670"/>
                </a:lnTo>
                <a:lnTo>
                  <a:pt x="398015" y="17574"/>
                </a:lnTo>
                <a:lnTo>
                  <a:pt x="397769" y="17481"/>
                </a:lnTo>
                <a:lnTo>
                  <a:pt x="397521" y="17392"/>
                </a:lnTo>
                <a:lnTo>
                  <a:pt x="397269" y="17306"/>
                </a:lnTo>
                <a:lnTo>
                  <a:pt x="397014" y="17224"/>
                </a:lnTo>
                <a:lnTo>
                  <a:pt x="396757" y="17145"/>
                </a:lnTo>
                <a:lnTo>
                  <a:pt x="396496" y="17070"/>
                </a:lnTo>
                <a:lnTo>
                  <a:pt x="396232" y="16998"/>
                </a:lnTo>
                <a:lnTo>
                  <a:pt x="395965" y="16929"/>
                </a:lnTo>
                <a:lnTo>
                  <a:pt x="395694" y="16864"/>
                </a:lnTo>
                <a:lnTo>
                  <a:pt x="395421" y="16802"/>
                </a:lnTo>
                <a:lnTo>
                  <a:pt x="395145" y="16744"/>
                </a:lnTo>
                <a:lnTo>
                  <a:pt x="394866" y="16688"/>
                </a:lnTo>
                <a:lnTo>
                  <a:pt x="394584" y="16635"/>
                </a:lnTo>
                <a:lnTo>
                  <a:pt x="394301" y="16585"/>
                </a:lnTo>
                <a:lnTo>
                  <a:pt x="394014" y="16536"/>
                </a:lnTo>
                <a:lnTo>
                  <a:pt x="393726" y="16490"/>
                </a:lnTo>
                <a:lnTo>
                  <a:pt x="393435" y="16447"/>
                </a:lnTo>
                <a:lnTo>
                  <a:pt x="393141" y="16405"/>
                </a:lnTo>
                <a:lnTo>
                  <a:pt x="392845" y="16366"/>
                </a:lnTo>
                <a:lnTo>
                  <a:pt x="392547" y="16330"/>
                </a:lnTo>
                <a:lnTo>
                  <a:pt x="392246" y="16296"/>
                </a:lnTo>
                <a:lnTo>
                  <a:pt x="391943" y="16264"/>
                </a:lnTo>
                <a:lnTo>
                  <a:pt x="391638" y="16234"/>
                </a:lnTo>
                <a:lnTo>
                  <a:pt x="391330" y="16207"/>
                </a:lnTo>
                <a:lnTo>
                  <a:pt x="391019" y="16182"/>
                </a:lnTo>
                <a:lnTo>
                  <a:pt x="390707" y="16160"/>
                </a:lnTo>
                <a:lnTo>
                  <a:pt x="390391" y="16140"/>
                </a:lnTo>
                <a:lnTo>
                  <a:pt x="390074" y="16122"/>
                </a:lnTo>
                <a:lnTo>
                  <a:pt x="389754" y="16107"/>
                </a:lnTo>
                <a:lnTo>
                  <a:pt x="389432" y="16094"/>
                </a:lnTo>
                <a:lnTo>
                  <a:pt x="389107" y="16083"/>
                </a:lnTo>
                <a:lnTo>
                  <a:pt x="388780" y="16075"/>
                </a:lnTo>
                <a:lnTo>
                  <a:pt x="388450" y="16069"/>
                </a:lnTo>
                <a:lnTo>
                  <a:pt x="388118" y="16066"/>
                </a:lnTo>
                <a:lnTo>
                  <a:pt x="387784" y="16065"/>
                </a:lnTo>
                <a:lnTo>
                  <a:pt x="387328" y="16067"/>
                </a:lnTo>
                <a:lnTo>
                  <a:pt x="386876" y="16074"/>
                </a:lnTo>
                <a:lnTo>
                  <a:pt x="386430" y="16086"/>
                </a:lnTo>
                <a:lnTo>
                  <a:pt x="385987" y="16104"/>
                </a:lnTo>
                <a:lnTo>
                  <a:pt x="385550" y="16125"/>
                </a:lnTo>
                <a:lnTo>
                  <a:pt x="385117" y="16152"/>
                </a:lnTo>
                <a:lnTo>
                  <a:pt x="384688" y="16184"/>
                </a:lnTo>
                <a:lnTo>
                  <a:pt x="384264" y="16220"/>
                </a:lnTo>
                <a:lnTo>
                  <a:pt x="383845" y="16262"/>
                </a:lnTo>
                <a:lnTo>
                  <a:pt x="383430" y="16308"/>
                </a:lnTo>
                <a:lnTo>
                  <a:pt x="383020" y="16359"/>
                </a:lnTo>
                <a:lnTo>
                  <a:pt x="382615" y="16415"/>
                </a:lnTo>
                <a:lnTo>
                  <a:pt x="382214" y="16476"/>
                </a:lnTo>
                <a:lnTo>
                  <a:pt x="381817" y="16542"/>
                </a:lnTo>
                <a:lnTo>
                  <a:pt x="381426" y="16613"/>
                </a:lnTo>
                <a:lnTo>
                  <a:pt x="381039" y="16688"/>
                </a:lnTo>
                <a:lnTo>
                  <a:pt x="380656" y="16769"/>
                </a:lnTo>
                <a:lnTo>
                  <a:pt x="380278" y="16854"/>
                </a:lnTo>
                <a:lnTo>
                  <a:pt x="379904" y="16944"/>
                </a:lnTo>
                <a:lnTo>
                  <a:pt x="379536" y="17039"/>
                </a:lnTo>
                <a:lnTo>
                  <a:pt x="379171" y="17139"/>
                </a:lnTo>
                <a:lnTo>
                  <a:pt x="378812" y="17244"/>
                </a:lnTo>
                <a:lnTo>
                  <a:pt x="378457" y="17353"/>
                </a:lnTo>
                <a:lnTo>
                  <a:pt x="378106" y="17468"/>
                </a:lnTo>
                <a:lnTo>
                  <a:pt x="377761" y="17588"/>
                </a:lnTo>
                <a:lnTo>
                  <a:pt x="377422" y="17714"/>
                </a:lnTo>
                <a:lnTo>
                  <a:pt x="377090" y="17847"/>
                </a:lnTo>
                <a:lnTo>
                  <a:pt x="376764" y="17986"/>
                </a:lnTo>
                <a:lnTo>
                  <a:pt x="376444" y="18131"/>
                </a:lnTo>
                <a:lnTo>
                  <a:pt x="376130" y="18282"/>
                </a:lnTo>
                <a:lnTo>
                  <a:pt x="375823" y="18439"/>
                </a:lnTo>
                <a:lnTo>
                  <a:pt x="375522" y="18603"/>
                </a:lnTo>
                <a:lnTo>
                  <a:pt x="375228" y="18773"/>
                </a:lnTo>
                <a:lnTo>
                  <a:pt x="374940" y="18950"/>
                </a:lnTo>
                <a:lnTo>
                  <a:pt x="374658" y="19132"/>
                </a:lnTo>
                <a:lnTo>
                  <a:pt x="374382" y="19321"/>
                </a:lnTo>
                <a:lnTo>
                  <a:pt x="374113" y="19516"/>
                </a:lnTo>
                <a:lnTo>
                  <a:pt x="373850" y="19717"/>
                </a:lnTo>
                <a:lnTo>
                  <a:pt x="373593" y="19925"/>
                </a:lnTo>
                <a:lnTo>
                  <a:pt x="373343" y="20139"/>
                </a:lnTo>
                <a:lnTo>
                  <a:pt x="373099" y="20359"/>
                </a:lnTo>
                <a:lnTo>
                  <a:pt x="372861" y="20585"/>
                </a:lnTo>
                <a:lnTo>
                  <a:pt x="372630" y="20817"/>
                </a:lnTo>
                <a:lnTo>
                  <a:pt x="372405" y="21056"/>
                </a:lnTo>
                <a:lnTo>
                  <a:pt x="372186" y="21301"/>
                </a:lnTo>
                <a:lnTo>
                  <a:pt x="371974" y="21553"/>
                </a:lnTo>
                <a:lnTo>
                  <a:pt x="371767" y="21810"/>
                </a:lnTo>
                <a:lnTo>
                  <a:pt x="371568" y="22074"/>
                </a:lnTo>
                <a:lnTo>
                  <a:pt x="371375" y="22345"/>
                </a:lnTo>
                <a:lnTo>
                  <a:pt x="371191" y="22623"/>
                </a:lnTo>
                <a:lnTo>
                  <a:pt x="371015" y="22910"/>
                </a:lnTo>
                <a:lnTo>
                  <a:pt x="370847" y="23204"/>
                </a:lnTo>
                <a:lnTo>
                  <a:pt x="370687" y="23507"/>
                </a:lnTo>
                <a:lnTo>
                  <a:pt x="370535" y="23817"/>
                </a:lnTo>
                <a:lnTo>
                  <a:pt x="370392" y="24135"/>
                </a:lnTo>
                <a:lnTo>
                  <a:pt x="370257" y="24462"/>
                </a:lnTo>
                <a:lnTo>
                  <a:pt x="370130" y="24796"/>
                </a:lnTo>
                <a:lnTo>
                  <a:pt x="370011" y="25138"/>
                </a:lnTo>
                <a:lnTo>
                  <a:pt x="369900" y="25488"/>
                </a:lnTo>
                <a:lnTo>
                  <a:pt x="369798" y="25845"/>
                </a:lnTo>
                <a:lnTo>
                  <a:pt x="369704" y="26211"/>
                </a:lnTo>
                <a:lnTo>
                  <a:pt x="369617" y="26585"/>
                </a:lnTo>
                <a:lnTo>
                  <a:pt x="369540" y="26966"/>
                </a:lnTo>
                <a:lnTo>
                  <a:pt x="369470" y="27356"/>
                </a:lnTo>
                <a:lnTo>
                  <a:pt x="369409" y="27753"/>
                </a:lnTo>
                <a:lnTo>
                  <a:pt x="369355" y="28159"/>
                </a:lnTo>
                <a:lnTo>
                  <a:pt x="369310" y="28572"/>
                </a:lnTo>
                <a:lnTo>
                  <a:pt x="369273" y="28993"/>
                </a:lnTo>
                <a:lnTo>
                  <a:pt x="369245" y="29422"/>
                </a:lnTo>
                <a:lnTo>
                  <a:pt x="369224" y="29859"/>
                </a:lnTo>
                <a:lnTo>
                  <a:pt x="369212" y="30304"/>
                </a:lnTo>
                <a:lnTo>
                  <a:pt x="369208" y="30757"/>
                </a:lnTo>
                <a:lnTo>
                  <a:pt x="379946" y="30757"/>
                </a:lnTo>
                <a:lnTo>
                  <a:pt x="379950" y="30449"/>
                </a:lnTo>
                <a:lnTo>
                  <a:pt x="379962" y="30149"/>
                </a:lnTo>
                <a:lnTo>
                  <a:pt x="379981" y="29855"/>
                </a:lnTo>
                <a:lnTo>
                  <a:pt x="380008" y="29569"/>
                </a:lnTo>
                <a:lnTo>
                  <a:pt x="380042" y="29290"/>
                </a:lnTo>
                <a:lnTo>
                  <a:pt x="380084" y="29018"/>
                </a:lnTo>
                <a:lnTo>
                  <a:pt x="380134" y="28754"/>
                </a:lnTo>
                <a:lnTo>
                  <a:pt x="380192" y="28496"/>
                </a:lnTo>
                <a:lnTo>
                  <a:pt x="380257" y="28246"/>
                </a:lnTo>
                <a:lnTo>
                  <a:pt x="380330" y="28003"/>
                </a:lnTo>
                <a:lnTo>
                  <a:pt x="380410" y="27767"/>
                </a:lnTo>
                <a:lnTo>
                  <a:pt x="380498" y="27538"/>
                </a:lnTo>
                <a:lnTo>
                  <a:pt x="380594" y="27317"/>
                </a:lnTo>
                <a:lnTo>
                  <a:pt x="380698" y="27102"/>
                </a:lnTo>
                <a:lnTo>
                  <a:pt x="380809" y="26895"/>
                </a:lnTo>
                <a:lnTo>
                  <a:pt x="380928" y="26695"/>
                </a:lnTo>
                <a:lnTo>
                  <a:pt x="381054" y="26502"/>
                </a:lnTo>
                <a:lnTo>
                  <a:pt x="381189" y="26317"/>
                </a:lnTo>
                <a:lnTo>
                  <a:pt x="381330" y="26138"/>
                </a:lnTo>
                <a:lnTo>
                  <a:pt x="381480" y="25967"/>
                </a:lnTo>
                <a:lnTo>
                  <a:pt x="381637" y="25803"/>
                </a:lnTo>
                <a:lnTo>
                  <a:pt x="381802" y="25646"/>
                </a:lnTo>
                <a:lnTo>
                  <a:pt x="381975" y="25496"/>
                </a:lnTo>
                <a:lnTo>
                  <a:pt x="382155" y="25354"/>
                </a:lnTo>
                <a:lnTo>
                  <a:pt x="382341" y="25218"/>
                </a:lnTo>
                <a:lnTo>
                  <a:pt x="382531" y="25087"/>
                </a:lnTo>
                <a:lnTo>
                  <a:pt x="382726" y="24963"/>
                </a:lnTo>
                <a:lnTo>
                  <a:pt x="382924" y="24844"/>
                </a:lnTo>
                <a:lnTo>
                  <a:pt x="383127" y="24731"/>
                </a:lnTo>
                <a:lnTo>
                  <a:pt x="383335" y="24624"/>
                </a:lnTo>
                <a:lnTo>
                  <a:pt x="383546" y="24523"/>
                </a:lnTo>
                <a:lnTo>
                  <a:pt x="383762" y="24427"/>
                </a:lnTo>
                <a:lnTo>
                  <a:pt x="383981" y="24337"/>
                </a:lnTo>
                <a:lnTo>
                  <a:pt x="384205" y="24253"/>
                </a:lnTo>
                <a:lnTo>
                  <a:pt x="384434" y="24175"/>
                </a:lnTo>
                <a:lnTo>
                  <a:pt x="384666" y="24103"/>
                </a:lnTo>
                <a:lnTo>
                  <a:pt x="384903" y="24036"/>
                </a:lnTo>
                <a:lnTo>
                  <a:pt x="385144" y="23975"/>
                </a:lnTo>
                <a:lnTo>
                  <a:pt x="385389" y="23920"/>
                </a:lnTo>
                <a:lnTo>
                  <a:pt x="385638" y="23871"/>
                </a:lnTo>
                <a:lnTo>
                  <a:pt x="385891" y="23827"/>
                </a:lnTo>
                <a:lnTo>
                  <a:pt x="386149" y="23790"/>
                </a:lnTo>
                <a:lnTo>
                  <a:pt x="386411" y="23758"/>
                </a:lnTo>
                <a:lnTo>
                  <a:pt x="386677" y="23732"/>
                </a:lnTo>
                <a:lnTo>
                  <a:pt x="386948" y="23712"/>
                </a:lnTo>
                <a:lnTo>
                  <a:pt x="387222" y="23697"/>
                </a:lnTo>
                <a:lnTo>
                  <a:pt x="387501" y="23688"/>
                </a:lnTo>
                <a:lnTo>
                  <a:pt x="387784" y="23685"/>
                </a:lnTo>
                <a:lnTo>
                  <a:pt x="388042" y="23688"/>
                </a:lnTo>
                <a:lnTo>
                  <a:pt x="388295" y="23696"/>
                </a:lnTo>
                <a:lnTo>
                  <a:pt x="388545" y="23710"/>
                </a:lnTo>
                <a:lnTo>
                  <a:pt x="388791" y="23729"/>
                </a:lnTo>
                <a:lnTo>
                  <a:pt x="389033" y="23753"/>
                </a:lnTo>
                <a:lnTo>
                  <a:pt x="389271" y="23783"/>
                </a:lnTo>
                <a:lnTo>
                  <a:pt x="389505" y="23819"/>
                </a:lnTo>
                <a:lnTo>
                  <a:pt x="389735" y="23859"/>
                </a:lnTo>
                <a:lnTo>
                  <a:pt x="389961" y="23905"/>
                </a:lnTo>
                <a:lnTo>
                  <a:pt x="390183" y="23957"/>
                </a:lnTo>
                <a:lnTo>
                  <a:pt x="390401" y="24014"/>
                </a:lnTo>
                <a:lnTo>
                  <a:pt x="390615" y="24077"/>
                </a:lnTo>
                <a:lnTo>
                  <a:pt x="390825" y="24144"/>
                </a:lnTo>
                <a:lnTo>
                  <a:pt x="391031" y="24218"/>
                </a:lnTo>
                <a:lnTo>
                  <a:pt x="391233" y="24297"/>
                </a:lnTo>
                <a:lnTo>
                  <a:pt x="391431" y="24381"/>
                </a:lnTo>
                <a:lnTo>
                  <a:pt x="391625" y="24470"/>
                </a:lnTo>
                <a:lnTo>
                  <a:pt x="391815" y="24565"/>
                </a:lnTo>
                <a:lnTo>
                  <a:pt x="392001" y="24666"/>
                </a:lnTo>
                <a:lnTo>
                  <a:pt x="392183" y="24772"/>
                </a:lnTo>
                <a:lnTo>
                  <a:pt x="392361" y="24883"/>
                </a:lnTo>
                <a:lnTo>
                  <a:pt x="392535" y="25000"/>
                </a:lnTo>
                <a:lnTo>
                  <a:pt x="392705" y="25122"/>
                </a:lnTo>
                <a:lnTo>
                  <a:pt x="392872" y="25250"/>
                </a:lnTo>
                <a:lnTo>
                  <a:pt x="393032" y="25385"/>
                </a:lnTo>
                <a:lnTo>
                  <a:pt x="393186" y="25529"/>
                </a:lnTo>
                <a:lnTo>
                  <a:pt x="393333" y="25683"/>
                </a:lnTo>
                <a:lnTo>
                  <a:pt x="393474" y="25846"/>
                </a:lnTo>
                <a:lnTo>
                  <a:pt x="393607" y="26018"/>
                </a:lnTo>
                <a:lnTo>
                  <a:pt x="393734" y="26199"/>
                </a:lnTo>
                <a:lnTo>
                  <a:pt x="393853" y="26390"/>
                </a:lnTo>
                <a:lnTo>
                  <a:pt x="393966" y="26591"/>
                </a:lnTo>
                <a:lnTo>
                  <a:pt x="394072" y="26800"/>
                </a:lnTo>
                <a:lnTo>
                  <a:pt x="394171" y="27019"/>
                </a:lnTo>
                <a:lnTo>
                  <a:pt x="394264" y="27247"/>
                </a:lnTo>
                <a:lnTo>
                  <a:pt x="394349" y="27484"/>
                </a:lnTo>
                <a:lnTo>
                  <a:pt x="394428" y="27731"/>
                </a:lnTo>
                <a:lnTo>
                  <a:pt x="394500" y="27987"/>
                </a:lnTo>
                <a:lnTo>
                  <a:pt x="394565" y="28253"/>
                </a:lnTo>
                <a:lnTo>
                  <a:pt x="394623" y="28527"/>
                </a:lnTo>
                <a:lnTo>
                  <a:pt x="394674" y="28811"/>
                </a:lnTo>
                <a:lnTo>
                  <a:pt x="394719" y="29105"/>
                </a:lnTo>
                <a:lnTo>
                  <a:pt x="394756" y="29407"/>
                </a:lnTo>
                <a:lnTo>
                  <a:pt x="394787" y="29719"/>
                </a:lnTo>
                <a:lnTo>
                  <a:pt x="394811" y="30041"/>
                </a:lnTo>
                <a:lnTo>
                  <a:pt x="394828" y="30371"/>
                </a:lnTo>
                <a:lnTo>
                  <a:pt x="394838" y="30711"/>
                </a:lnTo>
                <a:lnTo>
                  <a:pt x="394842" y="31060"/>
                </a:lnTo>
                <a:lnTo>
                  <a:pt x="394842" y="33384"/>
                </a:lnTo>
                <a:lnTo>
                  <a:pt x="394149" y="33400"/>
                </a:lnTo>
                <a:lnTo>
                  <a:pt x="393463" y="33419"/>
                </a:lnTo>
                <a:lnTo>
                  <a:pt x="392785" y="33441"/>
                </a:lnTo>
                <a:lnTo>
                  <a:pt x="392113" y="33467"/>
                </a:lnTo>
                <a:lnTo>
                  <a:pt x="391449" y="33495"/>
                </a:lnTo>
                <a:lnTo>
                  <a:pt x="390792" y="33527"/>
                </a:lnTo>
                <a:lnTo>
                  <a:pt x="390142" y="33562"/>
                </a:lnTo>
                <a:lnTo>
                  <a:pt x="389499" y="33600"/>
                </a:lnTo>
                <a:lnTo>
                  <a:pt x="388863" y="33641"/>
                </a:lnTo>
                <a:lnTo>
                  <a:pt x="388235" y="33685"/>
                </a:lnTo>
                <a:lnTo>
                  <a:pt x="387613" y="33732"/>
                </a:lnTo>
                <a:lnTo>
                  <a:pt x="386999" y="33782"/>
                </a:lnTo>
                <a:lnTo>
                  <a:pt x="386392" y="33836"/>
                </a:lnTo>
                <a:lnTo>
                  <a:pt x="385792" y="33892"/>
                </a:lnTo>
                <a:lnTo>
                  <a:pt x="385199" y="33952"/>
                </a:lnTo>
                <a:lnTo>
                  <a:pt x="384613" y="34015"/>
                </a:lnTo>
                <a:lnTo>
                  <a:pt x="384035" y="34081"/>
                </a:lnTo>
                <a:lnTo>
                  <a:pt x="383463" y="34150"/>
                </a:lnTo>
                <a:lnTo>
                  <a:pt x="382899" y="34222"/>
                </a:lnTo>
                <a:lnTo>
                  <a:pt x="382342" y="34297"/>
                </a:lnTo>
                <a:lnTo>
                  <a:pt x="381792" y="34376"/>
                </a:lnTo>
                <a:lnTo>
                  <a:pt x="381249" y="34457"/>
                </a:lnTo>
                <a:lnTo>
                  <a:pt x="380713" y="34542"/>
                </a:lnTo>
                <a:lnTo>
                  <a:pt x="380185" y="34630"/>
                </a:lnTo>
                <a:lnTo>
                  <a:pt x="379664" y="34722"/>
                </a:lnTo>
                <a:lnTo>
                  <a:pt x="379154" y="34822"/>
                </a:lnTo>
                <a:lnTo>
                  <a:pt x="378653" y="34928"/>
                </a:lnTo>
                <a:lnTo>
                  <a:pt x="378162" y="35040"/>
                </a:lnTo>
                <a:lnTo>
                  <a:pt x="377681" y="35160"/>
                </a:lnTo>
                <a:lnTo>
                  <a:pt x="377209" y="35286"/>
                </a:lnTo>
                <a:lnTo>
                  <a:pt x="376747" y="35419"/>
                </a:lnTo>
                <a:lnTo>
                  <a:pt x="376295" y="35558"/>
                </a:lnTo>
                <a:lnTo>
                  <a:pt x="375852" y="35704"/>
                </a:lnTo>
                <a:lnTo>
                  <a:pt x="375419" y="35857"/>
                </a:lnTo>
                <a:lnTo>
                  <a:pt x="374996" y="36016"/>
                </a:lnTo>
                <a:lnTo>
                  <a:pt x="374582" y="36182"/>
                </a:lnTo>
                <a:lnTo>
                  <a:pt x="374179" y="36355"/>
                </a:lnTo>
                <a:lnTo>
                  <a:pt x="373785" y="36535"/>
                </a:lnTo>
                <a:lnTo>
                  <a:pt x="373400" y="36721"/>
                </a:lnTo>
                <a:lnTo>
                  <a:pt x="373025" y="36914"/>
                </a:lnTo>
                <a:lnTo>
                  <a:pt x="372660" y="37113"/>
                </a:lnTo>
                <a:lnTo>
                  <a:pt x="372305" y="37320"/>
                </a:lnTo>
                <a:lnTo>
                  <a:pt x="371960" y="37533"/>
                </a:lnTo>
                <a:lnTo>
                  <a:pt x="371624" y="37752"/>
                </a:lnTo>
                <a:lnTo>
                  <a:pt x="371297" y="37978"/>
                </a:lnTo>
                <a:lnTo>
                  <a:pt x="370981" y="38211"/>
                </a:lnTo>
                <a:lnTo>
                  <a:pt x="370674" y="38451"/>
                </a:lnTo>
                <a:lnTo>
                  <a:pt x="370377" y="38697"/>
                </a:lnTo>
                <a:lnTo>
                  <a:pt x="370091" y="38952"/>
                </a:lnTo>
                <a:lnTo>
                  <a:pt x="369817" y="39217"/>
                </a:lnTo>
                <a:lnTo>
                  <a:pt x="369555" y="39491"/>
                </a:lnTo>
                <a:lnTo>
                  <a:pt x="369305" y="39776"/>
                </a:lnTo>
                <a:lnTo>
                  <a:pt x="369068" y="40071"/>
                </a:lnTo>
                <a:lnTo>
                  <a:pt x="368842" y="40376"/>
                </a:lnTo>
                <a:lnTo>
                  <a:pt x="368629" y="40691"/>
                </a:lnTo>
                <a:lnTo>
                  <a:pt x="368428" y="41017"/>
                </a:lnTo>
                <a:lnTo>
                  <a:pt x="368240" y="41352"/>
                </a:lnTo>
                <a:lnTo>
                  <a:pt x="368063" y="41698"/>
                </a:lnTo>
                <a:lnTo>
                  <a:pt x="367899" y="42053"/>
                </a:lnTo>
                <a:lnTo>
                  <a:pt x="367746" y="42419"/>
                </a:lnTo>
                <a:lnTo>
                  <a:pt x="367606" y="42795"/>
                </a:lnTo>
                <a:lnTo>
                  <a:pt x="367478" y="43180"/>
                </a:lnTo>
                <a:lnTo>
                  <a:pt x="367363" y="43576"/>
                </a:lnTo>
                <a:lnTo>
                  <a:pt x="367259" y="43982"/>
                </a:lnTo>
                <a:lnTo>
                  <a:pt x="367168" y="44399"/>
                </a:lnTo>
                <a:lnTo>
                  <a:pt x="367089" y="44825"/>
                </a:lnTo>
                <a:lnTo>
                  <a:pt x="367022" y="45261"/>
                </a:lnTo>
                <a:lnTo>
                  <a:pt x="366967" y="45708"/>
                </a:lnTo>
                <a:lnTo>
                  <a:pt x="366924" y="46164"/>
                </a:lnTo>
                <a:lnTo>
                  <a:pt x="366894" y="46631"/>
                </a:lnTo>
                <a:lnTo>
                  <a:pt x="366876" y="47107"/>
                </a:lnTo>
                <a:lnTo>
                  <a:pt x="366870" y="47594"/>
                </a:lnTo>
                <a:lnTo>
                  <a:pt x="366873" y="47945"/>
                </a:lnTo>
                <a:lnTo>
                  <a:pt x="366883" y="48291"/>
                </a:lnTo>
                <a:lnTo>
                  <a:pt x="366900" y="48632"/>
                </a:lnTo>
                <a:lnTo>
                  <a:pt x="366923" y="48968"/>
                </a:lnTo>
                <a:lnTo>
                  <a:pt x="366953" y="49300"/>
                </a:lnTo>
                <a:lnTo>
                  <a:pt x="366990" y="49626"/>
                </a:lnTo>
                <a:lnTo>
                  <a:pt x="367033" y="49947"/>
                </a:lnTo>
                <a:lnTo>
                  <a:pt x="367084" y="50264"/>
                </a:lnTo>
                <a:lnTo>
                  <a:pt x="367141" y="50575"/>
                </a:lnTo>
                <a:lnTo>
                  <a:pt x="367204" y="50882"/>
                </a:lnTo>
                <a:lnTo>
                  <a:pt x="367274" y="51183"/>
                </a:lnTo>
                <a:lnTo>
                  <a:pt x="367351" y="51480"/>
                </a:lnTo>
                <a:lnTo>
                  <a:pt x="367435" y="51772"/>
                </a:lnTo>
                <a:lnTo>
                  <a:pt x="367525" y="52059"/>
                </a:lnTo>
                <a:lnTo>
                  <a:pt x="367622" y="52341"/>
                </a:lnTo>
                <a:lnTo>
                  <a:pt x="367726" y="52618"/>
                </a:lnTo>
                <a:lnTo>
                  <a:pt x="367836" y="52890"/>
                </a:lnTo>
                <a:lnTo>
                  <a:pt x="367953" y="53157"/>
                </a:lnTo>
                <a:lnTo>
                  <a:pt x="368077" y="53419"/>
                </a:lnTo>
                <a:lnTo>
                  <a:pt x="368208" y="53676"/>
                </a:lnTo>
                <a:lnTo>
                  <a:pt x="368345" y="53929"/>
                </a:lnTo>
                <a:lnTo>
                  <a:pt x="368489" y="54176"/>
                </a:lnTo>
                <a:lnTo>
                  <a:pt x="368639" y="54419"/>
                </a:lnTo>
                <a:lnTo>
                  <a:pt x="368796" y="54656"/>
                </a:lnTo>
                <a:lnTo>
                  <a:pt x="368959" y="54889"/>
                </a:lnTo>
                <a:lnTo>
                  <a:pt x="369126" y="55116"/>
                </a:lnTo>
                <a:lnTo>
                  <a:pt x="369297" y="55339"/>
                </a:lnTo>
                <a:lnTo>
                  <a:pt x="369472" y="55557"/>
                </a:lnTo>
                <a:lnTo>
                  <a:pt x="369651" y="55770"/>
                </a:lnTo>
                <a:lnTo>
                  <a:pt x="369834" y="55978"/>
                </a:lnTo>
                <a:lnTo>
                  <a:pt x="370022" y="56180"/>
                </a:lnTo>
                <a:lnTo>
                  <a:pt x="370213" y="56378"/>
                </a:lnTo>
                <a:lnTo>
                  <a:pt x="370409" y="56572"/>
                </a:lnTo>
                <a:lnTo>
                  <a:pt x="370609" y="56760"/>
                </a:lnTo>
                <a:lnTo>
                  <a:pt x="370813" y="56943"/>
                </a:lnTo>
                <a:lnTo>
                  <a:pt x="371021" y="57121"/>
                </a:lnTo>
                <a:lnTo>
                  <a:pt x="371233" y="57294"/>
                </a:lnTo>
                <a:lnTo>
                  <a:pt x="371450" y="57463"/>
                </a:lnTo>
                <a:lnTo>
                  <a:pt x="371670" y="57626"/>
                </a:lnTo>
                <a:lnTo>
                  <a:pt x="371895" y="57785"/>
                </a:lnTo>
                <a:lnTo>
                  <a:pt x="372124" y="57938"/>
                </a:lnTo>
                <a:lnTo>
                  <a:pt x="372357" y="58087"/>
                </a:lnTo>
                <a:lnTo>
                  <a:pt x="372594" y="58231"/>
                </a:lnTo>
                <a:lnTo>
                  <a:pt x="372835" y="58370"/>
                </a:lnTo>
                <a:lnTo>
                  <a:pt x="373080" y="58503"/>
                </a:lnTo>
                <a:lnTo>
                  <a:pt x="373330" y="58632"/>
                </a:lnTo>
                <a:lnTo>
                  <a:pt x="373583" y="58756"/>
                </a:lnTo>
                <a:lnTo>
                  <a:pt x="373841" y="58875"/>
                </a:lnTo>
                <a:lnTo>
                  <a:pt x="374102" y="58990"/>
                </a:lnTo>
                <a:lnTo>
                  <a:pt x="374364" y="59099"/>
                </a:lnTo>
                <a:lnTo>
                  <a:pt x="374628" y="59203"/>
                </a:lnTo>
                <a:lnTo>
                  <a:pt x="374893" y="59303"/>
                </a:lnTo>
                <a:lnTo>
                  <a:pt x="375161" y="59398"/>
                </a:lnTo>
                <a:lnTo>
                  <a:pt x="375430" y="59488"/>
                </a:lnTo>
                <a:lnTo>
                  <a:pt x="375700" y="59573"/>
                </a:lnTo>
                <a:lnTo>
                  <a:pt x="375972" y="59653"/>
                </a:lnTo>
                <a:lnTo>
                  <a:pt x="376246" y="59728"/>
                </a:lnTo>
                <a:lnTo>
                  <a:pt x="376522" y="59798"/>
                </a:lnTo>
                <a:lnTo>
                  <a:pt x="376799" y="59864"/>
                </a:lnTo>
                <a:lnTo>
                  <a:pt x="377078" y="59925"/>
                </a:lnTo>
                <a:lnTo>
                  <a:pt x="377358" y="59981"/>
                </a:lnTo>
                <a:lnTo>
                  <a:pt x="377640" y="60032"/>
                </a:lnTo>
                <a:lnTo>
                  <a:pt x="377924" y="60078"/>
                </a:lnTo>
                <a:lnTo>
                  <a:pt x="378210" y="60119"/>
                </a:lnTo>
                <a:lnTo>
                  <a:pt x="378497" y="60156"/>
                </a:lnTo>
                <a:lnTo>
                  <a:pt x="378785" y="60187"/>
                </a:lnTo>
                <a:lnTo>
                  <a:pt x="379076" y="60214"/>
                </a:lnTo>
                <a:lnTo>
                  <a:pt x="379368" y="60236"/>
                </a:lnTo>
                <a:lnTo>
                  <a:pt x="379662" y="60253"/>
                </a:lnTo>
                <a:lnTo>
                  <a:pt x="379957" y="60265"/>
                </a:lnTo>
                <a:lnTo>
                  <a:pt x="380254" y="60272"/>
                </a:lnTo>
                <a:lnTo>
                  <a:pt x="380553" y="60275"/>
                </a:lnTo>
                <a:lnTo>
                  <a:pt x="380937" y="60272"/>
                </a:lnTo>
                <a:lnTo>
                  <a:pt x="381317" y="60264"/>
                </a:lnTo>
                <a:lnTo>
                  <a:pt x="381694" y="60250"/>
                </a:lnTo>
                <a:lnTo>
                  <a:pt x="382067" y="60231"/>
                </a:lnTo>
                <a:lnTo>
                  <a:pt x="382436" y="60206"/>
                </a:lnTo>
                <a:close/>
                <a:moveTo>
                  <a:pt x="383261" y="52336"/>
                </a:moveTo>
                <a:lnTo>
                  <a:pt x="383060" y="52311"/>
                </a:lnTo>
                <a:lnTo>
                  <a:pt x="382862" y="52281"/>
                </a:lnTo>
                <a:lnTo>
                  <a:pt x="382667" y="52247"/>
                </a:lnTo>
                <a:lnTo>
                  <a:pt x="382476" y="52207"/>
                </a:lnTo>
                <a:lnTo>
                  <a:pt x="382288" y="52164"/>
                </a:lnTo>
                <a:lnTo>
                  <a:pt x="382103" y="52115"/>
                </a:lnTo>
                <a:lnTo>
                  <a:pt x="381922" y="52062"/>
                </a:lnTo>
                <a:lnTo>
                  <a:pt x="381744" y="52005"/>
                </a:lnTo>
                <a:lnTo>
                  <a:pt x="381570" y="51943"/>
                </a:lnTo>
                <a:lnTo>
                  <a:pt x="381399" y="51876"/>
                </a:lnTo>
                <a:lnTo>
                  <a:pt x="381231" y="51804"/>
                </a:lnTo>
                <a:lnTo>
                  <a:pt x="381067" y="51729"/>
                </a:lnTo>
                <a:lnTo>
                  <a:pt x="380906" y="51648"/>
                </a:lnTo>
                <a:lnTo>
                  <a:pt x="380748" y="51563"/>
                </a:lnTo>
                <a:lnTo>
                  <a:pt x="380594" y="51473"/>
                </a:lnTo>
                <a:lnTo>
                  <a:pt x="380443" y="51379"/>
                </a:lnTo>
                <a:lnTo>
                  <a:pt x="380296" y="51280"/>
                </a:lnTo>
                <a:lnTo>
                  <a:pt x="380152" y="51176"/>
                </a:lnTo>
                <a:lnTo>
                  <a:pt x="380011" y="51068"/>
                </a:lnTo>
                <a:lnTo>
                  <a:pt x="379875" y="50955"/>
                </a:lnTo>
                <a:lnTo>
                  <a:pt x="379745" y="50837"/>
                </a:lnTo>
                <a:lnTo>
                  <a:pt x="379621" y="50714"/>
                </a:lnTo>
                <a:lnTo>
                  <a:pt x="379502" y="50586"/>
                </a:lnTo>
                <a:lnTo>
                  <a:pt x="379389" y="50454"/>
                </a:lnTo>
                <a:lnTo>
                  <a:pt x="379282" y="50316"/>
                </a:lnTo>
                <a:lnTo>
                  <a:pt x="379181" y="50174"/>
                </a:lnTo>
                <a:lnTo>
                  <a:pt x="379085" y="50026"/>
                </a:lnTo>
                <a:lnTo>
                  <a:pt x="378995" y="49874"/>
                </a:lnTo>
                <a:lnTo>
                  <a:pt x="378912" y="49717"/>
                </a:lnTo>
                <a:lnTo>
                  <a:pt x="378833" y="49555"/>
                </a:lnTo>
                <a:lnTo>
                  <a:pt x="378761" y="49388"/>
                </a:lnTo>
                <a:lnTo>
                  <a:pt x="378694" y="49216"/>
                </a:lnTo>
                <a:lnTo>
                  <a:pt x="378634" y="49039"/>
                </a:lnTo>
                <a:lnTo>
                  <a:pt x="378579" y="48857"/>
                </a:lnTo>
                <a:lnTo>
                  <a:pt x="378529" y="48671"/>
                </a:lnTo>
                <a:lnTo>
                  <a:pt x="378486" y="48479"/>
                </a:lnTo>
                <a:lnTo>
                  <a:pt x="378448" y="48283"/>
                </a:lnTo>
                <a:lnTo>
                  <a:pt x="378417" y="48081"/>
                </a:lnTo>
                <a:lnTo>
                  <a:pt x="378391" y="47875"/>
                </a:lnTo>
                <a:lnTo>
                  <a:pt x="378370" y="47663"/>
                </a:lnTo>
                <a:lnTo>
                  <a:pt x="378356" y="47447"/>
                </a:lnTo>
                <a:lnTo>
                  <a:pt x="378347" y="47226"/>
                </a:lnTo>
                <a:lnTo>
                  <a:pt x="378344" y="47000"/>
                </a:lnTo>
                <a:lnTo>
                  <a:pt x="378351" y="46687"/>
                </a:lnTo>
                <a:lnTo>
                  <a:pt x="378369" y="46381"/>
                </a:lnTo>
                <a:lnTo>
                  <a:pt x="378401" y="46082"/>
                </a:lnTo>
                <a:lnTo>
                  <a:pt x="378445" y="45791"/>
                </a:lnTo>
                <a:lnTo>
                  <a:pt x="378502" y="45507"/>
                </a:lnTo>
                <a:lnTo>
                  <a:pt x="378572" y="45230"/>
                </a:lnTo>
                <a:lnTo>
                  <a:pt x="378654" y="44961"/>
                </a:lnTo>
                <a:lnTo>
                  <a:pt x="378748" y="44699"/>
                </a:lnTo>
                <a:lnTo>
                  <a:pt x="378856" y="44444"/>
                </a:lnTo>
                <a:lnTo>
                  <a:pt x="378976" y="44196"/>
                </a:lnTo>
                <a:lnTo>
                  <a:pt x="379108" y="43956"/>
                </a:lnTo>
                <a:lnTo>
                  <a:pt x="379254" y="43723"/>
                </a:lnTo>
                <a:lnTo>
                  <a:pt x="379411" y="43497"/>
                </a:lnTo>
                <a:lnTo>
                  <a:pt x="379582" y="43279"/>
                </a:lnTo>
                <a:lnTo>
                  <a:pt x="379765" y="43068"/>
                </a:lnTo>
                <a:lnTo>
                  <a:pt x="379961" y="42864"/>
                </a:lnTo>
                <a:lnTo>
                  <a:pt x="380169" y="42667"/>
                </a:lnTo>
                <a:lnTo>
                  <a:pt x="380390" y="42478"/>
                </a:lnTo>
                <a:lnTo>
                  <a:pt x="380624" y="42296"/>
                </a:lnTo>
                <a:lnTo>
                  <a:pt x="380870" y="42121"/>
                </a:lnTo>
                <a:lnTo>
                  <a:pt x="381129" y="41954"/>
                </a:lnTo>
                <a:lnTo>
                  <a:pt x="381401" y="41794"/>
                </a:lnTo>
                <a:lnTo>
                  <a:pt x="381685" y="41641"/>
                </a:lnTo>
                <a:lnTo>
                  <a:pt x="381981" y="41496"/>
                </a:lnTo>
                <a:lnTo>
                  <a:pt x="382294" y="41357"/>
                </a:lnTo>
                <a:lnTo>
                  <a:pt x="382626" y="41223"/>
                </a:lnTo>
                <a:lnTo>
                  <a:pt x="382976" y="41096"/>
                </a:lnTo>
                <a:lnTo>
                  <a:pt x="383345" y="40974"/>
                </a:lnTo>
                <a:lnTo>
                  <a:pt x="383734" y="40858"/>
                </a:lnTo>
                <a:lnTo>
                  <a:pt x="384141" y="40748"/>
                </a:lnTo>
                <a:lnTo>
                  <a:pt x="384567" y="40644"/>
                </a:lnTo>
                <a:lnTo>
                  <a:pt x="385013" y="40545"/>
                </a:lnTo>
                <a:lnTo>
                  <a:pt x="385477" y="40452"/>
                </a:lnTo>
                <a:lnTo>
                  <a:pt x="385960" y="40365"/>
                </a:lnTo>
                <a:lnTo>
                  <a:pt x="386462" y="40283"/>
                </a:lnTo>
                <a:lnTo>
                  <a:pt x="386983" y="40208"/>
                </a:lnTo>
                <a:lnTo>
                  <a:pt x="387523" y="40138"/>
                </a:lnTo>
                <a:lnTo>
                  <a:pt x="388081" y="40074"/>
                </a:lnTo>
                <a:lnTo>
                  <a:pt x="388659" y="40015"/>
                </a:lnTo>
                <a:lnTo>
                  <a:pt x="389256" y="39963"/>
                </a:lnTo>
                <a:lnTo>
                  <a:pt x="389872" y="39916"/>
                </a:lnTo>
                <a:lnTo>
                  <a:pt x="390506" y="39875"/>
                </a:lnTo>
                <a:lnTo>
                  <a:pt x="391160" y="39839"/>
                </a:lnTo>
                <a:lnTo>
                  <a:pt x="391832" y="39810"/>
                </a:lnTo>
                <a:lnTo>
                  <a:pt x="392524" y="39786"/>
                </a:lnTo>
                <a:lnTo>
                  <a:pt x="393234" y="39768"/>
                </a:lnTo>
                <a:lnTo>
                  <a:pt x="393964" y="39755"/>
                </a:lnTo>
                <a:lnTo>
                  <a:pt x="394712" y="39749"/>
                </a:lnTo>
                <a:lnTo>
                  <a:pt x="394712" y="46735"/>
                </a:lnTo>
                <a:lnTo>
                  <a:pt x="394573" y="46918"/>
                </a:lnTo>
                <a:lnTo>
                  <a:pt x="394430" y="47100"/>
                </a:lnTo>
                <a:lnTo>
                  <a:pt x="394283" y="47280"/>
                </a:lnTo>
                <a:lnTo>
                  <a:pt x="394133" y="47458"/>
                </a:lnTo>
                <a:lnTo>
                  <a:pt x="393978" y="47635"/>
                </a:lnTo>
                <a:lnTo>
                  <a:pt x="393820" y="47810"/>
                </a:lnTo>
                <a:lnTo>
                  <a:pt x="393658" y="47983"/>
                </a:lnTo>
                <a:lnTo>
                  <a:pt x="393492" y="48154"/>
                </a:lnTo>
                <a:lnTo>
                  <a:pt x="393323" y="48324"/>
                </a:lnTo>
                <a:lnTo>
                  <a:pt x="393149" y="48492"/>
                </a:lnTo>
                <a:lnTo>
                  <a:pt x="392972" y="48659"/>
                </a:lnTo>
                <a:lnTo>
                  <a:pt x="392790" y="48824"/>
                </a:lnTo>
                <a:lnTo>
                  <a:pt x="392605" y="48987"/>
                </a:lnTo>
                <a:lnTo>
                  <a:pt x="392417" y="49148"/>
                </a:lnTo>
                <a:lnTo>
                  <a:pt x="392224" y="49308"/>
                </a:lnTo>
                <a:lnTo>
                  <a:pt x="392027" y="49466"/>
                </a:lnTo>
                <a:lnTo>
                  <a:pt x="391827" y="49622"/>
                </a:lnTo>
                <a:lnTo>
                  <a:pt x="391623" y="49777"/>
                </a:lnTo>
                <a:lnTo>
                  <a:pt x="391415" y="49930"/>
                </a:lnTo>
                <a:lnTo>
                  <a:pt x="391203" y="50081"/>
                </a:lnTo>
                <a:lnTo>
                  <a:pt x="390987" y="50231"/>
                </a:lnTo>
                <a:lnTo>
                  <a:pt x="390767" y="50379"/>
                </a:lnTo>
                <a:lnTo>
                  <a:pt x="390544" y="50525"/>
                </a:lnTo>
                <a:lnTo>
                  <a:pt x="390317" y="50670"/>
                </a:lnTo>
                <a:lnTo>
                  <a:pt x="390087" y="50811"/>
                </a:lnTo>
                <a:lnTo>
                  <a:pt x="389855" y="50945"/>
                </a:lnTo>
                <a:lnTo>
                  <a:pt x="389622" y="51074"/>
                </a:lnTo>
                <a:lnTo>
                  <a:pt x="389387" y="51197"/>
                </a:lnTo>
                <a:lnTo>
                  <a:pt x="389150" y="51313"/>
                </a:lnTo>
                <a:lnTo>
                  <a:pt x="388911" y="51424"/>
                </a:lnTo>
                <a:lnTo>
                  <a:pt x="388671" y="51529"/>
                </a:lnTo>
                <a:lnTo>
                  <a:pt x="388428" y="51628"/>
                </a:lnTo>
                <a:lnTo>
                  <a:pt x="388185" y="51720"/>
                </a:lnTo>
                <a:lnTo>
                  <a:pt x="387939" y="51807"/>
                </a:lnTo>
                <a:lnTo>
                  <a:pt x="387692" y="51888"/>
                </a:lnTo>
                <a:lnTo>
                  <a:pt x="387443" y="51963"/>
                </a:lnTo>
                <a:lnTo>
                  <a:pt x="387192" y="52032"/>
                </a:lnTo>
                <a:lnTo>
                  <a:pt x="386940" y="52095"/>
                </a:lnTo>
                <a:lnTo>
                  <a:pt x="386685" y="52151"/>
                </a:lnTo>
                <a:lnTo>
                  <a:pt x="386429" y="52202"/>
                </a:lnTo>
                <a:lnTo>
                  <a:pt x="386172" y="52247"/>
                </a:lnTo>
                <a:lnTo>
                  <a:pt x="385912" y="52286"/>
                </a:lnTo>
                <a:lnTo>
                  <a:pt x="385651" y="52319"/>
                </a:lnTo>
                <a:lnTo>
                  <a:pt x="385388" y="52346"/>
                </a:lnTo>
                <a:lnTo>
                  <a:pt x="385124" y="52367"/>
                </a:lnTo>
                <a:lnTo>
                  <a:pt x="384858" y="52382"/>
                </a:lnTo>
                <a:lnTo>
                  <a:pt x="384590" y="52391"/>
                </a:lnTo>
                <a:lnTo>
                  <a:pt x="384320" y="52394"/>
                </a:lnTo>
                <a:lnTo>
                  <a:pt x="384101" y="52392"/>
                </a:lnTo>
                <a:lnTo>
                  <a:pt x="383886" y="52385"/>
                </a:lnTo>
                <a:lnTo>
                  <a:pt x="383675" y="52373"/>
                </a:lnTo>
                <a:lnTo>
                  <a:pt x="383466" y="52357"/>
                </a:lnTo>
                <a:lnTo>
                  <a:pt x="383261" y="52336"/>
                </a:lnTo>
                <a:close/>
                <a:moveTo>
                  <a:pt x="498145" y="60162"/>
                </a:moveTo>
                <a:lnTo>
                  <a:pt x="498654" y="60113"/>
                </a:lnTo>
                <a:lnTo>
                  <a:pt x="499158" y="60055"/>
                </a:lnTo>
                <a:lnTo>
                  <a:pt x="499655" y="59987"/>
                </a:lnTo>
                <a:lnTo>
                  <a:pt x="500147" y="59911"/>
                </a:lnTo>
                <a:lnTo>
                  <a:pt x="500634" y="59826"/>
                </a:lnTo>
                <a:lnTo>
                  <a:pt x="501114" y="59732"/>
                </a:lnTo>
                <a:lnTo>
                  <a:pt x="501589" y="59628"/>
                </a:lnTo>
                <a:lnTo>
                  <a:pt x="502058" y="59516"/>
                </a:lnTo>
                <a:lnTo>
                  <a:pt x="502521" y="59395"/>
                </a:lnTo>
                <a:lnTo>
                  <a:pt x="502978" y="59265"/>
                </a:lnTo>
                <a:lnTo>
                  <a:pt x="503430" y="59126"/>
                </a:lnTo>
                <a:lnTo>
                  <a:pt x="503876" y="58978"/>
                </a:lnTo>
                <a:lnTo>
                  <a:pt x="504316" y="58821"/>
                </a:lnTo>
                <a:lnTo>
                  <a:pt x="504750" y="58655"/>
                </a:lnTo>
                <a:lnTo>
                  <a:pt x="505178" y="58480"/>
                </a:lnTo>
                <a:lnTo>
                  <a:pt x="505601" y="58296"/>
                </a:lnTo>
                <a:lnTo>
                  <a:pt x="506017" y="58103"/>
                </a:lnTo>
                <a:lnTo>
                  <a:pt x="506428" y="57901"/>
                </a:lnTo>
                <a:lnTo>
                  <a:pt x="506834" y="57690"/>
                </a:lnTo>
                <a:lnTo>
                  <a:pt x="507232" y="57471"/>
                </a:lnTo>
                <a:lnTo>
                  <a:pt x="507623" y="57243"/>
                </a:lnTo>
                <a:lnTo>
                  <a:pt x="508007" y="57007"/>
                </a:lnTo>
                <a:lnTo>
                  <a:pt x="508384" y="56764"/>
                </a:lnTo>
                <a:lnTo>
                  <a:pt x="508752" y="56512"/>
                </a:lnTo>
                <a:lnTo>
                  <a:pt x="509114" y="56252"/>
                </a:lnTo>
                <a:lnTo>
                  <a:pt x="509468" y="55984"/>
                </a:lnTo>
                <a:lnTo>
                  <a:pt x="509814" y="55708"/>
                </a:lnTo>
                <a:lnTo>
                  <a:pt x="510153" y="55424"/>
                </a:lnTo>
                <a:lnTo>
                  <a:pt x="510485" y="55132"/>
                </a:lnTo>
                <a:lnTo>
                  <a:pt x="510809" y="54832"/>
                </a:lnTo>
                <a:lnTo>
                  <a:pt x="511126" y="54524"/>
                </a:lnTo>
                <a:lnTo>
                  <a:pt x="511435" y="54208"/>
                </a:lnTo>
                <a:lnTo>
                  <a:pt x="511737" y="53884"/>
                </a:lnTo>
                <a:lnTo>
                  <a:pt x="512031" y="53551"/>
                </a:lnTo>
                <a:lnTo>
                  <a:pt x="512318" y="53211"/>
                </a:lnTo>
                <a:lnTo>
                  <a:pt x="512598" y="52862"/>
                </a:lnTo>
                <a:lnTo>
                  <a:pt x="512870" y="52506"/>
                </a:lnTo>
                <a:lnTo>
                  <a:pt x="513135" y="52141"/>
                </a:lnTo>
                <a:lnTo>
                  <a:pt x="513392" y="51769"/>
                </a:lnTo>
                <a:lnTo>
                  <a:pt x="513642" y="51388"/>
                </a:lnTo>
                <a:lnTo>
                  <a:pt x="513884" y="50999"/>
                </a:lnTo>
                <a:lnTo>
                  <a:pt x="514119" y="50603"/>
                </a:lnTo>
                <a:lnTo>
                  <a:pt x="514346" y="50198"/>
                </a:lnTo>
                <a:lnTo>
                  <a:pt x="514565" y="49785"/>
                </a:lnTo>
                <a:lnTo>
                  <a:pt x="514775" y="49365"/>
                </a:lnTo>
                <a:lnTo>
                  <a:pt x="514976" y="48939"/>
                </a:lnTo>
                <a:lnTo>
                  <a:pt x="515167" y="48505"/>
                </a:lnTo>
                <a:lnTo>
                  <a:pt x="515348" y="48063"/>
                </a:lnTo>
                <a:lnTo>
                  <a:pt x="515521" y="47615"/>
                </a:lnTo>
                <a:lnTo>
                  <a:pt x="515684" y="47160"/>
                </a:lnTo>
                <a:lnTo>
                  <a:pt x="515838" y="46697"/>
                </a:lnTo>
                <a:lnTo>
                  <a:pt x="515982" y="46227"/>
                </a:lnTo>
                <a:lnTo>
                  <a:pt x="516118" y="45750"/>
                </a:lnTo>
                <a:lnTo>
                  <a:pt x="516243" y="45266"/>
                </a:lnTo>
                <a:lnTo>
                  <a:pt x="516360" y="44775"/>
                </a:lnTo>
                <a:lnTo>
                  <a:pt x="516467" y="44277"/>
                </a:lnTo>
                <a:lnTo>
                  <a:pt x="516565" y="43771"/>
                </a:lnTo>
                <a:lnTo>
                  <a:pt x="516653" y="43258"/>
                </a:lnTo>
                <a:lnTo>
                  <a:pt x="516733" y="42739"/>
                </a:lnTo>
                <a:lnTo>
                  <a:pt x="516803" y="42212"/>
                </a:lnTo>
                <a:lnTo>
                  <a:pt x="516863" y="41677"/>
                </a:lnTo>
                <a:lnTo>
                  <a:pt x="516915" y="41136"/>
                </a:lnTo>
                <a:lnTo>
                  <a:pt x="516956" y="40588"/>
                </a:lnTo>
                <a:lnTo>
                  <a:pt x="516989" y="40032"/>
                </a:lnTo>
                <a:lnTo>
                  <a:pt x="517012" y="39469"/>
                </a:lnTo>
                <a:lnTo>
                  <a:pt x="517026" y="38900"/>
                </a:lnTo>
                <a:lnTo>
                  <a:pt x="517031" y="38322"/>
                </a:lnTo>
                <a:lnTo>
                  <a:pt x="517026" y="37735"/>
                </a:lnTo>
                <a:lnTo>
                  <a:pt x="517012" y="37154"/>
                </a:lnTo>
                <a:lnTo>
                  <a:pt x="516989" y="36581"/>
                </a:lnTo>
                <a:lnTo>
                  <a:pt x="516956" y="36016"/>
                </a:lnTo>
                <a:lnTo>
                  <a:pt x="516915" y="35458"/>
                </a:lnTo>
                <a:lnTo>
                  <a:pt x="516863" y="34907"/>
                </a:lnTo>
                <a:lnTo>
                  <a:pt x="516803" y="34363"/>
                </a:lnTo>
                <a:lnTo>
                  <a:pt x="516733" y="33827"/>
                </a:lnTo>
                <a:lnTo>
                  <a:pt x="516653" y="33298"/>
                </a:lnTo>
                <a:lnTo>
                  <a:pt x="516565" y="32777"/>
                </a:lnTo>
                <a:lnTo>
                  <a:pt x="516467" y="32263"/>
                </a:lnTo>
                <a:lnTo>
                  <a:pt x="516360" y="31756"/>
                </a:lnTo>
                <a:lnTo>
                  <a:pt x="516243" y="31257"/>
                </a:lnTo>
                <a:lnTo>
                  <a:pt x="516118" y="30765"/>
                </a:lnTo>
                <a:lnTo>
                  <a:pt x="515982" y="30281"/>
                </a:lnTo>
                <a:lnTo>
                  <a:pt x="515838" y="29804"/>
                </a:lnTo>
                <a:lnTo>
                  <a:pt x="515684" y="29334"/>
                </a:lnTo>
                <a:lnTo>
                  <a:pt x="515521" y="28872"/>
                </a:lnTo>
                <a:lnTo>
                  <a:pt x="515348" y="28417"/>
                </a:lnTo>
                <a:lnTo>
                  <a:pt x="515167" y="27969"/>
                </a:lnTo>
                <a:lnTo>
                  <a:pt x="514976" y="27529"/>
                </a:lnTo>
                <a:lnTo>
                  <a:pt x="514775" y="27096"/>
                </a:lnTo>
                <a:lnTo>
                  <a:pt x="514565" y="26671"/>
                </a:lnTo>
                <a:lnTo>
                  <a:pt x="514346" y="26252"/>
                </a:lnTo>
                <a:lnTo>
                  <a:pt x="514119" y="25842"/>
                </a:lnTo>
                <a:lnTo>
                  <a:pt x="513884" y="25440"/>
                </a:lnTo>
                <a:lnTo>
                  <a:pt x="513642" y="25046"/>
                </a:lnTo>
                <a:lnTo>
                  <a:pt x="513392" y="24660"/>
                </a:lnTo>
                <a:lnTo>
                  <a:pt x="513135" y="24283"/>
                </a:lnTo>
                <a:lnTo>
                  <a:pt x="512870" y="23913"/>
                </a:lnTo>
                <a:lnTo>
                  <a:pt x="512598" y="23552"/>
                </a:lnTo>
                <a:lnTo>
                  <a:pt x="512318" y="23199"/>
                </a:lnTo>
                <a:lnTo>
                  <a:pt x="512031" y="22855"/>
                </a:lnTo>
                <a:lnTo>
                  <a:pt x="511737" y="22518"/>
                </a:lnTo>
                <a:lnTo>
                  <a:pt x="511435" y="22190"/>
                </a:lnTo>
                <a:lnTo>
                  <a:pt x="511126" y="21870"/>
                </a:lnTo>
                <a:lnTo>
                  <a:pt x="510809" y="21559"/>
                </a:lnTo>
                <a:lnTo>
                  <a:pt x="510485" y="21255"/>
                </a:lnTo>
                <a:lnTo>
                  <a:pt x="510153" y="20960"/>
                </a:lnTo>
                <a:lnTo>
                  <a:pt x="509814" y="20673"/>
                </a:lnTo>
                <a:lnTo>
                  <a:pt x="509468" y="20394"/>
                </a:lnTo>
                <a:lnTo>
                  <a:pt x="509114" y="20123"/>
                </a:lnTo>
                <a:lnTo>
                  <a:pt x="508752" y="19861"/>
                </a:lnTo>
                <a:lnTo>
                  <a:pt x="508384" y="19607"/>
                </a:lnTo>
                <a:lnTo>
                  <a:pt x="508007" y="19361"/>
                </a:lnTo>
                <a:lnTo>
                  <a:pt x="507623" y="19123"/>
                </a:lnTo>
                <a:lnTo>
                  <a:pt x="507232" y="18893"/>
                </a:lnTo>
                <a:lnTo>
                  <a:pt x="506834" y="18672"/>
                </a:lnTo>
                <a:lnTo>
                  <a:pt x="506428" y="18459"/>
                </a:lnTo>
                <a:lnTo>
                  <a:pt x="506017" y="18256"/>
                </a:lnTo>
                <a:lnTo>
                  <a:pt x="505601" y="18061"/>
                </a:lnTo>
                <a:lnTo>
                  <a:pt x="505178" y="17875"/>
                </a:lnTo>
                <a:lnTo>
                  <a:pt x="504750" y="17699"/>
                </a:lnTo>
                <a:lnTo>
                  <a:pt x="504316" y="17531"/>
                </a:lnTo>
                <a:lnTo>
                  <a:pt x="503876" y="17373"/>
                </a:lnTo>
                <a:lnTo>
                  <a:pt x="503430" y="17223"/>
                </a:lnTo>
                <a:lnTo>
                  <a:pt x="502978" y="17083"/>
                </a:lnTo>
                <a:lnTo>
                  <a:pt x="502521" y="16952"/>
                </a:lnTo>
                <a:lnTo>
                  <a:pt x="502058" y="16830"/>
                </a:lnTo>
                <a:lnTo>
                  <a:pt x="501589" y="16716"/>
                </a:lnTo>
                <a:lnTo>
                  <a:pt x="501114" y="16612"/>
                </a:lnTo>
                <a:lnTo>
                  <a:pt x="500634" y="16517"/>
                </a:lnTo>
                <a:lnTo>
                  <a:pt x="500147" y="16431"/>
                </a:lnTo>
                <a:lnTo>
                  <a:pt x="499655" y="16354"/>
                </a:lnTo>
                <a:lnTo>
                  <a:pt x="499158" y="16286"/>
                </a:lnTo>
                <a:lnTo>
                  <a:pt x="498654" y="16228"/>
                </a:lnTo>
                <a:lnTo>
                  <a:pt x="498145" y="16178"/>
                </a:lnTo>
                <a:lnTo>
                  <a:pt x="497629" y="16137"/>
                </a:lnTo>
                <a:lnTo>
                  <a:pt x="497108" y="16105"/>
                </a:lnTo>
                <a:lnTo>
                  <a:pt x="496582" y="16083"/>
                </a:lnTo>
                <a:lnTo>
                  <a:pt x="496049" y="16069"/>
                </a:lnTo>
                <a:lnTo>
                  <a:pt x="495511" y="16065"/>
                </a:lnTo>
                <a:lnTo>
                  <a:pt x="494979" y="16069"/>
                </a:lnTo>
                <a:lnTo>
                  <a:pt x="494453" y="16083"/>
                </a:lnTo>
                <a:lnTo>
                  <a:pt x="493933" y="16105"/>
                </a:lnTo>
                <a:lnTo>
                  <a:pt x="493418" y="16137"/>
                </a:lnTo>
                <a:lnTo>
                  <a:pt x="492909" y="16178"/>
                </a:lnTo>
                <a:lnTo>
                  <a:pt x="492405" y="16228"/>
                </a:lnTo>
                <a:lnTo>
                  <a:pt x="491907" y="16286"/>
                </a:lnTo>
                <a:lnTo>
                  <a:pt x="491414" y="16354"/>
                </a:lnTo>
                <a:lnTo>
                  <a:pt x="490926" y="16431"/>
                </a:lnTo>
                <a:lnTo>
                  <a:pt x="490445" y="16517"/>
                </a:lnTo>
                <a:lnTo>
                  <a:pt x="489968" y="16612"/>
                </a:lnTo>
                <a:lnTo>
                  <a:pt x="489497" y="16716"/>
                </a:lnTo>
                <a:lnTo>
                  <a:pt x="489032" y="16830"/>
                </a:lnTo>
                <a:lnTo>
                  <a:pt x="488572" y="16952"/>
                </a:lnTo>
                <a:lnTo>
                  <a:pt x="488117" y="17083"/>
                </a:lnTo>
                <a:lnTo>
                  <a:pt x="487668" y="17223"/>
                </a:lnTo>
                <a:lnTo>
                  <a:pt x="487225" y="17373"/>
                </a:lnTo>
                <a:lnTo>
                  <a:pt x="486787" y="17531"/>
                </a:lnTo>
                <a:lnTo>
                  <a:pt x="486354" y="17699"/>
                </a:lnTo>
                <a:lnTo>
                  <a:pt x="485927" y="17875"/>
                </a:lnTo>
                <a:lnTo>
                  <a:pt x="485506" y="18061"/>
                </a:lnTo>
                <a:lnTo>
                  <a:pt x="485090" y="18256"/>
                </a:lnTo>
                <a:lnTo>
                  <a:pt x="484679" y="18459"/>
                </a:lnTo>
                <a:lnTo>
                  <a:pt x="484274" y="18672"/>
                </a:lnTo>
                <a:lnTo>
                  <a:pt x="483875" y="18893"/>
                </a:lnTo>
                <a:lnTo>
                  <a:pt x="483485" y="19123"/>
                </a:lnTo>
                <a:lnTo>
                  <a:pt x="483101" y="19361"/>
                </a:lnTo>
                <a:lnTo>
                  <a:pt x="482725" y="19607"/>
                </a:lnTo>
                <a:lnTo>
                  <a:pt x="482357" y="19861"/>
                </a:lnTo>
                <a:lnTo>
                  <a:pt x="481997" y="20123"/>
                </a:lnTo>
                <a:lnTo>
                  <a:pt x="481644" y="20394"/>
                </a:lnTo>
                <a:lnTo>
                  <a:pt x="481298" y="20673"/>
                </a:lnTo>
                <a:lnTo>
                  <a:pt x="480961" y="20960"/>
                </a:lnTo>
                <a:lnTo>
                  <a:pt x="480630" y="21255"/>
                </a:lnTo>
                <a:lnTo>
                  <a:pt x="480308" y="21559"/>
                </a:lnTo>
                <a:lnTo>
                  <a:pt x="479993" y="21870"/>
                </a:lnTo>
                <a:lnTo>
                  <a:pt x="479685" y="22190"/>
                </a:lnTo>
                <a:lnTo>
                  <a:pt x="479385" y="22518"/>
                </a:lnTo>
                <a:lnTo>
                  <a:pt x="479093" y="22855"/>
                </a:lnTo>
                <a:lnTo>
                  <a:pt x="478809" y="23199"/>
                </a:lnTo>
                <a:lnTo>
                  <a:pt x="478531" y="23552"/>
                </a:lnTo>
                <a:lnTo>
                  <a:pt x="478262" y="23913"/>
                </a:lnTo>
                <a:lnTo>
                  <a:pt x="478000" y="24283"/>
                </a:lnTo>
                <a:lnTo>
                  <a:pt x="477746" y="24660"/>
                </a:lnTo>
                <a:lnTo>
                  <a:pt x="477499" y="25046"/>
                </a:lnTo>
                <a:lnTo>
                  <a:pt x="477260" y="25440"/>
                </a:lnTo>
                <a:lnTo>
                  <a:pt x="477029" y="25842"/>
                </a:lnTo>
                <a:lnTo>
                  <a:pt x="476805" y="26252"/>
                </a:lnTo>
                <a:lnTo>
                  <a:pt x="476589" y="26671"/>
                </a:lnTo>
                <a:lnTo>
                  <a:pt x="476383" y="27096"/>
                </a:lnTo>
                <a:lnTo>
                  <a:pt x="476186" y="27529"/>
                </a:lnTo>
                <a:lnTo>
                  <a:pt x="475998" y="27969"/>
                </a:lnTo>
                <a:lnTo>
                  <a:pt x="475819" y="28417"/>
                </a:lnTo>
                <a:lnTo>
                  <a:pt x="475649" y="28872"/>
                </a:lnTo>
                <a:lnTo>
                  <a:pt x="475489" y="29334"/>
                </a:lnTo>
                <a:lnTo>
                  <a:pt x="475337" y="29804"/>
                </a:lnTo>
                <a:lnTo>
                  <a:pt x="475195" y="30281"/>
                </a:lnTo>
                <a:lnTo>
                  <a:pt x="475062" y="30765"/>
                </a:lnTo>
                <a:lnTo>
                  <a:pt x="474938" y="31257"/>
                </a:lnTo>
                <a:lnTo>
                  <a:pt x="474824" y="31756"/>
                </a:lnTo>
                <a:lnTo>
                  <a:pt x="474718" y="32263"/>
                </a:lnTo>
                <a:lnTo>
                  <a:pt x="474622" y="32777"/>
                </a:lnTo>
                <a:lnTo>
                  <a:pt x="474535" y="33298"/>
                </a:lnTo>
                <a:lnTo>
                  <a:pt x="474457" y="33827"/>
                </a:lnTo>
                <a:lnTo>
                  <a:pt x="474388" y="34363"/>
                </a:lnTo>
                <a:lnTo>
                  <a:pt x="474328" y="34907"/>
                </a:lnTo>
                <a:lnTo>
                  <a:pt x="474278" y="35458"/>
                </a:lnTo>
                <a:lnTo>
                  <a:pt x="474237" y="36016"/>
                </a:lnTo>
                <a:lnTo>
                  <a:pt x="474205" y="36581"/>
                </a:lnTo>
                <a:lnTo>
                  <a:pt x="474182" y="37154"/>
                </a:lnTo>
                <a:lnTo>
                  <a:pt x="474168" y="37735"/>
                </a:lnTo>
                <a:lnTo>
                  <a:pt x="474163" y="38322"/>
                </a:lnTo>
                <a:lnTo>
                  <a:pt x="474168" y="38900"/>
                </a:lnTo>
                <a:lnTo>
                  <a:pt x="474182" y="39469"/>
                </a:lnTo>
                <a:lnTo>
                  <a:pt x="474205" y="40032"/>
                </a:lnTo>
                <a:lnTo>
                  <a:pt x="474237" y="40588"/>
                </a:lnTo>
                <a:lnTo>
                  <a:pt x="474278" y="41136"/>
                </a:lnTo>
                <a:lnTo>
                  <a:pt x="474328" y="41677"/>
                </a:lnTo>
                <a:lnTo>
                  <a:pt x="474388" y="42212"/>
                </a:lnTo>
                <a:lnTo>
                  <a:pt x="474457" y="42739"/>
                </a:lnTo>
                <a:lnTo>
                  <a:pt x="474535" y="43258"/>
                </a:lnTo>
                <a:lnTo>
                  <a:pt x="474622" y="43771"/>
                </a:lnTo>
                <a:lnTo>
                  <a:pt x="474718" y="44277"/>
                </a:lnTo>
                <a:lnTo>
                  <a:pt x="474824" y="44775"/>
                </a:lnTo>
                <a:lnTo>
                  <a:pt x="474938" y="45266"/>
                </a:lnTo>
                <a:lnTo>
                  <a:pt x="475062" y="45750"/>
                </a:lnTo>
                <a:lnTo>
                  <a:pt x="475195" y="46227"/>
                </a:lnTo>
                <a:lnTo>
                  <a:pt x="475337" y="46697"/>
                </a:lnTo>
                <a:lnTo>
                  <a:pt x="475489" y="47160"/>
                </a:lnTo>
                <a:lnTo>
                  <a:pt x="475649" y="47615"/>
                </a:lnTo>
                <a:lnTo>
                  <a:pt x="475819" y="48063"/>
                </a:lnTo>
                <a:lnTo>
                  <a:pt x="475998" y="48505"/>
                </a:lnTo>
                <a:lnTo>
                  <a:pt x="476186" y="48939"/>
                </a:lnTo>
                <a:lnTo>
                  <a:pt x="476383" y="49365"/>
                </a:lnTo>
                <a:lnTo>
                  <a:pt x="476589" y="49785"/>
                </a:lnTo>
                <a:lnTo>
                  <a:pt x="476805" y="50198"/>
                </a:lnTo>
                <a:lnTo>
                  <a:pt x="477029" y="50603"/>
                </a:lnTo>
                <a:lnTo>
                  <a:pt x="477260" y="50999"/>
                </a:lnTo>
                <a:lnTo>
                  <a:pt x="477499" y="51388"/>
                </a:lnTo>
                <a:lnTo>
                  <a:pt x="477746" y="51769"/>
                </a:lnTo>
                <a:lnTo>
                  <a:pt x="478000" y="52141"/>
                </a:lnTo>
                <a:lnTo>
                  <a:pt x="478262" y="52506"/>
                </a:lnTo>
                <a:lnTo>
                  <a:pt x="478531" y="52862"/>
                </a:lnTo>
                <a:lnTo>
                  <a:pt x="478809" y="53211"/>
                </a:lnTo>
                <a:lnTo>
                  <a:pt x="479093" y="53551"/>
                </a:lnTo>
                <a:lnTo>
                  <a:pt x="479385" y="53884"/>
                </a:lnTo>
                <a:lnTo>
                  <a:pt x="479685" y="54208"/>
                </a:lnTo>
                <a:lnTo>
                  <a:pt x="479993" y="54524"/>
                </a:lnTo>
                <a:lnTo>
                  <a:pt x="480308" y="54832"/>
                </a:lnTo>
                <a:lnTo>
                  <a:pt x="480630" y="55132"/>
                </a:lnTo>
                <a:lnTo>
                  <a:pt x="480961" y="55424"/>
                </a:lnTo>
                <a:lnTo>
                  <a:pt x="481298" y="55708"/>
                </a:lnTo>
                <a:lnTo>
                  <a:pt x="481644" y="55984"/>
                </a:lnTo>
                <a:lnTo>
                  <a:pt x="481997" y="56252"/>
                </a:lnTo>
                <a:lnTo>
                  <a:pt x="482357" y="56512"/>
                </a:lnTo>
                <a:lnTo>
                  <a:pt x="482725" y="56764"/>
                </a:lnTo>
                <a:lnTo>
                  <a:pt x="483101" y="57007"/>
                </a:lnTo>
                <a:lnTo>
                  <a:pt x="483485" y="57243"/>
                </a:lnTo>
                <a:lnTo>
                  <a:pt x="483875" y="57471"/>
                </a:lnTo>
                <a:lnTo>
                  <a:pt x="484274" y="57690"/>
                </a:lnTo>
                <a:lnTo>
                  <a:pt x="484679" y="57901"/>
                </a:lnTo>
                <a:lnTo>
                  <a:pt x="485090" y="58103"/>
                </a:lnTo>
                <a:lnTo>
                  <a:pt x="485506" y="58296"/>
                </a:lnTo>
                <a:lnTo>
                  <a:pt x="485927" y="58480"/>
                </a:lnTo>
                <a:lnTo>
                  <a:pt x="486354" y="58655"/>
                </a:lnTo>
                <a:lnTo>
                  <a:pt x="486787" y="58821"/>
                </a:lnTo>
                <a:lnTo>
                  <a:pt x="487225" y="58978"/>
                </a:lnTo>
                <a:lnTo>
                  <a:pt x="487668" y="59126"/>
                </a:lnTo>
                <a:lnTo>
                  <a:pt x="488117" y="59265"/>
                </a:lnTo>
                <a:lnTo>
                  <a:pt x="488572" y="59395"/>
                </a:lnTo>
                <a:lnTo>
                  <a:pt x="489032" y="59516"/>
                </a:lnTo>
                <a:lnTo>
                  <a:pt x="489497" y="59628"/>
                </a:lnTo>
                <a:lnTo>
                  <a:pt x="489968" y="59732"/>
                </a:lnTo>
                <a:lnTo>
                  <a:pt x="490445" y="59826"/>
                </a:lnTo>
                <a:lnTo>
                  <a:pt x="490926" y="59911"/>
                </a:lnTo>
                <a:lnTo>
                  <a:pt x="491414" y="59987"/>
                </a:lnTo>
                <a:lnTo>
                  <a:pt x="491907" y="60055"/>
                </a:lnTo>
                <a:lnTo>
                  <a:pt x="492405" y="60113"/>
                </a:lnTo>
                <a:lnTo>
                  <a:pt x="492909" y="60162"/>
                </a:lnTo>
                <a:lnTo>
                  <a:pt x="493418" y="60203"/>
                </a:lnTo>
                <a:lnTo>
                  <a:pt x="493933" y="60234"/>
                </a:lnTo>
                <a:lnTo>
                  <a:pt x="494453" y="60257"/>
                </a:lnTo>
                <a:lnTo>
                  <a:pt x="494979" y="60270"/>
                </a:lnTo>
                <a:lnTo>
                  <a:pt x="495511" y="60275"/>
                </a:lnTo>
                <a:lnTo>
                  <a:pt x="496049" y="60270"/>
                </a:lnTo>
                <a:lnTo>
                  <a:pt x="496582" y="60257"/>
                </a:lnTo>
                <a:lnTo>
                  <a:pt x="497108" y="60234"/>
                </a:lnTo>
                <a:lnTo>
                  <a:pt x="497629" y="60203"/>
                </a:lnTo>
                <a:lnTo>
                  <a:pt x="498145" y="60162"/>
                </a:lnTo>
                <a:close/>
                <a:moveTo>
                  <a:pt x="494046" y="51450"/>
                </a:moveTo>
                <a:lnTo>
                  <a:pt x="493769" y="51416"/>
                </a:lnTo>
                <a:lnTo>
                  <a:pt x="493498" y="51376"/>
                </a:lnTo>
                <a:lnTo>
                  <a:pt x="493232" y="51329"/>
                </a:lnTo>
                <a:lnTo>
                  <a:pt x="492972" y="51276"/>
                </a:lnTo>
                <a:lnTo>
                  <a:pt x="492718" y="51217"/>
                </a:lnTo>
                <a:lnTo>
                  <a:pt x="492469" y="51152"/>
                </a:lnTo>
                <a:lnTo>
                  <a:pt x="492225" y="51081"/>
                </a:lnTo>
                <a:lnTo>
                  <a:pt x="491987" y="51003"/>
                </a:lnTo>
                <a:lnTo>
                  <a:pt x="491754" y="50919"/>
                </a:lnTo>
                <a:lnTo>
                  <a:pt x="491527" y="50829"/>
                </a:lnTo>
                <a:lnTo>
                  <a:pt x="491306" y="50733"/>
                </a:lnTo>
                <a:lnTo>
                  <a:pt x="491089" y="50630"/>
                </a:lnTo>
                <a:lnTo>
                  <a:pt x="490879" y="50522"/>
                </a:lnTo>
                <a:lnTo>
                  <a:pt x="490674" y="50407"/>
                </a:lnTo>
                <a:lnTo>
                  <a:pt x="490474" y="50286"/>
                </a:lnTo>
                <a:lnTo>
                  <a:pt x="490280" y="50158"/>
                </a:lnTo>
                <a:lnTo>
                  <a:pt x="490091" y="50025"/>
                </a:lnTo>
                <a:lnTo>
                  <a:pt x="489908" y="49885"/>
                </a:lnTo>
                <a:lnTo>
                  <a:pt x="489730" y="49739"/>
                </a:lnTo>
                <a:lnTo>
                  <a:pt x="489557" y="49588"/>
                </a:lnTo>
                <a:lnTo>
                  <a:pt x="489388" y="49432"/>
                </a:lnTo>
                <a:lnTo>
                  <a:pt x="489224" y="49273"/>
                </a:lnTo>
                <a:lnTo>
                  <a:pt x="489064" y="49109"/>
                </a:lnTo>
                <a:lnTo>
                  <a:pt x="488908" y="48941"/>
                </a:lnTo>
                <a:lnTo>
                  <a:pt x="488757" y="48769"/>
                </a:lnTo>
                <a:lnTo>
                  <a:pt x="488610" y="48592"/>
                </a:lnTo>
                <a:lnTo>
                  <a:pt x="488467" y="48412"/>
                </a:lnTo>
                <a:lnTo>
                  <a:pt x="488328" y="48227"/>
                </a:lnTo>
                <a:lnTo>
                  <a:pt x="488194" y="48038"/>
                </a:lnTo>
                <a:lnTo>
                  <a:pt x="488064" y="47844"/>
                </a:lnTo>
                <a:lnTo>
                  <a:pt x="487938" y="47647"/>
                </a:lnTo>
                <a:lnTo>
                  <a:pt x="487817" y="47445"/>
                </a:lnTo>
                <a:lnTo>
                  <a:pt x="487700" y="47239"/>
                </a:lnTo>
                <a:lnTo>
                  <a:pt x="487587" y="47029"/>
                </a:lnTo>
                <a:lnTo>
                  <a:pt x="487478" y="46814"/>
                </a:lnTo>
                <a:lnTo>
                  <a:pt x="487374" y="46596"/>
                </a:lnTo>
                <a:lnTo>
                  <a:pt x="487274" y="46373"/>
                </a:lnTo>
                <a:lnTo>
                  <a:pt x="487178" y="46146"/>
                </a:lnTo>
                <a:lnTo>
                  <a:pt x="487087" y="45915"/>
                </a:lnTo>
                <a:lnTo>
                  <a:pt x="487000" y="45679"/>
                </a:lnTo>
                <a:lnTo>
                  <a:pt x="486917" y="45440"/>
                </a:lnTo>
                <a:lnTo>
                  <a:pt x="486838" y="45196"/>
                </a:lnTo>
                <a:lnTo>
                  <a:pt x="486764" y="44947"/>
                </a:lnTo>
                <a:lnTo>
                  <a:pt x="486693" y="44696"/>
                </a:lnTo>
                <a:lnTo>
                  <a:pt x="486626" y="44443"/>
                </a:lnTo>
                <a:lnTo>
                  <a:pt x="486561" y="44187"/>
                </a:lnTo>
                <a:lnTo>
                  <a:pt x="486499" y="43929"/>
                </a:lnTo>
                <a:lnTo>
                  <a:pt x="486441" y="43670"/>
                </a:lnTo>
                <a:lnTo>
                  <a:pt x="486385" y="43408"/>
                </a:lnTo>
                <a:lnTo>
                  <a:pt x="486332" y="43143"/>
                </a:lnTo>
                <a:lnTo>
                  <a:pt x="486283" y="42877"/>
                </a:lnTo>
                <a:lnTo>
                  <a:pt x="486236" y="42609"/>
                </a:lnTo>
                <a:lnTo>
                  <a:pt x="486192" y="42338"/>
                </a:lnTo>
                <a:lnTo>
                  <a:pt x="486152" y="42065"/>
                </a:lnTo>
                <a:lnTo>
                  <a:pt x="486114" y="41790"/>
                </a:lnTo>
                <a:lnTo>
                  <a:pt x="486080" y="41513"/>
                </a:lnTo>
                <a:lnTo>
                  <a:pt x="486048" y="41234"/>
                </a:lnTo>
                <a:lnTo>
                  <a:pt x="486020" y="40953"/>
                </a:lnTo>
                <a:lnTo>
                  <a:pt x="485994" y="40669"/>
                </a:lnTo>
                <a:lnTo>
                  <a:pt x="485971" y="40384"/>
                </a:lnTo>
                <a:lnTo>
                  <a:pt x="485952" y="40096"/>
                </a:lnTo>
                <a:lnTo>
                  <a:pt x="485935" y="39806"/>
                </a:lnTo>
                <a:lnTo>
                  <a:pt x="485922" y="39514"/>
                </a:lnTo>
                <a:lnTo>
                  <a:pt x="485911" y="39219"/>
                </a:lnTo>
                <a:lnTo>
                  <a:pt x="485904" y="38923"/>
                </a:lnTo>
                <a:lnTo>
                  <a:pt x="485899" y="38625"/>
                </a:lnTo>
                <a:lnTo>
                  <a:pt x="485898" y="38324"/>
                </a:lnTo>
                <a:lnTo>
                  <a:pt x="485899" y="38016"/>
                </a:lnTo>
                <a:lnTo>
                  <a:pt x="485904" y="37710"/>
                </a:lnTo>
                <a:lnTo>
                  <a:pt x="485911" y="37407"/>
                </a:lnTo>
                <a:lnTo>
                  <a:pt x="485922" y="37105"/>
                </a:lnTo>
                <a:lnTo>
                  <a:pt x="485935" y="36807"/>
                </a:lnTo>
                <a:lnTo>
                  <a:pt x="485952" y="36510"/>
                </a:lnTo>
                <a:lnTo>
                  <a:pt x="485971" y="36216"/>
                </a:lnTo>
                <a:lnTo>
                  <a:pt x="485994" y="35924"/>
                </a:lnTo>
                <a:lnTo>
                  <a:pt x="486020" y="35634"/>
                </a:lnTo>
                <a:lnTo>
                  <a:pt x="486048" y="35347"/>
                </a:lnTo>
                <a:lnTo>
                  <a:pt x="486080" y="35062"/>
                </a:lnTo>
                <a:lnTo>
                  <a:pt x="486114" y="34779"/>
                </a:lnTo>
                <a:lnTo>
                  <a:pt x="486152" y="34499"/>
                </a:lnTo>
                <a:lnTo>
                  <a:pt x="486192" y="34221"/>
                </a:lnTo>
                <a:lnTo>
                  <a:pt x="486236" y="33945"/>
                </a:lnTo>
                <a:lnTo>
                  <a:pt x="486283" y="33671"/>
                </a:lnTo>
                <a:lnTo>
                  <a:pt x="486332" y="33400"/>
                </a:lnTo>
                <a:lnTo>
                  <a:pt x="486385" y="33131"/>
                </a:lnTo>
                <a:lnTo>
                  <a:pt x="486441" y="32865"/>
                </a:lnTo>
                <a:lnTo>
                  <a:pt x="486499" y="32600"/>
                </a:lnTo>
                <a:lnTo>
                  <a:pt x="486561" y="32338"/>
                </a:lnTo>
                <a:lnTo>
                  <a:pt x="486626" y="32079"/>
                </a:lnTo>
                <a:lnTo>
                  <a:pt x="486693" y="31821"/>
                </a:lnTo>
                <a:lnTo>
                  <a:pt x="486764" y="31566"/>
                </a:lnTo>
                <a:lnTo>
                  <a:pt x="486838" y="31314"/>
                </a:lnTo>
                <a:lnTo>
                  <a:pt x="486917" y="31067"/>
                </a:lnTo>
                <a:lnTo>
                  <a:pt x="487000" y="30824"/>
                </a:lnTo>
                <a:lnTo>
                  <a:pt x="487087" y="30585"/>
                </a:lnTo>
                <a:lnTo>
                  <a:pt x="487178" y="30350"/>
                </a:lnTo>
                <a:lnTo>
                  <a:pt x="487274" y="30120"/>
                </a:lnTo>
                <a:lnTo>
                  <a:pt x="487374" y="29894"/>
                </a:lnTo>
                <a:lnTo>
                  <a:pt x="487478" y="29672"/>
                </a:lnTo>
                <a:lnTo>
                  <a:pt x="487587" y="29455"/>
                </a:lnTo>
                <a:lnTo>
                  <a:pt x="487700" y="29242"/>
                </a:lnTo>
                <a:lnTo>
                  <a:pt x="487817" y="29033"/>
                </a:lnTo>
                <a:lnTo>
                  <a:pt x="487938" y="28828"/>
                </a:lnTo>
                <a:lnTo>
                  <a:pt x="488064" y="28628"/>
                </a:lnTo>
                <a:lnTo>
                  <a:pt x="488194" y="28432"/>
                </a:lnTo>
                <a:lnTo>
                  <a:pt x="488328" y="28240"/>
                </a:lnTo>
                <a:lnTo>
                  <a:pt x="488467" y="28053"/>
                </a:lnTo>
                <a:lnTo>
                  <a:pt x="488610" y="27870"/>
                </a:lnTo>
                <a:lnTo>
                  <a:pt x="488757" y="27691"/>
                </a:lnTo>
                <a:lnTo>
                  <a:pt x="488908" y="27516"/>
                </a:lnTo>
                <a:lnTo>
                  <a:pt x="489064" y="27346"/>
                </a:lnTo>
                <a:lnTo>
                  <a:pt x="489224" y="27180"/>
                </a:lnTo>
                <a:lnTo>
                  <a:pt x="489388" y="27019"/>
                </a:lnTo>
                <a:lnTo>
                  <a:pt x="489557" y="26861"/>
                </a:lnTo>
                <a:lnTo>
                  <a:pt x="489730" y="26708"/>
                </a:lnTo>
                <a:lnTo>
                  <a:pt x="489908" y="26561"/>
                </a:lnTo>
                <a:lnTo>
                  <a:pt x="490091" y="26419"/>
                </a:lnTo>
                <a:lnTo>
                  <a:pt x="490280" y="26284"/>
                </a:lnTo>
                <a:lnTo>
                  <a:pt x="490474" y="26155"/>
                </a:lnTo>
                <a:lnTo>
                  <a:pt x="490674" y="26033"/>
                </a:lnTo>
                <a:lnTo>
                  <a:pt x="490879" y="25916"/>
                </a:lnTo>
                <a:lnTo>
                  <a:pt x="491089" y="25806"/>
                </a:lnTo>
                <a:lnTo>
                  <a:pt x="491306" y="25703"/>
                </a:lnTo>
                <a:lnTo>
                  <a:pt x="491527" y="25605"/>
                </a:lnTo>
                <a:lnTo>
                  <a:pt x="491754" y="25514"/>
                </a:lnTo>
                <a:lnTo>
                  <a:pt x="491987" y="25429"/>
                </a:lnTo>
                <a:lnTo>
                  <a:pt x="492225" y="25351"/>
                </a:lnTo>
                <a:lnTo>
                  <a:pt x="492469" y="25278"/>
                </a:lnTo>
                <a:lnTo>
                  <a:pt x="492718" y="25212"/>
                </a:lnTo>
                <a:lnTo>
                  <a:pt x="492972" y="25153"/>
                </a:lnTo>
                <a:lnTo>
                  <a:pt x="493232" y="25099"/>
                </a:lnTo>
                <a:lnTo>
                  <a:pt x="493498" y="25052"/>
                </a:lnTo>
                <a:lnTo>
                  <a:pt x="493769" y="25011"/>
                </a:lnTo>
                <a:lnTo>
                  <a:pt x="494046" y="24976"/>
                </a:lnTo>
                <a:lnTo>
                  <a:pt x="494328" y="24948"/>
                </a:lnTo>
                <a:lnTo>
                  <a:pt x="494615" y="24926"/>
                </a:lnTo>
                <a:lnTo>
                  <a:pt x="494908" y="24910"/>
                </a:lnTo>
                <a:lnTo>
                  <a:pt x="495207" y="24901"/>
                </a:lnTo>
                <a:lnTo>
                  <a:pt x="495511" y="24898"/>
                </a:lnTo>
                <a:lnTo>
                  <a:pt x="495822" y="24901"/>
                </a:lnTo>
                <a:lnTo>
                  <a:pt x="496127" y="24910"/>
                </a:lnTo>
                <a:lnTo>
                  <a:pt x="496427" y="24926"/>
                </a:lnTo>
                <a:lnTo>
                  <a:pt x="496721" y="24948"/>
                </a:lnTo>
                <a:lnTo>
                  <a:pt x="497010" y="24976"/>
                </a:lnTo>
                <a:lnTo>
                  <a:pt x="497293" y="25011"/>
                </a:lnTo>
                <a:lnTo>
                  <a:pt x="497570" y="25052"/>
                </a:lnTo>
                <a:lnTo>
                  <a:pt x="497842" y="25099"/>
                </a:lnTo>
                <a:lnTo>
                  <a:pt x="498108" y="25153"/>
                </a:lnTo>
                <a:lnTo>
                  <a:pt x="498368" y="25212"/>
                </a:lnTo>
                <a:lnTo>
                  <a:pt x="498623" y="25278"/>
                </a:lnTo>
                <a:lnTo>
                  <a:pt x="498872" y="25351"/>
                </a:lnTo>
                <a:lnTo>
                  <a:pt x="499115" y="25429"/>
                </a:lnTo>
                <a:lnTo>
                  <a:pt x="499353" y="25514"/>
                </a:lnTo>
                <a:lnTo>
                  <a:pt x="499585" y="25605"/>
                </a:lnTo>
                <a:lnTo>
                  <a:pt x="499812" y="25703"/>
                </a:lnTo>
                <a:lnTo>
                  <a:pt x="500033" y="25806"/>
                </a:lnTo>
                <a:lnTo>
                  <a:pt x="500248" y="25916"/>
                </a:lnTo>
                <a:lnTo>
                  <a:pt x="500458" y="26033"/>
                </a:lnTo>
                <a:lnTo>
                  <a:pt x="500662" y="26155"/>
                </a:lnTo>
                <a:lnTo>
                  <a:pt x="500860" y="26284"/>
                </a:lnTo>
                <a:lnTo>
                  <a:pt x="501053" y="26419"/>
                </a:lnTo>
                <a:lnTo>
                  <a:pt x="501240" y="26561"/>
                </a:lnTo>
                <a:lnTo>
                  <a:pt x="501421" y="26708"/>
                </a:lnTo>
                <a:lnTo>
                  <a:pt x="501598" y="26861"/>
                </a:lnTo>
                <a:lnTo>
                  <a:pt x="501770" y="27019"/>
                </a:lnTo>
                <a:lnTo>
                  <a:pt x="501937" y="27180"/>
                </a:lnTo>
                <a:lnTo>
                  <a:pt x="502101" y="27346"/>
                </a:lnTo>
                <a:lnTo>
                  <a:pt x="502260" y="27516"/>
                </a:lnTo>
                <a:lnTo>
                  <a:pt x="502414" y="27691"/>
                </a:lnTo>
                <a:lnTo>
                  <a:pt x="502565" y="27870"/>
                </a:lnTo>
                <a:lnTo>
                  <a:pt x="502711" y="28053"/>
                </a:lnTo>
                <a:lnTo>
                  <a:pt x="502852" y="28240"/>
                </a:lnTo>
                <a:lnTo>
                  <a:pt x="502989" y="28432"/>
                </a:lnTo>
                <a:lnTo>
                  <a:pt x="503122" y="28628"/>
                </a:lnTo>
                <a:lnTo>
                  <a:pt x="503251" y="28828"/>
                </a:lnTo>
                <a:lnTo>
                  <a:pt x="503375" y="29033"/>
                </a:lnTo>
                <a:lnTo>
                  <a:pt x="503494" y="29242"/>
                </a:lnTo>
                <a:lnTo>
                  <a:pt x="503610" y="29455"/>
                </a:lnTo>
                <a:lnTo>
                  <a:pt x="503721" y="29672"/>
                </a:lnTo>
                <a:lnTo>
                  <a:pt x="503828" y="29894"/>
                </a:lnTo>
                <a:lnTo>
                  <a:pt x="503930" y="30120"/>
                </a:lnTo>
                <a:lnTo>
                  <a:pt x="504028" y="30350"/>
                </a:lnTo>
                <a:lnTo>
                  <a:pt x="504121" y="30585"/>
                </a:lnTo>
                <a:lnTo>
                  <a:pt x="504211" y="30824"/>
                </a:lnTo>
                <a:lnTo>
                  <a:pt x="504296" y="31067"/>
                </a:lnTo>
                <a:lnTo>
                  <a:pt x="504376" y="31314"/>
                </a:lnTo>
                <a:lnTo>
                  <a:pt x="504452" y="31566"/>
                </a:lnTo>
                <a:lnTo>
                  <a:pt x="504525" y="31821"/>
                </a:lnTo>
                <a:lnTo>
                  <a:pt x="504594" y="32079"/>
                </a:lnTo>
                <a:lnTo>
                  <a:pt x="504660" y="32338"/>
                </a:lnTo>
                <a:lnTo>
                  <a:pt x="504723" y="32600"/>
                </a:lnTo>
                <a:lnTo>
                  <a:pt x="504784" y="32865"/>
                </a:lnTo>
                <a:lnTo>
                  <a:pt x="504841" y="33131"/>
                </a:lnTo>
                <a:lnTo>
                  <a:pt x="504894" y="33400"/>
                </a:lnTo>
                <a:lnTo>
                  <a:pt x="504945" y="33671"/>
                </a:lnTo>
                <a:lnTo>
                  <a:pt x="504993" y="33945"/>
                </a:lnTo>
                <a:lnTo>
                  <a:pt x="505038" y="34221"/>
                </a:lnTo>
                <a:lnTo>
                  <a:pt x="505079" y="34499"/>
                </a:lnTo>
                <a:lnTo>
                  <a:pt x="505118" y="34779"/>
                </a:lnTo>
                <a:lnTo>
                  <a:pt x="505153" y="35062"/>
                </a:lnTo>
                <a:lnTo>
                  <a:pt x="505186" y="35347"/>
                </a:lnTo>
                <a:lnTo>
                  <a:pt x="505215" y="35634"/>
                </a:lnTo>
                <a:lnTo>
                  <a:pt x="505241" y="35924"/>
                </a:lnTo>
                <a:lnTo>
                  <a:pt x="505264" y="36216"/>
                </a:lnTo>
                <a:lnTo>
                  <a:pt x="505284" y="36510"/>
                </a:lnTo>
                <a:lnTo>
                  <a:pt x="505301" y="36807"/>
                </a:lnTo>
                <a:lnTo>
                  <a:pt x="505315" y="37105"/>
                </a:lnTo>
                <a:lnTo>
                  <a:pt x="505326" y="37407"/>
                </a:lnTo>
                <a:lnTo>
                  <a:pt x="505334" y="37710"/>
                </a:lnTo>
                <a:lnTo>
                  <a:pt x="505338" y="38016"/>
                </a:lnTo>
                <a:lnTo>
                  <a:pt x="505340" y="38324"/>
                </a:lnTo>
                <a:lnTo>
                  <a:pt x="505338" y="38625"/>
                </a:lnTo>
                <a:lnTo>
                  <a:pt x="505334" y="38923"/>
                </a:lnTo>
                <a:lnTo>
                  <a:pt x="505326" y="39219"/>
                </a:lnTo>
                <a:lnTo>
                  <a:pt x="505315" y="39514"/>
                </a:lnTo>
                <a:lnTo>
                  <a:pt x="505301" y="39806"/>
                </a:lnTo>
                <a:lnTo>
                  <a:pt x="505284" y="40096"/>
                </a:lnTo>
                <a:lnTo>
                  <a:pt x="505264" y="40384"/>
                </a:lnTo>
                <a:lnTo>
                  <a:pt x="505241" y="40669"/>
                </a:lnTo>
                <a:lnTo>
                  <a:pt x="505215" y="40953"/>
                </a:lnTo>
                <a:lnTo>
                  <a:pt x="505186" y="41234"/>
                </a:lnTo>
                <a:lnTo>
                  <a:pt x="505153" y="41513"/>
                </a:lnTo>
                <a:lnTo>
                  <a:pt x="505118" y="41790"/>
                </a:lnTo>
                <a:lnTo>
                  <a:pt x="505079" y="42065"/>
                </a:lnTo>
                <a:lnTo>
                  <a:pt x="505038" y="42338"/>
                </a:lnTo>
                <a:lnTo>
                  <a:pt x="504993" y="42609"/>
                </a:lnTo>
                <a:lnTo>
                  <a:pt x="504945" y="42877"/>
                </a:lnTo>
                <a:lnTo>
                  <a:pt x="504894" y="43143"/>
                </a:lnTo>
                <a:lnTo>
                  <a:pt x="504841" y="43408"/>
                </a:lnTo>
                <a:lnTo>
                  <a:pt x="504784" y="43670"/>
                </a:lnTo>
                <a:lnTo>
                  <a:pt x="504723" y="43929"/>
                </a:lnTo>
                <a:lnTo>
                  <a:pt x="504660" y="44187"/>
                </a:lnTo>
                <a:lnTo>
                  <a:pt x="504594" y="44443"/>
                </a:lnTo>
                <a:lnTo>
                  <a:pt x="504525" y="44696"/>
                </a:lnTo>
                <a:lnTo>
                  <a:pt x="504452" y="44947"/>
                </a:lnTo>
                <a:lnTo>
                  <a:pt x="504376" y="45196"/>
                </a:lnTo>
                <a:lnTo>
                  <a:pt x="504296" y="45440"/>
                </a:lnTo>
                <a:lnTo>
                  <a:pt x="504211" y="45679"/>
                </a:lnTo>
                <a:lnTo>
                  <a:pt x="504121" y="45915"/>
                </a:lnTo>
                <a:lnTo>
                  <a:pt x="504028" y="46146"/>
                </a:lnTo>
                <a:lnTo>
                  <a:pt x="503930" y="46373"/>
                </a:lnTo>
                <a:lnTo>
                  <a:pt x="503828" y="46596"/>
                </a:lnTo>
                <a:lnTo>
                  <a:pt x="503721" y="46814"/>
                </a:lnTo>
                <a:lnTo>
                  <a:pt x="503610" y="47029"/>
                </a:lnTo>
                <a:lnTo>
                  <a:pt x="503494" y="47239"/>
                </a:lnTo>
                <a:lnTo>
                  <a:pt x="503375" y="47445"/>
                </a:lnTo>
                <a:lnTo>
                  <a:pt x="503251" y="47647"/>
                </a:lnTo>
                <a:lnTo>
                  <a:pt x="503122" y="47844"/>
                </a:lnTo>
                <a:lnTo>
                  <a:pt x="502989" y="48038"/>
                </a:lnTo>
                <a:lnTo>
                  <a:pt x="502852" y="48227"/>
                </a:lnTo>
                <a:lnTo>
                  <a:pt x="502711" y="48412"/>
                </a:lnTo>
                <a:lnTo>
                  <a:pt x="502565" y="48592"/>
                </a:lnTo>
                <a:lnTo>
                  <a:pt x="502414" y="48769"/>
                </a:lnTo>
                <a:lnTo>
                  <a:pt x="502260" y="48941"/>
                </a:lnTo>
                <a:lnTo>
                  <a:pt x="502101" y="49109"/>
                </a:lnTo>
                <a:lnTo>
                  <a:pt x="501937" y="49273"/>
                </a:lnTo>
                <a:lnTo>
                  <a:pt x="501770" y="49432"/>
                </a:lnTo>
                <a:lnTo>
                  <a:pt x="501598" y="49588"/>
                </a:lnTo>
                <a:lnTo>
                  <a:pt x="501421" y="49739"/>
                </a:lnTo>
                <a:lnTo>
                  <a:pt x="501240" y="49885"/>
                </a:lnTo>
                <a:lnTo>
                  <a:pt x="501053" y="50025"/>
                </a:lnTo>
                <a:lnTo>
                  <a:pt x="500860" y="50158"/>
                </a:lnTo>
                <a:lnTo>
                  <a:pt x="500662" y="50286"/>
                </a:lnTo>
                <a:lnTo>
                  <a:pt x="500458" y="50407"/>
                </a:lnTo>
                <a:lnTo>
                  <a:pt x="500248" y="50522"/>
                </a:lnTo>
                <a:lnTo>
                  <a:pt x="500033" y="50630"/>
                </a:lnTo>
                <a:lnTo>
                  <a:pt x="499812" y="50733"/>
                </a:lnTo>
                <a:lnTo>
                  <a:pt x="499585" y="50829"/>
                </a:lnTo>
                <a:lnTo>
                  <a:pt x="499353" y="50919"/>
                </a:lnTo>
                <a:lnTo>
                  <a:pt x="499115" y="51003"/>
                </a:lnTo>
                <a:lnTo>
                  <a:pt x="498872" y="51081"/>
                </a:lnTo>
                <a:lnTo>
                  <a:pt x="498623" y="51152"/>
                </a:lnTo>
                <a:lnTo>
                  <a:pt x="498368" y="51217"/>
                </a:lnTo>
                <a:lnTo>
                  <a:pt x="498108" y="51276"/>
                </a:lnTo>
                <a:lnTo>
                  <a:pt x="497842" y="51329"/>
                </a:lnTo>
                <a:lnTo>
                  <a:pt x="497570" y="51376"/>
                </a:lnTo>
                <a:lnTo>
                  <a:pt x="497293" y="51416"/>
                </a:lnTo>
                <a:lnTo>
                  <a:pt x="497010" y="51450"/>
                </a:lnTo>
                <a:lnTo>
                  <a:pt x="496721" y="51478"/>
                </a:lnTo>
                <a:lnTo>
                  <a:pt x="496427" y="51500"/>
                </a:lnTo>
                <a:lnTo>
                  <a:pt x="496127" y="51515"/>
                </a:lnTo>
                <a:lnTo>
                  <a:pt x="495822" y="51525"/>
                </a:lnTo>
                <a:lnTo>
                  <a:pt x="495511" y="51528"/>
                </a:lnTo>
                <a:lnTo>
                  <a:pt x="495207" y="51525"/>
                </a:lnTo>
                <a:lnTo>
                  <a:pt x="494908" y="51515"/>
                </a:lnTo>
                <a:lnTo>
                  <a:pt x="494615" y="51500"/>
                </a:lnTo>
                <a:lnTo>
                  <a:pt x="494328" y="51478"/>
                </a:lnTo>
                <a:lnTo>
                  <a:pt x="494046" y="51450"/>
                </a:lnTo>
                <a:close/>
                <a:moveTo>
                  <a:pt x="687316" y="60162"/>
                </a:moveTo>
                <a:lnTo>
                  <a:pt x="687826" y="60113"/>
                </a:lnTo>
                <a:lnTo>
                  <a:pt x="688329" y="60055"/>
                </a:lnTo>
                <a:lnTo>
                  <a:pt x="688827" y="59987"/>
                </a:lnTo>
                <a:lnTo>
                  <a:pt x="689319" y="59911"/>
                </a:lnTo>
                <a:lnTo>
                  <a:pt x="689806" y="59826"/>
                </a:lnTo>
                <a:lnTo>
                  <a:pt x="690286" y="59732"/>
                </a:lnTo>
                <a:lnTo>
                  <a:pt x="690761" y="59628"/>
                </a:lnTo>
                <a:lnTo>
                  <a:pt x="691230" y="59516"/>
                </a:lnTo>
                <a:lnTo>
                  <a:pt x="691693" y="59395"/>
                </a:lnTo>
                <a:lnTo>
                  <a:pt x="692150" y="59265"/>
                </a:lnTo>
                <a:lnTo>
                  <a:pt x="692602" y="59126"/>
                </a:lnTo>
                <a:lnTo>
                  <a:pt x="693047" y="58978"/>
                </a:lnTo>
                <a:lnTo>
                  <a:pt x="693487" y="58821"/>
                </a:lnTo>
                <a:lnTo>
                  <a:pt x="693922" y="58655"/>
                </a:lnTo>
                <a:lnTo>
                  <a:pt x="694350" y="58480"/>
                </a:lnTo>
                <a:lnTo>
                  <a:pt x="694773" y="58296"/>
                </a:lnTo>
                <a:lnTo>
                  <a:pt x="695189" y="58103"/>
                </a:lnTo>
                <a:lnTo>
                  <a:pt x="695600" y="57901"/>
                </a:lnTo>
                <a:lnTo>
                  <a:pt x="696006" y="57690"/>
                </a:lnTo>
                <a:lnTo>
                  <a:pt x="696404" y="57471"/>
                </a:lnTo>
                <a:lnTo>
                  <a:pt x="696795" y="57243"/>
                </a:lnTo>
                <a:lnTo>
                  <a:pt x="697179" y="57007"/>
                </a:lnTo>
                <a:lnTo>
                  <a:pt x="697555" y="56764"/>
                </a:lnTo>
                <a:lnTo>
                  <a:pt x="697924" y="56512"/>
                </a:lnTo>
                <a:lnTo>
                  <a:pt x="698286" y="56252"/>
                </a:lnTo>
                <a:lnTo>
                  <a:pt x="698640" y="55984"/>
                </a:lnTo>
                <a:lnTo>
                  <a:pt x="698986" y="55708"/>
                </a:lnTo>
                <a:lnTo>
                  <a:pt x="699325" y="55424"/>
                </a:lnTo>
                <a:lnTo>
                  <a:pt x="699657" y="55132"/>
                </a:lnTo>
                <a:lnTo>
                  <a:pt x="699981" y="54832"/>
                </a:lnTo>
                <a:lnTo>
                  <a:pt x="700298" y="54524"/>
                </a:lnTo>
                <a:lnTo>
                  <a:pt x="700607" y="54208"/>
                </a:lnTo>
                <a:lnTo>
                  <a:pt x="700909" y="53884"/>
                </a:lnTo>
                <a:lnTo>
                  <a:pt x="701203" y="53551"/>
                </a:lnTo>
                <a:lnTo>
                  <a:pt x="701490" y="53211"/>
                </a:lnTo>
                <a:lnTo>
                  <a:pt x="701770" y="52862"/>
                </a:lnTo>
                <a:lnTo>
                  <a:pt x="702042" y="52506"/>
                </a:lnTo>
                <a:lnTo>
                  <a:pt x="702307" y="52141"/>
                </a:lnTo>
                <a:lnTo>
                  <a:pt x="702564" y="51769"/>
                </a:lnTo>
                <a:lnTo>
                  <a:pt x="702814" y="51388"/>
                </a:lnTo>
                <a:lnTo>
                  <a:pt x="703056" y="50999"/>
                </a:lnTo>
                <a:lnTo>
                  <a:pt x="703291" y="50603"/>
                </a:lnTo>
                <a:lnTo>
                  <a:pt x="703518" y="50198"/>
                </a:lnTo>
                <a:lnTo>
                  <a:pt x="703737" y="49785"/>
                </a:lnTo>
                <a:lnTo>
                  <a:pt x="703947" y="49365"/>
                </a:lnTo>
                <a:lnTo>
                  <a:pt x="704147" y="48939"/>
                </a:lnTo>
                <a:lnTo>
                  <a:pt x="704339" y="48505"/>
                </a:lnTo>
                <a:lnTo>
                  <a:pt x="704520" y="48063"/>
                </a:lnTo>
                <a:lnTo>
                  <a:pt x="704693" y="47615"/>
                </a:lnTo>
                <a:lnTo>
                  <a:pt x="704856" y="47160"/>
                </a:lnTo>
                <a:lnTo>
                  <a:pt x="705010" y="46697"/>
                </a:lnTo>
                <a:lnTo>
                  <a:pt x="705154" y="46227"/>
                </a:lnTo>
                <a:lnTo>
                  <a:pt x="705289" y="45750"/>
                </a:lnTo>
                <a:lnTo>
                  <a:pt x="705415" y="45266"/>
                </a:lnTo>
                <a:lnTo>
                  <a:pt x="705532" y="44775"/>
                </a:lnTo>
                <a:lnTo>
                  <a:pt x="705639" y="44277"/>
                </a:lnTo>
                <a:lnTo>
                  <a:pt x="705737" y="43771"/>
                </a:lnTo>
                <a:lnTo>
                  <a:pt x="705825" y="43258"/>
                </a:lnTo>
                <a:lnTo>
                  <a:pt x="705905" y="42739"/>
                </a:lnTo>
                <a:lnTo>
                  <a:pt x="705975" y="42212"/>
                </a:lnTo>
                <a:lnTo>
                  <a:pt x="706035" y="41677"/>
                </a:lnTo>
                <a:lnTo>
                  <a:pt x="706086" y="41136"/>
                </a:lnTo>
                <a:lnTo>
                  <a:pt x="706128" y="40588"/>
                </a:lnTo>
                <a:lnTo>
                  <a:pt x="706161" y="40032"/>
                </a:lnTo>
                <a:lnTo>
                  <a:pt x="706184" y="39469"/>
                </a:lnTo>
                <a:lnTo>
                  <a:pt x="706198" y="38900"/>
                </a:lnTo>
                <a:lnTo>
                  <a:pt x="706203" y="38322"/>
                </a:lnTo>
                <a:lnTo>
                  <a:pt x="706198" y="37735"/>
                </a:lnTo>
                <a:lnTo>
                  <a:pt x="706184" y="37154"/>
                </a:lnTo>
                <a:lnTo>
                  <a:pt x="706161" y="36581"/>
                </a:lnTo>
                <a:lnTo>
                  <a:pt x="706128" y="36016"/>
                </a:lnTo>
                <a:lnTo>
                  <a:pt x="706086" y="35458"/>
                </a:lnTo>
                <a:lnTo>
                  <a:pt x="706035" y="34907"/>
                </a:lnTo>
                <a:lnTo>
                  <a:pt x="705975" y="34363"/>
                </a:lnTo>
                <a:lnTo>
                  <a:pt x="705905" y="33827"/>
                </a:lnTo>
                <a:lnTo>
                  <a:pt x="705825" y="33298"/>
                </a:lnTo>
                <a:lnTo>
                  <a:pt x="705737" y="32777"/>
                </a:lnTo>
                <a:lnTo>
                  <a:pt x="705639" y="32263"/>
                </a:lnTo>
                <a:lnTo>
                  <a:pt x="705532" y="31756"/>
                </a:lnTo>
                <a:lnTo>
                  <a:pt x="705415" y="31257"/>
                </a:lnTo>
                <a:lnTo>
                  <a:pt x="705289" y="30765"/>
                </a:lnTo>
                <a:lnTo>
                  <a:pt x="705154" y="30281"/>
                </a:lnTo>
                <a:lnTo>
                  <a:pt x="705010" y="29804"/>
                </a:lnTo>
                <a:lnTo>
                  <a:pt x="704856" y="29334"/>
                </a:lnTo>
                <a:lnTo>
                  <a:pt x="704693" y="28872"/>
                </a:lnTo>
                <a:lnTo>
                  <a:pt x="704520" y="28417"/>
                </a:lnTo>
                <a:lnTo>
                  <a:pt x="704339" y="27969"/>
                </a:lnTo>
                <a:lnTo>
                  <a:pt x="704147" y="27529"/>
                </a:lnTo>
                <a:lnTo>
                  <a:pt x="703947" y="27096"/>
                </a:lnTo>
                <a:lnTo>
                  <a:pt x="703737" y="26671"/>
                </a:lnTo>
                <a:lnTo>
                  <a:pt x="703518" y="26252"/>
                </a:lnTo>
                <a:lnTo>
                  <a:pt x="703291" y="25842"/>
                </a:lnTo>
                <a:lnTo>
                  <a:pt x="703056" y="25440"/>
                </a:lnTo>
                <a:lnTo>
                  <a:pt x="702814" y="25046"/>
                </a:lnTo>
                <a:lnTo>
                  <a:pt x="702564" y="24660"/>
                </a:lnTo>
                <a:lnTo>
                  <a:pt x="702307" y="24283"/>
                </a:lnTo>
                <a:lnTo>
                  <a:pt x="702042" y="23913"/>
                </a:lnTo>
                <a:lnTo>
                  <a:pt x="701770" y="23552"/>
                </a:lnTo>
                <a:lnTo>
                  <a:pt x="701490" y="23199"/>
                </a:lnTo>
                <a:lnTo>
                  <a:pt x="701203" y="22855"/>
                </a:lnTo>
                <a:lnTo>
                  <a:pt x="700909" y="22518"/>
                </a:lnTo>
                <a:lnTo>
                  <a:pt x="700607" y="22190"/>
                </a:lnTo>
                <a:lnTo>
                  <a:pt x="700298" y="21870"/>
                </a:lnTo>
                <a:lnTo>
                  <a:pt x="699981" y="21559"/>
                </a:lnTo>
                <a:lnTo>
                  <a:pt x="699657" y="21255"/>
                </a:lnTo>
                <a:lnTo>
                  <a:pt x="699325" y="20960"/>
                </a:lnTo>
                <a:lnTo>
                  <a:pt x="698986" y="20673"/>
                </a:lnTo>
                <a:lnTo>
                  <a:pt x="698640" y="20394"/>
                </a:lnTo>
                <a:lnTo>
                  <a:pt x="698286" y="20123"/>
                </a:lnTo>
                <a:lnTo>
                  <a:pt x="697924" y="19861"/>
                </a:lnTo>
                <a:lnTo>
                  <a:pt x="697555" y="19607"/>
                </a:lnTo>
                <a:lnTo>
                  <a:pt x="697179" y="19361"/>
                </a:lnTo>
                <a:lnTo>
                  <a:pt x="696795" y="19123"/>
                </a:lnTo>
                <a:lnTo>
                  <a:pt x="696404" y="18893"/>
                </a:lnTo>
                <a:lnTo>
                  <a:pt x="696006" y="18672"/>
                </a:lnTo>
                <a:lnTo>
                  <a:pt x="695600" y="18459"/>
                </a:lnTo>
                <a:lnTo>
                  <a:pt x="695189" y="18256"/>
                </a:lnTo>
                <a:lnTo>
                  <a:pt x="694773" y="18061"/>
                </a:lnTo>
                <a:lnTo>
                  <a:pt x="694350" y="17875"/>
                </a:lnTo>
                <a:lnTo>
                  <a:pt x="693922" y="17699"/>
                </a:lnTo>
                <a:lnTo>
                  <a:pt x="693487" y="17531"/>
                </a:lnTo>
                <a:lnTo>
                  <a:pt x="693047" y="17373"/>
                </a:lnTo>
                <a:lnTo>
                  <a:pt x="692602" y="17223"/>
                </a:lnTo>
                <a:lnTo>
                  <a:pt x="692150" y="17083"/>
                </a:lnTo>
                <a:lnTo>
                  <a:pt x="691693" y="16952"/>
                </a:lnTo>
                <a:lnTo>
                  <a:pt x="691230" y="16830"/>
                </a:lnTo>
                <a:lnTo>
                  <a:pt x="690761" y="16716"/>
                </a:lnTo>
                <a:lnTo>
                  <a:pt x="690286" y="16612"/>
                </a:lnTo>
                <a:lnTo>
                  <a:pt x="689806" y="16517"/>
                </a:lnTo>
                <a:lnTo>
                  <a:pt x="689319" y="16431"/>
                </a:lnTo>
                <a:lnTo>
                  <a:pt x="688827" y="16354"/>
                </a:lnTo>
                <a:lnTo>
                  <a:pt x="688329" y="16286"/>
                </a:lnTo>
                <a:lnTo>
                  <a:pt x="687826" y="16228"/>
                </a:lnTo>
                <a:lnTo>
                  <a:pt x="687316" y="16178"/>
                </a:lnTo>
                <a:lnTo>
                  <a:pt x="686801" y="16137"/>
                </a:lnTo>
                <a:lnTo>
                  <a:pt x="686280" y="16105"/>
                </a:lnTo>
                <a:lnTo>
                  <a:pt x="685753" y="16083"/>
                </a:lnTo>
                <a:lnTo>
                  <a:pt x="685221" y="16069"/>
                </a:lnTo>
                <a:lnTo>
                  <a:pt x="684682" y="16065"/>
                </a:lnTo>
                <a:lnTo>
                  <a:pt x="684151" y="16069"/>
                </a:lnTo>
                <a:lnTo>
                  <a:pt x="683625" y="16083"/>
                </a:lnTo>
                <a:lnTo>
                  <a:pt x="683105" y="16105"/>
                </a:lnTo>
                <a:lnTo>
                  <a:pt x="682590" y="16137"/>
                </a:lnTo>
                <a:lnTo>
                  <a:pt x="682081" y="16178"/>
                </a:lnTo>
                <a:lnTo>
                  <a:pt x="681577" y="16228"/>
                </a:lnTo>
                <a:lnTo>
                  <a:pt x="681079" y="16286"/>
                </a:lnTo>
                <a:lnTo>
                  <a:pt x="680586" y="16354"/>
                </a:lnTo>
                <a:lnTo>
                  <a:pt x="680098" y="16431"/>
                </a:lnTo>
                <a:lnTo>
                  <a:pt x="679616" y="16517"/>
                </a:lnTo>
                <a:lnTo>
                  <a:pt x="679140" y="16612"/>
                </a:lnTo>
                <a:lnTo>
                  <a:pt x="678669" y="16716"/>
                </a:lnTo>
                <a:lnTo>
                  <a:pt x="678204" y="16830"/>
                </a:lnTo>
                <a:lnTo>
                  <a:pt x="677744" y="16952"/>
                </a:lnTo>
                <a:lnTo>
                  <a:pt x="677289" y="17083"/>
                </a:lnTo>
                <a:lnTo>
                  <a:pt x="676840" y="17223"/>
                </a:lnTo>
                <a:lnTo>
                  <a:pt x="676397" y="17373"/>
                </a:lnTo>
                <a:lnTo>
                  <a:pt x="675959" y="17531"/>
                </a:lnTo>
                <a:lnTo>
                  <a:pt x="675526" y="17699"/>
                </a:lnTo>
                <a:lnTo>
                  <a:pt x="675099" y="17875"/>
                </a:lnTo>
                <a:lnTo>
                  <a:pt x="674678" y="18061"/>
                </a:lnTo>
                <a:lnTo>
                  <a:pt x="674262" y="18256"/>
                </a:lnTo>
                <a:lnTo>
                  <a:pt x="673851" y="18459"/>
                </a:lnTo>
                <a:lnTo>
                  <a:pt x="673446" y="18672"/>
                </a:lnTo>
                <a:lnTo>
                  <a:pt x="673047" y="18893"/>
                </a:lnTo>
                <a:lnTo>
                  <a:pt x="672656" y="19123"/>
                </a:lnTo>
                <a:lnTo>
                  <a:pt x="672273" y="19361"/>
                </a:lnTo>
                <a:lnTo>
                  <a:pt x="671897" y="19607"/>
                </a:lnTo>
                <a:lnTo>
                  <a:pt x="671529" y="19861"/>
                </a:lnTo>
                <a:lnTo>
                  <a:pt x="671169" y="20123"/>
                </a:lnTo>
                <a:lnTo>
                  <a:pt x="670816" y="20394"/>
                </a:lnTo>
                <a:lnTo>
                  <a:pt x="670470" y="20673"/>
                </a:lnTo>
                <a:lnTo>
                  <a:pt x="670132" y="20960"/>
                </a:lnTo>
                <a:lnTo>
                  <a:pt x="669802" y="21255"/>
                </a:lnTo>
                <a:lnTo>
                  <a:pt x="669480" y="21559"/>
                </a:lnTo>
                <a:lnTo>
                  <a:pt x="669165" y="21870"/>
                </a:lnTo>
                <a:lnTo>
                  <a:pt x="668857" y="22190"/>
                </a:lnTo>
                <a:lnTo>
                  <a:pt x="668557" y="22518"/>
                </a:lnTo>
                <a:lnTo>
                  <a:pt x="668265" y="22855"/>
                </a:lnTo>
                <a:lnTo>
                  <a:pt x="667980" y="23199"/>
                </a:lnTo>
                <a:lnTo>
                  <a:pt x="667703" y="23552"/>
                </a:lnTo>
                <a:lnTo>
                  <a:pt x="667434" y="23913"/>
                </a:lnTo>
                <a:lnTo>
                  <a:pt x="667172" y="24283"/>
                </a:lnTo>
                <a:lnTo>
                  <a:pt x="666918" y="24660"/>
                </a:lnTo>
                <a:lnTo>
                  <a:pt x="666671" y="25046"/>
                </a:lnTo>
                <a:lnTo>
                  <a:pt x="666432" y="25440"/>
                </a:lnTo>
                <a:lnTo>
                  <a:pt x="666200" y="25842"/>
                </a:lnTo>
                <a:lnTo>
                  <a:pt x="665977" y="26252"/>
                </a:lnTo>
                <a:lnTo>
                  <a:pt x="665761" y="26671"/>
                </a:lnTo>
                <a:lnTo>
                  <a:pt x="665555" y="27096"/>
                </a:lnTo>
                <a:lnTo>
                  <a:pt x="665357" y="27529"/>
                </a:lnTo>
                <a:lnTo>
                  <a:pt x="665169" y="27969"/>
                </a:lnTo>
                <a:lnTo>
                  <a:pt x="664991" y="28417"/>
                </a:lnTo>
                <a:lnTo>
                  <a:pt x="664821" y="28872"/>
                </a:lnTo>
                <a:lnTo>
                  <a:pt x="664660" y="29334"/>
                </a:lnTo>
                <a:lnTo>
                  <a:pt x="664509" y="29804"/>
                </a:lnTo>
                <a:lnTo>
                  <a:pt x="664367" y="30281"/>
                </a:lnTo>
                <a:lnTo>
                  <a:pt x="664234" y="30765"/>
                </a:lnTo>
                <a:lnTo>
                  <a:pt x="664110" y="31257"/>
                </a:lnTo>
                <a:lnTo>
                  <a:pt x="663996" y="31756"/>
                </a:lnTo>
                <a:lnTo>
                  <a:pt x="663890" y="32263"/>
                </a:lnTo>
                <a:lnTo>
                  <a:pt x="663794" y="32777"/>
                </a:lnTo>
                <a:lnTo>
                  <a:pt x="663707" y="33298"/>
                </a:lnTo>
                <a:lnTo>
                  <a:pt x="663629" y="33827"/>
                </a:lnTo>
                <a:lnTo>
                  <a:pt x="663560" y="34363"/>
                </a:lnTo>
                <a:lnTo>
                  <a:pt x="663500" y="34907"/>
                </a:lnTo>
                <a:lnTo>
                  <a:pt x="663450" y="35458"/>
                </a:lnTo>
                <a:lnTo>
                  <a:pt x="663409" y="36016"/>
                </a:lnTo>
                <a:lnTo>
                  <a:pt x="663376" y="36581"/>
                </a:lnTo>
                <a:lnTo>
                  <a:pt x="663354" y="37154"/>
                </a:lnTo>
                <a:lnTo>
                  <a:pt x="663340" y="37735"/>
                </a:lnTo>
                <a:lnTo>
                  <a:pt x="663335" y="38322"/>
                </a:lnTo>
                <a:lnTo>
                  <a:pt x="663340" y="38900"/>
                </a:lnTo>
                <a:lnTo>
                  <a:pt x="663354" y="39469"/>
                </a:lnTo>
                <a:lnTo>
                  <a:pt x="663376" y="40032"/>
                </a:lnTo>
                <a:lnTo>
                  <a:pt x="663409" y="40588"/>
                </a:lnTo>
                <a:lnTo>
                  <a:pt x="663450" y="41136"/>
                </a:lnTo>
                <a:lnTo>
                  <a:pt x="663500" y="41677"/>
                </a:lnTo>
                <a:lnTo>
                  <a:pt x="663560" y="42212"/>
                </a:lnTo>
                <a:lnTo>
                  <a:pt x="663629" y="42739"/>
                </a:lnTo>
                <a:lnTo>
                  <a:pt x="663707" y="43258"/>
                </a:lnTo>
                <a:lnTo>
                  <a:pt x="663794" y="43771"/>
                </a:lnTo>
                <a:lnTo>
                  <a:pt x="663890" y="44277"/>
                </a:lnTo>
                <a:lnTo>
                  <a:pt x="663996" y="44775"/>
                </a:lnTo>
                <a:lnTo>
                  <a:pt x="664110" y="45266"/>
                </a:lnTo>
                <a:lnTo>
                  <a:pt x="664234" y="45750"/>
                </a:lnTo>
                <a:lnTo>
                  <a:pt x="664367" y="46227"/>
                </a:lnTo>
                <a:lnTo>
                  <a:pt x="664509" y="46697"/>
                </a:lnTo>
                <a:lnTo>
                  <a:pt x="664660" y="47160"/>
                </a:lnTo>
                <a:lnTo>
                  <a:pt x="664821" y="47615"/>
                </a:lnTo>
                <a:lnTo>
                  <a:pt x="664991" y="48063"/>
                </a:lnTo>
                <a:lnTo>
                  <a:pt x="665169" y="48505"/>
                </a:lnTo>
                <a:lnTo>
                  <a:pt x="665357" y="48939"/>
                </a:lnTo>
                <a:lnTo>
                  <a:pt x="665555" y="49365"/>
                </a:lnTo>
                <a:lnTo>
                  <a:pt x="665761" y="49785"/>
                </a:lnTo>
                <a:lnTo>
                  <a:pt x="665977" y="50198"/>
                </a:lnTo>
                <a:lnTo>
                  <a:pt x="666200" y="50603"/>
                </a:lnTo>
                <a:lnTo>
                  <a:pt x="666432" y="50999"/>
                </a:lnTo>
                <a:lnTo>
                  <a:pt x="666671" y="51388"/>
                </a:lnTo>
                <a:lnTo>
                  <a:pt x="666918" y="51769"/>
                </a:lnTo>
                <a:lnTo>
                  <a:pt x="667172" y="52141"/>
                </a:lnTo>
                <a:lnTo>
                  <a:pt x="667434" y="52506"/>
                </a:lnTo>
                <a:lnTo>
                  <a:pt x="667703" y="52862"/>
                </a:lnTo>
                <a:lnTo>
                  <a:pt x="667980" y="53211"/>
                </a:lnTo>
                <a:lnTo>
                  <a:pt x="668265" y="53551"/>
                </a:lnTo>
                <a:lnTo>
                  <a:pt x="668557" y="53884"/>
                </a:lnTo>
                <a:lnTo>
                  <a:pt x="668857" y="54208"/>
                </a:lnTo>
                <a:lnTo>
                  <a:pt x="669165" y="54524"/>
                </a:lnTo>
                <a:lnTo>
                  <a:pt x="669480" y="54832"/>
                </a:lnTo>
                <a:lnTo>
                  <a:pt x="669802" y="55132"/>
                </a:lnTo>
                <a:lnTo>
                  <a:pt x="670132" y="55424"/>
                </a:lnTo>
                <a:lnTo>
                  <a:pt x="670470" y="55708"/>
                </a:lnTo>
                <a:lnTo>
                  <a:pt x="670816" y="55984"/>
                </a:lnTo>
                <a:lnTo>
                  <a:pt x="671169" y="56252"/>
                </a:lnTo>
                <a:lnTo>
                  <a:pt x="671529" y="56512"/>
                </a:lnTo>
                <a:lnTo>
                  <a:pt x="671897" y="56764"/>
                </a:lnTo>
                <a:lnTo>
                  <a:pt x="672273" y="57007"/>
                </a:lnTo>
                <a:lnTo>
                  <a:pt x="672656" y="57243"/>
                </a:lnTo>
                <a:lnTo>
                  <a:pt x="673047" y="57471"/>
                </a:lnTo>
                <a:lnTo>
                  <a:pt x="673446" y="57690"/>
                </a:lnTo>
                <a:lnTo>
                  <a:pt x="673851" y="57901"/>
                </a:lnTo>
                <a:lnTo>
                  <a:pt x="674262" y="58103"/>
                </a:lnTo>
                <a:lnTo>
                  <a:pt x="674678" y="58296"/>
                </a:lnTo>
                <a:lnTo>
                  <a:pt x="675099" y="58480"/>
                </a:lnTo>
                <a:lnTo>
                  <a:pt x="675526" y="58655"/>
                </a:lnTo>
                <a:lnTo>
                  <a:pt x="675959" y="58821"/>
                </a:lnTo>
                <a:lnTo>
                  <a:pt x="676397" y="58978"/>
                </a:lnTo>
                <a:lnTo>
                  <a:pt x="676840" y="59126"/>
                </a:lnTo>
                <a:lnTo>
                  <a:pt x="677289" y="59265"/>
                </a:lnTo>
                <a:lnTo>
                  <a:pt x="677744" y="59395"/>
                </a:lnTo>
                <a:lnTo>
                  <a:pt x="678204" y="59516"/>
                </a:lnTo>
                <a:lnTo>
                  <a:pt x="678669" y="59628"/>
                </a:lnTo>
                <a:lnTo>
                  <a:pt x="679140" y="59732"/>
                </a:lnTo>
                <a:lnTo>
                  <a:pt x="679616" y="59826"/>
                </a:lnTo>
                <a:lnTo>
                  <a:pt x="680098" y="59911"/>
                </a:lnTo>
                <a:lnTo>
                  <a:pt x="680586" y="59987"/>
                </a:lnTo>
                <a:lnTo>
                  <a:pt x="681079" y="60055"/>
                </a:lnTo>
                <a:lnTo>
                  <a:pt x="681577" y="60113"/>
                </a:lnTo>
                <a:lnTo>
                  <a:pt x="682081" y="60162"/>
                </a:lnTo>
                <a:lnTo>
                  <a:pt x="682590" y="60203"/>
                </a:lnTo>
                <a:lnTo>
                  <a:pt x="683105" y="60234"/>
                </a:lnTo>
                <a:lnTo>
                  <a:pt x="683625" y="60257"/>
                </a:lnTo>
                <a:lnTo>
                  <a:pt x="684151" y="60270"/>
                </a:lnTo>
                <a:lnTo>
                  <a:pt x="684682" y="60275"/>
                </a:lnTo>
                <a:lnTo>
                  <a:pt x="685221" y="60270"/>
                </a:lnTo>
                <a:lnTo>
                  <a:pt x="685753" y="60257"/>
                </a:lnTo>
                <a:lnTo>
                  <a:pt x="686280" y="60234"/>
                </a:lnTo>
                <a:lnTo>
                  <a:pt x="686801" y="60203"/>
                </a:lnTo>
                <a:lnTo>
                  <a:pt x="687316" y="60162"/>
                </a:lnTo>
                <a:close/>
                <a:moveTo>
                  <a:pt x="683217" y="51450"/>
                </a:moveTo>
                <a:lnTo>
                  <a:pt x="682941" y="51416"/>
                </a:lnTo>
                <a:lnTo>
                  <a:pt x="682670" y="51376"/>
                </a:lnTo>
                <a:lnTo>
                  <a:pt x="682404" y="51329"/>
                </a:lnTo>
                <a:lnTo>
                  <a:pt x="682144" y="51276"/>
                </a:lnTo>
                <a:lnTo>
                  <a:pt x="681890" y="51217"/>
                </a:lnTo>
                <a:lnTo>
                  <a:pt x="681641" y="51152"/>
                </a:lnTo>
                <a:lnTo>
                  <a:pt x="681397" y="51081"/>
                </a:lnTo>
                <a:lnTo>
                  <a:pt x="681159" y="51003"/>
                </a:lnTo>
                <a:lnTo>
                  <a:pt x="680926" y="50919"/>
                </a:lnTo>
                <a:lnTo>
                  <a:pt x="680699" y="50829"/>
                </a:lnTo>
                <a:lnTo>
                  <a:pt x="680477" y="50733"/>
                </a:lnTo>
                <a:lnTo>
                  <a:pt x="680261" y="50630"/>
                </a:lnTo>
                <a:lnTo>
                  <a:pt x="680051" y="50522"/>
                </a:lnTo>
                <a:lnTo>
                  <a:pt x="679845" y="50407"/>
                </a:lnTo>
                <a:lnTo>
                  <a:pt x="679646" y="50286"/>
                </a:lnTo>
                <a:lnTo>
                  <a:pt x="679451" y="50158"/>
                </a:lnTo>
                <a:lnTo>
                  <a:pt x="679263" y="50025"/>
                </a:lnTo>
                <a:lnTo>
                  <a:pt x="679080" y="49885"/>
                </a:lnTo>
                <a:lnTo>
                  <a:pt x="678902" y="49739"/>
                </a:lnTo>
                <a:lnTo>
                  <a:pt x="678729" y="49588"/>
                </a:lnTo>
                <a:lnTo>
                  <a:pt x="678560" y="49432"/>
                </a:lnTo>
                <a:lnTo>
                  <a:pt x="678396" y="49273"/>
                </a:lnTo>
                <a:lnTo>
                  <a:pt x="678236" y="49109"/>
                </a:lnTo>
                <a:lnTo>
                  <a:pt x="678080" y="48941"/>
                </a:lnTo>
                <a:lnTo>
                  <a:pt x="677929" y="48769"/>
                </a:lnTo>
                <a:lnTo>
                  <a:pt x="677782" y="48592"/>
                </a:lnTo>
                <a:lnTo>
                  <a:pt x="677639" y="48412"/>
                </a:lnTo>
                <a:lnTo>
                  <a:pt x="677500" y="48227"/>
                </a:lnTo>
                <a:lnTo>
                  <a:pt x="677366" y="48038"/>
                </a:lnTo>
                <a:lnTo>
                  <a:pt x="677236" y="47844"/>
                </a:lnTo>
                <a:lnTo>
                  <a:pt x="677110" y="47647"/>
                </a:lnTo>
                <a:lnTo>
                  <a:pt x="676989" y="47445"/>
                </a:lnTo>
                <a:lnTo>
                  <a:pt x="676872" y="47239"/>
                </a:lnTo>
                <a:lnTo>
                  <a:pt x="676759" y="47029"/>
                </a:lnTo>
                <a:lnTo>
                  <a:pt x="676650" y="46814"/>
                </a:lnTo>
                <a:lnTo>
                  <a:pt x="676546" y="46596"/>
                </a:lnTo>
                <a:lnTo>
                  <a:pt x="676446" y="46373"/>
                </a:lnTo>
                <a:lnTo>
                  <a:pt x="676350" y="46146"/>
                </a:lnTo>
                <a:lnTo>
                  <a:pt x="676259" y="45915"/>
                </a:lnTo>
                <a:lnTo>
                  <a:pt x="676171" y="45679"/>
                </a:lnTo>
                <a:lnTo>
                  <a:pt x="676089" y="45440"/>
                </a:lnTo>
                <a:lnTo>
                  <a:pt x="676010" y="45196"/>
                </a:lnTo>
                <a:lnTo>
                  <a:pt x="675936" y="44947"/>
                </a:lnTo>
                <a:lnTo>
                  <a:pt x="675865" y="44696"/>
                </a:lnTo>
                <a:lnTo>
                  <a:pt x="675797" y="44443"/>
                </a:lnTo>
                <a:lnTo>
                  <a:pt x="675733" y="44187"/>
                </a:lnTo>
                <a:lnTo>
                  <a:pt x="675671" y="43929"/>
                </a:lnTo>
                <a:lnTo>
                  <a:pt x="675612" y="43670"/>
                </a:lnTo>
                <a:lnTo>
                  <a:pt x="675557" y="43408"/>
                </a:lnTo>
                <a:lnTo>
                  <a:pt x="675504" y="43143"/>
                </a:lnTo>
                <a:lnTo>
                  <a:pt x="675455" y="42877"/>
                </a:lnTo>
                <a:lnTo>
                  <a:pt x="675408" y="42609"/>
                </a:lnTo>
                <a:lnTo>
                  <a:pt x="675364" y="42338"/>
                </a:lnTo>
                <a:lnTo>
                  <a:pt x="675324" y="42065"/>
                </a:lnTo>
                <a:lnTo>
                  <a:pt x="675286" y="41790"/>
                </a:lnTo>
                <a:lnTo>
                  <a:pt x="675252" y="41513"/>
                </a:lnTo>
                <a:lnTo>
                  <a:pt x="675220" y="41234"/>
                </a:lnTo>
                <a:lnTo>
                  <a:pt x="675191" y="40953"/>
                </a:lnTo>
                <a:lnTo>
                  <a:pt x="675166" y="40669"/>
                </a:lnTo>
                <a:lnTo>
                  <a:pt x="675143" y="40384"/>
                </a:lnTo>
                <a:lnTo>
                  <a:pt x="675124" y="40096"/>
                </a:lnTo>
                <a:lnTo>
                  <a:pt x="675107" y="39806"/>
                </a:lnTo>
                <a:lnTo>
                  <a:pt x="675094" y="39514"/>
                </a:lnTo>
                <a:lnTo>
                  <a:pt x="675083" y="39219"/>
                </a:lnTo>
                <a:lnTo>
                  <a:pt x="675076" y="38923"/>
                </a:lnTo>
                <a:lnTo>
                  <a:pt x="675071" y="38625"/>
                </a:lnTo>
                <a:lnTo>
                  <a:pt x="675070" y="38324"/>
                </a:lnTo>
                <a:lnTo>
                  <a:pt x="675071" y="38016"/>
                </a:lnTo>
                <a:lnTo>
                  <a:pt x="675076" y="37710"/>
                </a:lnTo>
                <a:lnTo>
                  <a:pt x="675083" y="37407"/>
                </a:lnTo>
                <a:lnTo>
                  <a:pt x="675094" y="37105"/>
                </a:lnTo>
                <a:lnTo>
                  <a:pt x="675107" y="36807"/>
                </a:lnTo>
                <a:lnTo>
                  <a:pt x="675124" y="36510"/>
                </a:lnTo>
                <a:lnTo>
                  <a:pt x="675143" y="36216"/>
                </a:lnTo>
                <a:lnTo>
                  <a:pt x="675166" y="35924"/>
                </a:lnTo>
                <a:lnTo>
                  <a:pt x="675191" y="35634"/>
                </a:lnTo>
                <a:lnTo>
                  <a:pt x="675220" y="35347"/>
                </a:lnTo>
                <a:lnTo>
                  <a:pt x="675252" y="35062"/>
                </a:lnTo>
                <a:lnTo>
                  <a:pt x="675286" y="34779"/>
                </a:lnTo>
                <a:lnTo>
                  <a:pt x="675324" y="34499"/>
                </a:lnTo>
                <a:lnTo>
                  <a:pt x="675364" y="34221"/>
                </a:lnTo>
                <a:lnTo>
                  <a:pt x="675408" y="33945"/>
                </a:lnTo>
                <a:lnTo>
                  <a:pt x="675455" y="33671"/>
                </a:lnTo>
                <a:lnTo>
                  <a:pt x="675504" y="33400"/>
                </a:lnTo>
                <a:lnTo>
                  <a:pt x="675557" y="33131"/>
                </a:lnTo>
                <a:lnTo>
                  <a:pt x="675612" y="32865"/>
                </a:lnTo>
                <a:lnTo>
                  <a:pt x="675671" y="32600"/>
                </a:lnTo>
                <a:lnTo>
                  <a:pt x="675733" y="32338"/>
                </a:lnTo>
                <a:lnTo>
                  <a:pt x="675797" y="32079"/>
                </a:lnTo>
                <a:lnTo>
                  <a:pt x="675865" y="31821"/>
                </a:lnTo>
                <a:lnTo>
                  <a:pt x="675936" y="31566"/>
                </a:lnTo>
                <a:lnTo>
                  <a:pt x="676010" y="31314"/>
                </a:lnTo>
                <a:lnTo>
                  <a:pt x="676089" y="31067"/>
                </a:lnTo>
                <a:lnTo>
                  <a:pt x="676171" y="30824"/>
                </a:lnTo>
                <a:lnTo>
                  <a:pt x="676259" y="30585"/>
                </a:lnTo>
                <a:lnTo>
                  <a:pt x="676350" y="30350"/>
                </a:lnTo>
                <a:lnTo>
                  <a:pt x="676446" y="30120"/>
                </a:lnTo>
                <a:lnTo>
                  <a:pt x="676546" y="29894"/>
                </a:lnTo>
                <a:lnTo>
                  <a:pt x="676650" y="29672"/>
                </a:lnTo>
                <a:lnTo>
                  <a:pt x="676759" y="29455"/>
                </a:lnTo>
                <a:lnTo>
                  <a:pt x="676872" y="29242"/>
                </a:lnTo>
                <a:lnTo>
                  <a:pt x="676989" y="29033"/>
                </a:lnTo>
                <a:lnTo>
                  <a:pt x="677110" y="28828"/>
                </a:lnTo>
                <a:lnTo>
                  <a:pt x="677236" y="28628"/>
                </a:lnTo>
                <a:lnTo>
                  <a:pt x="677366" y="28432"/>
                </a:lnTo>
                <a:lnTo>
                  <a:pt x="677500" y="28240"/>
                </a:lnTo>
                <a:lnTo>
                  <a:pt x="677639" y="28053"/>
                </a:lnTo>
                <a:lnTo>
                  <a:pt x="677782" y="27870"/>
                </a:lnTo>
                <a:lnTo>
                  <a:pt x="677929" y="27691"/>
                </a:lnTo>
                <a:lnTo>
                  <a:pt x="678080" y="27516"/>
                </a:lnTo>
                <a:lnTo>
                  <a:pt x="678236" y="27346"/>
                </a:lnTo>
                <a:lnTo>
                  <a:pt x="678396" y="27180"/>
                </a:lnTo>
                <a:lnTo>
                  <a:pt x="678560" y="27019"/>
                </a:lnTo>
                <a:lnTo>
                  <a:pt x="678729" y="26861"/>
                </a:lnTo>
                <a:lnTo>
                  <a:pt x="678902" y="26708"/>
                </a:lnTo>
                <a:lnTo>
                  <a:pt x="679080" y="26561"/>
                </a:lnTo>
                <a:lnTo>
                  <a:pt x="679263" y="26419"/>
                </a:lnTo>
                <a:lnTo>
                  <a:pt x="679451" y="26284"/>
                </a:lnTo>
                <a:lnTo>
                  <a:pt x="679646" y="26155"/>
                </a:lnTo>
                <a:lnTo>
                  <a:pt x="679845" y="26033"/>
                </a:lnTo>
                <a:lnTo>
                  <a:pt x="680051" y="25916"/>
                </a:lnTo>
                <a:lnTo>
                  <a:pt x="680261" y="25806"/>
                </a:lnTo>
                <a:lnTo>
                  <a:pt x="680477" y="25703"/>
                </a:lnTo>
                <a:lnTo>
                  <a:pt x="680699" y="25605"/>
                </a:lnTo>
                <a:lnTo>
                  <a:pt x="680926" y="25514"/>
                </a:lnTo>
                <a:lnTo>
                  <a:pt x="681159" y="25429"/>
                </a:lnTo>
                <a:lnTo>
                  <a:pt x="681397" y="25351"/>
                </a:lnTo>
                <a:lnTo>
                  <a:pt x="681641" y="25278"/>
                </a:lnTo>
                <a:lnTo>
                  <a:pt x="681890" y="25212"/>
                </a:lnTo>
                <a:lnTo>
                  <a:pt x="682144" y="25153"/>
                </a:lnTo>
                <a:lnTo>
                  <a:pt x="682404" y="25099"/>
                </a:lnTo>
                <a:lnTo>
                  <a:pt x="682670" y="25052"/>
                </a:lnTo>
                <a:lnTo>
                  <a:pt x="682941" y="25011"/>
                </a:lnTo>
                <a:lnTo>
                  <a:pt x="683217" y="24976"/>
                </a:lnTo>
                <a:lnTo>
                  <a:pt x="683499" y="24948"/>
                </a:lnTo>
                <a:lnTo>
                  <a:pt x="683787" y="24926"/>
                </a:lnTo>
                <a:lnTo>
                  <a:pt x="684080" y="24910"/>
                </a:lnTo>
                <a:lnTo>
                  <a:pt x="684378" y="24901"/>
                </a:lnTo>
                <a:lnTo>
                  <a:pt x="684682" y="24898"/>
                </a:lnTo>
                <a:lnTo>
                  <a:pt x="684994" y="24901"/>
                </a:lnTo>
                <a:lnTo>
                  <a:pt x="685299" y="24910"/>
                </a:lnTo>
                <a:lnTo>
                  <a:pt x="685599" y="24926"/>
                </a:lnTo>
                <a:lnTo>
                  <a:pt x="685893" y="24948"/>
                </a:lnTo>
                <a:lnTo>
                  <a:pt x="686182" y="24976"/>
                </a:lnTo>
                <a:lnTo>
                  <a:pt x="686465" y="25011"/>
                </a:lnTo>
                <a:lnTo>
                  <a:pt x="686742" y="25052"/>
                </a:lnTo>
                <a:lnTo>
                  <a:pt x="687013" y="25099"/>
                </a:lnTo>
                <a:lnTo>
                  <a:pt x="687279" y="25153"/>
                </a:lnTo>
                <a:lnTo>
                  <a:pt x="687540" y="25212"/>
                </a:lnTo>
                <a:lnTo>
                  <a:pt x="687795" y="25278"/>
                </a:lnTo>
                <a:lnTo>
                  <a:pt x="688044" y="25351"/>
                </a:lnTo>
                <a:lnTo>
                  <a:pt x="688287" y="25429"/>
                </a:lnTo>
                <a:lnTo>
                  <a:pt x="688525" y="25514"/>
                </a:lnTo>
                <a:lnTo>
                  <a:pt x="688757" y="25605"/>
                </a:lnTo>
                <a:lnTo>
                  <a:pt x="688984" y="25703"/>
                </a:lnTo>
                <a:lnTo>
                  <a:pt x="689205" y="25806"/>
                </a:lnTo>
                <a:lnTo>
                  <a:pt x="689420" y="25916"/>
                </a:lnTo>
                <a:lnTo>
                  <a:pt x="689629" y="26033"/>
                </a:lnTo>
                <a:lnTo>
                  <a:pt x="689833" y="26155"/>
                </a:lnTo>
                <a:lnTo>
                  <a:pt x="690032" y="26284"/>
                </a:lnTo>
                <a:lnTo>
                  <a:pt x="690224" y="26419"/>
                </a:lnTo>
                <a:lnTo>
                  <a:pt x="690412" y="26561"/>
                </a:lnTo>
                <a:lnTo>
                  <a:pt x="690593" y="26708"/>
                </a:lnTo>
                <a:lnTo>
                  <a:pt x="690769" y="26861"/>
                </a:lnTo>
                <a:lnTo>
                  <a:pt x="690941" y="27019"/>
                </a:lnTo>
                <a:lnTo>
                  <a:pt x="691109" y="27180"/>
                </a:lnTo>
                <a:lnTo>
                  <a:pt x="691273" y="27346"/>
                </a:lnTo>
                <a:lnTo>
                  <a:pt x="691432" y="27516"/>
                </a:lnTo>
                <a:lnTo>
                  <a:pt x="691586" y="27691"/>
                </a:lnTo>
                <a:lnTo>
                  <a:pt x="691736" y="27870"/>
                </a:lnTo>
                <a:lnTo>
                  <a:pt x="691882" y="28053"/>
                </a:lnTo>
                <a:lnTo>
                  <a:pt x="692024" y="28240"/>
                </a:lnTo>
                <a:lnTo>
                  <a:pt x="692161" y="28432"/>
                </a:lnTo>
                <a:lnTo>
                  <a:pt x="692294" y="28628"/>
                </a:lnTo>
                <a:lnTo>
                  <a:pt x="692422" y="28828"/>
                </a:lnTo>
                <a:lnTo>
                  <a:pt x="692547" y="29033"/>
                </a:lnTo>
                <a:lnTo>
                  <a:pt x="692666" y="29242"/>
                </a:lnTo>
                <a:lnTo>
                  <a:pt x="692782" y="29455"/>
                </a:lnTo>
                <a:lnTo>
                  <a:pt x="692893" y="29672"/>
                </a:lnTo>
                <a:lnTo>
                  <a:pt x="692999" y="29894"/>
                </a:lnTo>
                <a:lnTo>
                  <a:pt x="693102" y="30120"/>
                </a:lnTo>
                <a:lnTo>
                  <a:pt x="693200" y="30350"/>
                </a:lnTo>
                <a:lnTo>
                  <a:pt x="693293" y="30585"/>
                </a:lnTo>
                <a:lnTo>
                  <a:pt x="693382" y="30824"/>
                </a:lnTo>
                <a:lnTo>
                  <a:pt x="693467" y="31067"/>
                </a:lnTo>
                <a:lnTo>
                  <a:pt x="693548" y="31314"/>
                </a:lnTo>
                <a:lnTo>
                  <a:pt x="693624" y="31566"/>
                </a:lnTo>
                <a:lnTo>
                  <a:pt x="693696" y="31821"/>
                </a:lnTo>
                <a:lnTo>
                  <a:pt x="693766" y="32079"/>
                </a:lnTo>
                <a:lnTo>
                  <a:pt x="693832" y="32338"/>
                </a:lnTo>
                <a:lnTo>
                  <a:pt x="693895" y="32600"/>
                </a:lnTo>
                <a:lnTo>
                  <a:pt x="693955" y="32865"/>
                </a:lnTo>
                <a:lnTo>
                  <a:pt x="694012" y="33131"/>
                </a:lnTo>
                <a:lnTo>
                  <a:pt x="694066" y="33400"/>
                </a:lnTo>
                <a:lnTo>
                  <a:pt x="694117" y="33671"/>
                </a:lnTo>
                <a:lnTo>
                  <a:pt x="694165" y="33945"/>
                </a:lnTo>
                <a:lnTo>
                  <a:pt x="694210" y="34221"/>
                </a:lnTo>
                <a:lnTo>
                  <a:pt x="694251" y="34499"/>
                </a:lnTo>
                <a:lnTo>
                  <a:pt x="694290" y="34779"/>
                </a:lnTo>
                <a:lnTo>
                  <a:pt x="694325" y="35062"/>
                </a:lnTo>
                <a:lnTo>
                  <a:pt x="694358" y="35347"/>
                </a:lnTo>
                <a:lnTo>
                  <a:pt x="694387" y="35634"/>
                </a:lnTo>
                <a:lnTo>
                  <a:pt x="694413" y="35924"/>
                </a:lnTo>
                <a:lnTo>
                  <a:pt x="694436" y="36216"/>
                </a:lnTo>
                <a:lnTo>
                  <a:pt x="694456" y="36510"/>
                </a:lnTo>
                <a:lnTo>
                  <a:pt x="694473" y="36807"/>
                </a:lnTo>
                <a:lnTo>
                  <a:pt x="694487" y="37105"/>
                </a:lnTo>
                <a:lnTo>
                  <a:pt x="694498" y="37407"/>
                </a:lnTo>
                <a:lnTo>
                  <a:pt x="694506" y="37710"/>
                </a:lnTo>
                <a:lnTo>
                  <a:pt x="694510" y="38016"/>
                </a:lnTo>
                <a:lnTo>
                  <a:pt x="694512" y="38324"/>
                </a:lnTo>
                <a:lnTo>
                  <a:pt x="694510" y="38625"/>
                </a:lnTo>
                <a:lnTo>
                  <a:pt x="694506" y="38923"/>
                </a:lnTo>
                <a:lnTo>
                  <a:pt x="694498" y="39219"/>
                </a:lnTo>
                <a:lnTo>
                  <a:pt x="694487" y="39514"/>
                </a:lnTo>
                <a:lnTo>
                  <a:pt x="694473" y="39806"/>
                </a:lnTo>
                <a:lnTo>
                  <a:pt x="694456" y="40096"/>
                </a:lnTo>
                <a:lnTo>
                  <a:pt x="694436" y="40384"/>
                </a:lnTo>
                <a:lnTo>
                  <a:pt x="694413" y="40669"/>
                </a:lnTo>
                <a:lnTo>
                  <a:pt x="694387" y="40953"/>
                </a:lnTo>
                <a:lnTo>
                  <a:pt x="694358" y="41234"/>
                </a:lnTo>
                <a:lnTo>
                  <a:pt x="694325" y="41513"/>
                </a:lnTo>
                <a:lnTo>
                  <a:pt x="694290" y="41790"/>
                </a:lnTo>
                <a:lnTo>
                  <a:pt x="694251" y="42065"/>
                </a:lnTo>
                <a:lnTo>
                  <a:pt x="694210" y="42338"/>
                </a:lnTo>
                <a:lnTo>
                  <a:pt x="694165" y="42609"/>
                </a:lnTo>
                <a:lnTo>
                  <a:pt x="694117" y="42877"/>
                </a:lnTo>
                <a:lnTo>
                  <a:pt x="694066" y="43143"/>
                </a:lnTo>
                <a:lnTo>
                  <a:pt x="694012" y="43408"/>
                </a:lnTo>
                <a:lnTo>
                  <a:pt x="693955" y="43670"/>
                </a:lnTo>
                <a:lnTo>
                  <a:pt x="693895" y="43929"/>
                </a:lnTo>
                <a:lnTo>
                  <a:pt x="693832" y="44187"/>
                </a:lnTo>
                <a:lnTo>
                  <a:pt x="693766" y="44443"/>
                </a:lnTo>
                <a:lnTo>
                  <a:pt x="693696" y="44696"/>
                </a:lnTo>
                <a:lnTo>
                  <a:pt x="693624" y="44947"/>
                </a:lnTo>
                <a:lnTo>
                  <a:pt x="693548" y="45196"/>
                </a:lnTo>
                <a:lnTo>
                  <a:pt x="693467" y="45440"/>
                </a:lnTo>
                <a:lnTo>
                  <a:pt x="693382" y="45679"/>
                </a:lnTo>
                <a:lnTo>
                  <a:pt x="693293" y="45915"/>
                </a:lnTo>
                <a:lnTo>
                  <a:pt x="693200" y="46146"/>
                </a:lnTo>
                <a:lnTo>
                  <a:pt x="693102" y="46373"/>
                </a:lnTo>
                <a:lnTo>
                  <a:pt x="692999" y="46596"/>
                </a:lnTo>
                <a:lnTo>
                  <a:pt x="692893" y="46814"/>
                </a:lnTo>
                <a:lnTo>
                  <a:pt x="692782" y="47029"/>
                </a:lnTo>
                <a:lnTo>
                  <a:pt x="692666" y="47239"/>
                </a:lnTo>
                <a:lnTo>
                  <a:pt x="692547" y="47445"/>
                </a:lnTo>
                <a:lnTo>
                  <a:pt x="692422" y="47647"/>
                </a:lnTo>
                <a:lnTo>
                  <a:pt x="692294" y="47844"/>
                </a:lnTo>
                <a:lnTo>
                  <a:pt x="692161" y="48038"/>
                </a:lnTo>
                <a:lnTo>
                  <a:pt x="692024" y="48227"/>
                </a:lnTo>
                <a:lnTo>
                  <a:pt x="691882" y="48412"/>
                </a:lnTo>
                <a:lnTo>
                  <a:pt x="691736" y="48592"/>
                </a:lnTo>
                <a:lnTo>
                  <a:pt x="691586" y="48769"/>
                </a:lnTo>
                <a:lnTo>
                  <a:pt x="691432" y="48941"/>
                </a:lnTo>
                <a:lnTo>
                  <a:pt x="691273" y="49109"/>
                </a:lnTo>
                <a:lnTo>
                  <a:pt x="691109" y="49273"/>
                </a:lnTo>
                <a:lnTo>
                  <a:pt x="690941" y="49432"/>
                </a:lnTo>
                <a:lnTo>
                  <a:pt x="690769" y="49588"/>
                </a:lnTo>
                <a:lnTo>
                  <a:pt x="690593" y="49739"/>
                </a:lnTo>
                <a:lnTo>
                  <a:pt x="690412" y="49885"/>
                </a:lnTo>
                <a:lnTo>
                  <a:pt x="690224" y="50025"/>
                </a:lnTo>
                <a:lnTo>
                  <a:pt x="690032" y="50158"/>
                </a:lnTo>
                <a:lnTo>
                  <a:pt x="689833" y="50286"/>
                </a:lnTo>
                <a:lnTo>
                  <a:pt x="689629" y="50407"/>
                </a:lnTo>
                <a:lnTo>
                  <a:pt x="689420" y="50522"/>
                </a:lnTo>
                <a:lnTo>
                  <a:pt x="689205" y="50630"/>
                </a:lnTo>
                <a:lnTo>
                  <a:pt x="688984" y="50733"/>
                </a:lnTo>
                <a:lnTo>
                  <a:pt x="688757" y="50829"/>
                </a:lnTo>
                <a:lnTo>
                  <a:pt x="688525" y="50919"/>
                </a:lnTo>
                <a:lnTo>
                  <a:pt x="688287" y="51003"/>
                </a:lnTo>
                <a:lnTo>
                  <a:pt x="688044" y="51081"/>
                </a:lnTo>
                <a:lnTo>
                  <a:pt x="687795" y="51152"/>
                </a:lnTo>
                <a:lnTo>
                  <a:pt x="687540" y="51217"/>
                </a:lnTo>
                <a:lnTo>
                  <a:pt x="687279" y="51276"/>
                </a:lnTo>
                <a:lnTo>
                  <a:pt x="687013" y="51329"/>
                </a:lnTo>
                <a:lnTo>
                  <a:pt x="686742" y="51376"/>
                </a:lnTo>
                <a:lnTo>
                  <a:pt x="686465" y="51416"/>
                </a:lnTo>
                <a:lnTo>
                  <a:pt x="686182" y="51450"/>
                </a:lnTo>
                <a:lnTo>
                  <a:pt x="685893" y="51478"/>
                </a:lnTo>
                <a:lnTo>
                  <a:pt x="685599" y="51500"/>
                </a:lnTo>
                <a:lnTo>
                  <a:pt x="685299" y="51515"/>
                </a:lnTo>
                <a:lnTo>
                  <a:pt x="684994" y="51525"/>
                </a:lnTo>
                <a:lnTo>
                  <a:pt x="684682" y="51528"/>
                </a:lnTo>
                <a:lnTo>
                  <a:pt x="684378" y="51525"/>
                </a:lnTo>
                <a:lnTo>
                  <a:pt x="684080" y="51515"/>
                </a:lnTo>
                <a:lnTo>
                  <a:pt x="683787" y="51500"/>
                </a:lnTo>
                <a:lnTo>
                  <a:pt x="683499" y="51478"/>
                </a:lnTo>
                <a:lnTo>
                  <a:pt x="683217" y="51450"/>
                </a:lnTo>
                <a:close/>
                <a:moveTo>
                  <a:pt x="791708" y="60203"/>
                </a:moveTo>
                <a:lnTo>
                  <a:pt x="792161" y="60172"/>
                </a:lnTo>
                <a:lnTo>
                  <a:pt x="792608" y="60135"/>
                </a:lnTo>
                <a:lnTo>
                  <a:pt x="793050" y="60092"/>
                </a:lnTo>
                <a:lnTo>
                  <a:pt x="793487" y="60043"/>
                </a:lnTo>
                <a:lnTo>
                  <a:pt x="793919" y="59989"/>
                </a:lnTo>
                <a:lnTo>
                  <a:pt x="794346" y="59929"/>
                </a:lnTo>
                <a:lnTo>
                  <a:pt x="794768" y="59863"/>
                </a:lnTo>
                <a:lnTo>
                  <a:pt x="795185" y="59792"/>
                </a:lnTo>
                <a:lnTo>
                  <a:pt x="795597" y="59715"/>
                </a:lnTo>
                <a:lnTo>
                  <a:pt x="796004" y="59632"/>
                </a:lnTo>
                <a:lnTo>
                  <a:pt x="796406" y="59543"/>
                </a:lnTo>
                <a:lnTo>
                  <a:pt x="796802" y="59449"/>
                </a:lnTo>
                <a:lnTo>
                  <a:pt x="797194" y="59349"/>
                </a:lnTo>
                <a:lnTo>
                  <a:pt x="797581" y="59243"/>
                </a:lnTo>
                <a:lnTo>
                  <a:pt x="797963" y="59132"/>
                </a:lnTo>
                <a:lnTo>
                  <a:pt x="798339" y="59015"/>
                </a:lnTo>
                <a:lnTo>
                  <a:pt x="798711" y="58892"/>
                </a:lnTo>
                <a:lnTo>
                  <a:pt x="799078" y="58763"/>
                </a:lnTo>
                <a:lnTo>
                  <a:pt x="799439" y="58629"/>
                </a:lnTo>
                <a:lnTo>
                  <a:pt x="799795" y="58489"/>
                </a:lnTo>
                <a:lnTo>
                  <a:pt x="800145" y="58343"/>
                </a:lnTo>
                <a:lnTo>
                  <a:pt x="800488" y="58191"/>
                </a:lnTo>
                <a:lnTo>
                  <a:pt x="800825" y="58034"/>
                </a:lnTo>
                <a:lnTo>
                  <a:pt x="801155" y="57870"/>
                </a:lnTo>
                <a:lnTo>
                  <a:pt x="801480" y="57701"/>
                </a:lnTo>
                <a:lnTo>
                  <a:pt x="801798" y="57526"/>
                </a:lnTo>
                <a:lnTo>
                  <a:pt x="802109" y="57345"/>
                </a:lnTo>
                <a:lnTo>
                  <a:pt x="802415" y="57158"/>
                </a:lnTo>
                <a:lnTo>
                  <a:pt x="802714" y="56965"/>
                </a:lnTo>
                <a:lnTo>
                  <a:pt x="803006" y="56766"/>
                </a:lnTo>
                <a:lnTo>
                  <a:pt x="803293" y="56562"/>
                </a:lnTo>
                <a:lnTo>
                  <a:pt x="803573" y="56351"/>
                </a:lnTo>
                <a:lnTo>
                  <a:pt x="803847" y="56135"/>
                </a:lnTo>
                <a:lnTo>
                  <a:pt x="804114" y="55913"/>
                </a:lnTo>
                <a:lnTo>
                  <a:pt x="804375" y="55685"/>
                </a:lnTo>
                <a:lnTo>
                  <a:pt x="804630" y="55451"/>
                </a:lnTo>
                <a:lnTo>
                  <a:pt x="804879" y="55211"/>
                </a:lnTo>
                <a:lnTo>
                  <a:pt x="805121" y="54966"/>
                </a:lnTo>
                <a:lnTo>
                  <a:pt x="805357" y="54714"/>
                </a:lnTo>
                <a:lnTo>
                  <a:pt x="805586" y="54457"/>
                </a:lnTo>
                <a:lnTo>
                  <a:pt x="805810" y="54194"/>
                </a:lnTo>
                <a:lnTo>
                  <a:pt x="806027" y="53925"/>
                </a:lnTo>
                <a:lnTo>
                  <a:pt x="806237" y="53650"/>
                </a:lnTo>
                <a:lnTo>
                  <a:pt x="806441" y="53369"/>
                </a:lnTo>
                <a:lnTo>
                  <a:pt x="806637" y="53082"/>
                </a:lnTo>
                <a:lnTo>
                  <a:pt x="806824" y="52790"/>
                </a:lnTo>
                <a:lnTo>
                  <a:pt x="807004" y="52492"/>
                </a:lnTo>
                <a:lnTo>
                  <a:pt x="807176" y="52188"/>
                </a:lnTo>
                <a:lnTo>
                  <a:pt x="807340" y="51878"/>
                </a:lnTo>
                <a:lnTo>
                  <a:pt x="807496" y="51563"/>
                </a:lnTo>
                <a:lnTo>
                  <a:pt x="807645" y="51242"/>
                </a:lnTo>
                <a:lnTo>
                  <a:pt x="807785" y="50915"/>
                </a:lnTo>
                <a:lnTo>
                  <a:pt x="807917" y="50582"/>
                </a:lnTo>
                <a:lnTo>
                  <a:pt x="808042" y="50243"/>
                </a:lnTo>
                <a:lnTo>
                  <a:pt x="808159" y="49899"/>
                </a:lnTo>
                <a:lnTo>
                  <a:pt x="808268" y="49548"/>
                </a:lnTo>
                <a:lnTo>
                  <a:pt x="808369" y="49192"/>
                </a:lnTo>
                <a:lnTo>
                  <a:pt x="808462" y="48831"/>
                </a:lnTo>
                <a:lnTo>
                  <a:pt x="808547" y="48463"/>
                </a:lnTo>
                <a:lnTo>
                  <a:pt x="808624" y="48090"/>
                </a:lnTo>
                <a:lnTo>
                  <a:pt x="808693" y="47711"/>
                </a:lnTo>
                <a:lnTo>
                  <a:pt x="808755" y="47326"/>
                </a:lnTo>
                <a:lnTo>
                  <a:pt x="808808" y="46935"/>
                </a:lnTo>
                <a:lnTo>
                  <a:pt x="808854" y="46538"/>
                </a:lnTo>
                <a:lnTo>
                  <a:pt x="808892" y="46136"/>
                </a:lnTo>
                <a:lnTo>
                  <a:pt x="808922" y="45728"/>
                </a:lnTo>
                <a:lnTo>
                  <a:pt x="808944" y="45314"/>
                </a:lnTo>
                <a:lnTo>
                  <a:pt x="797642" y="45314"/>
                </a:lnTo>
                <a:lnTo>
                  <a:pt x="797635" y="45587"/>
                </a:lnTo>
                <a:lnTo>
                  <a:pt x="797620" y="45853"/>
                </a:lnTo>
                <a:lnTo>
                  <a:pt x="797597" y="46114"/>
                </a:lnTo>
                <a:lnTo>
                  <a:pt x="797566" y="46370"/>
                </a:lnTo>
                <a:lnTo>
                  <a:pt x="797528" y="46619"/>
                </a:lnTo>
                <a:lnTo>
                  <a:pt x="797482" y="46863"/>
                </a:lnTo>
                <a:lnTo>
                  <a:pt x="797429" y="47102"/>
                </a:lnTo>
                <a:lnTo>
                  <a:pt x="797368" y="47334"/>
                </a:lnTo>
                <a:lnTo>
                  <a:pt x="797299" y="47561"/>
                </a:lnTo>
                <a:lnTo>
                  <a:pt x="797223" y="47783"/>
                </a:lnTo>
                <a:lnTo>
                  <a:pt x="797139" y="47998"/>
                </a:lnTo>
                <a:lnTo>
                  <a:pt x="797047" y="48209"/>
                </a:lnTo>
                <a:lnTo>
                  <a:pt x="796947" y="48413"/>
                </a:lnTo>
                <a:lnTo>
                  <a:pt x="796840" y="48612"/>
                </a:lnTo>
                <a:lnTo>
                  <a:pt x="796725" y="48805"/>
                </a:lnTo>
                <a:lnTo>
                  <a:pt x="796603" y="48992"/>
                </a:lnTo>
                <a:lnTo>
                  <a:pt x="796473" y="49174"/>
                </a:lnTo>
                <a:lnTo>
                  <a:pt x="796335" y="49350"/>
                </a:lnTo>
                <a:lnTo>
                  <a:pt x="796190" y="49521"/>
                </a:lnTo>
                <a:lnTo>
                  <a:pt x="796036" y="49686"/>
                </a:lnTo>
                <a:lnTo>
                  <a:pt x="795876" y="49845"/>
                </a:lnTo>
                <a:lnTo>
                  <a:pt x="795707" y="49998"/>
                </a:lnTo>
                <a:lnTo>
                  <a:pt x="795531" y="50146"/>
                </a:lnTo>
                <a:lnTo>
                  <a:pt x="795347" y="50288"/>
                </a:lnTo>
                <a:lnTo>
                  <a:pt x="795157" y="50425"/>
                </a:lnTo>
                <a:lnTo>
                  <a:pt x="794962" y="50556"/>
                </a:lnTo>
                <a:lnTo>
                  <a:pt x="794761" y="50680"/>
                </a:lnTo>
                <a:lnTo>
                  <a:pt x="794556" y="50799"/>
                </a:lnTo>
                <a:lnTo>
                  <a:pt x="794345" y="50913"/>
                </a:lnTo>
                <a:lnTo>
                  <a:pt x="794129" y="51020"/>
                </a:lnTo>
                <a:lnTo>
                  <a:pt x="793909" y="51122"/>
                </a:lnTo>
                <a:lnTo>
                  <a:pt x="793683" y="51218"/>
                </a:lnTo>
                <a:lnTo>
                  <a:pt x="793451" y="51308"/>
                </a:lnTo>
                <a:lnTo>
                  <a:pt x="793215" y="51392"/>
                </a:lnTo>
                <a:lnTo>
                  <a:pt x="792974" y="51470"/>
                </a:lnTo>
                <a:lnTo>
                  <a:pt x="792728" y="51543"/>
                </a:lnTo>
                <a:lnTo>
                  <a:pt x="792476" y="51610"/>
                </a:lnTo>
                <a:lnTo>
                  <a:pt x="792219" y="51670"/>
                </a:lnTo>
                <a:lnTo>
                  <a:pt x="791958" y="51726"/>
                </a:lnTo>
                <a:lnTo>
                  <a:pt x="791691" y="51775"/>
                </a:lnTo>
                <a:lnTo>
                  <a:pt x="791419" y="51819"/>
                </a:lnTo>
                <a:lnTo>
                  <a:pt x="791142" y="51856"/>
                </a:lnTo>
                <a:lnTo>
                  <a:pt x="790859" y="51888"/>
                </a:lnTo>
                <a:lnTo>
                  <a:pt x="790572" y="51914"/>
                </a:lnTo>
                <a:lnTo>
                  <a:pt x="790280" y="51935"/>
                </a:lnTo>
                <a:lnTo>
                  <a:pt x="789982" y="51949"/>
                </a:lnTo>
                <a:lnTo>
                  <a:pt x="789679" y="51958"/>
                </a:lnTo>
                <a:lnTo>
                  <a:pt x="789372" y="51961"/>
                </a:lnTo>
                <a:lnTo>
                  <a:pt x="789075" y="51958"/>
                </a:lnTo>
                <a:lnTo>
                  <a:pt x="788782" y="51950"/>
                </a:lnTo>
                <a:lnTo>
                  <a:pt x="788495" y="51936"/>
                </a:lnTo>
                <a:lnTo>
                  <a:pt x="788212" y="51916"/>
                </a:lnTo>
                <a:lnTo>
                  <a:pt x="787934" y="51891"/>
                </a:lnTo>
                <a:lnTo>
                  <a:pt x="787661" y="51860"/>
                </a:lnTo>
                <a:lnTo>
                  <a:pt x="787393" y="51823"/>
                </a:lnTo>
                <a:lnTo>
                  <a:pt x="787130" y="51781"/>
                </a:lnTo>
                <a:lnTo>
                  <a:pt x="786871" y="51734"/>
                </a:lnTo>
                <a:lnTo>
                  <a:pt x="786617" y="51680"/>
                </a:lnTo>
                <a:lnTo>
                  <a:pt x="786368" y="51621"/>
                </a:lnTo>
                <a:lnTo>
                  <a:pt x="786124" y="51557"/>
                </a:lnTo>
                <a:lnTo>
                  <a:pt x="785885" y="51487"/>
                </a:lnTo>
                <a:lnTo>
                  <a:pt x="785650" y="51411"/>
                </a:lnTo>
                <a:lnTo>
                  <a:pt x="785421" y="51330"/>
                </a:lnTo>
                <a:lnTo>
                  <a:pt x="785196" y="51243"/>
                </a:lnTo>
                <a:lnTo>
                  <a:pt x="784975" y="51150"/>
                </a:lnTo>
                <a:lnTo>
                  <a:pt x="784760" y="51052"/>
                </a:lnTo>
                <a:lnTo>
                  <a:pt x="784550" y="50948"/>
                </a:lnTo>
                <a:lnTo>
                  <a:pt x="784344" y="50839"/>
                </a:lnTo>
                <a:lnTo>
                  <a:pt x="784143" y="50724"/>
                </a:lnTo>
                <a:lnTo>
                  <a:pt x="783947" y="50603"/>
                </a:lnTo>
                <a:lnTo>
                  <a:pt x="783756" y="50477"/>
                </a:lnTo>
                <a:lnTo>
                  <a:pt x="783569" y="50345"/>
                </a:lnTo>
                <a:lnTo>
                  <a:pt x="783387" y="50209"/>
                </a:lnTo>
                <a:lnTo>
                  <a:pt x="783210" y="50068"/>
                </a:lnTo>
                <a:lnTo>
                  <a:pt x="783036" y="49925"/>
                </a:lnTo>
                <a:lnTo>
                  <a:pt x="782866" y="49777"/>
                </a:lnTo>
                <a:lnTo>
                  <a:pt x="782701" y="49626"/>
                </a:lnTo>
                <a:lnTo>
                  <a:pt x="782540" y="49472"/>
                </a:lnTo>
                <a:lnTo>
                  <a:pt x="782383" y="49313"/>
                </a:lnTo>
                <a:lnTo>
                  <a:pt x="782229" y="49152"/>
                </a:lnTo>
                <a:lnTo>
                  <a:pt x="782081" y="48986"/>
                </a:lnTo>
                <a:lnTo>
                  <a:pt x="781936" y="48817"/>
                </a:lnTo>
                <a:lnTo>
                  <a:pt x="781795" y="48644"/>
                </a:lnTo>
                <a:lnTo>
                  <a:pt x="781659" y="48468"/>
                </a:lnTo>
                <a:lnTo>
                  <a:pt x="781526" y="48288"/>
                </a:lnTo>
                <a:lnTo>
                  <a:pt x="781398" y="48105"/>
                </a:lnTo>
                <a:lnTo>
                  <a:pt x="781274" y="47917"/>
                </a:lnTo>
                <a:lnTo>
                  <a:pt x="781154" y="47727"/>
                </a:lnTo>
                <a:lnTo>
                  <a:pt x="781038" y="47532"/>
                </a:lnTo>
                <a:lnTo>
                  <a:pt x="780927" y="47334"/>
                </a:lnTo>
                <a:lnTo>
                  <a:pt x="780819" y="47133"/>
                </a:lnTo>
                <a:lnTo>
                  <a:pt x="780716" y="46928"/>
                </a:lnTo>
                <a:lnTo>
                  <a:pt x="780617" y="46719"/>
                </a:lnTo>
                <a:lnTo>
                  <a:pt x="780521" y="46506"/>
                </a:lnTo>
                <a:lnTo>
                  <a:pt x="780430" y="46290"/>
                </a:lnTo>
                <a:lnTo>
                  <a:pt x="780344" y="46071"/>
                </a:lnTo>
                <a:lnTo>
                  <a:pt x="780260" y="45848"/>
                </a:lnTo>
                <a:lnTo>
                  <a:pt x="780180" y="45625"/>
                </a:lnTo>
                <a:lnTo>
                  <a:pt x="780104" y="45400"/>
                </a:lnTo>
                <a:lnTo>
                  <a:pt x="780030" y="45174"/>
                </a:lnTo>
                <a:lnTo>
                  <a:pt x="779960" y="44946"/>
                </a:lnTo>
                <a:lnTo>
                  <a:pt x="779893" y="44717"/>
                </a:lnTo>
                <a:lnTo>
                  <a:pt x="779829" y="44486"/>
                </a:lnTo>
                <a:lnTo>
                  <a:pt x="779769" y="44255"/>
                </a:lnTo>
                <a:lnTo>
                  <a:pt x="779711" y="44021"/>
                </a:lnTo>
                <a:lnTo>
                  <a:pt x="779657" y="43787"/>
                </a:lnTo>
                <a:lnTo>
                  <a:pt x="779606" y="43551"/>
                </a:lnTo>
                <a:lnTo>
                  <a:pt x="779559" y="43313"/>
                </a:lnTo>
                <a:lnTo>
                  <a:pt x="779514" y="43074"/>
                </a:lnTo>
                <a:lnTo>
                  <a:pt x="779473" y="42834"/>
                </a:lnTo>
                <a:lnTo>
                  <a:pt x="779435" y="42593"/>
                </a:lnTo>
                <a:lnTo>
                  <a:pt x="779401" y="42350"/>
                </a:lnTo>
                <a:lnTo>
                  <a:pt x="779369" y="42105"/>
                </a:lnTo>
                <a:lnTo>
                  <a:pt x="779341" y="41860"/>
                </a:lnTo>
                <a:lnTo>
                  <a:pt x="779316" y="41613"/>
                </a:lnTo>
                <a:lnTo>
                  <a:pt x="779294" y="41364"/>
                </a:lnTo>
                <a:lnTo>
                  <a:pt x="779276" y="41114"/>
                </a:lnTo>
                <a:lnTo>
                  <a:pt x="779260" y="40863"/>
                </a:lnTo>
                <a:lnTo>
                  <a:pt x="779248" y="40610"/>
                </a:lnTo>
                <a:lnTo>
                  <a:pt x="779239" y="40356"/>
                </a:lnTo>
                <a:lnTo>
                  <a:pt x="808900" y="40356"/>
                </a:lnTo>
                <a:lnTo>
                  <a:pt x="808907" y="40315"/>
                </a:lnTo>
                <a:lnTo>
                  <a:pt x="808914" y="40273"/>
                </a:lnTo>
                <a:lnTo>
                  <a:pt x="808921" y="40229"/>
                </a:lnTo>
                <a:lnTo>
                  <a:pt x="808928" y="40184"/>
                </a:lnTo>
                <a:lnTo>
                  <a:pt x="808935" y="40138"/>
                </a:lnTo>
                <a:lnTo>
                  <a:pt x="808941" y="40089"/>
                </a:lnTo>
                <a:lnTo>
                  <a:pt x="808947" y="40040"/>
                </a:lnTo>
                <a:lnTo>
                  <a:pt x="808953" y="39989"/>
                </a:lnTo>
                <a:lnTo>
                  <a:pt x="808959" y="39937"/>
                </a:lnTo>
                <a:lnTo>
                  <a:pt x="808965" y="39883"/>
                </a:lnTo>
                <a:lnTo>
                  <a:pt x="808971" y="39827"/>
                </a:lnTo>
                <a:lnTo>
                  <a:pt x="808976" y="39771"/>
                </a:lnTo>
                <a:lnTo>
                  <a:pt x="808981" y="39713"/>
                </a:lnTo>
                <a:lnTo>
                  <a:pt x="808987" y="39653"/>
                </a:lnTo>
                <a:lnTo>
                  <a:pt x="808992" y="39592"/>
                </a:lnTo>
                <a:lnTo>
                  <a:pt x="808997" y="39529"/>
                </a:lnTo>
                <a:lnTo>
                  <a:pt x="809001" y="39465"/>
                </a:lnTo>
                <a:lnTo>
                  <a:pt x="809006" y="39400"/>
                </a:lnTo>
                <a:lnTo>
                  <a:pt x="809010" y="39333"/>
                </a:lnTo>
                <a:lnTo>
                  <a:pt x="809015" y="39265"/>
                </a:lnTo>
                <a:lnTo>
                  <a:pt x="809019" y="39195"/>
                </a:lnTo>
                <a:lnTo>
                  <a:pt x="809023" y="39124"/>
                </a:lnTo>
                <a:lnTo>
                  <a:pt x="809027" y="39051"/>
                </a:lnTo>
                <a:lnTo>
                  <a:pt x="809030" y="38977"/>
                </a:lnTo>
                <a:lnTo>
                  <a:pt x="809034" y="38903"/>
                </a:lnTo>
                <a:lnTo>
                  <a:pt x="809037" y="38830"/>
                </a:lnTo>
                <a:lnTo>
                  <a:pt x="809040" y="38759"/>
                </a:lnTo>
                <a:lnTo>
                  <a:pt x="809043" y="38689"/>
                </a:lnTo>
                <a:lnTo>
                  <a:pt x="809046" y="38620"/>
                </a:lnTo>
                <a:lnTo>
                  <a:pt x="809049" y="38552"/>
                </a:lnTo>
                <a:lnTo>
                  <a:pt x="809052" y="38486"/>
                </a:lnTo>
                <a:lnTo>
                  <a:pt x="809054" y="38421"/>
                </a:lnTo>
                <a:lnTo>
                  <a:pt x="809057" y="38357"/>
                </a:lnTo>
                <a:lnTo>
                  <a:pt x="809059" y="38294"/>
                </a:lnTo>
                <a:lnTo>
                  <a:pt x="809061" y="38233"/>
                </a:lnTo>
                <a:lnTo>
                  <a:pt x="809063" y="38173"/>
                </a:lnTo>
                <a:lnTo>
                  <a:pt x="809064" y="38115"/>
                </a:lnTo>
                <a:lnTo>
                  <a:pt x="809066" y="38057"/>
                </a:lnTo>
                <a:lnTo>
                  <a:pt x="809067" y="38001"/>
                </a:lnTo>
                <a:lnTo>
                  <a:pt x="809069" y="37947"/>
                </a:lnTo>
                <a:lnTo>
                  <a:pt x="809070" y="37893"/>
                </a:lnTo>
                <a:lnTo>
                  <a:pt x="809071" y="37841"/>
                </a:lnTo>
                <a:lnTo>
                  <a:pt x="809072" y="37790"/>
                </a:lnTo>
                <a:lnTo>
                  <a:pt x="809072" y="37741"/>
                </a:lnTo>
                <a:lnTo>
                  <a:pt x="809073" y="37692"/>
                </a:lnTo>
                <a:lnTo>
                  <a:pt x="809073" y="37645"/>
                </a:lnTo>
                <a:lnTo>
                  <a:pt x="809073" y="37600"/>
                </a:lnTo>
                <a:lnTo>
                  <a:pt x="809074" y="37555"/>
                </a:lnTo>
                <a:lnTo>
                  <a:pt x="809064" y="36703"/>
                </a:lnTo>
                <a:lnTo>
                  <a:pt x="809036" y="35867"/>
                </a:lnTo>
                <a:lnTo>
                  <a:pt x="808988" y="35047"/>
                </a:lnTo>
                <a:lnTo>
                  <a:pt x="808921" y="34244"/>
                </a:lnTo>
                <a:lnTo>
                  <a:pt x="808836" y="33457"/>
                </a:lnTo>
                <a:lnTo>
                  <a:pt x="808731" y="32687"/>
                </a:lnTo>
                <a:lnTo>
                  <a:pt x="808608" y="31934"/>
                </a:lnTo>
                <a:lnTo>
                  <a:pt x="808465" y="31196"/>
                </a:lnTo>
                <a:lnTo>
                  <a:pt x="808303" y="30476"/>
                </a:lnTo>
                <a:lnTo>
                  <a:pt x="808123" y="29772"/>
                </a:lnTo>
                <a:lnTo>
                  <a:pt x="807923" y="29084"/>
                </a:lnTo>
                <a:lnTo>
                  <a:pt x="807704" y="28413"/>
                </a:lnTo>
                <a:lnTo>
                  <a:pt x="807466" y="27758"/>
                </a:lnTo>
                <a:lnTo>
                  <a:pt x="807210" y="27120"/>
                </a:lnTo>
                <a:lnTo>
                  <a:pt x="806934" y="26498"/>
                </a:lnTo>
                <a:lnTo>
                  <a:pt x="806639" y="25893"/>
                </a:lnTo>
                <a:lnTo>
                  <a:pt x="806325" y="25304"/>
                </a:lnTo>
                <a:lnTo>
                  <a:pt x="805992" y="24732"/>
                </a:lnTo>
                <a:lnTo>
                  <a:pt x="805641" y="24176"/>
                </a:lnTo>
                <a:lnTo>
                  <a:pt x="805270" y="23637"/>
                </a:lnTo>
                <a:lnTo>
                  <a:pt x="804880" y="23114"/>
                </a:lnTo>
                <a:lnTo>
                  <a:pt x="804471" y="22608"/>
                </a:lnTo>
                <a:lnTo>
                  <a:pt x="804043" y="22118"/>
                </a:lnTo>
                <a:lnTo>
                  <a:pt x="803596" y="21645"/>
                </a:lnTo>
                <a:lnTo>
                  <a:pt x="803133" y="21190"/>
                </a:lnTo>
                <a:lnTo>
                  <a:pt x="802656" y="20754"/>
                </a:lnTo>
                <a:lnTo>
                  <a:pt x="802165" y="20337"/>
                </a:lnTo>
                <a:lnTo>
                  <a:pt x="801660" y="19940"/>
                </a:lnTo>
                <a:lnTo>
                  <a:pt x="801142" y="19562"/>
                </a:lnTo>
                <a:lnTo>
                  <a:pt x="800610" y="19204"/>
                </a:lnTo>
                <a:lnTo>
                  <a:pt x="800064" y="18864"/>
                </a:lnTo>
                <a:lnTo>
                  <a:pt x="799504" y="18545"/>
                </a:lnTo>
                <a:lnTo>
                  <a:pt x="798931" y="18244"/>
                </a:lnTo>
                <a:lnTo>
                  <a:pt x="798344" y="17963"/>
                </a:lnTo>
                <a:lnTo>
                  <a:pt x="797743" y="17702"/>
                </a:lnTo>
                <a:lnTo>
                  <a:pt x="797128" y="17460"/>
                </a:lnTo>
                <a:lnTo>
                  <a:pt x="796500" y="17237"/>
                </a:lnTo>
                <a:lnTo>
                  <a:pt x="795857" y="17033"/>
                </a:lnTo>
                <a:lnTo>
                  <a:pt x="795201" y="16849"/>
                </a:lnTo>
                <a:lnTo>
                  <a:pt x="794532" y="16685"/>
                </a:lnTo>
                <a:lnTo>
                  <a:pt x="793848" y="16539"/>
                </a:lnTo>
                <a:lnTo>
                  <a:pt x="793151" y="16413"/>
                </a:lnTo>
                <a:lnTo>
                  <a:pt x="792440" y="16307"/>
                </a:lnTo>
                <a:lnTo>
                  <a:pt x="791715" y="16220"/>
                </a:lnTo>
                <a:lnTo>
                  <a:pt x="790977" y="16152"/>
                </a:lnTo>
                <a:lnTo>
                  <a:pt x="790225" y="16103"/>
                </a:lnTo>
                <a:lnTo>
                  <a:pt x="789459" y="16074"/>
                </a:lnTo>
                <a:lnTo>
                  <a:pt x="788679" y="16065"/>
                </a:lnTo>
                <a:lnTo>
                  <a:pt x="788116" y="16069"/>
                </a:lnTo>
                <a:lnTo>
                  <a:pt x="787561" y="16083"/>
                </a:lnTo>
                <a:lnTo>
                  <a:pt x="787013" y="16106"/>
                </a:lnTo>
                <a:lnTo>
                  <a:pt x="786472" y="16138"/>
                </a:lnTo>
                <a:lnTo>
                  <a:pt x="785939" y="16180"/>
                </a:lnTo>
                <a:lnTo>
                  <a:pt x="785414" y="16230"/>
                </a:lnTo>
                <a:lnTo>
                  <a:pt x="784896" y="16290"/>
                </a:lnTo>
                <a:lnTo>
                  <a:pt x="784385" y="16359"/>
                </a:lnTo>
                <a:lnTo>
                  <a:pt x="783882" y="16437"/>
                </a:lnTo>
                <a:lnTo>
                  <a:pt x="783386" y="16525"/>
                </a:lnTo>
                <a:lnTo>
                  <a:pt x="782897" y="16621"/>
                </a:lnTo>
                <a:lnTo>
                  <a:pt x="782417" y="16727"/>
                </a:lnTo>
                <a:lnTo>
                  <a:pt x="781943" y="16842"/>
                </a:lnTo>
                <a:lnTo>
                  <a:pt x="781477" y="16967"/>
                </a:lnTo>
                <a:lnTo>
                  <a:pt x="781018" y="17100"/>
                </a:lnTo>
                <a:lnTo>
                  <a:pt x="780567" y="17243"/>
                </a:lnTo>
                <a:lnTo>
                  <a:pt x="780124" y="17395"/>
                </a:lnTo>
                <a:lnTo>
                  <a:pt x="779687" y="17556"/>
                </a:lnTo>
                <a:lnTo>
                  <a:pt x="779258" y="17726"/>
                </a:lnTo>
                <a:lnTo>
                  <a:pt x="778837" y="17905"/>
                </a:lnTo>
                <a:lnTo>
                  <a:pt x="778423" y="18094"/>
                </a:lnTo>
                <a:lnTo>
                  <a:pt x="778017" y="18292"/>
                </a:lnTo>
                <a:lnTo>
                  <a:pt x="777617" y="18499"/>
                </a:lnTo>
                <a:lnTo>
                  <a:pt x="777226" y="18715"/>
                </a:lnTo>
                <a:lnTo>
                  <a:pt x="776842" y="18940"/>
                </a:lnTo>
                <a:lnTo>
                  <a:pt x="776466" y="19173"/>
                </a:lnTo>
                <a:lnTo>
                  <a:pt x="776097" y="19413"/>
                </a:lnTo>
                <a:lnTo>
                  <a:pt x="775737" y="19662"/>
                </a:lnTo>
                <a:lnTo>
                  <a:pt x="775384" y="19918"/>
                </a:lnTo>
                <a:lnTo>
                  <a:pt x="775039" y="20182"/>
                </a:lnTo>
                <a:lnTo>
                  <a:pt x="774702" y="20454"/>
                </a:lnTo>
                <a:lnTo>
                  <a:pt x="774373" y="20733"/>
                </a:lnTo>
                <a:lnTo>
                  <a:pt x="774051" y="21021"/>
                </a:lnTo>
                <a:lnTo>
                  <a:pt x="773738" y="21316"/>
                </a:lnTo>
                <a:lnTo>
                  <a:pt x="773432" y="21619"/>
                </a:lnTo>
                <a:lnTo>
                  <a:pt x="773134" y="21930"/>
                </a:lnTo>
                <a:lnTo>
                  <a:pt x="772844" y="22249"/>
                </a:lnTo>
                <a:lnTo>
                  <a:pt x="772561" y="22576"/>
                </a:lnTo>
                <a:lnTo>
                  <a:pt x="772287" y="22911"/>
                </a:lnTo>
                <a:lnTo>
                  <a:pt x="772020" y="23253"/>
                </a:lnTo>
                <a:lnTo>
                  <a:pt x="771761" y="23603"/>
                </a:lnTo>
                <a:lnTo>
                  <a:pt x="771510" y="23961"/>
                </a:lnTo>
                <a:lnTo>
                  <a:pt x="771267" y="24327"/>
                </a:lnTo>
                <a:lnTo>
                  <a:pt x="771031" y="24701"/>
                </a:lnTo>
                <a:lnTo>
                  <a:pt x="770804" y="25082"/>
                </a:lnTo>
                <a:lnTo>
                  <a:pt x="770584" y="25472"/>
                </a:lnTo>
                <a:lnTo>
                  <a:pt x="770372" y="25869"/>
                </a:lnTo>
                <a:lnTo>
                  <a:pt x="770168" y="26274"/>
                </a:lnTo>
                <a:lnTo>
                  <a:pt x="769972" y="26686"/>
                </a:lnTo>
                <a:lnTo>
                  <a:pt x="769784" y="27105"/>
                </a:lnTo>
                <a:lnTo>
                  <a:pt x="769605" y="27530"/>
                </a:lnTo>
                <a:lnTo>
                  <a:pt x="769434" y="27962"/>
                </a:lnTo>
                <a:lnTo>
                  <a:pt x="769271" y="28400"/>
                </a:lnTo>
                <a:lnTo>
                  <a:pt x="769116" y="28845"/>
                </a:lnTo>
                <a:lnTo>
                  <a:pt x="768970" y="29297"/>
                </a:lnTo>
                <a:lnTo>
                  <a:pt x="768833" y="29755"/>
                </a:lnTo>
                <a:lnTo>
                  <a:pt x="768703" y="30219"/>
                </a:lnTo>
                <a:lnTo>
                  <a:pt x="768582" y="30690"/>
                </a:lnTo>
                <a:lnTo>
                  <a:pt x="768470" y="31168"/>
                </a:lnTo>
                <a:lnTo>
                  <a:pt x="768365" y="31652"/>
                </a:lnTo>
                <a:lnTo>
                  <a:pt x="768269" y="32142"/>
                </a:lnTo>
                <a:lnTo>
                  <a:pt x="768182" y="32640"/>
                </a:lnTo>
                <a:lnTo>
                  <a:pt x="768103" y="33144"/>
                </a:lnTo>
                <a:lnTo>
                  <a:pt x="768032" y="33654"/>
                </a:lnTo>
                <a:lnTo>
                  <a:pt x="767969" y="34171"/>
                </a:lnTo>
                <a:lnTo>
                  <a:pt x="767915" y="34694"/>
                </a:lnTo>
                <a:lnTo>
                  <a:pt x="767869" y="35224"/>
                </a:lnTo>
                <a:lnTo>
                  <a:pt x="767831" y="35761"/>
                </a:lnTo>
                <a:lnTo>
                  <a:pt x="767802" y="36304"/>
                </a:lnTo>
                <a:lnTo>
                  <a:pt x="767781" y="36853"/>
                </a:lnTo>
                <a:lnTo>
                  <a:pt x="767769" y="37409"/>
                </a:lnTo>
                <a:lnTo>
                  <a:pt x="767765" y="37972"/>
                </a:lnTo>
                <a:lnTo>
                  <a:pt x="767769" y="38553"/>
                </a:lnTo>
                <a:lnTo>
                  <a:pt x="767782" y="39126"/>
                </a:lnTo>
                <a:lnTo>
                  <a:pt x="767803" y="39693"/>
                </a:lnTo>
                <a:lnTo>
                  <a:pt x="767833" y="40253"/>
                </a:lnTo>
                <a:lnTo>
                  <a:pt x="767872" y="40806"/>
                </a:lnTo>
                <a:lnTo>
                  <a:pt x="767919" y="41351"/>
                </a:lnTo>
                <a:lnTo>
                  <a:pt x="767975" y="41890"/>
                </a:lnTo>
                <a:lnTo>
                  <a:pt x="768039" y="42422"/>
                </a:lnTo>
                <a:lnTo>
                  <a:pt x="768112" y="42947"/>
                </a:lnTo>
                <a:lnTo>
                  <a:pt x="768193" y="43464"/>
                </a:lnTo>
                <a:lnTo>
                  <a:pt x="768283" y="43975"/>
                </a:lnTo>
                <a:lnTo>
                  <a:pt x="768382" y="44479"/>
                </a:lnTo>
                <a:lnTo>
                  <a:pt x="768489" y="44976"/>
                </a:lnTo>
                <a:lnTo>
                  <a:pt x="768605" y="45466"/>
                </a:lnTo>
                <a:lnTo>
                  <a:pt x="768729" y="45948"/>
                </a:lnTo>
                <a:lnTo>
                  <a:pt x="768862" y="46424"/>
                </a:lnTo>
                <a:lnTo>
                  <a:pt x="769003" y="46893"/>
                </a:lnTo>
                <a:lnTo>
                  <a:pt x="769153" y="47355"/>
                </a:lnTo>
                <a:lnTo>
                  <a:pt x="769312" y="47809"/>
                </a:lnTo>
                <a:lnTo>
                  <a:pt x="769479" y="48257"/>
                </a:lnTo>
                <a:lnTo>
                  <a:pt x="769654" y="48698"/>
                </a:lnTo>
                <a:lnTo>
                  <a:pt x="769839" y="49132"/>
                </a:lnTo>
                <a:lnTo>
                  <a:pt x="770031" y="49559"/>
                </a:lnTo>
                <a:lnTo>
                  <a:pt x="770233" y="49979"/>
                </a:lnTo>
                <a:lnTo>
                  <a:pt x="770443" y="50391"/>
                </a:lnTo>
                <a:lnTo>
                  <a:pt x="770660" y="50795"/>
                </a:lnTo>
                <a:lnTo>
                  <a:pt x="770886" y="51190"/>
                </a:lnTo>
                <a:lnTo>
                  <a:pt x="771120" y="51578"/>
                </a:lnTo>
                <a:lnTo>
                  <a:pt x="771363" y="51958"/>
                </a:lnTo>
                <a:lnTo>
                  <a:pt x="771613" y="52329"/>
                </a:lnTo>
                <a:lnTo>
                  <a:pt x="771871" y="52693"/>
                </a:lnTo>
                <a:lnTo>
                  <a:pt x="772138" y="53048"/>
                </a:lnTo>
                <a:lnTo>
                  <a:pt x="772413" y="53395"/>
                </a:lnTo>
                <a:lnTo>
                  <a:pt x="772696" y="53734"/>
                </a:lnTo>
                <a:lnTo>
                  <a:pt x="772986" y="54064"/>
                </a:lnTo>
                <a:lnTo>
                  <a:pt x="773285" y="54387"/>
                </a:lnTo>
                <a:lnTo>
                  <a:pt x="773593" y="54702"/>
                </a:lnTo>
                <a:lnTo>
                  <a:pt x="773908" y="55008"/>
                </a:lnTo>
                <a:lnTo>
                  <a:pt x="774231" y="55306"/>
                </a:lnTo>
                <a:lnTo>
                  <a:pt x="774563" y="55596"/>
                </a:lnTo>
                <a:lnTo>
                  <a:pt x="774903" y="55878"/>
                </a:lnTo>
                <a:lnTo>
                  <a:pt x="775250" y="56152"/>
                </a:lnTo>
                <a:lnTo>
                  <a:pt x="775606" y="56418"/>
                </a:lnTo>
                <a:lnTo>
                  <a:pt x="775970" y="56675"/>
                </a:lnTo>
                <a:lnTo>
                  <a:pt x="776342" y="56924"/>
                </a:lnTo>
                <a:lnTo>
                  <a:pt x="776722" y="57166"/>
                </a:lnTo>
                <a:lnTo>
                  <a:pt x="777111" y="57399"/>
                </a:lnTo>
                <a:lnTo>
                  <a:pt x="777507" y="57624"/>
                </a:lnTo>
                <a:lnTo>
                  <a:pt x="777912" y="57840"/>
                </a:lnTo>
                <a:lnTo>
                  <a:pt x="778324" y="58047"/>
                </a:lnTo>
                <a:lnTo>
                  <a:pt x="778744" y="58245"/>
                </a:lnTo>
                <a:lnTo>
                  <a:pt x="779172" y="58434"/>
                </a:lnTo>
                <a:lnTo>
                  <a:pt x="779608" y="58613"/>
                </a:lnTo>
                <a:lnTo>
                  <a:pt x="780051" y="58784"/>
                </a:lnTo>
                <a:lnTo>
                  <a:pt x="780503" y="58945"/>
                </a:lnTo>
                <a:lnTo>
                  <a:pt x="780962" y="59096"/>
                </a:lnTo>
                <a:lnTo>
                  <a:pt x="781429" y="59239"/>
                </a:lnTo>
                <a:lnTo>
                  <a:pt x="781904" y="59373"/>
                </a:lnTo>
                <a:lnTo>
                  <a:pt x="782386" y="59497"/>
                </a:lnTo>
                <a:lnTo>
                  <a:pt x="782877" y="59612"/>
                </a:lnTo>
                <a:lnTo>
                  <a:pt x="783375" y="59718"/>
                </a:lnTo>
                <a:lnTo>
                  <a:pt x="783881" y="59814"/>
                </a:lnTo>
                <a:lnTo>
                  <a:pt x="784395" y="59902"/>
                </a:lnTo>
                <a:lnTo>
                  <a:pt x="784917" y="59980"/>
                </a:lnTo>
                <a:lnTo>
                  <a:pt x="785446" y="60049"/>
                </a:lnTo>
                <a:lnTo>
                  <a:pt x="785983" y="60109"/>
                </a:lnTo>
                <a:lnTo>
                  <a:pt x="786529" y="60160"/>
                </a:lnTo>
                <a:lnTo>
                  <a:pt x="787082" y="60201"/>
                </a:lnTo>
                <a:lnTo>
                  <a:pt x="787642" y="60233"/>
                </a:lnTo>
                <a:lnTo>
                  <a:pt x="788211" y="60256"/>
                </a:lnTo>
                <a:lnTo>
                  <a:pt x="788787" y="60270"/>
                </a:lnTo>
                <a:lnTo>
                  <a:pt x="789372" y="60275"/>
                </a:lnTo>
                <a:lnTo>
                  <a:pt x="789849" y="60272"/>
                </a:lnTo>
                <a:lnTo>
                  <a:pt x="790321" y="60263"/>
                </a:lnTo>
                <a:lnTo>
                  <a:pt x="790789" y="60249"/>
                </a:lnTo>
                <a:lnTo>
                  <a:pt x="791251" y="60229"/>
                </a:lnTo>
                <a:lnTo>
                  <a:pt x="791708" y="60203"/>
                </a:lnTo>
                <a:close/>
                <a:moveTo>
                  <a:pt x="779576" y="31334"/>
                </a:moveTo>
                <a:lnTo>
                  <a:pt x="779641" y="31006"/>
                </a:lnTo>
                <a:lnTo>
                  <a:pt x="779714" y="30685"/>
                </a:lnTo>
                <a:lnTo>
                  <a:pt x="779795" y="30372"/>
                </a:lnTo>
                <a:lnTo>
                  <a:pt x="779884" y="30066"/>
                </a:lnTo>
                <a:lnTo>
                  <a:pt x="779980" y="29767"/>
                </a:lnTo>
                <a:lnTo>
                  <a:pt x="780085" y="29476"/>
                </a:lnTo>
                <a:lnTo>
                  <a:pt x="780197" y="29192"/>
                </a:lnTo>
                <a:lnTo>
                  <a:pt x="780318" y="28915"/>
                </a:lnTo>
                <a:lnTo>
                  <a:pt x="780446" y="28645"/>
                </a:lnTo>
                <a:lnTo>
                  <a:pt x="780582" y="28383"/>
                </a:lnTo>
                <a:lnTo>
                  <a:pt x="780726" y="28128"/>
                </a:lnTo>
                <a:lnTo>
                  <a:pt x="780878" y="27880"/>
                </a:lnTo>
                <a:lnTo>
                  <a:pt x="781038" y="27640"/>
                </a:lnTo>
                <a:lnTo>
                  <a:pt x="781205" y="27407"/>
                </a:lnTo>
                <a:lnTo>
                  <a:pt x="781381" y="27181"/>
                </a:lnTo>
                <a:lnTo>
                  <a:pt x="781564" y="26962"/>
                </a:lnTo>
                <a:lnTo>
                  <a:pt x="781756" y="26751"/>
                </a:lnTo>
                <a:lnTo>
                  <a:pt x="781955" y="26547"/>
                </a:lnTo>
                <a:lnTo>
                  <a:pt x="782162" y="26350"/>
                </a:lnTo>
                <a:lnTo>
                  <a:pt x="782376" y="26161"/>
                </a:lnTo>
                <a:lnTo>
                  <a:pt x="782594" y="25980"/>
                </a:lnTo>
                <a:lnTo>
                  <a:pt x="782818" y="25807"/>
                </a:lnTo>
                <a:lnTo>
                  <a:pt x="783047" y="25642"/>
                </a:lnTo>
                <a:lnTo>
                  <a:pt x="783281" y="25485"/>
                </a:lnTo>
                <a:lnTo>
                  <a:pt x="783519" y="25336"/>
                </a:lnTo>
                <a:lnTo>
                  <a:pt x="783763" y="25195"/>
                </a:lnTo>
                <a:lnTo>
                  <a:pt x="784012" y="25062"/>
                </a:lnTo>
                <a:lnTo>
                  <a:pt x="784266" y="24937"/>
                </a:lnTo>
                <a:lnTo>
                  <a:pt x="784525" y="24821"/>
                </a:lnTo>
                <a:lnTo>
                  <a:pt x="784789" y="24712"/>
                </a:lnTo>
                <a:lnTo>
                  <a:pt x="785058" y="24611"/>
                </a:lnTo>
                <a:lnTo>
                  <a:pt x="785332" y="24519"/>
                </a:lnTo>
                <a:lnTo>
                  <a:pt x="785611" y="24434"/>
                </a:lnTo>
                <a:lnTo>
                  <a:pt x="785895" y="24358"/>
                </a:lnTo>
                <a:lnTo>
                  <a:pt x="786184" y="24289"/>
                </a:lnTo>
                <a:lnTo>
                  <a:pt x="786478" y="24229"/>
                </a:lnTo>
                <a:lnTo>
                  <a:pt x="786778" y="24177"/>
                </a:lnTo>
                <a:lnTo>
                  <a:pt x="787082" y="24133"/>
                </a:lnTo>
                <a:lnTo>
                  <a:pt x="787391" y="24096"/>
                </a:lnTo>
                <a:lnTo>
                  <a:pt x="787706" y="24068"/>
                </a:lnTo>
                <a:lnTo>
                  <a:pt x="788025" y="24048"/>
                </a:lnTo>
                <a:lnTo>
                  <a:pt x="788349" y="24036"/>
                </a:lnTo>
                <a:lnTo>
                  <a:pt x="788679" y="24032"/>
                </a:lnTo>
                <a:lnTo>
                  <a:pt x="789001" y="24036"/>
                </a:lnTo>
                <a:lnTo>
                  <a:pt x="789319" y="24048"/>
                </a:lnTo>
                <a:lnTo>
                  <a:pt x="789631" y="24067"/>
                </a:lnTo>
                <a:lnTo>
                  <a:pt x="789939" y="24094"/>
                </a:lnTo>
                <a:lnTo>
                  <a:pt x="790242" y="24130"/>
                </a:lnTo>
                <a:lnTo>
                  <a:pt x="790539" y="24173"/>
                </a:lnTo>
                <a:lnTo>
                  <a:pt x="790832" y="24223"/>
                </a:lnTo>
                <a:lnTo>
                  <a:pt x="791121" y="24282"/>
                </a:lnTo>
                <a:lnTo>
                  <a:pt x="791404" y="24349"/>
                </a:lnTo>
                <a:lnTo>
                  <a:pt x="791682" y="24423"/>
                </a:lnTo>
                <a:lnTo>
                  <a:pt x="791956" y="24505"/>
                </a:lnTo>
                <a:lnTo>
                  <a:pt x="792224" y="24595"/>
                </a:lnTo>
                <a:lnTo>
                  <a:pt x="792488" y="24693"/>
                </a:lnTo>
                <a:lnTo>
                  <a:pt x="792747" y="24798"/>
                </a:lnTo>
                <a:lnTo>
                  <a:pt x="793001" y="24911"/>
                </a:lnTo>
                <a:lnTo>
                  <a:pt x="793250" y="25033"/>
                </a:lnTo>
                <a:lnTo>
                  <a:pt x="793494" y="25162"/>
                </a:lnTo>
                <a:lnTo>
                  <a:pt x="793733" y="25298"/>
                </a:lnTo>
                <a:lnTo>
                  <a:pt x="793967" y="25443"/>
                </a:lnTo>
                <a:lnTo>
                  <a:pt x="794197" y="25596"/>
                </a:lnTo>
                <a:lnTo>
                  <a:pt x="794421" y="25756"/>
                </a:lnTo>
                <a:lnTo>
                  <a:pt x="794641" y="25924"/>
                </a:lnTo>
                <a:lnTo>
                  <a:pt x="794856" y="26100"/>
                </a:lnTo>
                <a:lnTo>
                  <a:pt x="795066" y="26284"/>
                </a:lnTo>
                <a:lnTo>
                  <a:pt x="795269" y="26475"/>
                </a:lnTo>
                <a:lnTo>
                  <a:pt x="795464" y="26675"/>
                </a:lnTo>
                <a:lnTo>
                  <a:pt x="795651" y="26882"/>
                </a:lnTo>
                <a:lnTo>
                  <a:pt x="795830" y="27098"/>
                </a:lnTo>
                <a:lnTo>
                  <a:pt x="796001" y="27321"/>
                </a:lnTo>
                <a:lnTo>
                  <a:pt x="796163" y="27553"/>
                </a:lnTo>
                <a:lnTo>
                  <a:pt x="796317" y="27792"/>
                </a:lnTo>
                <a:lnTo>
                  <a:pt x="796463" y="28040"/>
                </a:lnTo>
                <a:lnTo>
                  <a:pt x="796601" y="28295"/>
                </a:lnTo>
                <a:lnTo>
                  <a:pt x="796731" y="28558"/>
                </a:lnTo>
                <a:lnTo>
                  <a:pt x="796852" y="28830"/>
                </a:lnTo>
                <a:lnTo>
                  <a:pt x="796966" y="29109"/>
                </a:lnTo>
                <a:lnTo>
                  <a:pt x="797071" y="29396"/>
                </a:lnTo>
                <a:lnTo>
                  <a:pt x="797167" y="29691"/>
                </a:lnTo>
                <a:lnTo>
                  <a:pt x="797256" y="29995"/>
                </a:lnTo>
                <a:lnTo>
                  <a:pt x="797337" y="30306"/>
                </a:lnTo>
                <a:lnTo>
                  <a:pt x="797409" y="30625"/>
                </a:lnTo>
                <a:lnTo>
                  <a:pt x="797473" y="30952"/>
                </a:lnTo>
                <a:lnTo>
                  <a:pt x="797529" y="31287"/>
                </a:lnTo>
                <a:lnTo>
                  <a:pt x="797577" y="31630"/>
                </a:lnTo>
                <a:lnTo>
                  <a:pt x="797616" y="31981"/>
                </a:lnTo>
                <a:lnTo>
                  <a:pt x="797647" y="32340"/>
                </a:lnTo>
                <a:lnTo>
                  <a:pt x="797671" y="32707"/>
                </a:lnTo>
                <a:lnTo>
                  <a:pt x="797685" y="33082"/>
                </a:lnTo>
                <a:lnTo>
                  <a:pt x="779369" y="33082"/>
                </a:lnTo>
                <a:lnTo>
                  <a:pt x="779395" y="32718"/>
                </a:lnTo>
                <a:lnTo>
                  <a:pt x="779428" y="32361"/>
                </a:lnTo>
                <a:lnTo>
                  <a:pt x="779470" y="32011"/>
                </a:lnTo>
                <a:lnTo>
                  <a:pt x="779519" y="31669"/>
                </a:lnTo>
                <a:lnTo>
                  <a:pt x="779576" y="31334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1E02A-4794-4DB9-B307-4EC400FB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297" y="3364807"/>
            <a:ext cx="98533" cy="98533"/>
          </a:xfrm>
          <a:custGeom xmlns:a="http://schemas.openxmlformats.org/drawingml/2006/main">
            <a:pathLst>
              <a:path w="98533" h="98533" fill="none">
                <a:moveTo>
                  <a:pt x="0" y="0"/>
                </a:moveTo>
                <a:lnTo>
                  <a:pt x="98533" y="0"/>
                </a:lnTo>
                <a:lnTo>
                  <a:pt x="98533" y="98533"/>
                </a:lnTo>
                <a:lnTo>
                  <a:pt x="0" y="985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66C04F-53A9-4B4C-8527-B1929FF7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105" y="3443634"/>
            <a:ext cx="448327" cy="152726"/>
          </a:xfrm>
          <a:custGeom xmlns:a="http://schemas.openxmlformats.org/drawingml/2006/main">
            <a:pathLst>
              <a:path w="448327" h="152726" fill="none">
                <a:moveTo>
                  <a:pt x="0" y="11132"/>
                </a:moveTo>
                <a:cubicBezTo>
                  <a:pt x="0" y="4984"/>
                  <a:pt x="4984" y="0"/>
                  <a:pt x="11132" y="0"/>
                </a:cubicBezTo>
                <a:lnTo>
                  <a:pt x="437194" y="0"/>
                </a:lnTo>
                <a:cubicBezTo>
                  <a:pt x="443342" y="0"/>
                  <a:pt x="448327" y="4984"/>
                  <a:pt x="448327" y="11132"/>
                </a:cubicBezTo>
                <a:lnTo>
                  <a:pt x="448327" y="141594"/>
                </a:lnTo>
                <a:cubicBezTo>
                  <a:pt x="448327" y="147742"/>
                  <a:pt x="443342" y="152726"/>
                  <a:pt x="437194" y="152726"/>
                </a:cubicBezTo>
                <a:lnTo>
                  <a:pt x="11132" y="152726"/>
                </a:lnTo>
                <a:cubicBezTo>
                  <a:pt x="4984" y="152726"/>
                  <a:pt x="0" y="147742"/>
                  <a:pt x="0" y="141594"/>
                </a:cubicBezTo>
                <a:lnTo>
                  <a:pt x="0" y="111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5F590-1025-47B7-85F2-4B94F130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740" y="3468266"/>
            <a:ext cx="108387" cy="108387"/>
          </a:xfrm>
          <a:custGeom xmlns:a="http://schemas.openxmlformats.org/drawingml/2006/main">
            <a:pathLst>
              <a:path w="108387" h="108387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9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5EC907-7A64-4A5B-A7CC-F9A304A3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740" y="3468266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40CB7-EE48-46FE-ACDB-E15E24C3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684" y="3468266"/>
            <a:ext cx="108387" cy="108387"/>
          </a:xfrm>
          <a:custGeom xmlns:a="http://schemas.openxmlformats.org/drawingml/2006/main">
            <a:pathLst>
              <a:path w="108387" h="108387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9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FCD55F-4B1F-4697-86CF-6E66125E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684" y="3468266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33C4FA-E374-4D7A-8018-B03E25EB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06" y="3468266"/>
            <a:ext cx="113314" cy="108387"/>
          </a:xfrm>
          <a:custGeom xmlns:a="http://schemas.openxmlformats.org/drawingml/2006/main">
            <a:pathLst>
              <a:path w="113314" h="108387">
                <a:moveTo>
                  <a:pt x="0" y="0"/>
                </a:moveTo>
                <a:lnTo>
                  <a:pt x="113314" y="0"/>
                </a:lnTo>
                <a:lnTo>
                  <a:pt x="113314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9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8EF38-B8FA-4B7F-B20F-7FC9A6AC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06" y="3468266"/>
            <a:ext cx="113313" cy="108387"/>
          </a:xfrm>
          <a:custGeom xmlns:a="http://schemas.openxmlformats.org/drawingml/2006/main">
            <a:pathLst>
              <a:path w="113313" h="108387" fill="none">
                <a:moveTo>
                  <a:pt x="0" y="0"/>
                </a:moveTo>
                <a:lnTo>
                  <a:pt x="113313" y="0"/>
                </a:lnTo>
                <a:lnTo>
                  <a:pt x="113313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FBB22E-1B0C-45C4-AF07-FC72A9EA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933" y="3527387"/>
            <a:ext cx="413839" cy="157653"/>
          </a:xfrm>
          <a:custGeom xmlns:a="http://schemas.openxmlformats.org/drawingml/2006/main">
            <a:pathLst>
              <a:path w="413839" h="157653" fill="none">
                <a:moveTo>
                  <a:pt x="0" y="11491"/>
                </a:moveTo>
                <a:cubicBezTo>
                  <a:pt x="0" y="5145"/>
                  <a:pt x="5145" y="0"/>
                  <a:pt x="11491" y="0"/>
                </a:cubicBezTo>
                <a:lnTo>
                  <a:pt x="402347" y="0"/>
                </a:lnTo>
                <a:cubicBezTo>
                  <a:pt x="408694" y="0"/>
                  <a:pt x="413839" y="5145"/>
                  <a:pt x="413839" y="11491"/>
                </a:cubicBezTo>
                <a:lnTo>
                  <a:pt x="413839" y="146162"/>
                </a:lnTo>
                <a:cubicBezTo>
                  <a:pt x="413839" y="152508"/>
                  <a:pt x="408694" y="157653"/>
                  <a:pt x="402347" y="157653"/>
                </a:cubicBezTo>
                <a:lnTo>
                  <a:pt x="11491" y="157653"/>
                </a:lnTo>
                <a:cubicBezTo>
                  <a:pt x="5145" y="157653"/>
                  <a:pt x="0" y="152508"/>
                  <a:pt x="0" y="146162"/>
                </a:cubicBezTo>
                <a:lnTo>
                  <a:pt x="0" y="114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2D6AFA-854A-41BF-B08E-2AF4990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64" y="3552020"/>
            <a:ext cx="113314" cy="108387"/>
          </a:xfrm>
          <a:custGeom xmlns:a="http://schemas.openxmlformats.org/drawingml/2006/main">
            <a:pathLst>
              <a:path w="113314" h="108387">
                <a:moveTo>
                  <a:pt x="0" y="0"/>
                </a:moveTo>
                <a:lnTo>
                  <a:pt x="113314" y="0"/>
                </a:lnTo>
                <a:lnTo>
                  <a:pt x="113314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9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0C3D6C-9CAF-4FE2-903D-582C783E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63" y="3552020"/>
            <a:ext cx="113313" cy="108387"/>
          </a:xfrm>
          <a:custGeom xmlns:a="http://schemas.openxmlformats.org/drawingml/2006/main">
            <a:pathLst>
              <a:path w="113313" h="108387" fill="none">
                <a:moveTo>
                  <a:pt x="0" y="0"/>
                </a:moveTo>
                <a:lnTo>
                  <a:pt x="113313" y="0"/>
                </a:lnTo>
                <a:lnTo>
                  <a:pt x="113313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913A01-2E7B-455B-A8BD-BB293C70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513" y="3552020"/>
            <a:ext cx="108387" cy="108387"/>
          </a:xfrm>
          <a:custGeom xmlns:a="http://schemas.openxmlformats.org/drawingml/2006/main">
            <a:pathLst>
              <a:path w="108387" h="108387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9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76E32-3BF7-4FE7-9270-DE72D78D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513" y="3552020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E38476-2CD5-4F72-A11E-DBDEA4EB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045" y="3552020"/>
            <a:ext cx="108387" cy="108387"/>
          </a:xfrm>
          <a:custGeom xmlns:a="http://schemas.openxmlformats.org/drawingml/2006/main">
            <a:pathLst>
              <a:path w="108387" h="108387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9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4FC7E-1B25-469B-9E79-4F135DDA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045" y="3552020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6B464-50B2-4B68-AF31-B78F7FC3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667" y="3818060"/>
            <a:ext cx="448325" cy="152725"/>
          </a:xfrm>
          <a:custGeom xmlns:a="http://schemas.openxmlformats.org/drawingml/2006/main">
            <a:pathLst>
              <a:path w="448325" h="152725" fill="none">
                <a:moveTo>
                  <a:pt x="0" y="11132"/>
                </a:moveTo>
                <a:cubicBezTo>
                  <a:pt x="0" y="4984"/>
                  <a:pt x="4984" y="0"/>
                  <a:pt x="11132" y="0"/>
                </a:cubicBezTo>
                <a:lnTo>
                  <a:pt x="437193" y="0"/>
                </a:lnTo>
                <a:cubicBezTo>
                  <a:pt x="443341" y="0"/>
                  <a:pt x="448325" y="4984"/>
                  <a:pt x="448325" y="11132"/>
                </a:cubicBezTo>
                <a:lnTo>
                  <a:pt x="448325" y="141593"/>
                </a:lnTo>
                <a:cubicBezTo>
                  <a:pt x="448325" y="147741"/>
                  <a:pt x="443341" y="152725"/>
                  <a:pt x="437193" y="152725"/>
                </a:cubicBezTo>
                <a:lnTo>
                  <a:pt x="11132" y="152725"/>
                </a:lnTo>
                <a:cubicBezTo>
                  <a:pt x="4984" y="152725"/>
                  <a:pt x="0" y="147741"/>
                  <a:pt x="0" y="141593"/>
                </a:cubicBezTo>
                <a:lnTo>
                  <a:pt x="0" y="111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034C57-3A42-4B86-9E5C-7B03F0B1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298" y="3842692"/>
            <a:ext cx="113314" cy="108387"/>
          </a:xfrm>
          <a:custGeom xmlns:a="http://schemas.openxmlformats.org/drawingml/2006/main">
            <a:pathLst>
              <a:path w="113314" h="108387">
                <a:moveTo>
                  <a:pt x="0" y="0"/>
                </a:moveTo>
                <a:lnTo>
                  <a:pt x="113314" y="0"/>
                </a:lnTo>
                <a:lnTo>
                  <a:pt x="113314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9DB27-3FD9-4803-9935-9690F375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298" y="3842692"/>
            <a:ext cx="113313" cy="108387"/>
          </a:xfrm>
          <a:custGeom xmlns:a="http://schemas.openxmlformats.org/drawingml/2006/main">
            <a:pathLst>
              <a:path w="113313" h="108387" fill="none">
                <a:moveTo>
                  <a:pt x="0" y="0"/>
                </a:moveTo>
                <a:lnTo>
                  <a:pt x="113313" y="0"/>
                </a:lnTo>
                <a:lnTo>
                  <a:pt x="113313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5E3275-C4B6-4C3F-B571-2A7931C7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246" y="3842692"/>
            <a:ext cx="108387" cy="108387"/>
          </a:xfrm>
          <a:custGeom xmlns:a="http://schemas.openxmlformats.org/drawingml/2006/main">
            <a:pathLst>
              <a:path w="108387" h="108387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421E8D-1A3C-4FBF-B353-9A40B43A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246" y="3842692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6B3CF4-F61D-4A0E-A4DC-BEDB7541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779" y="3842692"/>
            <a:ext cx="108387" cy="108387"/>
          </a:xfrm>
          <a:custGeom xmlns:a="http://schemas.openxmlformats.org/drawingml/2006/main">
            <a:pathLst>
              <a:path w="108387" h="108387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67BBE-05AC-47DE-A5A8-69FE9CC9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779" y="3842692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FE573-EE32-419F-9577-383D4C88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491" y="3891961"/>
            <a:ext cx="413841" cy="157653"/>
          </a:xfrm>
          <a:custGeom xmlns:a="http://schemas.openxmlformats.org/drawingml/2006/main">
            <a:pathLst>
              <a:path w="413841" h="157653" fill="none">
                <a:moveTo>
                  <a:pt x="0" y="11492"/>
                </a:moveTo>
                <a:cubicBezTo>
                  <a:pt x="0" y="5145"/>
                  <a:pt x="5145" y="0"/>
                  <a:pt x="11491" y="0"/>
                </a:cubicBezTo>
                <a:lnTo>
                  <a:pt x="402349" y="0"/>
                </a:lnTo>
                <a:cubicBezTo>
                  <a:pt x="408696" y="0"/>
                  <a:pt x="413841" y="5145"/>
                  <a:pt x="413841" y="11492"/>
                </a:cubicBezTo>
                <a:lnTo>
                  <a:pt x="413841" y="146161"/>
                </a:lnTo>
                <a:cubicBezTo>
                  <a:pt x="413841" y="152508"/>
                  <a:pt x="408696" y="157653"/>
                  <a:pt x="402349" y="157653"/>
                </a:cubicBezTo>
                <a:lnTo>
                  <a:pt x="11491" y="157653"/>
                </a:lnTo>
                <a:cubicBezTo>
                  <a:pt x="5145" y="157653"/>
                  <a:pt x="0" y="152508"/>
                  <a:pt x="0" y="146161"/>
                </a:cubicBezTo>
                <a:lnTo>
                  <a:pt x="0" y="114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CCC608-84D9-406E-94C1-D56E7D18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053" y="3916593"/>
            <a:ext cx="108387" cy="113313"/>
          </a:xfrm>
          <a:custGeom xmlns:a="http://schemas.openxmlformats.org/drawingml/2006/main">
            <a:pathLst>
              <a:path w="108387" h="113313">
                <a:moveTo>
                  <a:pt x="0" y="0"/>
                </a:moveTo>
                <a:lnTo>
                  <a:pt x="108387" y="0"/>
                </a:lnTo>
                <a:lnTo>
                  <a:pt x="108387" y="113313"/>
                </a:lnTo>
                <a:lnTo>
                  <a:pt x="0" y="113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3A236-FCD6-4980-B780-52B7D1FC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053" y="3916593"/>
            <a:ext cx="108387" cy="113313"/>
          </a:xfrm>
          <a:custGeom xmlns:a="http://schemas.openxmlformats.org/drawingml/2006/main">
            <a:pathLst>
              <a:path w="108387" h="113313" fill="none">
                <a:moveTo>
                  <a:pt x="0" y="0"/>
                </a:moveTo>
                <a:lnTo>
                  <a:pt x="108387" y="0"/>
                </a:lnTo>
                <a:lnTo>
                  <a:pt x="108387" y="113313"/>
                </a:lnTo>
                <a:lnTo>
                  <a:pt x="0" y="1133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009DB-38B2-4D89-8FD7-D94398F5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071" y="3916593"/>
            <a:ext cx="113314" cy="113313"/>
          </a:xfrm>
          <a:custGeom xmlns:a="http://schemas.openxmlformats.org/drawingml/2006/main">
            <a:pathLst>
              <a:path w="113314" h="113313">
                <a:moveTo>
                  <a:pt x="0" y="0"/>
                </a:moveTo>
                <a:lnTo>
                  <a:pt x="113314" y="0"/>
                </a:lnTo>
                <a:lnTo>
                  <a:pt x="113314" y="113313"/>
                </a:lnTo>
                <a:lnTo>
                  <a:pt x="0" y="113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E95EF-B47F-4C00-A840-67E934C4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071" y="3916593"/>
            <a:ext cx="113313" cy="113313"/>
          </a:xfrm>
          <a:custGeom xmlns:a="http://schemas.openxmlformats.org/drawingml/2006/main">
            <a:pathLst>
              <a:path w="113313" h="113313" fill="none">
                <a:moveTo>
                  <a:pt x="0" y="0"/>
                </a:moveTo>
                <a:lnTo>
                  <a:pt x="113313" y="0"/>
                </a:lnTo>
                <a:lnTo>
                  <a:pt x="113313" y="113313"/>
                </a:lnTo>
                <a:lnTo>
                  <a:pt x="0" y="1133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229685-0EBC-4729-939F-84248C23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605" y="3916593"/>
            <a:ext cx="108387" cy="113313"/>
          </a:xfrm>
          <a:custGeom xmlns:a="http://schemas.openxmlformats.org/drawingml/2006/main">
            <a:pathLst>
              <a:path w="108387" h="113313">
                <a:moveTo>
                  <a:pt x="0" y="0"/>
                </a:moveTo>
                <a:lnTo>
                  <a:pt x="108387" y="0"/>
                </a:lnTo>
                <a:lnTo>
                  <a:pt x="108387" y="113313"/>
                </a:lnTo>
                <a:lnTo>
                  <a:pt x="0" y="113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8CF750-91C6-4B91-AAD5-6A454703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605" y="3916593"/>
            <a:ext cx="108387" cy="113313"/>
          </a:xfrm>
          <a:custGeom xmlns:a="http://schemas.openxmlformats.org/drawingml/2006/main">
            <a:pathLst>
              <a:path w="108387" h="113313" fill="none">
                <a:moveTo>
                  <a:pt x="0" y="0"/>
                </a:moveTo>
                <a:lnTo>
                  <a:pt x="108387" y="0"/>
                </a:lnTo>
                <a:lnTo>
                  <a:pt x="108387" y="113313"/>
                </a:lnTo>
                <a:lnTo>
                  <a:pt x="0" y="1133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5B27E-8BD7-4F4F-91CE-96200102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740" y="4236826"/>
            <a:ext cx="448327" cy="157653"/>
          </a:xfrm>
          <a:custGeom xmlns:a="http://schemas.openxmlformats.org/drawingml/2006/main">
            <a:pathLst>
              <a:path w="448327" h="157653" fill="none">
                <a:moveTo>
                  <a:pt x="0" y="11491"/>
                </a:moveTo>
                <a:cubicBezTo>
                  <a:pt x="0" y="5145"/>
                  <a:pt x="5145" y="0"/>
                  <a:pt x="11491" y="0"/>
                </a:cubicBezTo>
                <a:lnTo>
                  <a:pt x="436836" y="0"/>
                </a:lnTo>
                <a:cubicBezTo>
                  <a:pt x="443182" y="0"/>
                  <a:pt x="448327" y="5145"/>
                  <a:pt x="448327" y="11491"/>
                </a:cubicBezTo>
                <a:lnTo>
                  <a:pt x="448327" y="146162"/>
                </a:lnTo>
                <a:cubicBezTo>
                  <a:pt x="448327" y="152508"/>
                  <a:pt x="443182" y="157653"/>
                  <a:pt x="436836" y="157653"/>
                </a:cubicBezTo>
                <a:lnTo>
                  <a:pt x="11491" y="157653"/>
                </a:lnTo>
                <a:cubicBezTo>
                  <a:pt x="5145" y="157653"/>
                  <a:pt x="0" y="152508"/>
                  <a:pt x="0" y="146162"/>
                </a:cubicBezTo>
                <a:lnTo>
                  <a:pt x="0" y="114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79C32-65FC-4006-BA1D-5CE926E4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370" y="4261460"/>
            <a:ext cx="113314" cy="108387"/>
          </a:xfrm>
          <a:custGeom xmlns:a="http://schemas.openxmlformats.org/drawingml/2006/main">
            <a:pathLst>
              <a:path w="113314" h="108387">
                <a:moveTo>
                  <a:pt x="0" y="0"/>
                </a:moveTo>
                <a:lnTo>
                  <a:pt x="113314" y="0"/>
                </a:lnTo>
                <a:lnTo>
                  <a:pt x="113314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BCE01A-EC1B-46C0-8A01-24126C94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370" y="4261460"/>
            <a:ext cx="113313" cy="108387"/>
          </a:xfrm>
          <a:custGeom xmlns:a="http://schemas.openxmlformats.org/drawingml/2006/main">
            <a:pathLst>
              <a:path w="113313" h="108387" fill="none">
                <a:moveTo>
                  <a:pt x="0" y="0"/>
                </a:moveTo>
                <a:lnTo>
                  <a:pt x="113313" y="0"/>
                </a:lnTo>
                <a:lnTo>
                  <a:pt x="113313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37290-368A-4353-B80E-378794CE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319" y="4261460"/>
            <a:ext cx="108387" cy="108387"/>
          </a:xfrm>
          <a:custGeom xmlns:a="http://schemas.openxmlformats.org/drawingml/2006/main">
            <a:pathLst>
              <a:path w="108387" h="108387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7E82D6-AEA5-4AEF-A15A-9D9695B7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320" y="4261460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B97FB1-5AB4-42BB-BC5A-A59E33FD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852" y="4261460"/>
            <a:ext cx="108387" cy="108387"/>
          </a:xfrm>
          <a:custGeom xmlns:a="http://schemas.openxmlformats.org/drawingml/2006/main">
            <a:pathLst>
              <a:path w="108387" h="108387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7A0D83-BCDC-4009-9A7A-4DC3B7A4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851" y="4261460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4BA1A-7D17-4D21-ABAB-A91ACCE2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712" y="4315653"/>
            <a:ext cx="413839" cy="152726"/>
          </a:xfrm>
          <a:custGeom xmlns:a="http://schemas.openxmlformats.org/drawingml/2006/main">
            <a:pathLst>
              <a:path w="413839" h="152726" fill="none">
                <a:moveTo>
                  <a:pt x="0" y="11132"/>
                </a:moveTo>
                <a:cubicBezTo>
                  <a:pt x="0" y="4984"/>
                  <a:pt x="4984" y="0"/>
                  <a:pt x="11132" y="0"/>
                </a:cubicBezTo>
                <a:lnTo>
                  <a:pt x="402707" y="0"/>
                </a:lnTo>
                <a:cubicBezTo>
                  <a:pt x="408855" y="0"/>
                  <a:pt x="413839" y="4984"/>
                  <a:pt x="413839" y="11132"/>
                </a:cubicBezTo>
                <a:lnTo>
                  <a:pt x="413839" y="141594"/>
                </a:lnTo>
                <a:cubicBezTo>
                  <a:pt x="413839" y="147742"/>
                  <a:pt x="408855" y="152726"/>
                  <a:pt x="402707" y="152726"/>
                </a:cubicBezTo>
                <a:lnTo>
                  <a:pt x="11132" y="152726"/>
                </a:lnTo>
                <a:cubicBezTo>
                  <a:pt x="4984" y="152726"/>
                  <a:pt x="0" y="147742"/>
                  <a:pt x="0" y="141594"/>
                </a:cubicBezTo>
                <a:lnTo>
                  <a:pt x="0" y="111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CAE172-7FEC-409B-8244-4D4A09BB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272" y="4340285"/>
            <a:ext cx="108387" cy="108387"/>
          </a:xfrm>
          <a:custGeom xmlns:a="http://schemas.openxmlformats.org/drawingml/2006/main">
            <a:pathLst>
              <a:path w="108387" h="108387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0335EF-09ED-47EA-8CF5-88DD16A5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272" y="4340285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3790B2-0396-4ED3-B803-15873200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292" y="4340285"/>
            <a:ext cx="113314" cy="108387"/>
          </a:xfrm>
          <a:custGeom xmlns:a="http://schemas.openxmlformats.org/drawingml/2006/main">
            <a:pathLst>
              <a:path w="113314" h="108387">
                <a:moveTo>
                  <a:pt x="0" y="0"/>
                </a:moveTo>
                <a:lnTo>
                  <a:pt x="113314" y="0"/>
                </a:lnTo>
                <a:lnTo>
                  <a:pt x="113314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8051A0-683B-4F85-99DC-52B2BB60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292" y="4340285"/>
            <a:ext cx="113312" cy="108387"/>
          </a:xfrm>
          <a:custGeom xmlns:a="http://schemas.openxmlformats.org/drawingml/2006/main">
            <a:pathLst>
              <a:path w="113312" h="108387" fill="none">
                <a:moveTo>
                  <a:pt x="0" y="0"/>
                </a:moveTo>
                <a:lnTo>
                  <a:pt x="113312" y="0"/>
                </a:lnTo>
                <a:lnTo>
                  <a:pt x="113312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879BFB-3704-4F00-96FC-2FEFB1B8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826" y="4340285"/>
            <a:ext cx="108387" cy="108387"/>
          </a:xfrm>
          <a:custGeom xmlns:a="http://schemas.openxmlformats.org/drawingml/2006/main">
            <a:pathLst>
              <a:path w="108387" h="108387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64E68-9B07-4789-92BE-B21A6C20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827" y="4340285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C12C88-3A78-4357-A9E9-19B948E2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667" y="4699933"/>
            <a:ext cx="448325" cy="152725"/>
          </a:xfrm>
          <a:custGeom xmlns:a="http://schemas.openxmlformats.org/drawingml/2006/main">
            <a:pathLst>
              <a:path w="448325" h="152725" fill="none">
                <a:moveTo>
                  <a:pt x="0" y="11132"/>
                </a:moveTo>
                <a:cubicBezTo>
                  <a:pt x="0" y="4984"/>
                  <a:pt x="4984" y="0"/>
                  <a:pt x="11132" y="0"/>
                </a:cubicBezTo>
                <a:lnTo>
                  <a:pt x="437193" y="0"/>
                </a:lnTo>
                <a:cubicBezTo>
                  <a:pt x="443341" y="0"/>
                  <a:pt x="448325" y="4984"/>
                  <a:pt x="448325" y="11132"/>
                </a:cubicBezTo>
                <a:lnTo>
                  <a:pt x="448325" y="141593"/>
                </a:lnTo>
                <a:cubicBezTo>
                  <a:pt x="448325" y="147741"/>
                  <a:pt x="443341" y="152725"/>
                  <a:pt x="437193" y="152725"/>
                </a:cubicBezTo>
                <a:lnTo>
                  <a:pt x="11132" y="152725"/>
                </a:lnTo>
                <a:cubicBezTo>
                  <a:pt x="4984" y="152725"/>
                  <a:pt x="0" y="147741"/>
                  <a:pt x="0" y="141593"/>
                </a:cubicBezTo>
                <a:lnTo>
                  <a:pt x="0" y="111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88D947-7520-484C-80D3-C8D7D220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4225" y="4724565"/>
            <a:ext cx="108387" cy="108387"/>
          </a:xfrm>
          <a:custGeom xmlns:a="http://schemas.openxmlformats.org/drawingml/2006/main">
            <a:pathLst>
              <a:path w="108387" h="108387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86886-8596-4A35-9419-CBA31D41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4225" y="4724565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0" y="0"/>
                </a:moveTo>
                <a:lnTo>
                  <a:pt x="108387" y="0"/>
                </a:ln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7FB1C8-67F4-417A-93E2-36D6C0C4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246" y="4724565"/>
            <a:ext cx="113314" cy="108387"/>
          </a:xfrm>
          <a:custGeom xmlns:a="http://schemas.openxmlformats.org/drawingml/2006/main">
            <a:pathLst>
              <a:path w="113314" h="108387">
                <a:moveTo>
                  <a:pt x="0" y="0"/>
                </a:moveTo>
                <a:lnTo>
                  <a:pt x="113314" y="0"/>
                </a:lnTo>
                <a:lnTo>
                  <a:pt x="113314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29C4B-A022-4B51-A17D-BD0E46FB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246" y="4724565"/>
            <a:ext cx="113313" cy="108387"/>
          </a:xfrm>
          <a:custGeom xmlns:a="http://schemas.openxmlformats.org/drawingml/2006/main">
            <a:pathLst>
              <a:path w="113313" h="108387" fill="none">
                <a:moveTo>
                  <a:pt x="0" y="0"/>
                </a:moveTo>
                <a:lnTo>
                  <a:pt x="113313" y="0"/>
                </a:lnTo>
                <a:lnTo>
                  <a:pt x="113313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84839E-898F-47AF-BF32-E3653A4A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779" y="4724565"/>
            <a:ext cx="113314" cy="108387"/>
          </a:xfrm>
          <a:custGeom xmlns:a="http://schemas.openxmlformats.org/drawingml/2006/main">
            <a:pathLst>
              <a:path w="113314" h="108387">
                <a:moveTo>
                  <a:pt x="0" y="0"/>
                </a:moveTo>
                <a:lnTo>
                  <a:pt x="113314" y="0"/>
                </a:lnTo>
                <a:lnTo>
                  <a:pt x="113314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5FDAFD-FA1E-4345-AC7D-0C07426C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779" y="4724565"/>
            <a:ext cx="113313" cy="108387"/>
          </a:xfrm>
          <a:custGeom xmlns:a="http://schemas.openxmlformats.org/drawingml/2006/main">
            <a:pathLst>
              <a:path w="113313" h="108387" fill="none">
                <a:moveTo>
                  <a:pt x="0" y="0"/>
                </a:moveTo>
                <a:lnTo>
                  <a:pt x="113313" y="0"/>
                </a:lnTo>
                <a:lnTo>
                  <a:pt x="113313" y="108387"/>
                </a:lnTo>
                <a:lnTo>
                  <a:pt x="0" y="1083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32BC3B-BCEB-47BE-8A0E-1FC608AA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491" y="4773831"/>
            <a:ext cx="408914" cy="157653"/>
          </a:xfrm>
          <a:custGeom xmlns:a="http://schemas.openxmlformats.org/drawingml/2006/main">
            <a:pathLst>
              <a:path w="408914" h="157653" fill="none">
                <a:moveTo>
                  <a:pt x="0" y="11491"/>
                </a:moveTo>
                <a:cubicBezTo>
                  <a:pt x="0" y="5145"/>
                  <a:pt x="5145" y="0"/>
                  <a:pt x="11491" y="0"/>
                </a:cubicBezTo>
                <a:lnTo>
                  <a:pt x="397423" y="0"/>
                </a:lnTo>
                <a:cubicBezTo>
                  <a:pt x="403769" y="0"/>
                  <a:pt x="408914" y="5145"/>
                  <a:pt x="408914" y="11491"/>
                </a:cubicBezTo>
                <a:lnTo>
                  <a:pt x="408914" y="146162"/>
                </a:lnTo>
                <a:cubicBezTo>
                  <a:pt x="408914" y="152508"/>
                  <a:pt x="403769" y="157653"/>
                  <a:pt x="397423" y="157653"/>
                </a:cubicBezTo>
                <a:lnTo>
                  <a:pt x="11491" y="157653"/>
                </a:lnTo>
                <a:cubicBezTo>
                  <a:pt x="5145" y="157653"/>
                  <a:pt x="0" y="152508"/>
                  <a:pt x="0" y="146162"/>
                </a:cubicBezTo>
                <a:lnTo>
                  <a:pt x="0" y="114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23B5E-4B40-45B1-96F2-1179E72B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26" y="4798465"/>
            <a:ext cx="113314" cy="113313"/>
          </a:xfrm>
          <a:custGeom xmlns:a="http://schemas.openxmlformats.org/drawingml/2006/main">
            <a:pathLst>
              <a:path w="113314" h="113313">
                <a:moveTo>
                  <a:pt x="0" y="0"/>
                </a:moveTo>
                <a:lnTo>
                  <a:pt x="113314" y="0"/>
                </a:lnTo>
                <a:lnTo>
                  <a:pt x="113314" y="113313"/>
                </a:lnTo>
                <a:lnTo>
                  <a:pt x="0" y="113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F04EC-F9A5-49EC-A03E-900DA6EA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126" y="4798465"/>
            <a:ext cx="113313" cy="113313"/>
          </a:xfrm>
          <a:custGeom xmlns:a="http://schemas.openxmlformats.org/drawingml/2006/main">
            <a:pathLst>
              <a:path w="113313" h="113313" fill="none">
                <a:moveTo>
                  <a:pt x="0" y="0"/>
                </a:moveTo>
                <a:lnTo>
                  <a:pt x="113313" y="0"/>
                </a:lnTo>
                <a:lnTo>
                  <a:pt x="113313" y="113313"/>
                </a:lnTo>
                <a:lnTo>
                  <a:pt x="0" y="1133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48DACC-5FC1-4976-BFF6-B6EB32F3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071" y="4798465"/>
            <a:ext cx="108387" cy="113313"/>
          </a:xfrm>
          <a:custGeom xmlns:a="http://schemas.openxmlformats.org/drawingml/2006/main">
            <a:pathLst>
              <a:path w="108387" h="113313">
                <a:moveTo>
                  <a:pt x="0" y="0"/>
                </a:moveTo>
                <a:lnTo>
                  <a:pt x="108387" y="0"/>
                </a:lnTo>
                <a:lnTo>
                  <a:pt x="108387" y="113313"/>
                </a:lnTo>
                <a:lnTo>
                  <a:pt x="0" y="113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EF0AD7-8A06-43DA-8396-0C3F4E0C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071" y="4798465"/>
            <a:ext cx="108387" cy="113313"/>
          </a:xfrm>
          <a:custGeom xmlns:a="http://schemas.openxmlformats.org/drawingml/2006/main">
            <a:pathLst>
              <a:path w="108387" h="113313" fill="none">
                <a:moveTo>
                  <a:pt x="0" y="0"/>
                </a:moveTo>
                <a:lnTo>
                  <a:pt x="108387" y="0"/>
                </a:lnTo>
                <a:lnTo>
                  <a:pt x="108387" y="113313"/>
                </a:lnTo>
                <a:lnTo>
                  <a:pt x="0" y="1133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E1868-31CC-493E-87B9-EBFA3973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605" y="4798465"/>
            <a:ext cx="108387" cy="113313"/>
          </a:xfrm>
          <a:custGeom xmlns:a="http://schemas.openxmlformats.org/drawingml/2006/main">
            <a:pathLst>
              <a:path w="108387" h="113313">
                <a:moveTo>
                  <a:pt x="0" y="0"/>
                </a:moveTo>
                <a:lnTo>
                  <a:pt x="108387" y="0"/>
                </a:lnTo>
                <a:lnTo>
                  <a:pt x="108387" y="113313"/>
                </a:lnTo>
                <a:lnTo>
                  <a:pt x="0" y="113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D4F77C-2567-4509-8E52-AA11E20E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605" y="4798465"/>
            <a:ext cx="108387" cy="113313"/>
          </a:xfrm>
          <a:custGeom xmlns:a="http://schemas.openxmlformats.org/drawingml/2006/main">
            <a:pathLst>
              <a:path w="108387" h="113313" fill="none">
                <a:moveTo>
                  <a:pt x="0" y="0"/>
                </a:moveTo>
                <a:lnTo>
                  <a:pt x="108387" y="0"/>
                </a:lnTo>
                <a:lnTo>
                  <a:pt x="108387" y="113313"/>
                </a:lnTo>
                <a:lnTo>
                  <a:pt x="0" y="1133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162" name="Text {𝐞">
            <a:extLst xmlns:a="http://schemas.openxmlformats.org/drawingml/2006/main">
              <a:ext uri="{FF2B5EF4-FFF2-40B4-BE49-F238E27FC236}">
                <a16:creationId xmlns:a16="http://schemas.microsoft.com/office/drawing/2014/main" id="{033A36E2-098B-4CEA-A1A0-A2EDF98C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8199" y="3412784"/>
            <a:ext cx="153964" cy="169736"/>
          </a:xfrm>
          <a:custGeom xmlns:a="http://schemas.openxmlformats.org/drawingml/2006/main">
            <a:pathLst>
              <a:path w="153964" h="169736">
                <a:moveTo>
                  <a:pt x="0" y="80818"/>
                </a:moveTo>
                <a:cubicBezTo>
                  <a:pt x="5696" y="80640"/>
                  <a:pt x="9954" y="79261"/>
                  <a:pt x="12773" y="76680"/>
                </a:cubicBezTo>
                <a:cubicBezTo>
                  <a:pt x="15591" y="74098"/>
                  <a:pt x="17000" y="70761"/>
                  <a:pt x="17000" y="66666"/>
                </a:cubicBezTo>
                <a:cubicBezTo>
                  <a:pt x="17000" y="64530"/>
                  <a:pt x="16303" y="60317"/>
                  <a:pt x="14909" y="54027"/>
                </a:cubicBezTo>
                <a:cubicBezTo>
                  <a:pt x="13514" y="47737"/>
                  <a:pt x="12817" y="42130"/>
                  <a:pt x="12817" y="37205"/>
                </a:cubicBezTo>
                <a:cubicBezTo>
                  <a:pt x="12817" y="24922"/>
                  <a:pt x="16273" y="15710"/>
                  <a:pt x="23186" y="9568"/>
                </a:cubicBezTo>
                <a:cubicBezTo>
                  <a:pt x="30099" y="3427"/>
                  <a:pt x="40528" y="237"/>
                  <a:pt x="54472" y="0"/>
                </a:cubicBezTo>
                <a:lnTo>
                  <a:pt x="56786" y="0"/>
                </a:lnTo>
                <a:lnTo>
                  <a:pt x="56786" y="6765"/>
                </a:lnTo>
                <a:lnTo>
                  <a:pt x="55451" y="6765"/>
                </a:lnTo>
                <a:cubicBezTo>
                  <a:pt x="46847" y="6765"/>
                  <a:pt x="40112" y="9005"/>
                  <a:pt x="35247" y="13485"/>
                </a:cubicBezTo>
                <a:cubicBezTo>
                  <a:pt x="30381" y="17965"/>
                  <a:pt x="27948" y="25337"/>
                  <a:pt x="27948" y="35603"/>
                </a:cubicBezTo>
                <a:cubicBezTo>
                  <a:pt x="27948" y="39756"/>
                  <a:pt x="28542" y="44889"/>
                  <a:pt x="29728" y="51001"/>
                </a:cubicBezTo>
                <a:cubicBezTo>
                  <a:pt x="30915" y="57113"/>
                  <a:pt x="31508" y="61474"/>
                  <a:pt x="31508" y="64085"/>
                </a:cubicBezTo>
                <a:cubicBezTo>
                  <a:pt x="31508" y="69129"/>
                  <a:pt x="30025" y="73268"/>
                  <a:pt x="27058" y="76502"/>
                </a:cubicBezTo>
                <a:cubicBezTo>
                  <a:pt x="24091" y="79735"/>
                  <a:pt x="20561" y="82124"/>
                  <a:pt x="16466" y="83667"/>
                </a:cubicBezTo>
                <a:lnTo>
                  <a:pt x="16466" y="85269"/>
                </a:lnTo>
                <a:cubicBezTo>
                  <a:pt x="20561" y="86812"/>
                  <a:pt x="24091" y="89200"/>
                  <a:pt x="27058" y="92434"/>
                </a:cubicBezTo>
                <a:cubicBezTo>
                  <a:pt x="30025" y="95668"/>
                  <a:pt x="31508" y="99807"/>
                  <a:pt x="31508" y="104850"/>
                </a:cubicBezTo>
                <a:cubicBezTo>
                  <a:pt x="31508" y="107461"/>
                  <a:pt x="30915" y="111822"/>
                  <a:pt x="29728" y="117934"/>
                </a:cubicBezTo>
                <a:cubicBezTo>
                  <a:pt x="28542" y="124046"/>
                  <a:pt x="27948" y="129179"/>
                  <a:pt x="27948" y="133333"/>
                </a:cubicBezTo>
                <a:cubicBezTo>
                  <a:pt x="27948" y="144132"/>
                  <a:pt x="30381" y="151772"/>
                  <a:pt x="35247" y="156252"/>
                </a:cubicBezTo>
                <a:cubicBezTo>
                  <a:pt x="40112" y="160732"/>
                  <a:pt x="46847" y="162972"/>
                  <a:pt x="55451" y="162972"/>
                </a:cubicBezTo>
                <a:lnTo>
                  <a:pt x="56786" y="162972"/>
                </a:lnTo>
                <a:lnTo>
                  <a:pt x="56786" y="169736"/>
                </a:lnTo>
                <a:lnTo>
                  <a:pt x="54472" y="169736"/>
                </a:lnTo>
                <a:cubicBezTo>
                  <a:pt x="40528" y="169499"/>
                  <a:pt x="30099" y="166310"/>
                  <a:pt x="23186" y="160168"/>
                </a:cubicBezTo>
                <a:cubicBezTo>
                  <a:pt x="16273" y="154027"/>
                  <a:pt x="12817" y="144547"/>
                  <a:pt x="12817" y="131730"/>
                </a:cubicBezTo>
                <a:cubicBezTo>
                  <a:pt x="12817" y="126805"/>
                  <a:pt x="13514" y="121198"/>
                  <a:pt x="14909" y="114908"/>
                </a:cubicBezTo>
                <a:cubicBezTo>
                  <a:pt x="16303" y="108618"/>
                  <a:pt x="17000" y="104405"/>
                  <a:pt x="17000" y="102269"/>
                </a:cubicBezTo>
                <a:cubicBezTo>
                  <a:pt x="17000" y="98175"/>
                  <a:pt x="15591" y="94837"/>
                  <a:pt x="12773" y="92256"/>
                </a:cubicBezTo>
                <a:cubicBezTo>
                  <a:pt x="9954" y="89675"/>
                  <a:pt x="5696" y="88295"/>
                  <a:pt x="0" y="88117"/>
                </a:cubicBezTo>
                <a:lnTo>
                  <a:pt x="0" y="80818"/>
                </a:lnTo>
                <a:close/>
                <a:moveTo>
                  <a:pt x="151649" y="112772"/>
                </a:moveTo>
                <a:cubicBezTo>
                  <a:pt x="145597" y="119180"/>
                  <a:pt x="139604" y="123720"/>
                  <a:pt x="133670" y="126390"/>
                </a:cubicBezTo>
                <a:cubicBezTo>
                  <a:pt x="127736" y="129060"/>
                  <a:pt x="120912" y="130395"/>
                  <a:pt x="113198" y="130395"/>
                </a:cubicBezTo>
                <a:cubicBezTo>
                  <a:pt x="99373" y="130395"/>
                  <a:pt x="88974" y="126613"/>
                  <a:pt x="82001" y="119047"/>
                </a:cubicBezTo>
                <a:cubicBezTo>
                  <a:pt x="75029" y="111481"/>
                  <a:pt x="71543" y="100252"/>
                  <a:pt x="71543" y="85358"/>
                </a:cubicBezTo>
                <a:cubicBezTo>
                  <a:pt x="71543" y="75745"/>
                  <a:pt x="73338" y="67452"/>
                  <a:pt x="76928" y="60480"/>
                </a:cubicBezTo>
                <a:cubicBezTo>
                  <a:pt x="80518" y="53508"/>
                  <a:pt x="85606" y="48227"/>
                  <a:pt x="92193" y="44637"/>
                </a:cubicBezTo>
                <a:cubicBezTo>
                  <a:pt x="98779" y="41047"/>
                  <a:pt x="106434" y="39252"/>
                  <a:pt x="115156" y="39252"/>
                </a:cubicBezTo>
                <a:cubicBezTo>
                  <a:pt x="120556" y="39252"/>
                  <a:pt x="125288" y="39875"/>
                  <a:pt x="129353" y="41121"/>
                </a:cubicBezTo>
                <a:cubicBezTo>
                  <a:pt x="133418" y="42367"/>
                  <a:pt x="136904" y="44103"/>
                  <a:pt x="139811" y="46328"/>
                </a:cubicBezTo>
                <a:cubicBezTo>
                  <a:pt x="142719" y="48553"/>
                  <a:pt x="145122" y="51238"/>
                  <a:pt x="147021" y="54383"/>
                </a:cubicBezTo>
                <a:cubicBezTo>
                  <a:pt x="149276" y="58122"/>
                  <a:pt x="150982" y="62424"/>
                  <a:pt x="152139" y="67289"/>
                </a:cubicBezTo>
                <a:cubicBezTo>
                  <a:pt x="153296" y="72155"/>
                  <a:pt x="153904" y="78089"/>
                  <a:pt x="153964" y="85091"/>
                </a:cubicBezTo>
                <a:lnTo>
                  <a:pt x="97533" y="85091"/>
                </a:lnTo>
                <a:cubicBezTo>
                  <a:pt x="97592" y="95831"/>
                  <a:pt x="99506" y="103738"/>
                  <a:pt x="103274" y="108811"/>
                </a:cubicBezTo>
                <a:cubicBezTo>
                  <a:pt x="107042" y="113884"/>
                  <a:pt x="112783" y="116421"/>
                  <a:pt x="120497" y="116421"/>
                </a:cubicBezTo>
                <a:cubicBezTo>
                  <a:pt x="125007" y="116421"/>
                  <a:pt x="129071" y="115576"/>
                  <a:pt x="132691" y="113884"/>
                </a:cubicBezTo>
                <a:cubicBezTo>
                  <a:pt x="136310" y="112193"/>
                  <a:pt x="140227" y="109212"/>
                  <a:pt x="144440" y="104939"/>
                </a:cubicBezTo>
                <a:lnTo>
                  <a:pt x="151649" y="112772"/>
                </a:lnTo>
                <a:moveTo>
                  <a:pt x="127617" y="75478"/>
                </a:moveTo>
                <a:cubicBezTo>
                  <a:pt x="127380" y="66399"/>
                  <a:pt x="126193" y="59635"/>
                  <a:pt x="124057" y="55184"/>
                </a:cubicBezTo>
                <a:cubicBezTo>
                  <a:pt x="121921" y="50734"/>
                  <a:pt x="118479" y="48509"/>
                  <a:pt x="113732" y="48509"/>
                </a:cubicBezTo>
                <a:cubicBezTo>
                  <a:pt x="109163" y="48509"/>
                  <a:pt x="105529" y="50823"/>
                  <a:pt x="102829" y="55451"/>
                </a:cubicBezTo>
                <a:cubicBezTo>
                  <a:pt x="100129" y="60080"/>
                  <a:pt x="98512" y="66755"/>
                  <a:pt x="97978" y="75478"/>
                </a:cubicBezTo>
                <a:lnTo>
                  <a:pt x="127617" y="754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!">
            <a:extLst xmlns:a="http://schemas.openxmlformats.org/drawingml/2006/main">
              <a:ext uri="{FF2B5EF4-FFF2-40B4-BE49-F238E27FC236}">
                <a16:creationId xmlns:a16="http://schemas.microsoft.com/office/drawing/2014/main" id="{4EE3CC50-1A79-4E77-8E52-D1AC27DC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631" y="3492512"/>
            <a:ext cx="68913" cy="89827"/>
          </a:xfrm>
          <a:custGeom xmlns:a="http://schemas.openxmlformats.org/drawingml/2006/main">
            <a:pathLst>
              <a:path w="68913" h="89827">
                <a:moveTo>
                  <a:pt x="19615" y="56053"/>
                </a:moveTo>
                <a:lnTo>
                  <a:pt x="12471" y="88658"/>
                </a:lnTo>
                <a:lnTo>
                  <a:pt x="0" y="88658"/>
                </a:lnTo>
                <a:lnTo>
                  <a:pt x="15718" y="18901"/>
                </a:lnTo>
                <a:cubicBezTo>
                  <a:pt x="16238" y="16606"/>
                  <a:pt x="16606" y="14798"/>
                  <a:pt x="16822" y="13477"/>
                </a:cubicBezTo>
                <a:cubicBezTo>
                  <a:pt x="17039" y="12157"/>
                  <a:pt x="17147" y="10977"/>
                  <a:pt x="17147" y="9938"/>
                </a:cubicBezTo>
                <a:cubicBezTo>
                  <a:pt x="17147" y="9115"/>
                  <a:pt x="17006" y="8400"/>
                  <a:pt x="16725" y="7794"/>
                </a:cubicBezTo>
                <a:cubicBezTo>
                  <a:pt x="16443" y="7188"/>
                  <a:pt x="15978" y="6701"/>
                  <a:pt x="15328" y="6333"/>
                </a:cubicBezTo>
                <a:cubicBezTo>
                  <a:pt x="14679" y="5965"/>
                  <a:pt x="13813" y="5694"/>
                  <a:pt x="12730" y="5521"/>
                </a:cubicBezTo>
                <a:cubicBezTo>
                  <a:pt x="11648" y="5348"/>
                  <a:pt x="10306" y="5239"/>
                  <a:pt x="8703" y="5196"/>
                </a:cubicBezTo>
                <a:lnTo>
                  <a:pt x="9678" y="779"/>
                </a:lnTo>
                <a:lnTo>
                  <a:pt x="27539" y="0"/>
                </a:lnTo>
                <a:lnTo>
                  <a:pt x="32216" y="0"/>
                </a:lnTo>
                <a:lnTo>
                  <a:pt x="20784" y="50532"/>
                </a:lnTo>
                <a:lnTo>
                  <a:pt x="22603" y="50532"/>
                </a:lnTo>
                <a:cubicBezTo>
                  <a:pt x="24248" y="50532"/>
                  <a:pt x="26024" y="50186"/>
                  <a:pt x="27929" y="49493"/>
                </a:cubicBezTo>
                <a:cubicBezTo>
                  <a:pt x="29834" y="48800"/>
                  <a:pt x="31729" y="47901"/>
                  <a:pt x="33612" y="46797"/>
                </a:cubicBezTo>
                <a:cubicBezTo>
                  <a:pt x="35496" y="45693"/>
                  <a:pt x="37304" y="44448"/>
                  <a:pt x="39036" y="43063"/>
                </a:cubicBezTo>
                <a:cubicBezTo>
                  <a:pt x="40768" y="41677"/>
                  <a:pt x="42294" y="40280"/>
                  <a:pt x="43615" y="38873"/>
                </a:cubicBezTo>
                <a:cubicBezTo>
                  <a:pt x="44935" y="37466"/>
                  <a:pt x="45985" y="36134"/>
                  <a:pt x="46765" y="34879"/>
                </a:cubicBezTo>
                <a:cubicBezTo>
                  <a:pt x="47544" y="33623"/>
                  <a:pt x="47934" y="32562"/>
                  <a:pt x="47934" y="31696"/>
                </a:cubicBezTo>
                <a:cubicBezTo>
                  <a:pt x="47934" y="30657"/>
                  <a:pt x="47587" y="29813"/>
                  <a:pt x="46895" y="29163"/>
                </a:cubicBezTo>
                <a:cubicBezTo>
                  <a:pt x="46202" y="28514"/>
                  <a:pt x="44946" y="28081"/>
                  <a:pt x="43128" y="27864"/>
                </a:cubicBezTo>
                <a:lnTo>
                  <a:pt x="43907" y="23707"/>
                </a:lnTo>
                <a:lnTo>
                  <a:pt x="67289" y="23707"/>
                </a:lnTo>
                <a:lnTo>
                  <a:pt x="68913" y="27734"/>
                </a:lnTo>
                <a:cubicBezTo>
                  <a:pt x="66185" y="30072"/>
                  <a:pt x="63565" y="32237"/>
                  <a:pt x="61054" y="34229"/>
                </a:cubicBezTo>
                <a:cubicBezTo>
                  <a:pt x="58543" y="36221"/>
                  <a:pt x="56085" y="38137"/>
                  <a:pt x="53682" y="39977"/>
                </a:cubicBezTo>
                <a:cubicBezTo>
                  <a:pt x="51279" y="41818"/>
                  <a:pt x="48876" y="43625"/>
                  <a:pt x="46472" y="45401"/>
                </a:cubicBezTo>
                <a:cubicBezTo>
                  <a:pt x="44069" y="47176"/>
                  <a:pt x="41612" y="49016"/>
                  <a:pt x="39101" y="50922"/>
                </a:cubicBezTo>
                <a:cubicBezTo>
                  <a:pt x="40140" y="54212"/>
                  <a:pt x="41201" y="57557"/>
                  <a:pt x="42283" y="60957"/>
                </a:cubicBezTo>
                <a:cubicBezTo>
                  <a:pt x="43366" y="64356"/>
                  <a:pt x="44448" y="67722"/>
                  <a:pt x="45531" y="71056"/>
                </a:cubicBezTo>
                <a:cubicBezTo>
                  <a:pt x="46050" y="72832"/>
                  <a:pt x="46537" y="74358"/>
                  <a:pt x="46992" y="75636"/>
                </a:cubicBezTo>
                <a:cubicBezTo>
                  <a:pt x="47447" y="76913"/>
                  <a:pt x="47934" y="77952"/>
                  <a:pt x="48454" y="78753"/>
                </a:cubicBezTo>
                <a:cubicBezTo>
                  <a:pt x="48973" y="79554"/>
                  <a:pt x="49536" y="80150"/>
                  <a:pt x="50142" y="80539"/>
                </a:cubicBezTo>
                <a:cubicBezTo>
                  <a:pt x="50748" y="80929"/>
                  <a:pt x="51485" y="81124"/>
                  <a:pt x="52351" y="81124"/>
                </a:cubicBezTo>
                <a:cubicBezTo>
                  <a:pt x="52957" y="81124"/>
                  <a:pt x="53585" y="81016"/>
                  <a:pt x="54234" y="80799"/>
                </a:cubicBezTo>
                <a:cubicBezTo>
                  <a:pt x="54884" y="80583"/>
                  <a:pt x="55609" y="80193"/>
                  <a:pt x="56410" y="79630"/>
                </a:cubicBezTo>
                <a:cubicBezTo>
                  <a:pt x="57211" y="79067"/>
                  <a:pt x="58120" y="78299"/>
                  <a:pt x="59138" y="77324"/>
                </a:cubicBezTo>
                <a:cubicBezTo>
                  <a:pt x="60156" y="76350"/>
                  <a:pt x="61314" y="75127"/>
                  <a:pt x="62613" y="73655"/>
                </a:cubicBezTo>
                <a:lnTo>
                  <a:pt x="67030" y="77876"/>
                </a:lnTo>
                <a:cubicBezTo>
                  <a:pt x="64994" y="79955"/>
                  <a:pt x="63100" y="81752"/>
                  <a:pt x="61346" y="83267"/>
                </a:cubicBezTo>
                <a:cubicBezTo>
                  <a:pt x="59593" y="84783"/>
                  <a:pt x="57926" y="86028"/>
                  <a:pt x="56345" y="87002"/>
                </a:cubicBezTo>
                <a:cubicBezTo>
                  <a:pt x="54765" y="87976"/>
                  <a:pt x="53238" y="88691"/>
                  <a:pt x="51766" y="89145"/>
                </a:cubicBezTo>
                <a:cubicBezTo>
                  <a:pt x="50294" y="89600"/>
                  <a:pt x="48800" y="89827"/>
                  <a:pt x="47284" y="89827"/>
                </a:cubicBezTo>
                <a:cubicBezTo>
                  <a:pt x="44556" y="89827"/>
                  <a:pt x="42359" y="89145"/>
                  <a:pt x="40692" y="87781"/>
                </a:cubicBezTo>
                <a:cubicBezTo>
                  <a:pt x="39025" y="86417"/>
                  <a:pt x="37607" y="84469"/>
                  <a:pt x="36438" y="81936"/>
                </a:cubicBezTo>
                <a:cubicBezTo>
                  <a:pt x="35268" y="79403"/>
                  <a:pt x="34197" y="76339"/>
                  <a:pt x="33222" y="72745"/>
                </a:cubicBezTo>
                <a:cubicBezTo>
                  <a:pt x="32248" y="69151"/>
                  <a:pt x="31112" y="65146"/>
                  <a:pt x="29813" y="60729"/>
                </a:cubicBezTo>
                <a:cubicBezTo>
                  <a:pt x="29509" y="59690"/>
                  <a:pt x="29217" y="58856"/>
                  <a:pt x="28936" y="58229"/>
                </a:cubicBezTo>
                <a:cubicBezTo>
                  <a:pt x="28654" y="57601"/>
                  <a:pt x="28297" y="57124"/>
                  <a:pt x="27864" y="56800"/>
                </a:cubicBezTo>
                <a:cubicBezTo>
                  <a:pt x="27431" y="56475"/>
                  <a:pt x="26890" y="56269"/>
                  <a:pt x="26240" y="56183"/>
                </a:cubicBezTo>
                <a:cubicBezTo>
                  <a:pt x="25591" y="56096"/>
                  <a:pt x="24768" y="56053"/>
                  <a:pt x="23772" y="56053"/>
                </a:cubicBezTo>
                <a:lnTo>
                  <a:pt x="19615" y="560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}">
            <a:extLst xmlns:a="http://schemas.openxmlformats.org/drawingml/2006/main">
              <a:ext uri="{FF2B5EF4-FFF2-40B4-BE49-F238E27FC236}">
                <a16:creationId xmlns:a16="http://schemas.microsoft.com/office/drawing/2014/main" id="{086CD072-F7DB-4DEE-8F08-6F759D97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762" y="3412784"/>
            <a:ext cx="56786" cy="169736"/>
          </a:xfrm>
          <a:custGeom xmlns:a="http://schemas.openxmlformats.org/drawingml/2006/main">
            <a:pathLst>
              <a:path w="56786" h="169736">
                <a:moveTo>
                  <a:pt x="56786" y="88206"/>
                </a:moveTo>
                <a:cubicBezTo>
                  <a:pt x="51090" y="88384"/>
                  <a:pt x="46833" y="89764"/>
                  <a:pt x="44014" y="92345"/>
                </a:cubicBezTo>
                <a:cubicBezTo>
                  <a:pt x="41195" y="94926"/>
                  <a:pt x="39786" y="98264"/>
                  <a:pt x="39786" y="102358"/>
                </a:cubicBezTo>
                <a:cubicBezTo>
                  <a:pt x="39786" y="104494"/>
                  <a:pt x="40483" y="108707"/>
                  <a:pt x="41878" y="114997"/>
                </a:cubicBezTo>
                <a:cubicBezTo>
                  <a:pt x="43272" y="121287"/>
                  <a:pt x="43969" y="126894"/>
                  <a:pt x="43969" y="131819"/>
                </a:cubicBezTo>
                <a:cubicBezTo>
                  <a:pt x="43969" y="144577"/>
                  <a:pt x="40513" y="154027"/>
                  <a:pt x="33600" y="160168"/>
                </a:cubicBezTo>
                <a:cubicBezTo>
                  <a:pt x="26687" y="166310"/>
                  <a:pt x="16259" y="169499"/>
                  <a:pt x="2314" y="169736"/>
                </a:cubicBezTo>
                <a:lnTo>
                  <a:pt x="0" y="169736"/>
                </a:lnTo>
                <a:lnTo>
                  <a:pt x="0" y="162972"/>
                </a:lnTo>
                <a:lnTo>
                  <a:pt x="1335" y="162972"/>
                </a:lnTo>
                <a:cubicBezTo>
                  <a:pt x="9939" y="162972"/>
                  <a:pt x="16674" y="160732"/>
                  <a:pt x="21540" y="156252"/>
                </a:cubicBezTo>
                <a:cubicBezTo>
                  <a:pt x="26405" y="151772"/>
                  <a:pt x="28838" y="144162"/>
                  <a:pt x="28838" y="133422"/>
                </a:cubicBezTo>
                <a:cubicBezTo>
                  <a:pt x="28838" y="129268"/>
                  <a:pt x="28245" y="124135"/>
                  <a:pt x="27058" y="118023"/>
                </a:cubicBezTo>
                <a:cubicBezTo>
                  <a:pt x="25871" y="111912"/>
                  <a:pt x="25278" y="107550"/>
                  <a:pt x="25278" y="104939"/>
                </a:cubicBezTo>
                <a:cubicBezTo>
                  <a:pt x="25278" y="99896"/>
                  <a:pt x="26761" y="95757"/>
                  <a:pt x="29728" y="92523"/>
                </a:cubicBezTo>
                <a:cubicBezTo>
                  <a:pt x="32695" y="89289"/>
                  <a:pt x="36226" y="86901"/>
                  <a:pt x="40320" y="85358"/>
                </a:cubicBezTo>
                <a:lnTo>
                  <a:pt x="40320" y="83756"/>
                </a:lnTo>
                <a:cubicBezTo>
                  <a:pt x="36226" y="82213"/>
                  <a:pt x="32695" y="79824"/>
                  <a:pt x="29728" y="76591"/>
                </a:cubicBezTo>
                <a:cubicBezTo>
                  <a:pt x="26761" y="73357"/>
                  <a:pt x="25278" y="69218"/>
                  <a:pt x="25278" y="64174"/>
                </a:cubicBezTo>
                <a:cubicBezTo>
                  <a:pt x="25278" y="61563"/>
                  <a:pt x="25871" y="57202"/>
                  <a:pt x="27058" y="51090"/>
                </a:cubicBezTo>
                <a:cubicBezTo>
                  <a:pt x="28245" y="44978"/>
                  <a:pt x="28838" y="39845"/>
                  <a:pt x="28838" y="35692"/>
                </a:cubicBezTo>
                <a:cubicBezTo>
                  <a:pt x="28838" y="25367"/>
                  <a:pt x="26405" y="17965"/>
                  <a:pt x="21540" y="13485"/>
                </a:cubicBezTo>
                <a:cubicBezTo>
                  <a:pt x="16674" y="9005"/>
                  <a:pt x="9939" y="6765"/>
                  <a:pt x="1335" y="6765"/>
                </a:cubicBezTo>
                <a:lnTo>
                  <a:pt x="0" y="6765"/>
                </a:lnTo>
                <a:lnTo>
                  <a:pt x="0" y="0"/>
                </a:lnTo>
                <a:lnTo>
                  <a:pt x="2314" y="0"/>
                </a:lnTo>
                <a:cubicBezTo>
                  <a:pt x="16259" y="237"/>
                  <a:pt x="26687" y="3427"/>
                  <a:pt x="33600" y="9568"/>
                </a:cubicBezTo>
                <a:cubicBezTo>
                  <a:pt x="40513" y="15710"/>
                  <a:pt x="43969" y="24952"/>
                  <a:pt x="43969" y="37294"/>
                </a:cubicBezTo>
                <a:cubicBezTo>
                  <a:pt x="43969" y="42219"/>
                  <a:pt x="43272" y="47826"/>
                  <a:pt x="41878" y="54116"/>
                </a:cubicBezTo>
                <a:cubicBezTo>
                  <a:pt x="40483" y="60406"/>
                  <a:pt x="39786" y="64619"/>
                  <a:pt x="39786" y="66755"/>
                </a:cubicBezTo>
                <a:cubicBezTo>
                  <a:pt x="39786" y="70850"/>
                  <a:pt x="41195" y="74187"/>
                  <a:pt x="44014" y="76769"/>
                </a:cubicBezTo>
                <a:cubicBezTo>
                  <a:pt x="46833" y="79350"/>
                  <a:pt x="51090" y="80729"/>
                  <a:pt x="56786" y="80907"/>
                </a:cubicBezTo>
                <a:lnTo>
                  <a:pt x="56786" y="882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!&quot;#">
            <a:extLst xmlns:a="http://schemas.openxmlformats.org/drawingml/2006/main">
              <a:ext uri="{FF2B5EF4-FFF2-40B4-BE49-F238E27FC236}">
                <a16:creationId xmlns:a16="http://schemas.microsoft.com/office/drawing/2014/main" id="{124C5D5D-1EE7-41D2-9333-D4E09772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18" y="3512218"/>
            <a:ext cx="231773" cy="89827"/>
          </a:xfrm>
          <a:custGeom xmlns:a="http://schemas.openxmlformats.org/drawingml/2006/main">
            <a:pathLst>
              <a:path w="231773" h="89827">
                <a:moveTo>
                  <a:pt x="19615" y="56053"/>
                </a:moveTo>
                <a:lnTo>
                  <a:pt x="12471" y="88658"/>
                </a:lnTo>
                <a:lnTo>
                  <a:pt x="0" y="88658"/>
                </a:lnTo>
                <a:lnTo>
                  <a:pt x="15718" y="18901"/>
                </a:lnTo>
                <a:cubicBezTo>
                  <a:pt x="16238" y="16606"/>
                  <a:pt x="16606" y="14798"/>
                  <a:pt x="16822" y="13477"/>
                </a:cubicBezTo>
                <a:cubicBezTo>
                  <a:pt x="17039" y="12157"/>
                  <a:pt x="17147" y="10977"/>
                  <a:pt x="17147" y="9938"/>
                </a:cubicBezTo>
                <a:cubicBezTo>
                  <a:pt x="17147" y="9115"/>
                  <a:pt x="17006" y="8400"/>
                  <a:pt x="16725" y="7794"/>
                </a:cubicBezTo>
                <a:cubicBezTo>
                  <a:pt x="16443" y="7188"/>
                  <a:pt x="15978" y="6701"/>
                  <a:pt x="15328" y="6333"/>
                </a:cubicBezTo>
                <a:cubicBezTo>
                  <a:pt x="14679" y="5965"/>
                  <a:pt x="13813" y="5694"/>
                  <a:pt x="12730" y="5521"/>
                </a:cubicBezTo>
                <a:cubicBezTo>
                  <a:pt x="11648" y="5348"/>
                  <a:pt x="10306" y="5239"/>
                  <a:pt x="8703" y="5196"/>
                </a:cubicBezTo>
                <a:lnTo>
                  <a:pt x="9678" y="779"/>
                </a:lnTo>
                <a:lnTo>
                  <a:pt x="27539" y="0"/>
                </a:lnTo>
                <a:lnTo>
                  <a:pt x="32216" y="0"/>
                </a:lnTo>
                <a:lnTo>
                  <a:pt x="20784" y="50532"/>
                </a:lnTo>
                <a:lnTo>
                  <a:pt x="22603" y="50532"/>
                </a:lnTo>
                <a:cubicBezTo>
                  <a:pt x="24248" y="50532"/>
                  <a:pt x="26024" y="50186"/>
                  <a:pt x="27929" y="49493"/>
                </a:cubicBezTo>
                <a:cubicBezTo>
                  <a:pt x="29834" y="48800"/>
                  <a:pt x="31729" y="47901"/>
                  <a:pt x="33612" y="46797"/>
                </a:cubicBezTo>
                <a:cubicBezTo>
                  <a:pt x="35496" y="45693"/>
                  <a:pt x="37304" y="44448"/>
                  <a:pt x="39036" y="43063"/>
                </a:cubicBezTo>
                <a:cubicBezTo>
                  <a:pt x="40768" y="41677"/>
                  <a:pt x="42294" y="40280"/>
                  <a:pt x="43615" y="38873"/>
                </a:cubicBezTo>
                <a:cubicBezTo>
                  <a:pt x="44935" y="37466"/>
                  <a:pt x="45985" y="36134"/>
                  <a:pt x="46765" y="34879"/>
                </a:cubicBezTo>
                <a:cubicBezTo>
                  <a:pt x="47544" y="33623"/>
                  <a:pt x="47934" y="32562"/>
                  <a:pt x="47934" y="31696"/>
                </a:cubicBezTo>
                <a:cubicBezTo>
                  <a:pt x="47934" y="30657"/>
                  <a:pt x="47587" y="29813"/>
                  <a:pt x="46895" y="29163"/>
                </a:cubicBezTo>
                <a:cubicBezTo>
                  <a:pt x="46202" y="28514"/>
                  <a:pt x="44946" y="28081"/>
                  <a:pt x="43128" y="27864"/>
                </a:cubicBezTo>
                <a:lnTo>
                  <a:pt x="43907" y="23707"/>
                </a:lnTo>
                <a:lnTo>
                  <a:pt x="67289" y="23707"/>
                </a:lnTo>
                <a:lnTo>
                  <a:pt x="68913" y="27734"/>
                </a:lnTo>
                <a:cubicBezTo>
                  <a:pt x="66185" y="30072"/>
                  <a:pt x="63565" y="32237"/>
                  <a:pt x="61054" y="34229"/>
                </a:cubicBezTo>
                <a:cubicBezTo>
                  <a:pt x="58543" y="36221"/>
                  <a:pt x="56085" y="38137"/>
                  <a:pt x="53682" y="39977"/>
                </a:cubicBezTo>
                <a:cubicBezTo>
                  <a:pt x="51279" y="41818"/>
                  <a:pt x="48876" y="43625"/>
                  <a:pt x="46472" y="45401"/>
                </a:cubicBezTo>
                <a:cubicBezTo>
                  <a:pt x="44069" y="47176"/>
                  <a:pt x="41612" y="49016"/>
                  <a:pt x="39101" y="50922"/>
                </a:cubicBezTo>
                <a:cubicBezTo>
                  <a:pt x="40140" y="54212"/>
                  <a:pt x="41201" y="57557"/>
                  <a:pt x="42283" y="60957"/>
                </a:cubicBezTo>
                <a:cubicBezTo>
                  <a:pt x="43366" y="64356"/>
                  <a:pt x="44448" y="67722"/>
                  <a:pt x="45531" y="71056"/>
                </a:cubicBezTo>
                <a:cubicBezTo>
                  <a:pt x="46050" y="72832"/>
                  <a:pt x="46537" y="74358"/>
                  <a:pt x="46992" y="75636"/>
                </a:cubicBezTo>
                <a:cubicBezTo>
                  <a:pt x="47447" y="76913"/>
                  <a:pt x="47934" y="77952"/>
                  <a:pt x="48454" y="78753"/>
                </a:cubicBezTo>
                <a:cubicBezTo>
                  <a:pt x="48973" y="79554"/>
                  <a:pt x="49536" y="80150"/>
                  <a:pt x="50142" y="80539"/>
                </a:cubicBezTo>
                <a:cubicBezTo>
                  <a:pt x="50748" y="80929"/>
                  <a:pt x="51485" y="81124"/>
                  <a:pt x="52351" y="81124"/>
                </a:cubicBezTo>
                <a:cubicBezTo>
                  <a:pt x="52957" y="81124"/>
                  <a:pt x="53585" y="81016"/>
                  <a:pt x="54234" y="80799"/>
                </a:cubicBezTo>
                <a:cubicBezTo>
                  <a:pt x="54884" y="80583"/>
                  <a:pt x="55609" y="80193"/>
                  <a:pt x="56410" y="79630"/>
                </a:cubicBezTo>
                <a:cubicBezTo>
                  <a:pt x="57211" y="79067"/>
                  <a:pt x="58120" y="78299"/>
                  <a:pt x="59138" y="77324"/>
                </a:cubicBezTo>
                <a:cubicBezTo>
                  <a:pt x="60156" y="76350"/>
                  <a:pt x="61314" y="75127"/>
                  <a:pt x="62613" y="73655"/>
                </a:cubicBezTo>
                <a:lnTo>
                  <a:pt x="67030" y="77876"/>
                </a:lnTo>
                <a:cubicBezTo>
                  <a:pt x="64994" y="79955"/>
                  <a:pt x="63100" y="81752"/>
                  <a:pt x="61346" y="83267"/>
                </a:cubicBezTo>
                <a:cubicBezTo>
                  <a:pt x="59593" y="84783"/>
                  <a:pt x="57926" y="86028"/>
                  <a:pt x="56345" y="87002"/>
                </a:cubicBezTo>
                <a:cubicBezTo>
                  <a:pt x="54765" y="87976"/>
                  <a:pt x="53238" y="88691"/>
                  <a:pt x="51766" y="89145"/>
                </a:cubicBezTo>
                <a:cubicBezTo>
                  <a:pt x="50294" y="89600"/>
                  <a:pt x="48800" y="89827"/>
                  <a:pt x="47284" y="89827"/>
                </a:cubicBezTo>
                <a:cubicBezTo>
                  <a:pt x="44556" y="89827"/>
                  <a:pt x="42359" y="89145"/>
                  <a:pt x="40692" y="87781"/>
                </a:cubicBezTo>
                <a:cubicBezTo>
                  <a:pt x="39025" y="86417"/>
                  <a:pt x="37607" y="84469"/>
                  <a:pt x="36438" y="81936"/>
                </a:cubicBezTo>
                <a:cubicBezTo>
                  <a:pt x="35268" y="79403"/>
                  <a:pt x="34197" y="76339"/>
                  <a:pt x="33222" y="72745"/>
                </a:cubicBezTo>
                <a:cubicBezTo>
                  <a:pt x="32248" y="69151"/>
                  <a:pt x="31112" y="65146"/>
                  <a:pt x="29813" y="60729"/>
                </a:cubicBezTo>
                <a:cubicBezTo>
                  <a:pt x="29509" y="59690"/>
                  <a:pt x="29217" y="58856"/>
                  <a:pt x="28936" y="58229"/>
                </a:cubicBezTo>
                <a:cubicBezTo>
                  <a:pt x="28654" y="57601"/>
                  <a:pt x="28297" y="57124"/>
                  <a:pt x="27864" y="56800"/>
                </a:cubicBezTo>
                <a:cubicBezTo>
                  <a:pt x="27431" y="56475"/>
                  <a:pt x="26890" y="56269"/>
                  <a:pt x="26240" y="56183"/>
                </a:cubicBezTo>
                <a:cubicBezTo>
                  <a:pt x="25591" y="56096"/>
                  <a:pt x="24768" y="56053"/>
                  <a:pt x="23772" y="56053"/>
                </a:cubicBezTo>
                <a:lnTo>
                  <a:pt x="19615" y="56053"/>
                </a:lnTo>
                <a:close/>
                <a:moveTo>
                  <a:pt x="86315" y="41504"/>
                </a:moveTo>
                <a:lnTo>
                  <a:pt x="86315" y="31566"/>
                </a:lnTo>
                <a:lnTo>
                  <a:pt x="161139" y="31566"/>
                </a:lnTo>
                <a:lnTo>
                  <a:pt x="161139" y="41504"/>
                </a:lnTo>
                <a:lnTo>
                  <a:pt x="86315" y="41504"/>
                </a:lnTo>
                <a:moveTo>
                  <a:pt x="86315" y="69757"/>
                </a:moveTo>
                <a:lnTo>
                  <a:pt x="86315" y="59820"/>
                </a:lnTo>
                <a:lnTo>
                  <a:pt x="161139" y="59820"/>
                </a:lnTo>
                <a:lnTo>
                  <a:pt x="161139" y="69757"/>
                </a:lnTo>
                <a:lnTo>
                  <a:pt x="86315" y="69757"/>
                </a:lnTo>
                <a:close/>
                <a:moveTo>
                  <a:pt x="222875" y="40075"/>
                </a:moveTo>
                <a:cubicBezTo>
                  <a:pt x="222398" y="36178"/>
                  <a:pt x="221110" y="33298"/>
                  <a:pt x="219010" y="31436"/>
                </a:cubicBezTo>
                <a:cubicBezTo>
                  <a:pt x="216910" y="29574"/>
                  <a:pt x="213651" y="28643"/>
                  <a:pt x="209235" y="28643"/>
                </a:cubicBezTo>
                <a:cubicBezTo>
                  <a:pt x="207459" y="28643"/>
                  <a:pt x="205814" y="28882"/>
                  <a:pt x="204299" y="29358"/>
                </a:cubicBezTo>
                <a:cubicBezTo>
                  <a:pt x="202783" y="29834"/>
                  <a:pt x="201484" y="30495"/>
                  <a:pt x="200401" y="31339"/>
                </a:cubicBezTo>
                <a:cubicBezTo>
                  <a:pt x="199319" y="32183"/>
                  <a:pt x="198475" y="33190"/>
                  <a:pt x="197868" y="34359"/>
                </a:cubicBezTo>
                <a:cubicBezTo>
                  <a:pt x="197262" y="35528"/>
                  <a:pt x="196959" y="36806"/>
                  <a:pt x="196959" y="38191"/>
                </a:cubicBezTo>
                <a:cubicBezTo>
                  <a:pt x="196959" y="39447"/>
                  <a:pt x="197111" y="40594"/>
                  <a:pt x="197414" y="41634"/>
                </a:cubicBezTo>
                <a:cubicBezTo>
                  <a:pt x="197717" y="42673"/>
                  <a:pt x="198312" y="43690"/>
                  <a:pt x="199200" y="44686"/>
                </a:cubicBezTo>
                <a:cubicBezTo>
                  <a:pt x="200088" y="45682"/>
                  <a:pt x="201343" y="46721"/>
                  <a:pt x="202967" y="47804"/>
                </a:cubicBezTo>
                <a:cubicBezTo>
                  <a:pt x="204591" y="48887"/>
                  <a:pt x="206723" y="50121"/>
                  <a:pt x="209365" y="51506"/>
                </a:cubicBezTo>
                <a:cubicBezTo>
                  <a:pt x="212136" y="53022"/>
                  <a:pt x="214442" y="54472"/>
                  <a:pt x="216282" y="55858"/>
                </a:cubicBezTo>
                <a:cubicBezTo>
                  <a:pt x="218122" y="57244"/>
                  <a:pt x="219584" y="58651"/>
                  <a:pt x="220666" y="60080"/>
                </a:cubicBezTo>
                <a:cubicBezTo>
                  <a:pt x="221749" y="61509"/>
                  <a:pt x="222506" y="63035"/>
                  <a:pt x="222939" y="64659"/>
                </a:cubicBezTo>
                <a:cubicBezTo>
                  <a:pt x="223372" y="66283"/>
                  <a:pt x="223589" y="68090"/>
                  <a:pt x="223589" y="70082"/>
                </a:cubicBezTo>
                <a:cubicBezTo>
                  <a:pt x="223589" y="73157"/>
                  <a:pt x="222961" y="75917"/>
                  <a:pt x="221705" y="78363"/>
                </a:cubicBezTo>
                <a:cubicBezTo>
                  <a:pt x="220450" y="80810"/>
                  <a:pt x="218696" y="82878"/>
                  <a:pt x="216444" y="84566"/>
                </a:cubicBezTo>
                <a:cubicBezTo>
                  <a:pt x="214193" y="86255"/>
                  <a:pt x="211541" y="87554"/>
                  <a:pt x="208488" y="88463"/>
                </a:cubicBezTo>
                <a:cubicBezTo>
                  <a:pt x="205435" y="89373"/>
                  <a:pt x="202090" y="89827"/>
                  <a:pt x="198453" y="89827"/>
                </a:cubicBezTo>
                <a:cubicBezTo>
                  <a:pt x="194469" y="89827"/>
                  <a:pt x="190551" y="89568"/>
                  <a:pt x="186697" y="89048"/>
                </a:cubicBezTo>
                <a:cubicBezTo>
                  <a:pt x="182843" y="88528"/>
                  <a:pt x="178773" y="87641"/>
                  <a:pt x="174486" y="86385"/>
                </a:cubicBezTo>
                <a:lnTo>
                  <a:pt x="177863" y="71576"/>
                </a:lnTo>
                <a:lnTo>
                  <a:pt x="183514" y="71576"/>
                </a:lnTo>
                <a:cubicBezTo>
                  <a:pt x="183731" y="75603"/>
                  <a:pt x="184997" y="78623"/>
                  <a:pt x="187314" y="80637"/>
                </a:cubicBezTo>
                <a:cubicBezTo>
                  <a:pt x="189630" y="82650"/>
                  <a:pt x="193214" y="83657"/>
                  <a:pt x="198063" y="83657"/>
                </a:cubicBezTo>
                <a:cubicBezTo>
                  <a:pt x="202393" y="83657"/>
                  <a:pt x="205803" y="82726"/>
                  <a:pt x="208293" y="80864"/>
                </a:cubicBezTo>
                <a:cubicBezTo>
                  <a:pt x="210783" y="79002"/>
                  <a:pt x="212028" y="76404"/>
                  <a:pt x="212028" y="73070"/>
                </a:cubicBezTo>
                <a:cubicBezTo>
                  <a:pt x="212028" y="71554"/>
                  <a:pt x="211876" y="70245"/>
                  <a:pt x="211573" y="69140"/>
                </a:cubicBezTo>
                <a:cubicBezTo>
                  <a:pt x="211270" y="68036"/>
                  <a:pt x="210675" y="66986"/>
                  <a:pt x="209787" y="65990"/>
                </a:cubicBezTo>
                <a:cubicBezTo>
                  <a:pt x="208899" y="64994"/>
                  <a:pt x="207687" y="63966"/>
                  <a:pt x="206150" y="62905"/>
                </a:cubicBezTo>
                <a:cubicBezTo>
                  <a:pt x="204612" y="61844"/>
                  <a:pt x="202610" y="60621"/>
                  <a:pt x="200142" y="59235"/>
                </a:cubicBezTo>
                <a:cubicBezTo>
                  <a:pt x="197587" y="57806"/>
                  <a:pt x="195389" y="56399"/>
                  <a:pt x="193549" y="55014"/>
                </a:cubicBezTo>
                <a:cubicBezTo>
                  <a:pt x="191709" y="53628"/>
                  <a:pt x="190193" y="52221"/>
                  <a:pt x="189003" y="50792"/>
                </a:cubicBezTo>
                <a:cubicBezTo>
                  <a:pt x="187812" y="49363"/>
                  <a:pt x="186935" y="47869"/>
                  <a:pt x="186372" y="46310"/>
                </a:cubicBezTo>
                <a:cubicBezTo>
                  <a:pt x="185809" y="44751"/>
                  <a:pt x="185528" y="43084"/>
                  <a:pt x="185528" y="41309"/>
                </a:cubicBezTo>
                <a:cubicBezTo>
                  <a:pt x="185528" y="38581"/>
                  <a:pt x="186101" y="36059"/>
                  <a:pt x="187249" y="33742"/>
                </a:cubicBezTo>
                <a:cubicBezTo>
                  <a:pt x="188396" y="31425"/>
                  <a:pt x="190031" y="29423"/>
                  <a:pt x="192153" y="27734"/>
                </a:cubicBezTo>
                <a:cubicBezTo>
                  <a:pt x="194274" y="26045"/>
                  <a:pt x="196829" y="24725"/>
                  <a:pt x="199817" y="23772"/>
                </a:cubicBezTo>
                <a:cubicBezTo>
                  <a:pt x="202805" y="22819"/>
                  <a:pt x="206160" y="22343"/>
                  <a:pt x="209884" y="22343"/>
                </a:cubicBezTo>
                <a:cubicBezTo>
                  <a:pt x="214084" y="22343"/>
                  <a:pt x="217949" y="22603"/>
                  <a:pt x="221478" y="23123"/>
                </a:cubicBezTo>
                <a:cubicBezTo>
                  <a:pt x="225007" y="23642"/>
                  <a:pt x="228439" y="24400"/>
                  <a:pt x="231773" y="25396"/>
                </a:cubicBezTo>
                <a:lnTo>
                  <a:pt x="228655" y="40075"/>
                </a:lnTo>
                <a:lnTo>
                  <a:pt x="222875" y="40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!">
            <a:extLst xmlns:a="http://schemas.openxmlformats.org/drawingml/2006/main">
              <a:ext uri="{FF2B5EF4-FFF2-40B4-BE49-F238E27FC236}">
                <a16:creationId xmlns:a16="http://schemas.microsoft.com/office/drawing/2014/main" id="{2B652447-2EC5-458A-ADF6-0B137D39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962" y="3560466"/>
            <a:ext cx="46731" cy="65042"/>
          </a:xfrm>
          <a:custGeom xmlns:a="http://schemas.openxmlformats.org/drawingml/2006/main">
            <a:pathLst>
              <a:path w="46731" h="65042">
                <a:moveTo>
                  <a:pt x="30219" y="51282"/>
                </a:moveTo>
                <a:cubicBezTo>
                  <a:pt x="30219" y="53505"/>
                  <a:pt x="30413" y="55093"/>
                  <a:pt x="30801" y="56046"/>
                </a:cubicBezTo>
                <a:cubicBezTo>
                  <a:pt x="31189" y="56998"/>
                  <a:pt x="31807" y="57748"/>
                  <a:pt x="32654" y="58295"/>
                </a:cubicBezTo>
                <a:cubicBezTo>
                  <a:pt x="33500" y="58842"/>
                  <a:pt x="34947" y="59265"/>
                  <a:pt x="36993" y="59565"/>
                </a:cubicBezTo>
                <a:cubicBezTo>
                  <a:pt x="39040" y="59865"/>
                  <a:pt x="42286" y="60050"/>
                  <a:pt x="46731" y="60121"/>
                </a:cubicBezTo>
                <a:lnTo>
                  <a:pt x="46731" y="65042"/>
                </a:lnTo>
                <a:lnTo>
                  <a:pt x="2858" y="65042"/>
                </a:lnTo>
                <a:lnTo>
                  <a:pt x="2858" y="60121"/>
                </a:lnTo>
                <a:cubicBezTo>
                  <a:pt x="7162" y="60015"/>
                  <a:pt x="10311" y="59821"/>
                  <a:pt x="12305" y="59538"/>
                </a:cubicBezTo>
                <a:cubicBezTo>
                  <a:pt x="14298" y="59256"/>
                  <a:pt x="15762" y="58842"/>
                  <a:pt x="16697" y="58295"/>
                </a:cubicBezTo>
                <a:cubicBezTo>
                  <a:pt x="17632" y="57748"/>
                  <a:pt x="18320" y="56998"/>
                  <a:pt x="18761" y="56046"/>
                </a:cubicBezTo>
                <a:cubicBezTo>
                  <a:pt x="19202" y="55093"/>
                  <a:pt x="19423" y="53505"/>
                  <a:pt x="19423" y="51282"/>
                </a:cubicBezTo>
                <a:lnTo>
                  <a:pt x="19423" y="16194"/>
                </a:lnTo>
                <a:cubicBezTo>
                  <a:pt x="19423" y="14924"/>
                  <a:pt x="19167" y="14007"/>
                  <a:pt x="18655" y="13442"/>
                </a:cubicBezTo>
                <a:cubicBezTo>
                  <a:pt x="18144" y="12878"/>
                  <a:pt x="17412" y="12596"/>
                  <a:pt x="16459" y="12596"/>
                </a:cubicBezTo>
                <a:cubicBezTo>
                  <a:pt x="15401" y="12596"/>
                  <a:pt x="13742" y="13169"/>
                  <a:pt x="11484" y="14316"/>
                </a:cubicBezTo>
                <a:cubicBezTo>
                  <a:pt x="9226" y="15462"/>
                  <a:pt x="6333" y="17147"/>
                  <a:pt x="2805" y="19370"/>
                </a:cubicBezTo>
                <a:lnTo>
                  <a:pt x="0" y="14025"/>
                </a:lnTo>
                <a:lnTo>
                  <a:pt x="27044" y="0"/>
                </a:lnTo>
                <a:lnTo>
                  <a:pt x="30537" y="0"/>
                </a:lnTo>
                <a:cubicBezTo>
                  <a:pt x="30466" y="741"/>
                  <a:pt x="30395" y="2540"/>
                  <a:pt x="30325" y="5398"/>
                </a:cubicBezTo>
                <a:cubicBezTo>
                  <a:pt x="30254" y="8256"/>
                  <a:pt x="30219" y="11131"/>
                  <a:pt x="30219" y="14025"/>
                </a:cubicBezTo>
                <a:lnTo>
                  <a:pt x="30219" y="512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$">
            <a:extLst xmlns:a="http://schemas.openxmlformats.org/drawingml/2006/main">
              <a:ext uri="{FF2B5EF4-FFF2-40B4-BE49-F238E27FC236}">
                <a16:creationId xmlns:a16="http://schemas.microsoft.com/office/drawing/2014/main" id="{90F338AA-4E8E-4CC7-943E-0FE59608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297" y="3381835"/>
            <a:ext cx="57677" cy="67484"/>
          </a:xfrm>
          <a:custGeom xmlns:a="http://schemas.openxmlformats.org/drawingml/2006/main">
            <a:pathLst>
              <a:path w="57677" h="67484">
                <a:moveTo>
                  <a:pt x="52286" y="52480"/>
                </a:moveTo>
                <a:cubicBezTo>
                  <a:pt x="47263" y="57460"/>
                  <a:pt x="42251" y="61206"/>
                  <a:pt x="37249" y="63717"/>
                </a:cubicBezTo>
                <a:cubicBezTo>
                  <a:pt x="32248" y="66228"/>
                  <a:pt x="26868" y="67484"/>
                  <a:pt x="21109" y="67484"/>
                </a:cubicBezTo>
                <a:cubicBezTo>
                  <a:pt x="17732" y="67484"/>
                  <a:pt x="14733" y="66975"/>
                  <a:pt x="12113" y="65958"/>
                </a:cubicBezTo>
                <a:cubicBezTo>
                  <a:pt x="9494" y="64940"/>
                  <a:pt x="7285" y="63457"/>
                  <a:pt x="5488" y="61509"/>
                </a:cubicBezTo>
                <a:cubicBezTo>
                  <a:pt x="3691" y="59560"/>
                  <a:pt x="2327" y="57189"/>
                  <a:pt x="1396" y="54397"/>
                </a:cubicBezTo>
                <a:cubicBezTo>
                  <a:pt x="465" y="51604"/>
                  <a:pt x="0" y="48454"/>
                  <a:pt x="0" y="44946"/>
                </a:cubicBezTo>
                <a:cubicBezTo>
                  <a:pt x="0" y="42478"/>
                  <a:pt x="217" y="39912"/>
                  <a:pt x="650" y="37249"/>
                </a:cubicBezTo>
                <a:cubicBezTo>
                  <a:pt x="1083" y="34586"/>
                  <a:pt x="1754" y="31923"/>
                  <a:pt x="2663" y="29260"/>
                </a:cubicBezTo>
                <a:cubicBezTo>
                  <a:pt x="3572" y="26597"/>
                  <a:pt x="4698" y="23999"/>
                  <a:pt x="6040" y="21466"/>
                </a:cubicBezTo>
                <a:cubicBezTo>
                  <a:pt x="7383" y="18933"/>
                  <a:pt x="8963" y="16563"/>
                  <a:pt x="10782" y="14354"/>
                </a:cubicBezTo>
                <a:cubicBezTo>
                  <a:pt x="14419" y="9851"/>
                  <a:pt x="18803" y="6333"/>
                  <a:pt x="23934" y="3800"/>
                </a:cubicBezTo>
                <a:cubicBezTo>
                  <a:pt x="29066" y="1267"/>
                  <a:pt x="34662" y="0"/>
                  <a:pt x="40724" y="0"/>
                </a:cubicBezTo>
                <a:cubicBezTo>
                  <a:pt x="46267" y="0"/>
                  <a:pt x="50478" y="1212"/>
                  <a:pt x="53357" y="3637"/>
                </a:cubicBezTo>
                <a:cubicBezTo>
                  <a:pt x="56237" y="6062"/>
                  <a:pt x="57677" y="9505"/>
                  <a:pt x="57677" y="13964"/>
                </a:cubicBezTo>
                <a:cubicBezTo>
                  <a:pt x="57677" y="29639"/>
                  <a:pt x="42846" y="37477"/>
                  <a:pt x="13185" y="37477"/>
                </a:cubicBezTo>
                <a:cubicBezTo>
                  <a:pt x="12969" y="38603"/>
                  <a:pt x="12795" y="39826"/>
                  <a:pt x="12665" y="41147"/>
                </a:cubicBezTo>
                <a:cubicBezTo>
                  <a:pt x="12536" y="42467"/>
                  <a:pt x="12471" y="43907"/>
                  <a:pt x="12471" y="45466"/>
                </a:cubicBezTo>
                <a:cubicBezTo>
                  <a:pt x="12471" y="50186"/>
                  <a:pt x="13434" y="53628"/>
                  <a:pt x="15361" y="55793"/>
                </a:cubicBezTo>
                <a:cubicBezTo>
                  <a:pt x="17288" y="57958"/>
                  <a:pt x="20286" y="59041"/>
                  <a:pt x="24357" y="59041"/>
                </a:cubicBezTo>
                <a:cubicBezTo>
                  <a:pt x="26478" y="59041"/>
                  <a:pt x="28492" y="58813"/>
                  <a:pt x="30397" y="58359"/>
                </a:cubicBezTo>
                <a:cubicBezTo>
                  <a:pt x="32302" y="57904"/>
                  <a:pt x="34175" y="57200"/>
                  <a:pt x="36015" y="56248"/>
                </a:cubicBezTo>
                <a:cubicBezTo>
                  <a:pt x="37856" y="55295"/>
                  <a:pt x="39707" y="54072"/>
                  <a:pt x="41569" y="52578"/>
                </a:cubicBezTo>
                <a:cubicBezTo>
                  <a:pt x="43431" y="51084"/>
                  <a:pt x="45379" y="49298"/>
                  <a:pt x="47414" y="47219"/>
                </a:cubicBezTo>
                <a:lnTo>
                  <a:pt x="52286" y="52480"/>
                </a:lnTo>
                <a:moveTo>
                  <a:pt x="14484" y="31177"/>
                </a:moveTo>
                <a:cubicBezTo>
                  <a:pt x="19983" y="31133"/>
                  <a:pt x="24714" y="30700"/>
                  <a:pt x="28676" y="29877"/>
                </a:cubicBezTo>
                <a:cubicBezTo>
                  <a:pt x="32638" y="29055"/>
                  <a:pt x="35885" y="27929"/>
                  <a:pt x="38419" y="26500"/>
                </a:cubicBezTo>
                <a:cubicBezTo>
                  <a:pt x="40952" y="25071"/>
                  <a:pt x="42814" y="23382"/>
                  <a:pt x="44004" y="21434"/>
                </a:cubicBezTo>
                <a:cubicBezTo>
                  <a:pt x="45195" y="19485"/>
                  <a:pt x="45791" y="17342"/>
                  <a:pt x="45791" y="15004"/>
                </a:cubicBezTo>
                <a:cubicBezTo>
                  <a:pt x="45791" y="12319"/>
                  <a:pt x="45119" y="10219"/>
                  <a:pt x="43777" y="8703"/>
                </a:cubicBezTo>
                <a:cubicBezTo>
                  <a:pt x="42435" y="7188"/>
                  <a:pt x="40486" y="6430"/>
                  <a:pt x="37931" y="6430"/>
                </a:cubicBezTo>
                <a:cubicBezTo>
                  <a:pt x="35550" y="6430"/>
                  <a:pt x="33201" y="7015"/>
                  <a:pt x="30884" y="8184"/>
                </a:cubicBezTo>
                <a:cubicBezTo>
                  <a:pt x="28568" y="9353"/>
                  <a:pt x="26381" y="11009"/>
                  <a:pt x="24324" y="13153"/>
                </a:cubicBezTo>
                <a:cubicBezTo>
                  <a:pt x="22267" y="15296"/>
                  <a:pt x="20395" y="17894"/>
                  <a:pt x="18706" y="20947"/>
                </a:cubicBezTo>
                <a:cubicBezTo>
                  <a:pt x="17017" y="23999"/>
                  <a:pt x="15610" y="27409"/>
                  <a:pt x="14484" y="311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!">
            <a:extLst xmlns:a="http://schemas.openxmlformats.org/drawingml/2006/main">
              <a:ext uri="{FF2B5EF4-FFF2-40B4-BE49-F238E27FC236}">
                <a16:creationId xmlns:a16="http://schemas.microsoft.com/office/drawing/2014/main" id="{09B6CF62-890E-47E7-A820-E0A8BABA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191" y="3412668"/>
            <a:ext cx="46731" cy="65042"/>
          </a:xfrm>
          <a:custGeom xmlns:a="http://schemas.openxmlformats.org/drawingml/2006/main">
            <a:pathLst>
              <a:path w="46731" h="65042">
                <a:moveTo>
                  <a:pt x="30219" y="51282"/>
                </a:moveTo>
                <a:cubicBezTo>
                  <a:pt x="30219" y="53505"/>
                  <a:pt x="30413" y="55093"/>
                  <a:pt x="30801" y="56046"/>
                </a:cubicBezTo>
                <a:cubicBezTo>
                  <a:pt x="31189" y="56998"/>
                  <a:pt x="31807" y="57748"/>
                  <a:pt x="32654" y="58295"/>
                </a:cubicBezTo>
                <a:cubicBezTo>
                  <a:pt x="33500" y="58842"/>
                  <a:pt x="34947" y="59265"/>
                  <a:pt x="36993" y="59565"/>
                </a:cubicBezTo>
                <a:cubicBezTo>
                  <a:pt x="39040" y="59865"/>
                  <a:pt x="42286" y="60050"/>
                  <a:pt x="46731" y="60121"/>
                </a:cubicBezTo>
                <a:lnTo>
                  <a:pt x="46731" y="65042"/>
                </a:lnTo>
                <a:lnTo>
                  <a:pt x="2858" y="65042"/>
                </a:lnTo>
                <a:lnTo>
                  <a:pt x="2858" y="60121"/>
                </a:lnTo>
                <a:cubicBezTo>
                  <a:pt x="7162" y="60015"/>
                  <a:pt x="10311" y="59821"/>
                  <a:pt x="12305" y="59538"/>
                </a:cubicBezTo>
                <a:cubicBezTo>
                  <a:pt x="14298" y="59256"/>
                  <a:pt x="15762" y="58842"/>
                  <a:pt x="16697" y="58295"/>
                </a:cubicBezTo>
                <a:cubicBezTo>
                  <a:pt x="17632" y="57748"/>
                  <a:pt x="18320" y="56998"/>
                  <a:pt x="18761" y="56046"/>
                </a:cubicBezTo>
                <a:cubicBezTo>
                  <a:pt x="19202" y="55093"/>
                  <a:pt x="19423" y="53505"/>
                  <a:pt x="19423" y="51282"/>
                </a:cubicBezTo>
                <a:lnTo>
                  <a:pt x="19423" y="16194"/>
                </a:lnTo>
                <a:cubicBezTo>
                  <a:pt x="19423" y="14924"/>
                  <a:pt x="19167" y="14007"/>
                  <a:pt x="18655" y="13442"/>
                </a:cubicBezTo>
                <a:cubicBezTo>
                  <a:pt x="18144" y="12878"/>
                  <a:pt x="17412" y="12596"/>
                  <a:pt x="16459" y="12596"/>
                </a:cubicBezTo>
                <a:cubicBezTo>
                  <a:pt x="15401" y="12596"/>
                  <a:pt x="13742" y="13169"/>
                  <a:pt x="11484" y="14316"/>
                </a:cubicBezTo>
                <a:cubicBezTo>
                  <a:pt x="9226" y="15462"/>
                  <a:pt x="6333" y="17147"/>
                  <a:pt x="2805" y="19370"/>
                </a:cubicBezTo>
                <a:lnTo>
                  <a:pt x="0" y="14025"/>
                </a:lnTo>
                <a:lnTo>
                  <a:pt x="27044" y="0"/>
                </a:lnTo>
                <a:lnTo>
                  <a:pt x="30537" y="0"/>
                </a:lnTo>
                <a:cubicBezTo>
                  <a:pt x="30466" y="741"/>
                  <a:pt x="30395" y="2540"/>
                  <a:pt x="30325" y="5398"/>
                </a:cubicBezTo>
                <a:cubicBezTo>
                  <a:pt x="30254" y="8256"/>
                  <a:pt x="30219" y="11131"/>
                  <a:pt x="30219" y="14025"/>
                </a:cubicBezTo>
                <a:lnTo>
                  <a:pt x="30219" y="512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60D78C-06D3-4D74-9AA2-6F0BC876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961" y="3546761"/>
            <a:ext cx="521140" cy="90275"/>
          </a:xfrm>
          <a:custGeom xmlns:a="http://schemas.openxmlformats.org/drawingml/2006/main">
            <a:pathLst>
              <a:path w="521140" h="90275">
                <a:moveTo>
                  <a:pt x="432329" y="90275"/>
                </a:moveTo>
                <a:lnTo>
                  <a:pt x="521140" y="42210"/>
                </a:lnTo>
                <a:lnTo>
                  <a:pt x="429400" y="0"/>
                </a:lnTo>
                <a:lnTo>
                  <a:pt x="467264" y="35485"/>
                </a:lnTo>
                <a:lnTo>
                  <a:pt x="0" y="50639"/>
                </a:lnTo>
                <a:lnTo>
                  <a:pt x="549" y="67565"/>
                </a:lnTo>
                <a:lnTo>
                  <a:pt x="467813" y="52411"/>
                </a:lnTo>
                <a:lnTo>
                  <a:pt x="432329" y="90275"/>
                </a:lnTo>
                <a:close/>
              </a:path>
            </a:pathLst>
          </a:custGeom>
          <a:solidFill xmlns:a="http://schemas.openxmlformats.org/drawingml/2006/main">
            <a:srgbClr val="F89A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9755DD-D79D-4F2F-972B-39ABD921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132" y="3359879"/>
            <a:ext cx="221700" cy="487739"/>
          </a:xfrm>
          <a:custGeom xmlns:a="http://schemas.openxmlformats.org/drawingml/2006/main">
            <a:pathLst>
              <a:path w="221700" h="487739">
                <a:moveTo>
                  <a:pt x="221700" y="0"/>
                </a:moveTo>
                <a:lnTo>
                  <a:pt x="221700" y="487739"/>
                </a:lnTo>
                <a:lnTo>
                  <a:pt x="0" y="487739"/>
                </a:lnTo>
                <a:lnTo>
                  <a:pt x="0" y="0"/>
                </a:lnTo>
                <a:lnTo>
                  <a:pt x="221700" y="0"/>
                </a:lnTo>
                <a:close/>
              </a:path>
            </a:pathLst>
          </a:custGeom>
          <a:solidFill xmlns:a="http://schemas.openxmlformats.org/drawingml/2006/main">
            <a:srgbClr val="FBE3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M">
            <a:extLst xmlns:a="http://schemas.openxmlformats.org/drawingml/2006/main">
              <a:ext uri="{FF2B5EF4-FFF2-40B4-BE49-F238E27FC236}">
                <a16:creationId xmlns:a16="http://schemas.microsoft.com/office/drawing/2014/main" id="{5CD17723-C2A5-46E5-8DB3-692FBA18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58" y="3475658"/>
            <a:ext cx="71927" cy="83436"/>
          </a:xfrm>
          <a:custGeom xmlns:a="http://schemas.openxmlformats.org/drawingml/2006/main">
            <a:pathLst>
              <a:path w="71927" h="83436">
                <a:moveTo>
                  <a:pt x="2324" y="83436"/>
                </a:moveTo>
                <a:cubicBezTo>
                  <a:pt x="1955" y="83436"/>
                  <a:pt x="1623" y="83334"/>
                  <a:pt x="1328" y="83131"/>
                </a:cubicBezTo>
                <a:cubicBezTo>
                  <a:pt x="1033" y="82928"/>
                  <a:pt x="793" y="82560"/>
                  <a:pt x="609" y="82025"/>
                </a:cubicBezTo>
                <a:cubicBezTo>
                  <a:pt x="424" y="81490"/>
                  <a:pt x="277" y="80780"/>
                  <a:pt x="166" y="79895"/>
                </a:cubicBezTo>
                <a:cubicBezTo>
                  <a:pt x="55" y="79009"/>
                  <a:pt x="0" y="77884"/>
                  <a:pt x="0" y="76520"/>
                </a:cubicBezTo>
                <a:cubicBezTo>
                  <a:pt x="0" y="75192"/>
                  <a:pt x="55" y="74085"/>
                  <a:pt x="166" y="73200"/>
                </a:cubicBezTo>
                <a:cubicBezTo>
                  <a:pt x="277" y="72315"/>
                  <a:pt x="424" y="71614"/>
                  <a:pt x="609" y="71097"/>
                </a:cubicBezTo>
                <a:cubicBezTo>
                  <a:pt x="793" y="70581"/>
                  <a:pt x="1032" y="70212"/>
                  <a:pt x="1326" y="69991"/>
                </a:cubicBezTo>
                <a:cubicBezTo>
                  <a:pt x="1621" y="69769"/>
                  <a:pt x="1953" y="69659"/>
                  <a:pt x="2322" y="69659"/>
                </a:cubicBezTo>
                <a:lnTo>
                  <a:pt x="60530" y="69659"/>
                </a:lnTo>
                <a:lnTo>
                  <a:pt x="60530" y="69548"/>
                </a:lnTo>
                <a:lnTo>
                  <a:pt x="2379" y="48800"/>
                </a:lnTo>
                <a:cubicBezTo>
                  <a:pt x="1900" y="48652"/>
                  <a:pt x="1503" y="48413"/>
                  <a:pt x="1190" y="48081"/>
                </a:cubicBezTo>
                <a:cubicBezTo>
                  <a:pt x="876" y="47749"/>
                  <a:pt x="627" y="47297"/>
                  <a:pt x="443" y="46725"/>
                </a:cubicBezTo>
                <a:cubicBezTo>
                  <a:pt x="258" y="46153"/>
                  <a:pt x="138" y="45425"/>
                  <a:pt x="83" y="44540"/>
                </a:cubicBezTo>
                <a:cubicBezTo>
                  <a:pt x="28" y="43654"/>
                  <a:pt x="0" y="42585"/>
                  <a:pt x="0" y="41331"/>
                </a:cubicBezTo>
                <a:cubicBezTo>
                  <a:pt x="0" y="40076"/>
                  <a:pt x="46" y="39007"/>
                  <a:pt x="138" y="38121"/>
                </a:cubicBezTo>
                <a:cubicBezTo>
                  <a:pt x="231" y="37236"/>
                  <a:pt x="378" y="36508"/>
                  <a:pt x="581" y="35936"/>
                </a:cubicBezTo>
                <a:cubicBezTo>
                  <a:pt x="784" y="35364"/>
                  <a:pt x="1033" y="34912"/>
                  <a:pt x="1328" y="34580"/>
                </a:cubicBezTo>
                <a:cubicBezTo>
                  <a:pt x="1623" y="34248"/>
                  <a:pt x="1973" y="34027"/>
                  <a:pt x="2379" y="33916"/>
                </a:cubicBezTo>
                <a:lnTo>
                  <a:pt x="60530" y="13888"/>
                </a:lnTo>
                <a:lnTo>
                  <a:pt x="60530" y="13777"/>
                </a:lnTo>
                <a:lnTo>
                  <a:pt x="2322" y="13777"/>
                </a:lnTo>
                <a:cubicBezTo>
                  <a:pt x="1953" y="13777"/>
                  <a:pt x="1621" y="13675"/>
                  <a:pt x="1326" y="13473"/>
                </a:cubicBezTo>
                <a:cubicBezTo>
                  <a:pt x="1032" y="13270"/>
                  <a:pt x="793" y="12892"/>
                  <a:pt x="609" y="12338"/>
                </a:cubicBezTo>
                <a:cubicBezTo>
                  <a:pt x="424" y="11785"/>
                  <a:pt x="277" y="11075"/>
                  <a:pt x="166" y="10208"/>
                </a:cubicBezTo>
                <a:cubicBezTo>
                  <a:pt x="55" y="9341"/>
                  <a:pt x="0" y="8226"/>
                  <a:pt x="0" y="6861"/>
                </a:cubicBezTo>
                <a:cubicBezTo>
                  <a:pt x="0" y="5533"/>
                  <a:pt x="55" y="4426"/>
                  <a:pt x="166" y="3541"/>
                </a:cubicBezTo>
                <a:cubicBezTo>
                  <a:pt x="277" y="2656"/>
                  <a:pt x="424" y="1946"/>
                  <a:pt x="609" y="1411"/>
                </a:cubicBezTo>
                <a:cubicBezTo>
                  <a:pt x="793" y="876"/>
                  <a:pt x="1033" y="507"/>
                  <a:pt x="1328" y="304"/>
                </a:cubicBezTo>
                <a:cubicBezTo>
                  <a:pt x="1623" y="101"/>
                  <a:pt x="1955" y="0"/>
                  <a:pt x="2324" y="0"/>
                </a:cubicBezTo>
                <a:lnTo>
                  <a:pt x="66118" y="0"/>
                </a:lnTo>
                <a:cubicBezTo>
                  <a:pt x="67999" y="0"/>
                  <a:pt x="69438" y="498"/>
                  <a:pt x="70433" y="1494"/>
                </a:cubicBezTo>
                <a:cubicBezTo>
                  <a:pt x="71429" y="2490"/>
                  <a:pt x="71927" y="3818"/>
                  <a:pt x="71927" y="5478"/>
                </a:cubicBezTo>
                <a:lnTo>
                  <a:pt x="71927" y="14994"/>
                </a:lnTo>
                <a:cubicBezTo>
                  <a:pt x="71927" y="16691"/>
                  <a:pt x="71789" y="18148"/>
                  <a:pt x="71512" y="19365"/>
                </a:cubicBezTo>
                <a:cubicBezTo>
                  <a:pt x="71236" y="20582"/>
                  <a:pt x="70775" y="21634"/>
                  <a:pt x="70129" y="22519"/>
                </a:cubicBezTo>
                <a:cubicBezTo>
                  <a:pt x="69484" y="23404"/>
                  <a:pt x="68635" y="24142"/>
                  <a:pt x="67584" y="24732"/>
                </a:cubicBezTo>
                <a:cubicBezTo>
                  <a:pt x="66533" y="25322"/>
                  <a:pt x="65233" y="25838"/>
                  <a:pt x="63683" y="26281"/>
                </a:cubicBezTo>
                <a:lnTo>
                  <a:pt x="21025" y="41773"/>
                </a:lnTo>
                <a:lnTo>
                  <a:pt x="21025" y="41994"/>
                </a:lnTo>
                <a:lnTo>
                  <a:pt x="63573" y="58040"/>
                </a:lnTo>
                <a:cubicBezTo>
                  <a:pt x="65122" y="58519"/>
                  <a:pt x="66431" y="59045"/>
                  <a:pt x="67501" y="59617"/>
                </a:cubicBezTo>
                <a:cubicBezTo>
                  <a:pt x="68571" y="60188"/>
                  <a:pt x="69438" y="60852"/>
                  <a:pt x="70101" y="61608"/>
                </a:cubicBezTo>
                <a:cubicBezTo>
                  <a:pt x="70765" y="62365"/>
                  <a:pt x="71236" y="63259"/>
                  <a:pt x="71512" y="64292"/>
                </a:cubicBezTo>
                <a:cubicBezTo>
                  <a:pt x="71789" y="65325"/>
                  <a:pt x="71927" y="66524"/>
                  <a:pt x="71927" y="67888"/>
                </a:cubicBezTo>
                <a:lnTo>
                  <a:pt x="71927" y="77681"/>
                </a:lnTo>
                <a:cubicBezTo>
                  <a:pt x="71927" y="78677"/>
                  <a:pt x="71798" y="79535"/>
                  <a:pt x="71540" y="80254"/>
                </a:cubicBezTo>
                <a:cubicBezTo>
                  <a:pt x="71282" y="80974"/>
                  <a:pt x="70904" y="81564"/>
                  <a:pt x="70406" y="82025"/>
                </a:cubicBezTo>
                <a:cubicBezTo>
                  <a:pt x="69908" y="82486"/>
                  <a:pt x="69299" y="82836"/>
                  <a:pt x="68580" y="83076"/>
                </a:cubicBezTo>
                <a:cubicBezTo>
                  <a:pt x="67861" y="83316"/>
                  <a:pt x="67040" y="83436"/>
                  <a:pt x="66118" y="83436"/>
                </a:cubicBezTo>
                <a:lnTo>
                  <a:pt x="2324" y="834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e">
            <a:extLst xmlns:a="http://schemas.openxmlformats.org/drawingml/2006/main">
              <a:ext uri="{FF2B5EF4-FFF2-40B4-BE49-F238E27FC236}">
                <a16:creationId xmlns:a16="http://schemas.microsoft.com/office/drawing/2014/main" id="{13309A29-1A2E-4A36-AFB7-E4811A94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62" y="3570737"/>
            <a:ext cx="55771" cy="48468"/>
          </a:xfrm>
          <a:custGeom xmlns:a="http://schemas.openxmlformats.org/drawingml/2006/main">
            <a:pathLst>
              <a:path w="55771" h="48468">
                <a:moveTo>
                  <a:pt x="29333" y="48468"/>
                </a:moveTo>
                <a:cubicBezTo>
                  <a:pt x="27633" y="48468"/>
                  <a:pt x="26376" y="48090"/>
                  <a:pt x="25564" y="47334"/>
                </a:cubicBezTo>
                <a:cubicBezTo>
                  <a:pt x="24751" y="46578"/>
                  <a:pt x="24345" y="45536"/>
                  <a:pt x="24345" y="44208"/>
                </a:cubicBezTo>
                <a:lnTo>
                  <a:pt x="24345" y="14164"/>
                </a:lnTo>
                <a:cubicBezTo>
                  <a:pt x="22234" y="14164"/>
                  <a:pt x="20318" y="14413"/>
                  <a:pt x="18596" y="14911"/>
                </a:cubicBezTo>
                <a:cubicBezTo>
                  <a:pt x="16874" y="15409"/>
                  <a:pt x="15410" y="16202"/>
                  <a:pt x="14206" y="17290"/>
                </a:cubicBezTo>
                <a:cubicBezTo>
                  <a:pt x="13002" y="18378"/>
                  <a:pt x="12086" y="19780"/>
                  <a:pt x="11456" y="21495"/>
                </a:cubicBezTo>
                <a:cubicBezTo>
                  <a:pt x="10827" y="23210"/>
                  <a:pt x="10512" y="25267"/>
                  <a:pt x="10512" y="27664"/>
                </a:cubicBezTo>
                <a:cubicBezTo>
                  <a:pt x="10512" y="30099"/>
                  <a:pt x="10691" y="32238"/>
                  <a:pt x="11047" y="34082"/>
                </a:cubicBezTo>
                <a:cubicBezTo>
                  <a:pt x="11403" y="35927"/>
                  <a:pt x="11797" y="37522"/>
                  <a:pt x="12228" y="38868"/>
                </a:cubicBezTo>
                <a:cubicBezTo>
                  <a:pt x="12659" y="40215"/>
                  <a:pt x="13052" y="41331"/>
                  <a:pt x="13409" y="42216"/>
                </a:cubicBezTo>
                <a:cubicBezTo>
                  <a:pt x="13765" y="43101"/>
                  <a:pt x="13943" y="43820"/>
                  <a:pt x="13943" y="44374"/>
                </a:cubicBezTo>
                <a:cubicBezTo>
                  <a:pt x="13943" y="44706"/>
                  <a:pt x="13878" y="44982"/>
                  <a:pt x="13747" y="45204"/>
                </a:cubicBezTo>
                <a:cubicBezTo>
                  <a:pt x="13618" y="45425"/>
                  <a:pt x="13387" y="45609"/>
                  <a:pt x="13052" y="45757"/>
                </a:cubicBezTo>
                <a:cubicBezTo>
                  <a:pt x="12719" y="45904"/>
                  <a:pt x="12247" y="46006"/>
                  <a:pt x="11635" y="46061"/>
                </a:cubicBezTo>
                <a:cubicBezTo>
                  <a:pt x="11023" y="46116"/>
                  <a:pt x="10253" y="46144"/>
                  <a:pt x="9326" y="46144"/>
                </a:cubicBezTo>
                <a:cubicBezTo>
                  <a:pt x="8510" y="46144"/>
                  <a:pt x="7815" y="46126"/>
                  <a:pt x="7239" y="46089"/>
                </a:cubicBezTo>
                <a:cubicBezTo>
                  <a:pt x="6665" y="46052"/>
                  <a:pt x="6174" y="45997"/>
                  <a:pt x="5766" y="45923"/>
                </a:cubicBezTo>
                <a:cubicBezTo>
                  <a:pt x="5358" y="45849"/>
                  <a:pt x="5015" y="45738"/>
                  <a:pt x="4736" y="45591"/>
                </a:cubicBezTo>
                <a:cubicBezTo>
                  <a:pt x="4458" y="45443"/>
                  <a:pt x="4189" y="45250"/>
                  <a:pt x="3930" y="45010"/>
                </a:cubicBezTo>
                <a:cubicBezTo>
                  <a:pt x="3671" y="44770"/>
                  <a:pt x="3320" y="44115"/>
                  <a:pt x="2877" y="43046"/>
                </a:cubicBezTo>
                <a:cubicBezTo>
                  <a:pt x="2434" y="41976"/>
                  <a:pt x="2001" y="40611"/>
                  <a:pt x="1577" y="38951"/>
                </a:cubicBezTo>
                <a:cubicBezTo>
                  <a:pt x="1153" y="37292"/>
                  <a:pt x="784" y="35392"/>
                  <a:pt x="470" y="33253"/>
                </a:cubicBezTo>
                <a:cubicBezTo>
                  <a:pt x="157" y="31113"/>
                  <a:pt x="0" y="28826"/>
                  <a:pt x="0" y="26392"/>
                </a:cubicBezTo>
                <a:cubicBezTo>
                  <a:pt x="0" y="22002"/>
                  <a:pt x="554" y="18157"/>
                  <a:pt x="1663" y="14856"/>
                </a:cubicBezTo>
                <a:cubicBezTo>
                  <a:pt x="2772" y="11554"/>
                  <a:pt x="4454" y="8797"/>
                  <a:pt x="6709" y="6584"/>
                </a:cubicBezTo>
                <a:cubicBezTo>
                  <a:pt x="8963" y="4371"/>
                  <a:pt x="11809" y="2720"/>
                  <a:pt x="15245" y="1632"/>
                </a:cubicBezTo>
                <a:cubicBezTo>
                  <a:pt x="18682" y="544"/>
                  <a:pt x="22711" y="0"/>
                  <a:pt x="27331" y="0"/>
                </a:cubicBezTo>
                <a:cubicBezTo>
                  <a:pt x="31729" y="0"/>
                  <a:pt x="35693" y="572"/>
                  <a:pt x="39223" y="1715"/>
                </a:cubicBezTo>
                <a:cubicBezTo>
                  <a:pt x="42752" y="2859"/>
                  <a:pt x="45746" y="4519"/>
                  <a:pt x="48203" y="6695"/>
                </a:cubicBezTo>
                <a:cubicBezTo>
                  <a:pt x="50662" y="8871"/>
                  <a:pt x="52538" y="11518"/>
                  <a:pt x="53831" y="14634"/>
                </a:cubicBezTo>
                <a:cubicBezTo>
                  <a:pt x="55125" y="17751"/>
                  <a:pt x="55771" y="21265"/>
                  <a:pt x="55771" y="25175"/>
                </a:cubicBezTo>
                <a:cubicBezTo>
                  <a:pt x="55771" y="29306"/>
                  <a:pt x="55162" y="32838"/>
                  <a:pt x="53942" y="35770"/>
                </a:cubicBezTo>
                <a:cubicBezTo>
                  <a:pt x="52722" y="38702"/>
                  <a:pt x="51032" y="41109"/>
                  <a:pt x="48871" y="42990"/>
                </a:cubicBezTo>
                <a:cubicBezTo>
                  <a:pt x="46710" y="44872"/>
                  <a:pt x="44151" y="46255"/>
                  <a:pt x="41194" y="47140"/>
                </a:cubicBezTo>
                <a:cubicBezTo>
                  <a:pt x="38238" y="48025"/>
                  <a:pt x="35024" y="48468"/>
                  <a:pt x="31549" y="48468"/>
                </a:cubicBezTo>
                <a:lnTo>
                  <a:pt x="29333" y="48468"/>
                </a:lnTo>
                <a:moveTo>
                  <a:pt x="33308" y="34968"/>
                </a:moveTo>
                <a:cubicBezTo>
                  <a:pt x="37235" y="35078"/>
                  <a:pt x="40319" y="34295"/>
                  <a:pt x="42560" y="32616"/>
                </a:cubicBezTo>
                <a:cubicBezTo>
                  <a:pt x="44802" y="30938"/>
                  <a:pt x="45923" y="28347"/>
                  <a:pt x="45923" y="24843"/>
                </a:cubicBezTo>
                <a:cubicBezTo>
                  <a:pt x="45923" y="23072"/>
                  <a:pt x="45589" y="21532"/>
                  <a:pt x="44922" y="20223"/>
                </a:cubicBezTo>
                <a:cubicBezTo>
                  <a:pt x="44255" y="18913"/>
                  <a:pt x="43357" y="17825"/>
                  <a:pt x="42226" y="16958"/>
                </a:cubicBezTo>
                <a:cubicBezTo>
                  <a:pt x="41097" y="16091"/>
                  <a:pt x="39763" y="15427"/>
                  <a:pt x="38225" y="14966"/>
                </a:cubicBezTo>
                <a:cubicBezTo>
                  <a:pt x="36689" y="14505"/>
                  <a:pt x="35050" y="14238"/>
                  <a:pt x="33308" y="14164"/>
                </a:cubicBezTo>
                <a:lnTo>
                  <a:pt x="33308" y="34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a">
            <a:extLst xmlns:a="http://schemas.openxmlformats.org/drawingml/2006/main">
              <a:ext uri="{FF2B5EF4-FFF2-40B4-BE49-F238E27FC236}">
                <a16:creationId xmlns:a16="http://schemas.microsoft.com/office/drawing/2014/main" id="{192A30C9-08C9-48E6-BA4D-3EBF6AAC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62" y="3626978"/>
            <a:ext cx="55771" cy="45093"/>
          </a:xfrm>
          <a:custGeom xmlns:a="http://schemas.openxmlformats.org/drawingml/2006/main">
            <a:pathLst>
              <a:path w="55771" h="45093">
                <a:moveTo>
                  <a:pt x="3045" y="45093"/>
                </a:moveTo>
                <a:cubicBezTo>
                  <a:pt x="2528" y="45093"/>
                  <a:pt x="2122" y="44908"/>
                  <a:pt x="1826" y="44540"/>
                </a:cubicBezTo>
                <a:cubicBezTo>
                  <a:pt x="1531" y="44171"/>
                  <a:pt x="1319" y="43590"/>
                  <a:pt x="1190" y="42797"/>
                </a:cubicBezTo>
                <a:cubicBezTo>
                  <a:pt x="1060" y="42004"/>
                  <a:pt x="996" y="40833"/>
                  <a:pt x="996" y="39283"/>
                </a:cubicBezTo>
                <a:cubicBezTo>
                  <a:pt x="996" y="37624"/>
                  <a:pt x="1060" y="36416"/>
                  <a:pt x="1190" y="35659"/>
                </a:cubicBezTo>
                <a:cubicBezTo>
                  <a:pt x="1319" y="34903"/>
                  <a:pt x="1531" y="34368"/>
                  <a:pt x="1826" y="34055"/>
                </a:cubicBezTo>
                <a:cubicBezTo>
                  <a:pt x="2121" y="33741"/>
                  <a:pt x="2527" y="33585"/>
                  <a:pt x="3043" y="33585"/>
                </a:cubicBezTo>
                <a:lnTo>
                  <a:pt x="6971" y="33585"/>
                </a:lnTo>
                <a:cubicBezTo>
                  <a:pt x="4795" y="31556"/>
                  <a:pt x="3089" y="29241"/>
                  <a:pt x="1854" y="26641"/>
                </a:cubicBezTo>
                <a:cubicBezTo>
                  <a:pt x="618" y="24040"/>
                  <a:pt x="0" y="21154"/>
                  <a:pt x="0" y="17982"/>
                </a:cubicBezTo>
                <a:cubicBezTo>
                  <a:pt x="0" y="15363"/>
                  <a:pt x="342" y="12956"/>
                  <a:pt x="1027" y="10761"/>
                </a:cubicBezTo>
                <a:cubicBezTo>
                  <a:pt x="1712" y="8567"/>
                  <a:pt x="2730" y="6667"/>
                  <a:pt x="4080" y="5063"/>
                </a:cubicBezTo>
                <a:cubicBezTo>
                  <a:pt x="5431" y="3458"/>
                  <a:pt x="7106" y="2213"/>
                  <a:pt x="9103" y="1328"/>
                </a:cubicBezTo>
                <a:cubicBezTo>
                  <a:pt x="11102" y="443"/>
                  <a:pt x="13434" y="0"/>
                  <a:pt x="16099" y="0"/>
                </a:cubicBezTo>
                <a:cubicBezTo>
                  <a:pt x="18986" y="0"/>
                  <a:pt x="21494" y="563"/>
                  <a:pt x="23622" y="1688"/>
                </a:cubicBezTo>
                <a:cubicBezTo>
                  <a:pt x="25750" y="2813"/>
                  <a:pt x="27508" y="4491"/>
                  <a:pt x="28895" y="6722"/>
                </a:cubicBezTo>
                <a:cubicBezTo>
                  <a:pt x="30283" y="8954"/>
                  <a:pt x="31310" y="11730"/>
                  <a:pt x="31977" y="15049"/>
                </a:cubicBezTo>
                <a:cubicBezTo>
                  <a:pt x="32643" y="18369"/>
                  <a:pt x="32976" y="22224"/>
                  <a:pt x="32976" y="26613"/>
                </a:cubicBezTo>
                <a:lnTo>
                  <a:pt x="32976" y="31427"/>
                </a:lnTo>
                <a:lnTo>
                  <a:pt x="35950" y="31427"/>
                </a:lnTo>
                <a:cubicBezTo>
                  <a:pt x="37492" y="31427"/>
                  <a:pt x="38841" y="31270"/>
                  <a:pt x="39997" y="30956"/>
                </a:cubicBezTo>
                <a:cubicBezTo>
                  <a:pt x="41155" y="30643"/>
                  <a:pt x="42119" y="30126"/>
                  <a:pt x="42890" y="29407"/>
                </a:cubicBezTo>
                <a:cubicBezTo>
                  <a:pt x="43661" y="28688"/>
                  <a:pt x="44230" y="27729"/>
                  <a:pt x="44597" y="26530"/>
                </a:cubicBezTo>
                <a:cubicBezTo>
                  <a:pt x="44964" y="25331"/>
                  <a:pt x="45148" y="23847"/>
                  <a:pt x="45148" y="22076"/>
                </a:cubicBezTo>
                <a:cubicBezTo>
                  <a:pt x="45148" y="19752"/>
                  <a:pt x="44890" y="17678"/>
                  <a:pt x="44374" y="15852"/>
                </a:cubicBezTo>
                <a:cubicBezTo>
                  <a:pt x="43857" y="14026"/>
                  <a:pt x="43285" y="12412"/>
                  <a:pt x="42658" y="11010"/>
                </a:cubicBezTo>
                <a:cubicBezTo>
                  <a:pt x="42031" y="9609"/>
                  <a:pt x="41460" y="8438"/>
                  <a:pt x="40943" y="7497"/>
                </a:cubicBezTo>
                <a:cubicBezTo>
                  <a:pt x="40427" y="6556"/>
                  <a:pt x="40169" y="5791"/>
                  <a:pt x="40169" y="5201"/>
                </a:cubicBezTo>
                <a:cubicBezTo>
                  <a:pt x="40169" y="4795"/>
                  <a:pt x="40298" y="4436"/>
                  <a:pt x="40558" y="4122"/>
                </a:cubicBezTo>
                <a:cubicBezTo>
                  <a:pt x="40817" y="3808"/>
                  <a:pt x="41188" y="3550"/>
                  <a:pt x="41669" y="3347"/>
                </a:cubicBezTo>
                <a:cubicBezTo>
                  <a:pt x="42151" y="3145"/>
                  <a:pt x="42744" y="2988"/>
                  <a:pt x="43449" y="2877"/>
                </a:cubicBezTo>
                <a:cubicBezTo>
                  <a:pt x="44154" y="2766"/>
                  <a:pt x="44933" y="2711"/>
                  <a:pt x="45784" y="2711"/>
                </a:cubicBezTo>
                <a:cubicBezTo>
                  <a:pt x="46934" y="2711"/>
                  <a:pt x="47842" y="2803"/>
                  <a:pt x="48509" y="2988"/>
                </a:cubicBezTo>
                <a:cubicBezTo>
                  <a:pt x="49177" y="3172"/>
                  <a:pt x="49779" y="3523"/>
                  <a:pt x="50316" y="4039"/>
                </a:cubicBezTo>
                <a:cubicBezTo>
                  <a:pt x="50855" y="4555"/>
                  <a:pt x="51446" y="5459"/>
                  <a:pt x="52092" y="6750"/>
                </a:cubicBezTo>
                <a:cubicBezTo>
                  <a:pt x="52737" y="8041"/>
                  <a:pt x="53337" y="9553"/>
                  <a:pt x="53890" y="11287"/>
                </a:cubicBezTo>
                <a:cubicBezTo>
                  <a:pt x="54443" y="13021"/>
                  <a:pt x="54895" y="14911"/>
                  <a:pt x="55246" y="16958"/>
                </a:cubicBezTo>
                <a:cubicBezTo>
                  <a:pt x="55596" y="19005"/>
                  <a:pt x="55771" y="21117"/>
                  <a:pt x="55771" y="23293"/>
                </a:cubicBezTo>
                <a:cubicBezTo>
                  <a:pt x="55771" y="27166"/>
                  <a:pt x="55393" y="30477"/>
                  <a:pt x="54635" y="33225"/>
                </a:cubicBezTo>
                <a:cubicBezTo>
                  <a:pt x="53879" y="35973"/>
                  <a:pt x="52716" y="38232"/>
                  <a:pt x="51146" y="40003"/>
                </a:cubicBezTo>
                <a:cubicBezTo>
                  <a:pt x="49577" y="41773"/>
                  <a:pt x="47556" y="43064"/>
                  <a:pt x="45083" y="43876"/>
                </a:cubicBezTo>
                <a:cubicBezTo>
                  <a:pt x="42609" y="44687"/>
                  <a:pt x="39674" y="45093"/>
                  <a:pt x="36277" y="45093"/>
                </a:cubicBezTo>
                <a:lnTo>
                  <a:pt x="3045" y="45093"/>
                </a:lnTo>
                <a:moveTo>
                  <a:pt x="24234" y="31427"/>
                </a:moveTo>
                <a:lnTo>
                  <a:pt x="24234" y="26115"/>
                </a:lnTo>
                <a:cubicBezTo>
                  <a:pt x="24234" y="23865"/>
                  <a:pt x="24067" y="21947"/>
                  <a:pt x="23733" y="20361"/>
                </a:cubicBezTo>
                <a:cubicBezTo>
                  <a:pt x="23398" y="18775"/>
                  <a:pt x="22896" y="17484"/>
                  <a:pt x="22227" y="16488"/>
                </a:cubicBezTo>
                <a:cubicBezTo>
                  <a:pt x="21558" y="15492"/>
                  <a:pt x="20749" y="14764"/>
                  <a:pt x="19801" y="14302"/>
                </a:cubicBezTo>
                <a:cubicBezTo>
                  <a:pt x="18853" y="13841"/>
                  <a:pt x="17766" y="13611"/>
                  <a:pt x="16540" y="13611"/>
                </a:cubicBezTo>
                <a:cubicBezTo>
                  <a:pt x="14458" y="13611"/>
                  <a:pt x="12822" y="14266"/>
                  <a:pt x="11633" y="15575"/>
                </a:cubicBezTo>
                <a:cubicBezTo>
                  <a:pt x="10443" y="16884"/>
                  <a:pt x="9849" y="18701"/>
                  <a:pt x="9849" y="21025"/>
                </a:cubicBezTo>
                <a:cubicBezTo>
                  <a:pt x="9849" y="22980"/>
                  <a:pt x="10350" y="24778"/>
                  <a:pt x="11353" y="26419"/>
                </a:cubicBezTo>
                <a:cubicBezTo>
                  <a:pt x="12357" y="28061"/>
                  <a:pt x="13825" y="29730"/>
                  <a:pt x="15758" y="31427"/>
                </a:cubicBezTo>
                <a:lnTo>
                  <a:pt x="24234" y="314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n">
            <a:extLst xmlns:a="http://schemas.openxmlformats.org/drawingml/2006/main">
              <a:ext uri="{FF2B5EF4-FFF2-40B4-BE49-F238E27FC236}">
                <a16:creationId xmlns:a16="http://schemas.microsoft.com/office/drawing/2014/main" id="{F70ADD9B-A01A-4B8C-A421-091A50D7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58" y="3686429"/>
            <a:ext cx="54775" cy="47140"/>
          </a:xfrm>
          <a:custGeom xmlns:a="http://schemas.openxmlformats.org/drawingml/2006/main">
            <a:pathLst>
              <a:path w="54775" h="47140">
                <a:moveTo>
                  <a:pt x="2215" y="47140"/>
                </a:moveTo>
                <a:cubicBezTo>
                  <a:pt x="1846" y="47140"/>
                  <a:pt x="1523" y="47029"/>
                  <a:pt x="1245" y="46808"/>
                </a:cubicBezTo>
                <a:cubicBezTo>
                  <a:pt x="968" y="46587"/>
                  <a:pt x="738" y="46218"/>
                  <a:pt x="553" y="45701"/>
                </a:cubicBezTo>
                <a:cubicBezTo>
                  <a:pt x="369" y="45185"/>
                  <a:pt x="231" y="44475"/>
                  <a:pt x="138" y="43571"/>
                </a:cubicBezTo>
                <a:cubicBezTo>
                  <a:pt x="46" y="42668"/>
                  <a:pt x="0" y="41552"/>
                  <a:pt x="0" y="40224"/>
                </a:cubicBezTo>
                <a:cubicBezTo>
                  <a:pt x="0" y="38859"/>
                  <a:pt x="46" y="37725"/>
                  <a:pt x="138" y="36821"/>
                </a:cubicBezTo>
                <a:cubicBezTo>
                  <a:pt x="231" y="35918"/>
                  <a:pt x="369" y="35207"/>
                  <a:pt x="553" y="34691"/>
                </a:cubicBezTo>
                <a:cubicBezTo>
                  <a:pt x="738" y="34175"/>
                  <a:pt x="968" y="33806"/>
                  <a:pt x="1245" y="33585"/>
                </a:cubicBezTo>
                <a:cubicBezTo>
                  <a:pt x="1522" y="33363"/>
                  <a:pt x="1844" y="33253"/>
                  <a:pt x="2213" y="33253"/>
                </a:cubicBezTo>
                <a:lnTo>
                  <a:pt x="30375" y="33253"/>
                </a:lnTo>
                <a:cubicBezTo>
                  <a:pt x="32773" y="33253"/>
                  <a:pt x="34654" y="33077"/>
                  <a:pt x="36019" y="32727"/>
                </a:cubicBezTo>
                <a:cubicBezTo>
                  <a:pt x="37384" y="32377"/>
                  <a:pt x="38555" y="31869"/>
                  <a:pt x="39532" y="31205"/>
                </a:cubicBezTo>
                <a:cubicBezTo>
                  <a:pt x="40510" y="30541"/>
                  <a:pt x="41266" y="29684"/>
                  <a:pt x="41801" y="28633"/>
                </a:cubicBezTo>
                <a:cubicBezTo>
                  <a:pt x="42336" y="27581"/>
                  <a:pt x="42603" y="26355"/>
                  <a:pt x="42603" y="24953"/>
                </a:cubicBezTo>
                <a:cubicBezTo>
                  <a:pt x="42603" y="23183"/>
                  <a:pt x="41958" y="21394"/>
                  <a:pt x="40667" y="19586"/>
                </a:cubicBezTo>
                <a:cubicBezTo>
                  <a:pt x="39376" y="17779"/>
                  <a:pt x="37494" y="15898"/>
                  <a:pt x="35023" y="13943"/>
                </a:cubicBezTo>
                <a:lnTo>
                  <a:pt x="2213" y="13943"/>
                </a:lnTo>
                <a:cubicBezTo>
                  <a:pt x="1844" y="13943"/>
                  <a:pt x="1522" y="13832"/>
                  <a:pt x="1245" y="13611"/>
                </a:cubicBezTo>
                <a:cubicBezTo>
                  <a:pt x="968" y="13390"/>
                  <a:pt x="738" y="13011"/>
                  <a:pt x="553" y="12477"/>
                </a:cubicBezTo>
                <a:cubicBezTo>
                  <a:pt x="369" y="11942"/>
                  <a:pt x="231" y="11232"/>
                  <a:pt x="138" y="10346"/>
                </a:cubicBezTo>
                <a:cubicBezTo>
                  <a:pt x="46" y="9461"/>
                  <a:pt x="0" y="8336"/>
                  <a:pt x="0" y="6971"/>
                </a:cubicBezTo>
                <a:cubicBezTo>
                  <a:pt x="0" y="5607"/>
                  <a:pt x="46" y="4482"/>
                  <a:pt x="138" y="3596"/>
                </a:cubicBezTo>
                <a:cubicBezTo>
                  <a:pt x="231" y="2711"/>
                  <a:pt x="369" y="2001"/>
                  <a:pt x="553" y="1466"/>
                </a:cubicBezTo>
                <a:cubicBezTo>
                  <a:pt x="738" y="931"/>
                  <a:pt x="968" y="553"/>
                  <a:pt x="1245" y="332"/>
                </a:cubicBezTo>
                <a:cubicBezTo>
                  <a:pt x="1522" y="111"/>
                  <a:pt x="1844" y="0"/>
                  <a:pt x="2213" y="0"/>
                </a:cubicBezTo>
                <a:lnTo>
                  <a:pt x="51566" y="0"/>
                </a:lnTo>
                <a:cubicBezTo>
                  <a:pt x="51935" y="0"/>
                  <a:pt x="52258" y="92"/>
                  <a:pt x="52535" y="277"/>
                </a:cubicBezTo>
                <a:cubicBezTo>
                  <a:pt x="52811" y="461"/>
                  <a:pt x="53042" y="793"/>
                  <a:pt x="53226" y="1273"/>
                </a:cubicBezTo>
                <a:cubicBezTo>
                  <a:pt x="53411" y="1752"/>
                  <a:pt x="53549" y="2370"/>
                  <a:pt x="53641" y="3126"/>
                </a:cubicBezTo>
                <a:cubicBezTo>
                  <a:pt x="53733" y="3882"/>
                  <a:pt x="53779" y="4832"/>
                  <a:pt x="53779" y="5975"/>
                </a:cubicBezTo>
                <a:cubicBezTo>
                  <a:pt x="53779" y="7156"/>
                  <a:pt x="53733" y="8133"/>
                  <a:pt x="53641" y="8908"/>
                </a:cubicBezTo>
                <a:cubicBezTo>
                  <a:pt x="53549" y="9683"/>
                  <a:pt x="53411" y="10282"/>
                  <a:pt x="53226" y="10706"/>
                </a:cubicBezTo>
                <a:cubicBezTo>
                  <a:pt x="53042" y="11130"/>
                  <a:pt x="52811" y="11435"/>
                  <a:pt x="52535" y="11619"/>
                </a:cubicBezTo>
                <a:cubicBezTo>
                  <a:pt x="52258" y="11803"/>
                  <a:pt x="51935" y="11896"/>
                  <a:pt x="51566" y="11896"/>
                </a:cubicBezTo>
                <a:lnTo>
                  <a:pt x="45867" y="11896"/>
                </a:lnTo>
                <a:cubicBezTo>
                  <a:pt x="48837" y="14625"/>
                  <a:pt x="51064" y="17401"/>
                  <a:pt x="52548" y="20223"/>
                </a:cubicBezTo>
                <a:cubicBezTo>
                  <a:pt x="54033" y="23044"/>
                  <a:pt x="54775" y="25986"/>
                  <a:pt x="54775" y="29048"/>
                </a:cubicBezTo>
                <a:cubicBezTo>
                  <a:pt x="54775" y="32404"/>
                  <a:pt x="54222" y="35235"/>
                  <a:pt x="53114" y="37541"/>
                </a:cubicBezTo>
                <a:cubicBezTo>
                  <a:pt x="52006" y="39846"/>
                  <a:pt x="50501" y="41709"/>
                  <a:pt x="48599" y="43129"/>
                </a:cubicBezTo>
                <a:cubicBezTo>
                  <a:pt x="46699" y="44549"/>
                  <a:pt x="44474" y="45572"/>
                  <a:pt x="41925" y="46199"/>
                </a:cubicBezTo>
                <a:cubicBezTo>
                  <a:pt x="39378" y="46827"/>
                  <a:pt x="36313" y="47140"/>
                  <a:pt x="32732" y="47140"/>
                </a:cubicBezTo>
                <a:lnTo>
                  <a:pt x="2215" y="471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P">
            <a:extLst xmlns:a="http://schemas.openxmlformats.org/drawingml/2006/main">
              <a:ext uri="{FF2B5EF4-FFF2-40B4-BE49-F238E27FC236}">
                <a16:creationId xmlns:a16="http://schemas.microsoft.com/office/drawing/2014/main" id="{EB8C0504-AE9A-475D-BF62-DEF49E27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071" y="3505218"/>
            <a:ext cx="71927" cy="49021"/>
          </a:xfrm>
          <a:custGeom xmlns:a="http://schemas.openxmlformats.org/drawingml/2006/main">
            <a:pathLst>
              <a:path w="71927" h="49021">
                <a:moveTo>
                  <a:pt x="50209" y="49021"/>
                </a:moveTo>
                <a:cubicBezTo>
                  <a:pt x="46193" y="49021"/>
                  <a:pt x="42638" y="48394"/>
                  <a:pt x="39543" y="47140"/>
                </a:cubicBezTo>
                <a:cubicBezTo>
                  <a:pt x="36448" y="45886"/>
                  <a:pt x="33841" y="44060"/>
                  <a:pt x="31722" y="41663"/>
                </a:cubicBezTo>
                <a:cubicBezTo>
                  <a:pt x="29605" y="39265"/>
                  <a:pt x="27993" y="36323"/>
                  <a:pt x="26888" y="32838"/>
                </a:cubicBezTo>
                <a:cubicBezTo>
                  <a:pt x="25783" y="29352"/>
                  <a:pt x="25230" y="25248"/>
                  <a:pt x="25230" y="20527"/>
                </a:cubicBezTo>
                <a:lnTo>
                  <a:pt x="25230" y="14551"/>
                </a:lnTo>
                <a:lnTo>
                  <a:pt x="2329" y="14551"/>
                </a:lnTo>
                <a:cubicBezTo>
                  <a:pt x="1959" y="14551"/>
                  <a:pt x="1626" y="14432"/>
                  <a:pt x="1330" y="14192"/>
                </a:cubicBezTo>
                <a:cubicBezTo>
                  <a:pt x="1035" y="13952"/>
                  <a:pt x="794" y="13556"/>
                  <a:pt x="609" y="13002"/>
                </a:cubicBezTo>
                <a:cubicBezTo>
                  <a:pt x="424" y="12449"/>
                  <a:pt x="277" y="11711"/>
                  <a:pt x="166" y="10789"/>
                </a:cubicBezTo>
                <a:cubicBezTo>
                  <a:pt x="55" y="9867"/>
                  <a:pt x="0" y="8687"/>
                  <a:pt x="0" y="7248"/>
                </a:cubicBezTo>
                <a:cubicBezTo>
                  <a:pt x="0" y="5846"/>
                  <a:pt x="55" y="4675"/>
                  <a:pt x="166" y="3735"/>
                </a:cubicBezTo>
                <a:cubicBezTo>
                  <a:pt x="277" y="2794"/>
                  <a:pt x="424" y="2047"/>
                  <a:pt x="609" y="1494"/>
                </a:cubicBezTo>
                <a:cubicBezTo>
                  <a:pt x="793" y="941"/>
                  <a:pt x="1033" y="553"/>
                  <a:pt x="1328" y="332"/>
                </a:cubicBezTo>
                <a:cubicBezTo>
                  <a:pt x="1623" y="111"/>
                  <a:pt x="1955" y="0"/>
                  <a:pt x="2324" y="0"/>
                </a:cubicBezTo>
                <a:lnTo>
                  <a:pt x="66726" y="0"/>
                </a:lnTo>
                <a:cubicBezTo>
                  <a:pt x="68460" y="0"/>
                  <a:pt x="69760" y="452"/>
                  <a:pt x="70627" y="1356"/>
                </a:cubicBezTo>
                <a:cubicBezTo>
                  <a:pt x="71494" y="2259"/>
                  <a:pt x="71927" y="3449"/>
                  <a:pt x="71927" y="4924"/>
                </a:cubicBezTo>
                <a:lnTo>
                  <a:pt x="71927" y="21800"/>
                </a:lnTo>
                <a:cubicBezTo>
                  <a:pt x="71927" y="23496"/>
                  <a:pt x="71863" y="25110"/>
                  <a:pt x="71734" y="26641"/>
                </a:cubicBezTo>
                <a:cubicBezTo>
                  <a:pt x="71605" y="28172"/>
                  <a:pt x="71328" y="30007"/>
                  <a:pt x="70904" y="32146"/>
                </a:cubicBezTo>
                <a:cubicBezTo>
                  <a:pt x="70481" y="34285"/>
                  <a:pt x="69698" y="36452"/>
                  <a:pt x="68556" y="38647"/>
                </a:cubicBezTo>
                <a:cubicBezTo>
                  <a:pt x="67413" y="40842"/>
                  <a:pt x="65967" y="42714"/>
                  <a:pt x="64218" y="44263"/>
                </a:cubicBezTo>
                <a:cubicBezTo>
                  <a:pt x="62468" y="45812"/>
                  <a:pt x="60423" y="46993"/>
                  <a:pt x="58083" y="47804"/>
                </a:cubicBezTo>
                <a:cubicBezTo>
                  <a:pt x="55744" y="48615"/>
                  <a:pt x="53120" y="49021"/>
                  <a:pt x="50209" y="49021"/>
                </a:cubicBezTo>
                <a:moveTo>
                  <a:pt x="49156" y="33806"/>
                </a:moveTo>
                <a:cubicBezTo>
                  <a:pt x="51647" y="33806"/>
                  <a:pt x="53698" y="33363"/>
                  <a:pt x="55310" y="32478"/>
                </a:cubicBezTo>
                <a:cubicBezTo>
                  <a:pt x="56922" y="31593"/>
                  <a:pt x="58113" y="30505"/>
                  <a:pt x="58882" y="29214"/>
                </a:cubicBezTo>
                <a:cubicBezTo>
                  <a:pt x="59651" y="27923"/>
                  <a:pt x="60136" y="26567"/>
                  <a:pt x="60338" y="25147"/>
                </a:cubicBezTo>
                <a:cubicBezTo>
                  <a:pt x="60539" y="23727"/>
                  <a:pt x="60640" y="22261"/>
                  <a:pt x="60640" y="20748"/>
                </a:cubicBezTo>
                <a:lnTo>
                  <a:pt x="60640" y="14551"/>
                </a:lnTo>
                <a:lnTo>
                  <a:pt x="36517" y="14551"/>
                </a:lnTo>
                <a:lnTo>
                  <a:pt x="36517" y="21080"/>
                </a:lnTo>
                <a:cubicBezTo>
                  <a:pt x="36517" y="23404"/>
                  <a:pt x="36828" y="25350"/>
                  <a:pt x="37451" y="26917"/>
                </a:cubicBezTo>
                <a:cubicBezTo>
                  <a:pt x="38074" y="28485"/>
                  <a:pt x="38944" y="29767"/>
                  <a:pt x="40061" y="30763"/>
                </a:cubicBezTo>
                <a:cubicBezTo>
                  <a:pt x="41178" y="31759"/>
                  <a:pt x="42515" y="32515"/>
                  <a:pt x="44073" y="33031"/>
                </a:cubicBezTo>
                <a:cubicBezTo>
                  <a:pt x="45630" y="33548"/>
                  <a:pt x="47324" y="33806"/>
                  <a:pt x="49156" y="338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o">
            <a:extLst xmlns:a="http://schemas.openxmlformats.org/drawingml/2006/main">
              <a:ext uri="{FF2B5EF4-FFF2-40B4-BE49-F238E27FC236}">
                <a16:creationId xmlns:a16="http://schemas.microsoft.com/office/drawing/2014/main" id="{37FEBA1D-E286-41A4-B98B-05E661F6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75" y="3560674"/>
            <a:ext cx="55771" cy="52894"/>
          </a:xfrm>
          <a:custGeom xmlns:a="http://schemas.openxmlformats.org/drawingml/2006/main">
            <a:pathLst>
              <a:path w="55771" h="52894">
                <a:moveTo>
                  <a:pt x="28385" y="52894"/>
                </a:moveTo>
                <a:cubicBezTo>
                  <a:pt x="24171" y="52894"/>
                  <a:pt x="20327" y="52341"/>
                  <a:pt x="16853" y="51234"/>
                </a:cubicBezTo>
                <a:cubicBezTo>
                  <a:pt x="13379" y="50128"/>
                  <a:pt x="10385" y="48449"/>
                  <a:pt x="7872" y="46199"/>
                </a:cubicBezTo>
                <a:cubicBezTo>
                  <a:pt x="5359" y="43949"/>
                  <a:pt x="3419" y="41128"/>
                  <a:pt x="2051" y="37734"/>
                </a:cubicBezTo>
                <a:cubicBezTo>
                  <a:pt x="684" y="34341"/>
                  <a:pt x="0" y="30375"/>
                  <a:pt x="0" y="25838"/>
                </a:cubicBezTo>
                <a:cubicBezTo>
                  <a:pt x="0" y="21449"/>
                  <a:pt x="610" y="17631"/>
                  <a:pt x="1829" y="14385"/>
                </a:cubicBezTo>
                <a:cubicBezTo>
                  <a:pt x="3049" y="11140"/>
                  <a:pt x="4823" y="8447"/>
                  <a:pt x="7151" y="6307"/>
                </a:cubicBezTo>
                <a:cubicBezTo>
                  <a:pt x="9480" y="4168"/>
                  <a:pt x="12344" y="2582"/>
                  <a:pt x="15744" y="1549"/>
                </a:cubicBezTo>
                <a:cubicBezTo>
                  <a:pt x="19145" y="516"/>
                  <a:pt x="23025" y="0"/>
                  <a:pt x="27386" y="0"/>
                </a:cubicBezTo>
                <a:cubicBezTo>
                  <a:pt x="31600" y="0"/>
                  <a:pt x="35454" y="563"/>
                  <a:pt x="38946" y="1688"/>
                </a:cubicBezTo>
                <a:cubicBezTo>
                  <a:pt x="42439" y="2813"/>
                  <a:pt x="45432" y="4500"/>
                  <a:pt x="47927" y="6750"/>
                </a:cubicBezTo>
                <a:cubicBezTo>
                  <a:pt x="50421" y="9000"/>
                  <a:pt x="52352" y="11813"/>
                  <a:pt x="53719" y="15188"/>
                </a:cubicBezTo>
                <a:cubicBezTo>
                  <a:pt x="55087" y="18563"/>
                  <a:pt x="55771" y="22519"/>
                  <a:pt x="55771" y="27056"/>
                </a:cubicBezTo>
                <a:cubicBezTo>
                  <a:pt x="55771" y="31482"/>
                  <a:pt x="55171" y="35318"/>
                  <a:pt x="53970" y="38564"/>
                </a:cubicBezTo>
                <a:cubicBezTo>
                  <a:pt x="52769" y="41810"/>
                  <a:pt x="51004" y="44493"/>
                  <a:pt x="48675" y="46614"/>
                </a:cubicBezTo>
                <a:cubicBezTo>
                  <a:pt x="46347" y="48735"/>
                  <a:pt x="43483" y="50312"/>
                  <a:pt x="40082" y="51345"/>
                </a:cubicBezTo>
                <a:cubicBezTo>
                  <a:pt x="36682" y="52378"/>
                  <a:pt x="32783" y="52894"/>
                  <a:pt x="28385" y="52894"/>
                </a:cubicBezTo>
                <a:moveTo>
                  <a:pt x="27830" y="38564"/>
                </a:moveTo>
                <a:cubicBezTo>
                  <a:pt x="30265" y="38564"/>
                  <a:pt x="32506" y="38370"/>
                  <a:pt x="34553" y="37983"/>
                </a:cubicBezTo>
                <a:cubicBezTo>
                  <a:pt x="36600" y="37596"/>
                  <a:pt x="38380" y="36941"/>
                  <a:pt x="39892" y="36019"/>
                </a:cubicBezTo>
                <a:cubicBezTo>
                  <a:pt x="41404" y="35097"/>
                  <a:pt x="42585" y="33870"/>
                  <a:pt x="43433" y="32340"/>
                </a:cubicBezTo>
                <a:cubicBezTo>
                  <a:pt x="44281" y="30809"/>
                  <a:pt x="44706" y="28882"/>
                  <a:pt x="44706" y="26558"/>
                </a:cubicBezTo>
                <a:cubicBezTo>
                  <a:pt x="44706" y="24492"/>
                  <a:pt x="44328" y="22685"/>
                  <a:pt x="43571" y="21136"/>
                </a:cubicBezTo>
                <a:cubicBezTo>
                  <a:pt x="42815" y="19586"/>
                  <a:pt x="41709" y="18314"/>
                  <a:pt x="40252" y="17318"/>
                </a:cubicBezTo>
                <a:cubicBezTo>
                  <a:pt x="38795" y="16322"/>
                  <a:pt x="37043" y="15575"/>
                  <a:pt x="34995" y="15077"/>
                </a:cubicBezTo>
                <a:cubicBezTo>
                  <a:pt x="32948" y="14579"/>
                  <a:pt x="30615" y="14330"/>
                  <a:pt x="27996" y="14330"/>
                </a:cubicBezTo>
                <a:cubicBezTo>
                  <a:pt x="25562" y="14330"/>
                  <a:pt x="23321" y="14533"/>
                  <a:pt x="21274" y="14939"/>
                </a:cubicBezTo>
                <a:cubicBezTo>
                  <a:pt x="19227" y="15344"/>
                  <a:pt x="17447" y="15999"/>
                  <a:pt x="15935" y="16903"/>
                </a:cubicBezTo>
                <a:cubicBezTo>
                  <a:pt x="14422" y="17807"/>
                  <a:pt x="13251" y="19033"/>
                  <a:pt x="12421" y="20582"/>
                </a:cubicBezTo>
                <a:cubicBezTo>
                  <a:pt x="11591" y="22131"/>
                  <a:pt x="11176" y="24050"/>
                  <a:pt x="11176" y="26336"/>
                </a:cubicBezTo>
                <a:cubicBezTo>
                  <a:pt x="11176" y="28439"/>
                  <a:pt x="11554" y="30265"/>
                  <a:pt x="12311" y="31814"/>
                </a:cubicBezTo>
                <a:cubicBezTo>
                  <a:pt x="13067" y="33363"/>
                  <a:pt x="14164" y="34636"/>
                  <a:pt x="15603" y="35632"/>
                </a:cubicBezTo>
                <a:cubicBezTo>
                  <a:pt x="17041" y="36628"/>
                  <a:pt x="18784" y="37365"/>
                  <a:pt x="20831" y="37845"/>
                </a:cubicBezTo>
                <a:cubicBezTo>
                  <a:pt x="22878" y="38324"/>
                  <a:pt x="25211" y="38564"/>
                  <a:pt x="27830" y="38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o">
            <a:extLst xmlns:a="http://schemas.openxmlformats.org/drawingml/2006/main">
              <a:ext uri="{FF2B5EF4-FFF2-40B4-BE49-F238E27FC236}">
                <a16:creationId xmlns:a16="http://schemas.microsoft.com/office/drawing/2014/main" id="{775537BB-A070-4470-A69E-AB021752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75" y="3622781"/>
            <a:ext cx="55771" cy="52894"/>
          </a:xfrm>
          <a:custGeom xmlns:a="http://schemas.openxmlformats.org/drawingml/2006/main">
            <a:pathLst>
              <a:path w="55771" h="52894">
                <a:moveTo>
                  <a:pt x="28385" y="52894"/>
                </a:moveTo>
                <a:cubicBezTo>
                  <a:pt x="24171" y="52894"/>
                  <a:pt x="20327" y="52341"/>
                  <a:pt x="16853" y="51234"/>
                </a:cubicBezTo>
                <a:cubicBezTo>
                  <a:pt x="13379" y="50128"/>
                  <a:pt x="10385" y="48449"/>
                  <a:pt x="7872" y="46199"/>
                </a:cubicBezTo>
                <a:cubicBezTo>
                  <a:pt x="5359" y="43949"/>
                  <a:pt x="3419" y="41128"/>
                  <a:pt x="2051" y="37734"/>
                </a:cubicBezTo>
                <a:cubicBezTo>
                  <a:pt x="684" y="34341"/>
                  <a:pt x="0" y="30375"/>
                  <a:pt x="0" y="25838"/>
                </a:cubicBezTo>
                <a:cubicBezTo>
                  <a:pt x="0" y="21449"/>
                  <a:pt x="610" y="17631"/>
                  <a:pt x="1829" y="14385"/>
                </a:cubicBezTo>
                <a:cubicBezTo>
                  <a:pt x="3049" y="11140"/>
                  <a:pt x="4823" y="8447"/>
                  <a:pt x="7151" y="6307"/>
                </a:cubicBezTo>
                <a:cubicBezTo>
                  <a:pt x="9480" y="4168"/>
                  <a:pt x="12344" y="2582"/>
                  <a:pt x="15744" y="1549"/>
                </a:cubicBezTo>
                <a:cubicBezTo>
                  <a:pt x="19145" y="516"/>
                  <a:pt x="23025" y="0"/>
                  <a:pt x="27386" y="0"/>
                </a:cubicBezTo>
                <a:cubicBezTo>
                  <a:pt x="31600" y="0"/>
                  <a:pt x="35454" y="563"/>
                  <a:pt x="38946" y="1688"/>
                </a:cubicBezTo>
                <a:cubicBezTo>
                  <a:pt x="42439" y="2813"/>
                  <a:pt x="45432" y="4500"/>
                  <a:pt x="47927" y="6750"/>
                </a:cubicBezTo>
                <a:cubicBezTo>
                  <a:pt x="50421" y="9000"/>
                  <a:pt x="52352" y="11813"/>
                  <a:pt x="53719" y="15188"/>
                </a:cubicBezTo>
                <a:cubicBezTo>
                  <a:pt x="55087" y="18563"/>
                  <a:pt x="55771" y="22519"/>
                  <a:pt x="55771" y="27056"/>
                </a:cubicBezTo>
                <a:cubicBezTo>
                  <a:pt x="55771" y="31482"/>
                  <a:pt x="55171" y="35318"/>
                  <a:pt x="53970" y="38564"/>
                </a:cubicBezTo>
                <a:cubicBezTo>
                  <a:pt x="52769" y="41810"/>
                  <a:pt x="51004" y="44493"/>
                  <a:pt x="48675" y="46614"/>
                </a:cubicBezTo>
                <a:cubicBezTo>
                  <a:pt x="46347" y="48735"/>
                  <a:pt x="43483" y="50312"/>
                  <a:pt x="40082" y="51345"/>
                </a:cubicBezTo>
                <a:cubicBezTo>
                  <a:pt x="36682" y="52378"/>
                  <a:pt x="32783" y="52894"/>
                  <a:pt x="28385" y="52894"/>
                </a:cubicBezTo>
                <a:moveTo>
                  <a:pt x="27830" y="38564"/>
                </a:moveTo>
                <a:cubicBezTo>
                  <a:pt x="30265" y="38564"/>
                  <a:pt x="32506" y="38370"/>
                  <a:pt x="34553" y="37983"/>
                </a:cubicBezTo>
                <a:cubicBezTo>
                  <a:pt x="36600" y="37596"/>
                  <a:pt x="38380" y="36941"/>
                  <a:pt x="39892" y="36019"/>
                </a:cubicBezTo>
                <a:cubicBezTo>
                  <a:pt x="41404" y="35097"/>
                  <a:pt x="42585" y="33870"/>
                  <a:pt x="43433" y="32340"/>
                </a:cubicBezTo>
                <a:cubicBezTo>
                  <a:pt x="44281" y="30809"/>
                  <a:pt x="44706" y="28882"/>
                  <a:pt x="44706" y="26558"/>
                </a:cubicBezTo>
                <a:cubicBezTo>
                  <a:pt x="44706" y="24492"/>
                  <a:pt x="44328" y="22685"/>
                  <a:pt x="43571" y="21136"/>
                </a:cubicBezTo>
                <a:cubicBezTo>
                  <a:pt x="42815" y="19586"/>
                  <a:pt x="41709" y="18314"/>
                  <a:pt x="40252" y="17318"/>
                </a:cubicBezTo>
                <a:cubicBezTo>
                  <a:pt x="38795" y="16322"/>
                  <a:pt x="37043" y="15575"/>
                  <a:pt x="34995" y="15077"/>
                </a:cubicBezTo>
                <a:cubicBezTo>
                  <a:pt x="32948" y="14579"/>
                  <a:pt x="30615" y="14330"/>
                  <a:pt x="27996" y="14330"/>
                </a:cubicBezTo>
                <a:cubicBezTo>
                  <a:pt x="25562" y="14330"/>
                  <a:pt x="23321" y="14533"/>
                  <a:pt x="21274" y="14939"/>
                </a:cubicBezTo>
                <a:cubicBezTo>
                  <a:pt x="19227" y="15344"/>
                  <a:pt x="17447" y="15999"/>
                  <a:pt x="15935" y="16903"/>
                </a:cubicBezTo>
                <a:cubicBezTo>
                  <a:pt x="14422" y="17807"/>
                  <a:pt x="13251" y="19033"/>
                  <a:pt x="12421" y="20582"/>
                </a:cubicBezTo>
                <a:cubicBezTo>
                  <a:pt x="11591" y="22131"/>
                  <a:pt x="11176" y="24050"/>
                  <a:pt x="11176" y="26336"/>
                </a:cubicBezTo>
                <a:cubicBezTo>
                  <a:pt x="11176" y="28439"/>
                  <a:pt x="11554" y="30265"/>
                  <a:pt x="12311" y="31814"/>
                </a:cubicBezTo>
                <a:cubicBezTo>
                  <a:pt x="13067" y="33363"/>
                  <a:pt x="14164" y="34636"/>
                  <a:pt x="15603" y="35632"/>
                </a:cubicBezTo>
                <a:cubicBezTo>
                  <a:pt x="17041" y="36628"/>
                  <a:pt x="18784" y="37365"/>
                  <a:pt x="20831" y="37845"/>
                </a:cubicBezTo>
                <a:cubicBezTo>
                  <a:pt x="22878" y="38324"/>
                  <a:pt x="25211" y="38564"/>
                  <a:pt x="27830" y="38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l">
            <a:extLst xmlns:a="http://schemas.openxmlformats.org/drawingml/2006/main">
              <a:ext uri="{FF2B5EF4-FFF2-40B4-BE49-F238E27FC236}">
                <a16:creationId xmlns:a16="http://schemas.microsoft.com/office/drawing/2014/main" id="{19BB46C0-2AB0-4598-B0C2-B7EA1F23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071" y="3687876"/>
            <a:ext cx="77350" cy="13943"/>
          </a:xfrm>
          <a:custGeom xmlns:a="http://schemas.openxmlformats.org/drawingml/2006/main">
            <a:pathLst>
              <a:path w="77350" h="13943">
                <a:moveTo>
                  <a:pt x="2213" y="13943"/>
                </a:moveTo>
                <a:cubicBezTo>
                  <a:pt x="1844" y="13943"/>
                  <a:pt x="1522" y="13832"/>
                  <a:pt x="1245" y="13611"/>
                </a:cubicBezTo>
                <a:cubicBezTo>
                  <a:pt x="968" y="13390"/>
                  <a:pt x="738" y="13011"/>
                  <a:pt x="553" y="12477"/>
                </a:cubicBezTo>
                <a:cubicBezTo>
                  <a:pt x="369" y="11942"/>
                  <a:pt x="231" y="11232"/>
                  <a:pt x="138" y="10346"/>
                </a:cubicBezTo>
                <a:cubicBezTo>
                  <a:pt x="46" y="9461"/>
                  <a:pt x="0" y="8336"/>
                  <a:pt x="0" y="6971"/>
                </a:cubicBezTo>
                <a:cubicBezTo>
                  <a:pt x="0" y="5607"/>
                  <a:pt x="46" y="4482"/>
                  <a:pt x="138" y="3596"/>
                </a:cubicBezTo>
                <a:cubicBezTo>
                  <a:pt x="231" y="2711"/>
                  <a:pt x="369" y="2001"/>
                  <a:pt x="553" y="1466"/>
                </a:cubicBezTo>
                <a:cubicBezTo>
                  <a:pt x="738" y="931"/>
                  <a:pt x="968" y="553"/>
                  <a:pt x="1245" y="332"/>
                </a:cubicBezTo>
                <a:cubicBezTo>
                  <a:pt x="1522" y="111"/>
                  <a:pt x="1844" y="0"/>
                  <a:pt x="2213" y="0"/>
                </a:cubicBezTo>
                <a:lnTo>
                  <a:pt x="74970" y="0"/>
                </a:lnTo>
                <a:cubicBezTo>
                  <a:pt x="75339" y="0"/>
                  <a:pt x="75671" y="111"/>
                  <a:pt x="75966" y="332"/>
                </a:cubicBezTo>
                <a:cubicBezTo>
                  <a:pt x="76261" y="553"/>
                  <a:pt x="76510" y="931"/>
                  <a:pt x="76713" y="1466"/>
                </a:cubicBezTo>
                <a:cubicBezTo>
                  <a:pt x="76916" y="2001"/>
                  <a:pt x="77073" y="2711"/>
                  <a:pt x="77184" y="3596"/>
                </a:cubicBezTo>
                <a:cubicBezTo>
                  <a:pt x="77294" y="4482"/>
                  <a:pt x="77350" y="5607"/>
                  <a:pt x="77350" y="6971"/>
                </a:cubicBezTo>
                <a:cubicBezTo>
                  <a:pt x="77350" y="8336"/>
                  <a:pt x="77294" y="9461"/>
                  <a:pt x="77184" y="10346"/>
                </a:cubicBezTo>
                <a:cubicBezTo>
                  <a:pt x="77073" y="11232"/>
                  <a:pt x="76916" y="11942"/>
                  <a:pt x="76713" y="12477"/>
                </a:cubicBezTo>
                <a:cubicBezTo>
                  <a:pt x="76510" y="13011"/>
                  <a:pt x="76261" y="13390"/>
                  <a:pt x="75966" y="13611"/>
                </a:cubicBezTo>
                <a:cubicBezTo>
                  <a:pt x="75671" y="13832"/>
                  <a:pt x="75339" y="13943"/>
                  <a:pt x="74970" y="13943"/>
                </a:cubicBezTo>
                <a:lnTo>
                  <a:pt x="2213" y="139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D79DF2-3256-483A-9003-049B4BE3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047" y="3948482"/>
            <a:ext cx="512808" cy="90322"/>
          </a:xfrm>
          <a:custGeom xmlns:a="http://schemas.openxmlformats.org/drawingml/2006/main">
            <a:pathLst>
              <a:path w="512808" h="90322">
                <a:moveTo>
                  <a:pt x="27" y="36006"/>
                </a:moveTo>
                <a:lnTo>
                  <a:pt x="0" y="52942"/>
                </a:lnTo>
                <a:lnTo>
                  <a:pt x="459166" y="53688"/>
                </a:lnTo>
                <a:lnTo>
                  <a:pt x="422414" y="90322"/>
                </a:lnTo>
                <a:lnTo>
                  <a:pt x="512808" y="45308"/>
                </a:lnTo>
                <a:lnTo>
                  <a:pt x="422561" y="0"/>
                </a:lnTo>
                <a:lnTo>
                  <a:pt x="459193" y="36753"/>
                </a:lnTo>
                <a:lnTo>
                  <a:pt x="27" y="36006"/>
                </a:lnTo>
                <a:close/>
              </a:path>
            </a:pathLst>
          </a:custGeom>
          <a:solidFill xmlns:a="http://schemas.openxmlformats.org/drawingml/2006/main">
            <a:srgbClr val="F6A5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FB566-D1F0-4DB5-A014-9FB6376C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031" y="4361943"/>
            <a:ext cx="609022" cy="90321"/>
          </a:xfrm>
          <a:custGeom xmlns:a="http://schemas.openxmlformats.org/drawingml/2006/main">
            <a:pathLst>
              <a:path w="609022" h="90321">
                <a:moveTo>
                  <a:pt x="518853" y="90321"/>
                </a:moveTo>
                <a:lnTo>
                  <a:pt x="609022" y="44853"/>
                </a:lnTo>
                <a:lnTo>
                  <a:pt x="518546" y="0"/>
                </a:lnTo>
                <a:lnTo>
                  <a:pt x="555364" y="36568"/>
                </a:lnTo>
                <a:lnTo>
                  <a:pt x="0" y="38457"/>
                </a:lnTo>
                <a:lnTo>
                  <a:pt x="59" y="55393"/>
                </a:lnTo>
                <a:lnTo>
                  <a:pt x="555422" y="53504"/>
                </a:lnTo>
                <a:lnTo>
                  <a:pt x="518853" y="90321"/>
                </a:lnTo>
                <a:close/>
              </a:path>
            </a:pathLst>
          </a:custGeom>
          <a:solidFill xmlns:a="http://schemas.openxmlformats.org/drawingml/2006/main">
            <a:srgbClr val="A98BF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289DA3-D68E-4422-AAC9-F8DBA1A7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061" y="4795251"/>
            <a:ext cx="718341" cy="90322"/>
          </a:xfrm>
          <a:custGeom xmlns:a="http://schemas.openxmlformats.org/drawingml/2006/main">
            <a:pathLst>
              <a:path w="718341" h="90322">
                <a:moveTo>
                  <a:pt x="2" y="36624"/>
                </a:moveTo>
                <a:lnTo>
                  <a:pt x="0" y="53559"/>
                </a:lnTo>
                <a:lnTo>
                  <a:pt x="664711" y="53633"/>
                </a:lnTo>
                <a:lnTo>
                  <a:pt x="628014" y="90322"/>
                </a:lnTo>
                <a:lnTo>
                  <a:pt x="718341" y="45171"/>
                </a:lnTo>
                <a:lnTo>
                  <a:pt x="628023" y="0"/>
                </a:lnTo>
                <a:lnTo>
                  <a:pt x="664713" y="36698"/>
                </a:lnTo>
                <a:lnTo>
                  <a:pt x="2" y="36624"/>
                </a:lnTo>
                <a:close/>
              </a:path>
            </a:pathLst>
          </a:custGeom>
          <a:solidFill xmlns:a="http://schemas.openxmlformats.org/drawingml/2006/main">
            <a:srgbClr val="B2E1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DFC83-6C66-4F23-AECF-A5185168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457" y="3347486"/>
            <a:ext cx="90286" cy="200618"/>
          </a:xfrm>
          <a:custGeom xmlns:a="http://schemas.openxmlformats.org/drawingml/2006/main">
            <a:pathLst>
              <a:path w="90286" h="200618">
                <a:moveTo>
                  <a:pt x="45380" y="0"/>
                </a:moveTo>
                <a:lnTo>
                  <a:pt x="44755" y="22572"/>
                </a:lnTo>
                <a:lnTo>
                  <a:pt x="50397" y="22728"/>
                </a:lnTo>
                <a:lnTo>
                  <a:pt x="51025" y="156"/>
                </a:lnTo>
                <a:lnTo>
                  <a:pt x="45380" y="0"/>
                </a:lnTo>
                <a:close/>
                <a:moveTo>
                  <a:pt x="44285" y="39501"/>
                </a:moveTo>
                <a:lnTo>
                  <a:pt x="43659" y="62073"/>
                </a:lnTo>
                <a:lnTo>
                  <a:pt x="49302" y="62229"/>
                </a:lnTo>
                <a:lnTo>
                  <a:pt x="49928" y="39657"/>
                </a:lnTo>
                <a:lnTo>
                  <a:pt x="44285" y="39501"/>
                </a:lnTo>
                <a:close/>
                <a:moveTo>
                  <a:pt x="43190" y="79001"/>
                </a:moveTo>
                <a:lnTo>
                  <a:pt x="42562" y="101573"/>
                </a:lnTo>
                <a:lnTo>
                  <a:pt x="48205" y="101730"/>
                </a:lnTo>
                <a:lnTo>
                  <a:pt x="48833" y="79158"/>
                </a:lnTo>
                <a:lnTo>
                  <a:pt x="43190" y="79001"/>
                </a:lnTo>
                <a:close/>
                <a:moveTo>
                  <a:pt x="42092" y="118502"/>
                </a:moveTo>
                <a:lnTo>
                  <a:pt x="41467" y="141074"/>
                </a:lnTo>
                <a:lnTo>
                  <a:pt x="47110" y="141231"/>
                </a:lnTo>
                <a:lnTo>
                  <a:pt x="47735" y="118659"/>
                </a:lnTo>
                <a:lnTo>
                  <a:pt x="42092" y="118502"/>
                </a:lnTo>
                <a:close/>
                <a:moveTo>
                  <a:pt x="43890" y="155475"/>
                </a:moveTo>
                <a:lnTo>
                  <a:pt x="0" y="109078"/>
                </a:lnTo>
                <a:lnTo>
                  <a:pt x="42637" y="200618"/>
                </a:lnTo>
                <a:lnTo>
                  <a:pt x="90286" y="111584"/>
                </a:lnTo>
                <a:lnTo>
                  <a:pt x="43890" y="1554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59E50F-F1F8-4BE9-8673-7D0B5CB2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67" y="3332783"/>
            <a:ext cx="90322" cy="618602"/>
          </a:xfrm>
          <a:custGeom xmlns:a="http://schemas.openxmlformats.org/drawingml/2006/main">
            <a:pathLst>
              <a:path w="90322" h="618602">
                <a:moveTo>
                  <a:pt x="47984" y="0"/>
                </a:moveTo>
                <a:lnTo>
                  <a:pt x="42338" y="0"/>
                </a:lnTo>
                <a:lnTo>
                  <a:pt x="42338" y="22581"/>
                </a:lnTo>
                <a:lnTo>
                  <a:pt x="47984" y="22581"/>
                </a:lnTo>
                <a:lnTo>
                  <a:pt x="47984" y="0"/>
                </a:lnTo>
                <a:close/>
                <a:moveTo>
                  <a:pt x="47984" y="39516"/>
                </a:moveTo>
                <a:lnTo>
                  <a:pt x="42338" y="39516"/>
                </a:lnTo>
                <a:lnTo>
                  <a:pt x="42338" y="62096"/>
                </a:lnTo>
                <a:lnTo>
                  <a:pt x="47984" y="62096"/>
                </a:lnTo>
                <a:lnTo>
                  <a:pt x="47984" y="39516"/>
                </a:lnTo>
                <a:close/>
                <a:moveTo>
                  <a:pt x="47984" y="79032"/>
                </a:moveTo>
                <a:lnTo>
                  <a:pt x="42338" y="79032"/>
                </a:lnTo>
                <a:lnTo>
                  <a:pt x="42338" y="101612"/>
                </a:lnTo>
                <a:lnTo>
                  <a:pt x="47984" y="101612"/>
                </a:lnTo>
                <a:lnTo>
                  <a:pt x="47984" y="79032"/>
                </a:lnTo>
                <a:close/>
                <a:moveTo>
                  <a:pt x="47984" y="118548"/>
                </a:moveTo>
                <a:lnTo>
                  <a:pt x="42338" y="118548"/>
                </a:lnTo>
                <a:lnTo>
                  <a:pt x="42338" y="141128"/>
                </a:lnTo>
                <a:lnTo>
                  <a:pt x="47984" y="141128"/>
                </a:lnTo>
                <a:lnTo>
                  <a:pt x="47984" y="118548"/>
                </a:lnTo>
                <a:close/>
                <a:moveTo>
                  <a:pt x="47984" y="158064"/>
                </a:moveTo>
                <a:lnTo>
                  <a:pt x="42338" y="158064"/>
                </a:lnTo>
                <a:lnTo>
                  <a:pt x="42338" y="180644"/>
                </a:lnTo>
                <a:lnTo>
                  <a:pt x="47984" y="180644"/>
                </a:lnTo>
                <a:lnTo>
                  <a:pt x="47984" y="158064"/>
                </a:lnTo>
                <a:close/>
                <a:moveTo>
                  <a:pt x="47984" y="197580"/>
                </a:moveTo>
                <a:lnTo>
                  <a:pt x="42338" y="197580"/>
                </a:lnTo>
                <a:lnTo>
                  <a:pt x="42338" y="220160"/>
                </a:lnTo>
                <a:lnTo>
                  <a:pt x="47984" y="220160"/>
                </a:lnTo>
                <a:lnTo>
                  <a:pt x="47984" y="197580"/>
                </a:lnTo>
                <a:close/>
                <a:moveTo>
                  <a:pt x="47984" y="237095"/>
                </a:moveTo>
                <a:lnTo>
                  <a:pt x="42338" y="237095"/>
                </a:lnTo>
                <a:lnTo>
                  <a:pt x="42338" y="259676"/>
                </a:lnTo>
                <a:lnTo>
                  <a:pt x="47984" y="259676"/>
                </a:lnTo>
                <a:lnTo>
                  <a:pt x="47984" y="237095"/>
                </a:lnTo>
                <a:close/>
                <a:moveTo>
                  <a:pt x="42338" y="276611"/>
                </a:moveTo>
                <a:lnTo>
                  <a:pt x="42338" y="299192"/>
                </a:lnTo>
                <a:lnTo>
                  <a:pt x="47984" y="299192"/>
                </a:lnTo>
                <a:lnTo>
                  <a:pt x="47984" y="276611"/>
                </a:lnTo>
                <a:lnTo>
                  <a:pt x="42338" y="276611"/>
                </a:lnTo>
                <a:close/>
                <a:moveTo>
                  <a:pt x="47984" y="316127"/>
                </a:moveTo>
                <a:lnTo>
                  <a:pt x="42338" y="316127"/>
                </a:lnTo>
                <a:lnTo>
                  <a:pt x="42338" y="338708"/>
                </a:lnTo>
                <a:lnTo>
                  <a:pt x="47984" y="338708"/>
                </a:lnTo>
                <a:lnTo>
                  <a:pt x="47984" y="316127"/>
                </a:lnTo>
                <a:close/>
                <a:moveTo>
                  <a:pt x="47984" y="355643"/>
                </a:moveTo>
                <a:lnTo>
                  <a:pt x="42338" y="355643"/>
                </a:lnTo>
                <a:lnTo>
                  <a:pt x="42338" y="378224"/>
                </a:lnTo>
                <a:lnTo>
                  <a:pt x="47984" y="378224"/>
                </a:lnTo>
                <a:lnTo>
                  <a:pt x="47984" y="355643"/>
                </a:lnTo>
                <a:close/>
                <a:moveTo>
                  <a:pt x="47984" y="395159"/>
                </a:moveTo>
                <a:lnTo>
                  <a:pt x="42338" y="395159"/>
                </a:lnTo>
                <a:lnTo>
                  <a:pt x="42338" y="417740"/>
                </a:lnTo>
                <a:lnTo>
                  <a:pt x="47984" y="417740"/>
                </a:lnTo>
                <a:lnTo>
                  <a:pt x="47984" y="395159"/>
                </a:lnTo>
                <a:close/>
                <a:moveTo>
                  <a:pt x="47984" y="434675"/>
                </a:moveTo>
                <a:lnTo>
                  <a:pt x="42338" y="434675"/>
                </a:lnTo>
                <a:lnTo>
                  <a:pt x="42338" y="457256"/>
                </a:lnTo>
                <a:lnTo>
                  <a:pt x="47984" y="457256"/>
                </a:lnTo>
                <a:lnTo>
                  <a:pt x="47984" y="434675"/>
                </a:lnTo>
                <a:close/>
                <a:moveTo>
                  <a:pt x="47984" y="474191"/>
                </a:moveTo>
                <a:lnTo>
                  <a:pt x="42338" y="474191"/>
                </a:lnTo>
                <a:lnTo>
                  <a:pt x="42338" y="496771"/>
                </a:lnTo>
                <a:lnTo>
                  <a:pt x="47984" y="496771"/>
                </a:lnTo>
                <a:lnTo>
                  <a:pt x="47984" y="474191"/>
                </a:lnTo>
                <a:close/>
                <a:moveTo>
                  <a:pt x="47984" y="513707"/>
                </a:moveTo>
                <a:lnTo>
                  <a:pt x="42338" y="513707"/>
                </a:lnTo>
                <a:lnTo>
                  <a:pt x="42338" y="536287"/>
                </a:lnTo>
                <a:lnTo>
                  <a:pt x="47984" y="536287"/>
                </a:lnTo>
                <a:lnTo>
                  <a:pt x="47984" y="513707"/>
                </a:lnTo>
                <a:close/>
                <a:moveTo>
                  <a:pt x="0" y="528279"/>
                </a:moveTo>
                <a:lnTo>
                  <a:pt x="45161" y="618602"/>
                </a:lnTo>
                <a:lnTo>
                  <a:pt x="90322" y="528279"/>
                </a:lnTo>
                <a:lnTo>
                  <a:pt x="47984" y="570618"/>
                </a:lnTo>
                <a:lnTo>
                  <a:pt x="47984" y="553223"/>
                </a:lnTo>
                <a:lnTo>
                  <a:pt x="42338" y="553223"/>
                </a:lnTo>
                <a:lnTo>
                  <a:pt x="42338" y="570618"/>
                </a:lnTo>
                <a:lnTo>
                  <a:pt x="0" y="5282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AB059-9109-458E-9640-5A472301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075" y="3332783"/>
            <a:ext cx="90322" cy="1020328"/>
          </a:xfrm>
          <a:custGeom xmlns:a="http://schemas.openxmlformats.org/drawingml/2006/main">
            <a:pathLst>
              <a:path w="90322" h="1020328">
                <a:moveTo>
                  <a:pt x="47981" y="0"/>
                </a:moveTo>
                <a:lnTo>
                  <a:pt x="47981" y="22581"/>
                </a:lnTo>
                <a:lnTo>
                  <a:pt x="42336" y="22581"/>
                </a:lnTo>
                <a:lnTo>
                  <a:pt x="42336" y="0"/>
                </a:lnTo>
                <a:lnTo>
                  <a:pt x="47981" y="0"/>
                </a:lnTo>
                <a:close/>
                <a:moveTo>
                  <a:pt x="47981" y="39516"/>
                </a:moveTo>
                <a:lnTo>
                  <a:pt x="47981" y="62096"/>
                </a:lnTo>
                <a:lnTo>
                  <a:pt x="42336" y="62096"/>
                </a:lnTo>
                <a:lnTo>
                  <a:pt x="42336" y="39516"/>
                </a:lnTo>
                <a:lnTo>
                  <a:pt x="47981" y="39516"/>
                </a:lnTo>
                <a:close/>
                <a:moveTo>
                  <a:pt x="47981" y="79032"/>
                </a:moveTo>
                <a:lnTo>
                  <a:pt x="47981" y="101612"/>
                </a:lnTo>
                <a:lnTo>
                  <a:pt x="42336" y="101612"/>
                </a:lnTo>
                <a:lnTo>
                  <a:pt x="42336" y="79032"/>
                </a:lnTo>
                <a:lnTo>
                  <a:pt x="47981" y="79032"/>
                </a:lnTo>
                <a:close/>
                <a:moveTo>
                  <a:pt x="47981" y="118548"/>
                </a:moveTo>
                <a:lnTo>
                  <a:pt x="47981" y="141128"/>
                </a:lnTo>
                <a:lnTo>
                  <a:pt x="42336" y="141128"/>
                </a:lnTo>
                <a:lnTo>
                  <a:pt x="42336" y="118548"/>
                </a:lnTo>
                <a:lnTo>
                  <a:pt x="47981" y="118548"/>
                </a:lnTo>
                <a:close/>
                <a:moveTo>
                  <a:pt x="47981" y="158064"/>
                </a:moveTo>
                <a:lnTo>
                  <a:pt x="47981" y="180644"/>
                </a:lnTo>
                <a:lnTo>
                  <a:pt x="42336" y="180644"/>
                </a:lnTo>
                <a:lnTo>
                  <a:pt x="42336" y="158064"/>
                </a:lnTo>
                <a:lnTo>
                  <a:pt x="47981" y="158064"/>
                </a:lnTo>
                <a:close/>
                <a:moveTo>
                  <a:pt x="47981" y="197580"/>
                </a:moveTo>
                <a:lnTo>
                  <a:pt x="47981" y="220160"/>
                </a:lnTo>
                <a:lnTo>
                  <a:pt x="42336" y="220160"/>
                </a:lnTo>
                <a:lnTo>
                  <a:pt x="42336" y="197580"/>
                </a:lnTo>
                <a:lnTo>
                  <a:pt x="47981" y="197580"/>
                </a:lnTo>
                <a:close/>
                <a:moveTo>
                  <a:pt x="47981" y="237095"/>
                </a:moveTo>
                <a:lnTo>
                  <a:pt x="47981" y="259676"/>
                </a:lnTo>
                <a:lnTo>
                  <a:pt x="42336" y="259676"/>
                </a:lnTo>
                <a:lnTo>
                  <a:pt x="42336" y="237095"/>
                </a:lnTo>
                <a:lnTo>
                  <a:pt x="47981" y="237095"/>
                </a:lnTo>
                <a:close/>
                <a:moveTo>
                  <a:pt x="47981" y="276611"/>
                </a:moveTo>
                <a:lnTo>
                  <a:pt x="47981" y="299192"/>
                </a:lnTo>
                <a:lnTo>
                  <a:pt x="42336" y="299192"/>
                </a:lnTo>
                <a:lnTo>
                  <a:pt x="42336" y="276611"/>
                </a:lnTo>
                <a:lnTo>
                  <a:pt x="47981" y="276611"/>
                </a:lnTo>
                <a:close/>
                <a:moveTo>
                  <a:pt x="47981" y="316127"/>
                </a:moveTo>
                <a:lnTo>
                  <a:pt x="47981" y="338708"/>
                </a:lnTo>
                <a:lnTo>
                  <a:pt x="42336" y="338708"/>
                </a:lnTo>
                <a:lnTo>
                  <a:pt x="42336" y="316127"/>
                </a:lnTo>
                <a:lnTo>
                  <a:pt x="47981" y="316127"/>
                </a:lnTo>
                <a:close/>
                <a:moveTo>
                  <a:pt x="47981" y="355643"/>
                </a:moveTo>
                <a:lnTo>
                  <a:pt x="47981" y="378224"/>
                </a:lnTo>
                <a:lnTo>
                  <a:pt x="42336" y="378224"/>
                </a:lnTo>
                <a:lnTo>
                  <a:pt x="42336" y="355643"/>
                </a:lnTo>
                <a:lnTo>
                  <a:pt x="47981" y="355643"/>
                </a:lnTo>
                <a:close/>
                <a:moveTo>
                  <a:pt x="47981" y="395159"/>
                </a:moveTo>
                <a:lnTo>
                  <a:pt x="47981" y="417740"/>
                </a:lnTo>
                <a:lnTo>
                  <a:pt x="42336" y="417740"/>
                </a:lnTo>
                <a:lnTo>
                  <a:pt x="42336" y="395159"/>
                </a:lnTo>
                <a:lnTo>
                  <a:pt x="47981" y="395159"/>
                </a:lnTo>
                <a:close/>
                <a:moveTo>
                  <a:pt x="47981" y="434675"/>
                </a:moveTo>
                <a:lnTo>
                  <a:pt x="47981" y="457256"/>
                </a:lnTo>
                <a:lnTo>
                  <a:pt x="42336" y="457256"/>
                </a:lnTo>
                <a:lnTo>
                  <a:pt x="42336" y="434675"/>
                </a:lnTo>
                <a:lnTo>
                  <a:pt x="47981" y="434675"/>
                </a:lnTo>
                <a:close/>
                <a:moveTo>
                  <a:pt x="47981" y="474191"/>
                </a:moveTo>
                <a:lnTo>
                  <a:pt x="47981" y="496771"/>
                </a:lnTo>
                <a:lnTo>
                  <a:pt x="42336" y="496771"/>
                </a:lnTo>
                <a:lnTo>
                  <a:pt x="42336" y="474191"/>
                </a:lnTo>
                <a:lnTo>
                  <a:pt x="47981" y="474191"/>
                </a:lnTo>
                <a:close/>
                <a:moveTo>
                  <a:pt x="47981" y="513707"/>
                </a:moveTo>
                <a:lnTo>
                  <a:pt x="47981" y="536287"/>
                </a:lnTo>
                <a:lnTo>
                  <a:pt x="42336" y="536287"/>
                </a:lnTo>
                <a:lnTo>
                  <a:pt x="42336" y="513707"/>
                </a:lnTo>
                <a:lnTo>
                  <a:pt x="47981" y="513707"/>
                </a:lnTo>
                <a:close/>
                <a:moveTo>
                  <a:pt x="47981" y="553223"/>
                </a:moveTo>
                <a:lnTo>
                  <a:pt x="47981" y="575803"/>
                </a:lnTo>
                <a:lnTo>
                  <a:pt x="42336" y="575803"/>
                </a:lnTo>
                <a:lnTo>
                  <a:pt x="42336" y="553223"/>
                </a:lnTo>
                <a:lnTo>
                  <a:pt x="47981" y="553223"/>
                </a:lnTo>
                <a:close/>
                <a:moveTo>
                  <a:pt x="47981" y="592739"/>
                </a:moveTo>
                <a:lnTo>
                  <a:pt x="47981" y="615319"/>
                </a:lnTo>
                <a:lnTo>
                  <a:pt x="42336" y="615319"/>
                </a:lnTo>
                <a:lnTo>
                  <a:pt x="42336" y="592739"/>
                </a:lnTo>
                <a:lnTo>
                  <a:pt x="47981" y="592739"/>
                </a:lnTo>
                <a:close/>
                <a:moveTo>
                  <a:pt x="47981" y="632255"/>
                </a:moveTo>
                <a:lnTo>
                  <a:pt x="47981" y="654835"/>
                </a:lnTo>
                <a:lnTo>
                  <a:pt x="42336" y="654835"/>
                </a:lnTo>
                <a:lnTo>
                  <a:pt x="42336" y="632255"/>
                </a:lnTo>
                <a:lnTo>
                  <a:pt x="47981" y="632255"/>
                </a:lnTo>
                <a:close/>
                <a:moveTo>
                  <a:pt x="47981" y="671771"/>
                </a:moveTo>
                <a:lnTo>
                  <a:pt x="47981" y="694351"/>
                </a:lnTo>
                <a:lnTo>
                  <a:pt x="42336" y="694351"/>
                </a:lnTo>
                <a:lnTo>
                  <a:pt x="42336" y="671771"/>
                </a:lnTo>
                <a:lnTo>
                  <a:pt x="47981" y="671771"/>
                </a:lnTo>
                <a:close/>
                <a:moveTo>
                  <a:pt x="47984" y="711286"/>
                </a:moveTo>
                <a:lnTo>
                  <a:pt x="47984" y="733867"/>
                </a:lnTo>
                <a:lnTo>
                  <a:pt x="42338" y="733867"/>
                </a:lnTo>
                <a:lnTo>
                  <a:pt x="42338" y="711286"/>
                </a:lnTo>
                <a:lnTo>
                  <a:pt x="47984" y="711286"/>
                </a:lnTo>
                <a:close/>
                <a:moveTo>
                  <a:pt x="47984" y="750802"/>
                </a:moveTo>
                <a:lnTo>
                  <a:pt x="47984" y="773383"/>
                </a:lnTo>
                <a:lnTo>
                  <a:pt x="42338" y="773383"/>
                </a:lnTo>
                <a:lnTo>
                  <a:pt x="42338" y="750802"/>
                </a:lnTo>
                <a:lnTo>
                  <a:pt x="47984" y="750802"/>
                </a:lnTo>
                <a:close/>
                <a:moveTo>
                  <a:pt x="47984" y="790318"/>
                </a:moveTo>
                <a:lnTo>
                  <a:pt x="47984" y="812899"/>
                </a:lnTo>
                <a:lnTo>
                  <a:pt x="42338" y="812899"/>
                </a:lnTo>
                <a:lnTo>
                  <a:pt x="42338" y="790318"/>
                </a:lnTo>
                <a:lnTo>
                  <a:pt x="47984" y="790318"/>
                </a:lnTo>
                <a:close/>
                <a:moveTo>
                  <a:pt x="47984" y="829834"/>
                </a:moveTo>
                <a:lnTo>
                  <a:pt x="47984" y="852415"/>
                </a:lnTo>
                <a:lnTo>
                  <a:pt x="42338" y="852415"/>
                </a:lnTo>
                <a:lnTo>
                  <a:pt x="42338" y="829834"/>
                </a:lnTo>
                <a:lnTo>
                  <a:pt x="47984" y="829834"/>
                </a:lnTo>
                <a:close/>
                <a:moveTo>
                  <a:pt x="47984" y="869350"/>
                </a:moveTo>
                <a:lnTo>
                  <a:pt x="47984" y="891931"/>
                </a:lnTo>
                <a:lnTo>
                  <a:pt x="42338" y="891931"/>
                </a:lnTo>
                <a:lnTo>
                  <a:pt x="42338" y="869350"/>
                </a:lnTo>
                <a:lnTo>
                  <a:pt x="47984" y="869350"/>
                </a:lnTo>
                <a:close/>
                <a:moveTo>
                  <a:pt x="47984" y="908866"/>
                </a:moveTo>
                <a:lnTo>
                  <a:pt x="47984" y="931447"/>
                </a:lnTo>
                <a:lnTo>
                  <a:pt x="42338" y="931447"/>
                </a:lnTo>
                <a:lnTo>
                  <a:pt x="42338" y="908866"/>
                </a:lnTo>
                <a:lnTo>
                  <a:pt x="47984" y="908866"/>
                </a:lnTo>
                <a:close/>
                <a:moveTo>
                  <a:pt x="47984" y="948382"/>
                </a:moveTo>
                <a:lnTo>
                  <a:pt x="47984" y="970962"/>
                </a:lnTo>
                <a:lnTo>
                  <a:pt x="42338" y="970962"/>
                </a:lnTo>
                <a:lnTo>
                  <a:pt x="42338" y="948382"/>
                </a:lnTo>
                <a:lnTo>
                  <a:pt x="47984" y="948382"/>
                </a:lnTo>
                <a:close/>
                <a:moveTo>
                  <a:pt x="45161" y="975167"/>
                </a:moveTo>
                <a:lnTo>
                  <a:pt x="90322" y="930006"/>
                </a:lnTo>
                <a:lnTo>
                  <a:pt x="45161" y="1020328"/>
                </a:lnTo>
                <a:lnTo>
                  <a:pt x="0" y="930006"/>
                </a:lnTo>
                <a:lnTo>
                  <a:pt x="45161" y="9751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CDD12B-12C8-48CE-89DF-6BC5B9DB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461" y="3273663"/>
            <a:ext cx="90322" cy="1516328"/>
          </a:xfrm>
          <a:custGeom xmlns:a="http://schemas.openxmlformats.org/drawingml/2006/main">
            <a:pathLst>
              <a:path w="90322" h="1516328">
                <a:moveTo>
                  <a:pt x="42336" y="0"/>
                </a:moveTo>
                <a:lnTo>
                  <a:pt x="42336" y="22581"/>
                </a:lnTo>
                <a:lnTo>
                  <a:pt x="47981" y="22581"/>
                </a:lnTo>
                <a:lnTo>
                  <a:pt x="47981" y="0"/>
                </a:lnTo>
                <a:lnTo>
                  <a:pt x="42336" y="0"/>
                </a:lnTo>
                <a:close/>
                <a:moveTo>
                  <a:pt x="42336" y="79032"/>
                </a:moveTo>
                <a:lnTo>
                  <a:pt x="42336" y="101612"/>
                </a:lnTo>
                <a:lnTo>
                  <a:pt x="47981" y="101612"/>
                </a:lnTo>
                <a:lnTo>
                  <a:pt x="47981" y="79032"/>
                </a:lnTo>
                <a:lnTo>
                  <a:pt x="42336" y="79032"/>
                </a:lnTo>
                <a:close/>
                <a:moveTo>
                  <a:pt x="42336" y="118548"/>
                </a:moveTo>
                <a:lnTo>
                  <a:pt x="42336" y="141128"/>
                </a:lnTo>
                <a:lnTo>
                  <a:pt x="47981" y="141128"/>
                </a:lnTo>
                <a:lnTo>
                  <a:pt x="47981" y="118548"/>
                </a:lnTo>
                <a:lnTo>
                  <a:pt x="42336" y="118548"/>
                </a:lnTo>
                <a:close/>
                <a:moveTo>
                  <a:pt x="42336" y="180644"/>
                </a:moveTo>
                <a:lnTo>
                  <a:pt x="47981" y="180644"/>
                </a:lnTo>
                <a:lnTo>
                  <a:pt x="47981" y="158064"/>
                </a:lnTo>
                <a:lnTo>
                  <a:pt x="42336" y="158064"/>
                </a:lnTo>
                <a:lnTo>
                  <a:pt x="42336" y="180644"/>
                </a:lnTo>
                <a:close/>
                <a:moveTo>
                  <a:pt x="42336" y="220160"/>
                </a:moveTo>
                <a:lnTo>
                  <a:pt x="47981" y="220160"/>
                </a:lnTo>
                <a:lnTo>
                  <a:pt x="47981" y="197580"/>
                </a:lnTo>
                <a:lnTo>
                  <a:pt x="42336" y="197580"/>
                </a:lnTo>
                <a:lnTo>
                  <a:pt x="42336" y="220160"/>
                </a:lnTo>
                <a:close/>
                <a:moveTo>
                  <a:pt x="42336" y="237095"/>
                </a:moveTo>
                <a:lnTo>
                  <a:pt x="42336" y="259676"/>
                </a:lnTo>
                <a:lnTo>
                  <a:pt x="47981" y="259676"/>
                </a:lnTo>
                <a:lnTo>
                  <a:pt x="47981" y="237095"/>
                </a:lnTo>
                <a:lnTo>
                  <a:pt x="42336" y="237095"/>
                </a:lnTo>
                <a:close/>
                <a:moveTo>
                  <a:pt x="42336" y="276611"/>
                </a:moveTo>
                <a:lnTo>
                  <a:pt x="42336" y="299192"/>
                </a:lnTo>
                <a:lnTo>
                  <a:pt x="47981" y="299192"/>
                </a:lnTo>
                <a:lnTo>
                  <a:pt x="47981" y="276611"/>
                </a:lnTo>
                <a:lnTo>
                  <a:pt x="42336" y="276611"/>
                </a:lnTo>
                <a:close/>
                <a:moveTo>
                  <a:pt x="42336" y="316127"/>
                </a:moveTo>
                <a:lnTo>
                  <a:pt x="42336" y="338708"/>
                </a:lnTo>
                <a:lnTo>
                  <a:pt x="47981" y="338708"/>
                </a:lnTo>
                <a:lnTo>
                  <a:pt x="47981" y="316127"/>
                </a:lnTo>
                <a:lnTo>
                  <a:pt x="42336" y="316127"/>
                </a:lnTo>
                <a:close/>
                <a:moveTo>
                  <a:pt x="42336" y="378224"/>
                </a:moveTo>
                <a:lnTo>
                  <a:pt x="47981" y="378224"/>
                </a:lnTo>
                <a:lnTo>
                  <a:pt x="47981" y="355643"/>
                </a:lnTo>
                <a:lnTo>
                  <a:pt x="42336" y="355643"/>
                </a:lnTo>
                <a:lnTo>
                  <a:pt x="42336" y="378224"/>
                </a:lnTo>
                <a:close/>
                <a:moveTo>
                  <a:pt x="42336" y="417740"/>
                </a:moveTo>
                <a:lnTo>
                  <a:pt x="47981" y="417740"/>
                </a:lnTo>
                <a:lnTo>
                  <a:pt x="47981" y="395159"/>
                </a:lnTo>
                <a:lnTo>
                  <a:pt x="42336" y="395159"/>
                </a:lnTo>
                <a:lnTo>
                  <a:pt x="42336" y="417740"/>
                </a:lnTo>
                <a:close/>
                <a:moveTo>
                  <a:pt x="42336" y="434675"/>
                </a:moveTo>
                <a:lnTo>
                  <a:pt x="42336" y="457256"/>
                </a:lnTo>
                <a:lnTo>
                  <a:pt x="47981" y="457256"/>
                </a:lnTo>
                <a:lnTo>
                  <a:pt x="47981" y="434675"/>
                </a:lnTo>
                <a:lnTo>
                  <a:pt x="42336" y="434675"/>
                </a:lnTo>
                <a:close/>
                <a:moveTo>
                  <a:pt x="42336" y="474191"/>
                </a:moveTo>
                <a:lnTo>
                  <a:pt x="42336" y="496771"/>
                </a:lnTo>
                <a:lnTo>
                  <a:pt x="47981" y="496771"/>
                </a:lnTo>
                <a:lnTo>
                  <a:pt x="47981" y="474191"/>
                </a:lnTo>
                <a:lnTo>
                  <a:pt x="42336" y="474191"/>
                </a:lnTo>
                <a:close/>
                <a:moveTo>
                  <a:pt x="42336" y="513707"/>
                </a:moveTo>
                <a:lnTo>
                  <a:pt x="42336" y="536287"/>
                </a:lnTo>
                <a:lnTo>
                  <a:pt x="47981" y="536287"/>
                </a:lnTo>
                <a:lnTo>
                  <a:pt x="47981" y="513707"/>
                </a:lnTo>
                <a:lnTo>
                  <a:pt x="42336" y="513707"/>
                </a:lnTo>
                <a:close/>
                <a:moveTo>
                  <a:pt x="42336" y="62096"/>
                </a:moveTo>
                <a:lnTo>
                  <a:pt x="47981" y="62096"/>
                </a:lnTo>
                <a:lnTo>
                  <a:pt x="47981" y="39516"/>
                </a:lnTo>
                <a:lnTo>
                  <a:pt x="42336" y="39516"/>
                </a:lnTo>
                <a:lnTo>
                  <a:pt x="42336" y="62096"/>
                </a:lnTo>
                <a:close/>
                <a:moveTo>
                  <a:pt x="42336" y="553223"/>
                </a:moveTo>
                <a:lnTo>
                  <a:pt x="42336" y="575803"/>
                </a:lnTo>
                <a:lnTo>
                  <a:pt x="47981" y="575803"/>
                </a:lnTo>
                <a:lnTo>
                  <a:pt x="47981" y="553223"/>
                </a:lnTo>
                <a:lnTo>
                  <a:pt x="42336" y="553223"/>
                </a:lnTo>
                <a:close/>
                <a:moveTo>
                  <a:pt x="42336" y="592739"/>
                </a:moveTo>
                <a:lnTo>
                  <a:pt x="42336" y="615319"/>
                </a:lnTo>
                <a:lnTo>
                  <a:pt x="47981" y="615319"/>
                </a:lnTo>
                <a:lnTo>
                  <a:pt x="47981" y="592739"/>
                </a:lnTo>
                <a:lnTo>
                  <a:pt x="42336" y="592739"/>
                </a:lnTo>
                <a:close/>
                <a:moveTo>
                  <a:pt x="42336" y="632255"/>
                </a:moveTo>
                <a:lnTo>
                  <a:pt x="42336" y="654835"/>
                </a:lnTo>
                <a:lnTo>
                  <a:pt x="47981" y="654835"/>
                </a:lnTo>
                <a:lnTo>
                  <a:pt x="47981" y="632255"/>
                </a:lnTo>
                <a:lnTo>
                  <a:pt x="42336" y="632255"/>
                </a:lnTo>
                <a:close/>
                <a:moveTo>
                  <a:pt x="42336" y="694351"/>
                </a:moveTo>
                <a:lnTo>
                  <a:pt x="47981" y="694351"/>
                </a:lnTo>
                <a:lnTo>
                  <a:pt x="47981" y="671771"/>
                </a:lnTo>
                <a:lnTo>
                  <a:pt x="42336" y="671771"/>
                </a:lnTo>
                <a:lnTo>
                  <a:pt x="42336" y="694351"/>
                </a:lnTo>
                <a:close/>
                <a:moveTo>
                  <a:pt x="42336" y="733867"/>
                </a:moveTo>
                <a:lnTo>
                  <a:pt x="47981" y="733867"/>
                </a:lnTo>
                <a:lnTo>
                  <a:pt x="47981" y="711286"/>
                </a:lnTo>
                <a:lnTo>
                  <a:pt x="42336" y="711286"/>
                </a:lnTo>
                <a:lnTo>
                  <a:pt x="42336" y="733867"/>
                </a:lnTo>
                <a:close/>
                <a:moveTo>
                  <a:pt x="42336" y="750802"/>
                </a:moveTo>
                <a:lnTo>
                  <a:pt x="42336" y="773383"/>
                </a:lnTo>
                <a:lnTo>
                  <a:pt x="47981" y="773383"/>
                </a:lnTo>
                <a:lnTo>
                  <a:pt x="47981" y="750802"/>
                </a:lnTo>
                <a:lnTo>
                  <a:pt x="42336" y="750802"/>
                </a:lnTo>
                <a:close/>
                <a:moveTo>
                  <a:pt x="42338" y="829834"/>
                </a:moveTo>
                <a:lnTo>
                  <a:pt x="42338" y="852415"/>
                </a:lnTo>
                <a:lnTo>
                  <a:pt x="47984" y="852415"/>
                </a:lnTo>
                <a:lnTo>
                  <a:pt x="47984" y="829834"/>
                </a:lnTo>
                <a:lnTo>
                  <a:pt x="42338" y="829834"/>
                </a:lnTo>
                <a:close/>
                <a:moveTo>
                  <a:pt x="42338" y="869350"/>
                </a:moveTo>
                <a:lnTo>
                  <a:pt x="42338" y="891931"/>
                </a:lnTo>
                <a:lnTo>
                  <a:pt x="47984" y="891931"/>
                </a:lnTo>
                <a:lnTo>
                  <a:pt x="47984" y="869350"/>
                </a:lnTo>
                <a:lnTo>
                  <a:pt x="42338" y="869350"/>
                </a:lnTo>
                <a:close/>
                <a:moveTo>
                  <a:pt x="42338" y="931447"/>
                </a:moveTo>
                <a:lnTo>
                  <a:pt x="47984" y="931447"/>
                </a:lnTo>
                <a:lnTo>
                  <a:pt x="47984" y="908866"/>
                </a:lnTo>
                <a:lnTo>
                  <a:pt x="42338" y="908866"/>
                </a:lnTo>
                <a:lnTo>
                  <a:pt x="42338" y="931447"/>
                </a:lnTo>
                <a:close/>
                <a:moveTo>
                  <a:pt x="42338" y="970962"/>
                </a:moveTo>
                <a:lnTo>
                  <a:pt x="47984" y="970962"/>
                </a:lnTo>
                <a:lnTo>
                  <a:pt x="47984" y="948382"/>
                </a:lnTo>
                <a:lnTo>
                  <a:pt x="42338" y="948382"/>
                </a:lnTo>
                <a:lnTo>
                  <a:pt x="42338" y="970962"/>
                </a:lnTo>
                <a:close/>
                <a:moveTo>
                  <a:pt x="42338" y="987898"/>
                </a:moveTo>
                <a:lnTo>
                  <a:pt x="42338" y="1010478"/>
                </a:lnTo>
                <a:lnTo>
                  <a:pt x="47984" y="1010478"/>
                </a:lnTo>
                <a:lnTo>
                  <a:pt x="47984" y="987898"/>
                </a:lnTo>
                <a:lnTo>
                  <a:pt x="42338" y="987898"/>
                </a:lnTo>
                <a:close/>
                <a:moveTo>
                  <a:pt x="42338" y="1027414"/>
                </a:moveTo>
                <a:lnTo>
                  <a:pt x="42338" y="1049994"/>
                </a:lnTo>
                <a:lnTo>
                  <a:pt x="47984" y="1049994"/>
                </a:lnTo>
                <a:lnTo>
                  <a:pt x="47984" y="1027414"/>
                </a:lnTo>
                <a:lnTo>
                  <a:pt x="42338" y="1027414"/>
                </a:lnTo>
                <a:close/>
                <a:moveTo>
                  <a:pt x="42338" y="1066930"/>
                </a:moveTo>
                <a:lnTo>
                  <a:pt x="42338" y="1089510"/>
                </a:lnTo>
                <a:lnTo>
                  <a:pt x="47984" y="1089510"/>
                </a:lnTo>
                <a:lnTo>
                  <a:pt x="47984" y="1066930"/>
                </a:lnTo>
                <a:lnTo>
                  <a:pt x="42338" y="1066930"/>
                </a:lnTo>
                <a:close/>
                <a:moveTo>
                  <a:pt x="42338" y="812899"/>
                </a:moveTo>
                <a:lnTo>
                  <a:pt x="47984" y="812899"/>
                </a:lnTo>
                <a:lnTo>
                  <a:pt x="47984" y="790318"/>
                </a:lnTo>
                <a:lnTo>
                  <a:pt x="42338" y="790318"/>
                </a:lnTo>
                <a:lnTo>
                  <a:pt x="42338" y="812899"/>
                </a:lnTo>
                <a:close/>
                <a:moveTo>
                  <a:pt x="42338" y="1129026"/>
                </a:moveTo>
                <a:lnTo>
                  <a:pt x="47984" y="1129026"/>
                </a:lnTo>
                <a:lnTo>
                  <a:pt x="47984" y="1106446"/>
                </a:lnTo>
                <a:lnTo>
                  <a:pt x="42338" y="1106446"/>
                </a:lnTo>
                <a:lnTo>
                  <a:pt x="42338" y="1129026"/>
                </a:lnTo>
                <a:close/>
                <a:moveTo>
                  <a:pt x="42338" y="1145962"/>
                </a:moveTo>
                <a:lnTo>
                  <a:pt x="42338" y="1168542"/>
                </a:lnTo>
                <a:lnTo>
                  <a:pt x="47984" y="1168542"/>
                </a:lnTo>
                <a:lnTo>
                  <a:pt x="47984" y="1145962"/>
                </a:lnTo>
                <a:lnTo>
                  <a:pt x="42338" y="1145962"/>
                </a:lnTo>
                <a:close/>
                <a:moveTo>
                  <a:pt x="42338" y="1185477"/>
                </a:moveTo>
                <a:lnTo>
                  <a:pt x="42338" y="1208058"/>
                </a:lnTo>
                <a:lnTo>
                  <a:pt x="47984" y="1208058"/>
                </a:lnTo>
                <a:lnTo>
                  <a:pt x="47984" y="1185477"/>
                </a:lnTo>
                <a:lnTo>
                  <a:pt x="42338" y="1185477"/>
                </a:lnTo>
                <a:close/>
                <a:moveTo>
                  <a:pt x="42338" y="1224993"/>
                </a:moveTo>
                <a:lnTo>
                  <a:pt x="42338" y="1247574"/>
                </a:lnTo>
                <a:lnTo>
                  <a:pt x="47984" y="1247574"/>
                </a:lnTo>
                <a:lnTo>
                  <a:pt x="47984" y="1224993"/>
                </a:lnTo>
                <a:lnTo>
                  <a:pt x="42338" y="1224993"/>
                </a:lnTo>
                <a:close/>
                <a:moveTo>
                  <a:pt x="42338" y="1287090"/>
                </a:moveTo>
                <a:lnTo>
                  <a:pt x="47984" y="1287090"/>
                </a:lnTo>
                <a:lnTo>
                  <a:pt x="47984" y="1264509"/>
                </a:lnTo>
                <a:lnTo>
                  <a:pt x="42338" y="1264509"/>
                </a:lnTo>
                <a:lnTo>
                  <a:pt x="42338" y="1287090"/>
                </a:lnTo>
                <a:close/>
                <a:moveTo>
                  <a:pt x="42338" y="1326606"/>
                </a:moveTo>
                <a:lnTo>
                  <a:pt x="47984" y="1326606"/>
                </a:lnTo>
                <a:lnTo>
                  <a:pt x="47984" y="1304025"/>
                </a:lnTo>
                <a:lnTo>
                  <a:pt x="42338" y="1304025"/>
                </a:lnTo>
                <a:lnTo>
                  <a:pt x="42338" y="1326606"/>
                </a:lnTo>
                <a:close/>
                <a:moveTo>
                  <a:pt x="42338" y="1343541"/>
                </a:moveTo>
                <a:lnTo>
                  <a:pt x="42338" y="1366122"/>
                </a:lnTo>
                <a:lnTo>
                  <a:pt x="47984" y="1366122"/>
                </a:lnTo>
                <a:lnTo>
                  <a:pt x="47984" y="1343541"/>
                </a:lnTo>
                <a:lnTo>
                  <a:pt x="42338" y="1343541"/>
                </a:lnTo>
                <a:close/>
                <a:moveTo>
                  <a:pt x="42338" y="1405638"/>
                </a:moveTo>
                <a:lnTo>
                  <a:pt x="47984" y="1405638"/>
                </a:lnTo>
                <a:lnTo>
                  <a:pt x="47984" y="1383057"/>
                </a:lnTo>
                <a:lnTo>
                  <a:pt x="42338" y="1383057"/>
                </a:lnTo>
                <a:lnTo>
                  <a:pt x="42338" y="1405638"/>
                </a:lnTo>
                <a:close/>
                <a:moveTo>
                  <a:pt x="42338" y="1445153"/>
                </a:moveTo>
                <a:lnTo>
                  <a:pt x="47984" y="1445153"/>
                </a:lnTo>
                <a:lnTo>
                  <a:pt x="47984" y="1422573"/>
                </a:lnTo>
                <a:lnTo>
                  <a:pt x="42338" y="1422573"/>
                </a:lnTo>
                <a:lnTo>
                  <a:pt x="42338" y="1445153"/>
                </a:lnTo>
                <a:close/>
                <a:moveTo>
                  <a:pt x="45161" y="1516328"/>
                </a:moveTo>
                <a:lnTo>
                  <a:pt x="90322" y="1426006"/>
                </a:lnTo>
                <a:lnTo>
                  <a:pt x="47984" y="1468345"/>
                </a:lnTo>
                <a:lnTo>
                  <a:pt x="47984" y="1462089"/>
                </a:lnTo>
                <a:lnTo>
                  <a:pt x="42338" y="1462089"/>
                </a:lnTo>
                <a:lnTo>
                  <a:pt x="42338" y="1468345"/>
                </a:lnTo>
                <a:lnTo>
                  <a:pt x="0" y="1426006"/>
                </a:lnTo>
                <a:lnTo>
                  <a:pt x="45161" y="1516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2E6C71-3BDE-4FCA-9318-2A8A409D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471" y="3167741"/>
            <a:ext cx="714366" cy="152726"/>
          </a:xfrm>
          <a:custGeom xmlns:a="http://schemas.openxmlformats.org/drawingml/2006/main">
            <a:pathLst>
              <a:path w="714366" h="152726" fill="none">
                <a:moveTo>
                  <a:pt x="0" y="11132"/>
                </a:moveTo>
                <a:cubicBezTo>
                  <a:pt x="0" y="4984"/>
                  <a:pt x="4984" y="0"/>
                  <a:pt x="11132" y="0"/>
                </a:cubicBezTo>
                <a:lnTo>
                  <a:pt x="703234" y="0"/>
                </a:lnTo>
                <a:cubicBezTo>
                  <a:pt x="709382" y="0"/>
                  <a:pt x="714366" y="4984"/>
                  <a:pt x="714366" y="11132"/>
                </a:cubicBezTo>
                <a:lnTo>
                  <a:pt x="714366" y="141594"/>
                </a:lnTo>
                <a:cubicBezTo>
                  <a:pt x="714366" y="147742"/>
                  <a:pt x="709382" y="152726"/>
                  <a:pt x="703234" y="152726"/>
                </a:cubicBezTo>
                <a:lnTo>
                  <a:pt x="11132" y="152726"/>
                </a:lnTo>
                <a:cubicBezTo>
                  <a:pt x="4984" y="152726"/>
                  <a:pt x="0" y="147742"/>
                  <a:pt x="0" y="141594"/>
                </a:cubicBezTo>
                <a:lnTo>
                  <a:pt x="0" y="111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pic>
        <p:nvPicPr>
          <p:cNvPr id="9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4e2d036ae41fb"/>
          <a:stretch xmlns:a="http://schemas.openxmlformats.org/drawingml/2006/main"/>
        </p:blipFill>
        <p:spPr>
          <a:xfrm xmlns:a="http://schemas.openxmlformats.org/drawingml/2006/main">
            <a:off x="4494478" y="3207976"/>
            <a:ext cx="33740" cy="92784"/>
          </a:xfrm>
          <a:prstGeom xmlns:a="http://schemas.openxmlformats.org/drawingml/2006/main" prst="rect">
            <a:avLst/>
          </a:prstGeom>
        </p:spPr>
      </p:pic>
      <p:pic>
        <p:nvPicPr>
          <p:cNvPr id="9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1eb9587ff4277"/>
          <a:stretch xmlns:a="http://schemas.openxmlformats.org/drawingml/2006/main"/>
        </p:blipFill>
        <p:spPr>
          <a:xfrm xmlns:a="http://schemas.openxmlformats.org/drawingml/2006/main">
            <a:off x="4528641" y="3207976"/>
            <a:ext cx="78726" cy="92784"/>
          </a:xfrm>
          <a:prstGeom xmlns:a="http://schemas.openxmlformats.org/drawingml/2006/main" prst="rect">
            <a:avLst/>
          </a:prstGeom>
        </p:spPr>
      </p:pic>
      <p:pic>
        <p:nvPicPr>
          <p:cNvPr id="9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71ed0d42d4410"/>
          <a:stretch xmlns:a="http://schemas.openxmlformats.org/drawingml/2006/main"/>
        </p:blipFill>
        <p:spPr>
          <a:xfrm xmlns:a="http://schemas.openxmlformats.org/drawingml/2006/main">
            <a:off x="4494104" y="3187653"/>
            <a:ext cx="34487" cy="20118"/>
          </a:xfrm>
          <a:prstGeom xmlns:a="http://schemas.openxmlformats.org/drawingml/2006/main" prst="rect">
            <a:avLst/>
          </a:prstGeom>
        </p:spPr>
      </p:pic>
      <p:pic>
        <p:nvPicPr>
          <p:cNvPr id="9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2884e34bb4639"/>
          <a:stretch xmlns:a="http://schemas.openxmlformats.org/drawingml/2006/main"/>
        </p:blipFill>
        <p:spPr>
          <a:xfrm xmlns:a="http://schemas.openxmlformats.org/drawingml/2006/main">
            <a:off x="4528591" y="3187859"/>
            <a:ext cx="78826" cy="19707"/>
          </a:xfrm>
          <a:prstGeom xmlns:a="http://schemas.openxmlformats.org/drawingml/2006/main" prst="rect">
            <a:avLst/>
          </a:prstGeom>
        </p:spPr>
      </p:pic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C081A-F9DB-49E7-9BDC-72DFDE76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104" y="3187447"/>
            <a:ext cx="113313" cy="113312"/>
          </a:xfrm>
          <a:custGeom xmlns:a="http://schemas.openxmlformats.org/drawingml/2006/main">
            <a:pathLst>
              <a:path w="113313" h="113312" fill="none">
                <a:moveTo>
                  <a:pt x="0" y="0"/>
                </a:moveTo>
                <a:lnTo>
                  <a:pt x="113313" y="0"/>
                </a:lnTo>
                <a:lnTo>
                  <a:pt x="113313" y="113312"/>
                </a:lnTo>
                <a:lnTo>
                  <a:pt x="0" y="11331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pic>
        <p:nvPicPr>
          <p:cNvPr id="9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4b19e0bdc432d"/>
          <a:stretch xmlns:a="http://schemas.openxmlformats.org/drawingml/2006/main"/>
        </p:blipFill>
        <p:spPr>
          <a:xfrm xmlns:a="http://schemas.openxmlformats.org/drawingml/2006/main">
            <a:off x="4632685" y="3207976"/>
            <a:ext cx="75915" cy="92784"/>
          </a:xfrm>
          <a:prstGeom xmlns:a="http://schemas.openxmlformats.org/drawingml/2006/main" prst="rect">
            <a:avLst/>
          </a:prstGeom>
        </p:spPr>
      </p:pic>
      <p:pic>
        <p:nvPicPr>
          <p:cNvPr id="9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1a9e534f347fa"/>
          <a:stretch xmlns:a="http://schemas.openxmlformats.org/drawingml/2006/main"/>
        </p:blipFill>
        <p:spPr>
          <a:xfrm xmlns:a="http://schemas.openxmlformats.org/drawingml/2006/main">
            <a:off x="4709372" y="3207976"/>
            <a:ext cx="30928" cy="92784"/>
          </a:xfrm>
          <a:prstGeom xmlns:a="http://schemas.openxmlformats.org/drawingml/2006/main" prst="rect">
            <a:avLst/>
          </a:prstGeom>
        </p:spPr>
      </p:pic>
      <p:pic>
        <p:nvPicPr>
          <p:cNvPr id="9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624805c044124"/>
          <a:stretch xmlns:a="http://schemas.openxmlformats.org/drawingml/2006/main"/>
        </p:blipFill>
        <p:spPr>
          <a:xfrm xmlns:a="http://schemas.openxmlformats.org/drawingml/2006/main">
            <a:off x="4632050" y="3187707"/>
            <a:ext cx="77184" cy="20011"/>
          </a:xfrm>
          <a:prstGeom xmlns:a="http://schemas.openxmlformats.org/drawingml/2006/main" prst="rect">
            <a:avLst/>
          </a:prstGeom>
        </p:spPr>
      </p:pic>
      <p:pic>
        <p:nvPicPr>
          <p:cNvPr id="9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5d621c3914e7f"/>
          <a:stretch xmlns:a="http://schemas.openxmlformats.org/drawingml/2006/main"/>
        </p:blipFill>
        <p:spPr>
          <a:xfrm xmlns:a="http://schemas.openxmlformats.org/drawingml/2006/main">
            <a:off x="4709235" y="3187784"/>
            <a:ext cx="31202" cy="19856"/>
          </a:xfrm>
          <a:prstGeom xmlns:a="http://schemas.openxmlformats.org/drawingml/2006/main" prst="rect">
            <a:avLst/>
          </a:prstGeom>
        </p:spPr>
      </p:pic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0C1E29-B9B5-44EE-8783-24F5FB5A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050" y="3187447"/>
            <a:ext cx="108387" cy="113312"/>
          </a:xfrm>
          <a:custGeom xmlns:a="http://schemas.openxmlformats.org/drawingml/2006/main">
            <a:pathLst>
              <a:path w="108387" h="113312" fill="none">
                <a:moveTo>
                  <a:pt x="0" y="0"/>
                </a:moveTo>
                <a:lnTo>
                  <a:pt x="108387" y="0"/>
                </a:lnTo>
                <a:lnTo>
                  <a:pt x="108387" y="113312"/>
                </a:lnTo>
                <a:lnTo>
                  <a:pt x="0" y="11331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pic>
        <p:nvPicPr>
          <p:cNvPr id="9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f24ade5414006"/>
          <a:stretch xmlns:a="http://schemas.openxmlformats.org/drawingml/2006/main"/>
        </p:blipFill>
        <p:spPr>
          <a:xfrm xmlns:a="http://schemas.openxmlformats.org/drawingml/2006/main">
            <a:off x="4775696" y="3207976"/>
            <a:ext cx="106843" cy="92784"/>
          </a:xfrm>
          <a:prstGeom xmlns:a="http://schemas.openxmlformats.org/drawingml/2006/main" prst="rect">
            <a:avLst/>
          </a:prstGeom>
        </p:spPr>
      </p:pic>
      <p:pic>
        <p:nvPicPr>
          <p:cNvPr id="9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85bdc948a42c7"/>
          <a:stretch xmlns:a="http://schemas.openxmlformats.org/drawingml/2006/main"/>
        </p:blipFill>
        <p:spPr>
          <a:xfrm xmlns:a="http://schemas.openxmlformats.org/drawingml/2006/main">
            <a:off x="4774924" y="3187729"/>
            <a:ext cx="108387" cy="19966"/>
          </a:xfrm>
          <a:prstGeom xmlns:a="http://schemas.openxmlformats.org/drawingml/2006/main" prst="rect">
            <a:avLst/>
          </a:prstGeom>
        </p:spPr>
      </p:pic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3F3E2-B4C5-41EE-BB0D-BBC517FC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924" y="3187447"/>
            <a:ext cx="108387" cy="113312"/>
          </a:xfrm>
          <a:custGeom xmlns:a="http://schemas.openxmlformats.org/drawingml/2006/main">
            <a:pathLst>
              <a:path w="108387" h="113312" fill="none">
                <a:moveTo>
                  <a:pt x="0" y="0"/>
                </a:moveTo>
                <a:lnTo>
                  <a:pt x="108387" y="0"/>
                </a:lnTo>
                <a:lnTo>
                  <a:pt x="108387" y="113312"/>
                </a:lnTo>
                <a:lnTo>
                  <a:pt x="0" y="11331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pic>
        <p:nvPicPr>
          <p:cNvPr id="9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b988739dd43f0"/>
          <a:stretch xmlns:a="http://schemas.openxmlformats.org/drawingml/2006/main"/>
        </p:blipFill>
        <p:spPr>
          <a:xfrm xmlns:a="http://schemas.openxmlformats.org/drawingml/2006/main">
            <a:off x="4923497" y="3207976"/>
            <a:ext cx="106843" cy="92784"/>
          </a:xfrm>
          <a:prstGeom xmlns:a="http://schemas.openxmlformats.org/drawingml/2006/main" prst="rect">
            <a:avLst/>
          </a:prstGeom>
        </p:spPr>
      </p:pic>
      <p:pic>
        <p:nvPicPr>
          <p:cNvPr id="9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fc95e46a847d9"/>
          <a:stretch xmlns:a="http://schemas.openxmlformats.org/drawingml/2006/main"/>
        </p:blipFill>
        <p:spPr>
          <a:xfrm xmlns:a="http://schemas.openxmlformats.org/drawingml/2006/main">
            <a:off x="4922725" y="3187729"/>
            <a:ext cx="108387" cy="19966"/>
          </a:xfrm>
          <a:prstGeom xmlns:a="http://schemas.openxmlformats.org/drawingml/2006/main" prst="rect">
            <a:avLst/>
          </a:prstGeom>
        </p:spPr>
      </p:pic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52A78-84A1-4F61-B086-4F8A8287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725" y="3187447"/>
            <a:ext cx="108387" cy="113312"/>
          </a:xfrm>
          <a:custGeom xmlns:a="http://schemas.openxmlformats.org/drawingml/2006/main">
            <a:pathLst>
              <a:path w="108387" h="113312" fill="none">
                <a:moveTo>
                  <a:pt x="0" y="0"/>
                </a:moveTo>
                <a:lnTo>
                  <a:pt x="108387" y="0"/>
                </a:lnTo>
                <a:lnTo>
                  <a:pt x="108387" y="113312"/>
                </a:lnTo>
                <a:lnTo>
                  <a:pt x="0" y="11331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pic>
        <p:nvPicPr>
          <p:cNvPr id="9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c327ffde74d09"/>
          <a:stretch xmlns:a="http://schemas.openxmlformats.org/drawingml/2006/main"/>
        </p:blipFill>
        <p:spPr>
          <a:xfrm xmlns:a="http://schemas.openxmlformats.org/drawingml/2006/main">
            <a:off x="5056104" y="3207976"/>
            <a:ext cx="14058" cy="92784"/>
          </a:xfrm>
          <a:prstGeom xmlns:a="http://schemas.openxmlformats.org/drawingml/2006/main" prst="rect">
            <a:avLst/>
          </a:prstGeom>
        </p:spPr>
      </p:pic>
      <p:pic>
        <p:nvPicPr>
          <p:cNvPr id="9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9c5ed74d14174"/>
          <a:stretch xmlns:a="http://schemas.openxmlformats.org/drawingml/2006/main"/>
        </p:blipFill>
        <p:spPr>
          <a:xfrm xmlns:a="http://schemas.openxmlformats.org/drawingml/2006/main">
            <a:off x="5070586" y="3207976"/>
            <a:ext cx="98408" cy="92784"/>
          </a:xfrm>
          <a:prstGeom xmlns:a="http://schemas.openxmlformats.org/drawingml/2006/main" prst="rect">
            <a:avLst/>
          </a:prstGeom>
        </p:spPr>
      </p:pic>
      <p:pic>
        <p:nvPicPr>
          <p:cNvPr id="9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adae972654212"/>
          <a:stretch xmlns:a="http://schemas.openxmlformats.org/drawingml/2006/main"/>
        </p:blipFill>
        <p:spPr>
          <a:xfrm xmlns:a="http://schemas.openxmlformats.org/drawingml/2006/main">
            <a:off x="5055802" y="3187448"/>
            <a:ext cx="14662" cy="20527"/>
          </a:xfrm>
          <a:prstGeom xmlns:a="http://schemas.openxmlformats.org/drawingml/2006/main" prst="rect">
            <a:avLst/>
          </a:prstGeom>
        </p:spPr>
      </p:pic>
      <p:pic>
        <p:nvPicPr>
          <p:cNvPr id="9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c4e6b4a5c4c51"/>
          <a:stretch xmlns:a="http://schemas.openxmlformats.org/drawingml/2006/main"/>
        </p:blipFill>
        <p:spPr>
          <a:xfrm xmlns:a="http://schemas.openxmlformats.org/drawingml/2006/main">
            <a:off x="5070524" y="3187859"/>
            <a:ext cx="98532" cy="19706"/>
          </a:xfrm>
          <a:prstGeom xmlns:a="http://schemas.openxmlformats.org/drawingml/2006/main" prst="rect">
            <a:avLst/>
          </a:prstGeom>
        </p:spPr>
      </p:pic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B3054-06BC-4052-AD7C-C6393ACB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742" y="3187447"/>
            <a:ext cx="113313" cy="113312"/>
          </a:xfrm>
          <a:custGeom xmlns:a="http://schemas.openxmlformats.org/drawingml/2006/main">
            <a:pathLst>
              <a:path w="113313" h="113312" fill="none">
                <a:moveTo>
                  <a:pt x="0" y="0"/>
                </a:moveTo>
                <a:lnTo>
                  <a:pt x="113313" y="0"/>
                </a:lnTo>
                <a:lnTo>
                  <a:pt x="113313" y="113312"/>
                </a:lnTo>
                <a:lnTo>
                  <a:pt x="0" y="11331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208" name="Text 𝐄">
            <a:extLst xmlns:a="http://schemas.openxmlformats.org/drawingml/2006/main">
              <a:ext uri="{FF2B5EF4-FFF2-40B4-BE49-F238E27FC236}">
                <a16:creationId xmlns:a16="http://schemas.microsoft.com/office/drawing/2014/main" id="{4ED060AD-F704-4DC5-BCC5-776FDFAF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665" y="2968648"/>
            <a:ext cx="77133" cy="105076"/>
          </a:xfrm>
          <a:custGeom xmlns:a="http://schemas.openxmlformats.org/drawingml/2006/main">
            <a:pathLst>
              <a:path w="77133" h="105076">
                <a:moveTo>
                  <a:pt x="76363" y="0"/>
                </a:moveTo>
                <a:lnTo>
                  <a:pt x="76363" y="24479"/>
                </a:lnTo>
                <a:lnTo>
                  <a:pt x="65817" y="24479"/>
                </a:lnTo>
                <a:cubicBezTo>
                  <a:pt x="64124" y="19604"/>
                  <a:pt x="62687" y="16307"/>
                  <a:pt x="61506" y="14588"/>
                </a:cubicBezTo>
                <a:cubicBezTo>
                  <a:pt x="60326" y="12868"/>
                  <a:pt x="58915" y="11508"/>
                  <a:pt x="57272" y="10508"/>
                </a:cubicBezTo>
                <a:cubicBezTo>
                  <a:pt x="55630" y="9507"/>
                  <a:pt x="52833" y="9007"/>
                  <a:pt x="48882" y="9007"/>
                </a:cubicBezTo>
                <a:lnTo>
                  <a:pt x="32100" y="9007"/>
                </a:lnTo>
                <a:lnTo>
                  <a:pt x="32100" y="45956"/>
                </a:lnTo>
                <a:lnTo>
                  <a:pt x="42261" y="45956"/>
                </a:lnTo>
                <a:cubicBezTo>
                  <a:pt x="44520" y="45956"/>
                  <a:pt x="46290" y="45636"/>
                  <a:pt x="47573" y="44994"/>
                </a:cubicBezTo>
                <a:cubicBezTo>
                  <a:pt x="48856" y="44353"/>
                  <a:pt x="49921" y="43288"/>
                  <a:pt x="50768" y="41800"/>
                </a:cubicBezTo>
                <a:cubicBezTo>
                  <a:pt x="51614" y="40311"/>
                  <a:pt x="52423" y="38002"/>
                  <a:pt x="53193" y="34872"/>
                </a:cubicBezTo>
                <a:lnTo>
                  <a:pt x="61891" y="34872"/>
                </a:lnTo>
                <a:lnTo>
                  <a:pt x="61891" y="66125"/>
                </a:lnTo>
                <a:lnTo>
                  <a:pt x="53193" y="66125"/>
                </a:lnTo>
                <a:cubicBezTo>
                  <a:pt x="52474" y="63148"/>
                  <a:pt x="51679" y="60878"/>
                  <a:pt x="50806" y="59312"/>
                </a:cubicBezTo>
                <a:cubicBezTo>
                  <a:pt x="49934" y="57747"/>
                  <a:pt x="48895" y="56631"/>
                  <a:pt x="47689" y="55964"/>
                </a:cubicBezTo>
                <a:cubicBezTo>
                  <a:pt x="46483" y="55297"/>
                  <a:pt x="44674" y="54963"/>
                  <a:pt x="42261" y="54963"/>
                </a:cubicBezTo>
                <a:lnTo>
                  <a:pt x="32100" y="54963"/>
                </a:lnTo>
                <a:lnTo>
                  <a:pt x="32100" y="96070"/>
                </a:lnTo>
                <a:lnTo>
                  <a:pt x="48805" y="96070"/>
                </a:lnTo>
                <a:cubicBezTo>
                  <a:pt x="50601" y="96070"/>
                  <a:pt x="52115" y="95954"/>
                  <a:pt x="53346" y="95723"/>
                </a:cubicBezTo>
                <a:cubicBezTo>
                  <a:pt x="54578" y="95493"/>
                  <a:pt x="55682" y="95095"/>
                  <a:pt x="56657" y="94530"/>
                </a:cubicBezTo>
                <a:cubicBezTo>
                  <a:pt x="57632" y="93966"/>
                  <a:pt x="58568" y="93196"/>
                  <a:pt x="59466" y="92221"/>
                </a:cubicBezTo>
                <a:cubicBezTo>
                  <a:pt x="60364" y="91246"/>
                  <a:pt x="61160" y="90194"/>
                  <a:pt x="61853" y="89065"/>
                </a:cubicBezTo>
                <a:cubicBezTo>
                  <a:pt x="62545" y="87936"/>
                  <a:pt x="63277" y="86447"/>
                  <a:pt x="64047" y="84600"/>
                </a:cubicBezTo>
                <a:cubicBezTo>
                  <a:pt x="64816" y="82752"/>
                  <a:pt x="65663" y="80212"/>
                  <a:pt x="66587" y="76979"/>
                </a:cubicBezTo>
                <a:lnTo>
                  <a:pt x="77133" y="76979"/>
                </a:lnTo>
                <a:lnTo>
                  <a:pt x="75670" y="105076"/>
                </a:lnTo>
                <a:lnTo>
                  <a:pt x="0" y="105076"/>
                </a:lnTo>
                <a:lnTo>
                  <a:pt x="0" y="99996"/>
                </a:lnTo>
                <a:cubicBezTo>
                  <a:pt x="2771" y="99277"/>
                  <a:pt x="4657" y="98456"/>
                  <a:pt x="5658" y="97532"/>
                </a:cubicBezTo>
                <a:cubicBezTo>
                  <a:pt x="6659" y="96609"/>
                  <a:pt x="7339" y="95390"/>
                  <a:pt x="7698" y="93876"/>
                </a:cubicBezTo>
                <a:cubicBezTo>
                  <a:pt x="8057" y="92362"/>
                  <a:pt x="8237" y="89655"/>
                  <a:pt x="8237" y="85755"/>
                </a:cubicBezTo>
                <a:lnTo>
                  <a:pt x="8237" y="19399"/>
                </a:lnTo>
                <a:cubicBezTo>
                  <a:pt x="8237" y="15498"/>
                  <a:pt x="8070" y="12791"/>
                  <a:pt x="7736" y="11277"/>
                </a:cubicBezTo>
                <a:cubicBezTo>
                  <a:pt x="7403" y="9764"/>
                  <a:pt x="6723" y="8545"/>
                  <a:pt x="5696" y="7621"/>
                </a:cubicBezTo>
                <a:cubicBezTo>
                  <a:pt x="4670" y="6697"/>
                  <a:pt x="2771" y="5850"/>
                  <a:pt x="0" y="5081"/>
                </a:cubicBezTo>
                <a:lnTo>
                  <a:pt x="0" y="0"/>
                </a:lnTo>
                <a:lnTo>
                  <a:pt x="7636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!&quot;#$">
            <a:extLst xmlns:a="http://schemas.openxmlformats.org/drawingml/2006/main">
              <a:ext uri="{FF2B5EF4-FFF2-40B4-BE49-F238E27FC236}">
                <a16:creationId xmlns:a16="http://schemas.microsoft.com/office/drawing/2014/main" id="{92C81F30-68CD-4ECC-9AEB-B5B5E5B4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475" y="3033903"/>
            <a:ext cx="239621" cy="93616"/>
          </a:xfrm>
          <a:custGeom xmlns:a="http://schemas.openxmlformats.org/drawingml/2006/main">
            <a:pathLst>
              <a:path w="239621" h="93616">
                <a:moveTo>
                  <a:pt x="0" y="16820"/>
                </a:moveTo>
                <a:cubicBezTo>
                  <a:pt x="1180" y="16635"/>
                  <a:pt x="2250" y="16350"/>
                  <a:pt x="3209" y="15962"/>
                </a:cubicBezTo>
                <a:cubicBezTo>
                  <a:pt x="4168" y="15575"/>
                  <a:pt x="5016" y="15123"/>
                  <a:pt x="5754" y="14607"/>
                </a:cubicBezTo>
                <a:cubicBezTo>
                  <a:pt x="6418" y="14127"/>
                  <a:pt x="6990" y="13556"/>
                  <a:pt x="7469" y="12892"/>
                </a:cubicBezTo>
                <a:cubicBezTo>
                  <a:pt x="7949" y="12228"/>
                  <a:pt x="8373" y="11361"/>
                  <a:pt x="8742" y="10291"/>
                </a:cubicBezTo>
                <a:cubicBezTo>
                  <a:pt x="9111" y="9221"/>
                  <a:pt x="9452" y="7857"/>
                  <a:pt x="9766" y="6197"/>
                </a:cubicBezTo>
                <a:cubicBezTo>
                  <a:pt x="10079" y="4537"/>
                  <a:pt x="10402" y="2471"/>
                  <a:pt x="10734" y="0"/>
                </a:cubicBezTo>
                <a:lnTo>
                  <a:pt x="19808" y="0"/>
                </a:lnTo>
                <a:lnTo>
                  <a:pt x="19808" y="14053"/>
                </a:lnTo>
                <a:lnTo>
                  <a:pt x="39173" y="14053"/>
                </a:lnTo>
                <a:lnTo>
                  <a:pt x="39173" y="20195"/>
                </a:lnTo>
                <a:lnTo>
                  <a:pt x="19808" y="20195"/>
                </a:lnTo>
                <a:lnTo>
                  <a:pt x="19808" y="46587"/>
                </a:lnTo>
                <a:cubicBezTo>
                  <a:pt x="19845" y="49980"/>
                  <a:pt x="20047" y="52737"/>
                  <a:pt x="20416" y="54858"/>
                </a:cubicBezTo>
                <a:cubicBezTo>
                  <a:pt x="20785" y="56979"/>
                  <a:pt x="21357" y="58630"/>
                  <a:pt x="22131" y="59810"/>
                </a:cubicBezTo>
                <a:cubicBezTo>
                  <a:pt x="22906" y="60991"/>
                  <a:pt x="23865" y="61793"/>
                  <a:pt x="25009" y="62217"/>
                </a:cubicBezTo>
                <a:cubicBezTo>
                  <a:pt x="26152" y="62641"/>
                  <a:pt x="27517" y="62853"/>
                  <a:pt x="29103" y="62853"/>
                </a:cubicBezTo>
                <a:cubicBezTo>
                  <a:pt x="30689" y="62853"/>
                  <a:pt x="32247" y="62494"/>
                  <a:pt x="33778" y="61774"/>
                </a:cubicBezTo>
                <a:cubicBezTo>
                  <a:pt x="35309" y="61055"/>
                  <a:pt x="36812" y="60087"/>
                  <a:pt x="38287" y="58870"/>
                </a:cubicBezTo>
                <a:cubicBezTo>
                  <a:pt x="38804" y="59534"/>
                  <a:pt x="39283" y="60198"/>
                  <a:pt x="39726" y="60862"/>
                </a:cubicBezTo>
                <a:cubicBezTo>
                  <a:pt x="40169" y="61526"/>
                  <a:pt x="40630" y="62189"/>
                  <a:pt x="41109" y="62853"/>
                </a:cubicBezTo>
                <a:cubicBezTo>
                  <a:pt x="38048" y="65472"/>
                  <a:pt x="35207" y="67381"/>
                  <a:pt x="32589" y="68580"/>
                </a:cubicBezTo>
                <a:cubicBezTo>
                  <a:pt x="29970" y="69779"/>
                  <a:pt x="27314" y="70378"/>
                  <a:pt x="24621" y="70378"/>
                </a:cubicBezTo>
                <a:cubicBezTo>
                  <a:pt x="19273" y="70378"/>
                  <a:pt x="15298" y="68940"/>
                  <a:pt x="12698" y="66062"/>
                </a:cubicBezTo>
                <a:cubicBezTo>
                  <a:pt x="10097" y="63185"/>
                  <a:pt x="8797" y="58685"/>
                  <a:pt x="8797" y="52562"/>
                </a:cubicBezTo>
                <a:lnTo>
                  <a:pt x="8797" y="20195"/>
                </a:lnTo>
                <a:lnTo>
                  <a:pt x="0" y="20195"/>
                </a:lnTo>
                <a:lnTo>
                  <a:pt x="0" y="16820"/>
                </a:lnTo>
                <a:close/>
                <a:moveTo>
                  <a:pt x="75370" y="73200"/>
                </a:moveTo>
                <a:cubicBezTo>
                  <a:pt x="73673" y="76778"/>
                  <a:pt x="72014" y="79849"/>
                  <a:pt x="70391" y="82412"/>
                </a:cubicBezTo>
                <a:cubicBezTo>
                  <a:pt x="68768" y="84976"/>
                  <a:pt x="67062" y="87087"/>
                  <a:pt x="65273" y="88747"/>
                </a:cubicBezTo>
                <a:cubicBezTo>
                  <a:pt x="63484" y="90407"/>
                  <a:pt x="61547" y="91634"/>
                  <a:pt x="59463" y="92427"/>
                </a:cubicBezTo>
                <a:cubicBezTo>
                  <a:pt x="57379" y="93220"/>
                  <a:pt x="55046" y="93616"/>
                  <a:pt x="52464" y="93616"/>
                </a:cubicBezTo>
                <a:cubicBezTo>
                  <a:pt x="51247" y="93616"/>
                  <a:pt x="50002" y="93542"/>
                  <a:pt x="48729" y="93395"/>
                </a:cubicBezTo>
                <a:cubicBezTo>
                  <a:pt x="47457" y="93247"/>
                  <a:pt x="46101" y="93026"/>
                  <a:pt x="44663" y="92731"/>
                </a:cubicBezTo>
                <a:lnTo>
                  <a:pt x="44663" y="80614"/>
                </a:lnTo>
                <a:lnTo>
                  <a:pt x="50583" y="80614"/>
                </a:lnTo>
                <a:cubicBezTo>
                  <a:pt x="51025" y="82163"/>
                  <a:pt x="51634" y="83279"/>
                  <a:pt x="52409" y="83961"/>
                </a:cubicBezTo>
                <a:cubicBezTo>
                  <a:pt x="53183" y="84644"/>
                  <a:pt x="54198" y="84985"/>
                  <a:pt x="55452" y="84985"/>
                </a:cubicBezTo>
                <a:cubicBezTo>
                  <a:pt x="56632" y="84985"/>
                  <a:pt x="57693" y="84800"/>
                  <a:pt x="58633" y="84432"/>
                </a:cubicBezTo>
                <a:cubicBezTo>
                  <a:pt x="59574" y="84063"/>
                  <a:pt x="60551" y="83325"/>
                  <a:pt x="61566" y="82218"/>
                </a:cubicBezTo>
                <a:cubicBezTo>
                  <a:pt x="62580" y="81112"/>
                  <a:pt x="63696" y="79553"/>
                  <a:pt x="64913" y="77543"/>
                </a:cubicBezTo>
                <a:cubicBezTo>
                  <a:pt x="66130" y="75533"/>
                  <a:pt x="67587" y="72886"/>
                  <a:pt x="69284" y="69603"/>
                </a:cubicBezTo>
                <a:lnTo>
                  <a:pt x="52851" y="26945"/>
                </a:lnTo>
                <a:cubicBezTo>
                  <a:pt x="52187" y="25211"/>
                  <a:pt x="51597" y="23819"/>
                  <a:pt x="51081" y="22768"/>
                </a:cubicBezTo>
                <a:cubicBezTo>
                  <a:pt x="50564" y="21717"/>
                  <a:pt x="50020" y="20868"/>
                  <a:pt x="49449" y="20223"/>
                </a:cubicBezTo>
                <a:cubicBezTo>
                  <a:pt x="48877" y="19577"/>
                  <a:pt x="48195" y="19070"/>
                  <a:pt x="47401" y="18701"/>
                </a:cubicBezTo>
                <a:cubicBezTo>
                  <a:pt x="46608" y="18332"/>
                  <a:pt x="45585" y="17963"/>
                  <a:pt x="44331" y="17595"/>
                </a:cubicBezTo>
                <a:lnTo>
                  <a:pt x="44331" y="14053"/>
                </a:lnTo>
                <a:lnTo>
                  <a:pt x="69561" y="14053"/>
                </a:lnTo>
                <a:lnTo>
                  <a:pt x="69561" y="17595"/>
                </a:lnTo>
                <a:cubicBezTo>
                  <a:pt x="67200" y="18037"/>
                  <a:pt x="65558" y="18590"/>
                  <a:pt x="64636" y="19254"/>
                </a:cubicBezTo>
                <a:cubicBezTo>
                  <a:pt x="63714" y="19918"/>
                  <a:pt x="63253" y="20896"/>
                  <a:pt x="63253" y="22187"/>
                </a:cubicBezTo>
                <a:cubicBezTo>
                  <a:pt x="63253" y="23109"/>
                  <a:pt x="63391" y="24105"/>
                  <a:pt x="63668" y="25175"/>
                </a:cubicBezTo>
                <a:cubicBezTo>
                  <a:pt x="63945" y="26244"/>
                  <a:pt x="64341" y="27498"/>
                  <a:pt x="64858" y="28937"/>
                </a:cubicBezTo>
                <a:lnTo>
                  <a:pt x="75370" y="57597"/>
                </a:lnTo>
                <a:lnTo>
                  <a:pt x="87376" y="30265"/>
                </a:lnTo>
                <a:cubicBezTo>
                  <a:pt x="88003" y="28716"/>
                  <a:pt x="88529" y="27378"/>
                  <a:pt x="88953" y="26253"/>
                </a:cubicBezTo>
                <a:cubicBezTo>
                  <a:pt x="89377" y="25128"/>
                  <a:pt x="89590" y="23994"/>
                  <a:pt x="89590" y="22851"/>
                </a:cubicBezTo>
                <a:cubicBezTo>
                  <a:pt x="89590" y="21338"/>
                  <a:pt x="89082" y="20167"/>
                  <a:pt x="88068" y="19337"/>
                </a:cubicBezTo>
                <a:cubicBezTo>
                  <a:pt x="87054" y="18507"/>
                  <a:pt x="85366" y="17926"/>
                  <a:pt x="83005" y="17595"/>
                </a:cubicBezTo>
                <a:lnTo>
                  <a:pt x="83005" y="14053"/>
                </a:lnTo>
                <a:lnTo>
                  <a:pt x="106022" y="14053"/>
                </a:lnTo>
                <a:lnTo>
                  <a:pt x="106022" y="17595"/>
                </a:lnTo>
                <a:cubicBezTo>
                  <a:pt x="104842" y="17853"/>
                  <a:pt x="103864" y="18139"/>
                  <a:pt x="103090" y="18452"/>
                </a:cubicBezTo>
                <a:cubicBezTo>
                  <a:pt x="102315" y="18766"/>
                  <a:pt x="101596" y="19254"/>
                  <a:pt x="100932" y="19918"/>
                </a:cubicBezTo>
                <a:cubicBezTo>
                  <a:pt x="100268" y="20582"/>
                  <a:pt x="99613" y="21495"/>
                  <a:pt x="98968" y="22657"/>
                </a:cubicBezTo>
                <a:cubicBezTo>
                  <a:pt x="98322" y="23819"/>
                  <a:pt x="97557" y="25359"/>
                  <a:pt x="96672" y="27277"/>
                </a:cubicBezTo>
                <a:lnTo>
                  <a:pt x="75370" y="73200"/>
                </a:lnTo>
                <a:close/>
                <a:moveTo>
                  <a:pt x="133374" y="79009"/>
                </a:moveTo>
                <a:cubicBezTo>
                  <a:pt x="133374" y="81186"/>
                  <a:pt x="133420" y="82855"/>
                  <a:pt x="133512" y="84017"/>
                </a:cubicBezTo>
                <a:cubicBezTo>
                  <a:pt x="133604" y="85179"/>
                  <a:pt x="133881" y="86073"/>
                  <a:pt x="134342" y="86700"/>
                </a:cubicBezTo>
                <a:cubicBezTo>
                  <a:pt x="134803" y="87327"/>
                  <a:pt x="135532" y="87807"/>
                  <a:pt x="136528" y="88139"/>
                </a:cubicBezTo>
                <a:cubicBezTo>
                  <a:pt x="137524" y="88471"/>
                  <a:pt x="138925" y="88895"/>
                  <a:pt x="140733" y="89411"/>
                </a:cubicBezTo>
                <a:lnTo>
                  <a:pt x="140733" y="93063"/>
                </a:lnTo>
                <a:lnTo>
                  <a:pt x="115613" y="93063"/>
                </a:lnTo>
                <a:lnTo>
                  <a:pt x="115613" y="89411"/>
                </a:lnTo>
                <a:cubicBezTo>
                  <a:pt x="117200" y="88932"/>
                  <a:pt x="118444" y="88526"/>
                  <a:pt x="119348" y="88194"/>
                </a:cubicBezTo>
                <a:cubicBezTo>
                  <a:pt x="120252" y="87862"/>
                  <a:pt x="120934" y="87382"/>
                  <a:pt x="121395" y="86755"/>
                </a:cubicBezTo>
                <a:cubicBezTo>
                  <a:pt x="121856" y="86128"/>
                  <a:pt x="122151" y="85225"/>
                  <a:pt x="122281" y="84044"/>
                </a:cubicBezTo>
                <a:cubicBezTo>
                  <a:pt x="122410" y="82864"/>
                  <a:pt x="122474" y="81186"/>
                  <a:pt x="122474" y="79009"/>
                </a:cubicBezTo>
                <a:lnTo>
                  <a:pt x="122474" y="29712"/>
                </a:lnTo>
                <a:cubicBezTo>
                  <a:pt x="122474" y="27609"/>
                  <a:pt x="122465" y="25875"/>
                  <a:pt x="122447" y="24511"/>
                </a:cubicBezTo>
                <a:cubicBezTo>
                  <a:pt x="122428" y="23146"/>
                  <a:pt x="122207" y="22021"/>
                  <a:pt x="121783" y="21136"/>
                </a:cubicBezTo>
                <a:cubicBezTo>
                  <a:pt x="121358" y="20250"/>
                  <a:pt x="120630" y="19559"/>
                  <a:pt x="119597" y="19061"/>
                </a:cubicBezTo>
                <a:cubicBezTo>
                  <a:pt x="118564" y="18563"/>
                  <a:pt x="117052" y="18148"/>
                  <a:pt x="115060" y="17816"/>
                </a:cubicBezTo>
                <a:lnTo>
                  <a:pt x="115060" y="14053"/>
                </a:lnTo>
                <a:lnTo>
                  <a:pt x="129390" y="13445"/>
                </a:lnTo>
                <a:lnTo>
                  <a:pt x="133485" y="13445"/>
                </a:lnTo>
                <a:cubicBezTo>
                  <a:pt x="133374" y="15031"/>
                  <a:pt x="133245" y="16589"/>
                  <a:pt x="133097" y="18120"/>
                </a:cubicBezTo>
                <a:cubicBezTo>
                  <a:pt x="132950" y="19651"/>
                  <a:pt x="132821" y="21191"/>
                  <a:pt x="132710" y="22740"/>
                </a:cubicBezTo>
                <a:cubicBezTo>
                  <a:pt x="132821" y="22814"/>
                  <a:pt x="132922" y="22851"/>
                  <a:pt x="133014" y="22851"/>
                </a:cubicBezTo>
                <a:cubicBezTo>
                  <a:pt x="133107" y="22851"/>
                  <a:pt x="133190" y="22888"/>
                  <a:pt x="133263" y="22961"/>
                </a:cubicBezTo>
                <a:cubicBezTo>
                  <a:pt x="135624" y="20674"/>
                  <a:pt x="137699" y="18858"/>
                  <a:pt x="139488" y="17512"/>
                </a:cubicBezTo>
                <a:cubicBezTo>
                  <a:pt x="141277" y="16165"/>
                  <a:pt x="142909" y="15151"/>
                  <a:pt x="144384" y="14468"/>
                </a:cubicBezTo>
                <a:cubicBezTo>
                  <a:pt x="145860" y="13786"/>
                  <a:pt x="147243" y="13353"/>
                  <a:pt x="148534" y="13168"/>
                </a:cubicBezTo>
                <a:cubicBezTo>
                  <a:pt x="149825" y="12984"/>
                  <a:pt x="151190" y="12892"/>
                  <a:pt x="152628" y="12892"/>
                </a:cubicBezTo>
                <a:cubicBezTo>
                  <a:pt x="159305" y="12892"/>
                  <a:pt x="164441" y="15326"/>
                  <a:pt x="168037" y="20195"/>
                </a:cubicBezTo>
                <a:cubicBezTo>
                  <a:pt x="171634" y="25064"/>
                  <a:pt x="173432" y="32128"/>
                  <a:pt x="173432" y="41386"/>
                </a:cubicBezTo>
                <a:cubicBezTo>
                  <a:pt x="173432" y="46402"/>
                  <a:pt x="172814" y="50727"/>
                  <a:pt x="171578" y="54360"/>
                </a:cubicBezTo>
                <a:cubicBezTo>
                  <a:pt x="170343" y="57994"/>
                  <a:pt x="168609" y="61000"/>
                  <a:pt x="166378" y="63379"/>
                </a:cubicBezTo>
                <a:cubicBezTo>
                  <a:pt x="164146" y="65758"/>
                  <a:pt x="161453" y="67519"/>
                  <a:pt x="158300" y="68663"/>
                </a:cubicBezTo>
                <a:cubicBezTo>
                  <a:pt x="155146" y="69806"/>
                  <a:pt x="151651" y="70378"/>
                  <a:pt x="147815" y="70378"/>
                </a:cubicBezTo>
                <a:cubicBezTo>
                  <a:pt x="142171" y="70378"/>
                  <a:pt x="137358" y="69511"/>
                  <a:pt x="133374" y="67778"/>
                </a:cubicBezTo>
                <a:lnTo>
                  <a:pt x="133374" y="79009"/>
                </a:lnTo>
                <a:moveTo>
                  <a:pt x="133374" y="48523"/>
                </a:moveTo>
                <a:cubicBezTo>
                  <a:pt x="133374" y="51843"/>
                  <a:pt x="133641" y="54573"/>
                  <a:pt x="134176" y="56712"/>
                </a:cubicBezTo>
                <a:cubicBezTo>
                  <a:pt x="134711" y="58851"/>
                  <a:pt x="135550" y="60539"/>
                  <a:pt x="136694" y="61774"/>
                </a:cubicBezTo>
                <a:cubicBezTo>
                  <a:pt x="137837" y="63010"/>
                  <a:pt x="139285" y="63859"/>
                  <a:pt x="141037" y="64320"/>
                </a:cubicBezTo>
                <a:cubicBezTo>
                  <a:pt x="142789" y="64781"/>
                  <a:pt x="144864" y="65011"/>
                  <a:pt x="147261" y="65011"/>
                </a:cubicBezTo>
                <a:cubicBezTo>
                  <a:pt x="152093" y="65011"/>
                  <a:pt x="155718" y="63130"/>
                  <a:pt x="158134" y="59368"/>
                </a:cubicBezTo>
                <a:cubicBezTo>
                  <a:pt x="160550" y="55605"/>
                  <a:pt x="161758" y="50017"/>
                  <a:pt x="161758" y="42603"/>
                </a:cubicBezTo>
                <a:cubicBezTo>
                  <a:pt x="161758" y="35189"/>
                  <a:pt x="160660" y="29656"/>
                  <a:pt x="158466" y="26004"/>
                </a:cubicBezTo>
                <a:cubicBezTo>
                  <a:pt x="156271" y="22353"/>
                  <a:pt x="152868" y="20527"/>
                  <a:pt x="148257" y="20527"/>
                </a:cubicBezTo>
                <a:cubicBezTo>
                  <a:pt x="146413" y="20527"/>
                  <a:pt x="144596" y="20887"/>
                  <a:pt x="142807" y="21606"/>
                </a:cubicBezTo>
                <a:cubicBezTo>
                  <a:pt x="141019" y="22325"/>
                  <a:pt x="139423" y="23266"/>
                  <a:pt x="138022" y="24428"/>
                </a:cubicBezTo>
                <a:cubicBezTo>
                  <a:pt x="136620" y="25590"/>
                  <a:pt x="135495" y="26890"/>
                  <a:pt x="134647" y="28328"/>
                </a:cubicBezTo>
                <a:cubicBezTo>
                  <a:pt x="133798" y="29767"/>
                  <a:pt x="133374" y="31205"/>
                  <a:pt x="133374" y="32644"/>
                </a:cubicBezTo>
                <a:lnTo>
                  <a:pt x="133374" y="48523"/>
                </a:lnTo>
                <a:close/>
                <a:moveTo>
                  <a:pt x="238791" y="59202"/>
                </a:moveTo>
                <a:cubicBezTo>
                  <a:pt x="236725" y="61230"/>
                  <a:pt x="234761" y="62955"/>
                  <a:pt x="232898" y="64375"/>
                </a:cubicBezTo>
                <a:cubicBezTo>
                  <a:pt x="231036" y="65795"/>
                  <a:pt x="229182" y="66948"/>
                  <a:pt x="227338" y="67833"/>
                </a:cubicBezTo>
                <a:cubicBezTo>
                  <a:pt x="225494" y="68718"/>
                  <a:pt x="223612" y="69364"/>
                  <a:pt x="221694" y="69769"/>
                </a:cubicBezTo>
                <a:cubicBezTo>
                  <a:pt x="219776" y="70175"/>
                  <a:pt x="217748" y="70378"/>
                  <a:pt x="215608" y="70378"/>
                </a:cubicBezTo>
                <a:cubicBezTo>
                  <a:pt x="207198" y="70378"/>
                  <a:pt x="200872" y="67971"/>
                  <a:pt x="196630" y="63158"/>
                </a:cubicBezTo>
                <a:cubicBezTo>
                  <a:pt x="192389" y="58344"/>
                  <a:pt x="190268" y="51253"/>
                  <a:pt x="190268" y="41884"/>
                </a:cubicBezTo>
                <a:cubicBezTo>
                  <a:pt x="190268" y="37568"/>
                  <a:pt x="190895" y="33631"/>
                  <a:pt x="192149" y="30071"/>
                </a:cubicBezTo>
                <a:cubicBezTo>
                  <a:pt x="193403" y="26512"/>
                  <a:pt x="195192" y="23459"/>
                  <a:pt x="197516" y="20914"/>
                </a:cubicBezTo>
                <a:cubicBezTo>
                  <a:pt x="199840" y="18369"/>
                  <a:pt x="202624" y="16396"/>
                  <a:pt x="205870" y="14994"/>
                </a:cubicBezTo>
                <a:cubicBezTo>
                  <a:pt x="209116" y="13592"/>
                  <a:pt x="212731" y="12892"/>
                  <a:pt x="216715" y="12892"/>
                </a:cubicBezTo>
                <a:cubicBezTo>
                  <a:pt x="220625" y="12892"/>
                  <a:pt x="224000" y="13491"/>
                  <a:pt x="226840" y="14690"/>
                </a:cubicBezTo>
                <a:cubicBezTo>
                  <a:pt x="229680" y="15889"/>
                  <a:pt x="231985" y="17539"/>
                  <a:pt x="233756" y="19642"/>
                </a:cubicBezTo>
                <a:cubicBezTo>
                  <a:pt x="234641" y="20674"/>
                  <a:pt x="235434" y="21855"/>
                  <a:pt x="236135" y="23183"/>
                </a:cubicBezTo>
                <a:cubicBezTo>
                  <a:pt x="236836" y="24511"/>
                  <a:pt x="237435" y="26051"/>
                  <a:pt x="237933" y="27803"/>
                </a:cubicBezTo>
                <a:cubicBezTo>
                  <a:pt x="238431" y="29555"/>
                  <a:pt x="238819" y="31556"/>
                  <a:pt x="239095" y="33806"/>
                </a:cubicBezTo>
                <a:cubicBezTo>
                  <a:pt x="239372" y="36056"/>
                  <a:pt x="239547" y="38619"/>
                  <a:pt x="239621" y="41497"/>
                </a:cubicBezTo>
                <a:lnTo>
                  <a:pt x="201721" y="41497"/>
                </a:lnTo>
                <a:lnTo>
                  <a:pt x="201721" y="41994"/>
                </a:lnTo>
                <a:cubicBezTo>
                  <a:pt x="201721" y="48966"/>
                  <a:pt x="203021" y="54185"/>
                  <a:pt x="205621" y="57652"/>
                </a:cubicBezTo>
                <a:cubicBezTo>
                  <a:pt x="208222" y="61120"/>
                  <a:pt x="212344" y="62853"/>
                  <a:pt x="217987" y="62853"/>
                </a:cubicBezTo>
                <a:cubicBezTo>
                  <a:pt x="219500" y="62853"/>
                  <a:pt x="220947" y="62697"/>
                  <a:pt x="222331" y="62383"/>
                </a:cubicBezTo>
                <a:cubicBezTo>
                  <a:pt x="223714" y="62070"/>
                  <a:pt x="225088" y="61581"/>
                  <a:pt x="226453" y="60917"/>
                </a:cubicBezTo>
                <a:cubicBezTo>
                  <a:pt x="227817" y="60253"/>
                  <a:pt x="229191" y="59395"/>
                  <a:pt x="230575" y="58344"/>
                </a:cubicBezTo>
                <a:cubicBezTo>
                  <a:pt x="231958" y="57293"/>
                  <a:pt x="233406" y="56048"/>
                  <a:pt x="234918" y="54609"/>
                </a:cubicBezTo>
                <a:lnTo>
                  <a:pt x="238791" y="59202"/>
                </a:lnTo>
                <a:moveTo>
                  <a:pt x="227725" y="36019"/>
                </a:moveTo>
                <a:cubicBezTo>
                  <a:pt x="227356" y="30007"/>
                  <a:pt x="226259" y="25562"/>
                  <a:pt x="224433" y="22685"/>
                </a:cubicBezTo>
                <a:cubicBezTo>
                  <a:pt x="222607" y="19808"/>
                  <a:pt x="219813" y="18369"/>
                  <a:pt x="216051" y="18369"/>
                </a:cubicBezTo>
                <a:cubicBezTo>
                  <a:pt x="214059" y="18369"/>
                  <a:pt x="212261" y="18766"/>
                  <a:pt x="210656" y="19559"/>
                </a:cubicBezTo>
                <a:cubicBezTo>
                  <a:pt x="209052" y="20352"/>
                  <a:pt x="207650" y="21504"/>
                  <a:pt x="206451" y="23017"/>
                </a:cubicBezTo>
                <a:cubicBezTo>
                  <a:pt x="205253" y="24529"/>
                  <a:pt x="204275" y="26383"/>
                  <a:pt x="203519" y="28577"/>
                </a:cubicBezTo>
                <a:cubicBezTo>
                  <a:pt x="202763" y="30772"/>
                  <a:pt x="202274" y="33253"/>
                  <a:pt x="202053" y="36019"/>
                </a:cubicBezTo>
                <a:lnTo>
                  <a:pt x="227725" y="360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6CECC7-3B08-4953-B278-1493DDE8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574" y="2953089"/>
            <a:ext cx="492700" cy="146798"/>
          </a:xfrm>
          <a:custGeom xmlns:a="http://schemas.openxmlformats.org/drawingml/2006/main">
            <a:pathLst>
              <a:path w="492700" h="146798">
                <a:moveTo>
                  <a:pt x="458369" y="0"/>
                </a:moveTo>
                <a:lnTo>
                  <a:pt x="492700" y="0"/>
                </a:lnTo>
                <a:lnTo>
                  <a:pt x="492700" y="146798"/>
                </a:lnTo>
                <a:lnTo>
                  <a:pt x="458369" y="146798"/>
                </a:lnTo>
                <a:lnTo>
                  <a:pt x="458369" y="140871"/>
                </a:lnTo>
                <a:lnTo>
                  <a:pt x="479922" y="140871"/>
                </a:lnTo>
                <a:lnTo>
                  <a:pt x="479922" y="5927"/>
                </a:lnTo>
                <a:lnTo>
                  <a:pt x="458369" y="5927"/>
                </a:lnTo>
                <a:lnTo>
                  <a:pt x="458369" y="0"/>
                </a:lnTo>
                <a:close/>
                <a:moveTo>
                  <a:pt x="0" y="0"/>
                </a:moveTo>
                <a:lnTo>
                  <a:pt x="34331" y="0"/>
                </a:lnTo>
                <a:lnTo>
                  <a:pt x="34331" y="5927"/>
                </a:lnTo>
                <a:lnTo>
                  <a:pt x="12778" y="5927"/>
                </a:lnTo>
                <a:lnTo>
                  <a:pt x="12778" y="140871"/>
                </a:lnTo>
                <a:lnTo>
                  <a:pt x="34331" y="140871"/>
                </a:lnTo>
                <a:lnTo>
                  <a:pt x="34331" y="146798"/>
                </a:lnTo>
                <a:lnTo>
                  <a:pt x="0" y="1467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Text 𝜏">
            <a:extLst xmlns:a="http://schemas.openxmlformats.org/drawingml/2006/main">
              <a:ext uri="{FF2B5EF4-FFF2-40B4-BE49-F238E27FC236}">
                <a16:creationId xmlns:a16="http://schemas.microsoft.com/office/drawing/2014/main" id="{80FB6E5A-2937-422D-A904-47D75F80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39" y="3000133"/>
            <a:ext cx="68434" cy="74824"/>
          </a:xfrm>
          <a:custGeom xmlns:a="http://schemas.openxmlformats.org/drawingml/2006/main">
            <a:pathLst>
              <a:path w="68434" h="74824">
                <a:moveTo>
                  <a:pt x="21939" y="42031"/>
                </a:moveTo>
                <a:cubicBezTo>
                  <a:pt x="22760" y="38284"/>
                  <a:pt x="23979" y="33358"/>
                  <a:pt x="25596" y="27251"/>
                </a:cubicBezTo>
                <a:cubicBezTo>
                  <a:pt x="27212" y="21144"/>
                  <a:pt x="28841" y="15678"/>
                  <a:pt x="30484" y="10854"/>
                </a:cubicBezTo>
                <a:lnTo>
                  <a:pt x="30099" y="10161"/>
                </a:lnTo>
                <a:lnTo>
                  <a:pt x="23479" y="10161"/>
                </a:lnTo>
                <a:cubicBezTo>
                  <a:pt x="20092" y="10161"/>
                  <a:pt x="17487" y="10431"/>
                  <a:pt x="15665" y="10970"/>
                </a:cubicBezTo>
                <a:cubicBezTo>
                  <a:pt x="13843" y="11508"/>
                  <a:pt x="12060" y="12432"/>
                  <a:pt x="10315" y="13741"/>
                </a:cubicBezTo>
                <a:cubicBezTo>
                  <a:pt x="8570" y="15049"/>
                  <a:pt x="6748" y="16935"/>
                  <a:pt x="4850" y="19399"/>
                </a:cubicBezTo>
                <a:lnTo>
                  <a:pt x="0" y="15319"/>
                </a:lnTo>
                <a:cubicBezTo>
                  <a:pt x="2771" y="11880"/>
                  <a:pt x="5196" y="9186"/>
                  <a:pt x="7275" y="7236"/>
                </a:cubicBezTo>
                <a:cubicBezTo>
                  <a:pt x="9353" y="5286"/>
                  <a:pt x="11342" y="3810"/>
                  <a:pt x="13240" y="2810"/>
                </a:cubicBezTo>
                <a:cubicBezTo>
                  <a:pt x="15139" y="1809"/>
                  <a:pt x="17192" y="1091"/>
                  <a:pt x="19399" y="654"/>
                </a:cubicBezTo>
                <a:cubicBezTo>
                  <a:pt x="21605" y="218"/>
                  <a:pt x="24505" y="0"/>
                  <a:pt x="28097" y="0"/>
                </a:cubicBezTo>
                <a:lnTo>
                  <a:pt x="68434" y="0"/>
                </a:lnTo>
                <a:lnTo>
                  <a:pt x="66125" y="10161"/>
                </a:lnTo>
                <a:lnTo>
                  <a:pt x="42031" y="10161"/>
                </a:lnTo>
                <a:lnTo>
                  <a:pt x="33332" y="48728"/>
                </a:lnTo>
                <a:cubicBezTo>
                  <a:pt x="32203" y="53757"/>
                  <a:pt x="31638" y="57555"/>
                  <a:pt x="31638" y="60121"/>
                </a:cubicBezTo>
                <a:cubicBezTo>
                  <a:pt x="31638" y="62173"/>
                  <a:pt x="31972" y="63662"/>
                  <a:pt x="32639" y="64585"/>
                </a:cubicBezTo>
                <a:cubicBezTo>
                  <a:pt x="33306" y="65509"/>
                  <a:pt x="34358" y="65971"/>
                  <a:pt x="35795" y="65971"/>
                </a:cubicBezTo>
                <a:cubicBezTo>
                  <a:pt x="37540" y="65971"/>
                  <a:pt x="39439" y="65253"/>
                  <a:pt x="41492" y="63816"/>
                </a:cubicBezTo>
                <a:cubicBezTo>
                  <a:pt x="43544" y="62379"/>
                  <a:pt x="45880" y="60095"/>
                  <a:pt x="48497" y="56964"/>
                </a:cubicBezTo>
                <a:lnTo>
                  <a:pt x="52962" y="61121"/>
                </a:lnTo>
                <a:cubicBezTo>
                  <a:pt x="48548" y="66048"/>
                  <a:pt x="44609" y="69563"/>
                  <a:pt x="41145" y="71667"/>
                </a:cubicBezTo>
                <a:cubicBezTo>
                  <a:pt x="37681" y="73772"/>
                  <a:pt x="34127" y="74824"/>
                  <a:pt x="30484" y="74824"/>
                </a:cubicBezTo>
                <a:cubicBezTo>
                  <a:pt x="26840" y="74824"/>
                  <a:pt x="23966" y="73618"/>
                  <a:pt x="21862" y="71206"/>
                </a:cubicBezTo>
                <a:cubicBezTo>
                  <a:pt x="19758" y="68794"/>
                  <a:pt x="18706" y="65663"/>
                  <a:pt x="18706" y="61814"/>
                </a:cubicBezTo>
                <a:cubicBezTo>
                  <a:pt x="18706" y="58376"/>
                  <a:pt x="19424" y="53398"/>
                  <a:pt x="20861" y="46880"/>
                </a:cubicBezTo>
                <a:lnTo>
                  <a:pt x="21939" y="420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Text %">
            <a:extLst xmlns:a="http://schemas.openxmlformats.org/drawingml/2006/main">
              <a:ext uri="{FF2B5EF4-FFF2-40B4-BE49-F238E27FC236}">
                <a16:creationId xmlns:a16="http://schemas.microsoft.com/office/drawing/2014/main" id="{6FCE0130-6461-4425-B7BE-015C8D68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915" y="3025051"/>
            <a:ext cx="27332" cy="79231"/>
          </a:xfrm>
          <a:custGeom xmlns:a="http://schemas.openxmlformats.org/drawingml/2006/main">
            <a:pathLst>
              <a:path w="27332" h="79231">
                <a:moveTo>
                  <a:pt x="25230" y="0"/>
                </a:moveTo>
                <a:lnTo>
                  <a:pt x="22519" y="11896"/>
                </a:lnTo>
                <a:lnTo>
                  <a:pt x="11564" y="11896"/>
                </a:lnTo>
                <a:lnTo>
                  <a:pt x="14164" y="0"/>
                </a:lnTo>
                <a:lnTo>
                  <a:pt x="25230" y="0"/>
                </a:lnTo>
                <a:moveTo>
                  <a:pt x="11896" y="59146"/>
                </a:moveTo>
                <a:cubicBezTo>
                  <a:pt x="11379" y="61323"/>
                  <a:pt x="11020" y="63056"/>
                  <a:pt x="10817" y="64347"/>
                </a:cubicBezTo>
                <a:cubicBezTo>
                  <a:pt x="10614" y="65638"/>
                  <a:pt x="10512" y="66800"/>
                  <a:pt x="10512" y="67833"/>
                </a:cubicBezTo>
                <a:cubicBezTo>
                  <a:pt x="10512" y="69235"/>
                  <a:pt x="10798" y="70249"/>
                  <a:pt x="11370" y="70876"/>
                </a:cubicBezTo>
                <a:cubicBezTo>
                  <a:pt x="11942" y="71503"/>
                  <a:pt x="12799" y="71817"/>
                  <a:pt x="13943" y="71817"/>
                </a:cubicBezTo>
                <a:cubicBezTo>
                  <a:pt x="14607" y="71817"/>
                  <a:pt x="15271" y="71688"/>
                  <a:pt x="15935" y="71429"/>
                </a:cubicBezTo>
                <a:cubicBezTo>
                  <a:pt x="16599" y="71171"/>
                  <a:pt x="17309" y="70765"/>
                  <a:pt x="18065" y="70212"/>
                </a:cubicBezTo>
                <a:cubicBezTo>
                  <a:pt x="18821" y="69659"/>
                  <a:pt x="19651" y="68949"/>
                  <a:pt x="20555" y="68082"/>
                </a:cubicBezTo>
                <a:cubicBezTo>
                  <a:pt x="21458" y="67215"/>
                  <a:pt x="22463" y="66173"/>
                  <a:pt x="23570" y="64956"/>
                </a:cubicBezTo>
                <a:lnTo>
                  <a:pt x="27332" y="68608"/>
                </a:lnTo>
                <a:cubicBezTo>
                  <a:pt x="25414" y="70563"/>
                  <a:pt x="23671" y="72213"/>
                  <a:pt x="22104" y="73559"/>
                </a:cubicBezTo>
                <a:cubicBezTo>
                  <a:pt x="20536" y="74906"/>
                  <a:pt x="19052" y="76003"/>
                  <a:pt x="17650" y="76852"/>
                </a:cubicBezTo>
                <a:cubicBezTo>
                  <a:pt x="16248" y="77700"/>
                  <a:pt x="14874" y="78309"/>
                  <a:pt x="13528" y="78677"/>
                </a:cubicBezTo>
                <a:cubicBezTo>
                  <a:pt x="12182" y="79046"/>
                  <a:pt x="10752" y="79231"/>
                  <a:pt x="9240" y="79231"/>
                </a:cubicBezTo>
                <a:cubicBezTo>
                  <a:pt x="7838" y="79231"/>
                  <a:pt x="6575" y="78972"/>
                  <a:pt x="5450" y="78456"/>
                </a:cubicBezTo>
                <a:cubicBezTo>
                  <a:pt x="4325" y="77940"/>
                  <a:pt x="3357" y="77230"/>
                  <a:pt x="2545" y="76326"/>
                </a:cubicBezTo>
                <a:cubicBezTo>
                  <a:pt x="1734" y="75422"/>
                  <a:pt x="1107" y="74343"/>
                  <a:pt x="664" y="73089"/>
                </a:cubicBezTo>
                <a:cubicBezTo>
                  <a:pt x="221" y="71835"/>
                  <a:pt x="0" y="70452"/>
                  <a:pt x="0" y="68940"/>
                </a:cubicBezTo>
                <a:cubicBezTo>
                  <a:pt x="0" y="67722"/>
                  <a:pt x="148" y="66210"/>
                  <a:pt x="443" y="64403"/>
                </a:cubicBezTo>
                <a:cubicBezTo>
                  <a:pt x="738" y="62595"/>
                  <a:pt x="1116" y="60631"/>
                  <a:pt x="1577" y="58510"/>
                </a:cubicBezTo>
                <a:cubicBezTo>
                  <a:pt x="2038" y="56389"/>
                  <a:pt x="2545" y="54167"/>
                  <a:pt x="3098" y="51843"/>
                </a:cubicBezTo>
                <a:cubicBezTo>
                  <a:pt x="3652" y="49519"/>
                  <a:pt x="4196" y="47214"/>
                  <a:pt x="4731" y="44927"/>
                </a:cubicBezTo>
                <a:cubicBezTo>
                  <a:pt x="5265" y="42640"/>
                  <a:pt x="5745" y="40436"/>
                  <a:pt x="6169" y="38315"/>
                </a:cubicBezTo>
                <a:cubicBezTo>
                  <a:pt x="6593" y="36194"/>
                  <a:pt x="6898" y="34267"/>
                  <a:pt x="7082" y="32533"/>
                </a:cubicBezTo>
                <a:cubicBezTo>
                  <a:pt x="7156" y="32238"/>
                  <a:pt x="7193" y="31952"/>
                  <a:pt x="7193" y="31676"/>
                </a:cubicBezTo>
                <a:cubicBezTo>
                  <a:pt x="7193" y="31399"/>
                  <a:pt x="7193" y="31150"/>
                  <a:pt x="7193" y="30929"/>
                </a:cubicBezTo>
                <a:cubicBezTo>
                  <a:pt x="7119" y="29490"/>
                  <a:pt x="6612" y="28439"/>
                  <a:pt x="5671" y="27775"/>
                </a:cubicBezTo>
                <a:cubicBezTo>
                  <a:pt x="4731" y="27111"/>
                  <a:pt x="3062" y="26742"/>
                  <a:pt x="664" y="26668"/>
                </a:cubicBezTo>
                <a:lnTo>
                  <a:pt x="1328" y="22906"/>
                </a:lnTo>
                <a:lnTo>
                  <a:pt x="17373" y="22297"/>
                </a:lnTo>
                <a:lnTo>
                  <a:pt x="20084" y="22297"/>
                </a:lnTo>
                <a:lnTo>
                  <a:pt x="11896" y="591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=0">
            <a:extLst xmlns:a="http://schemas.openxmlformats.org/drawingml/2006/main">
              <a:ext uri="{FF2B5EF4-FFF2-40B4-BE49-F238E27FC236}">
                <a16:creationId xmlns:a16="http://schemas.microsoft.com/office/drawing/2014/main" id="{AB258871-35EC-4C2A-9785-5A6C07C8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136" y="2967417"/>
            <a:ext cx="228361" cy="107540"/>
          </a:xfrm>
          <a:custGeom xmlns:a="http://schemas.openxmlformats.org/drawingml/2006/main">
            <a:pathLst>
              <a:path w="228361" h="107540">
                <a:moveTo>
                  <a:pt x="0" y="50421"/>
                </a:moveTo>
                <a:lnTo>
                  <a:pt x="0" y="40183"/>
                </a:lnTo>
                <a:lnTo>
                  <a:pt x="94838" y="40183"/>
                </a:lnTo>
                <a:lnTo>
                  <a:pt x="94838" y="50421"/>
                </a:lnTo>
                <a:lnTo>
                  <a:pt x="0" y="50421"/>
                </a:lnTo>
                <a:moveTo>
                  <a:pt x="0" y="82368"/>
                </a:moveTo>
                <a:lnTo>
                  <a:pt x="0" y="72129"/>
                </a:lnTo>
                <a:lnTo>
                  <a:pt x="94838" y="72129"/>
                </a:lnTo>
                <a:lnTo>
                  <a:pt x="94838" y="82368"/>
                </a:lnTo>
                <a:lnTo>
                  <a:pt x="0" y="82368"/>
                </a:lnTo>
                <a:moveTo>
                  <a:pt x="98071" y="61275"/>
                </a:moveTo>
                <a:lnTo>
                  <a:pt x="98071" y="61275"/>
                </a:lnTo>
                <a:close/>
                <a:moveTo>
                  <a:pt x="193798" y="107540"/>
                </a:moveTo>
                <a:cubicBezTo>
                  <a:pt x="182713" y="107540"/>
                  <a:pt x="174463" y="103178"/>
                  <a:pt x="169049" y="94453"/>
                </a:cubicBezTo>
                <a:cubicBezTo>
                  <a:pt x="163635" y="85729"/>
                  <a:pt x="160928" y="72489"/>
                  <a:pt x="160928" y="54732"/>
                </a:cubicBezTo>
                <a:cubicBezTo>
                  <a:pt x="160928" y="45289"/>
                  <a:pt x="161761" y="37130"/>
                  <a:pt x="163429" y="30253"/>
                </a:cubicBezTo>
                <a:cubicBezTo>
                  <a:pt x="165097" y="23376"/>
                  <a:pt x="167432" y="17692"/>
                  <a:pt x="170434" y="13202"/>
                </a:cubicBezTo>
                <a:cubicBezTo>
                  <a:pt x="173437" y="8711"/>
                  <a:pt x="177042" y="5389"/>
                  <a:pt x="181250" y="3233"/>
                </a:cubicBezTo>
                <a:cubicBezTo>
                  <a:pt x="185458" y="1078"/>
                  <a:pt x="190051" y="0"/>
                  <a:pt x="195029" y="0"/>
                </a:cubicBezTo>
                <a:cubicBezTo>
                  <a:pt x="206268" y="0"/>
                  <a:pt x="214633" y="4336"/>
                  <a:pt x="220124" y="13009"/>
                </a:cubicBezTo>
                <a:cubicBezTo>
                  <a:pt x="225616" y="21682"/>
                  <a:pt x="228361" y="34795"/>
                  <a:pt x="228361" y="52346"/>
                </a:cubicBezTo>
                <a:cubicBezTo>
                  <a:pt x="228361" y="70513"/>
                  <a:pt x="225423" y="84254"/>
                  <a:pt x="219547" y="93568"/>
                </a:cubicBezTo>
                <a:cubicBezTo>
                  <a:pt x="213671" y="102883"/>
                  <a:pt x="205088" y="107540"/>
                  <a:pt x="193798" y="107540"/>
                </a:cubicBezTo>
                <a:moveTo>
                  <a:pt x="175938" y="52423"/>
                </a:moveTo>
                <a:cubicBezTo>
                  <a:pt x="175938" y="69153"/>
                  <a:pt x="177491" y="81431"/>
                  <a:pt x="180596" y="89257"/>
                </a:cubicBezTo>
                <a:cubicBezTo>
                  <a:pt x="183700" y="97083"/>
                  <a:pt x="188512" y="100997"/>
                  <a:pt x="195029" y="100997"/>
                </a:cubicBezTo>
                <a:cubicBezTo>
                  <a:pt x="201239" y="100997"/>
                  <a:pt x="205845" y="97314"/>
                  <a:pt x="208847" y="89950"/>
                </a:cubicBezTo>
                <a:cubicBezTo>
                  <a:pt x="211849" y="82586"/>
                  <a:pt x="213350" y="71180"/>
                  <a:pt x="213350" y="55733"/>
                </a:cubicBezTo>
                <a:cubicBezTo>
                  <a:pt x="213350" y="43929"/>
                  <a:pt x="212580" y="34371"/>
                  <a:pt x="211041" y="27058"/>
                </a:cubicBezTo>
                <a:cubicBezTo>
                  <a:pt x="209501" y="19745"/>
                  <a:pt x="207359" y="14498"/>
                  <a:pt x="204613" y="11316"/>
                </a:cubicBezTo>
                <a:cubicBezTo>
                  <a:pt x="201868" y="8134"/>
                  <a:pt x="198545" y="6543"/>
                  <a:pt x="194644" y="6543"/>
                </a:cubicBezTo>
                <a:cubicBezTo>
                  <a:pt x="191103" y="6543"/>
                  <a:pt x="188140" y="7595"/>
                  <a:pt x="185753" y="9699"/>
                </a:cubicBezTo>
                <a:cubicBezTo>
                  <a:pt x="183367" y="11803"/>
                  <a:pt x="181442" y="14831"/>
                  <a:pt x="179980" y="18783"/>
                </a:cubicBezTo>
                <a:cubicBezTo>
                  <a:pt x="178517" y="22734"/>
                  <a:pt x="177478" y="27546"/>
                  <a:pt x="176862" y="33216"/>
                </a:cubicBezTo>
                <a:cubicBezTo>
                  <a:pt x="176246" y="38887"/>
                  <a:pt x="175938" y="45289"/>
                  <a:pt x="175938" y="524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AEFDDE-D34D-465A-9873-4E452CBD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557" y="3832840"/>
            <a:ext cx="239807" cy="308843"/>
          </a:xfrm>
          <a:custGeom xmlns:a="http://schemas.openxmlformats.org/drawingml/2006/main">
            <a:pathLst>
              <a:path w="239807" h="308843" fill="none">
                <a:moveTo>
                  <a:pt x="0" y="308843"/>
                </a:moveTo>
                <a:lnTo>
                  <a:pt x="2398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F9BEAF-D1A8-414E-8A4F-F880055E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036" y="3832840"/>
            <a:ext cx="564908" cy="266422"/>
          </a:xfrm>
          <a:custGeom xmlns:a="http://schemas.openxmlformats.org/drawingml/2006/main">
            <a:pathLst>
              <a:path w="564908" h="266422" fill="none">
                <a:moveTo>
                  <a:pt x="564908" y="26642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83318-D39B-4A69-921D-5FC9F9D0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056" y="4291019"/>
            <a:ext cx="435404" cy="162009"/>
          </a:xfrm>
          <a:custGeom xmlns:a="http://schemas.openxmlformats.org/drawingml/2006/main">
            <a:pathLst>
              <a:path w="435404" h="162009" fill="none">
                <a:moveTo>
                  <a:pt x="0" y="162009"/>
                </a:moveTo>
                <a:lnTo>
                  <a:pt x="4354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6B6C06-7240-47EE-B273-6AC84902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603" y="4291018"/>
            <a:ext cx="141980" cy="306999"/>
          </a:xfrm>
          <a:custGeom xmlns:a="http://schemas.openxmlformats.org/drawingml/2006/main">
            <a:pathLst>
              <a:path w="141980" h="306999" fill="none">
                <a:moveTo>
                  <a:pt x="141980" y="30699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04932-0D82-4931-B1CD-7653A647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036" y="3640700"/>
            <a:ext cx="740668" cy="160386"/>
          </a:xfrm>
          <a:custGeom xmlns:a="http://schemas.openxmlformats.org/drawingml/2006/main">
            <a:pathLst>
              <a:path w="740668" h="160386" fill="none">
                <a:moveTo>
                  <a:pt x="0" y="0"/>
                </a:moveTo>
                <a:lnTo>
                  <a:pt x="740668" y="160386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546503-BE77-4114-9D4D-1F601F73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8962" y="3803279"/>
            <a:ext cx="359873" cy="370143"/>
          </a:xfrm>
          <a:custGeom xmlns:a="http://schemas.openxmlformats.org/drawingml/2006/main">
            <a:pathLst>
              <a:path w="359873" h="370143" fill="none">
                <a:moveTo>
                  <a:pt x="359873" y="370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5C901-1591-4F16-A1FF-FEF51A79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609" y="4389552"/>
            <a:ext cx="97395" cy="63946"/>
          </a:xfrm>
          <a:custGeom xmlns:a="http://schemas.openxmlformats.org/drawingml/2006/main">
            <a:pathLst>
              <a:path w="97395" h="63946" fill="none">
                <a:moveTo>
                  <a:pt x="0" y="0"/>
                </a:moveTo>
                <a:lnTo>
                  <a:pt x="97395" y="63946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>
                <a:alpha val="98820"/>
              </a:srgbClr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4F8568-16D7-47F2-A46A-BBAE5CC8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001" y="4389552"/>
            <a:ext cx="91113" cy="79055"/>
          </a:xfrm>
          <a:custGeom xmlns:a="http://schemas.openxmlformats.org/drawingml/2006/main">
            <a:pathLst>
              <a:path w="91113" h="79055" fill="none">
                <a:moveTo>
                  <a:pt x="91113" y="0"/>
                </a:moveTo>
                <a:lnTo>
                  <a:pt x="0" y="79055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222" name="Text …">
            <a:extLst xmlns:a="http://schemas.openxmlformats.org/drawingml/2006/main">
              <a:ext uri="{FF2B5EF4-FFF2-40B4-BE49-F238E27FC236}">
                <a16:creationId xmlns:a16="http://schemas.microsoft.com/office/drawing/2014/main" id="{CBACEAC4-8ADA-4FFE-89D6-2C9A08C3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022" y="4553063"/>
            <a:ext cx="131485" cy="17620"/>
          </a:xfrm>
          <a:custGeom xmlns:a="http://schemas.openxmlformats.org/drawingml/2006/main">
            <a:pathLst>
              <a:path w="131485" h="17620">
                <a:moveTo>
                  <a:pt x="8987" y="17620"/>
                </a:moveTo>
                <a:cubicBezTo>
                  <a:pt x="6570" y="17620"/>
                  <a:pt x="4468" y="16770"/>
                  <a:pt x="2680" y="15070"/>
                </a:cubicBezTo>
                <a:cubicBezTo>
                  <a:pt x="893" y="13369"/>
                  <a:pt x="0" y="11334"/>
                  <a:pt x="0" y="8964"/>
                </a:cubicBezTo>
                <a:cubicBezTo>
                  <a:pt x="0" y="6595"/>
                  <a:pt x="815" y="4509"/>
                  <a:pt x="2444" y="2705"/>
                </a:cubicBezTo>
                <a:cubicBezTo>
                  <a:pt x="4073" y="902"/>
                  <a:pt x="6097" y="0"/>
                  <a:pt x="8513" y="0"/>
                </a:cubicBezTo>
                <a:cubicBezTo>
                  <a:pt x="10932" y="0"/>
                  <a:pt x="13113" y="773"/>
                  <a:pt x="15057" y="2318"/>
                </a:cubicBezTo>
                <a:cubicBezTo>
                  <a:pt x="17002" y="3864"/>
                  <a:pt x="17975" y="5924"/>
                  <a:pt x="17975" y="8500"/>
                </a:cubicBezTo>
                <a:cubicBezTo>
                  <a:pt x="17975" y="10871"/>
                  <a:pt x="17133" y="12984"/>
                  <a:pt x="15451" y="14839"/>
                </a:cubicBezTo>
                <a:cubicBezTo>
                  <a:pt x="13769" y="16693"/>
                  <a:pt x="11614" y="17620"/>
                  <a:pt x="8987" y="17620"/>
                </a:cubicBezTo>
                <a:moveTo>
                  <a:pt x="65743" y="17620"/>
                </a:moveTo>
                <a:cubicBezTo>
                  <a:pt x="63326" y="17620"/>
                  <a:pt x="61223" y="16770"/>
                  <a:pt x="59435" y="15070"/>
                </a:cubicBezTo>
                <a:cubicBezTo>
                  <a:pt x="57648" y="13369"/>
                  <a:pt x="56755" y="11334"/>
                  <a:pt x="56755" y="8964"/>
                </a:cubicBezTo>
                <a:cubicBezTo>
                  <a:pt x="56755" y="6595"/>
                  <a:pt x="57570" y="4509"/>
                  <a:pt x="59199" y="2705"/>
                </a:cubicBezTo>
                <a:cubicBezTo>
                  <a:pt x="60829" y="902"/>
                  <a:pt x="62852" y="0"/>
                  <a:pt x="65269" y="0"/>
                </a:cubicBezTo>
                <a:cubicBezTo>
                  <a:pt x="67687" y="0"/>
                  <a:pt x="69868" y="773"/>
                  <a:pt x="71812" y="2318"/>
                </a:cubicBezTo>
                <a:cubicBezTo>
                  <a:pt x="73757" y="3864"/>
                  <a:pt x="74730" y="5924"/>
                  <a:pt x="74730" y="8500"/>
                </a:cubicBezTo>
                <a:cubicBezTo>
                  <a:pt x="74730" y="10871"/>
                  <a:pt x="73889" y="12984"/>
                  <a:pt x="72206" y="14839"/>
                </a:cubicBezTo>
                <a:cubicBezTo>
                  <a:pt x="70524" y="16693"/>
                  <a:pt x="68369" y="17620"/>
                  <a:pt x="65743" y="17620"/>
                </a:cubicBezTo>
                <a:moveTo>
                  <a:pt x="122498" y="17620"/>
                </a:moveTo>
                <a:cubicBezTo>
                  <a:pt x="120081" y="17620"/>
                  <a:pt x="117978" y="16770"/>
                  <a:pt x="116190" y="15070"/>
                </a:cubicBezTo>
                <a:cubicBezTo>
                  <a:pt x="114404" y="13369"/>
                  <a:pt x="113510" y="11334"/>
                  <a:pt x="113510" y="8964"/>
                </a:cubicBezTo>
                <a:cubicBezTo>
                  <a:pt x="113510" y="6595"/>
                  <a:pt x="114325" y="4509"/>
                  <a:pt x="115955" y="2705"/>
                </a:cubicBezTo>
                <a:cubicBezTo>
                  <a:pt x="117584" y="902"/>
                  <a:pt x="119607" y="0"/>
                  <a:pt x="122024" y="0"/>
                </a:cubicBezTo>
                <a:cubicBezTo>
                  <a:pt x="124442" y="0"/>
                  <a:pt x="126623" y="773"/>
                  <a:pt x="128567" y="2318"/>
                </a:cubicBezTo>
                <a:cubicBezTo>
                  <a:pt x="130512" y="3864"/>
                  <a:pt x="131485" y="5924"/>
                  <a:pt x="131485" y="8500"/>
                </a:cubicBezTo>
                <a:cubicBezTo>
                  <a:pt x="131485" y="10871"/>
                  <a:pt x="130644" y="12984"/>
                  <a:pt x="128962" y="14839"/>
                </a:cubicBezTo>
                <a:cubicBezTo>
                  <a:pt x="127279" y="16693"/>
                  <a:pt x="125125" y="17620"/>
                  <a:pt x="122498" y="176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…">
            <a:extLst xmlns:a="http://schemas.openxmlformats.org/drawingml/2006/main">
              <a:ext uri="{FF2B5EF4-FFF2-40B4-BE49-F238E27FC236}">
                <a16:creationId xmlns:a16="http://schemas.microsoft.com/office/drawing/2014/main" id="{BA8793E1-859C-4AB8-82BA-4E7F812E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022" y="4553063"/>
            <a:ext cx="131485" cy="17620"/>
          </a:xfrm>
          <a:custGeom xmlns:a="http://schemas.openxmlformats.org/drawingml/2006/main">
            <a:pathLst>
              <a:path w="131485" h="17620" fill="none">
                <a:moveTo>
                  <a:pt x="8987" y="17620"/>
                </a:moveTo>
                <a:cubicBezTo>
                  <a:pt x="6570" y="17620"/>
                  <a:pt x="4468" y="16770"/>
                  <a:pt x="2680" y="15070"/>
                </a:cubicBezTo>
                <a:cubicBezTo>
                  <a:pt x="893" y="13369"/>
                  <a:pt x="0" y="11334"/>
                  <a:pt x="0" y="8964"/>
                </a:cubicBezTo>
                <a:cubicBezTo>
                  <a:pt x="0" y="6595"/>
                  <a:pt x="815" y="4509"/>
                  <a:pt x="2444" y="2705"/>
                </a:cubicBezTo>
                <a:cubicBezTo>
                  <a:pt x="4073" y="902"/>
                  <a:pt x="6097" y="0"/>
                  <a:pt x="8513" y="0"/>
                </a:cubicBezTo>
                <a:cubicBezTo>
                  <a:pt x="10932" y="0"/>
                  <a:pt x="13113" y="773"/>
                  <a:pt x="15057" y="2318"/>
                </a:cubicBezTo>
                <a:cubicBezTo>
                  <a:pt x="17002" y="3864"/>
                  <a:pt x="17975" y="5924"/>
                  <a:pt x="17975" y="8500"/>
                </a:cubicBezTo>
                <a:cubicBezTo>
                  <a:pt x="17975" y="10871"/>
                  <a:pt x="17133" y="12984"/>
                  <a:pt x="15451" y="14839"/>
                </a:cubicBezTo>
                <a:cubicBezTo>
                  <a:pt x="13769" y="16693"/>
                  <a:pt x="11614" y="17620"/>
                  <a:pt x="8987" y="17620"/>
                </a:cubicBezTo>
                <a:moveTo>
                  <a:pt x="65743" y="17620"/>
                </a:moveTo>
                <a:cubicBezTo>
                  <a:pt x="63326" y="17620"/>
                  <a:pt x="61223" y="16770"/>
                  <a:pt x="59435" y="15070"/>
                </a:cubicBezTo>
                <a:cubicBezTo>
                  <a:pt x="57648" y="13369"/>
                  <a:pt x="56755" y="11334"/>
                  <a:pt x="56755" y="8964"/>
                </a:cubicBezTo>
                <a:cubicBezTo>
                  <a:pt x="56755" y="6595"/>
                  <a:pt x="57570" y="4509"/>
                  <a:pt x="59199" y="2705"/>
                </a:cubicBezTo>
                <a:cubicBezTo>
                  <a:pt x="60829" y="902"/>
                  <a:pt x="62852" y="0"/>
                  <a:pt x="65269" y="0"/>
                </a:cubicBezTo>
                <a:cubicBezTo>
                  <a:pt x="67687" y="0"/>
                  <a:pt x="69868" y="773"/>
                  <a:pt x="71812" y="2318"/>
                </a:cubicBezTo>
                <a:cubicBezTo>
                  <a:pt x="73757" y="3864"/>
                  <a:pt x="74730" y="5924"/>
                  <a:pt x="74730" y="8500"/>
                </a:cubicBezTo>
                <a:cubicBezTo>
                  <a:pt x="74730" y="10871"/>
                  <a:pt x="73889" y="12984"/>
                  <a:pt x="72206" y="14839"/>
                </a:cubicBezTo>
                <a:cubicBezTo>
                  <a:pt x="70524" y="16693"/>
                  <a:pt x="68369" y="17620"/>
                  <a:pt x="65743" y="17620"/>
                </a:cubicBezTo>
                <a:moveTo>
                  <a:pt x="122498" y="17620"/>
                </a:moveTo>
                <a:cubicBezTo>
                  <a:pt x="120081" y="17620"/>
                  <a:pt x="117978" y="16770"/>
                  <a:pt x="116190" y="15070"/>
                </a:cubicBezTo>
                <a:cubicBezTo>
                  <a:pt x="114404" y="13369"/>
                  <a:pt x="113510" y="11334"/>
                  <a:pt x="113510" y="8964"/>
                </a:cubicBezTo>
                <a:cubicBezTo>
                  <a:pt x="113510" y="6595"/>
                  <a:pt x="114325" y="4509"/>
                  <a:pt x="115955" y="2705"/>
                </a:cubicBezTo>
                <a:cubicBezTo>
                  <a:pt x="117584" y="902"/>
                  <a:pt x="119607" y="0"/>
                  <a:pt x="122024" y="0"/>
                </a:cubicBezTo>
                <a:cubicBezTo>
                  <a:pt x="124442" y="0"/>
                  <a:pt x="126623" y="773"/>
                  <a:pt x="128567" y="2318"/>
                </a:cubicBezTo>
                <a:cubicBezTo>
                  <a:pt x="130512" y="3864"/>
                  <a:pt x="131485" y="5924"/>
                  <a:pt x="131485" y="8500"/>
                </a:cubicBezTo>
                <a:cubicBezTo>
                  <a:pt x="131485" y="10871"/>
                  <a:pt x="130644" y="12984"/>
                  <a:pt x="128962" y="14839"/>
                </a:cubicBezTo>
                <a:cubicBezTo>
                  <a:pt x="127279" y="16693"/>
                  <a:pt x="125125" y="17620"/>
                  <a:pt x="122498" y="176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45" cap="flat">
            <a:solidFill>
              <a:srgbClr val="000000"/>
            </a:solidFill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C908B-D918-4611-8937-DF7457EB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3548" y="3490643"/>
            <a:ext cx="253381" cy="460445"/>
          </a:xfrm>
          <a:custGeom xmlns:a="http://schemas.openxmlformats.org/drawingml/2006/main">
            <a:pathLst>
              <a:path w="253381" h="460445">
                <a:moveTo>
                  <a:pt x="131441" y="0"/>
                </a:moveTo>
                <a:lnTo>
                  <a:pt x="253381" y="422510"/>
                </a:lnTo>
                <a:lnTo>
                  <a:pt x="121939" y="460445"/>
                </a:lnTo>
                <a:lnTo>
                  <a:pt x="0" y="37935"/>
                </a:lnTo>
                <a:lnTo>
                  <a:pt x="131441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C">
            <a:extLst xmlns:a="http://schemas.openxmlformats.org/drawingml/2006/main">
              <a:ext uri="{FF2B5EF4-FFF2-40B4-BE49-F238E27FC236}">
                <a16:creationId xmlns:a16="http://schemas.microsoft.com/office/drawing/2014/main" id="{8ACC4924-A3E0-4251-91C4-D2695195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67" y="3508616"/>
            <a:ext cx="85065" cy="80144"/>
          </a:xfrm>
          <a:custGeom xmlns:a="http://schemas.openxmlformats.org/drawingml/2006/main">
            <a:pathLst>
              <a:path w="85065" h="80144">
                <a:moveTo>
                  <a:pt x="80634" y="29986"/>
                </a:moveTo>
                <a:cubicBezTo>
                  <a:pt x="81577" y="33251"/>
                  <a:pt x="82047" y="36378"/>
                  <a:pt x="82044" y="39367"/>
                </a:cubicBezTo>
                <a:cubicBezTo>
                  <a:pt x="82042" y="42356"/>
                  <a:pt x="81775" y="45381"/>
                  <a:pt x="81243" y="48443"/>
                </a:cubicBezTo>
                <a:cubicBezTo>
                  <a:pt x="81111" y="49346"/>
                  <a:pt x="80981" y="50190"/>
                  <a:pt x="80854" y="50974"/>
                </a:cubicBezTo>
                <a:cubicBezTo>
                  <a:pt x="80726" y="51758"/>
                  <a:pt x="80736" y="52404"/>
                  <a:pt x="80882" y="52911"/>
                </a:cubicBezTo>
                <a:cubicBezTo>
                  <a:pt x="81217" y="54073"/>
                  <a:pt x="82127" y="54636"/>
                  <a:pt x="83610" y="54602"/>
                </a:cubicBezTo>
                <a:cubicBezTo>
                  <a:pt x="83921" y="54590"/>
                  <a:pt x="84207" y="54762"/>
                  <a:pt x="84467" y="55119"/>
                </a:cubicBezTo>
                <a:cubicBezTo>
                  <a:pt x="84727" y="55477"/>
                  <a:pt x="84897" y="55861"/>
                  <a:pt x="84975" y="56270"/>
                </a:cubicBezTo>
                <a:cubicBezTo>
                  <a:pt x="85055" y="56680"/>
                  <a:pt x="85065" y="57051"/>
                  <a:pt x="85003" y="57383"/>
                </a:cubicBezTo>
                <a:cubicBezTo>
                  <a:pt x="84942" y="57715"/>
                  <a:pt x="84756" y="57887"/>
                  <a:pt x="84445" y="57899"/>
                </a:cubicBezTo>
                <a:cubicBezTo>
                  <a:pt x="83199" y="57944"/>
                  <a:pt x="81944" y="58090"/>
                  <a:pt x="80679" y="58336"/>
                </a:cubicBezTo>
                <a:cubicBezTo>
                  <a:pt x="79414" y="58584"/>
                  <a:pt x="78128" y="58896"/>
                  <a:pt x="76821" y="59273"/>
                </a:cubicBezTo>
                <a:cubicBezTo>
                  <a:pt x="74789" y="59860"/>
                  <a:pt x="72798" y="60591"/>
                  <a:pt x="70850" y="61468"/>
                </a:cubicBezTo>
                <a:cubicBezTo>
                  <a:pt x="68901" y="62345"/>
                  <a:pt x="66880" y="63242"/>
                  <a:pt x="64787" y="64161"/>
                </a:cubicBezTo>
                <a:cubicBezTo>
                  <a:pt x="64497" y="64244"/>
                  <a:pt x="64214" y="64149"/>
                  <a:pt x="63938" y="63875"/>
                </a:cubicBezTo>
                <a:cubicBezTo>
                  <a:pt x="63662" y="63602"/>
                  <a:pt x="63438" y="63234"/>
                  <a:pt x="63265" y="62773"/>
                </a:cubicBezTo>
                <a:cubicBezTo>
                  <a:pt x="63094" y="62312"/>
                  <a:pt x="63017" y="61842"/>
                  <a:pt x="63036" y="61364"/>
                </a:cubicBezTo>
                <a:cubicBezTo>
                  <a:pt x="63056" y="60886"/>
                  <a:pt x="63237" y="60560"/>
                  <a:pt x="63579" y="60383"/>
                </a:cubicBezTo>
                <a:cubicBezTo>
                  <a:pt x="69587" y="56682"/>
                  <a:pt x="73547" y="52355"/>
                  <a:pt x="75458" y="47400"/>
                </a:cubicBezTo>
                <a:cubicBezTo>
                  <a:pt x="77370" y="42446"/>
                  <a:pt x="77435" y="36884"/>
                  <a:pt x="75655" y="30715"/>
                </a:cubicBezTo>
                <a:cubicBezTo>
                  <a:pt x="74272" y="25924"/>
                  <a:pt x="72114" y="22262"/>
                  <a:pt x="69181" y="19727"/>
                </a:cubicBezTo>
                <a:cubicBezTo>
                  <a:pt x="66248" y="17193"/>
                  <a:pt x="62900" y="15467"/>
                  <a:pt x="59137" y="14548"/>
                </a:cubicBezTo>
                <a:cubicBezTo>
                  <a:pt x="55373" y="13629"/>
                  <a:pt x="51445" y="13367"/>
                  <a:pt x="47351" y="13762"/>
                </a:cubicBezTo>
                <a:cubicBezTo>
                  <a:pt x="43259" y="14157"/>
                  <a:pt x="39362" y="14889"/>
                  <a:pt x="35661" y="15957"/>
                </a:cubicBezTo>
                <a:cubicBezTo>
                  <a:pt x="31597" y="17130"/>
                  <a:pt x="27658" y="18738"/>
                  <a:pt x="23844" y="20782"/>
                </a:cubicBezTo>
                <a:cubicBezTo>
                  <a:pt x="20032" y="22826"/>
                  <a:pt x="16775" y="25300"/>
                  <a:pt x="14074" y="28201"/>
                </a:cubicBezTo>
                <a:cubicBezTo>
                  <a:pt x="11374" y="31104"/>
                  <a:pt x="9445" y="34432"/>
                  <a:pt x="8287" y="38186"/>
                </a:cubicBezTo>
                <a:cubicBezTo>
                  <a:pt x="7130" y="41940"/>
                  <a:pt x="7200" y="46068"/>
                  <a:pt x="8499" y="50568"/>
                </a:cubicBezTo>
                <a:cubicBezTo>
                  <a:pt x="9505" y="54051"/>
                  <a:pt x="10714" y="57083"/>
                  <a:pt x="12126" y="59662"/>
                </a:cubicBezTo>
                <a:cubicBezTo>
                  <a:pt x="13539" y="62243"/>
                  <a:pt x="15353" y="64236"/>
                  <a:pt x="17568" y="65641"/>
                </a:cubicBezTo>
                <a:cubicBezTo>
                  <a:pt x="20343" y="67356"/>
                  <a:pt x="23398" y="68479"/>
                  <a:pt x="26736" y="69010"/>
                </a:cubicBezTo>
                <a:cubicBezTo>
                  <a:pt x="30073" y="69541"/>
                  <a:pt x="33677" y="69563"/>
                  <a:pt x="37546" y="69075"/>
                </a:cubicBezTo>
                <a:cubicBezTo>
                  <a:pt x="38076" y="69000"/>
                  <a:pt x="38470" y="69141"/>
                  <a:pt x="38730" y="69498"/>
                </a:cubicBezTo>
                <a:cubicBezTo>
                  <a:pt x="38991" y="69856"/>
                  <a:pt x="39129" y="70268"/>
                  <a:pt x="39145" y="70735"/>
                </a:cubicBezTo>
                <a:cubicBezTo>
                  <a:pt x="39162" y="71203"/>
                  <a:pt x="39078" y="71660"/>
                  <a:pt x="38893" y="72105"/>
                </a:cubicBezTo>
                <a:cubicBezTo>
                  <a:pt x="38707" y="72552"/>
                  <a:pt x="38459" y="72782"/>
                  <a:pt x="38148" y="72794"/>
                </a:cubicBezTo>
                <a:cubicBezTo>
                  <a:pt x="36633" y="72994"/>
                  <a:pt x="35158" y="73263"/>
                  <a:pt x="33721" y="73598"/>
                </a:cubicBezTo>
                <a:cubicBezTo>
                  <a:pt x="32285" y="73934"/>
                  <a:pt x="30841" y="74312"/>
                  <a:pt x="29389" y="74731"/>
                </a:cubicBezTo>
                <a:cubicBezTo>
                  <a:pt x="26922" y="75443"/>
                  <a:pt x="24426" y="76262"/>
                  <a:pt x="21901" y="77188"/>
                </a:cubicBezTo>
                <a:cubicBezTo>
                  <a:pt x="19377" y="78113"/>
                  <a:pt x="16721" y="79056"/>
                  <a:pt x="13932" y="80018"/>
                </a:cubicBezTo>
                <a:cubicBezTo>
                  <a:pt x="13497" y="80144"/>
                  <a:pt x="13129" y="80092"/>
                  <a:pt x="12828" y="79864"/>
                </a:cubicBezTo>
                <a:cubicBezTo>
                  <a:pt x="12526" y="79637"/>
                  <a:pt x="12299" y="79329"/>
                  <a:pt x="12148" y="78941"/>
                </a:cubicBezTo>
                <a:cubicBezTo>
                  <a:pt x="11996" y="78553"/>
                  <a:pt x="11958" y="78151"/>
                  <a:pt x="12035" y="77735"/>
                </a:cubicBezTo>
                <a:cubicBezTo>
                  <a:pt x="12112" y="77319"/>
                  <a:pt x="12322" y="77023"/>
                  <a:pt x="12664" y="76846"/>
                </a:cubicBezTo>
                <a:cubicBezTo>
                  <a:pt x="13275" y="76513"/>
                  <a:pt x="13836" y="76076"/>
                  <a:pt x="14348" y="75534"/>
                </a:cubicBezTo>
                <a:cubicBezTo>
                  <a:pt x="14860" y="74993"/>
                  <a:pt x="15232" y="74375"/>
                  <a:pt x="15463" y="73679"/>
                </a:cubicBezTo>
                <a:cubicBezTo>
                  <a:pt x="15695" y="72984"/>
                  <a:pt x="15696" y="72236"/>
                  <a:pt x="15466" y="71438"/>
                </a:cubicBezTo>
                <a:cubicBezTo>
                  <a:pt x="15256" y="70711"/>
                  <a:pt x="14761" y="69950"/>
                  <a:pt x="13982" y="69152"/>
                </a:cubicBezTo>
                <a:cubicBezTo>
                  <a:pt x="12650" y="67808"/>
                  <a:pt x="11460" y="66481"/>
                  <a:pt x="10414" y="65170"/>
                </a:cubicBezTo>
                <a:cubicBezTo>
                  <a:pt x="9368" y="63861"/>
                  <a:pt x="8443" y="62496"/>
                  <a:pt x="7641" y="61076"/>
                </a:cubicBezTo>
                <a:cubicBezTo>
                  <a:pt x="6838" y="59657"/>
                  <a:pt x="6123" y="58133"/>
                  <a:pt x="5496" y="56505"/>
                </a:cubicBezTo>
                <a:cubicBezTo>
                  <a:pt x="4869" y="54878"/>
                  <a:pt x="4273" y="53085"/>
                  <a:pt x="3708" y="51125"/>
                </a:cubicBezTo>
                <a:cubicBezTo>
                  <a:pt x="0" y="38279"/>
                  <a:pt x="462" y="27825"/>
                  <a:pt x="5093" y="19765"/>
                </a:cubicBezTo>
                <a:cubicBezTo>
                  <a:pt x="9725" y="11706"/>
                  <a:pt x="18030" y="5949"/>
                  <a:pt x="30006" y="2492"/>
                </a:cubicBezTo>
                <a:cubicBezTo>
                  <a:pt x="36393" y="649"/>
                  <a:pt x="42318" y="0"/>
                  <a:pt x="47782" y="545"/>
                </a:cubicBezTo>
                <a:cubicBezTo>
                  <a:pt x="53247" y="1092"/>
                  <a:pt x="58147" y="2607"/>
                  <a:pt x="62481" y="5091"/>
                </a:cubicBezTo>
                <a:cubicBezTo>
                  <a:pt x="66815" y="7574"/>
                  <a:pt x="70521" y="10948"/>
                  <a:pt x="73598" y="15210"/>
                </a:cubicBezTo>
                <a:cubicBezTo>
                  <a:pt x="76676" y="19472"/>
                  <a:pt x="79021" y="24397"/>
                  <a:pt x="80634" y="2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Text o">
            <a:extLst xmlns:a="http://schemas.openxmlformats.org/drawingml/2006/main">
              <a:ext uri="{FF2B5EF4-FFF2-40B4-BE49-F238E27FC236}">
                <a16:creationId xmlns:a16="http://schemas.microsoft.com/office/drawing/2014/main" id="{EC6E53E3-D9CA-48BB-AF15-9D686061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859" y="3588287"/>
            <a:ext cx="55211" cy="52960"/>
          </a:xfrm>
          <a:custGeom xmlns:a="http://schemas.openxmlformats.org/drawingml/2006/main">
            <a:pathLst>
              <a:path w="55211" h="52960">
                <a:moveTo>
                  <a:pt x="36278" y="51168"/>
                </a:moveTo>
                <a:cubicBezTo>
                  <a:pt x="31851" y="52446"/>
                  <a:pt x="27753" y="52960"/>
                  <a:pt x="23986" y="52711"/>
                </a:cubicBezTo>
                <a:cubicBezTo>
                  <a:pt x="20219" y="52462"/>
                  <a:pt x="16844" y="51529"/>
                  <a:pt x="13860" y="49912"/>
                </a:cubicBezTo>
                <a:cubicBezTo>
                  <a:pt x="10878" y="48297"/>
                  <a:pt x="8327" y="46065"/>
                  <a:pt x="6208" y="43216"/>
                </a:cubicBezTo>
                <a:cubicBezTo>
                  <a:pt x="4090" y="40369"/>
                  <a:pt x="2465" y="36986"/>
                  <a:pt x="1334" y="33066"/>
                </a:cubicBezTo>
                <a:cubicBezTo>
                  <a:pt x="349" y="29655"/>
                  <a:pt x="0" y="26336"/>
                  <a:pt x="286" y="23107"/>
                </a:cubicBezTo>
                <a:cubicBezTo>
                  <a:pt x="573" y="19880"/>
                  <a:pt x="1520" y="16894"/>
                  <a:pt x="3127" y="14150"/>
                </a:cubicBezTo>
                <a:cubicBezTo>
                  <a:pt x="4733" y="11407"/>
                  <a:pt x="7045" y="8931"/>
                  <a:pt x="10064" y="6722"/>
                </a:cubicBezTo>
                <a:cubicBezTo>
                  <a:pt x="13083" y="4514"/>
                  <a:pt x="16879" y="2750"/>
                  <a:pt x="21452" y="1431"/>
                </a:cubicBezTo>
                <a:cubicBezTo>
                  <a:pt x="25153" y="362"/>
                  <a:pt x="28724" y="0"/>
                  <a:pt x="32164" y="344"/>
                </a:cubicBezTo>
                <a:cubicBezTo>
                  <a:pt x="35605" y="688"/>
                  <a:pt x="38733" y="1653"/>
                  <a:pt x="41549" y="3237"/>
                </a:cubicBezTo>
                <a:cubicBezTo>
                  <a:pt x="44367" y="4822"/>
                  <a:pt x="46843" y="6997"/>
                  <a:pt x="48977" y="9762"/>
                </a:cubicBezTo>
                <a:cubicBezTo>
                  <a:pt x="51112" y="12527"/>
                  <a:pt x="52713" y="15760"/>
                  <a:pt x="53782" y="19463"/>
                </a:cubicBezTo>
                <a:cubicBezTo>
                  <a:pt x="54808" y="23019"/>
                  <a:pt x="55211" y="26460"/>
                  <a:pt x="54992" y="29785"/>
                </a:cubicBezTo>
                <a:cubicBezTo>
                  <a:pt x="54772" y="33112"/>
                  <a:pt x="53943" y="36162"/>
                  <a:pt x="52502" y="38936"/>
                </a:cubicBezTo>
                <a:cubicBezTo>
                  <a:pt x="51062" y="41712"/>
                  <a:pt x="48996" y="44156"/>
                  <a:pt x="46303" y="46270"/>
                </a:cubicBezTo>
                <a:cubicBezTo>
                  <a:pt x="43611" y="48383"/>
                  <a:pt x="40270" y="50016"/>
                  <a:pt x="36278" y="51168"/>
                </a:cubicBezTo>
                <a:moveTo>
                  <a:pt x="31781" y="40083"/>
                </a:moveTo>
                <a:cubicBezTo>
                  <a:pt x="34539" y="39287"/>
                  <a:pt x="37172" y="38330"/>
                  <a:pt x="39679" y="37213"/>
                </a:cubicBezTo>
                <a:cubicBezTo>
                  <a:pt x="42188" y="36096"/>
                  <a:pt x="44323" y="34772"/>
                  <a:pt x="46082" y="33242"/>
                </a:cubicBezTo>
                <a:cubicBezTo>
                  <a:pt x="47842" y="31712"/>
                  <a:pt x="49098" y="29934"/>
                  <a:pt x="49850" y="27909"/>
                </a:cubicBezTo>
                <a:cubicBezTo>
                  <a:pt x="50602" y="25884"/>
                  <a:pt x="50601" y="23565"/>
                  <a:pt x="49847" y="20951"/>
                </a:cubicBezTo>
                <a:cubicBezTo>
                  <a:pt x="49009" y="18048"/>
                  <a:pt x="47712" y="15867"/>
                  <a:pt x="45954" y="14408"/>
                </a:cubicBezTo>
                <a:cubicBezTo>
                  <a:pt x="44197" y="12950"/>
                  <a:pt x="42132" y="11994"/>
                  <a:pt x="39759" y="11539"/>
                </a:cubicBezTo>
                <a:cubicBezTo>
                  <a:pt x="37387" y="11084"/>
                  <a:pt x="34837" y="11033"/>
                  <a:pt x="32109" y="11387"/>
                </a:cubicBezTo>
                <a:cubicBezTo>
                  <a:pt x="29381" y="11743"/>
                  <a:pt x="26602" y="12329"/>
                  <a:pt x="23771" y="13146"/>
                </a:cubicBezTo>
                <a:cubicBezTo>
                  <a:pt x="21304" y="13858"/>
                  <a:pt x="18816" y="14772"/>
                  <a:pt x="16307" y="15889"/>
                </a:cubicBezTo>
                <a:cubicBezTo>
                  <a:pt x="13799" y="17006"/>
                  <a:pt x="11639" y="18376"/>
                  <a:pt x="9827" y="19999"/>
                </a:cubicBezTo>
                <a:cubicBezTo>
                  <a:pt x="8016" y="21623"/>
                  <a:pt x="6677" y="23523"/>
                  <a:pt x="5810" y="25699"/>
                </a:cubicBezTo>
                <a:cubicBezTo>
                  <a:pt x="4945" y="27876"/>
                  <a:pt x="4910" y="30343"/>
                  <a:pt x="5706" y="33102"/>
                </a:cubicBezTo>
                <a:cubicBezTo>
                  <a:pt x="6523" y="35933"/>
                  <a:pt x="7836" y="38030"/>
                  <a:pt x="9646" y="39394"/>
                </a:cubicBezTo>
                <a:cubicBezTo>
                  <a:pt x="11455" y="40759"/>
                  <a:pt x="13553" y="41627"/>
                  <a:pt x="15941" y="42000"/>
                </a:cubicBezTo>
                <a:cubicBezTo>
                  <a:pt x="18329" y="42373"/>
                  <a:pt x="20895" y="42340"/>
                  <a:pt x="23638" y="41902"/>
                </a:cubicBezTo>
                <a:cubicBezTo>
                  <a:pt x="26381" y="41464"/>
                  <a:pt x="29096" y="40858"/>
                  <a:pt x="31781" y="400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n">
            <a:extLst xmlns:a="http://schemas.openxmlformats.org/drawingml/2006/main">
              <a:ext uri="{FF2B5EF4-FFF2-40B4-BE49-F238E27FC236}">
                <a16:creationId xmlns:a16="http://schemas.microsoft.com/office/drawing/2014/main" id="{1FA88F9F-0EFA-4882-985E-57BD9622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884" y="3638767"/>
            <a:ext cx="62724" cy="72292"/>
          </a:xfrm>
          <a:custGeom xmlns:a="http://schemas.openxmlformats.org/drawingml/2006/main">
            <a:pathLst>
              <a:path w="62724" h="72292">
                <a:moveTo>
                  <a:pt x="18913" y="28169"/>
                </a:moveTo>
                <a:cubicBezTo>
                  <a:pt x="17098" y="28693"/>
                  <a:pt x="15584" y="29169"/>
                  <a:pt x="14371" y="29597"/>
                </a:cubicBezTo>
                <a:cubicBezTo>
                  <a:pt x="13159" y="30026"/>
                  <a:pt x="12200" y="30519"/>
                  <a:pt x="11496" y="31077"/>
                </a:cubicBezTo>
                <a:cubicBezTo>
                  <a:pt x="10792" y="31634"/>
                  <a:pt x="10332" y="32356"/>
                  <a:pt x="10117" y="33244"/>
                </a:cubicBezTo>
                <a:cubicBezTo>
                  <a:pt x="9901" y="34131"/>
                  <a:pt x="9884" y="35296"/>
                  <a:pt x="10063" y="36738"/>
                </a:cubicBezTo>
                <a:cubicBezTo>
                  <a:pt x="10117" y="37194"/>
                  <a:pt x="10012" y="37578"/>
                  <a:pt x="9748" y="37890"/>
                </a:cubicBezTo>
                <a:cubicBezTo>
                  <a:pt x="9484" y="38203"/>
                  <a:pt x="9135" y="38422"/>
                  <a:pt x="8700" y="38547"/>
                </a:cubicBezTo>
                <a:cubicBezTo>
                  <a:pt x="8336" y="38652"/>
                  <a:pt x="7960" y="38643"/>
                  <a:pt x="7570" y="38519"/>
                </a:cubicBezTo>
                <a:cubicBezTo>
                  <a:pt x="7181" y="38395"/>
                  <a:pt x="6923" y="38115"/>
                  <a:pt x="6797" y="37680"/>
                </a:cubicBezTo>
                <a:cubicBezTo>
                  <a:pt x="6588" y="36955"/>
                  <a:pt x="6323" y="35557"/>
                  <a:pt x="6001" y="33487"/>
                </a:cubicBezTo>
                <a:cubicBezTo>
                  <a:pt x="5679" y="31418"/>
                  <a:pt x="5203" y="29295"/>
                  <a:pt x="4575" y="27117"/>
                </a:cubicBezTo>
                <a:cubicBezTo>
                  <a:pt x="3905" y="24795"/>
                  <a:pt x="3128" y="22582"/>
                  <a:pt x="2246" y="20478"/>
                </a:cubicBezTo>
                <a:cubicBezTo>
                  <a:pt x="1363" y="18374"/>
                  <a:pt x="649" y="16378"/>
                  <a:pt x="105" y="14491"/>
                </a:cubicBezTo>
                <a:cubicBezTo>
                  <a:pt x="0" y="14128"/>
                  <a:pt x="79" y="13790"/>
                  <a:pt x="343" y="13478"/>
                </a:cubicBezTo>
                <a:cubicBezTo>
                  <a:pt x="607" y="13166"/>
                  <a:pt x="921" y="12958"/>
                  <a:pt x="1284" y="12853"/>
                </a:cubicBezTo>
                <a:cubicBezTo>
                  <a:pt x="1719" y="12728"/>
                  <a:pt x="2132" y="12726"/>
                  <a:pt x="2521" y="12849"/>
                </a:cubicBezTo>
                <a:cubicBezTo>
                  <a:pt x="2911" y="12973"/>
                  <a:pt x="3205" y="13243"/>
                  <a:pt x="3402" y="13658"/>
                </a:cubicBezTo>
                <a:cubicBezTo>
                  <a:pt x="4144" y="15409"/>
                  <a:pt x="4837" y="16722"/>
                  <a:pt x="5482" y="17597"/>
                </a:cubicBezTo>
                <a:cubicBezTo>
                  <a:pt x="6128" y="18472"/>
                  <a:pt x="6882" y="19041"/>
                  <a:pt x="7744" y="19303"/>
                </a:cubicBezTo>
                <a:cubicBezTo>
                  <a:pt x="8606" y="19565"/>
                  <a:pt x="9628" y="19565"/>
                  <a:pt x="10810" y="19302"/>
                </a:cubicBezTo>
                <a:cubicBezTo>
                  <a:pt x="11993" y="19040"/>
                  <a:pt x="13492" y="18647"/>
                  <a:pt x="15307" y="18123"/>
                </a:cubicBezTo>
                <a:lnTo>
                  <a:pt x="29023" y="14164"/>
                </a:lnTo>
                <a:cubicBezTo>
                  <a:pt x="32580" y="13138"/>
                  <a:pt x="35527" y="12248"/>
                  <a:pt x="37864" y="11494"/>
                </a:cubicBezTo>
                <a:cubicBezTo>
                  <a:pt x="40202" y="10741"/>
                  <a:pt x="41998" y="9948"/>
                  <a:pt x="43251" y="9115"/>
                </a:cubicBezTo>
                <a:cubicBezTo>
                  <a:pt x="44506" y="8281"/>
                  <a:pt x="45269" y="7314"/>
                  <a:pt x="45540" y="6214"/>
                </a:cubicBezTo>
                <a:cubicBezTo>
                  <a:pt x="45813" y="5113"/>
                  <a:pt x="45697" y="3692"/>
                  <a:pt x="45195" y="1949"/>
                </a:cubicBezTo>
                <a:cubicBezTo>
                  <a:pt x="45069" y="1514"/>
                  <a:pt x="45115" y="1127"/>
                  <a:pt x="45331" y="789"/>
                </a:cubicBezTo>
                <a:cubicBezTo>
                  <a:pt x="45548" y="452"/>
                  <a:pt x="45838" y="230"/>
                  <a:pt x="46202" y="126"/>
                </a:cubicBezTo>
                <a:cubicBezTo>
                  <a:pt x="46637" y="0"/>
                  <a:pt x="47036" y="22"/>
                  <a:pt x="47399" y="192"/>
                </a:cubicBezTo>
                <a:cubicBezTo>
                  <a:pt x="47763" y="363"/>
                  <a:pt x="48008" y="666"/>
                  <a:pt x="48133" y="1101"/>
                </a:cubicBezTo>
                <a:cubicBezTo>
                  <a:pt x="48531" y="2480"/>
                  <a:pt x="49330" y="4431"/>
                  <a:pt x="50530" y="6955"/>
                </a:cubicBezTo>
                <a:cubicBezTo>
                  <a:pt x="51731" y="9478"/>
                  <a:pt x="53128" y="12004"/>
                  <a:pt x="54722" y="14532"/>
                </a:cubicBezTo>
                <a:cubicBezTo>
                  <a:pt x="55306" y="15464"/>
                  <a:pt x="55327" y="16283"/>
                  <a:pt x="54783" y="16991"/>
                </a:cubicBezTo>
                <a:cubicBezTo>
                  <a:pt x="54240" y="17698"/>
                  <a:pt x="53533" y="18178"/>
                  <a:pt x="52663" y="18429"/>
                </a:cubicBezTo>
                <a:lnTo>
                  <a:pt x="48309" y="19685"/>
                </a:lnTo>
                <a:cubicBezTo>
                  <a:pt x="48164" y="19727"/>
                  <a:pt x="48088" y="19808"/>
                  <a:pt x="48083" y="19927"/>
                </a:cubicBezTo>
                <a:cubicBezTo>
                  <a:pt x="48078" y="20046"/>
                  <a:pt x="48159" y="20121"/>
                  <a:pt x="48325" y="20152"/>
                </a:cubicBezTo>
                <a:cubicBezTo>
                  <a:pt x="49270" y="20430"/>
                  <a:pt x="50363" y="20881"/>
                  <a:pt x="51604" y="21506"/>
                </a:cubicBezTo>
                <a:cubicBezTo>
                  <a:pt x="52846" y="22130"/>
                  <a:pt x="54085" y="22952"/>
                  <a:pt x="55322" y="23971"/>
                </a:cubicBezTo>
                <a:cubicBezTo>
                  <a:pt x="56560" y="24989"/>
                  <a:pt x="57700" y="26213"/>
                  <a:pt x="58741" y="27641"/>
                </a:cubicBezTo>
                <a:cubicBezTo>
                  <a:pt x="59783" y="29071"/>
                  <a:pt x="60587" y="30765"/>
                  <a:pt x="61153" y="32726"/>
                </a:cubicBezTo>
                <a:cubicBezTo>
                  <a:pt x="62724" y="38169"/>
                  <a:pt x="62448" y="42867"/>
                  <a:pt x="60326" y="46821"/>
                </a:cubicBezTo>
                <a:cubicBezTo>
                  <a:pt x="58204" y="50776"/>
                  <a:pt x="53769" y="53727"/>
                  <a:pt x="47020" y="55675"/>
                </a:cubicBezTo>
                <a:lnTo>
                  <a:pt x="28403" y="61048"/>
                </a:lnTo>
                <a:cubicBezTo>
                  <a:pt x="26442" y="61614"/>
                  <a:pt x="24861" y="62129"/>
                  <a:pt x="23659" y="62594"/>
                </a:cubicBezTo>
                <a:cubicBezTo>
                  <a:pt x="22456" y="63058"/>
                  <a:pt x="21532" y="63600"/>
                  <a:pt x="20885" y="64218"/>
                </a:cubicBezTo>
                <a:cubicBezTo>
                  <a:pt x="20238" y="64838"/>
                  <a:pt x="19835" y="65623"/>
                  <a:pt x="19677" y="66574"/>
                </a:cubicBezTo>
                <a:cubicBezTo>
                  <a:pt x="19519" y="67524"/>
                  <a:pt x="19551" y="68792"/>
                  <a:pt x="19773" y="70379"/>
                </a:cubicBezTo>
                <a:cubicBezTo>
                  <a:pt x="19826" y="70835"/>
                  <a:pt x="19721" y="71219"/>
                  <a:pt x="19457" y="71530"/>
                </a:cubicBezTo>
                <a:cubicBezTo>
                  <a:pt x="19193" y="71843"/>
                  <a:pt x="18844" y="72062"/>
                  <a:pt x="18408" y="72187"/>
                </a:cubicBezTo>
                <a:cubicBezTo>
                  <a:pt x="18045" y="72292"/>
                  <a:pt x="17669" y="72282"/>
                  <a:pt x="17279" y="72159"/>
                </a:cubicBezTo>
                <a:cubicBezTo>
                  <a:pt x="16890" y="72036"/>
                  <a:pt x="16632" y="71757"/>
                  <a:pt x="16507" y="71322"/>
                </a:cubicBezTo>
                <a:cubicBezTo>
                  <a:pt x="16234" y="70378"/>
                  <a:pt x="15916" y="68799"/>
                  <a:pt x="15553" y="66583"/>
                </a:cubicBezTo>
                <a:cubicBezTo>
                  <a:pt x="15189" y="64369"/>
                  <a:pt x="14692" y="62174"/>
                  <a:pt x="14064" y="59996"/>
                </a:cubicBezTo>
                <a:cubicBezTo>
                  <a:pt x="13394" y="57674"/>
                  <a:pt x="12628" y="55497"/>
                  <a:pt x="11767" y="53465"/>
                </a:cubicBezTo>
                <a:cubicBezTo>
                  <a:pt x="10905" y="51434"/>
                  <a:pt x="10275" y="49729"/>
                  <a:pt x="9877" y="48350"/>
                </a:cubicBezTo>
                <a:cubicBezTo>
                  <a:pt x="9772" y="47987"/>
                  <a:pt x="9851" y="47649"/>
                  <a:pt x="10115" y="47337"/>
                </a:cubicBezTo>
                <a:cubicBezTo>
                  <a:pt x="10379" y="47025"/>
                  <a:pt x="10693" y="46817"/>
                  <a:pt x="11056" y="46712"/>
                </a:cubicBezTo>
                <a:cubicBezTo>
                  <a:pt x="11491" y="46587"/>
                  <a:pt x="11904" y="46585"/>
                  <a:pt x="12293" y="46708"/>
                </a:cubicBezTo>
                <a:cubicBezTo>
                  <a:pt x="12683" y="46832"/>
                  <a:pt x="12976" y="47101"/>
                  <a:pt x="13174" y="47516"/>
                </a:cubicBezTo>
                <a:cubicBezTo>
                  <a:pt x="13853" y="49050"/>
                  <a:pt x="14531" y="50171"/>
                  <a:pt x="15206" y="50879"/>
                </a:cubicBezTo>
                <a:cubicBezTo>
                  <a:pt x="15883" y="51589"/>
                  <a:pt x="16659" y="52033"/>
                  <a:pt x="17536" y="52211"/>
                </a:cubicBezTo>
                <a:cubicBezTo>
                  <a:pt x="18415" y="52391"/>
                  <a:pt x="19426" y="52355"/>
                  <a:pt x="20571" y="52102"/>
                </a:cubicBezTo>
                <a:cubicBezTo>
                  <a:pt x="21718" y="51851"/>
                  <a:pt x="23126" y="51484"/>
                  <a:pt x="24796" y="51002"/>
                </a:cubicBezTo>
                <a:lnTo>
                  <a:pt x="41343" y="46226"/>
                </a:lnTo>
                <a:cubicBezTo>
                  <a:pt x="43158" y="45702"/>
                  <a:pt x="44952" y="45106"/>
                  <a:pt x="46724" y="44437"/>
                </a:cubicBezTo>
                <a:cubicBezTo>
                  <a:pt x="48496" y="43769"/>
                  <a:pt x="50014" y="42898"/>
                  <a:pt x="51278" y="41826"/>
                </a:cubicBezTo>
                <a:cubicBezTo>
                  <a:pt x="52541" y="40754"/>
                  <a:pt x="53467" y="39465"/>
                  <a:pt x="54054" y="37958"/>
                </a:cubicBezTo>
                <a:cubicBezTo>
                  <a:pt x="54641" y="36452"/>
                  <a:pt x="54621" y="34610"/>
                  <a:pt x="53992" y="32433"/>
                </a:cubicBezTo>
                <a:cubicBezTo>
                  <a:pt x="53364" y="30256"/>
                  <a:pt x="52469" y="28450"/>
                  <a:pt x="51308" y="27015"/>
                </a:cubicBezTo>
                <a:cubicBezTo>
                  <a:pt x="50148" y="25582"/>
                  <a:pt x="48825" y="24470"/>
                  <a:pt x="47338" y="23680"/>
                </a:cubicBezTo>
                <a:cubicBezTo>
                  <a:pt x="45852" y="22890"/>
                  <a:pt x="44244" y="22430"/>
                  <a:pt x="42516" y="22300"/>
                </a:cubicBezTo>
                <a:cubicBezTo>
                  <a:pt x="40788" y="22170"/>
                  <a:pt x="39053" y="22357"/>
                  <a:pt x="37311" y="22859"/>
                </a:cubicBezTo>
                <a:lnTo>
                  <a:pt x="18913" y="281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t">
            <a:extLst xmlns:a="http://schemas.openxmlformats.org/drawingml/2006/main">
              <a:ext uri="{FF2B5EF4-FFF2-40B4-BE49-F238E27FC236}">
                <a16:creationId xmlns:a16="http://schemas.microsoft.com/office/drawing/2014/main" id="{F6B79953-4472-4B0F-ACDA-85B4273D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137" y="3702626"/>
            <a:ext cx="62868" cy="45811"/>
          </a:xfrm>
          <a:custGeom xmlns:a="http://schemas.openxmlformats.org/drawingml/2006/main">
            <a:pathLst>
              <a:path w="62868" h="45811">
                <a:moveTo>
                  <a:pt x="18336" y="25927"/>
                </a:moveTo>
                <a:cubicBezTo>
                  <a:pt x="14272" y="27100"/>
                  <a:pt x="11391" y="28423"/>
                  <a:pt x="9692" y="29896"/>
                </a:cubicBezTo>
                <a:cubicBezTo>
                  <a:pt x="7995" y="31368"/>
                  <a:pt x="7492" y="33302"/>
                  <a:pt x="8183" y="35698"/>
                </a:cubicBezTo>
                <a:cubicBezTo>
                  <a:pt x="8665" y="37367"/>
                  <a:pt x="9374" y="38872"/>
                  <a:pt x="10310" y="40213"/>
                </a:cubicBezTo>
                <a:cubicBezTo>
                  <a:pt x="11248" y="41554"/>
                  <a:pt x="12123" y="42541"/>
                  <a:pt x="12933" y="43172"/>
                </a:cubicBezTo>
                <a:cubicBezTo>
                  <a:pt x="13141" y="43348"/>
                  <a:pt x="13233" y="43597"/>
                  <a:pt x="13208" y="43918"/>
                </a:cubicBezTo>
                <a:cubicBezTo>
                  <a:pt x="13183" y="44240"/>
                  <a:pt x="13075" y="44546"/>
                  <a:pt x="12883" y="44837"/>
                </a:cubicBezTo>
                <a:cubicBezTo>
                  <a:pt x="12692" y="45128"/>
                  <a:pt x="12468" y="45370"/>
                  <a:pt x="12209" y="45562"/>
                </a:cubicBezTo>
                <a:cubicBezTo>
                  <a:pt x="11950" y="45755"/>
                  <a:pt x="11691" y="45811"/>
                  <a:pt x="11431" y="45729"/>
                </a:cubicBezTo>
                <a:cubicBezTo>
                  <a:pt x="8784" y="44999"/>
                  <a:pt x="6669" y="43664"/>
                  <a:pt x="5086" y="41722"/>
                </a:cubicBezTo>
                <a:cubicBezTo>
                  <a:pt x="3504" y="39781"/>
                  <a:pt x="2283" y="37322"/>
                  <a:pt x="1424" y="34346"/>
                </a:cubicBezTo>
                <a:cubicBezTo>
                  <a:pt x="0" y="29411"/>
                  <a:pt x="101" y="25608"/>
                  <a:pt x="1727" y="22937"/>
                </a:cubicBezTo>
                <a:cubicBezTo>
                  <a:pt x="3355" y="20266"/>
                  <a:pt x="6527" y="18250"/>
                  <a:pt x="11245" y="16888"/>
                </a:cubicBezTo>
                <a:lnTo>
                  <a:pt x="39225" y="8813"/>
                </a:lnTo>
                <a:cubicBezTo>
                  <a:pt x="40095" y="8562"/>
                  <a:pt x="40774" y="8326"/>
                  <a:pt x="41262" y="8107"/>
                </a:cubicBezTo>
                <a:cubicBezTo>
                  <a:pt x="41749" y="7888"/>
                  <a:pt x="42049" y="7566"/>
                  <a:pt x="42161" y="7140"/>
                </a:cubicBezTo>
                <a:cubicBezTo>
                  <a:pt x="42275" y="6713"/>
                  <a:pt x="42229" y="6078"/>
                  <a:pt x="42025" y="5232"/>
                </a:cubicBezTo>
                <a:cubicBezTo>
                  <a:pt x="41820" y="4387"/>
                  <a:pt x="41498" y="3203"/>
                  <a:pt x="41059" y="1679"/>
                </a:cubicBezTo>
                <a:cubicBezTo>
                  <a:pt x="40996" y="1461"/>
                  <a:pt x="41161" y="1217"/>
                  <a:pt x="41554" y="946"/>
                </a:cubicBezTo>
                <a:cubicBezTo>
                  <a:pt x="41948" y="675"/>
                  <a:pt x="42393" y="448"/>
                  <a:pt x="42891" y="265"/>
                </a:cubicBezTo>
                <a:cubicBezTo>
                  <a:pt x="43389" y="82"/>
                  <a:pt x="43876" y="0"/>
                  <a:pt x="44353" y="19"/>
                </a:cubicBezTo>
                <a:cubicBezTo>
                  <a:pt x="44831" y="40"/>
                  <a:pt x="45111" y="195"/>
                  <a:pt x="45195" y="486"/>
                </a:cubicBezTo>
                <a:cubicBezTo>
                  <a:pt x="45864" y="2258"/>
                  <a:pt x="46586" y="3739"/>
                  <a:pt x="47361" y="4930"/>
                </a:cubicBezTo>
                <a:cubicBezTo>
                  <a:pt x="48138" y="6121"/>
                  <a:pt x="49093" y="7045"/>
                  <a:pt x="50225" y="7701"/>
                </a:cubicBezTo>
                <a:cubicBezTo>
                  <a:pt x="51359" y="8357"/>
                  <a:pt x="52748" y="8743"/>
                  <a:pt x="54392" y="8857"/>
                </a:cubicBezTo>
                <a:cubicBezTo>
                  <a:pt x="56038" y="8973"/>
                  <a:pt x="58110" y="8866"/>
                  <a:pt x="60609" y="8537"/>
                </a:cubicBezTo>
                <a:cubicBezTo>
                  <a:pt x="61066" y="8484"/>
                  <a:pt x="61477" y="8681"/>
                  <a:pt x="61841" y="9126"/>
                </a:cubicBezTo>
                <a:cubicBezTo>
                  <a:pt x="62206" y="9572"/>
                  <a:pt x="62472" y="10084"/>
                  <a:pt x="62639" y="10665"/>
                </a:cubicBezTo>
                <a:cubicBezTo>
                  <a:pt x="62807" y="11245"/>
                  <a:pt x="62868" y="11797"/>
                  <a:pt x="62822" y="12322"/>
                </a:cubicBezTo>
                <a:cubicBezTo>
                  <a:pt x="62777" y="12846"/>
                  <a:pt x="62609" y="13150"/>
                  <a:pt x="62319" y="13233"/>
                </a:cubicBezTo>
                <a:lnTo>
                  <a:pt x="52956" y="15936"/>
                </a:lnTo>
                <a:cubicBezTo>
                  <a:pt x="51795" y="16271"/>
                  <a:pt x="51139" y="16519"/>
                  <a:pt x="50988" y="16680"/>
                </a:cubicBezTo>
                <a:cubicBezTo>
                  <a:pt x="50839" y="16842"/>
                  <a:pt x="50880" y="17322"/>
                  <a:pt x="51111" y="18120"/>
                </a:cubicBezTo>
                <a:lnTo>
                  <a:pt x="54378" y="29441"/>
                </a:lnTo>
                <a:cubicBezTo>
                  <a:pt x="54525" y="29950"/>
                  <a:pt x="54328" y="30360"/>
                  <a:pt x="53789" y="30673"/>
                </a:cubicBezTo>
                <a:cubicBezTo>
                  <a:pt x="53250" y="30986"/>
                  <a:pt x="52763" y="31205"/>
                  <a:pt x="52328" y="31331"/>
                </a:cubicBezTo>
                <a:cubicBezTo>
                  <a:pt x="51893" y="31456"/>
                  <a:pt x="51341" y="31517"/>
                  <a:pt x="50671" y="31514"/>
                </a:cubicBezTo>
                <a:cubicBezTo>
                  <a:pt x="50002" y="31511"/>
                  <a:pt x="49584" y="31219"/>
                  <a:pt x="49416" y="30638"/>
                </a:cubicBezTo>
                <a:lnTo>
                  <a:pt x="46054" y="18989"/>
                </a:lnTo>
                <a:cubicBezTo>
                  <a:pt x="45908" y="18481"/>
                  <a:pt x="45696" y="18227"/>
                  <a:pt x="45421" y="18227"/>
                </a:cubicBezTo>
                <a:cubicBezTo>
                  <a:pt x="45146" y="18229"/>
                  <a:pt x="44211" y="18460"/>
                  <a:pt x="42614" y="18921"/>
                </a:cubicBezTo>
                <a:lnTo>
                  <a:pt x="18336" y="259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r">
            <a:extLst xmlns:a="http://schemas.openxmlformats.org/drawingml/2006/main">
              <a:ext uri="{FF2B5EF4-FFF2-40B4-BE49-F238E27FC236}">
                <a16:creationId xmlns:a16="http://schemas.microsoft.com/office/drawing/2014/main" id="{C9C70C3C-DD06-4589-9172-C7600EE5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666" y="3738047"/>
            <a:ext cx="61687" cy="44866"/>
          </a:xfrm>
          <a:custGeom xmlns:a="http://schemas.openxmlformats.org/drawingml/2006/main">
            <a:pathLst>
              <a:path w="61687" h="44866">
                <a:moveTo>
                  <a:pt x="19196" y="29593"/>
                </a:moveTo>
                <a:cubicBezTo>
                  <a:pt x="17381" y="30117"/>
                  <a:pt x="15872" y="30611"/>
                  <a:pt x="14670" y="31076"/>
                </a:cubicBezTo>
                <a:cubicBezTo>
                  <a:pt x="13468" y="31542"/>
                  <a:pt x="12561" y="32216"/>
                  <a:pt x="11951" y="33099"/>
                </a:cubicBezTo>
                <a:cubicBezTo>
                  <a:pt x="11341" y="33983"/>
                  <a:pt x="11018" y="35177"/>
                  <a:pt x="10980" y="36681"/>
                </a:cubicBezTo>
                <a:cubicBezTo>
                  <a:pt x="10943" y="38187"/>
                  <a:pt x="11193" y="40277"/>
                  <a:pt x="11729" y="42953"/>
                </a:cubicBezTo>
                <a:cubicBezTo>
                  <a:pt x="11782" y="43409"/>
                  <a:pt x="11677" y="43792"/>
                  <a:pt x="11413" y="44104"/>
                </a:cubicBezTo>
                <a:cubicBezTo>
                  <a:pt x="11149" y="44416"/>
                  <a:pt x="10800" y="44635"/>
                  <a:pt x="10364" y="44761"/>
                </a:cubicBezTo>
                <a:cubicBezTo>
                  <a:pt x="10001" y="44866"/>
                  <a:pt x="9625" y="44856"/>
                  <a:pt x="9235" y="44732"/>
                </a:cubicBezTo>
                <a:cubicBezTo>
                  <a:pt x="8846" y="44610"/>
                  <a:pt x="8588" y="44331"/>
                  <a:pt x="8463" y="43895"/>
                </a:cubicBezTo>
                <a:cubicBezTo>
                  <a:pt x="7562" y="40774"/>
                  <a:pt x="6893" y="37979"/>
                  <a:pt x="6457" y="35510"/>
                </a:cubicBezTo>
                <a:cubicBezTo>
                  <a:pt x="6019" y="33042"/>
                  <a:pt x="5486" y="30719"/>
                  <a:pt x="4857" y="28542"/>
                </a:cubicBezTo>
                <a:cubicBezTo>
                  <a:pt x="4187" y="26219"/>
                  <a:pt x="3395" y="23951"/>
                  <a:pt x="2482" y="21737"/>
                </a:cubicBezTo>
                <a:cubicBezTo>
                  <a:pt x="1567" y="19525"/>
                  <a:pt x="775" y="17258"/>
                  <a:pt x="105" y="14935"/>
                </a:cubicBezTo>
                <a:cubicBezTo>
                  <a:pt x="0" y="14573"/>
                  <a:pt x="80" y="14236"/>
                  <a:pt x="343" y="13923"/>
                </a:cubicBezTo>
                <a:cubicBezTo>
                  <a:pt x="607" y="13611"/>
                  <a:pt x="921" y="13402"/>
                  <a:pt x="1284" y="13297"/>
                </a:cubicBezTo>
                <a:cubicBezTo>
                  <a:pt x="1719" y="13172"/>
                  <a:pt x="2132" y="13171"/>
                  <a:pt x="2521" y="13295"/>
                </a:cubicBezTo>
                <a:cubicBezTo>
                  <a:pt x="2911" y="13419"/>
                  <a:pt x="3205" y="13688"/>
                  <a:pt x="3402" y="14102"/>
                </a:cubicBezTo>
                <a:cubicBezTo>
                  <a:pt x="4207" y="16072"/>
                  <a:pt x="4989" y="17555"/>
                  <a:pt x="5749" y="18554"/>
                </a:cubicBezTo>
                <a:cubicBezTo>
                  <a:pt x="6509" y="19554"/>
                  <a:pt x="7343" y="20198"/>
                  <a:pt x="8252" y="20486"/>
                </a:cubicBezTo>
                <a:cubicBezTo>
                  <a:pt x="9161" y="20774"/>
                  <a:pt x="10194" y="20810"/>
                  <a:pt x="11349" y="20594"/>
                </a:cubicBezTo>
                <a:cubicBezTo>
                  <a:pt x="12506" y="20379"/>
                  <a:pt x="13920" y="20031"/>
                  <a:pt x="15590" y="19549"/>
                </a:cubicBezTo>
                <a:lnTo>
                  <a:pt x="31484" y="14961"/>
                </a:lnTo>
                <a:cubicBezTo>
                  <a:pt x="35040" y="13935"/>
                  <a:pt x="37832" y="13050"/>
                  <a:pt x="39858" y="12307"/>
                </a:cubicBezTo>
                <a:cubicBezTo>
                  <a:pt x="41885" y="11565"/>
                  <a:pt x="43382" y="10759"/>
                  <a:pt x="44349" y="9890"/>
                </a:cubicBezTo>
                <a:cubicBezTo>
                  <a:pt x="45317" y="9021"/>
                  <a:pt x="45815" y="7954"/>
                  <a:pt x="45843" y="6687"/>
                </a:cubicBezTo>
                <a:cubicBezTo>
                  <a:pt x="45872" y="5422"/>
                  <a:pt x="45665" y="3752"/>
                  <a:pt x="45224" y="1678"/>
                </a:cubicBezTo>
                <a:cubicBezTo>
                  <a:pt x="45119" y="1316"/>
                  <a:pt x="45222" y="991"/>
                  <a:pt x="45531" y="705"/>
                </a:cubicBezTo>
                <a:cubicBezTo>
                  <a:pt x="45842" y="419"/>
                  <a:pt x="46179" y="223"/>
                  <a:pt x="46543" y="118"/>
                </a:cubicBezTo>
                <a:cubicBezTo>
                  <a:pt x="46905" y="14"/>
                  <a:pt x="47294" y="0"/>
                  <a:pt x="47709" y="77"/>
                </a:cubicBezTo>
                <a:cubicBezTo>
                  <a:pt x="48125" y="154"/>
                  <a:pt x="48396" y="410"/>
                  <a:pt x="48521" y="845"/>
                </a:cubicBezTo>
                <a:cubicBezTo>
                  <a:pt x="49085" y="2255"/>
                  <a:pt x="49830" y="4222"/>
                  <a:pt x="50755" y="6745"/>
                </a:cubicBezTo>
                <a:cubicBezTo>
                  <a:pt x="51680" y="9270"/>
                  <a:pt x="52893" y="11770"/>
                  <a:pt x="54393" y="14245"/>
                </a:cubicBezTo>
                <a:cubicBezTo>
                  <a:pt x="54977" y="15178"/>
                  <a:pt x="55254" y="16003"/>
                  <a:pt x="55224" y="16719"/>
                </a:cubicBezTo>
                <a:cubicBezTo>
                  <a:pt x="55196" y="17435"/>
                  <a:pt x="54663" y="17903"/>
                  <a:pt x="53625" y="18124"/>
                </a:cubicBezTo>
                <a:lnTo>
                  <a:pt x="46595" y="19917"/>
                </a:lnTo>
                <a:cubicBezTo>
                  <a:pt x="46450" y="19959"/>
                  <a:pt x="46369" y="20021"/>
                  <a:pt x="46354" y="20103"/>
                </a:cubicBezTo>
                <a:cubicBezTo>
                  <a:pt x="46338" y="20187"/>
                  <a:pt x="46425" y="20280"/>
                  <a:pt x="46613" y="20383"/>
                </a:cubicBezTo>
                <a:cubicBezTo>
                  <a:pt x="50100" y="21027"/>
                  <a:pt x="53070" y="22195"/>
                  <a:pt x="55523" y="23885"/>
                </a:cubicBezTo>
                <a:cubicBezTo>
                  <a:pt x="57978" y="25575"/>
                  <a:pt x="59739" y="28271"/>
                  <a:pt x="60807" y="31972"/>
                </a:cubicBezTo>
                <a:cubicBezTo>
                  <a:pt x="61687" y="35021"/>
                  <a:pt x="61556" y="37496"/>
                  <a:pt x="60414" y="39397"/>
                </a:cubicBezTo>
                <a:cubicBezTo>
                  <a:pt x="59273" y="41299"/>
                  <a:pt x="57577" y="42575"/>
                  <a:pt x="55327" y="43224"/>
                </a:cubicBezTo>
                <a:cubicBezTo>
                  <a:pt x="54093" y="43581"/>
                  <a:pt x="52831" y="43433"/>
                  <a:pt x="51542" y="42783"/>
                </a:cubicBezTo>
                <a:cubicBezTo>
                  <a:pt x="50255" y="42133"/>
                  <a:pt x="49359" y="40937"/>
                  <a:pt x="48857" y="39196"/>
                </a:cubicBezTo>
                <a:cubicBezTo>
                  <a:pt x="48375" y="37526"/>
                  <a:pt x="48439" y="36249"/>
                  <a:pt x="49049" y="35365"/>
                </a:cubicBezTo>
                <a:cubicBezTo>
                  <a:pt x="49659" y="34483"/>
                  <a:pt x="50436" y="33905"/>
                  <a:pt x="51380" y="33633"/>
                </a:cubicBezTo>
                <a:cubicBezTo>
                  <a:pt x="52395" y="33340"/>
                  <a:pt x="53135" y="32909"/>
                  <a:pt x="53600" y="32342"/>
                </a:cubicBezTo>
                <a:cubicBezTo>
                  <a:pt x="54067" y="31776"/>
                  <a:pt x="54111" y="30839"/>
                  <a:pt x="53734" y="29532"/>
                </a:cubicBezTo>
                <a:cubicBezTo>
                  <a:pt x="53336" y="28153"/>
                  <a:pt x="52521" y="27032"/>
                  <a:pt x="51289" y="26169"/>
                </a:cubicBezTo>
                <a:cubicBezTo>
                  <a:pt x="50058" y="25305"/>
                  <a:pt x="48709" y="24653"/>
                  <a:pt x="47244" y="24210"/>
                </a:cubicBezTo>
                <a:cubicBezTo>
                  <a:pt x="45780" y="23768"/>
                  <a:pt x="44331" y="23518"/>
                  <a:pt x="42899" y="23460"/>
                </a:cubicBezTo>
                <a:cubicBezTo>
                  <a:pt x="41468" y="23401"/>
                  <a:pt x="40389" y="23477"/>
                  <a:pt x="39664" y="23686"/>
                </a:cubicBezTo>
                <a:lnTo>
                  <a:pt x="19196" y="29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a">
            <a:extLst xmlns:a="http://schemas.openxmlformats.org/drawingml/2006/main">
              <a:ext uri="{FF2B5EF4-FFF2-40B4-BE49-F238E27FC236}">
                <a16:creationId xmlns:a16="http://schemas.microsoft.com/office/drawing/2014/main" id="{F69A235F-58FD-4521-9054-366D7C27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671" y="3787506"/>
            <a:ext cx="57077" cy="57341"/>
          </a:xfrm>
          <a:custGeom xmlns:a="http://schemas.openxmlformats.org/drawingml/2006/main">
            <a:pathLst>
              <a:path w="57077" h="57341">
                <a:moveTo>
                  <a:pt x="29437" y="32465"/>
                </a:moveTo>
                <a:cubicBezTo>
                  <a:pt x="30235" y="32235"/>
                  <a:pt x="30715" y="32057"/>
                  <a:pt x="30875" y="31932"/>
                </a:cubicBezTo>
                <a:cubicBezTo>
                  <a:pt x="31036" y="31807"/>
                  <a:pt x="31075" y="31600"/>
                  <a:pt x="30991" y="31310"/>
                </a:cubicBezTo>
                <a:cubicBezTo>
                  <a:pt x="28765" y="25505"/>
                  <a:pt x="26240" y="21457"/>
                  <a:pt x="23416" y="19166"/>
                </a:cubicBezTo>
                <a:cubicBezTo>
                  <a:pt x="20593" y="16876"/>
                  <a:pt x="17621" y="16181"/>
                  <a:pt x="14500" y="17082"/>
                </a:cubicBezTo>
                <a:cubicBezTo>
                  <a:pt x="12323" y="17710"/>
                  <a:pt x="10647" y="18783"/>
                  <a:pt x="9473" y="20302"/>
                </a:cubicBezTo>
                <a:cubicBezTo>
                  <a:pt x="8299" y="21819"/>
                  <a:pt x="8079" y="23849"/>
                  <a:pt x="8813" y="26389"/>
                </a:cubicBezTo>
                <a:cubicBezTo>
                  <a:pt x="9294" y="28058"/>
                  <a:pt x="10129" y="29724"/>
                  <a:pt x="11316" y="31386"/>
                </a:cubicBezTo>
                <a:cubicBezTo>
                  <a:pt x="12504" y="33048"/>
                  <a:pt x="13924" y="34427"/>
                  <a:pt x="15577" y="35523"/>
                </a:cubicBezTo>
                <a:cubicBezTo>
                  <a:pt x="16325" y="35935"/>
                  <a:pt x="16989" y="36058"/>
                  <a:pt x="17571" y="35890"/>
                </a:cubicBezTo>
                <a:lnTo>
                  <a:pt x="29437" y="32465"/>
                </a:lnTo>
                <a:moveTo>
                  <a:pt x="21613" y="45811"/>
                </a:moveTo>
                <a:cubicBezTo>
                  <a:pt x="19072" y="46544"/>
                  <a:pt x="17362" y="47293"/>
                  <a:pt x="16481" y="48058"/>
                </a:cubicBezTo>
                <a:cubicBezTo>
                  <a:pt x="15602" y="48823"/>
                  <a:pt x="15361" y="49895"/>
                  <a:pt x="15759" y="51274"/>
                </a:cubicBezTo>
                <a:cubicBezTo>
                  <a:pt x="15989" y="52073"/>
                  <a:pt x="16269" y="52699"/>
                  <a:pt x="16597" y="53154"/>
                </a:cubicBezTo>
                <a:cubicBezTo>
                  <a:pt x="16925" y="53610"/>
                  <a:pt x="17515" y="54226"/>
                  <a:pt x="18368" y="55002"/>
                </a:cubicBezTo>
                <a:cubicBezTo>
                  <a:pt x="18576" y="55178"/>
                  <a:pt x="18644" y="55414"/>
                  <a:pt x="18572" y="55710"/>
                </a:cubicBezTo>
                <a:cubicBezTo>
                  <a:pt x="18501" y="56006"/>
                  <a:pt x="18364" y="56282"/>
                  <a:pt x="18161" y="56536"/>
                </a:cubicBezTo>
                <a:cubicBezTo>
                  <a:pt x="17960" y="56790"/>
                  <a:pt x="17706" y="57001"/>
                  <a:pt x="17400" y="57167"/>
                </a:cubicBezTo>
                <a:cubicBezTo>
                  <a:pt x="17095" y="57335"/>
                  <a:pt x="16802" y="57341"/>
                  <a:pt x="16522" y="57187"/>
                </a:cubicBezTo>
                <a:cubicBezTo>
                  <a:pt x="12294" y="55340"/>
                  <a:pt x="9625" y="52494"/>
                  <a:pt x="8515" y="48646"/>
                </a:cubicBezTo>
                <a:cubicBezTo>
                  <a:pt x="7907" y="46542"/>
                  <a:pt x="7951" y="44583"/>
                  <a:pt x="8646" y="42771"/>
                </a:cubicBezTo>
                <a:cubicBezTo>
                  <a:pt x="9341" y="40959"/>
                  <a:pt x="10347" y="39470"/>
                  <a:pt x="11663" y="38304"/>
                </a:cubicBezTo>
                <a:cubicBezTo>
                  <a:pt x="11983" y="38053"/>
                  <a:pt x="11956" y="37825"/>
                  <a:pt x="11582" y="37618"/>
                </a:cubicBezTo>
                <a:cubicBezTo>
                  <a:pt x="9368" y="36213"/>
                  <a:pt x="7356" y="34415"/>
                  <a:pt x="5545" y="32226"/>
                </a:cubicBezTo>
                <a:cubicBezTo>
                  <a:pt x="3733" y="30036"/>
                  <a:pt x="2283" y="27054"/>
                  <a:pt x="1194" y="23281"/>
                </a:cubicBezTo>
                <a:cubicBezTo>
                  <a:pt x="0" y="19144"/>
                  <a:pt x="185" y="15630"/>
                  <a:pt x="1748" y="12741"/>
                </a:cubicBezTo>
                <a:cubicBezTo>
                  <a:pt x="3313" y="9853"/>
                  <a:pt x="6127" y="7822"/>
                  <a:pt x="10192" y="6649"/>
                </a:cubicBezTo>
                <a:cubicBezTo>
                  <a:pt x="15418" y="5141"/>
                  <a:pt x="20130" y="6415"/>
                  <a:pt x="24327" y="10472"/>
                </a:cubicBezTo>
                <a:cubicBezTo>
                  <a:pt x="28525" y="14528"/>
                  <a:pt x="31964" y="21201"/>
                  <a:pt x="34645" y="30491"/>
                </a:cubicBezTo>
                <a:cubicBezTo>
                  <a:pt x="34687" y="30636"/>
                  <a:pt x="34900" y="30692"/>
                  <a:pt x="35284" y="30659"/>
                </a:cubicBezTo>
                <a:cubicBezTo>
                  <a:pt x="35669" y="30627"/>
                  <a:pt x="36514" y="30423"/>
                  <a:pt x="37819" y="30046"/>
                </a:cubicBezTo>
                <a:lnTo>
                  <a:pt x="40760" y="29198"/>
                </a:lnTo>
                <a:cubicBezTo>
                  <a:pt x="42574" y="28674"/>
                  <a:pt x="44237" y="28037"/>
                  <a:pt x="45751" y="27286"/>
                </a:cubicBezTo>
                <a:cubicBezTo>
                  <a:pt x="47264" y="26535"/>
                  <a:pt x="48520" y="25641"/>
                  <a:pt x="49518" y="24606"/>
                </a:cubicBezTo>
                <a:cubicBezTo>
                  <a:pt x="50516" y="23571"/>
                  <a:pt x="51182" y="22338"/>
                  <a:pt x="51516" y="20905"/>
                </a:cubicBezTo>
                <a:cubicBezTo>
                  <a:pt x="51850" y="19472"/>
                  <a:pt x="51755" y="17848"/>
                  <a:pt x="51231" y="16033"/>
                </a:cubicBezTo>
                <a:cubicBezTo>
                  <a:pt x="50456" y="13347"/>
                  <a:pt x="49301" y="11322"/>
                  <a:pt x="47766" y="9957"/>
                </a:cubicBezTo>
                <a:cubicBezTo>
                  <a:pt x="46232" y="8592"/>
                  <a:pt x="44631" y="8150"/>
                  <a:pt x="42962" y="8632"/>
                </a:cubicBezTo>
                <a:cubicBezTo>
                  <a:pt x="42163" y="8862"/>
                  <a:pt x="41456" y="9341"/>
                  <a:pt x="40841" y="10068"/>
                </a:cubicBezTo>
                <a:cubicBezTo>
                  <a:pt x="40226" y="10796"/>
                  <a:pt x="39519" y="11275"/>
                  <a:pt x="38720" y="11506"/>
                </a:cubicBezTo>
                <a:cubicBezTo>
                  <a:pt x="37704" y="11799"/>
                  <a:pt x="36577" y="11574"/>
                  <a:pt x="35340" y="10830"/>
                </a:cubicBezTo>
                <a:cubicBezTo>
                  <a:pt x="34103" y="10086"/>
                  <a:pt x="33275" y="8989"/>
                  <a:pt x="32857" y="7538"/>
                </a:cubicBezTo>
                <a:cubicBezTo>
                  <a:pt x="32291" y="5578"/>
                  <a:pt x="32414" y="4029"/>
                  <a:pt x="33225" y="2890"/>
                </a:cubicBezTo>
                <a:cubicBezTo>
                  <a:pt x="34037" y="1752"/>
                  <a:pt x="35205" y="963"/>
                  <a:pt x="36729" y="524"/>
                </a:cubicBezTo>
                <a:cubicBezTo>
                  <a:pt x="38543" y="0"/>
                  <a:pt x="40414" y="10"/>
                  <a:pt x="42340" y="554"/>
                </a:cubicBezTo>
                <a:cubicBezTo>
                  <a:pt x="44267" y="1100"/>
                  <a:pt x="46062" y="2075"/>
                  <a:pt x="47725" y="3481"/>
                </a:cubicBezTo>
                <a:cubicBezTo>
                  <a:pt x="49390" y="4888"/>
                  <a:pt x="50902" y="6653"/>
                  <a:pt x="52261" y="8777"/>
                </a:cubicBezTo>
                <a:cubicBezTo>
                  <a:pt x="53621" y="10901"/>
                  <a:pt x="54668" y="13234"/>
                  <a:pt x="55402" y="15774"/>
                </a:cubicBezTo>
                <a:cubicBezTo>
                  <a:pt x="57077" y="21580"/>
                  <a:pt x="57054" y="26539"/>
                  <a:pt x="55332" y="30653"/>
                </a:cubicBezTo>
                <a:cubicBezTo>
                  <a:pt x="53610" y="34768"/>
                  <a:pt x="49628" y="37725"/>
                  <a:pt x="43386" y="39527"/>
                </a:cubicBezTo>
                <a:lnTo>
                  <a:pt x="21613" y="458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s">
            <a:extLst xmlns:a="http://schemas.openxmlformats.org/drawingml/2006/main">
              <a:ext uri="{FF2B5EF4-FFF2-40B4-BE49-F238E27FC236}">
                <a16:creationId xmlns:a16="http://schemas.microsoft.com/office/drawing/2014/main" id="{48ADAE94-F495-4D2F-8460-A5EE94CB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161" y="3839934"/>
            <a:ext cx="60317" cy="45637"/>
          </a:xfrm>
          <a:custGeom xmlns:a="http://schemas.openxmlformats.org/drawingml/2006/main">
            <a:pathLst>
              <a:path w="60317" h="45637">
                <a:moveTo>
                  <a:pt x="59806" y="31479"/>
                </a:moveTo>
                <a:cubicBezTo>
                  <a:pt x="58945" y="31492"/>
                  <a:pt x="57907" y="31575"/>
                  <a:pt x="56693" y="31729"/>
                </a:cubicBezTo>
                <a:cubicBezTo>
                  <a:pt x="55480" y="31882"/>
                  <a:pt x="54220" y="32148"/>
                  <a:pt x="52913" y="32525"/>
                </a:cubicBezTo>
                <a:cubicBezTo>
                  <a:pt x="51534" y="32923"/>
                  <a:pt x="50111" y="33373"/>
                  <a:pt x="48643" y="33874"/>
                </a:cubicBezTo>
                <a:cubicBezTo>
                  <a:pt x="47177" y="34377"/>
                  <a:pt x="46045" y="34743"/>
                  <a:pt x="45246" y="34973"/>
                </a:cubicBezTo>
                <a:cubicBezTo>
                  <a:pt x="45028" y="35036"/>
                  <a:pt x="44804" y="34944"/>
                  <a:pt x="44576" y="34695"/>
                </a:cubicBezTo>
                <a:cubicBezTo>
                  <a:pt x="44347" y="34447"/>
                  <a:pt x="44162" y="34147"/>
                  <a:pt x="44020" y="33794"/>
                </a:cubicBezTo>
                <a:cubicBezTo>
                  <a:pt x="43880" y="33442"/>
                  <a:pt x="43823" y="33105"/>
                  <a:pt x="43847" y="32782"/>
                </a:cubicBezTo>
                <a:cubicBezTo>
                  <a:pt x="43872" y="32461"/>
                  <a:pt x="43983" y="32232"/>
                  <a:pt x="44180" y="32097"/>
                </a:cubicBezTo>
                <a:cubicBezTo>
                  <a:pt x="47796" y="30189"/>
                  <a:pt x="50377" y="28029"/>
                  <a:pt x="51921" y="25616"/>
                </a:cubicBezTo>
                <a:cubicBezTo>
                  <a:pt x="53467" y="23205"/>
                  <a:pt x="53663" y="20004"/>
                  <a:pt x="52511" y="16013"/>
                </a:cubicBezTo>
                <a:cubicBezTo>
                  <a:pt x="51736" y="13327"/>
                  <a:pt x="50426" y="11307"/>
                  <a:pt x="48579" y="9953"/>
                </a:cubicBezTo>
                <a:cubicBezTo>
                  <a:pt x="46734" y="8598"/>
                  <a:pt x="44687" y="8245"/>
                  <a:pt x="42436" y="8895"/>
                </a:cubicBezTo>
                <a:cubicBezTo>
                  <a:pt x="40550" y="9439"/>
                  <a:pt x="39308" y="10583"/>
                  <a:pt x="38710" y="12328"/>
                </a:cubicBezTo>
                <a:cubicBezTo>
                  <a:pt x="38114" y="14073"/>
                  <a:pt x="37725" y="16269"/>
                  <a:pt x="37545" y="18916"/>
                </a:cubicBezTo>
                <a:cubicBezTo>
                  <a:pt x="37475" y="20037"/>
                  <a:pt x="37372" y="21384"/>
                  <a:pt x="37236" y="22957"/>
                </a:cubicBezTo>
                <a:cubicBezTo>
                  <a:pt x="37101" y="24529"/>
                  <a:pt x="36977" y="25803"/>
                  <a:pt x="36867" y="26778"/>
                </a:cubicBezTo>
                <a:cubicBezTo>
                  <a:pt x="36540" y="28916"/>
                  <a:pt x="36140" y="30938"/>
                  <a:pt x="35667" y="32843"/>
                </a:cubicBezTo>
                <a:cubicBezTo>
                  <a:pt x="35195" y="34749"/>
                  <a:pt x="34497" y="36484"/>
                  <a:pt x="33572" y="38047"/>
                </a:cubicBezTo>
                <a:cubicBezTo>
                  <a:pt x="32649" y="39612"/>
                  <a:pt x="31488" y="40969"/>
                  <a:pt x="30090" y="42119"/>
                </a:cubicBezTo>
                <a:cubicBezTo>
                  <a:pt x="28692" y="43270"/>
                  <a:pt x="26940" y="44149"/>
                  <a:pt x="24835" y="44757"/>
                </a:cubicBezTo>
                <a:cubicBezTo>
                  <a:pt x="22078" y="45553"/>
                  <a:pt x="19606" y="45637"/>
                  <a:pt x="17420" y="45009"/>
                </a:cubicBezTo>
                <a:cubicBezTo>
                  <a:pt x="15234" y="44382"/>
                  <a:pt x="13317" y="43324"/>
                  <a:pt x="11668" y="41834"/>
                </a:cubicBezTo>
                <a:cubicBezTo>
                  <a:pt x="10019" y="40344"/>
                  <a:pt x="8606" y="38512"/>
                  <a:pt x="7429" y="36336"/>
                </a:cubicBezTo>
                <a:cubicBezTo>
                  <a:pt x="6250" y="34160"/>
                  <a:pt x="5336" y="31947"/>
                  <a:pt x="4686" y="29696"/>
                </a:cubicBezTo>
                <a:cubicBezTo>
                  <a:pt x="4142" y="27809"/>
                  <a:pt x="3752" y="25642"/>
                  <a:pt x="3517" y="23194"/>
                </a:cubicBezTo>
                <a:cubicBezTo>
                  <a:pt x="3282" y="20746"/>
                  <a:pt x="3312" y="18536"/>
                  <a:pt x="3608" y="16563"/>
                </a:cubicBezTo>
                <a:cubicBezTo>
                  <a:pt x="3627" y="16086"/>
                  <a:pt x="3424" y="15653"/>
                  <a:pt x="2998" y="15265"/>
                </a:cubicBezTo>
                <a:cubicBezTo>
                  <a:pt x="2571" y="14877"/>
                  <a:pt x="1938" y="14726"/>
                  <a:pt x="1098" y="14811"/>
                </a:cubicBezTo>
                <a:cubicBezTo>
                  <a:pt x="879" y="14874"/>
                  <a:pt x="687" y="14753"/>
                  <a:pt x="521" y="14447"/>
                </a:cubicBezTo>
                <a:cubicBezTo>
                  <a:pt x="354" y="14141"/>
                  <a:pt x="218" y="13807"/>
                  <a:pt x="113" y="13444"/>
                </a:cubicBezTo>
                <a:cubicBezTo>
                  <a:pt x="29" y="13153"/>
                  <a:pt x="0" y="12847"/>
                  <a:pt x="26" y="12526"/>
                </a:cubicBezTo>
                <a:cubicBezTo>
                  <a:pt x="51" y="12204"/>
                  <a:pt x="172" y="12012"/>
                  <a:pt x="389" y="11949"/>
                </a:cubicBezTo>
                <a:cubicBezTo>
                  <a:pt x="970" y="11782"/>
                  <a:pt x="1790" y="11624"/>
                  <a:pt x="2847" y="11476"/>
                </a:cubicBezTo>
                <a:cubicBezTo>
                  <a:pt x="3906" y="11327"/>
                  <a:pt x="4870" y="11128"/>
                  <a:pt x="5740" y="10876"/>
                </a:cubicBezTo>
                <a:cubicBezTo>
                  <a:pt x="6612" y="10625"/>
                  <a:pt x="7558" y="10292"/>
                  <a:pt x="8579" y="9879"/>
                </a:cubicBezTo>
                <a:cubicBezTo>
                  <a:pt x="9599" y="9467"/>
                  <a:pt x="10602" y="9060"/>
                  <a:pt x="11586" y="8658"/>
                </a:cubicBezTo>
                <a:cubicBezTo>
                  <a:pt x="12571" y="8256"/>
                  <a:pt x="13453" y="7904"/>
                  <a:pt x="14230" y="7600"/>
                </a:cubicBezTo>
                <a:cubicBezTo>
                  <a:pt x="15008" y="7298"/>
                  <a:pt x="15578" y="7094"/>
                  <a:pt x="15942" y="6989"/>
                </a:cubicBezTo>
                <a:cubicBezTo>
                  <a:pt x="16232" y="6905"/>
                  <a:pt x="16491" y="6988"/>
                  <a:pt x="16720" y="7236"/>
                </a:cubicBezTo>
                <a:cubicBezTo>
                  <a:pt x="16949" y="7484"/>
                  <a:pt x="17133" y="7784"/>
                  <a:pt x="17273" y="8136"/>
                </a:cubicBezTo>
                <a:cubicBezTo>
                  <a:pt x="17415" y="8489"/>
                  <a:pt x="17478" y="8844"/>
                  <a:pt x="17464" y="9202"/>
                </a:cubicBezTo>
                <a:cubicBezTo>
                  <a:pt x="17450" y="9560"/>
                  <a:pt x="17308" y="9818"/>
                  <a:pt x="17039" y="9975"/>
                </a:cubicBezTo>
                <a:cubicBezTo>
                  <a:pt x="15080" y="11090"/>
                  <a:pt x="13417" y="12277"/>
                  <a:pt x="12051" y="13536"/>
                </a:cubicBezTo>
                <a:cubicBezTo>
                  <a:pt x="10685" y="14795"/>
                  <a:pt x="9631" y="16181"/>
                  <a:pt x="8886" y="17692"/>
                </a:cubicBezTo>
                <a:cubicBezTo>
                  <a:pt x="8144" y="19205"/>
                  <a:pt x="7746" y="20892"/>
                  <a:pt x="7693" y="22755"/>
                </a:cubicBezTo>
                <a:cubicBezTo>
                  <a:pt x="7642" y="24618"/>
                  <a:pt x="7962" y="26747"/>
                  <a:pt x="8653" y="29142"/>
                </a:cubicBezTo>
                <a:cubicBezTo>
                  <a:pt x="9407" y="31755"/>
                  <a:pt x="10745" y="33668"/>
                  <a:pt x="12668" y="34881"/>
                </a:cubicBezTo>
                <a:cubicBezTo>
                  <a:pt x="14592" y="36095"/>
                  <a:pt x="16860" y="36326"/>
                  <a:pt x="19472" y="35572"/>
                </a:cubicBezTo>
                <a:cubicBezTo>
                  <a:pt x="21795" y="34901"/>
                  <a:pt x="23391" y="33556"/>
                  <a:pt x="24262" y="31535"/>
                </a:cubicBezTo>
                <a:cubicBezTo>
                  <a:pt x="25134" y="29515"/>
                  <a:pt x="25765" y="27269"/>
                  <a:pt x="26153" y="24799"/>
                </a:cubicBezTo>
                <a:cubicBezTo>
                  <a:pt x="26295" y="23656"/>
                  <a:pt x="26431" y="22496"/>
                  <a:pt x="26563" y="21319"/>
                </a:cubicBezTo>
                <a:cubicBezTo>
                  <a:pt x="26695" y="20141"/>
                  <a:pt x="26821" y="18945"/>
                  <a:pt x="26942" y="17731"/>
                </a:cubicBezTo>
                <a:cubicBezTo>
                  <a:pt x="27134" y="15945"/>
                  <a:pt x="27350" y="14173"/>
                  <a:pt x="27588" y="12413"/>
                </a:cubicBezTo>
                <a:cubicBezTo>
                  <a:pt x="27828" y="10654"/>
                  <a:pt x="28283" y="9028"/>
                  <a:pt x="28954" y="7536"/>
                </a:cubicBezTo>
                <a:cubicBezTo>
                  <a:pt x="29625" y="6046"/>
                  <a:pt x="30618" y="4718"/>
                  <a:pt x="31933" y="3553"/>
                </a:cubicBezTo>
                <a:cubicBezTo>
                  <a:pt x="33247" y="2388"/>
                  <a:pt x="35030" y="1480"/>
                  <a:pt x="37280" y="831"/>
                </a:cubicBezTo>
                <a:cubicBezTo>
                  <a:pt x="39893" y="77"/>
                  <a:pt x="42268" y="0"/>
                  <a:pt x="44407" y="601"/>
                </a:cubicBezTo>
                <a:cubicBezTo>
                  <a:pt x="46546" y="1202"/>
                  <a:pt x="48435" y="2229"/>
                  <a:pt x="50072" y="3682"/>
                </a:cubicBezTo>
                <a:cubicBezTo>
                  <a:pt x="51711" y="5136"/>
                  <a:pt x="53098" y="6878"/>
                  <a:pt x="54235" y="8909"/>
                </a:cubicBezTo>
                <a:cubicBezTo>
                  <a:pt x="55372" y="10941"/>
                  <a:pt x="56244" y="13009"/>
                  <a:pt x="56851" y="15113"/>
                </a:cubicBezTo>
                <a:cubicBezTo>
                  <a:pt x="57438" y="17145"/>
                  <a:pt x="57720" y="19009"/>
                  <a:pt x="57699" y="20706"/>
                </a:cubicBezTo>
                <a:cubicBezTo>
                  <a:pt x="57678" y="22403"/>
                  <a:pt x="57322" y="24372"/>
                  <a:pt x="56633" y="26616"/>
                </a:cubicBezTo>
                <a:cubicBezTo>
                  <a:pt x="56572" y="26948"/>
                  <a:pt x="56700" y="27324"/>
                  <a:pt x="57016" y="27743"/>
                </a:cubicBezTo>
                <a:cubicBezTo>
                  <a:pt x="57334" y="28163"/>
                  <a:pt x="58043" y="28371"/>
                  <a:pt x="59144" y="28367"/>
                </a:cubicBezTo>
                <a:cubicBezTo>
                  <a:pt x="59455" y="28357"/>
                  <a:pt x="59699" y="28522"/>
                  <a:pt x="59875" y="28864"/>
                </a:cubicBezTo>
                <a:cubicBezTo>
                  <a:pt x="60053" y="29206"/>
                  <a:pt x="60176" y="29564"/>
                  <a:pt x="60245" y="29937"/>
                </a:cubicBezTo>
                <a:cubicBezTo>
                  <a:pt x="60314" y="30311"/>
                  <a:pt x="60317" y="30664"/>
                  <a:pt x="60255" y="30996"/>
                </a:cubicBezTo>
                <a:cubicBezTo>
                  <a:pt x="60194" y="31328"/>
                  <a:pt x="60044" y="31489"/>
                  <a:pt x="59806" y="314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t">
            <a:extLst xmlns:a="http://schemas.openxmlformats.org/drawingml/2006/main">
              <a:ext uri="{FF2B5EF4-FFF2-40B4-BE49-F238E27FC236}">
                <a16:creationId xmlns:a16="http://schemas.microsoft.com/office/drawing/2014/main" id="{4C1B44C1-3AE7-4347-9770-4C83626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007" y="3878886"/>
            <a:ext cx="62868" cy="45811"/>
          </a:xfrm>
          <a:custGeom xmlns:a="http://schemas.openxmlformats.org/drawingml/2006/main">
            <a:pathLst>
              <a:path w="62868" h="45811">
                <a:moveTo>
                  <a:pt x="18336" y="25927"/>
                </a:moveTo>
                <a:cubicBezTo>
                  <a:pt x="14272" y="27100"/>
                  <a:pt x="11391" y="28423"/>
                  <a:pt x="9692" y="29896"/>
                </a:cubicBezTo>
                <a:cubicBezTo>
                  <a:pt x="7995" y="31368"/>
                  <a:pt x="7492" y="33302"/>
                  <a:pt x="8183" y="35698"/>
                </a:cubicBezTo>
                <a:cubicBezTo>
                  <a:pt x="8665" y="37367"/>
                  <a:pt x="9374" y="38872"/>
                  <a:pt x="10310" y="40213"/>
                </a:cubicBezTo>
                <a:cubicBezTo>
                  <a:pt x="11248" y="41554"/>
                  <a:pt x="12123" y="42541"/>
                  <a:pt x="12933" y="43172"/>
                </a:cubicBezTo>
                <a:cubicBezTo>
                  <a:pt x="13141" y="43348"/>
                  <a:pt x="13233" y="43597"/>
                  <a:pt x="13208" y="43918"/>
                </a:cubicBezTo>
                <a:cubicBezTo>
                  <a:pt x="13183" y="44240"/>
                  <a:pt x="13075" y="44546"/>
                  <a:pt x="12883" y="44837"/>
                </a:cubicBezTo>
                <a:cubicBezTo>
                  <a:pt x="12692" y="45128"/>
                  <a:pt x="12468" y="45370"/>
                  <a:pt x="12209" y="45562"/>
                </a:cubicBezTo>
                <a:cubicBezTo>
                  <a:pt x="11950" y="45755"/>
                  <a:pt x="11691" y="45811"/>
                  <a:pt x="11431" y="45729"/>
                </a:cubicBezTo>
                <a:cubicBezTo>
                  <a:pt x="8784" y="44999"/>
                  <a:pt x="6669" y="43664"/>
                  <a:pt x="5086" y="41722"/>
                </a:cubicBezTo>
                <a:cubicBezTo>
                  <a:pt x="3504" y="39781"/>
                  <a:pt x="2283" y="37322"/>
                  <a:pt x="1424" y="34346"/>
                </a:cubicBezTo>
                <a:cubicBezTo>
                  <a:pt x="0" y="29411"/>
                  <a:pt x="101" y="25608"/>
                  <a:pt x="1727" y="22937"/>
                </a:cubicBezTo>
                <a:cubicBezTo>
                  <a:pt x="3355" y="20266"/>
                  <a:pt x="6527" y="18250"/>
                  <a:pt x="11245" y="16888"/>
                </a:cubicBezTo>
                <a:lnTo>
                  <a:pt x="39225" y="8813"/>
                </a:lnTo>
                <a:cubicBezTo>
                  <a:pt x="40095" y="8562"/>
                  <a:pt x="40774" y="8326"/>
                  <a:pt x="41262" y="8107"/>
                </a:cubicBezTo>
                <a:cubicBezTo>
                  <a:pt x="41749" y="7888"/>
                  <a:pt x="42049" y="7566"/>
                  <a:pt x="42161" y="7140"/>
                </a:cubicBezTo>
                <a:cubicBezTo>
                  <a:pt x="42275" y="6713"/>
                  <a:pt x="42229" y="6078"/>
                  <a:pt x="42025" y="5232"/>
                </a:cubicBezTo>
                <a:cubicBezTo>
                  <a:pt x="41820" y="4387"/>
                  <a:pt x="41498" y="3203"/>
                  <a:pt x="41059" y="1679"/>
                </a:cubicBezTo>
                <a:cubicBezTo>
                  <a:pt x="40996" y="1461"/>
                  <a:pt x="41161" y="1217"/>
                  <a:pt x="41554" y="946"/>
                </a:cubicBezTo>
                <a:cubicBezTo>
                  <a:pt x="41948" y="675"/>
                  <a:pt x="42393" y="448"/>
                  <a:pt x="42891" y="265"/>
                </a:cubicBezTo>
                <a:cubicBezTo>
                  <a:pt x="43389" y="82"/>
                  <a:pt x="43876" y="0"/>
                  <a:pt x="44353" y="19"/>
                </a:cubicBezTo>
                <a:cubicBezTo>
                  <a:pt x="44831" y="40"/>
                  <a:pt x="45111" y="195"/>
                  <a:pt x="45195" y="486"/>
                </a:cubicBezTo>
                <a:cubicBezTo>
                  <a:pt x="45864" y="2258"/>
                  <a:pt x="46586" y="3739"/>
                  <a:pt x="47361" y="4930"/>
                </a:cubicBezTo>
                <a:cubicBezTo>
                  <a:pt x="48138" y="6121"/>
                  <a:pt x="49093" y="7045"/>
                  <a:pt x="50225" y="7701"/>
                </a:cubicBezTo>
                <a:cubicBezTo>
                  <a:pt x="51359" y="8357"/>
                  <a:pt x="52748" y="8743"/>
                  <a:pt x="54392" y="8857"/>
                </a:cubicBezTo>
                <a:cubicBezTo>
                  <a:pt x="56038" y="8973"/>
                  <a:pt x="58110" y="8866"/>
                  <a:pt x="60609" y="8537"/>
                </a:cubicBezTo>
                <a:cubicBezTo>
                  <a:pt x="61066" y="8484"/>
                  <a:pt x="61477" y="8681"/>
                  <a:pt x="61841" y="9126"/>
                </a:cubicBezTo>
                <a:cubicBezTo>
                  <a:pt x="62206" y="9572"/>
                  <a:pt x="62472" y="10084"/>
                  <a:pt x="62639" y="10665"/>
                </a:cubicBezTo>
                <a:cubicBezTo>
                  <a:pt x="62807" y="11245"/>
                  <a:pt x="62868" y="11797"/>
                  <a:pt x="62822" y="12322"/>
                </a:cubicBezTo>
                <a:cubicBezTo>
                  <a:pt x="62777" y="12846"/>
                  <a:pt x="62609" y="13150"/>
                  <a:pt x="62319" y="13233"/>
                </a:cubicBezTo>
                <a:lnTo>
                  <a:pt x="52956" y="15936"/>
                </a:lnTo>
                <a:cubicBezTo>
                  <a:pt x="51795" y="16271"/>
                  <a:pt x="51139" y="16519"/>
                  <a:pt x="50988" y="16680"/>
                </a:cubicBezTo>
                <a:cubicBezTo>
                  <a:pt x="50839" y="16842"/>
                  <a:pt x="50880" y="17322"/>
                  <a:pt x="51111" y="18120"/>
                </a:cubicBezTo>
                <a:lnTo>
                  <a:pt x="54378" y="29441"/>
                </a:lnTo>
                <a:cubicBezTo>
                  <a:pt x="54525" y="29950"/>
                  <a:pt x="54328" y="30360"/>
                  <a:pt x="53789" y="30673"/>
                </a:cubicBezTo>
                <a:cubicBezTo>
                  <a:pt x="53250" y="30986"/>
                  <a:pt x="52763" y="31205"/>
                  <a:pt x="52328" y="31331"/>
                </a:cubicBezTo>
                <a:cubicBezTo>
                  <a:pt x="51893" y="31456"/>
                  <a:pt x="51341" y="31517"/>
                  <a:pt x="50671" y="31514"/>
                </a:cubicBezTo>
                <a:cubicBezTo>
                  <a:pt x="50002" y="31511"/>
                  <a:pt x="49584" y="31219"/>
                  <a:pt x="49416" y="30638"/>
                </a:cubicBezTo>
                <a:lnTo>
                  <a:pt x="46054" y="18989"/>
                </a:lnTo>
                <a:cubicBezTo>
                  <a:pt x="45908" y="18481"/>
                  <a:pt x="45696" y="18227"/>
                  <a:pt x="45421" y="18227"/>
                </a:cubicBezTo>
                <a:cubicBezTo>
                  <a:pt x="45146" y="18229"/>
                  <a:pt x="44211" y="18460"/>
                  <a:pt x="42614" y="18921"/>
                </a:cubicBezTo>
                <a:lnTo>
                  <a:pt x="18336" y="259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A3F3A-6F9E-4A58-A86B-7276A763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625" y="3774038"/>
            <a:ext cx="432126" cy="376306"/>
          </a:xfrm>
          <a:custGeom xmlns:a="http://schemas.openxmlformats.org/drawingml/2006/main">
            <a:pathLst>
              <a:path w="432126" h="376306">
                <a:moveTo>
                  <a:pt x="0" y="267791"/>
                </a:moveTo>
                <a:lnTo>
                  <a:pt x="348817" y="0"/>
                </a:lnTo>
                <a:lnTo>
                  <a:pt x="432126" y="108515"/>
                </a:lnTo>
                <a:lnTo>
                  <a:pt x="83309" y="376306"/>
                </a:lnTo>
                <a:lnTo>
                  <a:pt x="0" y="2677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C">
            <a:extLst xmlns:a="http://schemas.openxmlformats.org/drawingml/2006/main">
              <a:ext uri="{FF2B5EF4-FFF2-40B4-BE49-F238E27FC236}">
                <a16:creationId xmlns:a16="http://schemas.microsoft.com/office/drawing/2014/main" id="{0C9EBC98-4052-485B-B2C7-566D29F3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302" y="4014447"/>
            <a:ext cx="88573" cy="89561"/>
          </a:xfrm>
          <a:custGeom xmlns:a="http://schemas.openxmlformats.org/drawingml/2006/main">
            <a:pathLst>
              <a:path w="88573" h="89561">
                <a:moveTo>
                  <a:pt x="17278" y="14135"/>
                </a:moveTo>
                <a:cubicBezTo>
                  <a:pt x="19974" y="12065"/>
                  <a:pt x="22714" y="10486"/>
                  <a:pt x="25496" y="9397"/>
                </a:cubicBezTo>
                <a:cubicBezTo>
                  <a:pt x="28280" y="8308"/>
                  <a:pt x="31194" y="7452"/>
                  <a:pt x="34239" y="6829"/>
                </a:cubicBezTo>
                <a:cubicBezTo>
                  <a:pt x="35127" y="6622"/>
                  <a:pt x="35960" y="6435"/>
                  <a:pt x="36737" y="6267"/>
                </a:cubicBezTo>
                <a:cubicBezTo>
                  <a:pt x="37514" y="6100"/>
                  <a:pt x="38111" y="5855"/>
                  <a:pt x="38530" y="5534"/>
                </a:cubicBezTo>
                <a:cubicBezTo>
                  <a:pt x="39489" y="4798"/>
                  <a:pt x="39682" y="3745"/>
                  <a:pt x="39108" y="2377"/>
                </a:cubicBezTo>
                <a:cubicBezTo>
                  <a:pt x="38983" y="2091"/>
                  <a:pt x="39040" y="1763"/>
                  <a:pt x="39277" y="1390"/>
                </a:cubicBezTo>
                <a:cubicBezTo>
                  <a:pt x="39515" y="1017"/>
                  <a:pt x="39810" y="719"/>
                  <a:pt x="40162" y="497"/>
                </a:cubicBezTo>
                <a:cubicBezTo>
                  <a:pt x="40515" y="272"/>
                  <a:pt x="40857" y="128"/>
                  <a:pt x="41188" y="64"/>
                </a:cubicBezTo>
                <a:cubicBezTo>
                  <a:pt x="41520" y="0"/>
                  <a:pt x="41748" y="111"/>
                  <a:pt x="41872" y="396"/>
                </a:cubicBezTo>
                <a:cubicBezTo>
                  <a:pt x="42369" y="1539"/>
                  <a:pt x="42963" y="2654"/>
                  <a:pt x="43655" y="3742"/>
                </a:cubicBezTo>
                <a:cubicBezTo>
                  <a:pt x="44347" y="4830"/>
                  <a:pt x="45107" y="5913"/>
                  <a:pt x="45936" y="6992"/>
                </a:cubicBezTo>
                <a:cubicBezTo>
                  <a:pt x="47224" y="8669"/>
                  <a:pt x="48631" y="10255"/>
                  <a:pt x="50159" y="11749"/>
                </a:cubicBezTo>
                <a:cubicBezTo>
                  <a:pt x="51687" y="13243"/>
                  <a:pt x="53260" y="14797"/>
                  <a:pt x="54880" y="16410"/>
                </a:cubicBezTo>
                <a:cubicBezTo>
                  <a:pt x="55064" y="16650"/>
                  <a:pt x="55078" y="16948"/>
                  <a:pt x="54924" y="17305"/>
                </a:cubicBezTo>
                <a:cubicBezTo>
                  <a:pt x="54770" y="17661"/>
                  <a:pt x="54510" y="18004"/>
                  <a:pt x="54144" y="18333"/>
                </a:cubicBezTo>
                <a:cubicBezTo>
                  <a:pt x="53777" y="18662"/>
                  <a:pt x="53367" y="18904"/>
                  <a:pt x="52915" y="19061"/>
                </a:cubicBezTo>
                <a:cubicBezTo>
                  <a:pt x="52464" y="19217"/>
                  <a:pt x="52093" y="19168"/>
                  <a:pt x="51803" y="18914"/>
                </a:cubicBezTo>
                <a:cubicBezTo>
                  <a:pt x="46165" y="14672"/>
                  <a:pt x="40690" y="12565"/>
                  <a:pt x="35380" y="12595"/>
                </a:cubicBezTo>
                <a:cubicBezTo>
                  <a:pt x="30070" y="12625"/>
                  <a:pt x="24868" y="14595"/>
                  <a:pt x="19775" y="18504"/>
                </a:cubicBezTo>
                <a:cubicBezTo>
                  <a:pt x="15820" y="21541"/>
                  <a:pt x="13198" y="24887"/>
                  <a:pt x="11910" y="28543"/>
                </a:cubicBezTo>
                <a:cubicBezTo>
                  <a:pt x="10621" y="32199"/>
                  <a:pt x="10236" y="35946"/>
                  <a:pt x="10755" y="39785"/>
                </a:cubicBezTo>
                <a:cubicBezTo>
                  <a:pt x="11274" y="43624"/>
                  <a:pt x="12465" y="47377"/>
                  <a:pt x="14327" y="51044"/>
                </a:cubicBezTo>
                <a:cubicBezTo>
                  <a:pt x="16189" y="54709"/>
                  <a:pt x="18293" y="58070"/>
                  <a:pt x="20639" y="61126"/>
                </a:cubicBezTo>
                <a:cubicBezTo>
                  <a:pt x="23215" y="64481"/>
                  <a:pt x="26150" y="67561"/>
                  <a:pt x="29445" y="70365"/>
                </a:cubicBezTo>
                <a:cubicBezTo>
                  <a:pt x="32741" y="73168"/>
                  <a:pt x="36232" y="75297"/>
                  <a:pt x="39919" y="76751"/>
                </a:cubicBezTo>
                <a:cubicBezTo>
                  <a:pt x="43608" y="78205"/>
                  <a:pt x="47410" y="78786"/>
                  <a:pt x="51327" y="78493"/>
                </a:cubicBezTo>
                <a:cubicBezTo>
                  <a:pt x="55245" y="78200"/>
                  <a:pt x="59062" y="76627"/>
                  <a:pt x="62778" y="73774"/>
                </a:cubicBezTo>
                <a:cubicBezTo>
                  <a:pt x="65654" y="71567"/>
                  <a:pt x="68034" y="69334"/>
                  <a:pt x="69920" y="67077"/>
                </a:cubicBezTo>
                <a:cubicBezTo>
                  <a:pt x="71806" y="64820"/>
                  <a:pt x="72999" y="62403"/>
                  <a:pt x="73499" y="59828"/>
                </a:cubicBezTo>
                <a:cubicBezTo>
                  <a:pt x="74082" y="56619"/>
                  <a:pt x="74012" y="53364"/>
                  <a:pt x="73287" y="50064"/>
                </a:cubicBezTo>
                <a:cubicBezTo>
                  <a:pt x="72564" y="46763"/>
                  <a:pt x="71268" y="43400"/>
                  <a:pt x="69401" y="39976"/>
                </a:cubicBezTo>
                <a:cubicBezTo>
                  <a:pt x="69138" y="39510"/>
                  <a:pt x="69125" y="39091"/>
                  <a:pt x="69362" y="38719"/>
                </a:cubicBezTo>
                <a:cubicBezTo>
                  <a:pt x="69600" y="38346"/>
                  <a:pt x="69934" y="38066"/>
                  <a:pt x="70363" y="37881"/>
                </a:cubicBezTo>
                <a:cubicBezTo>
                  <a:pt x="70792" y="37694"/>
                  <a:pt x="71248" y="37606"/>
                  <a:pt x="71731" y="37616"/>
                </a:cubicBezTo>
                <a:cubicBezTo>
                  <a:pt x="72214" y="37625"/>
                  <a:pt x="72519" y="37772"/>
                  <a:pt x="72643" y="38057"/>
                </a:cubicBezTo>
                <a:cubicBezTo>
                  <a:pt x="73383" y="39394"/>
                  <a:pt x="74172" y="40670"/>
                  <a:pt x="75008" y="41885"/>
                </a:cubicBezTo>
                <a:cubicBezTo>
                  <a:pt x="75846" y="43099"/>
                  <a:pt x="76725" y="44306"/>
                  <a:pt x="77645" y="45504"/>
                </a:cubicBezTo>
                <a:cubicBezTo>
                  <a:pt x="79209" y="47541"/>
                  <a:pt x="80883" y="49566"/>
                  <a:pt x="82666" y="51579"/>
                </a:cubicBezTo>
                <a:cubicBezTo>
                  <a:pt x="84449" y="53590"/>
                  <a:pt x="86297" y="55719"/>
                  <a:pt x="88211" y="57964"/>
                </a:cubicBezTo>
                <a:cubicBezTo>
                  <a:pt x="88487" y="58323"/>
                  <a:pt x="88573" y="58684"/>
                  <a:pt x="88470" y="59048"/>
                </a:cubicBezTo>
                <a:cubicBezTo>
                  <a:pt x="88369" y="59412"/>
                  <a:pt x="88165" y="59736"/>
                  <a:pt x="87859" y="60019"/>
                </a:cubicBezTo>
                <a:cubicBezTo>
                  <a:pt x="87553" y="60301"/>
                  <a:pt x="87193" y="60483"/>
                  <a:pt x="86778" y="60563"/>
                </a:cubicBezTo>
                <a:cubicBezTo>
                  <a:pt x="86363" y="60644"/>
                  <a:pt x="86010" y="60557"/>
                  <a:pt x="85721" y="60302"/>
                </a:cubicBezTo>
                <a:cubicBezTo>
                  <a:pt x="85188" y="59856"/>
                  <a:pt x="84576" y="59493"/>
                  <a:pt x="83885" y="59214"/>
                </a:cubicBezTo>
                <a:cubicBezTo>
                  <a:pt x="83194" y="58935"/>
                  <a:pt x="82482" y="58815"/>
                  <a:pt x="81751" y="58853"/>
                </a:cubicBezTo>
                <a:cubicBezTo>
                  <a:pt x="81018" y="58891"/>
                  <a:pt x="80322" y="59163"/>
                  <a:pt x="79663" y="59669"/>
                </a:cubicBezTo>
                <a:cubicBezTo>
                  <a:pt x="79063" y="60130"/>
                  <a:pt x="78535" y="60868"/>
                  <a:pt x="78077" y="61885"/>
                </a:cubicBezTo>
                <a:cubicBezTo>
                  <a:pt x="77312" y="63616"/>
                  <a:pt x="76511" y="65208"/>
                  <a:pt x="75673" y="66661"/>
                </a:cubicBezTo>
                <a:cubicBezTo>
                  <a:pt x="74836" y="68113"/>
                  <a:pt x="73903" y="69471"/>
                  <a:pt x="72873" y="70737"/>
                </a:cubicBezTo>
                <a:cubicBezTo>
                  <a:pt x="71845" y="72003"/>
                  <a:pt x="70688" y="73225"/>
                  <a:pt x="69401" y="74403"/>
                </a:cubicBezTo>
                <a:cubicBezTo>
                  <a:pt x="68115" y="75580"/>
                  <a:pt x="66663" y="76790"/>
                  <a:pt x="65046" y="78032"/>
                </a:cubicBezTo>
                <a:cubicBezTo>
                  <a:pt x="54440" y="86174"/>
                  <a:pt x="44540" y="89561"/>
                  <a:pt x="35346" y="88193"/>
                </a:cubicBezTo>
                <a:cubicBezTo>
                  <a:pt x="26151" y="86823"/>
                  <a:pt x="17759" y="81194"/>
                  <a:pt x="10168" y="71307"/>
                </a:cubicBezTo>
                <a:cubicBezTo>
                  <a:pt x="6120" y="66034"/>
                  <a:pt x="3353" y="60754"/>
                  <a:pt x="1866" y="55469"/>
                </a:cubicBezTo>
                <a:cubicBezTo>
                  <a:pt x="379" y="50181"/>
                  <a:pt x="0" y="45067"/>
                  <a:pt x="730" y="40125"/>
                </a:cubicBezTo>
                <a:cubicBezTo>
                  <a:pt x="1460" y="35183"/>
                  <a:pt x="3247" y="30502"/>
                  <a:pt x="6091" y="26080"/>
                </a:cubicBezTo>
                <a:cubicBezTo>
                  <a:pt x="8935" y="21659"/>
                  <a:pt x="12664" y="17677"/>
                  <a:pt x="17278" y="14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o">
            <a:extLst xmlns:a="http://schemas.openxmlformats.org/drawingml/2006/main">
              <a:ext uri="{FF2B5EF4-FFF2-40B4-BE49-F238E27FC236}">
                <a16:creationId xmlns:a16="http://schemas.microsoft.com/office/drawing/2014/main" id="{0C632A6B-CEF6-4CCA-8CEE-AC47011F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228" y="4003103"/>
            <a:ext cx="54425" cy="55838"/>
          </a:xfrm>
          <a:custGeom xmlns:a="http://schemas.openxmlformats.org/drawingml/2006/main">
            <a:pathLst>
              <a:path w="54425" h="55838">
                <a:moveTo>
                  <a:pt x="46993" y="10966"/>
                </a:moveTo>
                <a:cubicBezTo>
                  <a:pt x="49799" y="14621"/>
                  <a:pt x="51774" y="18248"/>
                  <a:pt x="52918" y="21846"/>
                </a:cubicBezTo>
                <a:cubicBezTo>
                  <a:pt x="54061" y="25444"/>
                  <a:pt x="54425" y="28927"/>
                  <a:pt x="54010" y="32294"/>
                </a:cubicBezTo>
                <a:cubicBezTo>
                  <a:pt x="53595" y="35661"/>
                  <a:pt x="52448" y="38850"/>
                  <a:pt x="50570" y="41863"/>
                </a:cubicBezTo>
                <a:cubicBezTo>
                  <a:pt x="48693" y="44875"/>
                  <a:pt x="46136" y="47623"/>
                  <a:pt x="42900" y="50107"/>
                </a:cubicBezTo>
                <a:cubicBezTo>
                  <a:pt x="40084" y="52269"/>
                  <a:pt x="37121" y="53806"/>
                  <a:pt x="34012" y="54719"/>
                </a:cubicBezTo>
                <a:cubicBezTo>
                  <a:pt x="30902" y="55629"/>
                  <a:pt x="27777" y="55838"/>
                  <a:pt x="24635" y="55345"/>
                </a:cubicBezTo>
                <a:cubicBezTo>
                  <a:pt x="21495" y="54851"/>
                  <a:pt x="18346" y="53602"/>
                  <a:pt x="15187" y="51599"/>
                </a:cubicBezTo>
                <a:cubicBezTo>
                  <a:pt x="12029" y="49594"/>
                  <a:pt x="9001" y="46704"/>
                  <a:pt x="6103" y="42929"/>
                </a:cubicBezTo>
                <a:cubicBezTo>
                  <a:pt x="3757" y="39873"/>
                  <a:pt x="2116" y="36681"/>
                  <a:pt x="1180" y="33353"/>
                </a:cubicBezTo>
                <a:cubicBezTo>
                  <a:pt x="244" y="30024"/>
                  <a:pt x="0" y="26759"/>
                  <a:pt x="447" y="23559"/>
                </a:cubicBezTo>
                <a:cubicBezTo>
                  <a:pt x="894" y="20358"/>
                  <a:pt x="2015" y="17259"/>
                  <a:pt x="3809" y="14262"/>
                </a:cubicBezTo>
                <a:cubicBezTo>
                  <a:pt x="5604" y="11265"/>
                  <a:pt x="8029" y="8594"/>
                  <a:pt x="11086" y="6247"/>
                </a:cubicBezTo>
                <a:cubicBezTo>
                  <a:pt x="14022" y="3993"/>
                  <a:pt x="17078" y="2362"/>
                  <a:pt x="20254" y="1352"/>
                </a:cubicBezTo>
                <a:cubicBezTo>
                  <a:pt x="23431" y="341"/>
                  <a:pt x="26573" y="0"/>
                  <a:pt x="29682" y="328"/>
                </a:cubicBezTo>
                <a:cubicBezTo>
                  <a:pt x="32792" y="655"/>
                  <a:pt x="35822" y="1686"/>
                  <a:pt x="38773" y="3422"/>
                </a:cubicBezTo>
                <a:cubicBezTo>
                  <a:pt x="41723" y="5156"/>
                  <a:pt x="44463" y="7670"/>
                  <a:pt x="46993" y="10966"/>
                </a:cubicBezTo>
                <a:moveTo>
                  <a:pt x="38315" y="19199"/>
                </a:moveTo>
                <a:cubicBezTo>
                  <a:pt x="36567" y="16923"/>
                  <a:pt x="34716" y="14821"/>
                  <a:pt x="32760" y="12895"/>
                </a:cubicBezTo>
                <a:cubicBezTo>
                  <a:pt x="30803" y="10967"/>
                  <a:pt x="28792" y="9463"/>
                  <a:pt x="26725" y="8384"/>
                </a:cubicBezTo>
                <a:cubicBezTo>
                  <a:pt x="24658" y="7304"/>
                  <a:pt x="22544" y="6784"/>
                  <a:pt x="20384" y="6823"/>
                </a:cubicBezTo>
                <a:cubicBezTo>
                  <a:pt x="18225" y="6862"/>
                  <a:pt x="16066" y="7710"/>
                  <a:pt x="13908" y="9367"/>
                </a:cubicBezTo>
                <a:cubicBezTo>
                  <a:pt x="11512" y="11206"/>
                  <a:pt x="9955" y="13211"/>
                  <a:pt x="9238" y="15380"/>
                </a:cubicBezTo>
                <a:cubicBezTo>
                  <a:pt x="8523" y="17548"/>
                  <a:pt x="8386" y="19820"/>
                  <a:pt x="8829" y="22194"/>
                </a:cubicBezTo>
                <a:cubicBezTo>
                  <a:pt x="9271" y="24569"/>
                  <a:pt x="10156" y="26962"/>
                  <a:pt x="11481" y="29372"/>
                </a:cubicBezTo>
                <a:cubicBezTo>
                  <a:pt x="12808" y="31782"/>
                  <a:pt x="14369" y="34155"/>
                  <a:pt x="16163" y="36492"/>
                </a:cubicBezTo>
                <a:cubicBezTo>
                  <a:pt x="17727" y="38529"/>
                  <a:pt x="19486" y="40512"/>
                  <a:pt x="21442" y="42440"/>
                </a:cubicBezTo>
                <a:cubicBezTo>
                  <a:pt x="23398" y="44366"/>
                  <a:pt x="25462" y="45877"/>
                  <a:pt x="27635" y="46971"/>
                </a:cubicBezTo>
                <a:cubicBezTo>
                  <a:pt x="29808" y="48064"/>
                  <a:pt x="32065" y="48617"/>
                  <a:pt x="34407" y="48630"/>
                </a:cubicBezTo>
                <a:cubicBezTo>
                  <a:pt x="36750" y="48641"/>
                  <a:pt x="39059" y="47772"/>
                  <a:pt x="41337" y="46023"/>
                </a:cubicBezTo>
                <a:cubicBezTo>
                  <a:pt x="43674" y="44229"/>
                  <a:pt x="45147" y="42241"/>
                  <a:pt x="45756" y="40059"/>
                </a:cubicBezTo>
                <a:cubicBezTo>
                  <a:pt x="46366" y="37876"/>
                  <a:pt x="46409" y="35605"/>
                  <a:pt x="45884" y="33247"/>
                </a:cubicBezTo>
                <a:cubicBezTo>
                  <a:pt x="45359" y="30887"/>
                  <a:pt x="44392" y="28511"/>
                  <a:pt x="42982" y="26116"/>
                </a:cubicBezTo>
                <a:cubicBezTo>
                  <a:pt x="41573" y="23722"/>
                  <a:pt x="40017" y="21417"/>
                  <a:pt x="38315" y="191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n">
            <a:extLst xmlns:a="http://schemas.openxmlformats.org/drawingml/2006/main">
              <a:ext uri="{FF2B5EF4-FFF2-40B4-BE49-F238E27FC236}">
                <a16:creationId xmlns:a16="http://schemas.microsoft.com/office/drawing/2014/main" id="{79E56724-7860-4214-BCF5-37AA3B6E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647" y="3964040"/>
            <a:ext cx="78049" cy="68680"/>
          </a:xfrm>
          <a:custGeom xmlns:a="http://schemas.openxmlformats.org/drawingml/2006/main">
            <a:pathLst>
              <a:path w="78049" h="68680">
                <a:moveTo>
                  <a:pt x="36472" y="45896"/>
                </a:moveTo>
                <a:cubicBezTo>
                  <a:pt x="37623" y="47394"/>
                  <a:pt x="38618" y="48630"/>
                  <a:pt x="39460" y="49603"/>
                </a:cubicBezTo>
                <a:cubicBezTo>
                  <a:pt x="40302" y="50575"/>
                  <a:pt x="41111" y="51287"/>
                  <a:pt x="41887" y="51740"/>
                </a:cubicBezTo>
                <a:cubicBezTo>
                  <a:pt x="42663" y="52192"/>
                  <a:pt x="43503" y="52356"/>
                  <a:pt x="44408" y="52232"/>
                </a:cubicBezTo>
                <a:cubicBezTo>
                  <a:pt x="45313" y="52109"/>
                  <a:pt x="46404" y="51700"/>
                  <a:pt x="47680" y="51006"/>
                </a:cubicBezTo>
                <a:cubicBezTo>
                  <a:pt x="48085" y="50790"/>
                  <a:pt x="48481" y="50747"/>
                  <a:pt x="48869" y="50879"/>
                </a:cubicBezTo>
                <a:cubicBezTo>
                  <a:pt x="49256" y="51010"/>
                  <a:pt x="49587" y="51256"/>
                  <a:pt x="49863" y="51615"/>
                </a:cubicBezTo>
                <a:cubicBezTo>
                  <a:pt x="50093" y="51915"/>
                  <a:pt x="50222" y="52269"/>
                  <a:pt x="50249" y="52677"/>
                </a:cubicBezTo>
                <a:cubicBezTo>
                  <a:pt x="50276" y="53085"/>
                  <a:pt x="50110" y="53427"/>
                  <a:pt x="49750" y="53703"/>
                </a:cubicBezTo>
                <a:cubicBezTo>
                  <a:pt x="49151" y="54162"/>
                  <a:pt x="47947" y="54920"/>
                  <a:pt x="46137" y="55975"/>
                </a:cubicBezTo>
                <a:cubicBezTo>
                  <a:pt x="44329" y="57031"/>
                  <a:pt x="42526" y="58248"/>
                  <a:pt x="40728" y="59628"/>
                </a:cubicBezTo>
                <a:cubicBezTo>
                  <a:pt x="38811" y="61100"/>
                  <a:pt x="37034" y="62631"/>
                  <a:pt x="35397" y="64220"/>
                </a:cubicBezTo>
                <a:cubicBezTo>
                  <a:pt x="33761" y="65811"/>
                  <a:pt x="32164" y="67204"/>
                  <a:pt x="30606" y="68400"/>
                </a:cubicBezTo>
                <a:cubicBezTo>
                  <a:pt x="30306" y="68630"/>
                  <a:pt x="29963" y="68680"/>
                  <a:pt x="29575" y="68548"/>
                </a:cubicBezTo>
                <a:cubicBezTo>
                  <a:pt x="29189" y="68416"/>
                  <a:pt x="28881" y="68200"/>
                  <a:pt x="28651" y="67900"/>
                </a:cubicBezTo>
                <a:cubicBezTo>
                  <a:pt x="28375" y="67541"/>
                  <a:pt x="28223" y="67157"/>
                  <a:pt x="28195" y="66750"/>
                </a:cubicBezTo>
                <a:cubicBezTo>
                  <a:pt x="28168" y="66342"/>
                  <a:pt x="28312" y="65970"/>
                  <a:pt x="28627" y="65634"/>
                </a:cubicBezTo>
                <a:cubicBezTo>
                  <a:pt x="29986" y="64304"/>
                  <a:pt x="30955" y="63180"/>
                  <a:pt x="31534" y="62260"/>
                </a:cubicBezTo>
                <a:cubicBezTo>
                  <a:pt x="32113" y="61339"/>
                  <a:pt x="32367" y="60430"/>
                  <a:pt x="32297" y="59532"/>
                </a:cubicBezTo>
                <a:cubicBezTo>
                  <a:pt x="32226" y="58633"/>
                  <a:pt x="31852" y="57681"/>
                  <a:pt x="31176" y="56678"/>
                </a:cubicBezTo>
                <a:cubicBezTo>
                  <a:pt x="30500" y="55672"/>
                  <a:pt x="29587" y="54420"/>
                  <a:pt x="28436" y="52922"/>
                </a:cubicBezTo>
                <a:lnTo>
                  <a:pt x="19742" y="41597"/>
                </a:lnTo>
                <a:cubicBezTo>
                  <a:pt x="17489" y="38662"/>
                  <a:pt x="15584" y="36243"/>
                  <a:pt x="14028" y="34342"/>
                </a:cubicBezTo>
                <a:cubicBezTo>
                  <a:pt x="12474" y="32440"/>
                  <a:pt x="11080" y="31058"/>
                  <a:pt x="9847" y="30195"/>
                </a:cubicBezTo>
                <a:cubicBezTo>
                  <a:pt x="8613" y="29332"/>
                  <a:pt x="7434" y="28975"/>
                  <a:pt x="6310" y="29124"/>
                </a:cubicBezTo>
                <a:cubicBezTo>
                  <a:pt x="5186" y="29272"/>
                  <a:pt x="3905" y="29898"/>
                  <a:pt x="2467" y="31003"/>
                </a:cubicBezTo>
                <a:cubicBezTo>
                  <a:pt x="2107" y="31278"/>
                  <a:pt x="1731" y="31377"/>
                  <a:pt x="1336" y="31299"/>
                </a:cubicBezTo>
                <a:cubicBezTo>
                  <a:pt x="943" y="31220"/>
                  <a:pt x="631" y="31031"/>
                  <a:pt x="401" y="30731"/>
                </a:cubicBezTo>
                <a:cubicBezTo>
                  <a:pt x="125" y="30372"/>
                  <a:pt x="0" y="29992"/>
                  <a:pt x="25" y="29592"/>
                </a:cubicBezTo>
                <a:cubicBezTo>
                  <a:pt x="52" y="29191"/>
                  <a:pt x="245" y="28852"/>
                  <a:pt x="604" y="28576"/>
                </a:cubicBezTo>
                <a:cubicBezTo>
                  <a:pt x="1742" y="27703"/>
                  <a:pt x="3267" y="26246"/>
                  <a:pt x="5178" y="24208"/>
                </a:cubicBezTo>
                <a:cubicBezTo>
                  <a:pt x="7089" y="22169"/>
                  <a:pt x="8930" y="19946"/>
                  <a:pt x="10702" y="17539"/>
                </a:cubicBezTo>
                <a:cubicBezTo>
                  <a:pt x="11356" y="16655"/>
                  <a:pt x="12111" y="16336"/>
                  <a:pt x="12968" y="16584"/>
                </a:cubicBezTo>
                <a:cubicBezTo>
                  <a:pt x="13825" y="16831"/>
                  <a:pt x="14530" y="17314"/>
                  <a:pt x="15081" y="18033"/>
                </a:cubicBezTo>
                <a:lnTo>
                  <a:pt x="17841" y="21628"/>
                </a:lnTo>
                <a:cubicBezTo>
                  <a:pt x="17933" y="21747"/>
                  <a:pt x="18035" y="21788"/>
                  <a:pt x="18148" y="21749"/>
                </a:cubicBezTo>
                <a:cubicBezTo>
                  <a:pt x="18261" y="21711"/>
                  <a:pt x="18302" y="21608"/>
                  <a:pt x="18270" y="21442"/>
                </a:cubicBezTo>
                <a:cubicBezTo>
                  <a:pt x="18183" y="20461"/>
                  <a:pt x="18204" y="19279"/>
                  <a:pt x="18333" y="17895"/>
                </a:cubicBezTo>
                <a:cubicBezTo>
                  <a:pt x="18460" y="16511"/>
                  <a:pt x="18773" y="15058"/>
                  <a:pt x="19270" y="13534"/>
                </a:cubicBezTo>
                <a:cubicBezTo>
                  <a:pt x="19766" y="12009"/>
                  <a:pt x="20489" y="10501"/>
                  <a:pt x="21439" y="9011"/>
                </a:cubicBezTo>
                <a:cubicBezTo>
                  <a:pt x="22389" y="7519"/>
                  <a:pt x="23673" y="6151"/>
                  <a:pt x="25291" y="4909"/>
                </a:cubicBezTo>
                <a:cubicBezTo>
                  <a:pt x="29785" y="1459"/>
                  <a:pt x="34260" y="0"/>
                  <a:pt x="38715" y="532"/>
                </a:cubicBezTo>
                <a:cubicBezTo>
                  <a:pt x="43172" y="1063"/>
                  <a:pt x="47539" y="4115"/>
                  <a:pt x="51816" y="9687"/>
                </a:cubicBezTo>
                <a:lnTo>
                  <a:pt x="63616" y="25057"/>
                </a:lnTo>
                <a:cubicBezTo>
                  <a:pt x="64859" y="26675"/>
                  <a:pt x="65916" y="27959"/>
                  <a:pt x="66787" y="28909"/>
                </a:cubicBezTo>
                <a:cubicBezTo>
                  <a:pt x="67659" y="29859"/>
                  <a:pt x="68501" y="30522"/>
                  <a:pt x="69313" y="30898"/>
                </a:cubicBezTo>
                <a:cubicBezTo>
                  <a:pt x="70126" y="31274"/>
                  <a:pt x="71003" y="31362"/>
                  <a:pt x="71946" y="31163"/>
                </a:cubicBezTo>
                <a:cubicBezTo>
                  <a:pt x="72888" y="30963"/>
                  <a:pt x="74058" y="30470"/>
                  <a:pt x="75454" y="29684"/>
                </a:cubicBezTo>
                <a:cubicBezTo>
                  <a:pt x="75859" y="29468"/>
                  <a:pt x="76255" y="29426"/>
                  <a:pt x="76641" y="29558"/>
                </a:cubicBezTo>
                <a:cubicBezTo>
                  <a:pt x="77028" y="29689"/>
                  <a:pt x="77360" y="29934"/>
                  <a:pt x="77635" y="30294"/>
                </a:cubicBezTo>
                <a:cubicBezTo>
                  <a:pt x="77866" y="30594"/>
                  <a:pt x="77994" y="30948"/>
                  <a:pt x="78021" y="31356"/>
                </a:cubicBezTo>
                <a:cubicBezTo>
                  <a:pt x="78049" y="31763"/>
                  <a:pt x="77883" y="32105"/>
                  <a:pt x="77524" y="32380"/>
                </a:cubicBezTo>
                <a:cubicBezTo>
                  <a:pt x="76745" y="32978"/>
                  <a:pt x="75391" y="33851"/>
                  <a:pt x="73461" y="34998"/>
                </a:cubicBezTo>
                <a:cubicBezTo>
                  <a:pt x="71533" y="36146"/>
                  <a:pt x="69670" y="37410"/>
                  <a:pt x="67872" y="38789"/>
                </a:cubicBezTo>
                <a:cubicBezTo>
                  <a:pt x="65955" y="40261"/>
                  <a:pt x="64208" y="41769"/>
                  <a:pt x="62630" y="43313"/>
                </a:cubicBezTo>
                <a:cubicBezTo>
                  <a:pt x="61055" y="44857"/>
                  <a:pt x="59698" y="46066"/>
                  <a:pt x="58559" y="46940"/>
                </a:cubicBezTo>
                <a:cubicBezTo>
                  <a:pt x="58259" y="47170"/>
                  <a:pt x="57916" y="47219"/>
                  <a:pt x="57529" y="47088"/>
                </a:cubicBezTo>
                <a:cubicBezTo>
                  <a:pt x="57142" y="46956"/>
                  <a:pt x="56834" y="46740"/>
                  <a:pt x="56604" y="46440"/>
                </a:cubicBezTo>
                <a:cubicBezTo>
                  <a:pt x="56328" y="46081"/>
                  <a:pt x="56176" y="45697"/>
                  <a:pt x="56148" y="45290"/>
                </a:cubicBezTo>
                <a:cubicBezTo>
                  <a:pt x="56121" y="44882"/>
                  <a:pt x="56265" y="44510"/>
                  <a:pt x="56578" y="44175"/>
                </a:cubicBezTo>
                <a:cubicBezTo>
                  <a:pt x="57759" y="42983"/>
                  <a:pt x="58555" y="41943"/>
                  <a:pt x="58968" y="41055"/>
                </a:cubicBezTo>
                <a:cubicBezTo>
                  <a:pt x="59381" y="40166"/>
                  <a:pt x="59511" y="39281"/>
                  <a:pt x="59357" y="38399"/>
                </a:cubicBezTo>
                <a:cubicBezTo>
                  <a:pt x="59204" y="37516"/>
                  <a:pt x="58800" y="36587"/>
                  <a:pt x="58147" y="35614"/>
                </a:cubicBezTo>
                <a:cubicBezTo>
                  <a:pt x="57495" y="34639"/>
                  <a:pt x="56639" y="33462"/>
                  <a:pt x="55580" y="32083"/>
                </a:cubicBezTo>
                <a:lnTo>
                  <a:pt x="45092" y="18422"/>
                </a:lnTo>
                <a:cubicBezTo>
                  <a:pt x="43942" y="16923"/>
                  <a:pt x="42732" y="15471"/>
                  <a:pt x="41462" y="14065"/>
                </a:cubicBezTo>
                <a:cubicBezTo>
                  <a:pt x="40193" y="12659"/>
                  <a:pt x="38828" y="11564"/>
                  <a:pt x="37369" y="10780"/>
                </a:cubicBezTo>
                <a:cubicBezTo>
                  <a:pt x="35910" y="9995"/>
                  <a:pt x="34372" y="9604"/>
                  <a:pt x="32754" y="9607"/>
                </a:cubicBezTo>
                <a:cubicBezTo>
                  <a:pt x="31138" y="9610"/>
                  <a:pt x="29431" y="10302"/>
                  <a:pt x="27633" y="11682"/>
                </a:cubicBezTo>
                <a:cubicBezTo>
                  <a:pt x="25836" y="13062"/>
                  <a:pt x="24481" y="14554"/>
                  <a:pt x="23570" y="16159"/>
                </a:cubicBezTo>
                <a:cubicBezTo>
                  <a:pt x="22659" y="17763"/>
                  <a:pt x="22107" y="19401"/>
                  <a:pt x="21914" y="21073"/>
                </a:cubicBezTo>
                <a:cubicBezTo>
                  <a:pt x="21722" y="22745"/>
                  <a:pt x="21880" y="24409"/>
                  <a:pt x="22390" y="26065"/>
                </a:cubicBezTo>
                <a:cubicBezTo>
                  <a:pt x="22900" y="27721"/>
                  <a:pt x="23707" y="29269"/>
                  <a:pt x="24811" y="30707"/>
                </a:cubicBezTo>
                <a:lnTo>
                  <a:pt x="36472" y="458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Text t">
            <a:extLst xmlns:a="http://schemas.openxmlformats.org/drawingml/2006/main">
              <a:ext uri="{FF2B5EF4-FFF2-40B4-BE49-F238E27FC236}">
                <a16:creationId xmlns:a16="http://schemas.microsoft.com/office/drawing/2014/main" id="{A205BCD6-A7D9-4888-833E-634675CC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794" y="3930663"/>
            <a:ext cx="55017" cy="53689"/>
          </a:xfrm>
          <a:custGeom xmlns:a="http://schemas.openxmlformats.org/drawingml/2006/main">
            <a:pathLst>
              <a:path w="55017" h="53689">
                <a:moveTo>
                  <a:pt x="33774" y="36596"/>
                </a:moveTo>
                <a:cubicBezTo>
                  <a:pt x="36350" y="39951"/>
                  <a:pt x="38633" y="42151"/>
                  <a:pt x="40625" y="43194"/>
                </a:cubicBezTo>
                <a:cubicBezTo>
                  <a:pt x="42615" y="44237"/>
                  <a:pt x="44599" y="43999"/>
                  <a:pt x="46577" y="42481"/>
                </a:cubicBezTo>
                <a:cubicBezTo>
                  <a:pt x="47955" y="41423"/>
                  <a:pt x="49097" y="40213"/>
                  <a:pt x="50003" y="38852"/>
                </a:cubicBezTo>
                <a:cubicBezTo>
                  <a:pt x="50910" y="37489"/>
                  <a:pt x="51509" y="36315"/>
                  <a:pt x="51800" y="35329"/>
                </a:cubicBezTo>
                <a:cubicBezTo>
                  <a:pt x="51889" y="35071"/>
                  <a:pt x="52087" y="34895"/>
                  <a:pt x="52395" y="34801"/>
                </a:cubicBezTo>
                <a:cubicBezTo>
                  <a:pt x="52703" y="34707"/>
                  <a:pt x="53028" y="34696"/>
                  <a:pt x="53369" y="34768"/>
                </a:cubicBezTo>
                <a:cubicBezTo>
                  <a:pt x="53709" y="34840"/>
                  <a:pt x="54017" y="34960"/>
                  <a:pt x="54290" y="35131"/>
                </a:cubicBezTo>
                <a:cubicBezTo>
                  <a:pt x="54565" y="35301"/>
                  <a:pt x="54711" y="35522"/>
                  <a:pt x="54730" y="35794"/>
                </a:cubicBezTo>
                <a:cubicBezTo>
                  <a:pt x="55017" y="38525"/>
                  <a:pt x="54546" y="40982"/>
                  <a:pt x="53316" y="43164"/>
                </a:cubicBezTo>
                <a:cubicBezTo>
                  <a:pt x="52086" y="45346"/>
                  <a:pt x="50243" y="47380"/>
                  <a:pt x="47786" y="49266"/>
                </a:cubicBezTo>
                <a:cubicBezTo>
                  <a:pt x="43712" y="52394"/>
                  <a:pt x="40135" y="53689"/>
                  <a:pt x="37055" y="53150"/>
                </a:cubicBezTo>
                <a:cubicBezTo>
                  <a:pt x="33974" y="52610"/>
                  <a:pt x="30938" y="50393"/>
                  <a:pt x="27948" y="46498"/>
                </a:cubicBezTo>
                <a:lnTo>
                  <a:pt x="10214" y="23398"/>
                </a:lnTo>
                <a:cubicBezTo>
                  <a:pt x="9662" y="22680"/>
                  <a:pt x="9195" y="22134"/>
                  <a:pt x="8813" y="21760"/>
                </a:cubicBezTo>
                <a:cubicBezTo>
                  <a:pt x="8431" y="21386"/>
                  <a:pt x="8022" y="21225"/>
                  <a:pt x="7584" y="21276"/>
                </a:cubicBezTo>
                <a:cubicBezTo>
                  <a:pt x="7146" y="21326"/>
                  <a:pt x="6571" y="21601"/>
                  <a:pt x="5858" y="22100"/>
                </a:cubicBezTo>
                <a:cubicBezTo>
                  <a:pt x="5146" y="22598"/>
                  <a:pt x="4162" y="23330"/>
                  <a:pt x="2903" y="24296"/>
                </a:cubicBezTo>
                <a:cubicBezTo>
                  <a:pt x="2723" y="24434"/>
                  <a:pt x="2435" y="24370"/>
                  <a:pt x="2040" y="24102"/>
                </a:cubicBezTo>
                <a:cubicBezTo>
                  <a:pt x="1644" y="23835"/>
                  <a:pt x="1270" y="23503"/>
                  <a:pt x="918" y="23106"/>
                </a:cubicBezTo>
                <a:cubicBezTo>
                  <a:pt x="565" y="22710"/>
                  <a:pt x="311" y="22286"/>
                  <a:pt x="155" y="21835"/>
                </a:cubicBezTo>
                <a:cubicBezTo>
                  <a:pt x="0" y="21383"/>
                  <a:pt x="42" y="21065"/>
                  <a:pt x="282" y="20881"/>
                </a:cubicBezTo>
                <a:cubicBezTo>
                  <a:pt x="1687" y="19611"/>
                  <a:pt x="2803" y="18398"/>
                  <a:pt x="3628" y="17242"/>
                </a:cubicBezTo>
                <a:cubicBezTo>
                  <a:pt x="4454" y="16083"/>
                  <a:pt x="4965" y="14857"/>
                  <a:pt x="5162" y="13564"/>
                </a:cubicBezTo>
                <a:cubicBezTo>
                  <a:pt x="5359" y="12269"/>
                  <a:pt x="5211" y="10835"/>
                  <a:pt x="4717" y="9262"/>
                </a:cubicBezTo>
                <a:cubicBezTo>
                  <a:pt x="4224" y="7688"/>
                  <a:pt x="3368" y="5798"/>
                  <a:pt x="2149" y="3592"/>
                </a:cubicBezTo>
                <a:cubicBezTo>
                  <a:pt x="1933" y="3185"/>
                  <a:pt x="1966" y="2731"/>
                  <a:pt x="2248" y="2230"/>
                </a:cubicBezTo>
                <a:cubicBezTo>
                  <a:pt x="2529" y="1727"/>
                  <a:pt x="2910" y="1292"/>
                  <a:pt x="3389" y="924"/>
                </a:cubicBezTo>
                <a:cubicBezTo>
                  <a:pt x="3868" y="557"/>
                  <a:pt x="4360" y="298"/>
                  <a:pt x="4864" y="149"/>
                </a:cubicBezTo>
                <a:cubicBezTo>
                  <a:pt x="5369" y="0"/>
                  <a:pt x="5713" y="45"/>
                  <a:pt x="5897" y="285"/>
                </a:cubicBezTo>
                <a:lnTo>
                  <a:pt x="11831" y="8014"/>
                </a:lnTo>
                <a:cubicBezTo>
                  <a:pt x="12568" y="8973"/>
                  <a:pt x="13038" y="9494"/>
                  <a:pt x="13243" y="9575"/>
                </a:cubicBezTo>
                <a:cubicBezTo>
                  <a:pt x="13448" y="9654"/>
                  <a:pt x="13880" y="9441"/>
                  <a:pt x="14539" y="8935"/>
                </a:cubicBezTo>
                <a:lnTo>
                  <a:pt x="23886" y="1759"/>
                </a:lnTo>
                <a:cubicBezTo>
                  <a:pt x="24305" y="1437"/>
                  <a:pt x="24759" y="1470"/>
                  <a:pt x="25248" y="1858"/>
                </a:cubicBezTo>
                <a:cubicBezTo>
                  <a:pt x="25735" y="2245"/>
                  <a:pt x="26117" y="2619"/>
                  <a:pt x="26393" y="2978"/>
                </a:cubicBezTo>
                <a:cubicBezTo>
                  <a:pt x="26669" y="3337"/>
                  <a:pt x="26927" y="3829"/>
                  <a:pt x="27168" y="4454"/>
                </a:cubicBezTo>
                <a:cubicBezTo>
                  <a:pt x="27410" y="5077"/>
                  <a:pt x="27291" y="5573"/>
                  <a:pt x="26811" y="5942"/>
                </a:cubicBezTo>
                <a:lnTo>
                  <a:pt x="17194" y="13325"/>
                </a:lnTo>
                <a:cubicBezTo>
                  <a:pt x="16774" y="13647"/>
                  <a:pt x="16615" y="13936"/>
                  <a:pt x="16716" y="14193"/>
                </a:cubicBezTo>
                <a:cubicBezTo>
                  <a:pt x="16818" y="14448"/>
                  <a:pt x="17374" y="15235"/>
                  <a:pt x="18387" y="16553"/>
                </a:cubicBezTo>
                <a:lnTo>
                  <a:pt x="33774" y="365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Text r">
            <a:extLst xmlns:a="http://schemas.openxmlformats.org/drawingml/2006/main">
              <a:ext uri="{FF2B5EF4-FFF2-40B4-BE49-F238E27FC236}">
                <a16:creationId xmlns:a16="http://schemas.microsoft.com/office/drawing/2014/main" id="{4B6D9180-3588-4546-B546-0B0C7140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289" y="3903788"/>
            <a:ext cx="55729" cy="65725"/>
          </a:xfrm>
          <a:custGeom xmlns:a="http://schemas.openxmlformats.org/drawingml/2006/main">
            <a:pathLst>
              <a:path w="55729" h="65725">
                <a:moveTo>
                  <a:pt x="37970" y="42321"/>
                </a:moveTo>
                <a:cubicBezTo>
                  <a:pt x="39120" y="43819"/>
                  <a:pt x="40131" y="45043"/>
                  <a:pt x="41003" y="45993"/>
                </a:cubicBezTo>
                <a:cubicBezTo>
                  <a:pt x="41875" y="46942"/>
                  <a:pt x="42834" y="47540"/>
                  <a:pt x="43879" y="47785"/>
                </a:cubicBezTo>
                <a:cubicBezTo>
                  <a:pt x="44924" y="48031"/>
                  <a:pt x="46154" y="47896"/>
                  <a:pt x="47568" y="47381"/>
                </a:cubicBezTo>
                <a:cubicBezTo>
                  <a:pt x="48983" y="46866"/>
                  <a:pt x="50838" y="45870"/>
                  <a:pt x="53133" y="44395"/>
                </a:cubicBezTo>
                <a:cubicBezTo>
                  <a:pt x="53538" y="44178"/>
                  <a:pt x="53934" y="44136"/>
                  <a:pt x="54320" y="44268"/>
                </a:cubicBezTo>
                <a:cubicBezTo>
                  <a:pt x="54707" y="44400"/>
                  <a:pt x="55039" y="44645"/>
                  <a:pt x="55315" y="45004"/>
                </a:cubicBezTo>
                <a:cubicBezTo>
                  <a:pt x="55545" y="45304"/>
                  <a:pt x="55674" y="45658"/>
                  <a:pt x="55701" y="46066"/>
                </a:cubicBezTo>
                <a:cubicBezTo>
                  <a:pt x="55729" y="46474"/>
                  <a:pt x="55563" y="46815"/>
                  <a:pt x="55203" y="47091"/>
                </a:cubicBezTo>
                <a:cubicBezTo>
                  <a:pt x="52627" y="49069"/>
                  <a:pt x="50269" y="50712"/>
                  <a:pt x="48130" y="52020"/>
                </a:cubicBezTo>
                <a:cubicBezTo>
                  <a:pt x="45992" y="53329"/>
                  <a:pt x="44024" y="54673"/>
                  <a:pt x="42226" y="56053"/>
                </a:cubicBezTo>
                <a:cubicBezTo>
                  <a:pt x="40309" y="57525"/>
                  <a:pt x="38486" y="59091"/>
                  <a:pt x="36759" y="60750"/>
                </a:cubicBezTo>
                <a:cubicBezTo>
                  <a:pt x="35033" y="62409"/>
                  <a:pt x="33212" y="63974"/>
                  <a:pt x="31295" y="65446"/>
                </a:cubicBezTo>
                <a:cubicBezTo>
                  <a:pt x="30996" y="65676"/>
                  <a:pt x="30653" y="65725"/>
                  <a:pt x="30265" y="65593"/>
                </a:cubicBezTo>
                <a:cubicBezTo>
                  <a:pt x="29878" y="65462"/>
                  <a:pt x="29569" y="65246"/>
                  <a:pt x="29339" y="64946"/>
                </a:cubicBezTo>
                <a:cubicBezTo>
                  <a:pt x="29063" y="64587"/>
                  <a:pt x="28912" y="64203"/>
                  <a:pt x="28885" y="63795"/>
                </a:cubicBezTo>
                <a:cubicBezTo>
                  <a:pt x="28858" y="63387"/>
                  <a:pt x="29001" y="63016"/>
                  <a:pt x="29315" y="62680"/>
                </a:cubicBezTo>
                <a:cubicBezTo>
                  <a:pt x="30855" y="61212"/>
                  <a:pt x="31950" y="59942"/>
                  <a:pt x="32603" y="58870"/>
                </a:cubicBezTo>
                <a:cubicBezTo>
                  <a:pt x="33256" y="57798"/>
                  <a:pt x="33551" y="56786"/>
                  <a:pt x="33487" y="55835"/>
                </a:cubicBezTo>
                <a:cubicBezTo>
                  <a:pt x="33423" y="54883"/>
                  <a:pt x="33080" y="53908"/>
                  <a:pt x="32457" y="52911"/>
                </a:cubicBezTo>
                <a:cubicBezTo>
                  <a:pt x="31835" y="51913"/>
                  <a:pt x="30994" y="50724"/>
                  <a:pt x="29935" y="49346"/>
                </a:cubicBezTo>
                <a:lnTo>
                  <a:pt x="19861" y="36223"/>
                </a:lnTo>
                <a:cubicBezTo>
                  <a:pt x="17607" y="33287"/>
                  <a:pt x="15765" y="31012"/>
                  <a:pt x="14333" y="29397"/>
                </a:cubicBezTo>
                <a:cubicBezTo>
                  <a:pt x="12902" y="27781"/>
                  <a:pt x="11605" y="26681"/>
                  <a:pt x="10443" y="26099"/>
                </a:cubicBezTo>
                <a:cubicBezTo>
                  <a:pt x="9281" y="25514"/>
                  <a:pt x="8105" y="25440"/>
                  <a:pt x="6916" y="25877"/>
                </a:cubicBezTo>
                <a:cubicBezTo>
                  <a:pt x="5727" y="26313"/>
                  <a:pt x="4248" y="27115"/>
                  <a:pt x="2478" y="28283"/>
                </a:cubicBezTo>
                <a:cubicBezTo>
                  <a:pt x="2179" y="28512"/>
                  <a:pt x="1840" y="28535"/>
                  <a:pt x="1461" y="28351"/>
                </a:cubicBezTo>
                <a:cubicBezTo>
                  <a:pt x="1080" y="28167"/>
                  <a:pt x="775" y="27924"/>
                  <a:pt x="545" y="27624"/>
                </a:cubicBezTo>
                <a:cubicBezTo>
                  <a:pt x="315" y="27325"/>
                  <a:pt x="161" y="26968"/>
                  <a:pt x="80" y="26553"/>
                </a:cubicBezTo>
                <a:cubicBezTo>
                  <a:pt x="0" y="26138"/>
                  <a:pt x="140" y="25793"/>
                  <a:pt x="499" y="25517"/>
                </a:cubicBezTo>
                <a:cubicBezTo>
                  <a:pt x="1606" y="24477"/>
                  <a:pt x="3165" y="23066"/>
                  <a:pt x="5176" y="21283"/>
                </a:cubicBezTo>
                <a:cubicBezTo>
                  <a:pt x="7189" y="19500"/>
                  <a:pt x="9073" y="17458"/>
                  <a:pt x="10830" y="15158"/>
                </a:cubicBezTo>
                <a:cubicBezTo>
                  <a:pt x="11485" y="14274"/>
                  <a:pt x="12152" y="13715"/>
                  <a:pt x="12830" y="13481"/>
                </a:cubicBezTo>
                <a:cubicBezTo>
                  <a:pt x="13507" y="13246"/>
                  <a:pt x="14137" y="13571"/>
                  <a:pt x="14721" y="14457"/>
                </a:cubicBezTo>
                <a:lnTo>
                  <a:pt x="18957" y="20347"/>
                </a:lnTo>
                <a:cubicBezTo>
                  <a:pt x="19049" y="20466"/>
                  <a:pt x="19137" y="20519"/>
                  <a:pt x="19219" y="20503"/>
                </a:cubicBezTo>
                <a:cubicBezTo>
                  <a:pt x="19303" y="20487"/>
                  <a:pt x="19358" y="20373"/>
                  <a:pt x="19385" y="20160"/>
                </a:cubicBezTo>
                <a:cubicBezTo>
                  <a:pt x="18711" y="16678"/>
                  <a:pt x="18714" y="13486"/>
                  <a:pt x="19392" y="10586"/>
                </a:cubicBezTo>
                <a:cubicBezTo>
                  <a:pt x="20069" y="7684"/>
                  <a:pt x="21935" y="5060"/>
                  <a:pt x="24991" y="2714"/>
                </a:cubicBezTo>
                <a:cubicBezTo>
                  <a:pt x="27508" y="782"/>
                  <a:pt x="29860" y="0"/>
                  <a:pt x="32047" y="369"/>
                </a:cubicBezTo>
                <a:cubicBezTo>
                  <a:pt x="34234" y="737"/>
                  <a:pt x="36041" y="1850"/>
                  <a:pt x="37468" y="3708"/>
                </a:cubicBezTo>
                <a:cubicBezTo>
                  <a:pt x="38250" y="4726"/>
                  <a:pt x="38573" y="5954"/>
                  <a:pt x="38439" y="7392"/>
                </a:cubicBezTo>
                <a:cubicBezTo>
                  <a:pt x="38303" y="8828"/>
                  <a:pt x="37517" y="10098"/>
                  <a:pt x="36080" y="11201"/>
                </a:cubicBezTo>
                <a:cubicBezTo>
                  <a:pt x="34701" y="12260"/>
                  <a:pt x="33489" y="12667"/>
                  <a:pt x="32443" y="12422"/>
                </a:cubicBezTo>
                <a:cubicBezTo>
                  <a:pt x="31399" y="12176"/>
                  <a:pt x="30577" y="11663"/>
                  <a:pt x="29979" y="10884"/>
                </a:cubicBezTo>
                <a:cubicBezTo>
                  <a:pt x="29336" y="10046"/>
                  <a:pt x="28665" y="9514"/>
                  <a:pt x="27967" y="9288"/>
                </a:cubicBezTo>
                <a:cubicBezTo>
                  <a:pt x="27269" y="9061"/>
                  <a:pt x="26381" y="9361"/>
                  <a:pt x="25302" y="10190"/>
                </a:cubicBezTo>
                <a:cubicBezTo>
                  <a:pt x="24164" y="11063"/>
                  <a:pt x="23418" y="12231"/>
                  <a:pt x="23064" y="13693"/>
                </a:cubicBezTo>
                <a:cubicBezTo>
                  <a:pt x="22709" y="15155"/>
                  <a:pt x="22594" y="16649"/>
                  <a:pt x="22718" y="18175"/>
                </a:cubicBezTo>
                <a:cubicBezTo>
                  <a:pt x="22840" y="19699"/>
                  <a:pt x="23136" y="21139"/>
                  <a:pt x="23605" y="22494"/>
                </a:cubicBezTo>
                <a:cubicBezTo>
                  <a:pt x="24073" y="23848"/>
                  <a:pt x="24537" y="24824"/>
                  <a:pt x="24997" y="25423"/>
                </a:cubicBezTo>
                <a:lnTo>
                  <a:pt x="37970" y="42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Text a">
            <a:extLst xmlns:a="http://schemas.openxmlformats.org/drawingml/2006/main">
              <a:ext uri="{FF2B5EF4-FFF2-40B4-BE49-F238E27FC236}">
                <a16:creationId xmlns:a16="http://schemas.microsoft.com/office/drawing/2014/main" id="{335C563E-7235-41CE-88DB-5A3CA072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143" y="3879952"/>
            <a:ext cx="62387" cy="56926"/>
          </a:xfrm>
          <a:custGeom xmlns:a="http://schemas.openxmlformats.org/drawingml/2006/main">
            <a:pathLst>
              <a:path w="62387" h="56926">
                <a:moveTo>
                  <a:pt x="34615" y="23546"/>
                </a:moveTo>
                <a:cubicBezTo>
                  <a:pt x="34109" y="22887"/>
                  <a:pt x="33768" y="22506"/>
                  <a:pt x="33593" y="22402"/>
                </a:cubicBezTo>
                <a:cubicBezTo>
                  <a:pt x="33418" y="22298"/>
                  <a:pt x="33211" y="22338"/>
                  <a:pt x="32972" y="22522"/>
                </a:cubicBezTo>
                <a:cubicBezTo>
                  <a:pt x="28381" y="26713"/>
                  <a:pt x="25534" y="30542"/>
                  <a:pt x="24432" y="34008"/>
                </a:cubicBezTo>
                <a:cubicBezTo>
                  <a:pt x="23331" y="37472"/>
                  <a:pt x="23769" y="40493"/>
                  <a:pt x="25747" y="43069"/>
                </a:cubicBezTo>
                <a:cubicBezTo>
                  <a:pt x="27127" y="44867"/>
                  <a:pt x="28739" y="46035"/>
                  <a:pt x="30581" y="46574"/>
                </a:cubicBezTo>
                <a:cubicBezTo>
                  <a:pt x="32422" y="47112"/>
                  <a:pt x="34392" y="46575"/>
                  <a:pt x="36489" y="44965"/>
                </a:cubicBezTo>
                <a:cubicBezTo>
                  <a:pt x="37867" y="43907"/>
                  <a:pt x="39113" y="42522"/>
                  <a:pt x="40226" y="40810"/>
                </a:cubicBezTo>
                <a:cubicBezTo>
                  <a:pt x="41340" y="39098"/>
                  <a:pt x="42105" y="37272"/>
                  <a:pt x="42522" y="35333"/>
                </a:cubicBezTo>
                <a:cubicBezTo>
                  <a:pt x="42633" y="34486"/>
                  <a:pt x="42505" y="33823"/>
                  <a:pt x="42136" y="33343"/>
                </a:cubicBezTo>
                <a:lnTo>
                  <a:pt x="34615" y="23546"/>
                </a:lnTo>
                <a:moveTo>
                  <a:pt x="49896" y="25958"/>
                </a:moveTo>
                <a:cubicBezTo>
                  <a:pt x="51506" y="28055"/>
                  <a:pt x="52828" y="29374"/>
                  <a:pt x="53862" y="29914"/>
                </a:cubicBezTo>
                <a:cubicBezTo>
                  <a:pt x="54895" y="30454"/>
                  <a:pt x="55981" y="30286"/>
                  <a:pt x="57119" y="29413"/>
                </a:cubicBezTo>
                <a:cubicBezTo>
                  <a:pt x="57779" y="28906"/>
                  <a:pt x="58260" y="28418"/>
                  <a:pt x="58564" y="27946"/>
                </a:cubicBezTo>
                <a:cubicBezTo>
                  <a:pt x="58868" y="27474"/>
                  <a:pt x="59226" y="26699"/>
                  <a:pt x="59637" y="25622"/>
                </a:cubicBezTo>
                <a:cubicBezTo>
                  <a:pt x="59726" y="25364"/>
                  <a:pt x="59920" y="25215"/>
                  <a:pt x="60222" y="25174"/>
                </a:cubicBezTo>
                <a:cubicBezTo>
                  <a:pt x="60524" y="25132"/>
                  <a:pt x="60830" y="25159"/>
                  <a:pt x="61141" y="25255"/>
                </a:cubicBezTo>
                <a:cubicBezTo>
                  <a:pt x="61451" y="25349"/>
                  <a:pt x="61740" y="25509"/>
                  <a:pt x="62006" y="25733"/>
                </a:cubicBezTo>
                <a:cubicBezTo>
                  <a:pt x="62274" y="25956"/>
                  <a:pt x="62387" y="26226"/>
                  <a:pt x="62345" y="26543"/>
                </a:cubicBezTo>
                <a:cubicBezTo>
                  <a:pt x="62170" y="31153"/>
                  <a:pt x="60494" y="34677"/>
                  <a:pt x="57318" y="37116"/>
                </a:cubicBezTo>
                <a:cubicBezTo>
                  <a:pt x="55581" y="38450"/>
                  <a:pt x="53742" y="39124"/>
                  <a:pt x="51800" y="39140"/>
                </a:cubicBezTo>
                <a:cubicBezTo>
                  <a:pt x="49859" y="39153"/>
                  <a:pt x="48106" y="38761"/>
                  <a:pt x="46541" y="37961"/>
                </a:cubicBezTo>
                <a:cubicBezTo>
                  <a:pt x="46190" y="37755"/>
                  <a:pt x="45987" y="37864"/>
                  <a:pt x="45932" y="38287"/>
                </a:cubicBezTo>
                <a:cubicBezTo>
                  <a:pt x="45432" y="40861"/>
                  <a:pt x="44493" y="43391"/>
                  <a:pt x="43116" y="45877"/>
                </a:cubicBezTo>
                <a:cubicBezTo>
                  <a:pt x="41738" y="48363"/>
                  <a:pt x="39492" y="50801"/>
                  <a:pt x="36377" y="53193"/>
                </a:cubicBezTo>
                <a:cubicBezTo>
                  <a:pt x="32961" y="55815"/>
                  <a:pt x="29623" y="56926"/>
                  <a:pt x="26363" y="56526"/>
                </a:cubicBezTo>
                <a:cubicBezTo>
                  <a:pt x="23103" y="56123"/>
                  <a:pt x="20185" y="54245"/>
                  <a:pt x="17609" y="50889"/>
                </a:cubicBezTo>
                <a:cubicBezTo>
                  <a:pt x="14296" y="46574"/>
                  <a:pt x="13762" y="41723"/>
                  <a:pt x="16006" y="36334"/>
                </a:cubicBezTo>
                <a:cubicBezTo>
                  <a:pt x="18249" y="30945"/>
                  <a:pt x="23206" y="25306"/>
                  <a:pt x="30875" y="19419"/>
                </a:cubicBezTo>
                <a:cubicBezTo>
                  <a:pt x="30995" y="19327"/>
                  <a:pt x="30969" y="19108"/>
                  <a:pt x="30799" y="18762"/>
                </a:cubicBezTo>
                <a:cubicBezTo>
                  <a:pt x="30629" y="18416"/>
                  <a:pt x="30130" y="17704"/>
                  <a:pt x="29302" y="16626"/>
                </a:cubicBezTo>
                <a:lnTo>
                  <a:pt x="27439" y="14199"/>
                </a:lnTo>
                <a:cubicBezTo>
                  <a:pt x="26289" y="12701"/>
                  <a:pt x="25088" y="11385"/>
                  <a:pt x="23837" y="10250"/>
                </a:cubicBezTo>
                <a:cubicBezTo>
                  <a:pt x="22585" y="9116"/>
                  <a:pt x="21295" y="8273"/>
                  <a:pt x="19966" y="7722"/>
                </a:cubicBezTo>
                <a:cubicBezTo>
                  <a:pt x="18639" y="7170"/>
                  <a:pt x="17247" y="7000"/>
                  <a:pt x="15791" y="7213"/>
                </a:cubicBezTo>
                <a:cubicBezTo>
                  <a:pt x="14335" y="7425"/>
                  <a:pt x="12858" y="8106"/>
                  <a:pt x="11360" y="9257"/>
                </a:cubicBezTo>
                <a:cubicBezTo>
                  <a:pt x="9142" y="10959"/>
                  <a:pt x="7679" y="12774"/>
                  <a:pt x="6968" y="14701"/>
                </a:cubicBezTo>
                <a:cubicBezTo>
                  <a:pt x="6257" y="16628"/>
                  <a:pt x="6431" y="18280"/>
                  <a:pt x="7489" y="19658"/>
                </a:cubicBezTo>
                <a:cubicBezTo>
                  <a:pt x="7995" y="20317"/>
                  <a:pt x="8699" y="20800"/>
                  <a:pt x="9600" y="21108"/>
                </a:cubicBezTo>
                <a:cubicBezTo>
                  <a:pt x="10503" y="21415"/>
                  <a:pt x="11207" y="21898"/>
                  <a:pt x="11713" y="22557"/>
                </a:cubicBezTo>
                <a:cubicBezTo>
                  <a:pt x="12358" y="23396"/>
                  <a:pt x="12559" y="24528"/>
                  <a:pt x="12318" y="25951"/>
                </a:cubicBezTo>
                <a:cubicBezTo>
                  <a:pt x="12077" y="27374"/>
                  <a:pt x="11358" y="28545"/>
                  <a:pt x="10161" y="29464"/>
                </a:cubicBezTo>
                <a:cubicBezTo>
                  <a:pt x="8542" y="30707"/>
                  <a:pt x="7055" y="31158"/>
                  <a:pt x="5699" y="30819"/>
                </a:cubicBezTo>
                <a:cubicBezTo>
                  <a:pt x="4343" y="30478"/>
                  <a:pt x="3182" y="29678"/>
                  <a:pt x="2216" y="28420"/>
                </a:cubicBezTo>
                <a:cubicBezTo>
                  <a:pt x="1066" y="26923"/>
                  <a:pt x="393" y="25178"/>
                  <a:pt x="196" y="23185"/>
                </a:cubicBezTo>
                <a:cubicBezTo>
                  <a:pt x="0" y="21192"/>
                  <a:pt x="253" y="19165"/>
                  <a:pt x="955" y="17103"/>
                </a:cubicBezTo>
                <a:cubicBezTo>
                  <a:pt x="1656" y="15040"/>
                  <a:pt x="2748" y="12988"/>
                  <a:pt x="4228" y="10948"/>
                </a:cubicBezTo>
                <a:cubicBezTo>
                  <a:pt x="5709" y="8905"/>
                  <a:pt x="7499" y="7079"/>
                  <a:pt x="9596" y="5469"/>
                </a:cubicBezTo>
                <a:cubicBezTo>
                  <a:pt x="14389" y="1789"/>
                  <a:pt x="19015" y="0"/>
                  <a:pt x="23473" y="101"/>
                </a:cubicBezTo>
                <a:cubicBezTo>
                  <a:pt x="27932" y="202"/>
                  <a:pt x="32140" y="2829"/>
                  <a:pt x="36096" y="7982"/>
                </a:cubicBezTo>
                <a:lnTo>
                  <a:pt x="49896" y="259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s">
            <a:extLst xmlns:a="http://schemas.openxmlformats.org/drawingml/2006/main">
              <a:ext uri="{FF2B5EF4-FFF2-40B4-BE49-F238E27FC236}">
                <a16:creationId xmlns:a16="http://schemas.microsoft.com/office/drawing/2014/main" id="{88638570-92C2-4915-8FC3-7FC8EB8F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289" y="3843578"/>
            <a:ext cx="51632" cy="62973"/>
          </a:xfrm>
          <a:custGeom xmlns:a="http://schemas.openxmlformats.org/drawingml/2006/main">
            <a:pathLst>
              <a:path w="51632" h="62973">
                <a:moveTo>
                  <a:pt x="23345" y="306"/>
                </a:moveTo>
                <a:cubicBezTo>
                  <a:pt x="23672" y="1103"/>
                  <a:pt x="24129" y="2039"/>
                  <a:pt x="24715" y="3113"/>
                </a:cubicBezTo>
                <a:cubicBezTo>
                  <a:pt x="25301" y="4186"/>
                  <a:pt x="26008" y="5262"/>
                  <a:pt x="26836" y="6341"/>
                </a:cubicBezTo>
                <a:cubicBezTo>
                  <a:pt x="27710" y="7479"/>
                  <a:pt x="28648" y="8640"/>
                  <a:pt x="29651" y="9823"/>
                </a:cubicBezTo>
                <a:cubicBezTo>
                  <a:pt x="30654" y="11005"/>
                  <a:pt x="31409" y="11925"/>
                  <a:pt x="31915" y="12585"/>
                </a:cubicBezTo>
                <a:cubicBezTo>
                  <a:pt x="32053" y="12765"/>
                  <a:pt x="32048" y="13007"/>
                  <a:pt x="31901" y="13310"/>
                </a:cubicBezTo>
                <a:cubicBezTo>
                  <a:pt x="31753" y="13614"/>
                  <a:pt x="31541" y="13896"/>
                  <a:pt x="31264" y="14156"/>
                </a:cubicBezTo>
                <a:cubicBezTo>
                  <a:pt x="30988" y="14415"/>
                  <a:pt x="30695" y="14592"/>
                  <a:pt x="30386" y="14687"/>
                </a:cubicBezTo>
                <a:cubicBezTo>
                  <a:pt x="30077" y="14781"/>
                  <a:pt x="29824" y="14761"/>
                  <a:pt x="29626" y="14627"/>
                </a:cubicBezTo>
                <a:cubicBezTo>
                  <a:pt x="26529" y="11958"/>
                  <a:pt x="23576" y="10344"/>
                  <a:pt x="20766" y="9787"/>
                </a:cubicBezTo>
                <a:cubicBezTo>
                  <a:pt x="17957" y="9228"/>
                  <a:pt x="14905" y="10214"/>
                  <a:pt x="11610" y="12744"/>
                </a:cubicBezTo>
                <a:cubicBezTo>
                  <a:pt x="9393" y="14446"/>
                  <a:pt x="7991" y="16404"/>
                  <a:pt x="7404" y="18617"/>
                </a:cubicBezTo>
                <a:cubicBezTo>
                  <a:pt x="6817" y="20829"/>
                  <a:pt x="7236" y="22864"/>
                  <a:pt x="8663" y="24722"/>
                </a:cubicBezTo>
                <a:cubicBezTo>
                  <a:pt x="9858" y="26279"/>
                  <a:pt x="11377" y="27018"/>
                  <a:pt x="13219" y="26938"/>
                </a:cubicBezTo>
                <a:cubicBezTo>
                  <a:pt x="15061" y="26856"/>
                  <a:pt x="17247" y="26416"/>
                  <a:pt x="19777" y="25617"/>
                </a:cubicBezTo>
                <a:cubicBezTo>
                  <a:pt x="20847" y="25272"/>
                  <a:pt x="22139" y="24877"/>
                  <a:pt x="23653" y="24429"/>
                </a:cubicBezTo>
                <a:cubicBezTo>
                  <a:pt x="25166" y="23981"/>
                  <a:pt x="26396" y="23631"/>
                  <a:pt x="27344" y="23378"/>
                </a:cubicBezTo>
                <a:cubicBezTo>
                  <a:pt x="29455" y="22901"/>
                  <a:pt x="31483" y="22535"/>
                  <a:pt x="33429" y="22280"/>
                </a:cubicBezTo>
                <a:cubicBezTo>
                  <a:pt x="35375" y="22023"/>
                  <a:pt x="37245" y="22040"/>
                  <a:pt x="39039" y="22330"/>
                </a:cubicBezTo>
                <a:cubicBezTo>
                  <a:pt x="40833" y="22618"/>
                  <a:pt x="42520" y="23204"/>
                  <a:pt x="44101" y="24085"/>
                </a:cubicBezTo>
                <a:cubicBezTo>
                  <a:pt x="45683" y="24966"/>
                  <a:pt x="47141" y="26276"/>
                  <a:pt x="48475" y="28014"/>
                </a:cubicBezTo>
                <a:cubicBezTo>
                  <a:pt x="50223" y="30291"/>
                  <a:pt x="51204" y="32561"/>
                  <a:pt x="51417" y="34825"/>
                </a:cubicBezTo>
                <a:cubicBezTo>
                  <a:pt x="51632" y="37089"/>
                  <a:pt x="51347" y="39260"/>
                  <a:pt x="50561" y="41340"/>
                </a:cubicBezTo>
                <a:cubicBezTo>
                  <a:pt x="49777" y="43418"/>
                  <a:pt x="48587" y="45403"/>
                  <a:pt x="46991" y="47294"/>
                </a:cubicBezTo>
                <a:cubicBezTo>
                  <a:pt x="45396" y="49185"/>
                  <a:pt x="43669" y="50844"/>
                  <a:pt x="41811" y="52271"/>
                </a:cubicBezTo>
                <a:cubicBezTo>
                  <a:pt x="40254" y="53467"/>
                  <a:pt x="38378" y="54621"/>
                  <a:pt x="36185" y="55734"/>
                </a:cubicBezTo>
                <a:cubicBezTo>
                  <a:pt x="33992" y="56846"/>
                  <a:pt x="31923" y="57625"/>
                  <a:pt x="29979" y="58070"/>
                </a:cubicBezTo>
                <a:cubicBezTo>
                  <a:pt x="29527" y="58226"/>
                  <a:pt x="29199" y="58573"/>
                  <a:pt x="28993" y="59112"/>
                </a:cubicBezTo>
                <a:cubicBezTo>
                  <a:pt x="28788" y="59651"/>
                  <a:pt x="28878" y="60295"/>
                  <a:pt x="29264" y="61047"/>
                </a:cubicBezTo>
                <a:cubicBezTo>
                  <a:pt x="29403" y="61227"/>
                  <a:pt x="29360" y="61450"/>
                  <a:pt x="29136" y="61717"/>
                </a:cubicBezTo>
                <a:cubicBezTo>
                  <a:pt x="28912" y="61984"/>
                  <a:pt x="28651" y="62233"/>
                  <a:pt x="28351" y="62463"/>
                </a:cubicBezTo>
                <a:cubicBezTo>
                  <a:pt x="28111" y="62647"/>
                  <a:pt x="27837" y="62786"/>
                  <a:pt x="27528" y="62879"/>
                </a:cubicBezTo>
                <a:cubicBezTo>
                  <a:pt x="27219" y="62973"/>
                  <a:pt x="26996" y="62931"/>
                  <a:pt x="26859" y="62752"/>
                </a:cubicBezTo>
                <a:cubicBezTo>
                  <a:pt x="26490" y="62272"/>
                  <a:pt x="26044" y="61566"/>
                  <a:pt x="25520" y="60636"/>
                </a:cubicBezTo>
                <a:cubicBezTo>
                  <a:pt x="24996" y="59705"/>
                  <a:pt x="24458" y="58880"/>
                  <a:pt x="23906" y="58161"/>
                </a:cubicBezTo>
                <a:cubicBezTo>
                  <a:pt x="23353" y="57442"/>
                  <a:pt x="22699" y="56682"/>
                  <a:pt x="21941" y="55883"/>
                </a:cubicBezTo>
                <a:cubicBezTo>
                  <a:pt x="21185" y="55083"/>
                  <a:pt x="20440" y="54299"/>
                  <a:pt x="19707" y="53529"/>
                </a:cubicBezTo>
                <a:cubicBezTo>
                  <a:pt x="18973" y="52758"/>
                  <a:pt x="18322" y="52067"/>
                  <a:pt x="17756" y="51454"/>
                </a:cubicBezTo>
                <a:cubicBezTo>
                  <a:pt x="17190" y="50840"/>
                  <a:pt x="16793" y="50383"/>
                  <a:pt x="16562" y="50084"/>
                </a:cubicBezTo>
                <a:cubicBezTo>
                  <a:pt x="16378" y="49844"/>
                  <a:pt x="16360" y="49572"/>
                  <a:pt x="16508" y="49269"/>
                </a:cubicBezTo>
                <a:cubicBezTo>
                  <a:pt x="16655" y="48965"/>
                  <a:pt x="16868" y="48684"/>
                  <a:pt x="17144" y="48425"/>
                </a:cubicBezTo>
                <a:cubicBezTo>
                  <a:pt x="17421" y="48165"/>
                  <a:pt x="17728" y="47976"/>
                  <a:pt x="18067" y="47858"/>
                </a:cubicBezTo>
                <a:cubicBezTo>
                  <a:pt x="18405" y="47741"/>
                  <a:pt x="18697" y="47779"/>
                  <a:pt x="18941" y="47972"/>
                </a:cubicBezTo>
                <a:cubicBezTo>
                  <a:pt x="20694" y="49388"/>
                  <a:pt x="22406" y="50503"/>
                  <a:pt x="24078" y="51315"/>
                </a:cubicBezTo>
                <a:cubicBezTo>
                  <a:pt x="25749" y="52127"/>
                  <a:pt x="27423" y="52603"/>
                  <a:pt x="29103" y="52744"/>
                </a:cubicBezTo>
                <a:cubicBezTo>
                  <a:pt x="30782" y="52883"/>
                  <a:pt x="32498" y="52637"/>
                  <a:pt x="34252" y="52006"/>
                </a:cubicBezTo>
                <a:cubicBezTo>
                  <a:pt x="36004" y="51374"/>
                  <a:pt x="37869" y="50299"/>
                  <a:pt x="39847" y="48781"/>
                </a:cubicBezTo>
                <a:cubicBezTo>
                  <a:pt x="42004" y="47125"/>
                  <a:pt x="43296" y="45180"/>
                  <a:pt x="43724" y="42947"/>
                </a:cubicBezTo>
                <a:cubicBezTo>
                  <a:pt x="44152" y="40713"/>
                  <a:pt x="43538" y="38517"/>
                  <a:pt x="41882" y="36360"/>
                </a:cubicBezTo>
                <a:cubicBezTo>
                  <a:pt x="40410" y="34443"/>
                  <a:pt x="38575" y="33448"/>
                  <a:pt x="36375" y="33375"/>
                </a:cubicBezTo>
                <a:cubicBezTo>
                  <a:pt x="34176" y="33301"/>
                  <a:pt x="31856" y="33534"/>
                  <a:pt x="29414" y="34075"/>
                </a:cubicBezTo>
                <a:cubicBezTo>
                  <a:pt x="28299" y="34360"/>
                  <a:pt x="27169" y="34656"/>
                  <a:pt x="26024" y="34964"/>
                </a:cubicBezTo>
                <a:cubicBezTo>
                  <a:pt x="24880" y="35271"/>
                  <a:pt x="23720" y="35590"/>
                  <a:pt x="22546" y="35921"/>
                </a:cubicBezTo>
                <a:cubicBezTo>
                  <a:pt x="20813" y="36394"/>
                  <a:pt x="19084" y="36840"/>
                  <a:pt x="17360" y="37260"/>
                </a:cubicBezTo>
                <a:cubicBezTo>
                  <a:pt x="15634" y="37680"/>
                  <a:pt x="13954" y="37850"/>
                  <a:pt x="12321" y="37770"/>
                </a:cubicBezTo>
                <a:cubicBezTo>
                  <a:pt x="10688" y="37689"/>
                  <a:pt x="9089" y="37250"/>
                  <a:pt x="7524" y="36451"/>
                </a:cubicBezTo>
                <a:cubicBezTo>
                  <a:pt x="5960" y="35653"/>
                  <a:pt x="4464" y="34325"/>
                  <a:pt x="3038" y="32467"/>
                </a:cubicBezTo>
                <a:cubicBezTo>
                  <a:pt x="1382" y="30310"/>
                  <a:pt x="443" y="28127"/>
                  <a:pt x="222" y="25917"/>
                </a:cubicBezTo>
                <a:cubicBezTo>
                  <a:pt x="0" y="23705"/>
                  <a:pt x="267" y="21572"/>
                  <a:pt x="1022" y="19517"/>
                </a:cubicBezTo>
                <a:cubicBezTo>
                  <a:pt x="1777" y="17461"/>
                  <a:pt x="2892" y="15533"/>
                  <a:pt x="4368" y="13733"/>
                </a:cubicBezTo>
                <a:cubicBezTo>
                  <a:pt x="5844" y="11933"/>
                  <a:pt x="7451" y="10366"/>
                  <a:pt x="9188" y="9032"/>
                </a:cubicBezTo>
                <a:cubicBezTo>
                  <a:pt x="10866" y="7744"/>
                  <a:pt x="12498" y="6800"/>
                  <a:pt x="14085" y="6201"/>
                </a:cubicBezTo>
                <a:cubicBezTo>
                  <a:pt x="15673" y="5601"/>
                  <a:pt x="17636" y="5213"/>
                  <a:pt x="19976" y="5035"/>
                </a:cubicBezTo>
                <a:cubicBezTo>
                  <a:pt x="20308" y="4971"/>
                  <a:pt x="20611" y="4715"/>
                  <a:pt x="20886" y="4267"/>
                </a:cubicBezTo>
                <a:cubicBezTo>
                  <a:pt x="21160" y="3818"/>
                  <a:pt x="21095" y="3082"/>
                  <a:pt x="20690" y="2059"/>
                </a:cubicBezTo>
                <a:cubicBezTo>
                  <a:pt x="20567" y="1773"/>
                  <a:pt x="20632" y="1485"/>
                  <a:pt x="20885" y="1196"/>
                </a:cubicBezTo>
                <a:cubicBezTo>
                  <a:pt x="21139" y="906"/>
                  <a:pt x="21427" y="660"/>
                  <a:pt x="21750" y="460"/>
                </a:cubicBezTo>
                <a:cubicBezTo>
                  <a:pt x="22072" y="259"/>
                  <a:pt x="22400" y="127"/>
                  <a:pt x="22732" y="64"/>
                </a:cubicBezTo>
                <a:cubicBezTo>
                  <a:pt x="23063" y="0"/>
                  <a:pt x="23268" y="81"/>
                  <a:pt x="23345" y="3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t">
            <a:extLst xmlns:a="http://schemas.openxmlformats.org/drawingml/2006/main">
              <a:ext uri="{FF2B5EF4-FFF2-40B4-BE49-F238E27FC236}">
                <a16:creationId xmlns:a16="http://schemas.microsoft.com/office/drawing/2014/main" id="{ACB79A29-F5EF-4868-8AF6-62104C8D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311" y="3818948"/>
            <a:ext cx="55017" cy="53689"/>
          </a:xfrm>
          <a:custGeom xmlns:a="http://schemas.openxmlformats.org/drawingml/2006/main">
            <a:pathLst>
              <a:path w="55017" h="53689">
                <a:moveTo>
                  <a:pt x="33774" y="36596"/>
                </a:moveTo>
                <a:cubicBezTo>
                  <a:pt x="36350" y="39951"/>
                  <a:pt x="38633" y="42151"/>
                  <a:pt x="40625" y="43194"/>
                </a:cubicBezTo>
                <a:cubicBezTo>
                  <a:pt x="42615" y="44237"/>
                  <a:pt x="44599" y="43999"/>
                  <a:pt x="46577" y="42481"/>
                </a:cubicBezTo>
                <a:cubicBezTo>
                  <a:pt x="47955" y="41423"/>
                  <a:pt x="49097" y="40213"/>
                  <a:pt x="50003" y="38852"/>
                </a:cubicBezTo>
                <a:cubicBezTo>
                  <a:pt x="50910" y="37489"/>
                  <a:pt x="51509" y="36315"/>
                  <a:pt x="51800" y="35329"/>
                </a:cubicBezTo>
                <a:cubicBezTo>
                  <a:pt x="51889" y="35071"/>
                  <a:pt x="52087" y="34895"/>
                  <a:pt x="52395" y="34801"/>
                </a:cubicBezTo>
                <a:cubicBezTo>
                  <a:pt x="52703" y="34707"/>
                  <a:pt x="53028" y="34696"/>
                  <a:pt x="53369" y="34768"/>
                </a:cubicBezTo>
                <a:cubicBezTo>
                  <a:pt x="53709" y="34840"/>
                  <a:pt x="54017" y="34960"/>
                  <a:pt x="54290" y="35131"/>
                </a:cubicBezTo>
                <a:cubicBezTo>
                  <a:pt x="54565" y="35301"/>
                  <a:pt x="54711" y="35522"/>
                  <a:pt x="54730" y="35794"/>
                </a:cubicBezTo>
                <a:cubicBezTo>
                  <a:pt x="55017" y="38525"/>
                  <a:pt x="54546" y="40982"/>
                  <a:pt x="53316" y="43164"/>
                </a:cubicBezTo>
                <a:cubicBezTo>
                  <a:pt x="52086" y="45346"/>
                  <a:pt x="50243" y="47380"/>
                  <a:pt x="47786" y="49266"/>
                </a:cubicBezTo>
                <a:cubicBezTo>
                  <a:pt x="43712" y="52394"/>
                  <a:pt x="40135" y="53689"/>
                  <a:pt x="37055" y="53150"/>
                </a:cubicBezTo>
                <a:cubicBezTo>
                  <a:pt x="33974" y="52610"/>
                  <a:pt x="30938" y="50393"/>
                  <a:pt x="27948" y="46498"/>
                </a:cubicBezTo>
                <a:lnTo>
                  <a:pt x="10214" y="23398"/>
                </a:lnTo>
                <a:cubicBezTo>
                  <a:pt x="9662" y="22680"/>
                  <a:pt x="9195" y="22134"/>
                  <a:pt x="8813" y="21760"/>
                </a:cubicBezTo>
                <a:cubicBezTo>
                  <a:pt x="8431" y="21386"/>
                  <a:pt x="8022" y="21225"/>
                  <a:pt x="7584" y="21276"/>
                </a:cubicBezTo>
                <a:cubicBezTo>
                  <a:pt x="7146" y="21326"/>
                  <a:pt x="6571" y="21601"/>
                  <a:pt x="5858" y="22100"/>
                </a:cubicBezTo>
                <a:cubicBezTo>
                  <a:pt x="5146" y="22598"/>
                  <a:pt x="4162" y="23330"/>
                  <a:pt x="2903" y="24296"/>
                </a:cubicBezTo>
                <a:cubicBezTo>
                  <a:pt x="2723" y="24434"/>
                  <a:pt x="2435" y="24370"/>
                  <a:pt x="2040" y="24102"/>
                </a:cubicBezTo>
                <a:cubicBezTo>
                  <a:pt x="1644" y="23835"/>
                  <a:pt x="1270" y="23503"/>
                  <a:pt x="918" y="23106"/>
                </a:cubicBezTo>
                <a:cubicBezTo>
                  <a:pt x="565" y="22710"/>
                  <a:pt x="311" y="22286"/>
                  <a:pt x="155" y="21835"/>
                </a:cubicBezTo>
                <a:cubicBezTo>
                  <a:pt x="0" y="21383"/>
                  <a:pt x="42" y="21065"/>
                  <a:pt x="282" y="20881"/>
                </a:cubicBezTo>
                <a:cubicBezTo>
                  <a:pt x="1687" y="19611"/>
                  <a:pt x="2803" y="18398"/>
                  <a:pt x="3628" y="17242"/>
                </a:cubicBezTo>
                <a:cubicBezTo>
                  <a:pt x="4454" y="16083"/>
                  <a:pt x="4965" y="14857"/>
                  <a:pt x="5162" y="13564"/>
                </a:cubicBezTo>
                <a:cubicBezTo>
                  <a:pt x="5359" y="12269"/>
                  <a:pt x="5211" y="10835"/>
                  <a:pt x="4717" y="9262"/>
                </a:cubicBezTo>
                <a:cubicBezTo>
                  <a:pt x="4224" y="7688"/>
                  <a:pt x="3368" y="5798"/>
                  <a:pt x="2149" y="3592"/>
                </a:cubicBezTo>
                <a:cubicBezTo>
                  <a:pt x="1933" y="3185"/>
                  <a:pt x="1966" y="2731"/>
                  <a:pt x="2248" y="2230"/>
                </a:cubicBezTo>
                <a:cubicBezTo>
                  <a:pt x="2529" y="1727"/>
                  <a:pt x="2910" y="1292"/>
                  <a:pt x="3389" y="924"/>
                </a:cubicBezTo>
                <a:cubicBezTo>
                  <a:pt x="3868" y="557"/>
                  <a:pt x="4360" y="298"/>
                  <a:pt x="4864" y="149"/>
                </a:cubicBezTo>
                <a:cubicBezTo>
                  <a:pt x="5369" y="0"/>
                  <a:pt x="5713" y="45"/>
                  <a:pt x="5897" y="285"/>
                </a:cubicBezTo>
                <a:lnTo>
                  <a:pt x="11831" y="8014"/>
                </a:lnTo>
                <a:cubicBezTo>
                  <a:pt x="12568" y="8973"/>
                  <a:pt x="13038" y="9494"/>
                  <a:pt x="13243" y="9575"/>
                </a:cubicBezTo>
                <a:cubicBezTo>
                  <a:pt x="13448" y="9654"/>
                  <a:pt x="13880" y="9441"/>
                  <a:pt x="14539" y="8935"/>
                </a:cubicBezTo>
                <a:lnTo>
                  <a:pt x="23886" y="1759"/>
                </a:lnTo>
                <a:cubicBezTo>
                  <a:pt x="24305" y="1437"/>
                  <a:pt x="24759" y="1470"/>
                  <a:pt x="25248" y="1858"/>
                </a:cubicBezTo>
                <a:cubicBezTo>
                  <a:pt x="25735" y="2245"/>
                  <a:pt x="26117" y="2619"/>
                  <a:pt x="26393" y="2978"/>
                </a:cubicBezTo>
                <a:cubicBezTo>
                  <a:pt x="26669" y="3337"/>
                  <a:pt x="26927" y="3829"/>
                  <a:pt x="27168" y="4454"/>
                </a:cubicBezTo>
                <a:cubicBezTo>
                  <a:pt x="27410" y="5077"/>
                  <a:pt x="27291" y="5573"/>
                  <a:pt x="26811" y="5942"/>
                </a:cubicBezTo>
                <a:lnTo>
                  <a:pt x="17194" y="13325"/>
                </a:lnTo>
                <a:cubicBezTo>
                  <a:pt x="16774" y="13647"/>
                  <a:pt x="16615" y="13936"/>
                  <a:pt x="16716" y="14193"/>
                </a:cubicBezTo>
                <a:cubicBezTo>
                  <a:pt x="16818" y="14448"/>
                  <a:pt x="17374" y="15235"/>
                  <a:pt x="18387" y="16553"/>
                </a:cubicBezTo>
                <a:lnTo>
                  <a:pt x="33774" y="365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A9DF6F-A2D9-4C89-AA2F-63BCE865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320" y="3950858"/>
            <a:ext cx="592041" cy="310556"/>
          </a:xfrm>
          <a:custGeom xmlns:a="http://schemas.openxmlformats.org/drawingml/2006/main">
            <a:pathLst>
              <a:path w="592041" h="310556">
                <a:moveTo>
                  <a:pt x="42727" y="0"/>
                </a:moveTo>
                <a:lnTo>
                  <a:pt x="592041" y="180593"/>
                </a:lnTo>
                <a:lnTo>
                  <a:pt x="549314" y="310556"/>
                </a:lnTo>
                <a:lnTo>
                  <a:pt x="0" y="129963"/>
                </a:lnTo>
                <a:lnTo>
                  <a:pt x="4272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Text A">
            <a:extLst xmlns:a="http://schemas.openxmlformats.org/drawingml/2006/main">
              <a:ext uri="{FF2B5EF4-FFF2-40B4-BE49-F238E27FC236}">
                <a16:creationId xmlns:a16="http://schemas.microsoft.com/office/drawing/2014/main" id="{91CFB47F-9983-46D3-8B1C-56C82989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102" y="3981750"/>
            <a:ext cx="77530" cy="88522"/>
          </a:xfrm>
          <a:custGeom xmlns:a="http://schemas.openxmlformats.org/drawingml/2006/main">
            <a:pathLst>
              <a:path w="77530" h="88522">
                <a:moveTo>
                  <a:pt x="33024" y="45509"/>
                </a:moveTo>
                <a:cubicBezTo>
                  <a:pt x="32020" y="45179"/>
                  <a:pt x="31249" y="45105"/>
                  <a:pt x="30711" y="45286"/>
                </a:cubicBezTo>
                <a:cubicBezTo>
                  <a:pt x="30175" y="45466"/>
                  <a:pt x="29598" y="45892"/>
                  <a:pt x="28979" y="46564"/>
                </a:cubicBezTo>
                <a:lnTo>
                  <a:pt x="19959" y="57673"/>
                </a:lnTo>
                <a:cubicBezTo>
                  <a:pt x="19247" y="58633"/>
                  <a:pt x="18796" y="59400"/>
                  <a:pt x="18608" y="59973"/>
                </a:cubicBezTo>
                <a:cubicBezTo>
                  <a:pt x="18301" y="60906"/>
                  <a:pt x="18281" y="61754"/>
                  <a:pt x="18547" y="62518"/>
                </a:cubicBezTo>
                <a:cubicBezTo>
                  <a:pt x="18813" y="63281"/>
                  <a:pt x="19281" y="63972"/>
                  <a:pt x="19951" y="64590"/>
                </a:cubicBezTo>
                <a:cubicBezTo>
                  <a:pt x="20623" y="65208"/>
                  <a:pt x="21425" y="65790"/>
                  <a:pt x="22359" y="66335"/>
                </a:cubicBezTo>
                <a:cubicBezTo>
                  <a:pt x="23293" y="66880"/>
                  <a:pt x="24287" y="67366"/>
                  <a:pt x="25339" y="67792"/>
                </a:cubicBezTo>
                <a:cubicBezTo>
                  <a:pt x="25842" y="67958"/>
                  <a:pt x="26136" y="68273"/>
                  <a:pt x="26220" y="68739"/>
                </a:cubicBezTo>
                <a:cubicBezTo>
                  <a:pt x="26307" y="69204"/>
                  <a:pt x="26279" y="69652"/>
                  <a:pt x="26137" y="70082"/>
                </a:cubicBezTo>
                <a:cubicBezTo>
                  <a:pt x="25996" y="70512"/>
                  <a:pt x="25752" y="70889"/>
                  <a:pt x="25407" y="71213"/>
                </a:cubicBezTo>
                <a:cubicBezTo>
                  <a:pt x="25063" y="71537"/>
                  <a:pt x="24639" y="71617"/>
                  <a:pt x="24136" y="71452"/>
                </a:cubicBezTo>
                <a:cubicBezTo>
                  <a:pt x="22415" y="70886"/>
                  <a:pt x="20489" y="70094"/>
                  <a:pt x="18358" y="69075"/>
                </a:cubicBezTo>
                <a:cubicBezTo>
                  <a:pt x="16227" y="68057"/>
                  <a:pt x="14157" y="67217"/>
                  <a:pt x="12148" y="66557"/>
                </a:cubicBezTo>
                <a:cubicBezTo>
                  <a:pt x="10282" y="65943"/>
                  <a:pt x="8441" y="65497"/>
                  <a:pt x="6624" y="65218"/>
                </a:cubicBezTo>
                <a:cubicBezTo>
                  <a:pt x="4808" y="64939"/>
                  <a:pt x="2896" y="64469"/>
                  <a:pt x="886" y="63808"/>
                </a:cubicBezTo>
                <a:cubicBezTo>
                  <a:pt x="527" y="63690"/>
                  <a:pt x="281" y="63410"/>
                  <a:pt x="147" y="62968"/>
                </a:cubicBezTo>
                <a:cubicBezTo>
                  <a:pt x="14" y="62528"/>
                  <a:pt x="0" y="62086"/>
                  <a:pt x="105" y="61644"/>
                </a:cubicBezTo>
                <a:cubicBezTo>
                  <a:pt x="212" y="61201"/>
                  <a:pt x="420" y="60812"/>
                  <a:pt x="728" y="60476"/>
                </a:cubicBezTo>
                <a:cubicBezTo>
                  <a:pt x="1037" y="60141"/>
                  <a:pt x="1455" y="60020"/>
                  <a:pt x="1981" y="60113"/>
                </a:cubicBezTo>
                <a:lnTo>
                  <a:pt x="3666" y="60429"/>
                </a:lnTo>
                <a:cubicBezTo>
                  <a:pt x="4814" y="60567"/>
                  <a:pt x="5889" y="60622"/>
                  <a:pt x="6892" y="60594"/>
                </a:cubicBezTo>
                <a:cubicBezTo>
                  <a:pt x="7896" y="60566"/>
                  <a:pt x="8893" y="60317"/>
                  <a:pt x="9882" y="59847"/>
                </a:cubicBezTo>
                <a:cubicBezTo>
                  <a:pt x="10871" y="59378"/>
                  <a:pt x="11919" y="58669"/>
                  <a:pt x="13025" y="57721"/>
                </a:cubicBezTo>
                <a:cubicBezTo>
                  <a:pt x="14133" y="56773"/>
                  <a:pt x="15352" y="55483"/>
                  <a:pt x="16683" y="53853"/>
                </a:cubicBezTo>
                <a:lnTo>
                  <a:pt x="61147" y="601"/>
                </a:lnTo>
                <a:cubicBezTo>
                  <a:pt x="61552" y="98"/>
                  <a:pt x="62220" y="0"/>
                  <a:pt x="63153" y="307"/>
                </a:cubicBezTo>
                <a:cubicBezTo>
                  <a:pt x="64157" y="637"/>
                  <a:pt x="64852" y="1183"/>
                  <a:pt x="65237" y="1946"/>
                </a:cubicBezTo>
                <a:cubicBezTo>
                  <a:pt x="65522" y="7128"/>
                  <a:pt x="65825" y="12675"/>
                  <a:pt x="66147" y="18587"/>
                </a:cubicBezTo>
                <a:cubicBezTo>
                  <a:pt x="66470" y="24498"/>
                  <a:pt x="66818" y="30517"/>
                  <a:pt x="67189" y="36643"/>
                </a:cubicBezTo>
                <a:cubicBezTo>
                  <a:pt x="67562" y="42769"/>
                  <a:pt x="67946" y="48859"/>
                  <a:pt x="68341" y="54914"/>
                </a:cubicBezTo>
                <a:cubicBezTo>
                  <a:pt x="68736" y="60968"/>
                  <a:pt x="69124" y="66681"/>
                  <a:pt x="69504" y="72054"/>
                </a:cubicBezTo>
                <a:cubicBezTo>
                  <a:pt x="69682" y="74418"/>
                  <a:pt x="69994" y="76310"/>
                  <a:pt x="70441" y="77729"/>
                </a:cubicBezTo>
                <a:cubicBezTo>
                  <a:pt x="70889" y="79149"/>
                  <a:pt x="71431" y="80282"/>
                  <a:pt x="72067" y="81127"/>
                </a:cubicBezTo>
                <a:cubicBezTo>
                  <a:pt x="72704" y="81972"/>
                  <a:pt x="73417" y="82644"/>
                  <a:pt x="74207" y="83143"/>
                </a:cubicBezTo>
                <a:cubicBezTo>
                  <a:pt x="74998" y="83641"/>
                  <a:pt x="75861" y="84163"/>
                  <a:pt x="76795" y="84709"/>
                </a:cubicBezTo>
                <a:cubicBezTo>
                  <a:pt x="77202" y="84923"/>
                  <a:pt x="77430" y="85256"/>
                  <a:pt x="77480" y="85709"/>
                </a:cubicBezTo>
                <a:cubicBezTo>
                  <a:pt x="77530" y="86163"/>
                  <a:pt x="77484" y="86605"/>
                  <a:pt x="77342" y="87036"/>
                </a:cubicBezTo>
                <a:cubicBezTo>
                  <a:pt x="77201" y="87467"/>
                  <a:pt x="76981" y="87831"/>
                  <a:pt x="76684" y="88130"/>
                </a:cubicBezTo>
                <a:cubicBezTo>
                  <a:pt x="76386" y="88431"/>
                  <a:pt x="76058" y="88522"/>
                  <a:pt x="75699" y="88404"/>
                </a:cubicBezTo>
                <a:cubicBezTo>
                  <a:pt x="73403" y="87649"/>
                  <a:pt x="71243" y="86780"/>
                  <a:pt x="69219" y="85796"/>
                </a:cubicBezTo>
                <a:cubicBezTo>
                  <a:pt x="67197" y="84814"/>
                  <a:pt x="64858" y="83886"/>
                  <a:pt x="62204" y="83013"/>
                </a:cubicBezTo>
                <a:cubicBezTo>
                  <a:pt x="59190" y="82022"/>
                  <a:pt x="56307" y="81234"/>
                  <a:pt x="53558" y="80648"/>
                </a:cubicBezTo>
                <a:cubicBezTo>
                  <a:pt x="50808" y="80061"/>
                  <a:pt x="48213" y="79367"/>
                  <a:pt x="45773" y="78565"/>
                </a:cubicBezTo>
                <a:cubicBezTo>
                  <a:pt x="45271" y="78400"/>
                  <a:pt x="44959" y="78079"/>
                  <a:pt x="44838" y="77601"/>
                </a:cubicBezTo>
                <a:cubicBezTo>
                  <a:pt x="44717" y="77124"/>
                  <a:pt x="44739" y="76635"/>
                  <a:pt x="44904" y="76134"/>
                </a:cubicBezTo>
                <a:cubicBezTo>
                  <a:pt x="45046" y="75702"/>
                  <a:pt x="45277" y="75361"/>
                  <a:pt x="45597" y="75109"/>
                </a:cubicBezTo>
                <a:cubicBezTo>
                  <a:pt x="45919" y="74857"/>
                  <a:pt x="46343" y="74778"/>
                  <a:pt x="46870" y="74871"/>
                </a:cubicBezTo>
                <a:cubicBezTo>
                  <a:pt x="49404" y="75386"/>
                  <a:pt x="51339" y="75545"/>
                  <a:pt x="52675" y="75349"/>
                </a:cubicBezTo>
                <a:cubicBezTo>
                  <a:pt x="54013" y="75151"/>
                  <a:pt x="54977" y="74156"/>
                  <a:pt x="55566" y="72362"/>
                </a:cubicBezTo>
                <a:cubicBezTo>
                  <a:pt x="55731" y="71860"/>
                  <a:pt x="55866" y="71268"/>
                  <a:pt x="55970" y="70586"/>
                </a:cubicBezTo>
                <a:cubicBezTo>
                  <a:pt x="56075" y="69904"/>
                  <a:pt x="56131" y="68949"/>
                  <a:pt x="56137" y="67719"/>
                </a:cubicBezTo>
                <a:cubicBezTo>
                  <a:pt x="56145" y="66489"/>
                  <a:pt x="56114" y="64889"/>
                  <a:pt x="56046" y="62919"/>
                </a:cubicBezTo>
                <a:cubicBezTo>
                  <a:pt x="55978" y="60948"/>
                  <a:pt x="55855" y="58422"/>
                  <a:pt x="55675" y="55340"/>
                </a:cubicBezTo>
                <a:cubicBezTo>
                  <a:pt x="55624" y="54290"/>
                  <a:pt x="55334" y="53539"/>
                  <a:pt x="54807" y="53087"/>
                </a:cubicBezTo>
                <a:cubicBezTo>
                  <a:pt x="54279" y="52636"/>
                  <a:pt x="53333" y="52186"/>
                  <a:pt x="51969" y="51738"/>
                </a:cubicBezTo>
                <a:lnTo>
                  <a:pt x="33024" y="45509"/>
                </a:lnTo>
                <a:moveTo>
                  <a:pt x="52919" y="47398"/>
                </a:moveTo>
                <a:cubicBezTo>
                  <a:pt x="53924" y="47728"/>
                  <a:pt x="54659" y="47791"/>
                  <a:pt x="55123" y="47586"/>
                </a:cubicBezTo>
                <a:cubicBezTo>
                  <a:pt x="55588" y="47381"/>
                  <a:pt x="55783" y="46788"/>
                  <a:pt x="55707" y="45808"/>
                </a:cubicBezTo>
                <a:lnTo>
                  <a:pt x="54624" y="17542"/>
                </a:lnTo>
                <a:cubicBezTo>
                  <a:pt x="54599" y="17135"/>
                  <a:pt x="54370" y="16861"/>
                  <a:pt x="53939" y="16719"/>
                </a:cubicBezTo>
                <a:cubicBezTo>
                  <a:pt x="53509" y="16578"/>
                  <a:pt x="53163" y="16663"/>
                  <a:pt x="52901" y="16975"/>
                </a:cubicBezTo>
                <a:lnTo>
                  <a:pt x="34824" y="38943"/>
                </a:lnTo>
                <a:cubicBezTo>
                  <a:pt x="34159" y="39758"/>
                  <a:pt x="33923" y="40357"/>
                  <a:pt x="34115" y="40739"/>
                </a:cubicBezTo>
                <a:cubicBezTo>
                  <a:pt x="34308" y="41120"/>
                  <a:pt x="34799" y="41441"/>
                  <a:pt x="35588" y="41700"/>
                </a:cubicBezTo>
                <a:lnTo>
                  <a:pt x="52919" y="47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Text t">
            <a:extLst xmlns:a="http://schemas.openxmlformats.org/drawingml/2006/main">
              <a:ext uri="{FF2B5EF4-FFF2-40B4-BE49-F238E27FC236}">
                <a16:creationId xmlns:a16="http://schemas.microsoft.com/office/drawing/2014/main" id="{87AE95B7-23B6-42FB-91BA-27930DA8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442" y="4013751"/>
            <a:ext cx="37062" cy="65517"/>
          </a:xfrm>
          <a:custGeom xmlns:a="http://schemas.openxmlformats.org/drawingml/2006/main">
            <a:pathLst>
              <a:path w="37062" h="65517">
                <a:moveTo>
                  <a:pt x="13119" y="45458"/>
                </a:moveTo>
                <a:cubicBezTo>
                  <a:pt x="11797" y="49476"/>
                  <a:pt x="11267" y="52602"/>
                  <a:pt x="11526" y="54835"/>
                </a:cubicBezTo>
                <a:cubicBezTo>
                  <a:pt x="11786" y="57067"/>
                  <a:pt x="13101" y="58572"/>
                  <a:pt x="15469" y="59351"/>
                </a:cubicBezTo>
                <a:cubicBezTo>
                  <a:pt x="17119" y="59894"/>
                  <a:pt x="18762" y="60156"/>
                  <a:pt x="20398" y="60138"/>
                </a:cubicBezTo>
                <a:cubicBezTo>
                  <a:pt x="22035" y="60119"/>
                  <a:pt x="23342" y="59953"/>
                  <a:pt x="24320" y="59638"/>
                </a:cubicBezTo>
                <a:cubicBezTo>
                  <a:pt x="24583" y="59566"/>
                  <a:pt x="24840" y="59630"/>
                  <a:pt x="25092" y="59832"/>
                </a:cubicBezTo>
                <a:cubicBezTo>
                  <a:pt x="25344" y="60034"/>
                  <a:pt x="25535" y="60296"/>
                  <a:pt x="25667" y="60618"/>
                </a:cubicBezTo>
                <a:cubicBezTo>
                  <a:pt x="25800" y="60940"/>
                  <a:pt x="25874" y="61262"/>
                  <a:pt x="25887" y="61584"/>
                </a:cubicBezTo>
                <a:cubicBezTo>
                  <a:pt x="25901" y="61906"/>
                  <a:pt x="25801" y="62152"/>
                  <a:pt x="25586" y="62321"/>
                </a:cubicBezTo>
                <a:cubicBezTo>
                  <a:pt x="23492" y="64096"/>
                  <a:pt x="21197" y="65091"/>
                  <a:pt x="18701" y="65304"/>
                </a:cubicBezTo>
                <a:cubicBezTo>
                  <a:pt x="16205" y="65517"/>
                  <a:pt x="13486" y="65140"/>
                  <a:pt x="10544" y="64173"/>
                </a:cubicBezTo>
                <a:cubicBezTo>
                  <a:pt x="5665" y="62569"/>
                  <a:pt x="2580" y="60343"/>
                  <a:pt x="1290" y="57494"/>
                </a:cubicBezTo>
                <a:cubicBezTo>
                  <a:pt x="0" y="54645"/>
                  <a:pt x="122" y="50887"/>
                  <a:pt x="1656" y="46223"/>
                </a:cubicBezTo>
                <a:lnTo>
                  <a:pt x="10751" y="18558"/>
                </a:lnTo>
                <a:cubicBezTo>
                  <a:pt x="11034" y="17697"/>
                  <a:pt x="11222" y="17003"/>
                  <a:pt x="11315" y="16477"/>
                </a:cubicBezTo>
                <a:cubicBezTo>
                  <a:pt x="11409" y="15951"/>
                  <a:pt x="11311" y="15522"/>
                  <a:pt x="11023" y="15189"/>
                </a:cubicBezTo>
                <a:cubicBezTo>
                  <a:pt x="10735" y="14855"/>
                  <a:pt x="10184" y="14534"/>
                  <a:pt x="9370" y="14227"/>
                </a:cubicBezTo>
                <a:cubicBezTo>
                  <a:pt x="8557" y="13920"/>
                  <a:pt x="7397" y="13518"/>
                  <a:pt x="5891" y="13023"/>
                </a:cubicBezTo>
                <a:cubicBezTo>
                  <a:pt x="5675" y="12952"/>
                  <a:pt x="5566" y="12678"/>
                  <a:pt x="5564" y="12200"/>
                </a:cubicBezTo>
                <a:cubicBezTo>
                  <a:pt x="5562" y="11723"/>
                  <a:pt x="5626" y="11227"/>
                  <a:pt x="5755" y="10712"/>
                </a:cubicBezTo>
                <a:cubicBezTo>
                  <a:pt x="5884" y="10198"/>
                  <a:pt x="6091" y="9749"/>
                  <a:pt x="6376" y="9366"/>
                </a:cubicBezTo>
                <a:cubicBezTo>
                  <a:pt x="6662" y="8983"/>
                  <a:pt x="6948" y="8839"/>
                  <a:pt x="7235" y="8933"/>
                </a:cubicBezTo>
                <a:cubicBezTo>
                  <a:pt x="9076" y="9379"/>
                  <a:pt x="10707" y="9617"/>
                  <a:pt x="12127" y="9648"/>
                </a:cubicBezTo>
                <a:cubicBezTo>
                  <a:pt x="13550" y="9677"/>
                  <a:pt x="14850" y="9409"/>
                  <a:pt x="16030" y="8843"/>
                </a:cubicBezTo>
                <a:cubicBezTo>
                  <a:pt x="17212" y="8277"/>
                  <a:pt x="18313" y="7346"/>
                  <a:pt x="19334" y="6053"/>
                </a:cubicBezTo>
                <a:cubicBezTo>
                  <a:pt x="20356" y="4758"/>
                  <a:pt x="21436" y="2986"/>
                  <a:pt x="22572" y="736"/>
                </a:cubicBezTo>
                <a:cubicBezTo>
                  <a:pt x="22786" y="328"/>
                  <a:pt x="23180" y="100"/>
                  <a:pt x="23753" y="50"/>
                </a:cubicBezTo>
                <a:cubicBezTo>
                  <a:pt x="24327" y="0"/>
                  <a:pt x="24900" y="69"/>
                  <a:pt x="25474" y="258"/>
                </a:cubicBezTo>
                <a:cubicBezTo>
                  <a:pt x="26048" y="446"/>
                  <a:pt x="26539" y="707"/>
                  <a:pt x="26946" y="1040"/>
                </a:cubicBezTo>
                <a:cubicBezTo>
                  <a:pt x="27354" y="1373"/>
                  <a:pt x="27510" y="1683"/>
                  <a:pt x="27416" y="1970"/>
                </a:cubicBezTo>
                <a:lnTo>
                  <a:pt x="24372" y="11227"/>
                </a:lnTo>
                <a:cubicBezTo>
                  <a:pt x="23995" y="12376"/>
                  <a:pt x="23830" y="13058"/>
                  <a:pt x="23878" y="13272"/>
                </a:cubicBezTo>
                <a:cubicBezTo>
                  <a:pt x="23928" y="13487"/>
                  <a:pt x="24348" y="13723"/>
                  <a:pt x="25137" y="13983"/>
                </a:cubicBezTo>
                <a:lnTo>
                  <a:pt x="36331" y="17663"/>
                </a:lnTo>
                <a:cubicBezTo>
                  <a:pt x="36834" y="17828"/>
                  <a:pt x="37062" y="18222"/>
                  <a:pt x="37017" y="18844"/>
                </a:cubicBezTo>
                <a:cubicBezTo>
                  <a:pt x="36971" y="19465"/>
                  <a:pt x="36878" y="19991"/>
                  <a:pt x="36737" y="20421"/>
                </a:cubicBezTo>
                <a:cubicBezTo>
                  <a:pt x="36595" y="20851"/>
                  <a:pt x="36334" y="21342"/>
                  <a:pt x="35954" y="21893"/>
                </a:cubicBezTo>
                <a:cubicBezTo>
                  <a:pt x="35575" y="22444"/>
                  <a:pt x="35098" y="22625"/>
                  <a:pt x="34523" y="22436"/>
                </a:cubicBezTo>
                <a:lnTo>
                  <a:pt x="23006" y="18650"/>
                </a:lnTo>
                <a:cubicBezTo>
                  <a:pt x="22503" y="18484"/>
                  <a:pt x="22174" y="18516"/>
                  <a:pt x="22019" y="18744"/>
                </a:cubicBezTo>
                <a:cubicBezTo>
                  <a:pt x="21866" y="18971"/>
                  <a:pt x="21529" y="19875"/>
                  <a:pt x="21010" y="21454"/>
                </a:cubicBezTo>
                <a:lnTo>
                  <a:pt x="13119" y="454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Text t">
            <a:extLst xmlns:a="http://schemas.openxmlformats.org/drawingml/2006/main">
              <a:ext uri="{FF2B5EF4-FFF2-40B4-BE49-F238E27FC236}">
                <a16:creationId xmlns:a16="http://schemas.microsoft.com/office/drawing/2014/main" id="{17494FD7-329A-42A7-8156-C70049AB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0254" y="4025195"/>
            <a:ext cx="37062" cy="65517"/>
          </a:xfrm>
          <a:custGeom xmlns:a="http://schemas.openxmlformats.org/drawingml/2006/main">
            <a:pathLst>
              <a:path w="37062" h="65517">
                <a:moveTo>
                  <a:pt x="13119" y="45458"/>
                </a:moveTo>
                <a:cubicBezTo>
                  <a:pt x="11797" y="49476"/>
                  <a:pt x="11267" y="52602"/>
                  <a:pt x="11526" y="54835"/>
                </a:cubicBezTo>
                <a:cubicBezTo>
                  <a:pt x="11786" y="57067"/>
                  <a:pt x="13101" y="58572"/>
                  <a:pt x="15469" y="59351"/>
                </a:cubicBezTo>
                <a:cubicBezTo>
                  <a:pt x="17119" y="59894"/>
                  <a:pt x="18762" y="60156"/>
                  <a:pt x="20398" y="60138"/>
                </a:cubicBezTo>
                <a:cubicBezTo>
                  <a:pt x="22035" y="60119"/>
                  <a:pt x="23342" y="59953"/>
                  <a:pt x="24320" y="59638"/>
                </a:cubicBezTo>
                <a:cubicBezTo>
                  <a:pt x="24583" y="59566"/>
                  <a:pt x="24840" y="59630"/>
                  <a:pt x="25092" y="59832"/>
                </a:cubicBezTo>
                <a:cubicBezTo>
                  <a:pt x="25344" y="60034"/>
                  <a:pt x="25535" y="60296"/>
                  <a:pt x="25667" y="60618"/>
                </a:cubicBezTo>
                <a:cubicBezTo>
                  <a:pt x="25800" y="60940"/>
                  <a:pt x="25874" y="61262"/>
                  <a:pt x="25887" y="61584"/>
                </a:cubicBezTo>
                <a:cubicBezTo>
                  <a:pt x="25901" y="61906"/>
                  <a:pt x="25801" y="62152"/>
                  <a:pt x="25586" y="62321"/>
                </a:cubicBezTo>
                <a:cubicBezTo>
                  <a:pt x="23492" y="64096"/>
                  <a:pt x="21197" y="65091"/>
                  <a:pt x="18701" y="65304"/>
                </a:cubicBezTo>
                <a:cubicBezTo>
                  <a:pt x="16205" y="65517"/>
                  <a:pt x="13486" y="65140"/>
                  <a:pt x="10544" y="64173"/>
                </a:cubicBezTo>
                <a:cubicBezTo>
                  <a:pt x="5665" y="62569"/>
                  <a:pt x="2580" y="60343"/>
                  <a:pt x="1290" y="57494"/>
                </a:cubicBezTo>
                <a:cubicBezTo>
                  <a:pt x="0" y="54645"/>
                  <a:pt x="122" y="50887"/>
                  <a:pt x="1656" y="46223"/>
                </a:cubicBezTo>
                <a:lnTo>
                  <a:pt x="10751" y="18558"/>
                </a:lnTo>
                <a:cubicBezTo>
                  <a:pt x="11034" y="17697"/>
                  <a:pt x="11222" y="17003"/>
                  <a:pt x="11315" y="16477"/>
                </a:cubicBezTo>
                <a:cubicBezTo>
                  <a:pt x="11409" y="15951"/>
                  <a:pt x="11311" y="15522"/>
                  <a:pt x="11023" y="15189"/>
                </a:cubicBezTo>
                <a:cubicBezTo>
                  <a:pt x="10735" y="14855"/>
                  <a:pt x="10184" y="14534"/>
                  <a:pt x="9370" y="14227"/>
                </a:cubicBezTo>
                <a:cubicBezTo>
                  <a:pt x="8557" y="13920"/>
                  <a:pt x="7397" y="13518"/>
                  <a:pt x="5891" y="13023"/>
                </a:cubicBezTo>
                <a:cubicBezTo>
                  <a:pt x="5675" y="12952"/>
                  <a:pt x="5566" y="12678"/>
                  <a:pt x="5564" y="12200"/>
                </a:cubicBezTo>
                <a:cubicBezTo>
                  <a:pt x="5562" y="11723"/>
                  <a:pt x="5626" y="11227"/>
                  <a:pt x="5755" y="10712"/>
                </a:cubicBezTo>
                <a:cubicBezTo>
                  <a:pt x="5884" y="10198"/>
                  <a:pt x="6091" y="9749"/>
                  <a:pt x="6376" y="9366"/>
                </a:cubicBezTo>
                <a:cubicBezTo>
                  <a:pt x="6662" y="8983"/>
                  <a:pt x="6948" y="8839"/>
                  <a:pt x="7235" y="8933"/>
                </a:cubicBezTo>
                <a:cubicBezTo>
                  <a:pt x="9076" y="9379"/>
                  <a:pt x="10707" y="9617"/>
                  <a:pt x="12127" y="9648"/>
                </a:cubicBezTo>
                <a:cubicBezTo>
                  <a:pt x="13550" y="9677"/>
                  <a:pt x="14850" y="9409"/>
                  <a:pt x="16030" y="8843"/>
                </a:cubicBezTo>
                <a:cubicBezTo>
                  <a:pt x="17212" y="8277"/>
                  <a:pt x="18313" y="7346"/>
                  <a:pt x="19334" y="6053"/>
                </a:cubicBezTo>
                <a:cubicBezTo>
                  <a:pt x="20356" y="4758"/>
                  <a:pt x="21436" y="2986"/>
                  <a:pt x="22572" y="736"/>
                </a:cubicBezTo>
                <a:cubicBezTo>
                  <a:pt x="22786" y="328"/>
                  <a:pt x="23180" y="100"/>
                  <a:pt x="23753" y="50"/>
                </a:cubicBezTo>
                <a:cubicBezTo>
                  <a:pt x="24327" y="0"/>
                  <a:pt x="24900" y="69"/>
                  <a:pt x="25474" y="258"/>
                </a:cubicBezTo>
                <a:cubicBezTo>
                  <a:pt x="26048" y="446"/>
                  <a:pt x="26539" y="707"/>
                  <a:pt x="26946" y="1040"/>
                </a:cubicBezTo>
                <a:cubicBezTo>
                  <a:pt x="27354" y="1373"/>
                  <a:pt x="27510" y="1683"/>
                  <a:pt x="27416" y="1970"/>
                </a:cubicBezTo>
                <a:lnTo>
                  <a:pt x="24372" y="11227"/>
                </a:lnTo>
                <a:cubicBezTo>
                  <a:pt x="23995" y="12376"/>
                  <a:pt x="23830" y="13058"/>
                  <a:pt x="23878" y="13272"/>
                </a:cubicBezTo>
                <a:cubicBezTo>
                  <a:pt x="23928" y="13487"/>
                  <a:pt x="24348" y="13723"/>
                  <a:pt x="25137" y="13983"/>
                </a:cubicBezTo>
                <a:lnTo>
                  <a:pt x="36331" y="17663"/>
                </a:lnTo>
                <a:cubicBezTo>
                  <a:pt x="36834" y="17828"/>
                  <a:pt x="37062" y="18222"/>
                  <a:pt x="37017" y="18844"/>
                </a:cubicBezTo>
                <a:cubicBezTo>
                  <a:pt x="36971" y="19465"/>
                  <a:pt x="36878" y="19991"/>
                  <a:pt x="36737" y="20421"/>
                </a:cubicBezTo>
                <a:cubicBezTo>
                  <a:pt x="36595" y="20851"/>
                  <a:pt x="36334" y="21342"/>
                  <a:pt x="35954" y="21893"/>
                </a:cubicBezTo>
                <a:cubicBezTo>
                  <a:pt x="35575" y="22444"/>
                  <a:pt x="35098" y="22625"/>
                  <a:pt x="34523" y="22436"/>
                </a:cubicBezTo>
                <a:lnTo>
                  <a:pt x="23006" y="18650"/>
                </a:lnTo>
                <a:cubicBezTo>
                  <a:pt x="22503" y="18484"/>
                  <a:pt x="22174" y="18516"/>
                  <a:pt x="22019" y="18744"/>
                </a:cubicBezTo>
                <a:cubicBezTo>
                  <a:pt x="21866" y="18971"/>
                  <a:pt x="21529" y="19875"/>
                  <a:pt x="21010" y="21454"/>
                </a:cubicBezTo>
                <a:lnTo>
                  <a:pt x="13119" y="454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Text r">
            <a:extLst xmlns:a="http://schemas.openxmlformats.org/drawingml/2006/main">
              <a:ext uri="{FF2B5EF4-FFF2-40B4-BE49-F238E27FC236}">
                <a16:creationId xmlns:a16="http://schemas.microsoft.com/office/drawing/2014/main" id="{8876630E-B0F3-4267-ADE1-057047B2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138" y="4046004"/>
            <a:ext cx="56030" cy="57635"/>
          </a:xfrm>
          <a:custGeom xmlns:a="http://schemas.openxmlformats.org/drawingml/2006/main">
            <a:pathLst>
              <a:path w="56030" h="57635">
                <a:moveTo>
                  <a:pt x="23678" y="40567"/>
                </a:moveTo>
                <a:cubicBezTo>
                  <a:pt x="23088" y="42362"/>
                  <a:pt x="22646" y="43887"/>
                  <a:pt x="22352" y="45142"/>
                </a:cubicBezTo>
                <a:cubicBezTo>
                  <a:pt x="22060" y="46397"/>
                  <a:pt x="22106" y="47526"/>
                  <a:pt x="22492" y="48528"/>
                </a:cubicBezTo>
                <a:cubicBezTo>
                  <a:pt x="22878" y="49529"/>
                  <a:pt x="23682" y="50470"/>
                  <a:pt x="24904" y="51348"/>
                </a:cubicBezTo>
                <a:cubicBezTo>
                  <a:pt x="26127" y="52227"/>
                  <a:pt x="27995" y="53199"/>
                  <a:pt x="30507" y="54264"/>
                </a:cubicBezTo>
                <a:cubicBezTo>
                  <a:pt x="30914" y="54477"/>
                  <a:pt x="31171" y="54780"/>
                  <a:pt x="31280" y="55173"/>
                </a:cubicBezTo>
                <a:cubicBezTo>
                  <a:pt x="31389" y="55567"/>
                  <a:pt x="31373" y="55980"/>
                  <a:pt x="31232" y="56410"/>
                </a:cubicBezTo>
                <a:cubicBezTo>
                  <a:pt x="31114" y="56769"/>
                  <a:pt x="30894" y="57075"/>
                  <a:pt x="30572" y="57327"/>
                </a:cubicBezTo>
                <a:cubicBezTo>
                  <a:pt x="30251" y="57579"/>
                  <a:pt x="29876" y="57635"/>
                  <a:pt x="29445" y="57493"/>
                </a:cubicBezTo>
                <a:cubicBezTo>
                  <a:pt x="26359" y="56479"/>
                  <a:pt x="23674" y="55456"/>
                  <a:pt x="21388" y="54426"/>
                </a:cubicBezTo>
                <a:cubicBezTo>
                  <a:pt x="19102" y="53396"/>
                  <a:pt x="16882" y="52528"/>
                  <a:pt x="14730" y="51820"/>
                </a:cubicBezTo>
                <a:cubicBezTo>
                  <a:pt x="12433" y="51065"/>
                  <a:pt x="10113" y="50441"/>
                  <a:pt x="7770" y="49949"/>
                </a:cubicBezTo>
                <a:cubicBezTo>
                  <a:pt x="5427" y="49457"/>
                  <a:pt x="3107" y="48834"/>
                  <a:pt x="811" y="48079"/>
                </a:cubicBezTo>
                <a:cubicBezTo>
                  <a:pt x="453" y="47962"/>
                  <a:pt x="219" y="47706"/>
                  <a:pt x="110" y="47312"/>
                </a:cubicBezTo>
                <a:cubicBezTo>
                  <a:pt x="0" y="46918"/>
                  <a:pt x="4" y="46541"/>
                  <a:pt x="122" y="46182"/>
                </a:cubicBezTo>
                <a:cubicBezTo>
                  <a:pt x="264" y="45752"/>
                  <a:pt x="496" y="45411"/>
                  <a:pt x="817" y="45159"/>
                </a:cubicBezTo>
                <a:cubicBezTo>
                  <a:pt x="1139" y="44906"/>
                  <a:pt x="1527" y="44816"/>
                  <a:pt x="1981" y="44886"/>
                </a:cubicBezTo>
                <a:cubicBezTo>
                  <a:pt x="4061" y="45331"/>
                  <a:pt x="5728" y="45521"/>
                  <a:pt x="6981" y="45456"/>
                </a:cubicBezTo>
                <a:cubicBezTo>
                  <a:pt x="8235" y="45391"/>
                  <a:pt x="9237" y="45065"/>
                  <a:pt x="9987" y="44477"/>
                </a:cubicBezTo>
                <a:cubicBezTo>
                  <a:pt x="10738" y="43887"/>
                  <a:pt x="11350" y="43055"/>
                  <a:pt x="11822" y="41979"/>
                </a:cubicBezTo>
                <a:cubicBezTo>
                  <a:pt x="12296" y="40902"/>
                  <a:pt x="12805" y="39538"/>
                  <a:pt x="13348" y="37886"/>
                </a:cubicBezTo>
                <a:lnTo>
                  <a:pt x="18515" y="22171"/>
                </a:lnTo>
                <a:cubicBezTo>
                  <a:pt x="19671" y="18654"/>
                  <a:pt x="20513" y="15850"/>
                  <a:pt x="21040" y="13757"/>
                </a:cubicBezTo>
                <a:cubicBezTo>
                  <a:pt x="21569" y="11664"/>
                  <a:pt x="21747" y="9974"/>
                  <a:pt x="21574" y="8685"/>
                </a:cubicBezTo>
                <a:cubicBezTo>
                  <a:pt x="21402" y="7396"/>
                  <a:pt x="20801" y="6383"/>
                  <a:pt x="19770" y="5646"/>
                </a:cubicBezTo>
                <a:cubicBezTo>
                  <a:pt x="18741" y="4909"/>
                  <a:pt x="17245" y="4139"/>
                  <a:pt x="15283" y="3335"/>
                </a:cubicBezTo>
                <a:cubicBezTo>
                  <a:pt x="14925" y="3217"/>
                  <a:pt x="14715" y="2950"/>
                  <a:pt x="14653" y="2533"/>
                </a:cubicBezTo>
                <a:cubicBezTo>
                  <a:pt x="14591" y="2115"/>
                  <a:pt x="14620" y="1726"/>
                  <a:pt x="14738" y="1367"/>
                </a:cubicBezTo>
                <a:cubicBezTo>
                  <a:pt x="14855" y="1009"/>
                  <a:pt x="15063" y="680"/>
                  <a:pt x="15361" y="379"/>
                </a:cubicBezTo>
                <a:cubicBezTo>
                  <a:pt x="15658" y="79"/>
                  <a:pt x="16022" y="0"/>
                  <a:pt x="16453" y="141"/>
                </a:cubicBezTo>
                <a:cubicBezTo>
                  <a:pt x="17935" y="470"/>
                  <a:pt x="19980" y="963"/>
                  <a:pt x="22586" y="1621"/>
                </a:cubicBezTo>
                <a:cubicBezTo>
                  <a:pt x="25193" y="2279"/>
                  <a:pt x="27942" y="2686"/>
                  <a:pt x="30832" y="2841"/>
                </a:cubicBezTo>
                <a:cubicBezTo>
                  <a:pt x="31931" y="2885"/>
                  <a:pt x="32769" y="3121"/>
                  <a:pt x="33344" y="3549"/>
                </a:cubicBezTo>
                <a:cubicBezTo>
                  <a:pt x="33919" y="3976"/>
                  <a:pt x="34006" y="4680"/>
                  <a:pt x="33603" y="5662"/>
                </a:cubicBezTo>
                <a:lnTo>
                  <a:pt x="31123" y="12480"/>
                </a:lnTo>
                <a:cubicBezTo>
                  <a:pt x="31076" y="12623"/>
                  <a:pt x="31082" y="12725"/>
                  <a:pt x="31141" y="12784"/>
                </a:cubicBezTo>
                <a:cubicBezTo>
                  <a:pt x="31202" y="12844"/>
                  <a:pt x="31327" y="12825"/>
                  <a:pt x="31518" y="12728"/>
                </a:cubicBezTo>
                <a:cubicBezTo>
                  <a:pt x="34016" y="10210"/>
                  <a:pt x="36654" y="8414"/>
                  <a:pt x="39432" y="7340"/>
                </a:cubicBezTo>
                <a:cubicBezTo>
                  <a:pt x="42211" y="6265"/>
                  <a:pt x="45431" y="6329"/>
                  <a:pt x="49090" y="7532"/>
                </a:cubicBezTo>
                <a:cubicBezTo>
                  <a:pt x="52105" y="8523"/>
                  <a:pt x="54076" y="10026"/>
                  <a:pt x="55003" y="12040"/>
                </a:cubicBezTo>
                <a:cubicBezTo>
                  <a:pt x="55931" y="14055"/>
                  <a:pt x="56030" y="16175"/>
                  <a:pt x="55298" y="18400"/>
                </a:cubicBezTo>
                <a:cubicBezTo>
                  <a:pt x="54897" y="19620"/>
                  <a:pt x="54065" y="20579"/>
                  <a:pt x="52802" y="21277"/>
                </a:cubicBezTo>
                <a:cubicBezTo>
                  <a:pt x="51538" y="21975"/>
                  <a:pt x="50046" y="22041"/>
                  <a:pt x="48325" y="21475"/>
                </a:cubicBezTo>
                <a:cubicBezTo>
                  <a:pt x="46674" y="20932"/>
                  <a:pt x="45655" y="20159"/>
                  <a:pt x="45268" y="19157"/>
                </a:cubicBezTo>
                <a:cubicBezTo>
                  <a:pt x="44883" y="18156"/>
                  <a:pt x="44843" y="17189"/>
                  <a:pt x="45150" y="16256"/>
                </a:cubicBezTo>
                <a:cubicBezTo>
                  <a:pt x="45480" y="15252"/>
                  <a:pt x="45542" y="14398"/>
                  <a:pt x="45335" y="13694"/>
                </a:cubicBezTo>
                <a:cubicBezTo>
                  <a:pt x="45130" y="12989"/>
                  <a:pt x="44381" y="12425"/>
                  <a:pt x="43089" y="12000"/>
                </a:cubicBezTo>
                <a:cubicBezTo>
                  <a:pt x="41726" y="11552"/>
                  <a:pt x="40341" y="11593"/>
                  <a:pt x="38933" y="12124"/>
                </a:cubicBezTo>
                <a:cubicBezTo>
                  <a:pt x="37526" y="12655"/>
                  <a:pt x="36227" y="13402"/>
                  <a:pt x="35036" y="14363"/>
                </a:cubicBezTo>
                <a:cubicBezTo>
                  <a:pt x="33845" y="15323"/>
                  <a:pt x="32822" y="16379"/>
                  <a:pt x="31967" y="17529"/>
                </a:cubicBezTo>
                <a:cubicBezTo>
                  <a:pt x="31113" y="18679"/>
                  <a:pt x="30567" y="19612"/>
                  <a:pt x="30331" y="20330"/>
                </a:cubicBezTo>
                <a:lnTo>
                  <a:pt x="23678" y="405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Text i">
            <a:extLst xmlns:a="http://schemas.openxmlformats.org/drawingml/2006/main">
              <a:ext uri="{FF2B5EF4-FFF2-40B4-BE49-F238E27FC236}">
                <a16:creationId xmlns:a16="http://schemas.microsoft.com/office/drawing/2014/main" id="{7B71B6AE-F22D-4C54-A95D-9E5BA420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240" y="4038572"/>
            <a:ext cx="41127" cy="77856"/>
          </a:xfrm>
          <a:custGeom xmlns:a="http://schemas.openxmlformats.org/drawingml/2006/main">
            <a:pathLst>
              <a:path w="41127" h="77856">
                <a:moveTo>
                  <a:pt x="23031" y="61957"/>
                </a:moveTo>
                <a:cubicBezTo>
                  <a:pt x="22441" y="63751"/>
                  <a:pt x="21982" y="65270"/>
                  <a:pt x="21652" y="66514"/>
                </a:cubicBezTo>
                <a:cubicBezTo>
                  <a:pt x="21323" y="67757"/>
                  <a:pt x="21244" y="68845"/>
                  <a:pt x="21415" y="69776"/>
                </a:cubicBezTo>
                <a:cubicBezTo>
                  <a:pt x="21585" y="70707"/>
                  <a:pt x="22049" y="71535"/>
                  <a:pt x="22804" y="72260"/>
                </a:cubicBezTo>
                <a:cubicBezTo>
                  <a:pt x="23560" y="72985"/>
                  <a:pt x="24728" y="73727"/>
                  <a:pt x="26307" y="74486"/>
                </a:cubicBezTo>
                <a:cubicBezTo>
                  <a:pt x="26714" y="74698"/>
                  <a:pt x="26973" y="75001"/>
                  <a:pt x="27082" y="75395"/>
                </a:cubicBezTo>
                <a:cubicBezTo>
                  <a:pt x="27192" y="75789"/>
                  <a:pt x="27176" y="76202"/>
                  <a:pt x="27034" y="76632"/>
                </a:cubicBezTo>
                <a:cubicBezTo>
                  <a:pt x="26916" y="76991"/>
                  <a:pt x="26696" y="77297"/>
                  <a:pt x="26374" y="77549"/>
                </a:cubicBezTo>
                <a:cubicBezTo>
                  <a:pt x="26052" y="77801"/>
                  <a:pt x="25676" y="77856"/>
                  <a:pt x="25246" y="77715"/>
                </a:cubicBezTo>
                <a:cubicBezTo>
                  <a:pt x="23954" y="77290"/>
                  <a:pt x="22308" y="76609"/>
                  <a:pt x="20309" y="75673"/>
                </a:cubicBezTo>
                <a:cubicBezTo>
                  <a:pt x="18311" y="74738"/>
                  <a:pt x="16236" y="73917"/>
                  <a:pt x="14083" y="73209"/>
                </a:cubicBezTo>
                <a:cubicBezTo>
                  <a:pt x="11787" y="72455"/>
                  <a:pt x="9503" y="71843"/>
                  <a:pt x="7231" y="71374"/>
                </a:cubicBezTo>
                <a:cubicBezTo>
                  <a:pt x="4960" y="70906"/>
                  <a:pt x="2819" y="70342"/>
                  <a:pt x="810" y="69681"/>
                </a:cubicBezTo>
                <a:cubicBezTo>
                  <a:pt x="452" y="69563"/>
                  <a:pt x="218" y="69308"/>
                  <a:pt x="108" y="68914"/>
                </a:cubicBezTo>
                <a:cubicBezTo>
                  <a:pt x="0" y="68520"/>
                  <a:pt x="5" y="68144"/>
                  <a:pt x="123" y="67784"/>
                </a:cubicBezTo>
                <a:cubicBezTo>
                  <a:pt x="264" y="67354"/>
                  <a:pt x="496" y="67013"/>
                  <a:pt x="816" y="66760"/>
                </a:cubicBezTo>
                <a:cubicBezTo>
                  <a:pt x="1138" y="66508"/>
                  <a:pt x="1526" y="66417"/>
                  <a:pt x="1980" y="66488"/>
                </a:cubicBezTo>
                <a:cubicBezTo>
                  <a:pt x="3917" y="66885"/>
                  <a:pt x="5476" y="67040"/>
                  <a:pt x="6658" y="66952"/>
                </a:cubicBezTo>
                <a:cubicBezTo>
                  <a:pt x="7839" y="66863"/>
                  <a:pt x="8787" y="66519"/>
                  <a:pt x="9502" y="65919"/>
                </a:cubicBezTo>
                <a:cubicBezTo>
                  <a:pt x="10216" y="65318"/>
                  <a:pt x="10792" y="64473"/>
                  <a:pt x="11228" y="63385"/>
                </a:cubicBezTo>
                <a:cubicBezTo>
                  <a:pt x="11666" y="62297"/>
                  <a:pt x="12157" y="60927"/>
                  <a:pt x="12700" y="59275"/>
                </a:cubicBezTo>
                <a:lnTo>
                  <a:pt x="18397" y="41945"/>
                </a:lnTo>
                <a:cubicBezTo>
                  <a:pt x="19412" y="38859"/>
                  <a:pt x="20154" y="36360"/>
                  <a:pt x="20624" y="34447"/>
                </a:cubicBezTo>
                <a:cubicBezTo>
                  <a:pt x="21094" y="32534"/>
                  <a:pt x="21237" y="31010"/>
                  <a:pt x="21052" y="29877"/>
                </a:cubicBezTo>
                <a:cubicBezTo>
                  <a:pt x="20869" y="28743"/>
                  <a:pt x="20334" y="27831"/>
                  <a:pt x="19447" y="27142"/>
                </a:cubicBezTo>
                <a:cubicBezTo>
                  <a:pt x="18561" y="26452"/>
                  <a:pt x="17292" y="25717"/>
                  <a:pt x="15640" y="24936"/>
                </a:cubicBezTo>
                <a:cubicBezTo>
                  <a:pt x="15210" y="24795"/>
                  <a:pt x="14946" y="24509"/>
                  <a:pt x="14848" y="24079"/>
                </a:cubicBezTo>
                <a:cubicBezTo>
                  <a:pt x="14752" y="23649"/>
                  <a:pt x="14762" y="23255"/>
                  <a:pt x="14880" y="22897"/>
                </a:cubicBezTo>
                <a:cubicBezTo>
                  <a:pt x="14998" y="22538"/>
                  <a:pt x="15223" y="22215"/>
                  <a:pt x="15556" y="21927"/>
                </a:cubicBezTo>
                <a:cubicBezTo>
                  <a:pt x="15890" y="21639"/>
                  <a:pt x="16272" y="21566"/>
                  <a:pt x="16702" y="21707"/>
                </a:cubicBezTo>
                <a:cubicBezTo>
                  <a:pt x="17443" y="21871"/>
                  <a:pt x="18345" y="22088"/>
                  <a:pt x="19409" y="22359"/>
                </a:cubicBezTo>
                <a:cubicBezTo>
                  <a:pt x="20474" y="22629"/>
                  <a:pt x="21598" y="22899"/>
                  <a:pt x="22781" y="23169"/>
                </a:cubicBezTo>
                <a:cubicBezTo>
                  <a:pt x="23965" y="23438"/>
                  <a:pt x="25179" y="23678"/>
                  <a:pt x="26421" y="23889"/>
                </a:cubicBezTo>
                <a:cubicBezTo>
                  <a:pt x="27665" y="24099"/>
                  <a:pt x="28789" y="24249"/>
                  <a:pt x="29793" y="24340"/>
                </a:cubicBezTo>
                <a:cubicBezTo>
                  <a:pt x="30629" y="24456"/>
                  <a:pt x="31310" y="24501"/>
                  <a:pt x="31836" y="24475"/>
                </a:cubicBezTo>
                <a:cubicBezTo>
                  <a:pt x="32361" y="24449"/>
                  <a:pt x="32768" y="24483"/>
                  <a:pt x="33054" y="24577"/>
                </a:cubicBezTo>
                <a:cubicBezTo>
                  <a:pt x="33915" y="24860"/>
                  <a:pt x="34388" y="25294"/>
                  <a:pt x="34474" y="25879"/>
                </a:cubicBezTo>
                <a:cubicBezTo>
                  <a:pt x="34560" y="26464"/>
                  <a:pt x="34533" y="26972"/>
                  <a:pt x="34392" y="27403"/>
                </a:cubicBezTo>
                <a:lnTo>
                  <a:pt x="23031" y="61957"/>
                </a:lnTo>
                <a:moveTo>
                  <a:pt x="33003" y="12395"/>
                </a:moveTo>
                <a:cubicBezTo>
                  <a:pt x="31209" y="11805"/>
                  <a:pt x="29849" y="10741"/>
                  <a:pt x="28923" y="9204"/>
                </a:cubicBezTo>
                <a:cubicBezTo>
                  <a:pt x="27997" y="7667"/>
                  <a:pt x="27806" y="6074"/>
                  <a:pt x="28349" y="4423"/>
                </a:cubicBezTo>
                <a:cubicBezTo>
                  <a:pt x="28891" y="2772"/>
                  <a:pt x="29961" y="1573"/>
                  <a:pt x="31559" y="827"/>
                </a:cubicBezTo>
                <a:cubicBezTo>
                  <a:pt x="33156" y="79"/>
                  <a:pt x="34852" y="0"/>
                  <a:pt x="36645" y="590"/>
                </a:cubicBezTo>
                <a:cubicBezTo>
                  <a:pt x="38368" y="1156"/>
                  <a:pt x="39590" y="2214"/>
                  <a:pt x="40313" y="3765"/>
                </a:cubicBezTo>
                <a:cubicBezTo>
                  <a:pt x="41037" y="5314"/>
                  <a:pt x="41127" y="6914"/>
                  <a:pt x="40585" y="8564"/>
                </a:cubicBezTo>
                <a:cubicBezTo>
                  <a:pt x="40066" y="10144"/>
                  <a:pt x="39085" y="11312"/>
                  <a:pt x="37643" y="12071"/>
                </a:cubicBezTo>
                <a:cubicBezTo>
                  <a:pt x="36201" y="12830"/>
                  <a:pt x="34654" y="12938"/>
                  <a:pt x="33003" y="123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b">
            <a:extLst xmlns:a="http://schemas.openxmlformats.org/drawingml/2006/main">
              <a:ext uri="{FF2B5EF4-FFF2-40B4-BE49-F238E27FC236}">
                <a16:creationId xmlns:a16="http://schemas.microsoft.com/office/drawing/2014/main" id="{A519B954-A150-4C28-8ADC-4E354F54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329" y="4044805"/>
            <a:ext cx="54880" cy="83557"/>
          </a:xfrm>
          <a:custGeom xmlns:a="http://schemas.openxmlformats.org/drawingml/2006/main">
            <a:pathLst>
              <a:path w="54880" h="83557">
                <a:moveTo>
                  <a:pt x="13092" y="67482"/>
                </a:moveTo>
                <a:cubicBezTo>
                  <a:pt x="12951" y="67914"/>
                  <a:pt x="12989" y="68642"/>
                  <a:pt x="13207" y="69668"/>
                </a:cubicBezTo>
                <a:cubicBezTo>
                  <a:pt x="13427" y="70694"/>
                  <a:pt x="13856" y="71749"/>
                  <a:pt x="14493" y="72833"/>
                </a:cubicBezTo>
                <a:cubicBezTo>
                  <a:pt x="15131" y="73918"/>
                  <a:pt x="15978" y="74972"/>
                  <a:pt x="17032" y="75994"/>
                </a:cubicBezTo>
                <a:cubicBezTo>
                  <a:pt x="18087" y="77017"/>
                  <a:pt x="19369" y="77776"/>
                  <a:pt x="20877" y="78272"/>
                </a:cubicBezTo>
                <a:cubicBezTo>
                  <a:pt x="23460" y="79121"/>
                  <a:pt x="25807" y="79237"/>
                  <a:pt x="27919" y="78620"/>
                </a:cubicBezTo>
                <a:cubicBezTo>
                  <a:pt x="30031" y="78002"/>
                  <a:pt x="31925" y="76836"/>
                  <a:pt x="33601" y="75120"/>
                </a:cubicBezTo>
                <a:cubicBezTo>
                  <a:pt x="35279" y="73405"/>
                  <a:pt x="36752" y="71285"/>
                  <a:pt x="38019" y="68759"/>
                </a:cubicBezTo>
                <a:cubicBezTo>
                  <a:pt x="39286" y="66233"/>
                  <a:pt x="40403" y="63500"/>
                  <a:pt x="41370" y="60559"/>
                </a:cubicBezTo>
                <a:cubicBezTo>
                  <a:pt x="42196" y="58047"/>
                  <a:pt x="42825" y="55649"/>
                  <a:pt x="43258" y="53366"/>
                </a:cubicBezTo>
                <a:cubicBezTo>
                  <a:pt x="43691" y="51082"/>
                  <a:pt x="43802" y="48992"/>
                  <a:pt x="43591" y="47094"/>
                </a:cubicBezTo>
                <a:cubicBezTo>
                  <a:pt x="43380" y="45195"/>
                  <a:pt x="42753" y="43537"/>
                  <a:pt x="41707" y="42121"/>
                </a:cubicBezTo>
                <a:cubicBezTo>
                  <a:pt x="40663" y="40704"/>
                  <a:pt x="39028" y="39629"/>
                  <a:pt x="36803" y="38898"/>
                </a:cubicBezTo>
                <a:cubicBezTo>
                  <a:pt x="34937" y="38284"/>
                  <a:pt x="33096" y="38077"/>
                  <a:pt x="31281" y="38277"/>
                </a:cubicBezTo>
                <a:cubicBezTo>
                  <a:pt x="29466" y="38475"/>
                  <a:pt x="27819" y="38888"/>
                  <a:pt x="26340" y="39515"/>
                </a:cubicBezTo>
                <a:cubicBezTo>
                  <a:pt x="24862" y="40142"/>
                  <a:pt x="23600" y="40959"/>
                  <a:pt x="22553" y="41967"/>
                </a:cubicBezTo>
                <a:cubicBezTo>
                  <a:pt x="21507" y="42974"/>
                  <a:pt x="20831" y="43945"/>
                  <a:pt x="20524" y="44878"/>
                </a:cubicBezTo>
                <a:lnTo>
                  <a:pt x="13092" y="67482"/>
                </a:lnTo>
                <a:moveTo>
                  <a:pt x="17376" y="20344"/>
                </a:moveTo>
                <a:cubicBezTo>
                  <a:pt x="18391" y="17258"/>
                  <a:pt x="19168" y="14771"/>
                  <a:pt x="19710" y="12881"/>
                </a:cubicBezTo>
                <a:cubicBezTo>
                  <a:pt x="20252" y="10992"/>
                  <a:pt x="20449" y="9486"/>
                  <a:pt x="20301" y="8365"/>
                </a:cubicBezTo>
                <a:cubicBezTo>
                  <a:pt x="20153" y="7242"/>
                  <a:pt x="19635" y="6336"/>
                  <a:pt x="18748" y="5647"/>
                </a:cubicBezTo>
                <a:cubicBezTo>
                  <a:pt x="17862" y="4957"/>
                  <a:pt x="16521" y="4199"/>
                  <a:pt x="14726" y="3371"/>
                </a:cubicBezTo>
                <a:cubicBezTo>
                  <a:pt x="14368" y="3253"/>
                  <a:pt x="14158" y="2986"/>
                  <a:pt x="14096" y="2568"/>
                </a:cubicBezTo>
                <a:cubicBezTo>
                  <a:pt x="14035" y="2150"/>
                  <a:pt x="14045" y="1756"/>
                  <a:pt x="14127" y="1385"/>
                </a:cubicBezTo>
                <a:cubicBezTo>
                  <a:pt x="14209" y="1014"/>
                  <a:pt x="14398" y="678"/>
                  <a:pt x="14696" y="379"/>
                </a:cubicBezTo>
                <a:cubicBezTo>
                  <a:pt x="14993" y="79"/>
                  <a:pt x="15357" y="0"/>
                  <a:pt x="15788" y="141"/>
                </a:cubicBezTo>
                <a:cubicBezTo>
                  <a:pt x="17916" y="682"/>
                  <a:pt x="20338" y="1240"/>
                  <a:pt x="23051" y="1814"/>
                </a:cubicBezTo>
                <a:cubicBezTo>
                  <a:pt x="25765" y="2387"/>
                  <a:pt x="28580" y="2716"/>
                  <a:pt x="31494" y="2801"/>
                </a:cubicBezTo>
                <a:cubicBezTo>
                  <a:pt x="32593" y="2843"/>
                  <a:pt x="33239" y="3115"/>
                  <a:pt x="33432" y="3616"/>
                </a:cubicBezTo>
                <a:cubicBezTo>
                  <a:pt x="33625" y="4117"/>
                  <a:pt x="33687" y="4594"/>
                  <a:pt x="33618" y="5050"/>
                </a:cubicBezTo>
                <a:lnTo>
                  <a:pt x="23461" y="35942"/>
                </a:lnTo>
                <a:cubicBezTo>
                  <a:pt x="23414" y="36086"/>
                  <a:pt x="23426" y="36169"/>
                  <a:pt x="23497" y="36193"/>
                </a:cubicBezTo>
                <a:cubicBezTo>
                  <a:pt x="23641" y="36240"/>
                  <a:pt x="23772" y="36204"/>
                  <a:pt x="23892" y="36084"/>
                </a:cubicBezTo>
                <a:cubicBezTo>
                  <a:pt x="25939" y="34452"/>
                  <a:pt x="28508" y="33229"/>
                  <a:pt x="31597" y="32416"/>
                </a:cubicBezTo>
                <a:cubicBezTo>
                  <a:pt x="34688" y="31603"/>
                  <a:pt x="38099" y="31809"/>
                  <a:pt x="41831" y="33036"/>
                </a:cubicBezTo>
                <a:cubicBezTo>
                  <a:pt x="44917" y="34051"/>
                  <a:pt x="47425" y="35611"/>
                  <a:pt x="49356" y="37718"/>
                </a:cubicBezTo>
                <a:cubicBezTo>
                  <a:pt x="51288" y="39824"/>
                  <a:pt x="52702" y="42236"/>
                  <a:pt x="53596" y="44956"/>
                </a:cubicBezTo>
                <a:cubicBezTo>
                  <a:pt x="54492" y="47676"/>
                  <a:pt x="54880" y="50607"/>
                  <a:pt x="54762" y="53750"/>
                </a:cubicBezTo>
                <a:cubicBezTo>
                  <a:pt x="54644" y="56891"/>
                  <a:pt x="54078" y="60005"/>
                  <a:pt x="53063" y="63091"/>
                </a:cubicBezTo>
                <a:cubicBezTo>
                  <a:pt x="51506" y="67827"/>
                  <a:pt x="49420" y="71693"/>
                  <a:pt x="46804" y="74690"/>
                </a:cubicBezTo>
                <a:cubicBezTo>
                  <a:pt x="44189" y="77687"/>
                  <a:pt x="41254" y="79903"/>
                  <a:pt x="37998" y="81338"/>
                </a:cubicBezTo>
                <a:cubicBezTo>
                  <a:pt x="34743" y="82772"/>
                  <a:pt x="31282" y="83503"/>
                  <a:pt x="27615" y="83530"/>
                </a:cubicBezTo>
                <a:cubicBezTo>
                  <a:pt x="23949" y="83557"/>
                  <a:pt x="20287" y="82968"/>
                  <a:pt x="16627" y="81765"/>
                </a:cubicBezTo>
                <a:cubicBezTo>
                  <a:pt x="14115" y="80939"/>
                  <a:pt x="11477" y="79893"/>
                  <a:pt x="8712" y="78626"/>
                </a:cubicBezTo>
                <a:cubicBezTo>
                  <a:pt x="5947" y="77361"/>
                  <a:pt x="3044" y="75551"/>
                  <a:pt x="0" y="73198"/>
                </a:cubicBezTo>
                <a:lnTo>
                  <a:pt x="17376" y="20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Text u">
            <a:extLst xmlns:a="http://schemas.openxmlformats.org/drawingml/2006/main">
              <a:ext uri="{FF2B5EF4-FFF2-40B4-BE49-F238E27FC236}">
                <a16:creationId xmlns:a16="http://schemas.microsoft.com/office/drawing/2014/main" id="{F541DA86-8CDC-45B1-8BFD-0DCD82A3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0098" y="4090224"/>
            <a:ext cx="55115" cy="64759"/>
          </a:xfrm>
          <a:custGeom xmlns:a="http://schemas.openxmlformats.org/drawingml/2006/main">
            <a:pathLst>
              <a:path w="55115" h="64759">
                <a:moveTo>
                  <a:pt x="45559" y="44548"/>
                </a:moveTo>
                <a:cubicBezTo>
                  <a:pt x="44592" y="47491"/>
                  <a:pt x="43861" y="49894"/>
                  <a:pt x="43367" y="51759"/>
                </a:cubicBezTo>
                <a:cubicBezTo>
                  <a:pt x="42873" y="53624"/>
                  <a:pt x="42724" y="55166"/>
                  <a:pt x="42920" y="56385"/>
                </a:cubicBezTo>
                <a:cubicBezTo>
                  <a:pt x="43117" y="57602"/>
                  <a:pt x="43689" y="58585"/>
                  <a:pt x="44636" y="59333"/>
                </a:cubicBezTo>
                <a:cubicBezTo>
                  <a:pt x="45582" y="60081"/>
                  <a:pt x="47024" y="60773"/>
                  <a:pt x="48961" y="61410"/>
                </a:cubicBezTo>
                <a:cubicBezTo>
                  <a:pt x="49248" y="61505"/>
                  <a:pt x="49429" y="61743"/>
                  <a:pt x="49502" y="62125"/>
                </a:cubicBezTo>
                <a:cubicBezTo>
                  <a:pt x="49575" y="62507"/>
                  <a:pt x="49541" y="62914"/>
                  <a:pt x="49399" y="63345"/>
                </a:cubicBezTo>
                <a:cubicBezTo>
                  <a:pt x="49281" y="63703"/>
                  <a:pt x="49092" y="64038"/>
                  <a:pt x="48830" y="64350"/>
                </a:cubicBezTo>
                <a:cubicBezTo>
                  <a:pt x="48569" y="64662"/>
                  <a:pt x="48258" y="64759"/>
                  <a:pt x="47899" y="64641"/>
                </a:cubicBezTo>
                <a:cubicBezTo>
                  <a:pt x="47326" y="64452"/>
                  <a:pt x="46835" y="64311"/>
                  <a:pt x="46428" y="64217"/>
                </a:cubicBezTo>
                <a:cubicBezTo>
                  <a:pt x="46022" y="64123"/>
                  <a:pt x="45616" y="64029"/>
                  <a:pt x="45208" y="63935"/>
                </a:cubicBezTo>
                <a:cubicBezTo>
                  <a:pt x="44802" y="63841"/>
                  <a:pt x="44354" y="63754"/>
                  <a:pt x="43864" y="63673"/>
                </a:cubicBezTo>
                <a:cubicBezTo>
                  <a:pt x="43374" y="63591"/>
                  <a:pt x="42759" y="63467"/>
                  <a:pt x="42018" y="63303"/>
                </a:cubicBezTo>
                <a:cubicBezTo>
                  <a:pt x="41420" y="63186"/>
                  <a:pt x="40565" y="63065"/>
                  <a:pt x="39453" y="62938"/>
                </a:cubicBezTo>
                <a:cubicBezTo>
                  <a:pt x="38343" y="62811"/>
                  <a:pt x="37214" y="62678"/>
                  <a:pt x="36067" y="62538"/>
                </a:cubicBezTo>
                <a:cubicBezTo>
                  <a:pt x="34919" y="62400"/>
                  <a:pt x="33856" y="62249"/>
                  <a:pt x="32876" y="62086"/>
                </a:cubicBezTo>
                <a:cubicBezTo>
                  <a:pt x="31895" y="61923"/>
                  <a:pt x="31262" y="61794"/>
                  <a:pt x="30975" y="61700"/>
                </a:cubicBezTo>
                <a:cubicBezTo>
                  <a:pt x="29683" y="61275"/>
                  <a:pt x="29697" y="59053"/>
                  <a:pt x="31019" y="55034"/>
                </a:cubicBezTo>
                <a:cubicBezTo>
                  <a:pt x="31066" y="54891"/>
                  <a:pt x="31023" y="54778"/>
                  <a:pt x="30892" y="54696"/>
                </a:cubicBezTo>
                <a:cubicBezTo>
                  <a:pt x="30760" y="54613"/>
                  <a:pt x="30599" y="54619"/>
                  <a:pt x="30408" y="54715"/>
                </a:cubicBezTo>
                <a:cubicBezTo>
                  <a:pt x="26998" y="56139"/>
                  <a:pt x="23800" y="56856"/>
                  <a:pt x="20813" y="56868"/>
                </a:cubicBezTo>
                <a:cubicBezTo>
                  <a:pt x="17828" y="56881"/>
                  <a:pt x="15079" y="56474"/>
                  <a:pt x="12567" y="55648"/>
                </a:cubicBezTo>
                <a:cubicBezTo>
                  <a:pt x="9266" y="54563"/>
                  <a:pt x="6674" y="53254"/>
                  <a:pt x="4792" y="51721"/>
                </a:cubicBezTo>
                <a:cubicBezTo>
                  <a:pt x="2911" y="50188"/>
                  <a:pt x="1620" y="48431"/>
                  <a:pt x="919" y="46451"/>
                </a:cubicBezTo>
                <a:cubicBezTo>
                  <a:pt x="218" y="44471"/>
                  <a:pt x="0" y="42233"/>
                  <a:pt x="264" y="39736"/>
                </a:cubicBezTo>
                <a:cubicBezTo>
                  <a:pt x="528" y="37239"/>
                  <a:pt x="1144" y="34519"/>
                  <a:pt x="2111" y="31576"/>
                </a:cubicBezTo>
                <a:lnTo>
                  <a:pt x="6110" y="19412"/>
                </a:lnTo>
                <a:cubicBezTo>
                  <a:pt x="7125" y="16326"/>
                  <a:pt x="7843" y="13898"/>
                  <a:pt x="8266" y="12129"/>
                </a:cubicBezTo>
                <a:cubicBezTo>
                  <a:pt x="8689" y="10359"/>
                  <a:pt x="8791" y="8961"/>
                  <a:pt x="8571" y="7935"/>
                </a:cubicBezTo>
                <a:cubicBezTo>
                  <a:pt x="8353" y="6909"/>
                  <a:pt x="7788" y="6087"/>
                  <a:pt x="6877" y="5469"/>
                </a:cubicBezTo>
                <a:cubicBezTo>
                  <a:pt x="5968" y="4852"/>
                  <a:pt x="4687" y="4153"/>
                  <a:pt x="3035" y="3372"/>
                </a:cubicBezTo>
                <a:cubicBezTo>
                  <a:pt x="2676" y="3254"/>
                  <a:pt x="2465" y="2986"/>
                  <a:pt x="2404" y="2568"/>
                </a:cubicBezTo>
                <a:cubicBezTo>
                  <a:pt x="2343" y="2150"/>
                  <a:pt x="2354" y="1756"/>
                  <a:pt x="2436" y="1386"/>
                </a:cubicBezTo>
                <a:cubicBezTo>
                  <a:pt x="2518" y="1015"/>
                  <a:pt x="2707" y="680"/>
                  <a:pt x="3005" y="379"/>
                </a:cubicBezTo>
                <a:cubicBezTo>
                  <a:pt x="3303" y="79"/>
                  <a:pt x="3667" y="0"/>
                  <a:pt x="4097" y="141"/>
                </a:cubicBezTo>
                <a:cubicBezTo>
                  <a:pt x="4838" y="306"/>
                  <a:pt x="5823" y="511"/>
                  <a:pt x="7054" y="757"/>
                </a:cubicBezTo>
                <a:cubicBezTo>
                  <a:pt x="8286" y="1003"/>
                  <a:pt x="9631" y="1207"/>
                  <a:pt x="11089" y="1368"/>
                </a:cubicBezTo>
                <a:cubicBezTo>
                  <a:pt x="12547" y="1528"/>
                  <a:pt x="14064" y="1689"/>
                  <a:pt x="15640" y="1851"/>
                </a:cubicBezTo>
                <a:cubicBezTo>
                  <a:pt x="17218" y="2011"/>
                  <a:pt x="18712" y="2125"/>
                  <a:pt x="20123" y="2190"/>
                </a:cubicBezTo>
                <a:cubicBezTo>
                  <a:pt x="21221" y="2234"/>
                  <a:pt x="21850" y="2619"/>
                  <a:pt x="22008" y="3347"/>
                </a:cubicBezTo>
                <a:cubicBezTo>
                  <a:pt x="22167" y="4075"/>
                  <a:pt x="22175" y="4654"/>
                  <a:pt x="22034" y="5085"/>
                </a:cubicBezTo>
                <a:lnTo>
                  <a:pt x="13611" y="30705"/>
                </a:lnTo>
                <a:cubicBezTo>
                  <a:pt x="12667" y="33575"/>
                  <a:pt x="11991" y="36056"/>
                  <a:pt x="11581" y="38148"/>
                </a:cubicBezTo>
                <a:cubicBezTo>
                  <a:pt x="11172" y="40240"/>
                  <a:pt x="11078" y="42038"/>
                  <a:pt x="11298" y="43542"/>
                </a:cubicBezTo>
                <a:cubicBezTo>
                  <a:pt x="11520" y="45046"/>
                  <a:pt x="12110" y="46273"/>
                  <a:pt x="13068" y="47226"/>
                </a:cubicBezTo>
                <a:cubicBezTo>
                  <a:pt x="14028" y="48177"/>
                  <a:pt x="15370" y="48936"/>
                  <a:pt x="17092" y="49502"/>
                </a:cubicBezTo>
                <a:cubicBezTo>
                  <a:pt x="19532" y="50304"/>
                  <a:pt x="22221" y="50711"/>
                  <a:pt x="25159" y="50724"/>
                </a:cubicBezTo>
                <a:cubicBezTo>
                  <a:pt x="28098" y="50735"/>
                  <a:pt x="30450" y="50355"/>
                  <a:pt x="32214" y="49583"/>
                </a:cubicBezTo>
                <a:cubicBezTo>
                  <a:pt x="32501" y="49438"/>
                  <a:pt x="32756" y="49085"/>
                  <a:pt x="32979" y="48523"/>
                </a:cubicBezTo>
                <a:cubicBezTo>
                  <a:pt x="33204" y="47961"/>
                  <a:pt x="33364" y="47536"/>
                  <a:pt x="33458" y="47249"/>
                </a:cubicBezTo>
                <a:lnTo>
                  <a:pt x="39050" y="30241"/>
                </a:lnTo>
                <a:cubicBezTo>
                  <a:pt x="40064" y="27155"/>
                  <a:pt x="40818" y="24739"/>
                  <a:pt x="41312" y="22993"/>
                </a:cubicBezTo>
                <a:cubicBezTo>
                  <a:pt x="41808" y="21247"/>
                  <a:pt x="41981" y="19873"/>
                  <a:pt x="41834" y="18871"/>
                </a:cubicBezTo>
                <a:cubicBezTo>
                  <a:pt x="41687" y="17868"/>
                  <a:pt x="41212" y="17075"/>
                  <a:pt x="40410" y="16493"/>
                </a:cubicBezTo>
                <a:cubicBezTo>
                  <a:pt x="39607" y="15912"/>
                  <a:pt x="38380" y="15230"/>
                  <a:pt x="36728" y="14449"/>
                </a:cubicBezTo>
                <a:cubicBezTo>
                  <a:pt x="36393" y="14259"/>
                  <a:pt x="36188" y="13973"/>
                  <a:pt x="36115" y="13591"/>
                </a:cubicBezTo>
                <a:cubicBezTo>
                  <a:pt x="36042" y="13209"/>
                  <a:pt x="36052" y="12815"/>
                  <a:pt x="36145" y="12409"/>
                </a:cubicBezTo>
                <a:cubicBezTo>
                  <a:pt x="36240" y="12002"/>
                  <a:pt x="36430" y="11666"/>
                  <a:pt x="36714" y="11402"/>
                </a:cubicBezTo>
                <a:cubicBezTo>
                  <a:pt x="37000" y="11138"/>
                  <a:pt x="37359" y="11077"/>
                  <a:pt x="37790" y="11219"/>
                </a:cubicBezTo>
                <a:cubicBezTo>
                  <a:pt x="40421" y="11924"/>
                  <a:pt x="42895" y="12380"/>
                  <a:pt x="45212" y="12587"/>
                </a:cubicBezTo>
                <a:cubicBezTo>
                  <a:pt x="47530" y="12792"/>
                  <a:pt x="50147" y="12936"/>
                  <a:pt x="53062" y="13020"/>
                </a:cubicBezTo>
                <a:cubicBezTo>
                  <a:pt x="54160" y="13063"/>
                  <a:pt x="54789" y="13448"/>
                  <a:pt x="54948" y="14176"/>
                </a:cubicBezTo>
                <a:cubicBezTo>
                  <a:pt x="55106" y="14904"/>
                  <a:pt x="55115" y="15484"/>
                  <a:pt x="54973" y="15914"/>
                </a:cubicBezTo>
                <a:lnTo>
                  <a:pt x="45559" y="445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t">
            <a:extLst xmlns:a="http://schemas.openxmlformats.org/drawingml/2006/main">
              <a:ext uri="{FF2B5EF4-FFF2-40B4-BE49-F238E27FC236}">
                <a16:creationId xmlns:a16="http://schemas.microsoft.com/office/drawing/2014/main" id="{B8A77DEC-3C39-4F81-B77C-4FEA9CE2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830" y="4101000"/>
            <a:ext cx="37062" cy="65517"/>
          </a:xfrm>
          <a:custGeom xmlns:a="http://schemas.openxmlformats.org/drawingml/2006/main">
            <a:pathLst>
              <a:path w="37062" h="65517">
                <a:moveTo>
                  <a:pt x="13119" y="45458"/>
                </a:moveTo>
                <a:cubicBezTo>
                  <a:pt x="11797" y="49476"/>
                  <a:pt x="11267" y="52602"/>
                  <a:pt x="11526" y="54835"/>
                </a:cubicBezTo>
                <a:cubicBezTo>
                  <a:pt x="11786" y="57067"/>
                  <a:pt x="13101" y="58572"/>
                  <a:pt x="15469" y="59351"/>
                </a:cubicBezTo>
                <a:cubicBezTo>
                  <a:pt x="17119" y="59894"/>
                  <a:pt x="18762" y="60156"/>
                  <a:pt x="20398" y="60138"/>
                </a:cubicBezTo>
                <a:cubicBezTo>
                  <a:pt x="22035" y="60119"/>
                  <a:pt x="23342" y="59953"/>
                  <a:pt x="24320" y="59638"/>
                </a:cubicBezTo>
                <a:cubicBezTo>
                  <a:pt x="24583" y="59566"/>
                  <a:pt x="24840" y="59630"/>
                  <a:pt x="25092" y="59832"/>
                </a:cubicBezTo>
                <a:cubicBezTo>
                  <a:pt x="25344" y="60034"/>
                  <a:pt x="25535" y="60296"/>
                  <a:pt x="25667" y="60618"/>
                </a:cubicBezTo>
                <a:cubicBezTo>
                  <a:pt x="25800" y="60940"/>
                  <a:pt x="25874" y="61262"/>
                  <a:pt x="25887" y="61584"/>
                </a:cubicBezTo>
                <a:cubicBezTo>
                  <a:pt x="25901" y="61906"/>
                  <a:pt x="25801" y="62152"/>
                  <a:pt x="25586" y="62321"/>
                </a:cubicBezTo>
                <a:cubicBezTo>
                  <a:pt x="23492" y="64096"/>
                  <a:pt x="21197" y="65091"/>
                  <a:pt x="18701" y="65304"/>
                </a:cubicBezTo>
                <a:cubicBezTo>
                  <a:pt x="16205" y="65517"/>
                  <a:pt x="13486" y="65140"/>
                  <a:pt x="10544" y="64173"/>
                </a:cubicBezTo>
                <a:cubicBezTo>
                  <a:pt x="5665" y="62569"/>
                  <a:pt x="2580" y="60343"/>
                  <a:pt x="1290" y="57494"/>
                </a:cubicBezTo>
                <a:cubicBezTo>
                  <a:pt x="0" y="54645"/>
                  <a:pt x="122" y="50887"/>
                  <a:pt x="1656" y="46223"/>
                </a:cubicBezTo>
                <a:lnTo>
                  <a:pt x="10751" y="18558"/>
                </a:lnTo>
                <a:cubicBezTo>
                  <a:pt x="11034" y="17697"/>
                  <a:pt x="11222" y="17003"/>
                  <a:pt x="11315" y="16477"/>
                </a:cubicBezTo>
                <a:cubicBezTo>
                  <a:pt x="11409" y="15951"/>
                  <a:pt x="11311" y="15522"/>
                  <a:pt x="11023" y="15189"/>
                </a:cubicBezTo>
                <a:cubicBezTo>
                  <a:pt x="10735" y="14855"/>
                  <a:pt x="10184" y="14534"/>
                  <a:pt x="9370" y="14227"/>
                </a:cubicBezTo>
                <a:cubicBezTo>
                  <a:pt x="8557" y="13920"/>
                  <a:pt x="7397" y="13518"/>
                  <a:pt x="5891" y="13023"/>
                </a:cubicBezTo>
                <a:cubicBezTo>
                  <a:pt x="5675" y="12952"/>
                  <a:pt x="5566" y="12678"/>
                  <a:pt x="5564" y="12200"/>
                </a:cubicBezTo>
                <a:cubicBezTo>
                  <a:pt x="5562" y="11723"/>
                  <a:pt x="5626" y="11227"/>
                  <a:pt x="5755" y="10712"/>
                </a:cubicBezTo>
                <a:cubicBezTo>
                  <a:pt x="5884" y="10198"/>
                  <a:pt x="6091" y="9749"/>
                  <a:pt x="6376" y="9366"/>
                </a:cubicBezTo>
                <a:cubicBezTo>
                  <a:pt x="6662" y="8983"/>
                  <a:pt x="6948" y="8839"/>
                  <a:pt x="7235" y="8933"/>
                </a:cubicBezTo>
                <a:cubicBezTo>
                  <a:pt x="9076" y="9379"/>
                  <a:pt x="10707" y="9617"/>
                  <a:pt x="12127" y="9648"/>
                </a:cubicBezTo>
                <a:cubicBezTo>
                  <a:pt x="13550" y="9677"/>
                  <a:pt x="14850" y="9409"/>
                  <a:pt x="16030" y="8843"/>
                </a:cubicBezTo>
                <a:cubicBezTo>
                  <a:pt x="17212" y="8277"/>
                  <a:pt x="18313" y="7346"/>
                  <a:pt x="19334" y="6053"/>
                </a:cubicBezTo>
                <a:cubicBezTo>
                  <a:pt x="20356" y="4758"/>
                  <a:pt x="21436" y="2986"/>
                  <a:pt x="22572" y="736"/>
                </a:cubicBezTo>
                <a:cubicBezTo>
                  <a:pt x="22786" y="328"/>
                  <a:pt x="23180" y="100"/>
                  <a:pt x="23753" y="50"/>
                </a:cubicBezTo>
                <a:cubicBezTo>
                  <a:pt x="24327" y="0"/>
                  <a:pt x="24900" y="69"/>
                  <a:pt x="25474" y="258"/>
                </a:cubicBezTo>
                <a:cubicBezTo>
                  <a:pt x="26048" y="446"/>
                  <a:pt x="26539" y="707"/>
                  <a:pt x="26946" y="1040"/>
                </a:cubicBezTo>
                <a:cubicBezTo>
                  <a:pt x="27354" y="1373"/>
                  <a:pt x="27510" y="1683"/>
                  <a:pt x="27416" y="1970"/>
                </a:cubicBezTo>
                <a:lnTo>
                  <a:pt x="24372" y="11227"/>
                </a:lnTo>
                <a:cubicBezTo>
                  <a:pt x="23995" y="12376"/>
                  <a:pt x="23830" y="13058"/>
                  <a:pt x="23878" y="13272"/>
                </a:cubicBezTo>
                <a:cubicBezTo>
                  <a:pt x="23928" y="13487"/>
                  <a:pt x="24348" y="13723"/>
                  <a:pt x="25137" y="13983"/>
                </a:cubicBezTo>
                <a:lnTo>
                  <a:pt x="36331" y="17663"/>
                </a:lnTo>
                <a:cubicBezTo>
                  <a:pt x="36834" y="17828"/>
                  <a:pt x="37062" y="18222"/>
                  <a:pt x="37017" y="18844"/>
                </a:cubicBezTo>
                <a:cubicBezTo>
                  <a:pt x="36971" y="19465"/>
                  <a:pt x="36878" y="19991"/>
                  <a:pt x="36737" y="20421"/>
                </a:cubicBezTo>
                <a:cubicBezTo>
                  <a:pt x="36595" y="20851"/>
                  <a:pt x="36334" y="21342"/>
                  <a:pt x="35954" y="21893"/>
                </a:cubicBezTo>
                <a:cubicBezTo>
                  <a:pt x="35575" y="22444"/>
                  <a:pt x="35098" y="22625"/>
                  <a:pt x="34523" y="22436"/>
                </a:cubicBezTo>
                <a:lnTo>
                  <a:pt x="23006" y="18650"/>
                </a:lnTo>
                <a:cubicBezTo>
                  <a:pt x="22503" y="18484"/>
                  <a:pt x="22174" y="18516"/>
                  <a:pt x="22019" y="18744"/>
                </a:cubicBezTo>
                <a:cubicBezTo>
                  <a:pt x="21866" y="18971"/>
                  <a:pt x="21529" y="19875"/>
                  <a:pt x="21010" y="21454"/>
                </a:cubicBezTo>
                <a:lnTo>
                  <a:pt x="13119" y="454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i">
            <a:extLst xmlns:a="http://schemas.openxmlformats.org/drawingml/2006/main">
              <a:ext uri="{FF2B5EF4-FFF2-40B4-BE49-F238E27FC236}">
                <a16:creationId xmlns:a16="http://schemas.microsoft.com/office/drawing/2014/main" id="{9EB6C494-3939-4701-B70D-74BD1B11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930" y="4100277"/>
            <a:ext cx="41127" cy="77856"/>
          </a:xfrm>
          <a:custGeom xmlns:a="http://schemas.openxmlformats.org/drawingml/2006/main">
            <a:pathLst>
              <a:path w="41127" h="77856">
                <a:moveTo>
                  <a:pt x="23031" y="61957"/>
                </a:moveTo>
                <a:cubicBezTo>
                  <a:pt x="22441" y="63751"/>
                  <a:pt x="21982" y="65270"/>
                  <a:pt x="21652" y="66514"/>
                </a:cubicBezTo>
                <a:cubicBezTo>
                  <a:pt x="21323" y="67757"/>
                  <a:pt x="21244" y="68845"/>
                  <a:pt x="21415" y="69776"/>
                </a:cubicBezTo>
                <a:cubicBezTo>
                  <a:pt x="21585" y="70707"/>
                  <a:pt x="22049" y="71535"/>
                  <a:pt x="22804" y="72260"/>
                </a:cubicBezTo>
                <a:cubicBezTo>
                  <a:pt x="23560" y="72985"/>
                  <a:pt x="24728" y="73727"/>
                  <a:pt x="26307" y="74486"/>
                </a:cubicBezTo>
                <a:cubicBezTo>
                  <a:pt x="26714" y="74698"/>
                  <a:pt x="26973" y="75001"/>
                  <a:pt x="27082" y="75395"/>
                </a:cubicBezTo>
                <a:cubicBezTo>
                  <a:pt x="27192" y="75789"/>
                  <a:pt x="27176" y="76202"/>
                  <a:pt x="27034" y="76632"/>
                </a:cubicBezTo>
                <a:cubicBezTo>
                  <a:pt x="26916" y="76991"/>
                  <a:pt x="26696" y="77297"/>
                  <a:pt x="26374" y="77549"/>
                </a:cubicBezTo>
                <a:cubicBezTo>
                  <a:pt x="26052" y="77801"/>
                  <a:pt x="25676" y="77856"/>
                  <a:pt x="25246" y="77715"/>
                </a:cubicBezTo>
                <a:cubicBezTo>
                  <a:pt x="23954" y="77290"/>
                  <a:pt x="22308" y="76609"/>
                  <a:pt x="20309" y="75673"/>
                </a:cubicBezTo>
                <a:cubicBezTo>
                  <a:pt x="18311" y="74738"/>
                  <a:pt x="16236" y="73917"/>
                  <a:pt x="14083" y="73209"/>
                </a:cubicBezTo>
                <a:cubicBezTo>
                  <a:pt x="11787" y="72455"/>
                  <a:pt x="9503" y="71843"/>
                  <a:pt x="7231" y="71374"/>
                </a:cubicBezTo>
                <a:cubicBezTo>
                  <a:pt x="4960" y="70906"/>
                  <a:pt x="2819" y="70342"/>
                  <a:pt x="810" y="69681"/>
                </a:cubicBezTo>
                <a:cubicBezTo>
                  <a:pt x="452" y="69563"/>
                  <a:pt x="218" y="69308"/>
                  <a:pt x="108" y="68914"/>
                </a:cubicBezTo>
                <a:cubicBezTo>
                  <a:pt x="0" y="68520"/>
                  <a:pt x="5" y="68144"/>
                  <a:pt x="123" y="67784"/>
                </a:cubicBezTo>
                <a:cubicBezTo>
                  <a:pt x="264" y="67354"/>
                  <a:pt x="496" y="67013"/>
                  <a:pt x="816" y="66760"/>
                </a:cubicBezTo>
                <a:cubicBezTo>
                  <a:pt x="1138" y="66508"/>
                  <a:pt x="1526" y="66417"/>
                  <a:pt x="1980" y="66488"/>
                </a:cubicBezTo>
                <a:cubicBezTo>
                  <a:pt x="3917" y="66885"/>
                  <a:pt x="5476" y="67040"/>
                  <a:pt x="6658" y="66952"/>
                </a:cubicBezTo>
                <a:cubicBezTo>
                  <a:pt x="7839" y="66863"/>
                  <a:pt x="8787" y="66519"/>
                  <a:pt x="9502" y="65919"/>
                </a:cubicBezTo>
                <a:cubicBezTo>
                  <a:pt x="10216" y="65318"/>
                  <a:pt x="10792" y="64473"/>
                  <a:pt x="11228" y="63385"/>
                </a:cubicBezTo>
                <a:cubicBezTo>
                  <a:pt x="11666" y="62297"/>
                  <a:pt x="12157" y="60927"/>
                  <a:pt x="12700" y="59275"/>
                </a:cubicBezTo>
                <a:lnTo>
                  <a:pt x="18397" y="41945"/>
                </a:lnTo>
                <a:cubicBezTo>
                  <a:pt x="19412" y="38859"/>
                  <a:pt x="20154" y="36360"/>
                  <a:pt x="20624" y="34447"/>
                </a:cubicBezTo>
                <a:cubicBezTo>
                  <a:pt x="21094" y="32534"/>
                  <a:pt x="21237" y="31010"/>
                  <a:pt x="21052" y="29877"/>
                </a:cubicBezTo>
                <a:cubicBezTo>
                  <a:pt x="20869" y="28743"/>
                  <a:pt x="20334" y="27831"/>
                  <a:pt x="19447" y="27142"/>
                </a:cubicBezTo>
                <a:cubicBezTo>
                  <a:pt x="18561" y="26452"/>
                  <a:pt x="17292" y="25717"/>
                  <a:pt x="15640" y="24936"/>
                </a:cubicBezTo>
                <a:cubicBezTo>
                  <a:pt x="15210" y="24795"/>
                  <a:pt x="14946" y="24509"/>
                  <a:pt x="14848" y="24079"/>
                </a:cubicBezTo>
                <a:cubicBezTo>
                  <a:pt x="14752" y="23649"/>
                  <a:pt x="14762" y="23255"/>
                  <a:pt x="14880" y="22897"/>
                </a:cubicBezTo>
                <a:cubicBezTo>
                  <a:pt x="14998" y="22538"/>
                  <a:pt x="15223" y="22215"/>
                  <a:pt x="15556" y="21927"/>
                </a:cubicBezTo>
                <a:cubicBezTo>
                  <a:pt x="15890" y="21639"/>
                  <a:pt x="16272" y="21566"/>
                  <a:pt x="16702" y="21707"/>
                </a:cubicBezTo>
                <a:cubicBezTo>
                  <a:pt x="17443" y="21871"/>
                  <a:pt x="18345" y="22088"/>
                  <a:pt x="19409" y="22359"/>
                </a:cubicBezTo>
                <a:cubicBezTo>
                  <a:pt x="20474" y="22629"/>
                  <a:pt x="21598" y="22899"/>
                  <a:pt x="22781" y="23169"/>
                </a:cubicBezTo>
                <a:cubicBezTo>
                  <a:pt x="23965" y="23438"/>
                  <a:pt x="25179" y="23678"/>
                  <a:pt x="26421" y="23889"/>
                </a:cubicBezTo>
                <a:cubicBezTo>
                  <a:pt x="27665" y="24099"/>
                  <a:pt x="28789" y="24249"/>
                  <a:pt x="29793" y="24340"/>
                </a:cubicBezTo>
                <a:cubicBezTo>
                  <a:pt x="30629" y="24456"/>
                  <a:pt x="31310" y="24501"/>
                  <a:pt x="31836" y="24475"/>
                </a:cubicBezTo>
                <a:cubicBezTo>
                  <a:pt x="32361" y="24449"/>
                  <a:pt x="32768" y="24483"/>
                  <a:pt x="33054" y="24577"/>
                </a:cubicBezTo>
                <a:cubicBezTo>
                  <a:pt x="33915" y="24860"/>
                  <a:pt x="34388" y="25294"/>
                  <a:pt x="34474" y="25879"/>
                </a:cubicBezTo>
                <a:cubicBezTo>
                  <a:pt x="34560" y="26464"/>
                  <a:pt x="34533" y="26972"/>
                  <a:pt x="34392" y="27403"/>
                </a:cubicBezTo>
                <a:lnTo>
                  <a:pt x="23031" y="61957"/>
                </a:lnTo>
                <a:moveTo>
                  <a:pt x="33003" y="12395"/>
                </a:moveTo>
                <a:cubicBezTo>
                  <a:pt x="31209" y="11805"/>
                  <a:pt x="29849" y="10741"/>
                  <a:pt x="28923" y="9204"/>
                </a:cubicBezTo>
                <a:cubicBezTo>
                  <a:pt x="27997" y="7667"/>
                  <a:pt x="27806" y="6074"/>
                  <a:pt x="28349" y="4423"/>
                </a:cubicBezTo>
                <a:cubicBezTo>
                  <a:pt x="28891" y="2772"/>
                  <a:pt x="29961" y="1573"/>
                  <a:pt x="31559" y="827"/>
                </a:cubicBezTo>
                <a:cubicBezTo>
                  <a:pt x="33156" y="79"/>
                  <a:pt x="34852" y="0"/>
                  <a:pt x="36645" y="590"/>
                </a:cubicBezTo>
                <a:cubicBezTo>
                  <a:pt x="38368" y="1156"/>
                  <a:pt x="39590" y="2214"/>
                  <a:pt x="40313" y="3765"/>
                </a:cubicBezTo>
                <a:cubicBezTo>
                  <a:pt x="41037" y="5314"/>
                  <a:pt x="41127" y="6914"/>
                  <a:pt x="40585" y="8564"/>
                </a:cubicBezTo>
                <a:cubicBezTo>
                  <a:pt x="40066" y="10144"/>
                  <a:pt x="39085" y="11312"/>
                  <a:pt x="37643" y="12071"/>
                </a:cubicBezTo>
                <a:cubicBezTo>
                  <a:pt x="36201" y="12830"/>
                  <a:pt x="34654" y="12938"/>
                  <a:pt x="33003" y="123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Text o">
            <a:extLst xmlns:a="http://schemas.openxmlformats.org/drawingml/2006/main">
              <a:ext uri="{FF2B5EF4-FFF2-40B4-BE49-F238E27FC236}">
                <a16:creationId xmlns:a16="http://schemas.microsoft.com/office/drawing/2014/main" id="{152AFC5E-CA45-47C7-A59C-1E720132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5109" y="4135720"/>
            <a:ext cx="53444" cy="54535"/>
          </a:xfrm>
          <a:custGeom xmlns:a="http://schemas.openxmlformats.org/drawingml/2006/main">
            <a:pathLst>
              <a:path w="53444" h="54535">
                <a:moveTo>
                  <a:pt x="51612" y="34028"/>
                </a:moveTo>
                <a:cubicBezTo>
                  <a:pt x="50173" y="38406"/>
                  <a:pt x="48289" y="42081"/>
                  <a:pt x="45960" y="45052"/>
                </a:cubicBezTo>
                <a:cubicBezTo>
                  <a:pt x="43632" y="48024"/>
                  <a:pt x="40959" y="50287"/>
                  <a:pt x="37942" y="51841"/>
                </a:cubicBezTo>
                <a:cubicBezTo>
                  <a:pt x="34927" y="53394"/>
                  <a:pt x="31646" y="54243"/>
                  <a:pt x="28099" y="54389"/>
                </a:cubicBezTo>
                <a:cubicBezTo>
                  <a:pt x="24553" y="54535"/>
                  <a:pt x="20842" y="53970"/>
                  <a:pt x="16967" y="52696"/>
                </a:cubicBezTo>
                <a:cubicBezTo>
                  <a:pt x="13594" y="51588"/>
                  <a:pt x="10655" y="50006"/>
                  <a:pt x="8149" y="47950"/>
                </a:cubicBezTo>
                <a:cubicBezTo>
                  <a:pt x="5645" y="45894"/>
                  <a:pt x="3712" y="43429"/>
                  <a:pt x="2350" y="40556"/>
                </a:cubicBezTo>
                <a:cubicBezTo>
                  <a:pt x="989" y="37683"/>
                  <a:pt x="247" y="34378"/>
                  <a:pt x="123" y="30640"/>
                </a:cubicBezTo>
                <a:cubicBezTo>
                  <a:pt x="0" y="26901"/>
                  <a:pt x="682" y="22771"/>
                  <a:pt x="2168" y="18250"/>
                </a:cubicBezTo>
                <a:cubicBezTo>
                  <a:pt x="3372" y="14590"/>
                  <a:pt x="5084" y="11436"/>
                  <a:pt x="7307" y="8787"/>
                </a:cubicBezTo>
                <a:cubicBezTo>
                  <a:pt x="9530" y="6139"/>
                  <a:pt x="12090" y="4098"/>
                  <a:pt x="14986" y="2665"/>
                </a:cubicBezTo>
                <a:cubicBezTo>
                  <a:pt x="17883" y="1231"/>
                  <a:pt x="21075" y="411"/>
                  <a:pt x="24561" y="205"/>
                </a:cubicBezTo>
                <a:cubicBezTo>
                  <a:pt x="28048" y="0"/>
                  <a:pt x="31622" y="499"/>
                  <a:pt x="35283" y="1703"/>
                </a:cubicBezTo>
                <a:cubicBezTo>
                  <a:pt x="38799" y="2858"/>
                  <a:pt x="41868" y="4464"/>
                  <a:pt x="44492" y="6519"/>
                </a:cubicBezTo>
                <a:cubicBezTo>
                  <a:pt x="47117" y="8575"/>
                  <a:pt x="49169" y="10979"/>
                  <a:pt x="50649" y="13733"/>
                </a:cubicBezTo>
                <a:cubicBezTo>
                  <a:pt x="52131" y="16486"/>
                  <a:pt x="52986" y="19571"/>
                  <a:pt x="53215" y="22987"/>
                </a:cubicBezTo>
                <a:cubicBezTo>
                  <a:pt x="53444" y="26401"/>
                  <a:pt x="52910" y="30082"/>
                  <a:pt x="51612" y="34028"/>
                </a:cubicBezTo>
                <a:moveTo>
                  <a:pt x="39921" y="31497"/>
                </a:moveTo>
                <a:cubicBezTo>
                  <a:pt x="40817" y="28770"/>
                  <a:pt x="41510" y="26056"/>
                  <a:pt x="42000" y="23355"/>
                </a:cubicBezTo>
                <a:cubicBezTo>
                  <a:pt x="42491" y="20652"/>
                  <a:pt x="42600" y="18143"/>
                  <a:pt x="42327" y="15827"/>
                </a:cubicBezTo>
                <a:cubicBezTo>
                  <a:pt x="42055" y="13511"/>
                  <a:pt x="41294" y="11472"/>
                  <a:pt x="40045" y="9709"/>
                </a:cubicBezTo>
                <a:cubicBezTo>
                  <a:pt x="38796" y="7947"/>
                  <a:pt x="36879" y="6641"/>
                  <a:pt x="34295" y="5792"/>
                </a:cubicBezTo>
                <a:cubicBezTo>
                  <a:pt x="31425" y="4848"/>
                  <a:pt x="28892" y="4691"/>
                  <a:pt x="26696" y="5321"/>
                </a:cubicBezTo>
                <a:cubicBezTo>
                  <a:pt x="24502" y="5951"/>
                  <a:pt x="22548" y="7118"/>
                  <a:pt x="20835" y="8821"/>
                </a:cubicBezTo>
                <a:cubicBezTo>
                  <a:pt x="19122" y="10525"/>
                  <a:pt x="17644" y="12603"/>
                  <a:pt x="16399" y="15056"/>
                </a:cubicBezTo>
                <a:cubicBezTo>
                  <a:pt x="15156" y="17510"/>
                  <a:pt x="14074" y="20136"/>
                  <a:pt x="13154" y="22935"/>
                </a:cubicBezTo>
                <a:cubicBezTo>
                  <a:pt x="12352" y="25375"/>
                  <a:pt x="11705" y="27946"/>
                  <a:pt x="11213" y="30648"/>
                </a:cubicBezTo>
                <a:cubicBezTo>
                  <a:pt x="10723" y="33349"/>
                  <a:pt x="10638" y="35905"/>
                  <a:pt x="10958" y="38317"/>
                </a:cubicBezTo>
                <a:cubicBezTo>
                  <a:pt x="11279" y="40728"/>
                  <a:pt x="12094" y="42905"/>
                  <a:pt x="13403" y="44847"/>
                </a:cubicBezTo>
                <a:cubicBezTo>
                  <a:pt x="14713" y="46788"/>
                  <a:pt x="16733" y="48208"/>
                  <a:pt x="19460" y="49104"/>
                </a:cubicBezTo>
                <a:cubicBezTo>
                  <a:pt x="22259" y="50024"/>
                  <a:pt x="24732" y="50121"/>
                  <a:pt x="26878" y="49395"/>
                </a:cubicBezTo>
                <a:cubicBezTo>
                  <a:pt x="29025" y="48669"/>
                  <a:pt x="30925" y="47425"/>
                  <a:pt x="32578" y="45664"/>
                </a:cubicBezTo>
                <a:cubicBezTo>
                  <a:pt x="34232" y="43901"/>
                  <a:pt x="35651" y="41762"/>
                  <a:pt x="36835" y="39249"/>
                </a:cubicBezTo>
                <a:cubicBezTo>
                  <a:pt x="38019" y="36736"/>
                  <a:pt x="39048" y="34152"/>
                  <a:pt x="39921" y="314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Text n">
            <a:extLst xmlns:a="http://schemas.openxmlformats.org/drawingml/2006/main">
              <a:ext uri="{FF2B5EF4-FFF2-40B4-BE49-F238E27FC236}">
                <a16:creationId xmlns:a16="http://schemas.microsoft.com/office/drawing/2014/main" id="{15A9965D-81F4-47FA-970E-D762D432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131" y="4150934"/>
            <a:ext cx="63525" cy="65979"/>
          </a:xfrm>
          <a:custGeom xmlns:a="http://schemas.openxmlformats.org/drawingml/2006/main">
            <a:pathLst>
              <a:path w="63525" h="65979">
                <a:moveTo>
                  <a:pt x="22710" y="39533"/>
                </a:moveTo>
                <a:cubicBezTo>
                  <a:pt x="22120" y="41328"/>
                  <a:pt x="21660" y="42847"/>
                  <a:pt x="21330" y="44090"/>
                </a:cubicBezTo>
                <a:cubicBezTo>
                  <a:pt x="21001" y="45334"/>
                  <a:pt x="20868" y="46404"/>
                  <a:pt x="20932" y="47299"/>
                </a:cubicBezTo>
                <a:cubicBezTo>
                  <a:pt x="20995" y="48195"/>
                  <a:pt x="21333" y="48982"/>
                  <a:pt x="21945" y="49660"/>
                </a:cubicBezTo>
                <a:cubicBezTo>
                  <a:pt x="22557" y="50338"/>
                  <a:pt x="23509" y="51009"/>
                  <a:pt x="24801" y="51673"/>
                </a:cubicBezTo>
                <a:cubicBezTo>
                  <a:pt x="25208" y="51885"/>
                  <a:pt x="25466" y="52189"/>
                  <a:pt x="25576" y="52583"/>
                </a:cubicBezTo>
                <a:cubicBezTo>
                  <a:pt x="25685" y="52977"/>
                  <a:pt x="25669" y="53389"/>
                  <a:pt x="25528" y="53819"/>
                </a:cubicBezTo>
                <a:cubicBezTo>
                  <a:pt x="25410" y="54178"/>
                  <a:pt x="25190" y="54484"/>
                  <a:pt x="24868" y="54736"/>
                </a:cubicBezTo>
                <a:cubicBezTo>
                  <a:pt x="24546" y="54988"/>
                  <a:pt x="24170" y="55043"/>
                  <a:pt x="23740" y="54902"/>
                </a:cubicBezTo>
                <a:cubicBezTo>
                  <a:pt x="23022" y="54666"/>
                  <a:pt x="21718" y="54098"/>
                  <a:pt x="19826" y="53197"/>
                </a:cubicBezTo>
                <a:cubicBezTo>
                  <a:pt x="17936" y="52297"/>
                  <a:pt x="15914" y="51494"/>
                  <a:pt x="13761" y="50786"/>
                </a:cubicBezTo>
                <a:cubicBezTo>
                  <a:pt x="11465" y="50031"/>
                  <a:pt x="9199" y="49425"/>
                  <a:pt x="6964" y="48968"/>
                </a:cubicBezTo>
                <a:cubicBezTo>
                  <a:pt x="4728" y="48512"/>
                  <a:pt x="2677" y="47978"/>
                  <a:pt x="811" y="47364"/>
                </a:cubicBezTo>
                <a:cubicBezTo>
                  <a:pt x="452" y="47246"/>
                  <a:pt x="218" y="46990"/>
                  <a:pt x="108" y="46596"/>
                </a:cubicBezTo>
                <a:cubicBezTo>
                  <a:pt x="0" y="46202"/>
                  <a:pt x="5" y="45826"/>
                  <a:pt x="123" y="45467"/>
                </a:cubicBezTo>
                <a:cubicBezTo>
                  <a:pt x="264" y="45037"/>
                  <a:pt x="496" y="44695"/>
                  <a:pt x="816" y="44443"/>
                </a:cubicBezTo>
                <a:cubicBezTo>
                  <a:pt x="1138" y="44191"/>
                  <a:pt x="1527" y="44100"/>
                  <a:pt x="1982" y="44171"/>
                </a:cubicBezTo>
                <a:cubicBezTo>
                  <a:pt x="3846" y="44544"/>
                  <a:pt x="5321" y="44712"/>
                  <a:pt x="6407" y="44672"/>
                </a:cubicBezTo>
                <a:cubicBezTo>
                  <a:pt x="7494" y="44631"/>
                  <a:pt x="8389" y="44329"/>
                  <a:pt x="9091" y="43765"/>
                </a:cubicBezTo>
                <a:cubicBezTo>
                  <a:pt x="9794" y="43200"/>
                  <a:pt x="10369" y="42355"/>
                  <a:pt x="10818" y="41231"/>
                </a:cubicBezTo>
                <a:cubicBezTo>
                  <a:pt x="11268" y="40106"/>
                  <a:pt x="11788" y="38647"/>
                  <a:pt x="12378" y="36852"/>
                </a:cubicBezTo>
                <a:lnTo>
                  <a:pt x="16836" y="23289"/>
                </a:lnTo>
                <a:cubicBezTo>
                  <a:pt x="17992" y="19773"/>
                  <a:pt x="18918" y="16837"/>
                  <a:pt x="19612" y="14481"/>
                </a:cubicBezTo>
                <a:cubicBezTo>
                  <a:pt x="20308" y="12125"/>
                  <a:pt x="20665" y="10195"/>
                  <a:pt x="20682" y="8690"/>
                </a:cubicBezTo>
                <a:cubicBezTo>
                  <a:pt x="20701" y="7184"/>
                  <a:pt x="20332" y="6009"/>
                  <a:pt x="19575" y="5165"/>
                </a:cubicBezTo>
                <a:cubicBezTo>
                  <a:pt x="18820" y="4319"/>
                  <a:pt x="17580" y="3613"/>
                  <a:pt x="15858" y="3047"/>
                </a:cubicBezTo>
                <a:cubicBezTo>
                  <a:pt x="15428" y="2906"/>
                  <a:pt x="15134" y="2650"/>
                  <a:pt x="14976" y="2280"/>
                </a:cubicBezTo>
                <a:cubicBezTo>
                  <a:pt x="14820" y="1911"/>
                  <a:pt x="14801" y="1547"/>
                  <a:pt x="14919" y="1188"/>
                </a:cubicBezTo>
                <a:cubicBezTo>
                  <a:pt x="15060" y="757"/>
                  <a:pt x="15303" y="440"/>
                  <a:pt x="15648" y="235"/>
                </a:cubicBezTo>
                <a:cubicBezTo>
                  <a:pt x="15995" y="31"/>
                  <a:pt x="16383" y="0"/>
                  <a:pt x="16813" y="141"/>
                </a:cubicBezTo>
                <a:cubicBezTo>
                  <a:pt x="18177" y="590"/>
                  <a:pt x="20239" y="1029"/>
                  <a:pt x="22999" y="1460"/>
                </a:cubicBezTo>
                <a:cubicBezTo>
                  <a:pt x="25761" y="1890"/>
                  <a:pt x="28635" y="2159"/>
                  <a:pt x="31621" y="2267"/>
                </a:cubicBezTo>
                <a:cubicBezTo>
                  <a:pt x="32720" y="2309"/>
                  <a:pt x="33409" y="2754"/>
                  <a:pt x="33687" y="3601"/>
                </a:cubicBezTo>
                <a:cubicBezTo>
                  <a:pt x="33965" y="4449"/>
                  <a:pt x="33963" y="5303"/>
                  <a:pt x="33680" y="6164"/>
                </a:cubicBezTo>
                <a:lnTo>
                  <a:pt x="32265" y="10469"/>
                </a:lnTo>
                <a:cubicBezTo>
                  <a:pt x="32218" y="10612"/>
                  <a:pt x="32242" y="10719"/>
                  <a:pt x="32337" y="10791"/>
                </a:cubicBezTo>
                <a:cubicBezTo>
                  <a:pt x="32433" y="10862"/>
                  <a:pt x="32540" y="10838"/>
                  <a:pt x="32660" y="10719"/>
                </a:cubicBezTo>
                <a:cubicBezTo>
                  <a:pt x="33422" y="10094"/>
                  <a:pt x="34410" y="9446"/>
                  <a:pt x="35625" y="8772"/>
                </a:cubicBezTo>
                <a:cubicBezTo>
                  <a:pt x="36841" y="8098"/>
                  <a:pt x="38218" y="7537"/>
                  <a:pt x="39757" y="7089"/>
                </a:cubicBezTo>
                <a:cubicBezTo>
                  <a:pt x="41296" y="6640"/>
                  <a:pt x="42949" y="6389"/>
                  <a:pt x="44716" y="6333"/>
                </a:cubicBezTo>
                <a:cubicBezTo>
                  <a:pt x="46484" y="6278"/>
                  <a:pt x="48337" y="6568"/>
                  <a:pt x="50275" y="7206"/>
                </a:cubicBezTo>
                <a:cubicBezTo>
                  <a:pt x="55657" y="8975"/>
                  <a:pt x="59383" y="11850"/>
                  <a:pt x="61454" y="15831"/>
                </a:cubicBezTo>
                <a:cubicBezTo>
                  <a:pt x="63525" y="19813"/>
                  <a:pt x="63464" y="25140"/>
                  <a:pt x="61270" y="31813"/>
                </a:cubicBezTo>
                <a:lnTo>
                  <a:pt x="55219" y="50221"/>
                </a:lnTo>
                <a:cubicBezTo>
                  <a:pt x="54581" y="52159"/>
                  <a:pt x="54116" y="53756"/>
                  <a:pt x="53822" y="55011"/>
                </a:cubicBezTo>
                <a:cubicBezTo>
                  <a:pt x="53528" y="56266"/>
                  <a:pt x="53455" y="57335"/>
                  <a:pt x="53601" y="58218"/>
                </a:cubicBezTo>
                <a:cubicBezTo>
                  <a:pt x="53749" y="59101"/>
                  <a:pt x="54171" y="59876"/>
                  <a:pt x="54866" y="60543"/>
                </a:cubicBezTo>
                <a:cubicBezTo>
                  <a:pt x="55562" y="61209"/>
                  <a:pt x="56628" y="61897"/>
                  <a:pt x="58064" y="62608"/>
                </a:cubicBezTo>
                <a:cubicBezTo>
                  <a:pt x="58471" y="62821"/>
                  <a:pt x="58729" y="63124"/>
                  <a:pt x="58837" y="63518"/>
                </a:cubicBezTo>
                <a:cubicBezTo>
                  <a:pt x="58947" y="63912"/>
                  <a:pt x="58931" y="64324"/>
                  <a:pt x="58789" y="64754"/>
                </a:cubicBezTo>
                <a:cubicBezTo>
                  <a:pt x="58671" y="65113"/>
                  <a:pt x="58451" y="65419"/>
                  <a:pt x="58129" y="65671"/>
                </a:cubicBezTo>
                <a:cubicBezTo>
                  <a:pt x="57808" y="65924"/>
                  <a:pt x="57433" y="65979"/>
                  <a:pt x="57003" y="65838"/>
                </a:cubicBezTo>
                <a:cubicBezTo>
                  <a:pt x="56070" y="65531"/>
                  <a:pt x="54586" y="64903"/>
                  <a:pt x="52551" y="63955"/>
                </a:cubicBezTo>
                <a:cubicBezTo>
                  <a:pt x="50516" y="63009"/>
                  <a:pt x="48423" y="62181"/>
                  <a:pt x="46270" y="61474"/>
                </a:cubicBezTo>
                <a:cubicBezTo>
                  <a:pt x="43974" y="60719"/>
                  <a:pt x="41744" y="60125"/>
                  <a:pt x="39580" y="59691"/>
                </a:cubicBezTo>
                <a:cubicBezTo>
                  <a:pt x="37416" y="59259"/>
                  <a:pt x="35653" y="58819"/>
                  <a:pt x="34290" y="58370"/>
                </a:cubicBezTo>
                <a:cubicBezTo>
                  <a:pt x="33930" y="58252"/>
                  <a:pt x="33696" y="57996"/>
                  <a:pt x="33587" y="57602"/>
                </a:cubicBezTo>
                <a:cubicBezTo>
                  <a:pt x="33478" y="57209"/>
                  <a:pt x="33483" y="56832"/>
                  <a:pt x="33601" y="56473"/>
                </a:cubicBezTo>
                <a:cubicBezTo>
                  <a:pt x="33743" y="56043"/>
                  <a:pt x="33974" y="55701"/>
                  <a:pt x="34294" y="55449"/>
                </a:cubicBezTo>
                <a:cubicBezTo>
                  <a:pt x="34616" y="55197"/>
                  <a:pt x="35004" y="55106"/>
                  <a:pt x="35458" y="55176"/>
                </a:cubicBezTo>
                <a:cubicBezTo>
                  <a:pt x="37108" y="55480"/>
                  <a:pt x="38416" y="55552"/>
                  <a:pt x="39382" y="55392"/>
                </a:cubicBezTo>
                <a:cubicBezTo>
                  <a:pt x="40349" y="55234"/>
                  <a:pt x="41154" y="54842"/>
                  <a:pt x="41795" y="54218"/>
                </a:cubicBezTo>
                <a:cubicBezTo>
                  <a:pt x="42439" y="53594"/>
                  <a:pt x="42979" y="52738"/>
                  <a:pt x="43415" y="51650"/>
                </a:cubicBezTo>
                <a:cubicBezTo>
                  <a:pt x="43853" y="50561"/>
                  <a:pt x="44344" y="49191"/>
                  <a:pt x="44887" y="47540"/>
                </a:cubicBezTo>
                <a:lnTo>
                  <a:pt x="50266" y="31178"/>
                </a:lnTo>
                <a:cubicBezTo>
                  <a:pt x="50856" y="29384"/>
                  <a:pt x="51374" y="27566"/>
                  <a:pt x="51820" y="25725"/>
                </a:cubicBezTo>
                <a:cubicBezTo>
                  <a:pt x="52266" y="23884"/>
                  <a:pt x="52402" y="22140"/>
                  <a:pt x="52228" y="20492"/>
                </a:cubicBezTo>
                <a:cubicBezTo>
                  <a:pt x="52055" y="18844"/>
                  <a:pt x="51512" y="17353"/>
                  <a:pt x="50597" y="16019"/>
                </a:cubicBezTo>
                <a:cubicBezTo>
                  <a:pt x="49684" y="14685"/>
                  <a:pt x="48151" y="13664"/>
                  <a:pt x="45998" y="12956"/>
                </a:cubicBezTo>
                <a:cubicBezTo>
                  <a:pt x="43846" y="12248"/>
                  <a:pt x="41850" y="11970"/>
                  <a:pt x="40010" y="12121"/>
                </a:cubicBezTo>
                <a:cubicBezTo>
                  <a:pt x="38172" y="12272"/>
                  <a:pt x="36508" y="12738"/>
                  <a:pt x="35018" y="13521"/>
                </a:cubicBezTo>
                <a:cubicBezTo>
                  <a:pt x="33528" y="14304"/>
                  <a:pt x="32242" y="15373"/>
                  <a:pt x="31161" y="16727"/>
                </a:cubicBezTo>
                <a:cubicBezTo>
                  <a:pt x="30080" y="18081"/>
                  <a:pt x="29256" y="19620"/>
                  <a:pt x="28690" y="21342"/>
                </a:cubicBezTo>
                <a:lnTo>
                  <a:pt x="22710" y="395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B0CA38-CC4A-4F01-8B4D-7013E5EF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06" y="4271867"/>
            <a:ext cx="233081" cy="336641"/>
          </a:xfrm>
          <a:custGeom xmlns:a="http://schemas.openxmlformats.org/drawingml/2006/main">
            <a:pathLst>
              <a:path w="233081" h="336641">
                <a:moveTo>
                  <a:pt x="128747" y="0"/>
                </a:moveTo>
                <a:lnTo>
                  <a:pt x="233081" y="290382"/>
                </a:lnTo>
                <a:lnTo>
                  <a:pt x="104333" y="336641"/>
                </a:lnTo>
                <a:lnTo>
                  <a:pt x="0" y="46259"/>
                </a:lnTo>
                <a:lnTo>
                  <a:pt x="12874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Text C">
            <a:extLst xmlns:a="http://schemas.openxmlformats.org/drawingml/2006/main">
              <a:ext uri="{FF2B5EF4-FFF2-40B4-BE49-F238E27FC236}">
                <a16:creationId xmlns:a16="http://schemas.microsoft.com/office/drawing/2014/main" id="{A32B5243-2F73-49EF-B3CE-024D40B2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952" y="4293735"/>
            <a:ext cx="86298" cy="81822"/>
          </a:xfrm>
          <a:custGeom xmlns:a="http://schemas.openxmlformats.org/drawingml/2006/main">
            <a:pathLst>
              <a:path w="86298" h="81822">
                <a:moveTo>
                  <a:pt x="80147" y="27475"/>
                </a:moveTo>
                <a:cubicBezTo>
                  <a:pt x="81296" y="30674"/>
                  <a:pt x="81965" y="33765"/>
                  <a:pt x="82153" y="36747"/>
                </a:cubicBezTo>
                <a:cubicBezTo>
                  <a:pt x="82342" y="39730"/>
                  <a:pt x="82269" y="42766"/>
                  <a:pt x="81934" y="45856"/>
                </a:cubicBezTo>
                <a:cubicBezTo>
                  <a:pt x="81860" y="46765"/>
                  <a:pt x="81784" y="47616"/>
                  <a:pt x="81707" y="48406"/>
                </a:cubicBezTo>
                <a:cubicBezTo>
                  <a:pt x="81630" y="49197"/>
                  <a:pt x="81681" y="49841"/>
                  <a:pt x="81859" y="50338"/>
                </a:cubicBezTo>
                <a:cubicBezTo>
                  <a:pt x="82268" y="51476"/>
                  <a:pt x="83212" y="51980"/>
                  <a:pt x="84690" y="51851"/>
                </a:cubicBezTo>
                <a:cubicBezTo>
                  <a:pt x="85000" y="51819"/>
                  <a:pt x="85296" y="51973"/>
                  <a:pt x="85578" y="52312"/>
                </a:cubicBezTo>
                <a:cubicBezTo>
                  <a:pt x="85861" y="52653"/>
                  <a:pt x="86055" y="53025"/>
                  <a:pt x="86159" y="53428"/>
                </a:cubicBezTo>
                <a:cubicBezTo>
                  <a:pt x="86265" y="53832"/>
                  <a:pt x="86298" y="54202"/>
                  <a:pt x="86258" y="54537"/>
                </a:cubicBezTo>
                <a:cubicBezTo>
                  <a:pt x="86218" y="54873"/>
                  <a:pt x="86043" y="55056"/>
                  <a:pt x="85734" y="55088"/>
                </a:cubicBezTo>
                <a:cubicBezTo>
                  <a:pt x="84494" y="55212"/>
                  <a:pt x="83250" y="55438"/>
                  <a:pt x="82003" y="55765"/>
                </a:cubicBezTo>
                <a:cubicBezTo>
                  <a:pt x="80757" y="56093"/>
                  <a:pt x="79493" y="56487"/>
                  <a:pt x="78213" y="56947"/>
                </a:cubicBezTo>
                <a:cubicBezTo>
                  <a:pt x="76223" y="57662"/>
                  <a:pt x="74283" y="58519"/>
                  <a:pt x="72395" y="59518"/>
                </a:cubicBezTo>
                <a:cubicBezTo>
                  <a:pt x="70506" y="60518"/>
                  <a:pt x="68547" y="61543"/>
                  <a:pt x="66516" y="62593"/>
                </a:cubicBezTo>
                <a:cubicBezTo>
                  <a:pt x="66232" y="62695"/>
                  <a:pt x="65943" y="62618"/>
                  <a:pt x="65650" y="62362"/>
                </a:cubicBezTo>
                <a:cubicBezTo>
                  <a:pt x="65358" y="62107"/>
                  <a:pt x="65111" y="61755"/>
                  <a:pt x="64909" y="61306"/>
                </a:cubicBezTo>
                <a:cubicBezTo>
                  <a:pt x="64708" y="60856"/>
                  <a:pt x="64602" y="60392"/>
                  <a:pt x="64591" y="59914"/>
                </a:cubicBezTo>
                <a:cubicBezTo>
                  <a:pt x="64579" y="59436"/>
                  <a:pt x="64739" y="59099"/>
                  <a:pt x="65070" y="58900"/>
                </a:cubicBezTo>
                <a:cubicBezTo>
                  <a:pt x="70829" y="54823"/>
                  <a:pt x="74504" y="50252"/>
                  <a:pt x="76095" y="45185"/>
                </a:cubicBezTo>
                <a:cubicBezTo>
                  <a:pt x="77685" y="40118"/>
                  <a:pt x="77395" y="34564"/>
                  <a:pt x="75224" y="28522"/>
                </a:cubicBezTo>
                <a:cubicBezTo>
                  <a:pt x="73538" y="23829"/>
                  <a:pt x="71150" y="20312"/>
                  <a:pt x="68062" y="17970"/>
                </a:cubicBezTo>
                <a:cubicBezTo>
                  <a:pt x="64973" y="15628"/>
                  <a:pt x="61521" y="14119"/>
                  <a:pt x="57706" y="13443"/>
                </a:cubicBezTo>
                <a:cubicBezTo>
                  <a:pt x="53892" y="12767"/>
                  <a:pt x="49955" y="12757"/>
                  <a:pt x="45895" y="13412"/>
                </a:cubicBezTo>
                <a:cubicBezTo>
                  <a:pt x="41836" y="14068"/>
                  <a:pt x="37994" y="15047"/>
                  <a:pt x="34369" y="16350"/>
                </a:cubicBezTo>
                <a:cubicBezTo>
                  <a:pt x="30388" y="17780"/>
                  <a:pt x="26560" y="19637"/>
                  <a:pt x="22885" y="21920"/>
                </a:cubicBezTo>
                <a:cubicBezTo>
                  <a:pt x="19210" y="24204"/>
                  <a:pt x="16118" y="26880"/>
                  <a:pt x="13609" y="29949"/>
                </a:cubicBezTo>
                <a:cubicBezTo>
                  <a:pt x="11100" y="33018"/>
                  <a:pt x="9387" y="36463"/>
                  <a:pt x="8472" y="40283"/>
                </a:cubicBezTo>
                <a:cubicBezTo>
                  <a:pt x="7557" y="44103"/>
                  <a:pt x="7891" y="48218"/>
                  <a:pt x="9475" y="52627"/>
                </a:cubicBezTo>
                <a:cubicBezTo>
                  <a:pt x="10701" y="56038"/>
                  <a:pt x="12101" y="58986"/>
                  <a:pt x="13676" y="61470"/>
                </a:cubicBezTo>
                <a:cubicBezTo>
                  <a:pt x="15251" y="63955"/>
                  <a:pt x="17188" y="65828"/>
                  <a:pt x="19489" y="67089"/>
                </a:cubicBezTo>
                <a:cubicBezTo>
                  <a:pt x="22367" y="68623"/>
                  <a:pt x="25488" y="69548"/>
                  <a:pt x="28853" y="69864"/>
                </a:cubicBezTo>
                <a:cubicBezTo>
                  <a:pt x="32217" y="70182"/>
                  <a:pt x="35815" y="69973"/>
                  <a:pt x="39646" y="69238"/>
                </a:cubicBezTo>
                <a:cubicBezTo>
                  <a:pt x="40169" y="69130"/>
                  <a:pt x="40572" y="69246"/>
                  <a:pt x="40854" y="69585"/>
                </a:cubicBezTo>
                <a:cubicBezTo>
                  <a:pt x="41137" y="69926"/>
                  <a:pt x="41301" y="70328"/>
                  <a:pt x="41347" y="70793"/>
                </a:cubicBezTo>
                <a:cubicBezTo>
                  <a:pt x="41394" y="71259"/>
                  <a:pt x="41339" y="71720"/>
                  <a:pt x="41183" y="72177"/>
                </a:cubicBezTo>
                <a:cubicBezTo>
                  <a:pt x="41026" y="72635"/>
                  <a:pt x="40793" y="72880"/>
                  <a:pt x="40484" y="72911"/>
                </a:cubicBezTo>
                <a:cubicBezTo>
                  <a:pt x="38985" y="73209"/>
                  <a:pt x="37529" y="73570"/>
                  <a:pt x="36117" y="73997"/>
                </a:cubicBezTo>
                <a:cubicBezTo>
                  <a:pt x="34706" y="74425"/>
                  <a:pt x="33289" y="74894"/>
                  <a:pt x="31867" y="75405"/>
                </a:cubicBezTo>
                <a:cubicBezTo>
                  <a:pt x="29450" y="76273"/>
                  <a:pt x="27011" y="77250"/>
                  <a:pt x="24551" y="78335"/>
                </a:cubicBezTo>
                <a:cubicBezTo>
                  <a:pt x="22091" y="79419"/>
                  <a:pt x="19501" y="80531"/>
                  <a:pt x="16779" y="81669"/>
                </a:cubicBezTo>
                <a:cubicBezTo>
                  <a:pt x="16353" y="81822"/>
                  <a:pt x="15982" y="81794"/>
                  <a:pt x="15667" y="81585"/>
                </a:cubicBezTo>
                <a:cubicBezTo>
                  <a:pt x="15351" y="81378"/>
                  <a:pt x="15105" y="81085"/>
                  <a:pt x="14929" y="80708"/>
                </a:cubicBezTo>
                <a:cubicBezTo>
                  <a:pt x="14753" y="80330"/>
                  <a:pt x="14690" y="79931"/>
                  <a:pt x="14740" y="79512"/>
                </a:cubicBezTo>
                <a:cubicBezTo>
                  <a:pt x="14790" y="79092"/>
                  <a:pt x="14980" y="78783"/>
                  <a:pt x="15311" y="78585"/>
                </a:cubicBezTo>
                <a:cubicBezTo>
                  <a:pt x="15899" y="78213"/>
                  <a:pt x="16431" y="77741"/>
                  <a:pt x="16907" y="77168"/>
                </a:cubicBezTo>
                <a:cubicBezTo>
                  <a:pt x="17384" y="76595"/>
                  <a:pt x="17715" y="75954"/>
                  <a:pt x="17901" y="75245"/>
                </a:cubicBezTo>
                <a:cubicBezTo>
                  <a:pt x="18089" y="74536"/>
                  <a:pt x="18042" y="73790"/>
                  <a:pt x="17761" y="73008"/>
                </a:cubicBezTo>
                <a:cubicBezTo>
                  <a:pt x="17505" y="72297"/>
                  <a:pt x="16963" y="71568"/>
                  <a:pt x="16134" y="70822"/>
                </a:cubicBezTo>
                <a:cubicBezTo>
                  <a:pt x="14719" y="69566"/>
                  <a:pt x="13447" y="68317"/>
                  <a:pt x="12319" y="67076"/>
                </a:cubicBezTo>
                <a:cubicBezTo>
                  <a:pt x="11191" y="65837"/>
                  <a:pt x="10182" y="64534"/>
                  <a:pt x="9290" y="63167"/>
                </a:cubicBezTo>
                <a:cubicBezTo>
                  <a:pt x="8398" y="61802"/>
                  <a:pt x="7587" y="60328"/>
                  <a:pt x="6857" y="58743"/>
                </a:cubicBezTo>
                <a:cubicBezTo>
                  <a:pt x="6128" y="57159"/>
                  <a:pt x="5418" y="55408"/>
                  <a:pt x="4729" y="53489"/>
                </a:cubicBezTo>
                <a:cubicBezTo>
                  <a:pt x="207" y="40905"/>
                  <a:pt x="0" y="30444"/>
                  <a:pt x="4106" y="22104"/>
                </a:cubicBezTo>
                <a:cubicBezTo>
                  <a:pt x="8214" y="13766"/>
                  <a:pt x="16134" y="7489"/>
                  <a:pt x="27865" y="3274"/>
                </a:cubicBezTo>
                <a:cubicBezTo>
                  <a:pt x="34121" y="1026"/>
                  <a:pt x="39992" y="0"/>
                  <a:pt x="45480" y="195"/>
                </a:cubicBezTo>
                <a:cubicBezTo>
                  <a:pt x="50969" y="391"/>
                  <a:pt x="55955" y="1590"/>
                  <a:pt x="60439" y="3791"/>
                </a:cubicBezTo>
                <a:cubicBezTo>
                  <a:pt x="64923" y="5993"/>
                  <a:pt x="68837" y="9122"/>
                  <a:pt x="72181" y="13179"/>
                </a:cubicBezTo>
                <a:cubicBezTo>
                  <a:pt x="75525" y="17236"/>
                  <a:pt x="78180" y="22001"/>
                  <a:pt x="80147" y="274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Text a">
            <a:extLst xmlns:a="http://schemas.openxmlformats.org/drawingml/2006/main">
              <a:ext uri="{FF2B5EF4-FFF2-40B4-BE49-F238E27FC236}">
                <a16:creationId xmlns:a16="http://schemas.microsoft.com/office/drawing/2014/main" id="{0323E931-1690-4B9E-A0ED-D2B8C1F9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156" y="4370845"/>
            <a:ext cx="57450" cy="58723"/>
          </a:xfrm>
          <a:custGeom xmlns:a="http://schemas.openxmlformats.org/drawingml/2006/main">
            <a:pathLst>
              <a:path w="57450" h="58723">
                <a:moveTo>
                  <a:pt x="30268" y="33090"/>
                </a:moveTo>
                <a:cubicBezTo>
                  <a:pt x="31051" y="32809"/>
                  <a:pt x="31518" y="32601"/>
                  <a:pt x="31670" y="32466"/>
                </a:cubicBezTo>
                <a:cubicBezTo>
                  <a:pt x="31823" y="32331"/>
                  <a:pt x="31848" y="32122"/>
                  <a:pt x="31746" y="31838"/>
                </a:cubicBezTo>
                <a:cubicBezTo>
                  <a:pt x="29153" y="26187"/>
                  <a:pt x="26374" y="22309"/>
                  <a:pt x="23409" y="20203"/>
                </a:cubicBezTo>
                <a:cubicBezTo>
                  <a:pt x="20446" y="18098"/>
                  <a:pt x="17436" y="17594"/>
                  <a:pt x="14379" y="18693"/>
                </a:cubicBezTo>
                <a:cubicBezTo>
                  <a:pt x="12246" y="19459"/>
                  <a:pt x="10642" y="20637"/>
                  <a:pt x="9568" y="22228"/>
                </a:cubicBezTo>
                <a:cubicBezTo>
                  <a:pt x="8494" y="23817"/>
                  <a:pt x="8404" y="25856"/>
                  <a:pt x="9298" y="28345"/>
                </a:cubicBezTo>
                <a:cubicBezTo>
                  <a:pt x="9886" y="29980"/>
                  <a:pt x="10825" y="31588"/>
                  <a:pt x="12116" y="33171"/>
                </a:cubicBezTo>
                <a:cubicBezTo>
                  <a:pt x="13408" y="34754"/>
                  <a:pt x="14913" y="36039"/>
                  <a:pt x="16632" y="37027"/>
                </a:cubicBezTo>
                <a:cubicBezTo>
                  <a:pt x="17405" y="37391"/>
                  <a:pt x="18076" y="37471"/>
                  <a:pt x="18646" y="37267"/>
                </a:cubicBezTo>
                <a:lnTo>
                  <a:pt x="30268" y="33090"/>
                </a:lnTo>
                <a:moveTo>
                  <a:pt x="23313" y="46909"/>
                </a:moveTo>
                <a:cubicBezTo>
                  <a:pt x="20825" y="47803"/>
                  <a:pt x="19166" y="48660"/>
                  <a:pt x="18336" y="49480"/>
                </a:cubicBezTo>
                <a:cubicBezTo>
                  <a:pt x="17507" y="50299"/>
                  <a:pt x="17335" y="51384"/>
                  <a:pt x="17821" y="52735"/>
                </a:cubicBezTo>
                <a:cubicBezTo>
                  <a:pt x="18102" y="53517"/>
                  <a:pt x="18420" y="54124"/>
                  <a:pt x="18777" y="54557"/>
                </a:cubicBezTo>
                <a:cubicBezTo>
                  <a:pt x="19134" y="54991"/>
                  <a:pt x="19762" y="55568"/>
                  <a:pt x="20663" y="56288"/>
                </a:cubicBezTo>
                <a:cubicBezTo>
                  <a:pt x="20882" y="56451"/>
                  <a:pt x="20965" y="56682"/>
                  <a:pt x="20912" y="56982"/>
                </a:cubicBezTo>
                <a:cubicBezTo>
                  <a:pt x="20859" y="57282"/>
                  <a:pt x="20740" y="57566"/>
                  <a:pt x="20554" y="57832"/>
                </a:cubicBezTo>
                <a:cubicBezTo>
                  <a:pt x="20370" y="58099"/>
                  <a:pt x="20130" y="58326"/>
                  <a:pt x="19836" y="58511"/>
                </a:cubicBezTo>
                <a:cubicBezTo>
                  <a:pt x="19541" y="58698"/>
                  <a:pt x="19250" y="58723"/>
                  <a:pt x="18961" y="58587"/>
                </a:cubicBezTo>
                <a:cubicBezTo>
                  <a:pt x="14623" y="57014"/>
                  <a:pt x="11777" y="54344"/>
                  <a:pt x="10423" y="50575"/>
                </a:cubicBezTo>
                <a:cubicBezTo>
                  <a:pt x="9683" y="48514"/>
                  <a:pt x="9601" y="46557"/>
                  <a:pt x="10178" y="44703"/>
                </a:cubicBezTo>
                <a:cubicBezTo>
                  <a:pt x="10757" y="42851"/>
                  <a:pt x="11666" y="41301"/>
                  <a:pt x="12904" y="40053"/>
                </a:cubicBezTo>
                <a:cubicBezTo>
                  <a:pt x="13207" y="39783"/>
                  <a:pt x="13166" y="39556"/>
                  <a:pt x="12780" y="39374"/>
                </a:cubicBezTo>
                <a:cubicBezTo>
                  <a:pt x="10481" y="38113"/>
                  <a:pt x="8357" y="36448"/>
                  <a:pt x="6410" y="34378"/>
                </a:cubicBezTo>
                <a:cubicBezTo>
                  <a:pt x="4462" y="32309"/>
                  <a:pt x="2824" y="29426"/>
                  <a:pt x="1497" y="25730"/>
                </a:cubicBezTo>
                <a:cubicBezTo>
                  <a:pt x="40" y="21677"/>
                  <a:pt x="0" y="18159"/>
                  <a:pt x="1375" y="15176"/>
                </a:cubicBezTo>
                <a:cubicBezTo>
                  <a:pt x="2752" y="12194"/>
                  <a:pt x="5431" y="9988"/>
                  <a:pt x="9412" y="8557"/>
                </a:cubicBezTo>
                <a:cubicBezTo>
                  <a:pt x="14532" y="6718"/>
                  <a:pt x="19315" y="7688"/>
                  <a:pt x="23764" y="11468"/>
                </a:cubicBezTo>
                <a:cubicBezTo>
                  <a:pt x="28212" y="15248"/>
                  <a:pt x="32071" y="21688"/>
                  <a:pt x="35340" y="30787"/>
                </a:cubicBezTo>
                <a:cubicBezTo>
                  <a:pt x="35391" y="30929"/>
                  <a:pt x="35607" y="30971"/>
                  <a:pt x="35988" y="30914"/>
                </a:cubicBezTo>
                <a:cubicBezTo>
                  <a:pt x="36370" y="30858"/>
                  <a:pt x="37200" y="30600"/>
                  <a:pt x="38479" y="30140"/>
                </a:cubicBezTo>
                <a:lnTo>
                  <a:pt x="41359" y="29106"/>
                </a:lnTo>
                <a:cubicBezTo>
                  <a:pt x="43136" y="28467"/>
                  <a:pt x="44756" y="27725"/>
                  <a:pt x="46218" y="26878"/>
                </a:cubicBezTo>
                <a:cubicBezTo>
                  <a:pt x="47680" y="26032"/>
                  <a:pt x="48876" y="25061"/>
                  <a:pt x="49806" y="23963"/>
                </a:cubicBezTo>
                <a:cubicBezTo>
                  <a:pt x="50736" y="22867"/>
                  <a:pt x="51322" y="21594"/>
                  <a:pt x="51564" y="20142"/>
                </a:cubicBezTo>
                <a:cubicBezTo>
                  <a:pt x="51805" y="18691"/>
                  <a:pt x="51607" y="17076"/>
                  <a:pt x="50968" y="15299"/>
                </a:cubicBezTo>
                <a:cubicBezTo>
                  <a:pt x="50023" y="12668"/>
                  <a:pt x="48741" y="10721"/>
                  <a:pt x="47122" y="9456"/>
                </a:cubicBezTo>
                <a:cubicBezTo>
                  <a:pt x="45504" y="8192"/>
                  <a:pt x="43877" y="7853"/>
                  <a:pt x="42243" y="8441"/>
                </a:cubicBezTo>
                <a:cubicBezTo>
                  <a:pt x="41460" y="8722"/>
                  <a:pt x="40785" y="9245"/>
                  <a:pt x="40218" y="10010"/>
                </a:cubicBezTo>
                <a:cubicBezTo>
                  <a:pt x="39650" y="10776"/>
                  <a:pt x="38975" y="11299"/>
                  <a:pt x="38193" y="11580"/>
                </a:cubicBezTo>
                <a:cubicBezTo>
                  <a:pt x="37197" y="11938"/>
                  <a:pt x="36058" y="11785"/>
                  <a:pt x="34776" y="11121"/>
                </a:cubicBezTo>
                <a:cubicBezTo>
                  <a:pt x="33495" y="10459"/>
                  <a:pt x="32599" y="9417"/>
                  <a:pt x="32088" y="7996"/>
                </a:cubicBezTo>
                <a:cubicBezTo>
                  <a:pt x="31398" y="6076"/>
                  <a:pt x="31422" y="4522"/>
                  <a:pt x="32158" y="3333"/>
                </a:cubicBezTo>
                <a:cubicBezTo>
                  <a:pt x="32896" y="2146"/>
                  <a:pt x="34012" y="1284"/>
                  <a:pt x="35504" y="748"/>
                </a:cubicBezTo>
                <a:cubicBezTo>
                  <a:pt x="37281" y="109"/>
                  <a:pt x="39149" y="0"/>
                  <a:pt x="41106" y="420"/>
                </a:cubicBezTo>
                <a:cubicBezTo>
                  <a:pt x="43064" y="841"/>
                  <a:pt x="44918" y="1700"/>
                  <a:pt x="46667" y="2996"/>
                </a:cubicBezTo>
                <a:cubicBezTo>
                  <a:pt x="48418" y="4294"/>
                  <a:pt x="50040" y="5959"/>
                  <a:pt x="51532" y="7991"/>
                </a:cubicBezTo>
                <a:cubicBezTo>
                  <a:pt x="53025" y="10024"/>
                  <a:pt x="54219" y="12285"/>
                  <a:pt x="55113" y="14774"/>
                </a:cubicBezTo>
                <a:cubicBezTo>
                  <a:pt x="57156" y="20460"/>
                  <a:pt x="57450" y="25411"/>
                  <a:pt x="55995" y="29627"/>
                </a:cubicBezTo>
                <a:cubicBezTo>
                  <a:pt x="54539" y="33843"/>
                  <a:pt x="50755" y="37049"/>
                  <a:pt x="44641" y="39246"/>
                </a:cubicBezTo>
                <a:lnTo>
                  <a:pt x="23313" y="469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Text u">
            <a:extLst xmlns:a="http://schemas.openxmlformats.org/drawingml/2006/main">
              <a:ext uri="{FF2B5EF4-FFF2-40B4-BE49-F238E27FC236}">
                <a16:creationId xmlns:a16="http://schemas.microsoft.com/office/drawing/2014/main" id="{CA0985DC-88DC-4662-9582-5F6876CC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1693" y="4418385"/>
            <a:ext cx="60981" cy="75545"/>
          </a:xfrm>
          <a:custGeom xmlns:a="http://schemas.openxmlformats.org/drawingml/2006/main">
            <a:pathLst>
              <a:path w="60981" h="75545">
                <a:moveTo>
                  <a:pt x="30784" y="60771"/>
                </a:moveTo>
                <a:cubicBezTo>
                  <a:pt x="27869" y="61818"/>
                  <a:pt x="25524" y="62720"/>
                  <a:pt x="23750" y="63478"/>
                </a:cubicBezTo>
                <a:cubicBezTo>
                  <a:pt x="21975" y="64236"/>
                  <a:pt x="20668" y="65067"/>
                  <a:pt x="19828" y="65971"/>
                </a:cubicBezTo>
                <a:cubicBezTo>
                  <a:pt x="18989" y="66875"/>
                  <a:pt x="18566" y="67930"/>
                  <a:pt x="18559" y="69137"/>
                </a:cubicBezTo>
                <a:cubicBezTo>
                  <a:pt x="18551" y="70344"/>
                  <a:pt x="18893" y="71906"/>
                  <a:pt x="19582" y="73825"/>
                </a:cubicBezTo>
                <a:cubicBezTo>
                  <a:pt x="19684" y="74110"/>
                  <a:pt x="19607" y="74398"/>
                  <a:pt x="19351" y="74691"/>
                </a:cubicBezTo>
                <a:cubicBezTo>
                  <a:pt x="19095" y="74984"/>
                  <a:pt x="18753" y="75207"/>
                  <a:pt x="18326" y="75361"/>
                </a:cubicBezTo>
                <a:cubicBezTo>
                  <a:pt x="17971" y="75488"/>
                  <a:pt x="17590" y="75545"/>
                  <a:pt x="17183" y="75531"/>
                </a:cubicBezTo>
                <a:cubicBezTo>
                  <a:pt x="16777" y="75516"/>
                  <a:pt x="16509" y="75331"/>
                  <a:pt x="16381" y="74975"/>
                </a:cubicBezTo>
                <a:cubicBezTo>
                  <a:pt x="16177" y="74407"/>
                  <a:pt x="15987" y="73933"/>
                  <a:pt x="15810" y="73555"/>
                </a:cubicBezTo>
                <a:cubicBezTo>
                  <a:pt x="15635" y="73177"/>
                  <a:pt x="15459" y="72798"/>
                  <a:pt x="15283" y="72419"/>
                </a:cubicBezTo>
                <a:cubicBezTo>
                  <a:pt x="15107" y="72042"/>
                  <a:pt x="14900" y="71635"/>
                  <a:pt x="14662" y="71198"/>
                </a:cubicBezTo>
                <a:cubicBezTo>
                  <a:pt x="14426" y="70762"/>
                  <a:pt x="14145" y="70201"/>
                  <a:pt x="13819" y="69515"/>
                </a:cubicBezTo>
                <a:cubicBezTo>
                  <a:pt x="13543" y="68972"/>
                  <a:pt x="13112" y="68223"/>
                  <a:pt x="12528" y="67269"/>
                </a:cubicBezTo>
                <a:cubicBezTo>
                  <a:pt x="11946" y="66315"/>
                  <a:pt x="11356" y="65343"/>
                  <a:pt x="10761" y="64353"/>
                </a:cubicBezTo>
                <a:cubicBezTo>
                  <a:pt x="10164" y="63363"/>
                  <a:pt x="9628" y="62432"/>
                  <a:pt x="9154" y="61559"/>
                </a:cubicBezTo>
                <a:cubicBezTo>
                  <a:pt x="8680" y="60686"/>
                  <a:pt x="8392" y="60107"/>
                  <a:pt x="8290" y="59823"/>
                </a:cubicBezTo>
                <a:cubicBezTo>
                  <a:pt x="7830" y="58543"/>
                  <a:pt x="9590" y="57187"/>
                  <a:pt x="13571" y="55757"/>
                </a:cubicBezTo>
                <a:cubicBezTo>
                  <a:pt x="13713" y="55706"/>
                  <a:pt x="13776" y="55603"/>
                  <a:pt x="13760" y="55449"/>
                </a:cubicBezTo>
                <a:cubicBezTo>
                  <a:pt x="13745" y="55294"/>
                  <a:pt x="13641" y="55171"/>
                  <a:pt x="13447" y="55080"/>
                </a:cubicBezTo>
                <a:cubicBezTo>
                  <a:pt x="10227" y="53266"/>
                  <a:pt x="7694" y="51186"/>
                  <a:pt x="5848" y="48839"/>
                </a:cubicBezTo>
                <a:cubicBezTo>
                  <a:pt x="4002" y="46493"/>
                  <a:pt x="2632" y="44075"/>
                  <a:pt x="1737" y="41587"/>
                </a:cubicBezTo>
                <a:cubicBezTo>
                  <a:pt x="562" y="38316"/>
                  <a:pt x="0" y="35468"/>
                  <a:pt x="51" y="33042"/>
                </a:cubicBezTo>
                <a:cubicBezTo>
                  <a:pt x="102" y="30615"/>
                  <a:pt x="693" y="28517"/>
                  <a:pt x="1823" y="26746"/>
                </a:cubicBezTo>
                <a:cubicBezTo>
                  <a:pt x="2953" y="24976"/>
                  <a:pt x="4584" y="23427"/>
                  <a:pt x="6714" y="22099"/>
                </a:cubicBezTo>
                <a:cubicBezTo>
                  <a:pt x="8846" y="20771"/>
                  <a:pt x="11369" y="19583"/>
                  <a:pt x="14284" y="18536"/>
                </a:cubicBezTo>
                <a:lnTo>
                  <a:pt x="26335" y="14206"/>
                </a:lnTo>
                <a:cubicBezTo>
                  <a:pt x="29392" y="13108"/>
                  <a:pt x="31748" y="12181"/>
                  <a:pt x="33403" y="11426"/>
                </a:cubicBezTo>
                <a:cubicBezTo>
                  <a:pt x="35058" y="10670"/>
                  <a:pt x="36223" y="9891"/>
                  <a:pt x="36897" y="9086"/>
                </a:cubicBezTo>
                <a:cubicBezTo>
                  <a:pt x="37572" y="8283"/>
                  <a:pt x="37873" y="7332"/>
                  <a:pt x="37799" y="6234"/>
                </a:cubicBezTo>
                <a:cubicBezTo>
                  <a:pt x="37726" y="5137"/>
                  <a:pt x="37489" y="3697"/>
                  <a:pt x="37089" y="1915"/>
                </a:cubicBezTo>
                <a:cubicBezTo>
                  <a:pt x="36961" y="1559"/>
                  <a:pt x="37043" y="1228"/>
                  <a:pt x="37335" y="922"/>
                </a:cubicBezTo>
                <a:cubicBezTo>
                  <a:pt x="37627" y="618"/>
                  <a:pt x="37944" y="384"/>
                  <a:pt x="38286" y="220"/>
                </a:cubicBezTo>
                <a:cubicBezTo>
                  <a:pt x="38629" y="57"/>
                  <a:pt x="39010" y="0"/>
                  <a:pt x="39430" y="50"/>
                </a:cubicBezTo>
                <a:cubicBezTo>
                  <a:pt x="39850" y="100"/>
                  <a:pt x="40136" y="338"/>
                  <a:pt x="40289" y="765"/>
                </a:cubicBezTo>
                <a:cubicBezTo>
                  <a:pt x="40615" y="1450"/>
                  <a:pt x="41060" y="2353"/>
                  <a:pt x="41623" y="3475"/>
                </a:cubicBezTo>
                <a:cubicBezTo>
                  <a:pt x="42187" y="4598"/>
                  <a:pt x="42854" y="5783"/>
                  <a:pt x="43623" y="7032"/>
                </a:cubicBezTo>
                <a:cubicBezTo>
                  <a:pt x="44394" y="8280"/>
                  <a:pt x="45200" y="9575"/>
                  <a:pt x="46043" y="10917"/>
                </a:cubicBezTo>
                <a:cubicBezTo>
                  <a:pt x="46886" y="12260"/>
                  <a:pt x="47716" y="13508"/>
                  <a:pt x="48532" y="14660"/>
                </a:cubicBezTo>
                <a:cubicBezTo>
                  <a:pt x="49174" y="15552"/>
                  <a:pt x="49256" y="16285"/>
                  <a:pt x="48780" y="16858"/>
                </a:cubicBezTo>
                <a:cubicBezTo>
                  <a:pt x="48303" y="17431"/>
                  <a:pt x="47852" y="17794"/>
                  <a:pt x="47426" y="17947"/>
                </a:cubicBezTo>
                <a:lnTo>
                  <a:pt x="22045" y="27066"/>
                </a:lnTo>
                <a:cubicBezTo>
                  <a:pt x="19202" y="28088"/>
                  <a:pt x="16829" y="29081"/>
                  <a:pt x="14928" y="30044"/>
                </a:cubicBezTo>
                <a:cubicBezTo>
                  <a:pt x="13027" y="31009"/>
                  <a:pt x="11552" y="32041"/>
                  <a:pt x="10501" y="33140"/>
                </a:cubicBezTo>
                <a:cubicBezTo>
                  <a:pt x="9452" y="34239"/>
                  <a:pt x="8847" y="35460"/>
                  <a:pt x="8686" y="36801"/>
                </a:cubicBezTo>
                <a:cubicBezTo>
                  <a:pt x="8526" y="38143"/>
                  <a:pt x="8753" y="39668"/>
                  <a:pt x="9366" y="41374"/>
                </a:cubicBezTo>
                <a:cubicBezTo>
                  <a:pt x="10235" y="43791"/>
                  <a:pt x="11568" y="46161"/>
                  <a:pt x="13366" y="48486"/>
                </a:cubicBezTo>
                <a:cubicBezTo>
                  <a:pt x="15164" y="50810"/>
                  <a:pt x="16911" y="52430"/>
                  <a:pt x="18604" y="53346"/>
                </a:cubicBezTo>
                <a:cubicBezTo>
                  <a:pt x="18895" y="53483"/>
                  <a:pt x="19331" y="53467"/>
                  <a:pt x="19912" y="53297"/>
                </a:cubicBezTo>
                <a:cubicBezTo>
                  <a:pt x="20493" y="53129"/>
                  <a:pt x="20926" y="52993"/>
                  <a:pt x="21210" y="52891"/>
                </a:cubicBezTo>
                <a:lnTo>
                  <a:pt x="38059" y="46837"/>
                </a:lnTo>
                <a:cubicBezTo>
                  <a:pt x="41116" y="45739"/>
                  <a:pt x="43485" y="44847"/>
                  <a:pt x="45166" y="44163"/>
                </a:cubicBezTo>
                <a:cubicBezTo>
                  <a:pt x="46847" y="43479"/>
                  <a:pt x="48037" y="42771"/>
                  <a:pt x="48736" y="42038"/>
                </a:cubicBezTo>
                <a:cubicBezTo>
                  <a:pt x="49437" y="41305"/>
                  <a:pt x="49770" y="40443"/>
                  <a:pt x="49735" y="39453"/>
                </a:cubicBezTo>
                <a:cubicBezTo>
                  <a:pt x="49700" y="38462"/>
                  <a:pt x="49482" y="37076"/>
                  <a:pt x="49081" y="35293"/>
                </a:cubicBezTo>
                <a:cubicBezTo>
                  <a:pt x="49025" y="34911"/>
                  <a:pt x="49125" y="34574"/>
                  <a:pt x="49381" y="34281"/>
                </a:cubicBezTo>
                <a:cubicBezTo>
                  <a:pt x="49637" y="33988"/>
                  <a:pt x="49954" y="33754"/>
                  <a:pt x="50332" y="33578"/>
                </a:cubicBezTo>
                <a:cubicBezTo>
                  <a:pt x="50711" y="33402"/>
                  <a:pt x="51092" y="33346"/>
                  <a:pt x="51476" y="33407"/>
                </a:cubicBezTo>
                <a:cubicBezTo>
                  <a:pt x="51860" y="33470"/>
                  <a:pt x="52129" y="33716"/>
                  <a:pt x="52282" y="34143"/>
                </a:cubicBezTo>
                <a:cubicBezTo>
                  <a:pt x="53344" y="36651"/>
                  <a:pt x="54506" y="38882"/>
                  <a:pt x="55769" y="40836"/>
                </a:cubicBezTo>
                <a:cubicBezTo>
                  <a:pt x="57033" y="42790"/>
                  <a:pt x="58529" y="44942"/>
                  <a:pt x="60256" y="47291"/>
                </a:cubicBezTo>
                <a:cubicBezTo>
                  <a:pt x="60898" y="48184"/>
                  <a:pt x="60981" y="48917"/>
                  <a:pt x="60504" y="49489"/>
                </a:cubicBezTo>
                <a:cubicBezTo>
                  <a:pt x="60028" y="50062"/>
                  <a:pt x="59576" y="50425"/>
                  <a:pt x="59150" y="50579"/>
                </a:cubicBezTo>
                <a:lnTo>
                  <a:pt x="30784" y="607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Text s">
            <a:extLst xmlns:a="http://schemas.openxmlformats.org/drawingml/2006/main">
              <a:ext uri="{FF2B5EF4-FFF2-40B4-BE49-F238E27FC236}">
                <a16:creationId xmlns:a16="http://schemas.microsoft.com/office/drawing/2014/main" id="{5A9D7A0B-5211-40E8-9938-4EB741FB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8502" y="4485891"/>
            <a:ext cx="61333" cy="46992"/>
          </a:xfrm>
          <a:custGeom xmlns:a="http://schemas.openxmlformats.org/drawingml/2006/main">
            <a:pathLst>
              <a:path w="61333" h="46992">
                <a:moveTo>
                  <a:pt x="60874" y="30293"/>
                </a:moveTo>
                <a:cubicBezTo>
                  <a:pt x="60016" y="30362"/>
                  <a:pt x="58986" y="30511"/>
                  <a:pt x="57784" y="30742"/>
                </a:cubicBezTo>
                <a:cubicBezTo>
                  <a:pt x="56583" y="30973"/>
                  <a:pt x="55343" y="31318"/>
                  <a:pt x="54063" y="31778"/>
                </a:cubicBezTo>
                <a:cubicBezTo>
                  <a:pt x="52712" y="32263"/>
                  <a:pt x="51320" y="32803"/>
                  <a:pt x="49888" y="33397"/>
                </a:cubicBezTo>
                <a:cubicBezTo>
                  <a:pt x="48457" y="33992"/>
                  <a:pt x="47350" y="34430"/>
                  <a:pt x="46568" y="34711"/>
                </a:cubicBezTo>
                <a:cubicBezTo>
                  <a:pt x="46354" y="34788"/>
                  <a:pt x="46125" y="34710"/>
                  <a:pt x="45881" y="34477"/>
                </a:cubicBezTo>
                <a:cubicBezTo>
                  <a:pt x="45637" y="34244"/>
                  <a:pt x="45433" y="33956"/>
                  <a:pt x="45269" y="33613"/>
                </a:cubicBezTo>
                <a:cubicBezTo>
                  <a:pt x="45107" y="33271"/>
                  <a:pt x="45028" y="32938"/>
                  <a:pt x="45032" y="32614"/>
                </a:cubicBezTo>
                <a:cubicBezTo>
                  <a:pt x="45036" y="32292"/>
                  <a:pt x="45132" y="32057"/>
                  <a:pt x="45320" y="31910"/>
                </a:cubicBezTo>
                <a:cubicBezTo>
                  <a:pt x="48807" y="29774"/>
                  <a:pt x="51244" y="27453"/>
                  <a:pt x="52631" y="24947"/>
                </a:cubicBezTo>
                <a:cubicBezTo>
                  <a:pt x="54019" y="22442"/>
                  <a:pt x="54011" y="19235"/>
                  <a:pt x="52606" y="15325"/>
                </a:cubicBezTo>
                <a:cubicBezTo>
                  <a:pt x="51661" y="12695"/>
                  <a:pt x="50224" y="10762"/>
                  <a:pt x="48295" y="9529"/>
                </a:cubicBezTo>
                <a:cubicBezTo>
                  <a:pt x="46367" y="8295"/>
                  <a:pt x="44301" y="8074"/>
                  <a:pt x="42097" y="8866"/>
                </a:cubicBezTo>
                <a:cubicBezTo>
                  <a:pt x="40250" y="9530"/>
                  <a:pt x="39083" y="10751"/>
                  <a:pt x="38598" y="12530"/>
                </a:cubicBezTo>
                <a:cubicBezTo>
                  <a:pt x="38114" y="14309"/>
                  <a:pt x="37867" y="16526"/>
                  <a:pt x="37856" y="19179"/>
                </a:cubicBezTo>
                <a:cubicBezTo>
                  <a:pt x="37858" y="20303"/>
                  <a:pt x="37842" y="21653"/>
                  <a:pt x="37806" y="23232"/>
                </a:cubicBezTo>
                <a:cubicBezTo>
                  <a:pt x="37771" y="24809"/>
                  <a:pt x="37730" y="26088"/>
                  <a:pt x="37682" y="27068"/>
                </a:cubicBezTo>
                <a:cubicBezTo>
                  <a:pt x="37492" y="29224"/>
                  <a:pt x="37222" y="31267"/>
                  <a:pt x="36873" y="33198"/>
                </a:cubicBezTo>
                <a:cubicBezTo>
                  <a:pt x="36523" y="35130"/>
                  <a:pt x="35937" y="36906"/>
                  <a:pt x="35114" y="38525"/>
                </a:cubicBezTo>
                <a:cubicBezTo>
                  <a:pt x="34293" y="40146"/>
                  <a:pt x="33221" y="41574"/>
                  <a:pt x="31899" y="42811"/>
                </a:cubicBezTo>
                <a:cubicBezTo>
                  <a:pt x="30578" y="44049"/>
                  <a:pt x="28886" y="45038"/>
                  <a:pt x="26824" y="45779"/>
                </a:cubicBezTo>
                <a:cubicBezTo>
                  <a:pt x="24123" y="46750"/>
                  <a:pt x="21661" y="46992"/>
                  <a:pt x="19440" y="46505"/>
                </a:cubicBezTo>
                <a:cubicBezTo>
                  <a:pt x="17219" y="46020"/>
                  <a:pt x="15238" y="45086"/>
                  <a:pt x="13497" y="43704"/>
                </a:cubicBezTo>
                <a:cubicBezTo>
                  <a:pt x="11756" y="42323"/>
                  <a:pt x="10229" y="40584"/>
                  <a:pt x="8915" y="38488"/>
                </a:cubicBezTo>
                <a:cubicBezTo>
                  <a:pt x="7599" y="36392"/>
                  <a:pt x="6546" y="34242"/>
                  <a:pt x="5754" y="32038"/>
                </a:cubicBezTo>
                <a:cubicBezTo>
                  <a:pt x="5090" y="30189"/>
                  <a:pt x="4562" y="28051"/>
                  <a:pt x="4171" y="25623"/>
                </a:cubicBezTo>
                <a:cubicBezTo>
                  <a:pt x="3780" y="23195"/>
                  <a:pt x="3669" y="20988"/>
                  <a:pt x="3838" y="19000"/>
                </a:cubicBezTo>
                <a:cubicBezTo>
                  <a:pt x="3827" y="18523"/>
                  <a:pt x="3596" y="18104"/>
                  <a:pt x="3146" y="17744"/>
                </a:cubicBezTo>
                <a:cubicBezTo>
                  <a:pt x="2696" y="17384"/>
                  <a:pt x="2054" y="17274"/>
                  <a:pt x="1221" y="17413"/>
                </a:cubicBezTo>
                <a:cubicBezTo>
                  <a:pt x="1007" y="17489"/>
                  <a:pt x="808" y="17380"/>
                  <a:pt x="622" y="17086"/>
                </a:cubicBezTo>
                <a:cubicBezTo>
                  <a:pt x="436" y="16791"/>
                  <a:pt x="278" y="16466"/>
                  <a:pt x="151" y="16111"/>
                </a:cubicBezTo>
                <a:cubicBezTo>
                  <a:pt x="48" y="15826"/>
                  <a:pt x="0" y="15523"/>
                  <a:pt x="5" y="15200"/>
                </a:cubicBezTo>
                <a:cubicBezTo>
                  <a:pt x="9" y="14878"/>
                  <a:pt x="118" y="14678"/>
                  <a:pt x="330" y="14602"/>
                </a:cubicBezTo>
                <a:cubicBezTo>
                  <a:pt x="900" y="14397"/>
                  <a:pt x="1708" y="14187"/>
                  <a:pt x="2753" y="13972"/>
                </a:cubicBezTo>
                <a:cubicBezTo>
                  <a:pt x="3800" y="13756"/>
                  <a:pt x="4750" y="13495"/>
                  <a:pt x="5603" y="13189"/>
                </a:cubicBezTo>
                <a:cubicBezTo>
                  <a:pt x="6456" y="12882"/>
                  <a:pt x="7379" y="12490"/>
                  <a:pt x="8371" y="12012"/>
                </a:cubicBezTo>
                <a:cubicBezTo>
                  <a:pt x="9364" y="11536"/>
                  <a:pt x="10338" y="11065"/>
                  <a:pt x="11295" y="10602"/>
                </a:cubicBezTo>
                <a:cubicBezTo>
                  <a:pt x="12252" y="10138"/>
                  <a:pt x="13109" y="9729"/>
                  <a:pt x="13866" y="9377"/>
                </a:cubicBezTo>
                <a:cubicBezTo>
                  <a:pt x="14623" y="9025"/>
                  <a:pt x="15179" y="8785"/>
                  <a:pt x="15535" y="8658"/>
                </a:cubicBezTo>
                <a:cubicBezTo>
                  <a:pt x="15819" y="8555"/>
                  <a:pt x="16083" y="8621"/>
                  <a:pt x="16327" y="8854"/>
                </a:cubicBezTo>
                <a:cubicBezTo>
                  <a:pt x="16571" y="9087"/>
                  <a:pt x="16775" y="9375"/>
                  <a:pt x="16937" y="9717"/>
                </a:cubicBezTo>
                <a:cubicBezTo>
                  <a:pt x="17100" y="10060"/>
                  <a:pt x="17187" y="10411"/>
                  <a:pt x="17195" y="10769"/>
                </a:cubicBezTo>
                <a:cubicBezTo>
                  <a:pt x="17204" y="11127"/>
                  <a:pt x="17079" y="11393"/>
                  <a:pt x="16821" y="11567"/>
                </a:cubicBezTo>
                <a:cubicBezTo>
                  <a:pt x="14937" y="12805"/>
                  <a:pt x="13353" y="14096"/>
                  <a:pt x="12070" y="15440"/>
                </a:cubicBezTo>
                <a:cubicBezTo>
                  <a:pt x="10788" y="16784"/>
                  <a:pt x="9824" y="18234"/>
                  <a:pt x="9178" y="19790"/>
                </a:cubicBezTo>
                <a:cubicBezTo>
                  <a:pt x="8533" y="21347"/>
                  <a:pt x="8244" y="23056"/>
                  <a:pt x="8311" y="24919"/>
                </a:cubicBezTo>
                <a:cubicBezTo>
                  <a:pt x="8378" y="26780"/>
                  <a:pt x="8834" y="28885"/>
                  <a:pt x="9677" y="31231"/>
                </a:cubicBezTo>
                <a:cubicBezTo>
                  <a:pt x="10596" y="33790"/>
                  <a:pt x="12054" y="35614"/>
                  <a:pt x="14051" y="36702"/>
                </a:cubicBezTo>
                <a:cubicBezTo>
                  <a:pt x="16048" y="37791"/>
                  <a:pt x="18326" y="37875"/>
                  <a:pt x="20885" y="36956"/>
                </a:cubicBezTo>
                <a:cubicBezTo>
                  <a:pt x="23160" y="36139"/>
                  <a:pt x="24667" y="34694"/>
                  <a:pt x="25407" y="32621"/>
                </a:cubicBezTo>
                <a:cubicBezTo>
                  <a:pt x="26148" y="30550"/>
                  <a:pt x="26634" y="28268"/>
                  <a:pt x="26863" y="25778"/>
                </a:cubicBezTo>
                <a:cubicBezTo>
                  <a:pt x="26932" y="24629"/>
                  <a:pt x="26994" y="23463"/>
                  <a:pt x="27050" y="22279"/>
                </a:cubicBezTo>
                <a:cubicBezTo>
                  <a:pt x="27106" y="21095"/>
                  <a:pt x="27156" y="19894"/>
                  <a:pt x="27199" y="18674"/>
                </a:cubicBezTo>
                <a:cubicBezTo>
                  <a:pt x="27277" y="16880"/>
                  <a:pt x="27379" y="15097"/>
                  <a:pt x="27504" y="13326"/>
                </a:cubicBezTo>
                <a:cubicBezTo>
                  <a:pt x="27631" y="11555"/>
                  <a:pt x="27981" y="9904"/>
                  <a:pt x="28555" y="8372"/>
                </a:cubicBezTo>
                <a:cubicBezTo>
                  <a:pt x="29130" y="6842"/>
                  <a:pt x="30036" y="5453"/>
                  <a:pt x="31273" y="4206"/>
                </a:cubicBezTo>
                <a:cubicBezTo>
                  <a:pt x="32511" y="2959"/>
                  <a:pt x="34231" y="1940"/>
                  <a:pt x="36436" y="1148"/>
                </a:cubicBezTo>
                <a:cubicBezTo>
                  <a:pt x="38995" y="228"/>
                  <a:pt x="41360" y="0"/>
                  <a:pt x="43533" y="463"/>
                </a:cubicBezTo>
                <a:cubicBezTo>
                  <a:pt x="45707" y="926"/>
                  <a:pt x="47657" y="1830"/>
                  <a:pt x="49384" y="3176"/>
                </a:cubicBezTo>
                <a:cubicBezTo>
                  <a:pt x="51112" y="4522"/>
                  <a:pt x="52608" y="6172"/>
                  <a:pt x="53872" y="8126"/>
                </a:cubicBezTo>
                <a:cubicBezTo>
                  <a:pt x="55137" y="10081"/>
                  <a:pt x="56139" y="12089"/>
                  <a:pt x="56880" y="14150"/>
                </a:cubicBezTo>
                <a:cubicBezTo>
                  <a:pt x="57595" y="16140"/>
                  <a:pt x="57996" y="17983"/>
                  <a:pt x="58083" y="19677"/>
                </a:cubicBezTo>
                <a:cubicBezTo>
                  <a:pt x="58170" y="21372"/>
                  <a:pt x="57942" y="23360"/>
                  <a:pt x="57398" y="25643"/>
                </a:cubicBezTo>
                <a:cubicBezTo>
                  <a:pt x="57358" y="25978"/>
                  <a:pt x="57509" y="26345"/>
                  <a:pt x="57852" y="26744"/>
                </a:cubicBezTo>
                <a:cubicBezTo>
                  <a:pt x="58196" y="27142"/>
                  <a:pt x="58917" y="27304"/>
                  <a:pt x="60015" y="27231"/>
                </a:cubicBezTo>
                <a:cubicBezTo>
                  <a:pt x="60325" y="27200"/>
                  <a:pt x="60579" y="27350"/>
                  <a:pt x="60777" y="27679"/>
                </a:cubicBezTo>
                <a:cubicBezTo>
                  <a:pt x="60976" y="28009"/>
                  <a:pt x="61122" y="28359"/>
                  <a:pt x="61214" y="28727"/>
                </a:cubicBezTo>
                <a:cubicBezTo>
                  <a:pt x="61307" y="29095"/>
                  <a:pt x="61333" y="29447"/>
                  <a:pt x="61292" y="29783"/>
                </a:cubicBezTo>
                <a:cubicBezTo>
                  <a:pt x="61252" y="30118"/>
                  <a:pt x="61113" y="30288"/>
                  <a:pt x="60874" y="302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Text e">
            <a:extLst xmlns:a="http://schemas.openxmlformats.org/drawingml/2006/main">
              <a:ext uri="{FF2B5EF4-FFF2-40B4-BE49-F238E27FC236}">
                <a16:creationId xmlns:a16="http://schemas.microsoft.com/office/drawing/2014/main" id="{B44C26BA-B3E9-4A3F-9E7C-5E3EF406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106" y="4532565"/>
            <a:ext cx="54492" cy="51155"/>
          </a:xfrm>
          <a:custGeom xmlns:a="http://schemas.openxmlformats.org/drawingml/2006/main">
            <a:pathLst>
              <a:path w="54492" h="51155">
                <a:moveTo>
                  <a:pt x="25876" y="12694"/>
                </a:moveTo>
                <a:cubicBezTo>
                  <a:pt x="25749" y="12338"/>
                  <a:pt x="25554" y="12188"/>
                  <a:pt x="25291" y="12241"/>
                </a:cubicBezTo>
                <a:cubicBezTo>
                  <a:pt x="25030" y="12296"/>
                  <a:pt x="24722" y="12387"/>
                  <a:pt x="24366" y="12515"/>
                </a:cubicBezTo>
                <a:cubicBezTo>
                  <a:pt x="20669" y="13843"/>
                  <a:pt x="17688" y="15376"/>
                  <a:pt x="15422" y="17112"/>
                </a:cubicBezTo>
                <a:cubicBezTo>
                  <a:pt x="13157" y="18849"/>
                  <a:pt x="11486" y="20734"/>
                  <a:pt x="10410" y="22766"/>
                </a:cubicBezTo>
                <a:cubicBezTo>
                  <a:pt x="9335" y="24798"/>
                  <a:pt x="8805" y="26955"/>
                  <a:pt x="8822" y="29237"/>
                </a:cubicBezTo>
                <a:cubicBezTo>
                  <a:pt x="8839" y="31519"/>
                  <a:pt x="9269" y="33832"/>
                  <a:pt x="10112" y="36178"/>
                </a:cubicBezTo>
                <a:cubicBezTo>
                  <a:pt x="10981" y="38595"/>
                  <a:pt x="12019" y="40870"/>
                  <a:pt x="13227" y="43005"/>
                </a:cubicBezTo>
                <a:cubicBezTo>
                  <a:pt x="14436" y="45140"/>
                  <a:pt x="16009" y="46782"/>
                  <a:pt x="17947" y="47932"/>
                </a:cubicBezTo>
                <a:cubicBezTo>
                  <a:pt x="18359" y="48186"/>
                  <a:pt x="18600" y="48521"/>
                  <a:pt x="18669" y="48937"/>
                </a:cubicBezTo>
                <a:cubicBezTo>
                  <a:pt x="18739" y="49354"/>
                  <a:pt x="18676" y="49737"/>
                  <a:pt x="18481" y="50088"/>
                </a:cubicBezTo>
                <a:cubicBezTo>
                  <a:pt x="18286" y="50439"/>
                  <a:pt x="18024" y="50713"/>
                  <a:pt x="17693" y="50911"/>
                </a:cubicBezTo>
                <a:cubicBezTo>
                  <a:pt x="17363" y="51111"/>
                  <a:pt x="17018" y="51155"/>
                  <a:pt x="16657" y="51045"/>
                </a:cubicBezTo>
                <a:cubicBezTo>
                  <a:pt x="12855" y="49843"/>
                  <a:pt x="9873" y="48024"/>
                  <a:pt x="7713" y="45588"/>
                </a:cubicBezTo>
                <a:cubicBezTo>
                  <a:pt x="5555" y="43154"/>
                  <a:pt x="3722" y="39839"/>
                  <a:pt x="2215" y="35644"/>
                </a:cubicBezTo>
                <a:cubicBezTo>
                  <a:pt x="682" y="31379"/>
                  <a:pt x="0" y="27470"/>
                  <a:pt x="168" y="23917"/>
                </a:cubicBezTo>
                <a:cubicBezTo>
                  <a:pt x="337" y="20365"/>
                  <a:pt x="1212" y="17160"/>
                  <a:pt x="2795" y="14304"/>
                </a:cubicBezTo>
                <a:cubicBezTo>
                  <a:pt x="4378" y="11448"/>
                  <a:pt x="6542" y="8985"/>
                  <a:pt x="9289" y="6914"/>
                </a:cubicBezTo>
                <a:cubicBezTo>
                  <a:pt x="12037" y="4843"/>
                  <a:pt x="15224" y="3156"/>
                  <a:pt x="18851" y="1853"/>
                </a:cubicBezTo>
                <a:cubicBezTo>
                  <a:pt x="22334" y="601"/>
                  <a:pt x="25850" y="0"/>
                  <a:pt x="29399" y="49"/>
                </a:cubicBezTo>
                <a:cubicBezTo>
                  <a:pt x="32949" y="99"/>
                  <a:pt x="36244" y="781"/>
                  <a:pt x="39285" y="2096"/>
                </a:cubicBezTo>
                <a:cubicBezTo>
                  <a:pt x="42327" y="3412"/>
                  <a:pt x="45046" y="5284"/>
                  <a:pt x="47444" y="7714"/>
                </a:cubicBezTo>
                <a:cubicBezTo>
                  <a:pt x="49843" y="10143"/>
                  <a:pt x="51681" y="13135"/>
                  <a:pt x="52958" y="16690"/>
                </a:cubicBezTo>
                <a:cubicBezTo>
                  <a:pt x="54031" y="19675"/>
                  <a:pt x="54492" y="22580"/>
                  <a:pt x="54342" y="25403"/>
                </a:cubicBezTo>
                <a:cubicBezTo>
                  <a:pt x="54192" y="28226"/>
                  <a:pt x="53518" y="30816"/>
                  <a:pt x="52318" y="33174"/>
                </a:cubicBezTo>
                <a:cubicBezTo>
                  <a:pt x="51119" y="35532"/>
                  <a:pt x="49429" y="37644"/>
                  <a:pt x="47250" y="39511"/>
                </a:cubicBezTo>
                <a:cubicBezTo>
                  <a:pt x="45072" y="41378"/>
                  <a:pt x="42525" y="42834"/>
                  <a:pt x="39610" y="43882"/>
                </a:cubicBezTo>
                <a:cubicBezTo>
                  <a:pt x="38118" y="44418"/>
                  <a:pt x="37180" y="44153"/>
                  <a:pt x="36796" y="43087"/>
                </a:cubicBezTo>
                <a:lnTo>
                  <a:pt x="25876" y="12694"/>
                </a:lnTo>
                <a:moveTo>
                  <a:pt x="36619" y="30868"/>
                </a:moveTo>
                <a:cubicBezTo>
                  <a:pt x="36977" y="31863"/>
                  <a:pt x="37536" y="32304"/>
                  <a:pt x="38298" y="32191"/>
                </a:cubicBezTo>
                <a:cubicBezTo>
                  <a:pt x="39061" y="32078"/>
                  <a:pt x="39940" y="31843"/>
                  <a:pt x="40936" y="31485"/>
                </a:cubicBezTo>
                <a:cubicBezTo>
                  <a:pt x="42429" y="30949"/>
                  <a:pt x="43785" y="30201"/>
                  <a:pt x="45006" y="29241"/>
                </a:cubicBezTo>
                <a:cubicBezTo>
                  <a:pt x="46226" y="28280"/>
                  <a:pt x="47216" y="27182"/>
                  <a:pt x="47975" y="25945"/>
                </a:cubicBezTo>
                <a:cubicBezTo>
                  <a:pt x="48735" y="24709"/>
                  <a:pt x="49218" y="23372"/>
                  <a:pt x="49424" y="21934"/>
                </a:cubicBezTo>
                <a:cubicBezTo>
                  <a:pt x="49630" y="20495"/>
                  <a:pt x="49452" y="18994"/>
                  <a:pt x="48890" y="17430"/>
                </a:cubicBezTo>
                <a:cubicBezTo>
                  <a:pt x="48200" y="15510"/>
                  <a:pt x="47268" y="13978"/>
                  <a:pt x="46094" y="12834"/>
                </a:cubicBezTo>
                <a:cubicBezTo>
                  <a:pt x="44920" y="11691"/>
                  <a:pt x="43610" y="10837"/>
                  <a:pt x="42163" y="10273"/>
                </a:cubicBezTo>
                <a:cubicBezTo>
                  <a:pt x="40717" y="9709"/>
                  <a:pt x="39158" y="9447"/>
                  <a:pt x="37485" y="9486"/>
                </a:cubicBezTo>
                <a:cubicBezTo>
                  <a:pt x="35814" y="9524"/>
                  <a:pt x="34122" y="9731"/>
                  <a:pt x="32411" y="10106"/>
                </a:cubicBezTo>
                <a:cubicBezTo>
                  <a:pt x="31506" y="10270"/>
                  <a:pt x="30793" y="10466"/>
                  <a:pt x="30272" y="10692"/>
                </a:cubicBezTo>
                <a:cubicBezTo>
                  <a:pt x="29752" y="10920"/>
                  <a:pt x="29544" y="11175"/>
                  <a:pt x="29646" y="11459"/>
                </a:cubicBezTo>
                <a:lnTo>
                  <a:pt x="36619" y="308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528E1F-A990-48E1-B371-232B55A7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235" y="3790612"/>
            <a:ext cx="477221" cy="530339"/>
          </a:xfrm>
          <a:custGeom xmlns:a="http://schemas.openxmlformats.org/drawingml/2006/main">
            <a:pathLst>
              <a:path w="477221" h="530339">
                <a:moveTo>
                  <a:pt x="0" y="442184"/>
                </a:moveTo>
                <a:lnTo>
                  <a:pt x="372606" y="0"/>
                </a:lnTo>
                <a:lnTo>
                  <a:pt x="477221" y="88155"/>
                </a:lnTo>
                <a:lnTo>
                  <a:pt x="104618" y="530339"/>
                </a:lnTo>
                <a:lnTo>
                  <a:pt x="0" y="44218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A">
            <a:extLst xmlns:a="http://schemas.openxmlformats.org/drawingml/2006/main">
              <a:ext uri="{FF2B5EF4-FFF2-40B4-BE49-F238E27FC236}">
                <a16:creationId xmlns:a16="http://schemas.microsoft.com/office/drawing/2014/main" id="{97EE58AA-BAE7-4C66-9BB7-3BB70E53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87" y="4211620"/>
            <a:ext cx="87485" cy="83206"/>
          </a:xfrm>
          <a:custGeom xmlns:a="http://schemas.openxmlformats.org/drawingml/2006/main">
            <a:pathLst>
              <a:path w="87485" h="83206">
                <a:moveTo>
                  <a:pt x="31478" y="46147"/>
                </a:moveTo>
                <a:cubicBezTo>
                  <a:pt x="30797" y="46956"/>
                  <a:pt x="30440" y="47643"/>
                  <a:pt x="30408" y="48209"/>
                </a:cubicBezTo>
                <a:cubicBezTo>
                  <a:pt x="30375" y="48774"/>
                  <a:pt x="30555" y="49469"/>
                  <a:pt x="30947" y="50294"/>
                </a:cubicBezTo>
                <a:lnTo>
                  <a:pt x="37885" y="62808"/>
                </a:lnTo>
                <a:cubicBezTo>
                  <a:pt x="38510" y="63828"/>
                  <a:pt x="39053" y="64532"/>
                  <a:pt x="39515" y="64921"/>
                </a:cubicBezTo>
                <a:cubicBezTo>
                  <a:pt x="40266" y="65554"/>
                  <a:pt x="41045" y="65889"/>
                  <a:pt x="41853" y="65927"/>
                </a:cubicBezTo>
                <a:cubicBezTo>
                  <a:pt x="42660" y="65966"/>
                  <a:pt x="43476" y="65789"/>
                  <a:pt x="44300" y="65398"/>
                </a:cubicBezTo>
                <a:cubicBezTo>
                  <a:pt x="45123" y="65006"/>
                  <a:pt x="45963" y="64478"/>
                  <a:pt x="46817" y="63816"/>
                </a:cubicBezTo>
                <a:cubicBezTo>
                  <a:pt x="47672" y="63153"/>
                  <a:pt x="48493" y="62412"/>
                  <a:pt x="49282" y="61595"/>
                </a:cubicBezTo>
                <a:cubicBezTo>
                  <a:pt x="49623" y="61190"/>
                  <a:pt x="50025" y="61036"/>
                  <a:pt x="50489" y="61131"/>
                </a:cubicBezTo>
                <a:cubicBezTo>
                  <a:pt x="50952" y="61225"/>
                  <a:pt x="51358" y="61417"/>
                  <a:pt x="51704" y="61709"/>
                </a:cubicBezTo>
                <a:cubicBezTo>
                  <a:pt x="52050" y="62001"/>
                  <a:pt x="52309" y="62368"/>
                  <a:pt x="52480" y="62809"/>
                </a:cubicBezTo>
                <a:cubicBezTo>
                  <a:pt x="52653" y="63250"/>
                  <a:pt x="52569" y="63672"/>
                  <a:pt x="52228" y="64077"/>
                </a:cubicBezTo>
                <a:cubicBezTo>
                  <a:pt x="51060" y="65463"/>
                  <a:pt x="49606" y="66954"/>
                  <a:pt x="47866" y="68550"/>
                </a:cubicBezTo>
                <a:cubicBezTo>
                  <a:pt x="46126" y="70147"/>
                  <a:pt x="44574" y="71754"/>
                  <a:pt x="43211" y="73371"/>
                </a:cubicBezTo>
                <a:cubicBezTo>
                  <a:pt x="41945" y="74873"/>
                  <a:pt x="40844" y="76415"/>
                  <a:pt x="39906" y="77996"/>
                </a:cubicBezTo>
                <a:cubicBezTo>
                  <a:pt x="38970" y="79576"/>
                  <a:pt x="37820" y="81175"/>
                  <a:pt x="36457" y="82793"/>
                </a:cubicBezTo>
                <a:cubicBezTo>
                  <a:pt x="36213" y="83082"/>
                  <a:pt x="35862" y="83206"/>
                  <a:pt x="35402" y="83165"/>
                </a:cubicBezTo>
                <a:cubicBezTo>
                  <a:pt x="34943" y="83124"/>
                  <a:pt x="34529" y="82972"/>
                  <a:pt x="34158" y="82709"/>
                </a:cubicBezTo>
                <a:cubicBezTo>
                  <a:pt x="33787" y="82445"/>
                  <a:pt x="33503" y="82107"/>
                  <a:pt x="33307" y="81696"/>
                </a:cubicBezTo>
                <a:cubicBezTo>
                  <a:pt x="33111" y="81284"/>
                  <a:pt x="33155" y="80851"/>
                  <a:pt x="33438" y="80398"/>
                </a:cubicBezTo>
                <a:lnTo>
                  <a:pt x="34360" y="78952"/>
                </a:lnTo>
                <a:cubicBezTo>
                  <a:pt x="34916" y="77939"/>
                  <a:pt x="35368" y="76962"/>
                  <a:pt x="35717" y="76021"/>
                </a:cubicBezTo>
                <a:cubicBezTo>
                  <a:pt x="36066" y="75079"/>
                  <a:pt x="36207" y="74062"/>
                  <a:pt x="36141" y="72969"/>
                </a:cubicBezTo>
                <a:cubicBezTo>
                  <a:pt x="36074" y="71876"/>
                  <a:pt x="35808" y="70639"/>
                  <a:pt x="35342" y="69259"/>
                </a:cubicBezTo>
                <a:cubicBezTo>
                  <a:pt x="34875" y="67877"/>
                  <a:pt x="34134" y="66265"/>
                  <a:pt x="33119" y="64422"/>
                </a:cubicBezTo>
                <a:lnTo>
                  <a:pt x="316" y="3292"/>
                </a:lnTo>
                <a:cubicBezTo>
                  <a:pt x="0" y="2729"/>
                  <a:pt x="159" y="2072"/>
                  <a:pt x="791" y="1321"/>
                </a:cubicBezTo>
                <a:cubicBezTo>
                  <a:pt x="1473" y="513"/>
                  <a:pt x="2239" y="73"/>
                  <a:pt x="3090" y="0"/>
                </a:cubicBezTo>
                <a:cubicBezTo>
                  <a:pt x="8004" y="1670"/>
                  <a:pt x="13263" y="3460"/>
                  <a:pt x="18868" y="5368"/>
                </a:cubicBezTo>
                <a:cubicBezTo>
                  <a:pt x="24472" y="7275"/>
                  <a:pt x="30185" y="9200"/>
                  <a:pt x="36007" y="11142"/>
                </a:cubicBezTo>
                <a:cubicBezTo>
                  <a:pt x="41830" y="13083"/>
                  <a:pt x="47623" y="15001"/>
                  <a:pt x="53388" y="16895"/>
                </a:cubicBezTo>
                <a:cubicBezTo>
                  <a:pt x="59151" y="18788"/>
                  <a:pt x="64596" y="20561"/>
                  <a:pt x="69722" y="22214"/>
                </a:cubicBezTo>
                <a:cubicBezTo>
                  <a:pt x="71982" y="22932"/>
                  <a:pt x="73853" y="23348"/>
                  <a:pt x="75337" y="23464"/>
                </a:cubicBezTo>
                <a:cubicBezTo>
                  <a:pt x="76822" y="23578"/>
                  <a:pt x="78075" y="23498"/>
                  <a:pt x="79096" y="23224"/>
                </a:cubicBezTo>
                <a:cubicBezTo>
                  <a:pt x="80118" y="22948"/>
                  <a:pt x="81008" y="22537"/>
                  <a:pt x="81765" y="21991"/>
                </a:cubicBezTo>
                <a:cubicBezTo>
                  <a:pt x="82523" y="21443"/>
                  <a:pt x="83329" y="20837"/>
                  <a:pt x="84184" y="20174"/>
                </a:cubicBezTo>
                <a:cubicBezTo>
                  <a:pt x="84535" y="19877"/>
                  <a:pt x="84929" y="19790"/>
                  <a:pt x="85368" y="19912"/>
                </a:cubicBezTo>
                <a:cubicBezTo>
                  <a:pt x="85807" y="20035"/>
                  <a:pt x="86201" y="20243"/>
                  <a:pt x="86548" y="20536"/>
                </a:cubicBezTo>
                <a:cubicBezTo>
                  <a:pt x="86894" y="20828"/>
                  <a:pt x="87151" y="21167"/>
                  <a:pt x="87317" y="21555"/>
                </a:cubicBezTo>
                <a:cubicBezTo>
                  <a:pt x="87485" y="21943"/>
                  <a:pt x="87446" y="22282"/>
                  <a:pt x="87203" y="22571"/>
                </a:cubicBezTo>
                <a:cubicBezTo>
                  <a:pt x="85645" y="24419"/>
                  <a:pt x="84033" y="26098"/>
                  <a:pt x="82365" y="27609"/>
                </a:cubicBezTo>
                <a:cubicBezTo>
                  <a:pt x="80699" y="29118"/>
                  <a:pt x="78965" y="30941"/>
                  <a:pt x="77164" y="33077"/>
                </a:cubicBezTo>
                <a:cubicBezTo>
                  <a:pt x="75120" y="35504"/>
                  <a:pt x="73312" y="37884"/>
                  <a:pt x="71742" y="40216"/>
                </a:cubicBezTo>
                <a:cubicBezTo>
                  <a:pt x="70172" y="42548"/>
                  <a:pt x="68559" y="44696"/>
                  <a:pt x="66904" y="46660"/>
                </a:cubicBezTo>
                <a:cubicBezTo>
                  <a:pt x="66563" y="47064"/>
                  <a:pt x="66149" y="47233"/>
                  <a:pt x="65660" y="47167"/>
                </a:cubicBezTo>
                <a:cubicBezTo>
                  <a:pt x="65173" y="47102"/>
                  <a:pt x="64727" y="46899"/>
                  <a:pt x="64324" y="46559"/>
                </a:cubicBezTo>
                <a:cubicBezTo>
                  <a:pt x="63976" y="46266"/>
                  <a:pt x="63746" y="45924"/>
                  <a:pt x="63632" y="45533"/>
                </a:cubicBezTo>
                <a:cubicBezTo>
                  <a:pt x="63519" y="45140"/>
                  <a:pt x="63603" y="44717"/>
                  <a:pt x="63886" y="44263"/>
                </a:cubicBezTo>
                <a:cubicBezTo>
                  <a:pt x="65310" y="42105"/>
                  <a:pt x="66180" y="40369"/>
                  <a:pt x="66497" y="39056"/>
                </a:cubicBezTo>
                <a:cubicBezTo>
                  <a:pt x="66813" y="37742"/>
                  <a:pt x="66249" y="36476"/>
                  <a:pt x="64805" y="35259"/>
                </a:cubicBezTo>
                <a:cubicBezTo>
                  <a:pt x="64401" y="34918"/>
                  <a:pt x="63902" y="34572"/>
                  <a:pt x="63308" y="34221"/>
                </a:cubicBezTo>
                <a:cubicBezTo>
                  <a:pt x="62715" y="33870"/>
                  <a:pt x="61850" y="33461"/>
                  <a:pt x="60711" y="32996"/>
                </a:cubicBezTo>
                <a:cubicBezTo>
                  <a:pt x="59573" y="32530"/>
                  <a:pt x="58077" y="31961"/>
                  <a:pt x="56224" y="31289"/>
                </a:cubicBezTo>
                <a:cubicBezTo>
                  <a:pt x="54370" y="30616"/>
                  <a:pt x="51981" y="29788"/>
                  <a:pt x="49055" y="28804"/>
                </a:cubicBezTo>
                <a:cubicBezTo>
                  <a:pt x="48061" y="28459"/>
                  <a:pt x="47256" y="28448"/>
                  <a:pt x="46640" y="28768"/>
                </a:cubicBezTo>
                <a:cubicBezTo>
                  <a:pt x="46025" y="29089"/>
                  <a:pt x="45254" y="29799"/>
                  <a:pt x="44329" y="30897"/>
                </a:cubicBezTo>
                <a:lnTo>
                  <a:pt x="31478" y="46147"/>
                </a:lnTo>
                <a:moveTo>
                  <a:pt x="40657" y="28396"/>
                </a:moveTo>
                <a:cubicBezTo>
                  <a:pt x="41339" y="27587"/>
                  <a:pt x="41672" y="26928"/>
                  <a:pt x="41655" y="26421"/>
                </a:cubicBezTo>
                <a:cubicBezTo>
                  <a:pt x="41638" y="25913"/>
                  <a:pt x="41161" y="25511"/>
                  <a:pt x="40224" y="25216"/>
                </a:cubicBezTo>
                <a:lnTo>
                  <a:pt x="13596" y="15668"/>
                </a:lnTo>
                <a:cubicBezTo>
                  <a:pt x="13210" y="15540"/>
                  <a:pt x="12870" y="15649"/>
                  <a:pt x="12578" y="15997"/>
                </a:cubicBezTo>
                <a:cubicBezTo>
                  <a:pt x="12286" y="16343"/>
                  <a:pt x="12236" y="16696"/>
                  <a:pt x="12428" y="17055"/>
                </a:cubicBezTo>
                <a:lnTo>
                  <a:pt x="26059" y="42026"/>
                </a:lnTo>
                <a:cubicBezTo>
                  <a:pt x="26567" y="42947"/>
                  <a:pt x="27034" y="43390"/>
                  <a:pt x="27461" y="43354"/>
                </a:cubicBezTo>
                <a:cubicBezTo>
                  <a:pt x="27886" y="43318"/>
                  <a:pt x="28367" y="42982"/>
                  <a:pt x="28902" y="42346"/>
                </a:cubicBezTo>
                <a:lnTo>
                  <a:pt x="40657" y="28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Text t">
            <a:extLst xmlns:a="http://schemas.openxmlformats.org/drawingml/2006/main">
              <a:ext uri="{FF2B5EF4-FFF2-40B4-BE49-F238E27FC236}">
                <a16:creationId xmlns:a16="http://schemas.microsoft.com/office/drawing/2014/main" id="{B7A1FA96-DFCC-4073-BF73-F8D7C470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955" y="4174755"/>
            <a:ext cx="59552" cy="47980"/>
          </a:xfrm>
          <a:custGeom xmlns:a="http://schemas.openxmlformats.org/drawingml/2006/main">
            <a:pathLst>
              <a:path w="59552" h="47980">
                <a:moveTo>
                  <a:pt x="38323" y="32380"/>
                </a:moveTo>
                <a:cubicBezTo>
                  <a:pt x="41557" y="35106"/>
                  <a:pt x="44259" y="36765"/>
                  <a:pt x="46428" y="37358"/>
                </a:cubicBezTo>
                <a:cubicBezTo>
                  <a:pt x="48595" y="37950"/>
                  <a:pt x="50482" y="37293"/>
                  <a:pt x="52089" y="35386"/>
                </a:cubicBezTo>
                <a:cubicBezTo>
                  <a:pt x="53208" y="34058"/>
                  <a:pt x="54065" y="32631"/>
                  <a:pt x="54659" y="31108"/>
                </a:cubicBezTo>
                <a:cubicBezTo>
                  <a:pt x="55252" y="29582"/>
                  <a:pt x="55586" y="28307"/>
                  <a:pt x="55660" y="27282"/>
                </a:cubicBezTo>
                <a:cubicBezTo>
                  <a:pt x="55691" y="27011"/>
                  <a:pt x="55847" y="26796"/>
                  <a:pt x="56128" y="26638"/>
                </a:cubicBezTo>
                <a:cubicBezTo>
                  <a:pt x="56409" y="26480"/>
                  <a:pt x="56723" y="26400"/>
                  <a:pt x="57072" y="26398"/>
                </a:cubicBezTo>
                <a:cubicBezTo>
                  <a:pt x="57420" y="26395"/>
                  <a:pt x="57746" y="26447"/>
                  <a:pt x="58049" y="26555"/>
                </a:cubicBezTo>
                <a:cubicBezTo>
                  <a:pt x="58354" y="26663"/>
                  <a:pt x="58544" y="26847"/>
                  <a:pt x="58621" y="27109"/>
                </a:cubicBezTo>
                <a:cubicBezTo>
                  <a:pt x="59486" y="29715"/>
                  <a:pt x="59552" y="32215"/>
                  <a:pt x="58818" y="34610"/>
                </a:cubicBezTo>
                <a:cubicBezTo>
                  <a:pt x="58084" y="37005"/>
                  <a:pt x="56720" y="39387"/>
                  <a:pt x="54724" y="41755"/>
                </a:cubicBezTo>
                <a:cubicBezTo>
                  <a:pt x="51414" y="45683"/>
                  <a:pt x="48197" y="47714"/>
                  <a:pt x="45073" y="47847"/>
                </a:cubicBezTo>
                <a:cubicBezTo>
                  <a:pt x="41948" y="47980"/>
                  <a:pt x="38508" y="46464"/>
                  <a:pt x="34753" y="43300"/>
                </a:cubicBezTo>
                <a:lnTo>
                  <a:pt x="12483" y="24534"/>
                </a:lnTo>
                <a:cubicBezTo>
                  <a:pt x="11790" y="23951"/>
                  <a:pt x="11217" y="23517"/>
                  <a:pt x="10764" y="23235"/>
                </a:cubicBezTo>
                <a:cubicBezTo>
                  <a:pt x="10311" y="22951"/>
                  <a:pt x="9876" y="22881"/>
                  <a:pt x="9460" y="23024"/>
                </a:cubicBezTo>
                <a:cubicBezTo>
                  <a:pt x="9042" y="23167"/>
                  <a:pt x="8539" y="23559"/>
                  <a:pt x="7950" y="24199"/>
                </a:cubicBezTo>
                <a:cubicBezTo>
                  <a:pt x="7362" y="24838"/>
                  <a:pt x="6556" y="25764"/>
                  <a:pt x="5534" y="26977"/>
                </a:cubicBezTo>
                <a:cubicBezTo>
                  <a:pt x="5388" y="27151"/>
                  <a:pt x="5093" y="27149"/>
                  <a:pt x="4649" y="26973"/>
                </a:cubicBezTo>
                <a:cubicBezTo>
                  <a:pt x="4206" y="26796"/>
                  <a:pt x="3769" y="26552"/>
                  <a:pt x="3340" y="26240"/>
                </a:cubicBezTo>
                <a:cubicBezTo>
                  <a:pt x="2911" y="25929"/>
                  <a:pt x="2572" y="25569"/>
                  <a:pt x="2323" y="25162"/>
                </a:cubicBezTo>
                <a:cubicBezTo>
                  <a:pt x="2074" y="24753"/>
                  <a:pt x="2048" y="24434"/>
                  <a:pt x="2242" y="24203"/>
                </a:cubicBezTo>
                <a:cubicBezTo>
                  <a:pt x="3343" y="22662"/>
                  <a:pt x="4173" y="21238"/>
                  <a:pt x="4731" y="19931"/>
                </a:cubicBezTo>
                <a:cubicBezTo>
                  <a:pt x="5290" y="18623"/>
                  <a:pt x="5527" y="17316"/>
                  <a:pt x="5442" y="16010"/>
                </a:cubicBezTo>
                <a:cubicBezTo>
                  <a:pt x="5357" y="14703"/>
                  <a:pt x="4906" y="13334"/>
                  <a:pt x="4086" y="11904"/>
                </a:cubicBezTo>
                <a:cubicBezTo>
                  <a:pt x="3267" y="10472"/>
                  <a:pt x="2026" y="8809"/>
                  <a:pt x="363" y="6915"/>
                </a:cubicBezTo>
                <a:cubicBezTo>
                  <a:pt x="65" y="6564"/>
                  <a:pt x="0" y="6113"/>
                  <a:pt x="168" y="5563"/>
                </a:cubicBezTo>
                <a:cubicBezTo>
                  <a:pt x="335" y="5012"/>
                  <a:pt x="614" y="4506"/>
                  <a:pt x="1003" y="4044"/>
                </a:cubicBezTo>
                <a:cubicBezTo>
                  <a:pt x="1392" y="3582"/>
                  <a:pt x="1817" y="3224"/>
                  <a:pt x="2278" y="2970"/>
                </a:cubicBezTo>
                <a:cubicBezTo>
                  <a:pt x="2739" y="2717"/>
                  <a:pt x="3085" y="2687"/>
                  <a:pt x="3316" y="2882"/>
                </a:cubicBezTo>
                <a:lnTo>
                  <a:pt x="10768" y="9161"/>
                </a:lnTo>
                <a:cubicBezTo>
                  <a:pt x="11693" y="9940"/>
                  <a:pt x="12264" y="10348"/>
                  <a:pt x="12481" y="10383"/>
                </a:cubicBezTo>
                <a:cubicBezTo>
                  <a:pt x="12698" y="10417"/>
                  <a:pt x="13075" y="10116"/>
                  <a:pt x="13610" y="9480"/>
                </a:cubicBezTo>
                <a:lnTo>
                  <a:pt x="21203" y="470"/>
                </a:lnTo>
                <a:cubicBezTo>
                  <a:pt x="21544" y="65"/>
                  <a:pt x="21994" y="0"/>
                  <a:pt x="22554" y="274"/>
                </a:cubicBezTo>
                <a:cubicBezTo>
                  <a:pt x="23114" y="548"/>
                  <a:pt x="23566" y="831"/>
                  <a:pt x="23913" y="1123"/>
                </a:cubicBezTo>
                <a:cubicBezTo>
                  <a:pt x="24259" y="1415"/>
                  <a:pt x="24617" y="1840"/>
                  <a:pt x="24986" y="2398"/>
                </a:cubicBezTo>
                <a:cubicBezTo>
                  <a:pt x="25356" y="2956"/>
                  <a:pt x="25346" y="3466"/>
                  <a:pt x="24956" y="3928"/>
                </a:cubicBezTo>
                <a:lnTo>
                  <a:pt x="17144" y="13200"/>
                </a:lnTo>
                <a:cubicBezTo>
                  <a:pt x="16803" y="13604"/>
                  <a:pt x="16709" y="13921"/>
                  <a:pt x="16863" y="14150"/>
                </a:cubicBezTo>
                <a:cubicBezTo>
                  <a:pt x="17017" y="14377"/>
                  <a:pt x="17729" y="15027"/>
                  <a:pt x="19000" y="16098"/>
                </a:cubicBezTo>
                <a:lnTo>
                  <a:pt x="38323" y="323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Text t">
            <a:extLst xmlns:a="http://schemas.openxmlformats.org/drawingml/2006/main">
              <a:ext uri="{FF2B5EF4-FFF2-40B4-BE49-F238E27FC236}">
                <a16:creationId xmlns:a16="http://schemas.microsoft.com/office/drawing/2014/main" id="{E4540F7F-2057-497B-B55D-F57562C3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2569" y="4146732"/>
            <a:ext cx="59552" cy="47980"/>
          </a:xfrm>
          <a:custGeom xmlns:a="http://schemas.openxmlformats.org/drawingml/2006/main">
            <a:pathLst>
              <a:path w="59552" h="47980">
                <a:moveTo>
                  <a:pt x="38323" y="32380"/>
                </a:moveTo>
                <a:cubicBezTo>
                  <a:pt x="41557" y="35106"/>
                  <a:pt x="44259" y="36765"/>
                  <a:pt x="46428" y="37358"/>
                </a:cubicBezTo>
                <a:cubicBezTo>
                  <a:pt x="48595" y="37950"/>
                  <a:pt x="50482" y="37293"/>
                  <a:pt x="52089" y="35386"/>
                </a:cubicBezTo>
                <a:cubicBezTo>
                  <a:pt x="53208" y="34058"/>
                  <a:pt x="54065" y="32631"/>
                  <a:pt x="54659" y="31108"/>
                </a:cubicBezTo>
                <a:cubicBezTo>
                  <a:pt x="55252" y="29582"/>
                  <a:pt x="55586" y="28307"/>
                  <a:pt x="55660" y="27282"/>
                </a:cubicBezTo>
                <a:cubicBezTo>
                  <a:pt x="55691" y="27011"/>
                  <a:pt x="55847" y="26796"/>
                  <a:pt x="56128" y="26638"/>
                </a:cubicBezTo>
                <a:cubicBezTo>
                  <a:pt x="56409" y="26480"/>
                  <a:pt x="56723" y="26400"/>
                  <a:pt x="57072" y="26398"/>
                </a:cubicBezTo>
                <a:cubicBezTo>
                  <a:pt x="57420" y="26395"/>
                  <a:pt x="57746" y="26447"/>
                  <a:pt x="58049" y="26555"/>
                </a:cubicBezTo>
                <a:cubicBezTo>
                  <a:pt x="58354" y="26663"/>
                  <a:pt x="58544" y="26847"/>
                  <a:pt x="58621" y="27109"/>
                </a:cubicBezTo>
                <a:cubicBezTo>
                  <a:pt x="59486" y="29715"/>
                  <a:pt x="59552" y="32215"/>
                  <a:pt x="58818" y="34610"/>
                </a:cubicBezTo>
                <a:cubicBezTo>
                  <a:pt x="58084" y="37005"/>
                  <a:pt x="56720" y="39387"/>
                  <a:pt x="54724" y="41755"/>
                </a:cubicBezTo>
                <a:cubicBezTo>
                  <a:pt x="51414" y="45683"/>
                  <a:pt x="48197" y="47714"/>
                  <a:pt x="45073" y="47847"/>
                </a:cubicBezTo>
                <a:cubicBezTo>
                  <a:pt x="41948" y="47980"/>
                  <a:pt x="38508" y="46464"/>
                  <a:pt x="34753" y="43300"/>
                </a:cubicBezTo>
                <a:lnTo>
                  <a:pt x="12483" y="24534"/>
                </a:lnTo>
                <a:cubicBezTo>
                  <a:pt x="11790" y="23951"/>
                  <a:pt x="11217" y="23517"/>
                  <a:pt x="10764" y="23235"/>
                </a:cubicBezTo>
                <a:cubicBezTo>
                  <a:pt x="10311" y="22951"/>
                  <a:pt x="9876" y="22881"/>
                  <a:pt x="9460" y="23024"/>
                </a:cubicBezTo>
                <a:cubicBezTo>
                  <a:pt x="9042" y="23167"/>
                  <a:pt x="8539" y="23559"/>
                  <a:pt x="7950" y="24199"/>
                </a:cubicBezTo>
                <a:cubicBezTo>
                  <a:pt x="7362" y="24838"/>
                  <a:pt x="6556" y="25764"/>
                  <a:pt x="5534" y="26977"/>
                </a:cubicBezTo>
                <a:cubicBezTo>
                  <a:pt x="5388" y="27151"/>
                  <a:pt x="5093" y="27149"/>
                  <a:pt x="4649" y="26973"/>
                </a:cubicBezTo>
                <a:cubicBezTo>
                  <a:pt x="4206" y="26796"/>
                  <a:pt x="3769" y="26552"/>
                  <a:pt x="3340" y="26240"/>
                </a:cubicBezTo>
                <a:cubicBezTo>
                  <a:pt x="2911" y="25929"/>
                  <a:pt x="2572" y="25569"/>
                  <a:pt x="2323" y="25162"/>
                </a:cubicBezTo>
                <a:cubicBezTo>
                  <a:pt x="2074" y="24753"/>
                  <a:pt x="2048" y="24434"/>
                  <a:pt x="2242" y="24203"/>
                </a:cubicBezTo>
                <a:cubicBezTo>
                  <a:pt x="3343" y="22662"/>
                  <a:pt x="4173" y="21238"/>
                  <a:pt x="4731" y="19931"/>
                </a:cubicBezTo>
                <a:cubicBezTo>
                  <a:pt x="5290" y="18623"/>
                  <a:pt x="5527" y="17316"/>
                  <a:pt x="5442" y="16010"/>
                </a:cubicBezTo>
                <a:cubicBezTo>
                  <a:pt x="5357" y="14703"/>
                  <a:pt x="4906" y="13334"/>
                  <a:pt x="4086" y="11904"/>
                </a:cubicBezTo>
                <a:cubicBezTo>
                  <a:pt x="3267" y="10472"/>
                  <a:pt x="2026" y="8809"/>
                  <a:pt x="363" y="6915"/>
                </a:cubicBezTo>
                <a:cubicBezTo>
                  <a:pt x="65" y="6564"/>
                  <a:pt x="0" y="6113"/>
                  <a:pt x="168" y="5563"/>
                </a:cubicBezTo>
                <a:cubicBezTo>
                  <a:pt x="335" y="5012"/>
                  <a:pt x="614" y="4506"/>
                  <a:pt x="1003" y="4044"/>
                </a:cubicBezTo>
                <a:cubicBezTo>
                  <a:pt x="1392" y="3582"/>
                  <a:pt x="1817" y="3224"/>
                  <a:pt x="2278" y="2970"/>
                </a:cubicBezTo>
                <a:cubicBezTo>
                  <a:pt x="2739" y="2717"/>
                  <a:pt x="3085" y="2687"/>
                  <a:pt x="3316" y="2882"/>
                </a:cubicBezTo>
                <a:lnTo>
                  <a:pt x="10768" y="9161"/>
                </a:lnTo>
                <a:cubicBezTo>
                  <a:pt x="11693" y="9940"/>
                  <a:pt x="12264" y="10348"/>
                  <a:pt x="12481" y="10383"/>
                </a:cubicBezTo>
                <a:cubicBezTo>
                  <a:pt x="12698" y="10417"/>
                  <a:pt x="13075" y="10116"/>
                  <a:pt x="13610" y="9480"/>
                </a:cubicBezTo>
                <a:lnTo>
                  <a:pt x="21203" y="470"/>
                </a:lnTo>
                <a:cubicBezTo>
                  <a:pt x="21544" y="65"/>
                  <a:pt x="21994" y="0"/>
                  <a:pt x="22554" y="274"/>
                </a:cubicBezTo>
                <a:cubicBezTo>
                  <a:pt x="23114" y="548"/>
                  <a:pt x="23566" y="831"/>
                  <a:pt x="23913" y="1123"/>
                </a:cubicBezTo>
                <a:cubicBezTo>
                  <a:pt x="24259" y="1415"/>
                  <a:pt x="24617" y="1840"/>
                  <a:pt x="24986" y="2398"/>
                </a:cubicBezTo>
                <a:cubicBezTo>
                  <a:pt x="25356" y="2956"/>
                  <a:pt x="25346" y="3466"/>
                  <a:pt x="24956" y="3928"/>
                </a:cubicBezTo>
                <a:lnTo>
                  <a:pt x="17144" y="13200"/>
                </a:lnTo>
                <a:cubicBezTo>
                  <a:pt x="16803" y="13604"/>
                  <a:pt x="16709" y="13921"/>
                  <a:pt x="16863" y="14150"/>
                </a:cubicBezTo>
                <a:cubicBezTo>
                  <a:pt x="17017" y="14377"/>
                  <a:pt x="17729" y="15027"/>
                  <a:pt x="19000" y="16098"/>
                </a:cubicBezTo>
                <a:lnTo>
                  <a:pt x="38323" y="323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Text r">
            <a:extLst xmlns:a="http://schemas.openxmlformats.org/drawingml/2006/main">
              <a:ext uri="{FF2B5EF4-FFF2-40B4-BE49-F238E27FC236}">
                <a16:creationId xmlns:a16="http://schemas.microsoft.com/office/drawing/2014/main" id="{FD662E83-9BDB-4C16-8161-88480764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709" y="4111426"/>
            <a:ext cx="58791" cy="64247"/>
          </a:xfrm>
          <a:custGeom xmlns:a="http://schemas.openxmlformats.org/drawingml/2006/main">
            <a:pathLst>
              <a:path w="58791" h="64247">
                <a:moveTo>
                  <a:pt x="40555" y="39819"/>
                </a:moveTo>
                <a:cubicBezTo>
                  <a:pt x="41999" y="41036"/>
                  <a:pt x="43249" y="42016"/>
                  <a:pt x="44304" y="42757"/>
                </a:cubicBezTo>
                <a:cubicBezTo>
                  <a:pt x="45359" y="43497"/>
                  <a:pt x="46424" y="43875"/>
                  <a:pt x="47497" y="43891"/>
                </a:cubicBezTo>
                <a:cubicBezTo>
                  <a:pt x="48570" y="43907"/>
                  <a:pt x="49743" y="43512"/>
                  <a:pt x="51014" y="42706"/>
                </a:cubicBezTo>
                <a:cubicBezTo>
                  <a:pt x="52286" y="41900"/>
                  <a:pt x="53885" y="40530"/>
                  <a:pt x="55811" y="38597"/>
                </a:cubicBezTo>
                <a:cubicBezTo>
                  <a:pt x="56160" y="38299"/>
                  <a:pt x="56537" y="38173"/>
                  <a:pt x="56943" y="38219"/>
                </a:cubicBezTo>
                <a:cubicBezTo>
                  <a:pt x="57349" y="38265"/>
                  <a:pt x="57726" y="38434"/>
                  <a:pt x="58072" y="38726"/>
                </a:cubicBezTo>
                <a:cubicBezTo>
                  <a:pt x="58361" y="38969"/>
                  <a:pt x="58562" y="39287"/>
                  <a:pt x="58676" y="39680"/>
                </a:cubicBezTo>
                <a:cubicBezTo>
                  <a:pt x="58791" y="40072"/>
                  <a:pt x="58702" y="40441"/>
                  <a:pt x="58410" y="40788"/>
                </a:cubicBezTo>
                <a:cubicBezTo>
                  <a:pt x="56317" y="43272"/>
                  <a:pt x="54366" y="45381"/>
                  <a:pt x="52556" y="47117"/>
                </a:cubicBezTo>
                <a:cubicBezTo>
                  <a:pt x="50748" y="48854"/>
                  <a:pt x="49114" y="50588"/>
                  <a:pt x="47653" y="52321"/>
                </a:cubicBezTo>
                <a:cubicBezTo>
                  <a:pt x="46096" y="54170"/>
                  <a:pt x="44651" y="56089"/>
                  <a:pt x="43319" y="58079"/>
                </a:cubicBezTo>
                <a:cubicBezTo>
                  <a:pt x="41989" y="60070"/>
                  <a:pt x="40545" y="61989"/>
                  <a:pt x="38987" y="63837"/>
                </a:cubicBezTo>
                <a:cubicBezTo>
                  <a:pt x="38744" y="64126"/>
                  <a:pt x="38420" y="64247"/>
                  <a:pt x="38013" y="64202"/>
                </a:cubicBezTo>
                <a:cubicBezTo>
                  <a:pt x="37607" y="64156"/>
                  <a:pt x="37259" y="64012"/>
                  <a:pt x="36970" y="63768"/>
                </a:cubicBezTo>
                <a:cubicBezTo>
                  <a:pt x="36624" y="63476"/>
                  <a:pt x="36394" y="63134"/>
                  <a:pt x="36280" y="62741"/>
                </a:cubicBezTo>
                <a:cubicBezTo>
                  <a:pt x="36166" y="62348"/>
                  <a:pt x="36227" y="61954"/>
                  <a:pt x="36461" y="61560"/>
                </a:cubicBezTo>
                <a:cubicBezTo>
                  <a:pt x="37651" y="59796"/>
                  <a:pt x="38449" y="58321"/>
                  <a:pt x="38856" y="57134"/>
                </a:cubicBezTo>
                <a:cubicBezTo>
                  <a:pt x="39265" y="55947"/>
                  <a:pt x="39336" y="54895"/>
                  <a:pt x="39071" y="53980"/>
                </a:cubicBezTo>
                <a:cubicBezTo>
                  <a:pt x="38804" y="53063"/>
                  <a:pt x="38260" y="52185"/>
                  <a:pt x="37438" y="51345"/>
                </a:cubicBezTo>
                <a:cubicBezTo>
                  <a:pt x="36616" y="50503"/>
                  <a:pt x="35540" y="49522"/>
                  <a:pt x="34211" y="48402"/>
                </a:cubicBezTo>
                <a:lnTo>
                  <a:pt x="21560" y="37741"/>
                </a:lnTo>
                <a:cubicBezTo>
                  <a:pt x="18730" y="35356"/>
                  <a:pt x="16443" y="33528"/>
                  <a:pt x="14698" y="32257"/>
                </a:cubicBezTo>
                <a:cubicBezTo>
                  <a:pt x="12954" y="30985"/>
                  <a:pt x="11452" y="30189"/>
                  <a:pt x="10192" y="29869"/>
                </a:cubicBezTo>
                <a:cubicBezTo>
                  <a:pt x="8932" y="29547"/>
                  <a:pt x="7767" y="29727"/>
                  <a:pt x="6699" y="30408"/>
                </a:cubicBezTo>
                <a:cubicBezTo>
                  <a:pt x="5632" y="31088"/>
                  <a:pt x="4359" y="32188"/>
                  <a:pt x="2880" y="33708"/>
                </a:cubicBezTo>
                <a:cubicBezTo>
                  <a:pt x="2637" y="33996"/>
                  <a:pt x="2311" y="34091"/>
                  <a:pt x="1901" y="33993"/>
                </a:cubicBezTo>
                <a:cubicBezTo>
                  <a:pt x="1490" y="33894"/>
                  <a:pt x="1140" y="33723"/>
                  <a:pt x="851" y="33479"/>
                </a:cubicBezTo>
                <a:cubicBezTo>
                  <a:pt x="562" y="33236"/>
                  <a:pt x="335" y="32921"/>
                  <a:pt x="167" y="32532"/>
                </a:cubicBezTo>
                <a:cubicBezTo>
                  <a:pt x="0" y="32144"/>
                  <a:pt x="62" y="31777"/>
                  <a:pt x="354" y="31431"/>
                </a:cubicBezTo>
                <a:cubicBezTo>
                  <a:pt x="1212" y="30178"/>
                  <a:pt x="2433" y="28465"/>
                  <a:pt x="4016" y="26293"/>
                </a:cubicBezTo>
                <a:cubicBezTo>
                  <a:pt x="5600" y="24120"/>
                  <a:pt x="7004" y="21722"/>
                  <a:pt x="8227" y="19099"/>
                </a:cubicBezTo>
                <a:cubicBezTo>
                  <a:pt x="8678" y="18095"/>
                  <a:pt x="9209" y="17406"/>
                  <a:pt x="9821" y="17032"/>
                </a:cubicBezTo>
                <a:cubicBezTo>
                  <a:pt x="10432" y="16658"/>
                  <a:pt x="11117" y="16841"/>
                  <a:pt x="11878" y="17581"/>
                </a:cubicBezTo>
                <a:lnTo>
                  <a:pt x="17277" y="22427"/>
                </a:lnTo>
                <a:cubicBezTo>
                  <a:pt x="17392" y="22524"/>
                  <a:pt x="17489" y="22556"/>
                  <a:pt x="17566" y="22524"/>
                </a:cubicBezTo>
                <a:cubicBezTo>
                  <a:pt x="17644" y="22490"/>
                  <a:pt x="17674" y="22366"/>
                  <a:pt x="17655" y="22153"/>
                </a:cubicBezTo>
                <a:cubicBezTo>
                  <a:pt x="16251" y="18896"/>
                  <a:pt x="15570" y="15778"/>
                  <a:pt x="15611" y="12799"/>
                </a:cubicBezTo>
                <a:cubicBezTo>
                  <a:pt x="15651" y="9820"/>
                  <a:pt x="16912" y="6857"/>
                  <a:pt x="19394" y="3911"/>
                </a:cubicBezTo>
                <a:cubicBezTo>
                  <a:pt x="21439" y="1485"/>
                  <a:pt x="23569" y="217"/>
                  <a:pt x="25784" y="109"/>
                </a:cubicBezTo>
                <a:cubicBezTo>
                  <a:pt x="28000" y="0"/>
                  <a:pt x="30003" y="700"/>
                  <a:pt x="31794" y="2209"/>
                </a:cubicBezTo>
                <a:cubicBezTo>
                  <a:pt x="32776" y="3037"/>
                  <a:pt x="33355" y="4167"/>
                  <a:pt x="33532" y="5600"/>
                </a:cubicBezTo>
                <a:cubicBezTo>
                  <a:pt x="33707" y="7032"/>
                  <a:pt x="33211" y="8441"/>
                  <a:pt x="32043" y="9827"/>
                </a:cubicBezTo>
                <a:cubicBezTo>
                  <a:pt x="30923" y="11156"/>
                  <a:pt x="29826" y="11813"/>
                  <a:pt x="28753" y="11797"/>
                </a:cubicBezTo>
                <a:cubicBezTo>
                  <a:pt x="27680" y="11781"/>
                  <a:pt x="26768" y="11456"/>
                  <a:pt x="26017" y="10823"/>
                </a:cubicBezTo>
                <a:cubicBezTo>
                  <a:pt x="25208" y="10142"/>
                  <a:pt x="24439" y="9766"/>
                  <a:pt x="23709" y="9695"/>
                </a:cubicBezTo>
                <a:cubicBezTo>
                  <a:pt x="22979" y="9623"/>
                  <a:pt x="22176" y="10106"/>
                  <a:pt x="21299" y="11147"/>
                </a:cubicBezTo>
                <a:cubicBezTo>
                  <a:pt x="20374" y="12244"/>
                  <a:pt x="19896" y="13545"/>
                  <a:pt x="19863" y="15048"/>
                </a:cubicBezTo>
                <a:cubicBezTo>
                  <a:pt x="19830" y="16552"/>
                  <a:pt x="20038" y="18036"/>
                  <a:pt x="20485" y="19500"/>
                </a:cubicBezTo>
                <a:cubicBezTo>
                  <a:pt x="20931" y="20963"/>
                  <a:pt x="21529" y="22306"/>
                  <a:pt x="22277" y="23529"/>
                </a:cubicBezTo>
                <a:cubicBezTo>
                  <a:pt x="23024" y="24751"/>
                  <a:pt x="23687" y="25605"/>
                  <a:pt x="24264" y="26092"/>
                </a:cubicBezTo>
                <a:lnTo>
                  <a:pt x="40555" y="398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Text i">
            <a:extLst xmlns:a="http://schemas.openxmlformats.org/drawingml/2006/main">
              <a:ext uri="{FF2B5EF4-FFF2-40B4-BE49-F238E27FC236}">
                <a16:creationId xmlns:a16="http://schemas.microsoft.com/office/drawing/2014/main" id="{2562DCF7-6DD2-48F3-BA45-D0E8AE55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437" y="4079221"/>
            <a:ext cx="69451" cy="61757"/>
          </a:xfrm>
          <a:custGeom xmlns:a="http://schemas.openxmlformats.org/drawingml/2006/main">
            <a:pathLst>
              <a:path w="69451" h="61757">
                <a:moveTo>
                  <a:pt x="53625" y="37849"/>
                </a:moveTo>
                <a:cubicBezTo>
                  <a:pt x="55069" y="39066"/>
                  <a:pt x="56307" y="40060"/>
                  <a:pt x="57337" y="40830"/>
                </a:cubicBezTo>
                <a:cubicBezTo>
                  <a:pt x="58368" y="41600"/>
                  <a:pt x="59347" y="42079"/>
                  <a:pt x="60275" y="42268"/>
                </a:cubicBezTo>
                <a:cubicBezTo>
                  <a:pt x="61202" y="42457"/>
                  <a:pt x="62143" y="42337"/>
                  <a:pt x="63098" y="41907"/>
                </a:cubicBezTo>
                <a:cubicBezTo>
                  <a:pt x="64053" y="41476"/>
                  <a:pt x="65178" y="40669"/>
                  <a:pt x="66471" y="39487"/>
                </a:cubicBezTo>
                <a:cubicBezTo>
                  <a:pt x="66820" y="39189"/>
                  <a:pt x="67198" y="39063"/>
                  <a:pt x="67604" y="39108"/>
                </a:cubicBezTo>
                <a:cubicBezTo>
                  <a:pt x="68010" y="39154"/>
                  <a:pt x="68387" y="39322"/>
                  <a:pt x="68733" y="39614"/>
                </a:cubicBezTo>
                <a:cubicBezTo>
                  <a:pt x="69022" y="39858"/>
                  <a:pt x="69224" y="40176"/>
                  <a:pt x="69337" y="40569"/>
                </a:cubicBezTo>
                <a:cubicBezTo>
                  <a:pt x="69451" y="40961"/>
                  <a:pt x="69362" y="41331"/>
                  <a:pt x="69070" y="41677"/>
                </a:cubicBezTo>
                <a:cubicBezTo>
                  <a:pt x="68194" y="42718"/>
                  <a:pt x="66948" y="43990"/>
                  <a:pt x="65333" y="45495"/>
                </a:cubicBezTo>
                <a:cubicBezTo>
                  <a:pt x="63720" y="47000"/>
                  <a:pt x="62183" y="48618"/>
                  <a:pt x="60723" y="50351"/>
                </a:cubicBezTo>
                <a:cubicBezTo>
                  <a:pt x="59166" y="52200"/>
                  <a:pt x="57745" y="54090"/>
                  <a:pt x="56462" y="56022"/>
                </a:cubicBezTo>
                <a:cubicBezTo>
                  <a:pt x="55180" y="57955"/>
                  <a:pt x="53858" y="59730"/>
                  <a:pt x="52495" y="61348"/>
                </a:cubicBezTo>
                <a:cubicBezTo>
                  <a:pt x="52252" y="61636"/>
                  <a:pt x="51927" y="61757"/>
                  <a:pt x="51521" y="61712"/>
                </a:cubicBezTo>
                <a:cubicBezTo>
                  <a:pt x="51115" y="61666"/>
                  <a:pt x="50768" y="61521"/>
                  <a:pt x="50479" y="61277"/>
                </a:cubicBezTo>
                <a:cubicBezTo>
                  <a:pt x="50133" y="60985"/>
                  <a:pt x="49902" y="60643"/>
                  <a:pt x="49788" y="60251"/>
                </a:cubicBezTo>
                <a:cubicBezTo>
                  <a:pt x="49674" y="59859"/>
                  <a:pt x="49734" y="59465"/>
                  <a:pt x="49969" y="59070"/>
                </a:cubicBezTo>
                <a:cubicBezTo>
                  <a:pt x="51061" y="57422"/>
                  <a:pt x="51787" y="56033"/>
                  <a:pt x="52146" y="54904"/>
                </a:cubicBezTo>
                <a:cubicBezTo>
                  <a:pt x="52505" y="53774"/>
                  <a:pt x="52540" y="52766"/>
                  <a:pt x="52250" y="51880"/>
                </a:cubicBezTo>
                <a:cubicBezTo>
                  <a:pt x="51959" y="50993"/>
                  <a:pt x="51390" y="50143"/>
                  <a:pt x="50544" y="49332"/>
                </a:cubicBezTo>
                <a:cubicBezTo>
                  <a:pt x="49697" y="48519"/>
                  <a:pt x="48609" y="47553"/>
                  <a:pt x="47280" y="46433"/>
                </a:cubicBezTo>
                <a:lnTo>
                  <a:pt x="33330" y="34678"/>
                </a:lnTo>
                <a:cubicBezTo>
                  <a:pt x="30846" y="32584"/>
                  <a:pt x="28804" y="30963"/>
                  <a:pt x="27205" y="29813"/>
                </a:cubicBezTo>
                <a:cubicBezTo>
                  <a:pt x="25605" y="28662"/>
                  <a:pt x="24246" y="27961"/>
                  <a:pt x="23125" y="27709"/>
                </a:cubicBezTo>
                <a:cubicBezTo>
                  <a:pt x="22005" y="27456"/>
                  <a:pt x="20959" y="27612"/>
                  <a:pt x="19989" y="28177"/>
                </a:cubicBezTo>
                <a:cubicBezTo>
                  <a:pt x="19018" y="28742"/>
                  <a:pt x="17863" y="29645"/>
                  <a:pt x="16521" y="30886"/>
                </a:cubicBezTo>
                <a:cubicBezTo>
                  <a:pt x="16230" y="31232"/>
                  <a:pt x="15866" y="31370"/>
                  <a:pt x="15430" y="31300"/>
                </a:cubicBezTo>
                <a:cubicBezTo>
                  <a:pt x="14996" y="31229"/>
                  <a:pt x="14634" y="31073"/>
                  <a:pt x="14346" y="30830"/>
                </a:cubicBezTo>
                <a:cubicBezTo>
                  <a:pt x="14057" y="30586"/>
                  <a:pt x="13841" y="30256"/>
                  <a:pt x="13698" y="29841"/>
                </a:cubicBezTo>
                <a:cubicBezTo>
                  <a:pt x="13556" y="29424"/>
                  <a:pt x="13630" y="29042"/>
                  <a:pt x="13922" y="28695"/>
                </a:cubicBezTo>
                <a:cubicBezTo>
                  <a:pt x="14350" y="28069"/>
                  <a:pt x="14889" y="27313"/>
                  <a:pt x="15537" y="26427"/>
                </a:cubicBezTo>
                <a:cubicBezTo>
                  <a:pt x="16185" y="25540"/>
                  <a:pt x="16855" y="24598"/>
                  <a:pt x="17547" y="23601"/>
                </a:cubicBezTo>
                <a:cubicBezTo>
                  <a:pt x="18239" y="22603"/>
                  <a:pt x="18915" y="21567"/>
                  <a:pt x="19574" y="20493"/>
                </a:cubicBezTo>
                <a:cubicBezTo>
                  <a:pt x="20233" y="19418"/>
                  <a:pt x="20792" y="18431"/>
                  <a:pt x="21251" y="17534"/>
                </a:cubicBezTo>
                <a:cubicBezTo>
                  <a:pt x="21672" y="16801"/>
                  <a:pt x="21968" y="16186"/>
                  <a:pt x="22139" y="15689"/>
                </a:cubicBezTo>
                <a:cubicBezTo>
                  <a:pt x="22311" y="15191"/>
                  <a:pt x="22494" y="14827"/>
                  <a:pt x="22689" y="14596"/>
                </a:cubicBezTo>
                <a:cubicBezTo>
                  <a:pt x="23273" y="13903"/>
                  <a:pt x="23852" y="13627"/>
                  <a:pt x="24427" y="13766"/>
                </a:cubicBezTo>
                <a:cubicBezTo>
                  <a:pt x="25002" y="13904"/>
                  <a:pt x="25463" y="14119"/>
                  <a:pt x="25810" y="14411"/>
                </a:cubicBezTo>
                <a:lnTo>
                  <a:pt x="53625" y="37849"/>
                </a:lnTo>
                <a:moveTo>
                  <a:pt x="11368" y="10097"/>
                </a:moveTo>
                <a:cubicBezTo>
                  <a:pt x="10151" y="11540"/>
                  <a:pt x="8657" y="12405"/>
                  <a:pt x="6885" y="12691"/>
                </a:cubicBezTo>
                <a:cubicBezTo>
                  <a:pt x="5114" y="12975"/>
                  <a:pt x="3564" y="12558"/>
                  <a:pt x="2236" y="11438"/>
                </a:cubicBezTo>
                <a:cubicBezTo>
                  <a:pt x="906" y="10318"/>
                  <a:pt x="194" y="8878"/>
                  <a:pt x="97" y="7118"/>
                </a:cubicBezTo>
                <a:cubicBezTo>
                  <a:pt x="0" y="5357"/>
                  <a:pt x="560" y="3754"/>
                  <a:pt x="1776" y="2310"/>
                </a:cubicBezTo>
                <a:cubicBezTo>
                  <a:pt x="2945" y="924"/>
                  <a:pt x="4383" y="185"/>
                  <a:pt x="6091" y="93"/>
                </a:cubicBezTo>
                <a:cubicBezTo>
                  <a:pt x="7799" y="0"/>
                  <a:pt x="9317" y="513"/>
                  <a:pt x="10645" y="1633"/>
                </a:cubicBezTo>
                <a:cubicBezTo>
                  <a:pt x="11916" y="2704"/>
                  <a:pt x="12635" y="4050"/>
                  <a:pt x="12800" y="5671"/>
                </a:cubicBezTo>
                <a:cubicBezTo>
                  <a:pt x="12965" y="7292"/>
                  <a:pt x="12488" y="8767"/>
                  <a:pt x="11368" y="100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Text b">
            <a:extLst xmlns:a="http://schemas.openxmlformats.org/drawingml/2006/main">
              <a:ext uri="{FF2B5EF4-FFF2-40B4-BE49-F238E27FC236}">
                <a16:creationId xmlns:a16="http://schemas.microsoft.com/office/drawing/2014/main" id="{2E7D3986-0378-461C-8EBC-ADBE822C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658" y="4049175"/>
            <a:ext cx="84088" cy="60450"/>
          </a:xfrm>
          <a:custGeom xmlns:a="http://schemas.openxmlformats.org/drawingml/2006/main">
            <a:pathLst>
              <a:path w="84088" h="60450">
                <a:moveTo>
                  <a:pt x="61820" y="46170"/>
                </a:moveTo>
                <a:cubicBezTo>
                  <a:pt x="62168" y="46463"/>
                  <a:pt x="62858" y="46699"/>
                  <a:pt x="63891" y="46880"/>
                </a:cubicBezTo>
                <a:cubicBezTo>
                  <a:pt x="64925" y="47059"/>
                  <a:pt x="66063" y="47055"/>
                  <a:pt x="67307" y="46869"/>
                </a:cubicBezTo>
                <a:cubicBezTo>
                  <a:pt x="68552" y="46682"/>
                  <a:pt x="69845" y="46290"/>
                  <a:pt x="71187" y="45693"/>
                </a:cubicBezTo>
                <a:cubicBezTo>
                  <a:pt x="72530" y="45096"/>
                  <a:pt x="73713" y="44190"/>
                  <a:pt x="74736" y="42977"/>
                </a:cubicBezTo>
                <a:cubicBezTo>
                  <a:pt x="76488" y="40897"/>
                  <a:pt x="77472" y="38763"/>
                  <a:pt x="77688" y="36573"/>
                </a:cubicBezTo>
                <a:cubicBezTo>
                  <a:pt x="77903" y="34384"/>
                  <a:pt x="77528" y="32191"/>
                  <a:pt x="76563" y="29995"/>
                </a:cubicBezTo>
                <a:cubicBezTo>
                  <a:pt x="75598" y="27799"/>
                  <a:pt x="74180" y="25641"/>
                  <a:pt x="72310" y="23523"/>
                </a:cubicBezTo>
                <a:cubicBezTo>
                  <a:pt x="70440" y="21404"/>
                  <a:pt x="68321" y="19347"/>
                  <a:pt x="65954" y="17352"/>
                </a:cubicBezTo>
                <a:cubicBezTo>
                  <a:pt x="63932" y="15648"/>
                  <a:pt x="61942" y="14170"/>
                  <a:pt x="59986" y="12916"/>
                </a:cubicBezTo>
                <a:cubicBezTo>
                  <a:pt x="58029" y="11662"/>
                  <a:pt x="56131" y="10779"/>
                  <a:pt x="54292" y="10266"/>
                </a:cubicBezTo>
                <a:cubicBezTo>
                  <a:pt x="52451" y="9752"/>
                  <a:pt x="50679" y="9716"/>
                  <a:pt x="48975" y="10156"/>
                </a:cubicBezTo>
                <a:cubicBezTo>
                  <a:pt x="47270" y="10596"/>
                  <a:pt x="45663" y="11712"/>
                  <a:pt x="44154" y="13503"/>
                </a:cubicBezTo>
                <a:cubicBezTo>
                  <a:pt x="42888" y="15005"/>
                  <a:pt x="42009" y="16635"/>
                  <a:pt x="41516" y="18394"/>
                </a:cubicBezTo>
                <a:cubicBezTo>
                  <a:pt x="41023" y="20151"/>
                  <a:pt x="40791" y="21833"/>
                  <a:pt x="40821" y="23440"/>
                </a:cubicBezTo>
                <a:cubicBezTo>
                  <a:pt x="40851" y="25045"/>
                  <a:pt x="41137" y="26521"/>
                  <a:pt x="41681" y="27868"/>
                </a:cubicBezTo>
                <a:cubicBezTo>
                  <a:pt x="42226" y="29215"/>
                  <a:pt x="42873" y="30205"/>
                  <a:pt x="43624" y="30838"/>
                </a:cubicBezTo>
                <a:lnTo>
                  <a:pt x="61820" y="46170"/>
                </a:lnTo>
                <a:moveTo>
                  <a:pt x="19689" y="24599"/>
                </a:moveTo>
                <a:cubicBezTo>
                  <a:pt x="17205" y="22506"/>
                  <a:pt x="15188" y="20856"/>
                  <a:pt x="13637" y="19648"/>
                </a:cubicBezTo>
                <a:cubicBezTo>
                  <a:pt x="12086" y="18440"/>
                  <a:pt x="10764" y="17695"/>
                  <a:pt x="9668" y="17414"/>
                </a:cubicBezTo>
                <a:cubicBezTo>
                  <a:pt x="8571" y="17132"/>
                  <a:pt x="7538" y="17274"/>
                  <a:pt x="6567" y="17839"/>
                </a:cubicBezTo>
                <a:cubicBezTo>
                  <a:pt x="5596" y="18404"/>
                  <a:pt x="4392" y="19365"/>
                  <a:pt x="2954" y="20721"/>
                </a:cubicBezTo>
                <a:cubicBezTo>
                  <a:pt x="2711" y="21009"/>
                  <a:pt x="2384" y="21104"/>
                  <a:pt x="1974" y="21006"/>
                </a:cubicBezTo>
                <a:cubicBezTo>
                  <a:pt x="1563" y="20907"/>
                  <a:pt x="1201" y="20750"/>
                  <a:pt x="887" y="20536"/>
                </a:cubicBezTo>
                <a:cubicBezTo>
                  <a:pt x="574" y="20321"/>
                  <a:pt x="334" y="20020"/>
                  <a:pt x="167" y="19633"/>
                </a:cubicBezTo>
                <a:cubicBezTo>
                  <a:pt x="0" y="19244"/>
                  <a:pt x="62" y="18877"/>
                  <a:pt x="354" y="18531"/>
                </a:cubicBezTo>
                <a:cubicBezTo>
                  <a:pt x="1651" y="16758"/>
                  <a:pt x="3072" y="14720"/>
                  <a:pt x="4618" y="12417"/>
                </a:cubicBezTo>
                <a:cubicBezTo>
                  <a:pt x="6162" y="10113"/>
                  <a:pt x="7518" y="7625"/>
                  <a:pt x="8685" y="4952"/>
                </a:cubicBezTo>
                <a:cubicBezTo>
                  <a:pt x="9134" y="3949"/>
                  <a:pt x="9627" y="3451"/>
                  <a:pt x="10165" y="3459"/>
                </a:cubicBezTo>
                <a:cubicBezTo>
                  <a:pt x="10701" y="3467"/>
                  <a:pt x="11167" y="3587"/>
                  <a:pt x="11564" y="3822"/>
                </a:cubicBezTo>
                <a:lnTo>
                  <a:pt x="36432" y="24777"/>
                </a:lnTo>
                <a:cubicBezTo>
                  <a:pt x="36547" y="24874"/>
                  <a:pt x="36629" y="24894"/>
                  <a:pt x="36677" y="24837"/>
                </a:cubicBezTo>
                <a:cubicBezTo>
                  <a:pt x="36775" y="24721"/>
                  <a:pt x="36790" y="24586"/>
                  <a:pt x="36724" y="24430"/>
                </a:cubicBezTo>
                <a:cubicBezTo>
                  <a:pt x="35973" y="21922"/>
                  <a:pt x="35798" y="19082"/>
                  <a:pt x="36197" y="15913"/>
                </a:cubicBezTo>
                <a:cubicBezTo>
                  <a:pt x="36597" y="12742"/>
                  <a:pt x="38062" y="9654"/>
                  <a:pt x="40593" y="6650"/>
                </a:cubicBezTo>
                <a:cubicBezTo>
                  <a:pt x="42686" y="4166"/>
                  <a:pt x="45070" y="2422"/>
                  <a:pt x="47745" y="1417"/>
                </a:cubicBezTo>
                <a:cubicBezTo>
                  <a:pt x="50420" y="410"/>
                  <a:pt x="53186" y="0"/>
                  <a:pt x="56043" y="186"/>
                </a:cubicBezTo>
                <a:cubicBezTo>
                  <a:pt x="58901" y="370"/>
                  <a:pt x="61765" y="1104"/>
                  <a:pt x="64636" y="2387"/>
                </a:cubicBezTo>
                <a:cubicBezTo>
                  <a:pt x="67507" y="3669"/>
                  <a:pt x="70184" y="5357"/>
                  <a:pt x="72668" y="7450"/>
                </a:cubicBezTo>
                <a:cubicBezTo>
                  <a:pt x="76480" y="10662"/>
                  <a:pt x="79288" y="14041"/>
                  <a:pt x="81092" y="17587"/>
                </a:cubicBezTo>
                <a:cubicBezTo>
                  <a:pt x="82896" y="21132"/>
                  <a:pt x="83856" y="24682"/>
                  <a:pt x="83972" y="28237"/>
                </a:cubicBezTo>
                <a:cubicBezTo>
                  <a:pt x="84088" y="31793"/>
                  <a:pt x="83474" y="35276"/>
                  <a:pt x="82130" y="38689"/>
                </a:cubicBezTo>
                <a:cubicBezTo>
                  <a:pt x="80786" y="42099"/>
                  <a:pt x="78873" y="45277"/>
                  <a:pt x="76390" y="48223"/>
                </a:cubicBezTo>
                <a:cubicBezTo>
                  <a:pt x="74686" y="50245"/>
                  <a:pt x="72731" y="52302"/>
                  <a:pt x="70523" y="54395"/>
                </a:cubicBezTo>
                <a:cubicBezTo>
                  <a:pt x="68317" y="56487"/>
                  <a:pt x="65554" y="58505"/>
                  <a:pt x="62235" y="60450"/>
                </a:cubicBezTo>
                <a:lnTo>
                  <a:pt x="19689" y="245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Text u">
            <a:extLst xmlns:a="http://schemas.openxmlformats.org/drawingml/2006/main">
              <a:ext uri="{FF2B5EF4-FFF2-40B4-BE49-F238E27FC236}">
                <a16:creationId xmlns:a16="http://schemas.microsoft.com/office/drawing/2014/main" id="{E841BBCB-4B71-4A27-97D1-A896C2F9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861" y="3995216"/>
            <a:ext cx="76812" cy="62385"/>
          </a:xfrm>
          <a:custGeom xmlns:a="http://schemas.openxmlformats.org/drawingml/2006/main">
            <a:pathLst>
              <a:path w="76812" h="62385">
                <a:moveTo>
                  <a:pt x="57029" y="20172"/>
                </a:moveTo>
                <a:cubicBezTo>
                  <a:pt x="59398" y="22168"/>
                  <a:pt x="61355" y="23743"/>
                  <a:pt x="62900" y="24898"/>
                </a:cubicBezTo>
                <a:cubicBezTo>
                  <a:pt x="64446" y="26053"/>
                  <a:pt x="65821" y="26767"/>
                  <a:pt x="67024" y="27039"/>
                </a:cubicBezTo>
                <a:cubicBezTo>
                  <a:pt x="68227" y="27311"/>
                  <a:pt x="69352" y="27148"/>
                  <a:pt x="70400" y="26549"/>
                </a:cubicBezTo>
                <a:cubicBezTo>
                  <a:pt x="71447" y="25949"/>
                  <a:pt x="72628" y="24870"/>
                  <a:pt x="73942" y="23311"/>
                </a:cubicBezTo>
                <a:cubicBezTo>
                  <a:pt x="74137" y="23080"/>
                  <a:pt x="74425" y="23002"/>
                  <a:pt x="74807" y="23076"/>
                </a:cubicBezTo>
                <a:cubicBezTo>
                  <a:pt x="75189" y="23151"/>
                  <a:pt x="75553" y="23335"/>
                  <a:pt x="75900" y="23627"/>
                </a:cubicBezTo>
                <a:cubicBezTo>
                  <a:pt x="76189" y="23870"/>
                  <a:pt x="76429" y="24171"/>
                  <a:pt x="76621" y="24530"/>
                </a:cubicBezTo>
                <a:cubicBezTo>
                  <a:pt x="76812" y="24889"/>
                  <a:pt x="76786" y="25213"/>
                  <a:pt x="76543" y="25502"/>
                </a:cubicBezTo>
                <a:cubicBezTo>
                  <a:pt x="76154" y="25964"/>
                  <a:pt x="75839" y="26367"/>
                  <a:pt x="75600" y="26709"/>
                </a:cubicBezTo>
                <a:cubicBezTo>
                  <a:pt x="75361" y="27050"/>
                  <a:pt x="75122" y="27392"/>
                  <a:pt x="74883" y="27735"/>
                </a:cubicBezTo>
                <a:cubicBezTo>
                  <a:pt x="74645" y="28077"/>
                  <a:pt x="74396" y="28460"/>
                  <a:pt x="74138" y="28885"/>
                </a:cubicBezTo>
                <a:cubicBezTo>
                  <a:pt x="73879" y="29308"/>
                  <a:pt x="73535" y="29833"/>
                  <a:pt x="73106" y="30459"/>
                </a:cubicBezTo>
                <a:cubicBezTo>
                  <a:pt x="72774" y="30971"/>
                  <a:pt x="72342" y="31718"/>
                  <a:pt x="71810" y="32702"/>
                </a:cubicBezTo>
                <a:cubicBezTo>
                  <a:pt x="71277" y="33685"/>
                  <a:pt x="70732" y="34683"/>
                  <a:pt x="70175" y="35695"/>
                </a:cubicBezTo>
                <a:cubicBezTo>
                  <a:pt x="69618" y="36707"/>
                  <a:pt x="69081" y="37638"/>
                  <a:pt x="68564" y="38486"/>
                </a:cubicBezTo>
                <a:cubicBezTo>
                  <a:pt x="68047" y="39335"/>
                  <a:pt x="67691" y="39874"/>
                  <a:pt x="67496" y="40105"/>
                </a:cubicBezTo>
                <a:cubicBezTo>
                  <a:pt x="66620" y="41145"/>
                  <a:pt x="64564" y="40302"/>
                  <a:pt x="61329" y="37576"/>
                </a:cubicBezTo>
                <a:cubicBezTo>
                  <a:pt x="61213" y="37479"/>
                  <a:pt x="61093" y="37476"/>
                  <a:pt x="60967" y="37568"/>
                </a:cubicBezTo>
                <a:cubicBezTo>
                  <a:pt x="60841" y="37659"/>
                  <a:pt x="60787" y="37811"/>
                  <a:pt x="60805" y="38024"/>
                </a:cubicBezTo>
                <a:cubicBezTo>
                  <a:pt x="60852" y="41719"/>
                  <a:pt x="60324" y="44954"/>
                  <a:pt x="59220" y="47729"/>
                </a:cubicBezTo>
                <a:cubicBezTo>
                  <a:pt x="58117" y="50503"/>
                  <a:pt x="56714" y="52901"/>
                  <a:pt x="55010" y="54923"/>
                </a:cubicBezTo>
                <a:cubicBezTo>
                  <a:pt x="52770" y="57581"/>
                  <a:pt x="50589" y="59496"/>
                  <a:pt x="48465" y="60670"/>
                </a:cubicBezTo>
                <a:cubicBezTo>
                  <a:pt x="46340" y="61843"/>
                  <a:pt x="44228" y="62385"/>
                  <a:pt x="42130" y="62296"/>
                </a:cubicBezTo>
                <a:cubicBezTo>
                  <a:pt x="40031" y="62206"/>
                  <a:pt x="37873" y="61574"/>
                  <a:pt x="35656" y="60397"/>
                </a:cubicBezTo>
                <a:cubicBezTo>
                  <a:pt x="33437" y="59219"/>
                  <a:pt x="31144" y="57633"/>
                  <a:pt x="28775" y="55637"/>
                </a:cubicBezTo>
                <a:lnTo>
                  <a:pt x="18983" y="47386"/>
                </a:lnTo>
                <a:cubicBezTo>
                  <a:pt x="16499" y="45292"/>
                  <a:pt x="14515" y="43719"/>
                  <a:pt x="13031" y="42667"/>
                </a:cubicBezTo>
                <a:cubicBezTo>
                  <a:pt x="11547" y="41614"/>
                  <a:pt x="10289" y="40998"/>
                  <a:pt x="9255" y="40818"/>
                </a:cubicBezTo>
                <a:cubicBezTo>
                  <a:pt x="8221" y="40638"/>
                  <a:pt x="7248" y="40854"/>
                  <a:pt x="6335" y="41469"/>
                </a:cubicBezTo>
                <a:cubicBezTo>
                  <a:pt x="5423" y="42083"/>
                  <a:pt x="4296" y="43010"/>
                  <a:pt x="2955" y="44251"/>
                </a:cubicBezTo>
                <a:cubicBezTo>
                  <a:pt x="2711" y="44540"/>
                  <a:pt x="2384" y="44635"/>
                  <a:pt x="1973" y="44536"/>
                </a:cubicBezTo>
                <a:cubicBezTo>
                  <a:pt x="1563" y="44436"/>
                  <a:pt x="1201" y="44279"/>
                  <a:pt x="889" y="44065"/>
                </a:cubicBezTo>
                <a:cubicBezTo>
                  <a:pt x="575" y="43851"/>
                  <a:pt x="335" y="43550"/>
                  <a:pt x="167" y="43161"/>
                </a:cubicBezTo>
                <a:cubicBezTo>
                  <a:pt x="0" y="42773"/>
                  <a:pt x="62" y="42406"/>
                  <a:pt x="354" y="42059"/>
                </a:cubicBezTo>
                <a:cubicBezTo>
                  <a:pt x="783" y="41434"/>
                  <a:pt x="1342" y="40596"/>
                  <a:pt x="2029" y="39546"/>
                </a:cubicBezTo>
                <a:cubicBezTo>
                  <a:pt x="2717" y="38495"/>
                  <a:pt x="3408" y="37323"/>
                  <a:pt x="4102" y="36031"/>
                </a:cubicBezTo>
                <a:cubicBezTo>
                  <a:pt x="4795" y="34738"/>
                  <a:pt x="5511" y="33391"/>
                  <a:pt x="6249" y="31989"/>
                </a:cubicBezTo>
                <a:cubicBezTo>
                  <a:pt x="6987" y="30585"/>
                  <a:pt x="7650" y="29241"/>
                  <a:pt x="8237" y="27957"/>
                </a:cubicBezTo>
                <a:cubicBezTo>
                  <a:pt x="8688" y="26954"/>
                  <a:pt x="9280" y="26515"/>
                  <a:pt x="10015" y="26640"/>
                </a:cubicBezTo>
                <a:cubicBezTo>
                  <a:pt x="10749" y="26765"/>
                  <a:pt x="11290" y="26973"/>
                  <a:pt x="11636" y="27265"/>
                </a:cubicBezTo>
                <a:lnTo>
                  <a:pt x="32260" y="44643"/>
                </a:lnTo>
                <a:cubicBezTo>
                  <a:pt x="34570" y="46590"/>
                  <a:pt x="36619" y="48144"/>
                  <a:pt x="38407" y="49305"/>
                </a:cubicBezTo>
                <a:cubicBezTo>
                  <a:pt x="40195" y="50465"/>
                  <a:pt x="41828" y="51224"/>
                  <a:pt x="43306" y="51581"/>
                </a:cubicBezTo>
                <a:cubicBezTo>
                  <a:pt x="44783" y="51937"/>
                  <a:pt x="46142" y="51848"/>
                  <a:pt x="47384" y="51314"/>
                </a:cubicBezTo>
                <a:cubicBezTo>
                  <a:pt x="48625" y="50778"/>
                  <a:pt x="49829" y="49817"/>
                  <a:pt x="50998" y="48431"/>
                </a:cubicBezTo>
                <a:cubicBezTo>
                  <a:pt x="52653" y="46467"/>
                  <a:pt x="54034" y="44124"/>
                  <a:pt x="55142" y="41403"/>
                </a:cubicBezTo>
                <a:cubicBezTo>
                  <a:pt x="56250" y="38681"/>
                  <a:pt x="56775" y="36357"/>
                  <a:pt x="56718" y="34433"/>
                </a:cubicBezTo>
                <a:cubicBezTo>
                  <a:pt x="56691" y="34113"/>
                  <a:pt x="56458" y="33744"/>
                  <a:pt x="56020" y="33326"/>
                </a:cubicBezTo>
                <a:cubicBezTo>
                  <a:pt x="55582" y="32908"/>
                  <a:pt x="55248" y="32602"/>
                  <a:pt x="55017" y="32407"/>
                </a:cubicBezTo>
                <a:lnTo>
                  <a:pt x="41326" y="20870"/>
                </a:lnTo>
                <a:cubicBezTo>
                  <a:pt x="38842" y="18777"/>
                  <a:pt x="36882" y="17175"/>
                  <a:pt x="35447" y="16065"/>
                </a:cubicBezTo>
                <a:cubicBezTo>
                  <a:pt x="34012" y="14954"/>
                  <a:pt x="32802" y="14280"/>
                  <a:pt x="31817" y="14043"/>
                </a:cubicBezTo>
                <a:cubicBezTo>
                  <a:pt x="30832" y="13804"/>
                  <a:pt x="29919" y="13949"/>
                  <a:pt x="29080" y="14476"/>
                </a:cubicBezTo>
                <a:cubicBezTo>
                  <a:pt x="28241" y="15004"/>
                  <a:pt x="27150" y="15888"/>
                  <a:pt x="25809" y="17129"/>
                </a:cubicBezTo>
                <a:cubicBezTo>
                  <a:pt x="25508" y="17369"/>
                  <a:pt x="25166" y="17452"/>
                  <a:pt x="24784" y="17377"/>
                </a:cubicBezTo>
                <a:cubicBezTo>
                  <a:pt x="24402" y="17303"/>
                  <a:pt x="24040" y="17146"/>
                  <a:pt x="23698" y="16908"/>
                </a:cubicBezTo>
                <a:cubicBezTo>
                  <a:pt x="23356" y="16668"/>
                  <a:pt x="23116" y="16366"/>
                  <a:pt x="22977" y="16004"/>
                </a:cubicBezTo>
                <a:cubicBezTo>
                  <a:pt x="22839" y="15640"/>
                  <a:pt x="22916" y="15285"/>
                  <a:pt x="23209" y="14937"/>
                </a:cubicBezTo>
                <a:cubicBezTo>
                  <a:pt x="24845" y="12761"/>
                  <a:pt x="26192" y="10636"/>
                  <a:pt x="27248" y="8563"/>
                </a:cubicBezTo>
                <a:cubicBezTo>
                  <a:pt x="28304" y="6489"/>
                  <a:pt x="29415" y="4115"/>
                  <a:pt x="30581" y="1442"/>
                </a:cubicBezTo>
                <a:cubicBezTo>
                  <a:pt x="31031" y="439"/>
                  <a:pt x="31623" y="0"/>
                  <a:pt x="32358" y="125"/>
                </a:cubicBezTo>
                <a:cubicBezTo>
                  <a:pt x="33092" y="249"/>
                  <a:pt x="33633" y="457"/>
                  <a:pt x="33979" y="749"/>
                </a:cubicBezTo>
                <a:lnTo>
                  <a:pt x="57029" y="201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Text t">
            <a:extLst xmlns:a="http://schemas.openxmlformats.org/drawingml/2006/main">
              <a:ext uri="{FF2B5EF4-FFF2-40B4-BE49-F238E27FC236}">
                <a16:creationId xmlns:a16="http://schemas.microsoft.com/office/drawing/2014/main" id="{D93CD2F1-D5EA-4131-8164-7E177203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970" y="3961125"/>
            <a:ext cx="59552" cy="47980"/>
          </a:xfrm>
          <a:custGeom xmlns:a="http://schemas.openxmlformats.org/drawingml/2006/main">
            <a:pathLst>
              <a:path w="59552" h="47980">
                <a:moveTo>
                  <a:pt x="38323" y="32380"/>
                </a:moveTo>
                <a:cubicBezTo>
                  <a:pt x="41557" y="35106"/>
                  <a:pt x="44259" y="36765"/>
                  <a:pt x="46428" y="37358"/>
                </a:cubicBezTo>
                <a:cubicBezTo>
                  <a:pt x="48595" y="37950"/>
                  <a:pt x="50482" y="37293"/>
                  <a:pt x="52089" y="35386"/>
                </a:cubicBezTo>
                <a:cubicBezTo>
                  <a:pt x="53208" y="34058"/>
                  <a:pt x="54065" y="32631"/>
                  <a:pt x="54659" y="31108"/>
                </a:cubicBezTo>
                <a:cubicBezTo>
                  <a:pt x="55252" y="29582"/>
                  <a:pt x="55586" y="28307"/>
                  <a:pt x="55660" y="27282"/>
                </a:cubicBezTo>
                <a:cubicBezTo>
                  <a:pt x="55691" y="27011"/>
                  <a:pt x="55847" y="26796"/>
                  <a:pt x="56128" y="26638"/>
                </a:cubicBezTo>
                <a:cubicBezTo>
                  <a:pt x="56409" y="26480"/>
                  <a:pt x="56723" y="26400"/>
                  <a:pt x="57072" y="26398"/>
                </a:cubicBezTo>
                <a:cubicBezTo>
                  <a:pt x="57420" y="26395"/>
                  <a:pt x="57746" y="26447"/>
                  <a:pt x="58049" y="26555"/>
                </a:cubicBezTo>
                <a:cubicBezTo>
                  <a:pt x="58354" y="26663"/>
                  <a:pt x="58544" y="26847"/>
                  <a:pt x="58621" y="27109"/>
                </a:cubicBezTo>
                <a:cubicBezTo>
                  <a:pt x="59486" y="29715"/>
                  <a:pt x="59552" y="32215"/>
                  <a:pt x="58818" y="34610"/>
                </a:cubicBezTo>
                <a:cubicBezTo>
                  <a:pt x="58084" y="37005"/>
                  <a:pt x="56720" y="39387"/>
                  <a:pt x="54724" y="41755"/>
                </a:cubicBezTo>
                <a:cubicBezTo>
                  <a:pt x="51414" y="45683"/>
                  <a:pt x="48197" y="47714"/>
                  <a:pt x="45073" y="47847"/>
                </a:cubicBezTo>
                <a:cubicBezTo>
                  <a:pt x="41948" y="47980"/>
                  <a:pt x="38508" y="46464"/>
                  <a:pt x="34753" y="43300"/>
                </a:cubicBezTo>
                <a:lnTo>
                  <a:pt x="12483" y="24534"/>
                </a:lnTo>
                <a:cubicBezTo>
                  <a:pt x="11790" y="23951"/>
                  <a:pt x="11217" y="23517"/>
                  <a:pt x="10764" y="23235"/>
                </a:cubicBezTo>
                <a:cubicBezTo>
                  <a:pt x="10311" y="22951"/>
                  <a:pt x="9876" y="22881"/>
                  <a:pt x="9460" y="23024"/>
                </a:cubicBezTo>
                <a:cubicBezTo>
                  <a:pt x="9042" y="23167"/>
                  <a:pt x="8539" y="23559"/>
                  <a:pt x="7950" y="24199"/>
                </a:cubicBezTo>
                <a:cubicBezTo>
                  <a:pt x="7362" y="24838"/>
                  <a:pt x="6556" y="25764"/>
                  <a:pt x="5534" y="26977"/>
                </a:cubicBezTo>
                <a:cubicBezTo>
                  <a:pt x="5388" y="27151"/>
                  <a:pt x="5093" y="27149"/>
                  <a:pt x="4649" y="26973"/>
                </a:cubicBezTo>
                <a:cubicBezTo>
                  <a:pt x="4206" y="26796"/>
                  <a:pt x="3769" y="26552"/>
                  <a:pt x="3340" y="26240"/>
                </a:cubicBezTo>
                <a:cubicBezTo>
                  <a:pt x="2911" y="25929"/>
                  <a:pt x="2572" y="25569"/>
                  <a:pt x="2323" y="25162"/>
                </a:cubicBezTo>
                <a:cubicBezTo>
                  <a:pt x="2074" y="24753"/>
                  <a:pt x="2048" y="24434"/>
                  <a:pt x="2242" y="24203"/>
                </a:cubicBezTo>
                <a:cubicBezTo>
                  <a:pt x="3343" y="22662"/>
                  <a:pt x="4173" y="21238"/>
                  <a:pt x="4731" y="19931"/>
                </a:cubicBezTo>
                <a:cubicBezTo>
                  <a:pt x="5290" y="18623"/>
                  <a:pt x="5527" y="17316"/>
                  <a:pt x="5442" y="16010"/>
                </a:cubicBezTo>
                <a:cubicBezTo>
                  <a:pt x="5357" y="14703"/>
                  <a:pt x="4906" y="13334"/>
                  <a:pt x="4086" y="11904"/>
                </a:cubicBezTo>
                <a:cubicBezTo>
                  <a:pt x="3267" y="10472"/>
                  <a:pt x="2026" y="8809"/>
                  <a:pt x="363" y="6915"/>
                </a:cubicBezTo>
                <a:cubicBezTo>
                  <a:pt x="65" y="6564"/>
                  <a:pt x="0" y="6113"/>
                  <a:pt x="168" y="5563"/>
                </a:cubicBezTo>
                <a:cubicBezTo>
                  <a:pt x="335" y="5012"/>
                  <a:pt x="614" y="4506"/>
                  <a:pt x="1003" y="4044"/>
                </a:cubicBezTo>
                <a:cubicBezTo>
                  <a:pt x="1392" y="3582"/>
                  <a:pt x="1817" y="3224"/>
                  <a:pt x="2278" y="2970"/>
                </a:cubicBezTo>
                <a:cubicBezTo>
                  <a:pt x="2739" y="2717"/>
                  <a:pt x="3085" y="2687"/>
                  <a:pt x="3316" y="2882"/>
                </a:cubicBezTo>
                <a:lnTo>
                  <a:pt x="10768" y="9161"/>
                </a:lnTo>
                <a:cubicBezTo>
                  <a:pt x="11693" y="9940"/>
                  <a:pt x="12264" y="10348"/>
                  <a:pt x="12481" y="10383"/>
                </a:cubicBezTo>
                <a:cubicBezTo>
                  <a:pt x="12698" y="10417"/>
                  <a:pt x="13075" y="10116"/>
                  <a:pt x="13610" y="9480"/>
                </a:cubicBezTo>
                <a:lnTo>
                  <a:pt x="21203" y="470"/>
                </a:lnTo>
                <a:cubicBezTo>
                  <a:pt x="21544" y="65"/>
                  <a:pt x="21994" y="0"/>
                  <a:pt x="22554" y="274"/>
                </a:cubicBezTo>
                <a:cubicBezTo>
                  <a:pt x="23114" y="548"/>
                  <a:pt x="23566" y="831"/>
                  <a:pt x="23913" y="1123"/>
                </a:cubicBezTo>
                <a:cubicBezTo>
                  <a:pt x="24259" y="1415"/>
                  <a:pt x="24617" y="1840"/>
                  <a:pt x="24986" y="2398"/>
                </a:cubicBezTo>
                <a:cubicBezTo>
                  <a:pt x="25356" y="2956"/>
                  <a:pt x="25346" y="3466"/>
                  <a:pt x="24956" y="3928"/>
                </a:cubicBezTo>
                <a:lnTo>
                  <a:pt x="17144" y="13200"/>
                </a:lnTo>
                <a:cubicBezTo>
                  <a:pt x="16803" y="13604"/>
                  <a:pt x="16709" y="13921"/>
                  <a:pt x="16863" y="14150"/>
                </a:cubicBezTo>
                <a:cubicBezTo>
                  <a:pt x="17017" y="14377"/>
                  <a:pt x="17729" y="15027"/>
                  <a:pt x="19000" y="16098"/>
                </a:cubicBezTo>
                <a:lnTo>
                  <a:pt x="38323" y="323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Text i">
            <a:extLst xmlns:a="http://schemas.openxmlformats.org/drawingml/2006/main">
              <a:ext uri="{FF2B5EF4-FFF2-40B4-BE49-F238E27FC236}">
                <a16:creationId xmlns:a16="http://schemas.microsoft.com/office/drawing/2014/main" id="{1631C94E-F0D0-4B8E-A329-3C1F897E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748" y="3928136"/>
            <a:ext cx="69451" cy="61757"/>
          </a:xfrm>
          <a:custGeom xmlns:a="http://schemas.openxmlformats.org/drawingml/2006/main">
            <a:pathLst>
              <a:path w="69451" h="61757">
                <a:moveTo>
                  <a:pt x="53625" y="37849"/>
                </a:moveTo>
                <a:cubicBezTo>
                  <a:pt x="55069" y="39066"/>
                  <a:pt x="56307" y="40060"/>
                  <a:pt x="57337" y="40830"/>
                </a:cubicBezTo>
                <a:cubicBezTo>
                  <a:pt x="58368" y="41600"/>
                  <a:pt x="59347" y="42079"/>
                  <a:pt x="60275" y="42268"/>
                </a:cubicBezTo>
                <a:cubicBezTo>
                  <a:pt x="61202" y="42457"/>
                  <a:pt x="62143" y="42337"/>
                  <a:pt x="63098" y="41907"/>
                </a:cubicBezTo>
                <a:cubicBezTo>
                  <a:pt x="64053" y="41476"/>
                  <a:pt x="65178" y="40669"/>
                  <a:pt x="66471" y="39487"/>
                </a:cubicBezTo>
                <a:cubicBezTo>
                  <a:pt x="66820" y="39189"/>
                  <a:pt x="67198" y="39063"/>
                  <a:pt x="67604" y="39108"/>
                </a:cubicBezTo>
                <a:cubicBezTo>
                  <a:pt x="68010" y="39154"/>
                  <a:pt x="68387" y="39322"/>
                  <a:pt x="68733" y="39614"/>
                </a:cubicBezTo>
                <a:cubicBezTo>
                  <a:pt x="69022" y="39858"/>
                  <a:pt x="69224" y="40176"/>
                  <a:pt x="69337" y="40569"/>
                </a:cubicBezTo>
                <a:cubicBezTo>
                  <a:pt x="69451" y="40961"/>
                  <a:pt x="69362" y="41331"/>
                  <a:pt x="69070" y="41677"/>
                </a:cubicBezTo>
                <a:cubicBezTo>
                  <a:pt x="68194" y="42718"/>
                  <a:pt x="66948" y="43990"/>
                  <a:pt x="65333" y="45495"/>
                </a:cubicBezTo>
                <a:cubicBezTo>
                  <a:pt x="63720" y="47000"/>
                  <a:pt x="62183" y="48618"/>
                  <a:pt x="60723" y="50351"/>
                </a:cubicBezTo>
                <a:cubicBezTo>
                  <a:pt x="59166" y="52200"/>
                  <a:pt x="57745" y="54090"/>
                  <a:pt x="56462" y="56022"/>
                </a:cubicBezTo>
                <a:cubicBezTo>
                  <a:pt x="55180" y="57955"/>
                  <a:pt x="53858" y="59730"/>
                  <a:pt x="52495" y="61348"/>
                </a:cubicBezTo>
                <a:cubicBezTo>
                  <a:pt x="52252" y="61636"/>
                  <a:pt x="51927" y="61757"/>
                  <a:pt x="51521" y="61712"/>
                </a:cubicBezTo>
                <a:cubicBezTo>
                  <a:pt x="51115" y="61666"/>
                  <a:pt x="50768" y="61521"/>
                  <a:pt x="50479" y="61277"/>
                </a:cubicBezTo>
                <a:cubicBezTo>
                  <a:pt x="50133" y="60985"/>
                  <a:pt x="49902" y="60643"/>
                  <a:pt x="49788" y="60251"/>
                </a:cubicBezTo>
                <a:cubicBezTo>
                  <a:pt x="49674" y="59859"/>
                  <a:pt x="49734" y="59465"/>
                  <a:pt x="49969" y="59070"/>
                </a:cubicBezTo>
                <a:cubicBezTo>
                  <a:pt x="51061" y="57422"/>
                  <a:pt x="51787" y="56033"/>
                  <a:pt x="52146" y="54904"/>
                </a:cubicBezTo>
                <a:cubicBezTo>
                  <a:pt x="52505" y="53774"/>
                  <a:pt x="52540" y="52766"/>
                  <a:pt x="52250" y="51880"/>
                </a:cubicBezTo>
                <a:cubicBezTo>
                  <a:pt x="51959" y="50993"/>
                  <a:pt x="51390" y="50143"/>
                  <a:pt x="50544" y="49332"/>
                </a:cubicBezTo>
                <a:cubicBezTo>
                  <a:pt x="49697" y="48519"/>
                  <a:pt x="48609" y="47553"/>
                  <a:pt x="47280" y="46433"/>
                </a:cubicBezTo>
                <a:lnTo>
                  <a:pt x="33330" y="34678"/>
                </a:lnTo>
                <a:cubicBezTo>
                  <a:pt x="30846" y="32584"/>
                  <a:pt x="28804" y="30963"/>
                  <a:pt x="27205" y="29813"/>
                </a:cubicBezTo>
                <a:cubicBezTo>
                  <a:pt x="25605" y="28662"/>
                  <a:pt x="24246" y="27961"/>
                  <a:pt x="23125" y="27709"/>
                </a:cubicBezTo>
                <a:cubicBezTo>
                  <a:pt x="22005" y="27456"/>
                  <a:pt x="20959" y="27612"/>
                  <a:pt x="19989" y="28177"/>
                </a:cubicBezTo>
                <a:cubicBezTo>
                  <a:pt x="19018" y="28742"/>
                  <a:pt x="17863" y="29645"/>
                  <a:pt x="16521" y="30886"/>
                </a:cubicBezTo>
                <a:cubicBezTo>
                  <a:pt x="16230" y="31232"/>
                  <a:pt x="15866" y="31370"/>
                  <a:pt x="15430" y="31300"/>
                </a:cubicBezTo>
                <a:cubicBezTo>
                  <a:pt x="14996" y="31229"/>
                  <a:pt x="14634" y="31073"/>
                  <a:pt x="14346" y="30830"/>
                </a:cubicBezTo>
                <a:cubicBezTo>
                  <a:pt x="14057" y="30586"/>
                  <a:pt x="13841" y="30256"/>
                  <a:pt x="13698" y="29841"/>
                </a:cubicBezTo>
                <a:cubicBezTo>
                  <a:pt x="13556" y="29424"/>
                  <a:pt x="13630" y="29042"/>
                  <a:pt x="13922" y="28695"/>
                </a:cubicBezTo>
                <a:cubicBezTo>
                  <a:pt x="14350" y="28069"/>
                  <a:pt x="14889" y="27313"/>
                  <a:pt x="15537" y="26427"/>
                </a:cubicBezTo>
                <a:cubicBezTo>
                  <a:pt x="16185" y="25540"/>
                  <a:pt x="16855" y="24598"/>
                  <a:pt x="17547" y="23601"/>
                </a:cubicBezTo>
                <a:cubicBezTo>
                  <a:pt x="18239" y="22603"/>
                  <a:pt x="18915" y="21567"/>
                  <a:pt x="19574" y="20493"/>
                </a:cubicBezTo>
                <a:cubicBezTo>
                  <a:pt x="20233" y="19418"/>
                  <a:pt x="20792" y="18431"/>
                  <a:pt x="21251" y="17534"/>
                </a:cubicBezTo>
                <a:cubicBezTo>
                  <a:pt x="21672" y="16801"/>
                  <a:pt x="21968" y="16186"/>
                  <a:pt x="22139" y="15689"/>
                </a:cubicBezTo>
                <a:cubicBezTo>
                  <a:pt x="22311" y="15191"/>
                  <a:pt x="22494" y="14827"/>
                  <a:pt x="22689" y="14596"/>
                </a:cubicBezTo>
                <a:cubicBezTo>
                  <a:pt x="23273" y="13903"/>
                  <a:pt x="23852" y="13627"/>
                  <a:pt x="24427" y="13766"/>
                </a:cubicBezTo>
                <a:cubicBezTo>
                  <a:pt x="25002" y="13904"/>
                  <a:pt x="25463" y="14119"/>
                  <a:pt x="25810" y="14411"/>
                </a:cubicBezTo>
                <a:lnTo>
                  <a:pt x="53625" y="37849"/>
                </a:lnTo>
                <a:moveTo>
                  <a:pt x="11368" y="10097"/>
                </a:moveTo>
                <a:cubicBezTo>
                  <a:pt x="10151" y="11540"/>
                  <a:pt x="8657" y="12405"/>
                  <a:pt x="6885" y="12691"/>
                </a:cubicBezTo>
                <a:cubicBezTo>
                  <a:pt x="5114" y="12975"/>
                  <a:pt x="3564" y="12558"/>
                  <a:pt x="2236" y="11438"/>
                </a:cubicBezTo>
                <a:cubicBezTo>
                  <a:pt x="906" y="10318"/>
                  <a:pt x="194" y="8878"/>
                  <a:pt x="97" y="7118"/>
                </a:cubicBezTo>
                <a:cubicBezTo>
                  <a:pt x="0" y="5357"/>
                  <a:pt x="560" y="3754"/>
                  <a:pt x="1776" y="2310"/>
                </a:cubicBezTo>
                <a:cubicBezTo>
                  <a:pt x="2945" y="924"/>
                  <a:pt x="4383" y="185"/>
                  <a:pt x="6091" y="93"/>
                </a:cubicBezTo>
                <a:cubicBezTo>
                  <a:pt x="7799" y="0"/>
                  <a:pt x="9317" y="513"/>
                  <a:pt x="10645" y="1633"/>
                </a:cubicBezTo>
                <a:cubicBezTo>
                  <a:pt x="11916" y="2704"/>
                  <a:pt x="12635" y="4050"/>
                  <a:pt x="12800" y="5671"/>
                </a:cubicBezTo>
                <a:cubicBezTo>
                  <a:pt x="12965" y="7292"/>
                  <a:pt x="12488" y="8767"/>
                  <a:pt x="11368" y="100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Text o">
            <a:extLst xmlns:a="http://schemas.openxmlformats.org/drawingml/2006/main">
              <a:ext uri="{FF2B5EF4-FFF2-40B4-BE49-F238E27FC236}">
                <a16:creationId xmlns:a16="http://schemas.microsoft.com/office/drawing/2014/main" id="{67CB7FBD-DD36-45A6-A153-45B01E5D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248" y="3899828"/>
            <a:ext cx="54755" cy="55357"/>
          </a:xfrm>
          <a:custGeom xmlns:a="http://schemas.openxmlformats.org/drawingml/2006/main">
            <a:pathLst>
              <a:path w="54755" h="55357">
                <a:moveTo>
                  <a:pt x="43018" y="7030"/>
                </a:moveTo>
                <a:cubicBezTo>
                  <a:pt x="46542" y="9999"/>
                  <a:pt x="49248" y="13119"/>
                  <a:pt x="51135" y="16389"/>
                </a:cubicBezTo>
                <a:cubicBezTo>
                  <a:pt x="53023" y="19658"/>
                  <a:pt x="54124" y="22982"/>
                  <a:pt x="54440" y="26361"/>
                </a:cubicBezTo>
                <a:cubicBezTo>
                  <a:pt x="54755" y="29738"/>
                  <a:pt x="54318" y="33099"/>
                  <a:pt x="53129" y="36444"/>
                </a:cubicBezTo>
                <a:cubicBezTo>
                  <a:pt x="51941" y="39788"/>
                  <a:pt x="50032" y="43020"/>
                  <a:pt x="47403" y="46139"/>
                </a:cubicBezTo>
                <a:cubicBezTo>
                  <a:pt x="45116" y="48854"/>
                  <a:pt x="42551" y="50990"/>
                  <a:pt x="39709" y="52548"/>
                </a:cubicBezTo>
                <a:cubicBezTo>
                  <a:pt x="36866" y="54103"/>
                  <a:pt x="33858" y="54977"/>
                  <a:pt x="30684" y="55167"/>
                </a:cubicBezTo>
                <a:cubicBezTo>
                  <a:pt x="27511" y="55357"/>
                  <a:pt x="24167" y="54812"/>
                  <a:pt x="20653" y="53532"/>
                </a:cubicBezTo>
                <a:cubicBezTo>
                  <a:pt x="17139" y="52250"/>
                  <a:pt x="13562" y="50075"/>
                  <a:pt x="9922" y="47009"/>
                </a:cubicBezTo>
                <a:cubicBezTo>
                  <a:pt x="6977" y="44526"/>
                  <a:pt x="4690" y="41760"/>
                  <a:pt x="3062" y="38709"/>
                </a:cubicBezTo>
                <a:cubicBezTo>
                  <a:pt x="1436" y="35658"/>
                  <a:pt x="498" y="32522"/>
                  <a:pt x="249" y="29300"/>
                </a:cubicBezTo>
                <a:cubicBezTo>
                  <a:pt x="0" y="26077"/>
                  <a:pt x="431" y="22810"/>
                  <a:pt x="1542" y="19498"/>
                </a:cubicBezTo>
                <a:cubicBezTo>
                  <a:pt x="2653" y="16187"/>
                  <a:pt x="4450" y="13058"/>
                  <a:pt x="6934" y="10111"/>
                </a:cubicBezTo>
                <a:cubicBezTo>
                  <a:pt x="9319" y="7281"/>
                  <a:pt x="11954" y="5032"/>
                  <a:pt x="14840" y="3366"/>
                </a:cubicBezTo>
                <a:cubicBezTo>
                  <a:pt x="17727" y="1698"/>
                  <a:pt x="20724" y="692"/>
                  <a:pt x="23831" y="346"/>
                </a:cubicBezTo>
                <a:cubicBezTo>
                  <a:pt x="26938" y="0"/>
                  <a:pt x="30119" y="358"/>
                  <a:pt x="33373" y="1421"/>
                </a:cubicBezTo>
                <a:cubicBezTo>
                  <a:pt x="36626" y="2483"/>
                  <a:pt x="39841" y="4353"/>
                  <a:pt x="43018" y="7030"/>
                </a:cubicBezTo>
                <a:moveTo>
                  <a:pt x="36305" y="16931"/>
                </a:moveTo>
                <a:cubicBezTo>
                  <a:pt x="34110" y="15082"/>
                  <a:pt x="31851" y="13425"/>
                  <a:pt x="29528" y="11962"/>
                </a:cubicBezTo>
                <a:cubicBezTo>
                  <a:pt x="27204" y="10498"/>
                  <a:pt x="24917" y="9461"/>
                  <a:pt x="22667" y="8849"/>
                </a:cubicBezTo>
                <a:cubicBezTo>
                  <a:pt x="20417" y="8237"/>
                  <a:pt x="18241" y="8181"/>
                  <a:pt x="16140" y="8682"/>
                </a:cubicBezTo>
                <a:cubicBezTo>
                  <a:pt x="14038" y="9183"/>
                  <a:pt x="12111" y="10474"/>
                  <a:pt x="10358" y="12554"/>
                </a:cubicBezTo>
                <a:cubicBezTo>
                  <a:pt x="8411" y="14864"/>
                  <a:pt x="7320" y="17155"/>
                  <a:pt x="7085" y="19428"/>
                </a:cubicBezTo>
                <a:cubicBezTo>
                  <a:pt x="6850" y="21699"/>
                  <a:pt x="7203" y="23947"/>
                  <a:pt x="8144" y="26172"/>
                </a:cubicBezTo>
                <a:cubicBezTo>
                  <a:pt x="9085" y="28397"/>
                  <a:pt x="10461" y="30544"/>
                  <a:pt x="12273" y="32615"/>
                </a:cubicBezTo>
                <a:cubicBezTo>
                  <a:pt x="14085" y="34684"/>
                  <a:pt x="16117" y="36668"/>
                  <a:pt x="18370" y="38567"/>
                </a:cubicBezTo>
                <a:cubicBezTo>
                  <a:pt x="20334" y="40221"/>
                  <a:pt x="22477" y="41781"/>
                  <a:pt x="24801" y="43246"/>
                </a:cubicBezTo>
                <a:cubicBezTo>
                  <a:pt x="27124" y="44709"/>
                  <a:pt x="29464" y="45742"/>
                  <a:pt x="31820" y="46346"/>
                </a:cubicBezTo>
                <a:cubicBezTo>
                  <a:pt x="34177" y="46948"/>
                  <a:pt x="36500" y="47005"/>
                  <a:pt x="38791" y="46515"/>
                </a:cubicBezTo>
                <a:cubicBezTo>
                  <a:pt x="41081" y="46024"/>
                  <a:pt x="43151" y="44681"/>
                  <a:pt x="45002" y="42485"/>
                </a:cubicBezTo>
                <a:cubicBezTo>
                  <a:pt x="46900" y="40232"/>
                  <a:pt x="47913" y="37975"/>
                  <a:pt x="48041" y="35713"/>
                </a:cubicBezTo>
                <a:cubicBezTo>
                  <a:pt x="48169" y="33450"/>
                  <a:pt x="47724" y="31222"/>
                  <a:pt x="46707" y="29031"/>
                </a:cubicBezTo>
                <a:cubicBezTo>
                  <a:pt x="45689" y="26839"/>
                  <a:pt x="44235" y="24725"/>
                  <a:pt x="42345" y="22688"/>
                </a:cubicBezTo>
                <a:cubicBezTo>
                  <a:pt x="40456" y="20651"/>
                  <a:pt x="38443" y="18732"/>
                  <a:pt x="36305" y="169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Text n">
            <a:extLst xmlns:a="http://schemas.openxmlformats.org/drawingml/2006/main">
              <a:ext uri="{FF2B5EF4-FFF2-40B4-BE49-F238E27FC236}">
                <a16:creationId xmlns:a16="http://schemas.microsoft.com/office/drawing/2014/main" id="{3EEDF928-1600-4015-8C66-70557979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472" y="3851627"/>
            <a:ext cx="76738" cy="68876"/>
          </a:xfrm>
          <a:custGeom xmlns:a="http://schemas.openxmlformats.org/drawingml/2006/main">
            <a:pathLst>
              <a:path w="76738" h="68876">
                <a:moveTo>
                  <a:pt x="39153" y="45227"/>
                </a:moveTo>
                <a:cubicBezTo>
                  <a:pt x="40598" y="46444"/>
                  <a:pt x="41835" y="47438"/>
                  <a:pt x="42865" y="48208"/>
                </a:cubicBezTo>
                <a:cubicBezTo>
                  <a:pt x="43896" y="48978"/>
                  <a:pt x="44839" y="49500"/>
                  <a:pt x="45694" y="49775"/>
                </a:cubicBezTo>
                <a:cubicBezTo>
                  <a:pt x="46548" y="50051"/>
                  <a:pt x="47404" y="50031"/>
                  <a:pt x="48262" y="49717"/>
                </a:cubicBezTo>
                <a:cubicBezTo>
                  <a:pt x="49119" y="49402"/>
                  <a:pt x="50097" y="48769"/>
                  <a:pt x="51196" y="47818"/>
                </a:cubicBezTo>
                <a:cubicBezTo>
                  <a:pt x="51545" y="47520"/>
                  <a:pt x="51923" y="47394"/>
                  <a:pt x="52329" y="47439"/>
                </a:cubicBezTo>
                <a:cubicBezTo>
                  <a:pt x="52735" y="47485"/>
                  <a:pt x="53112" y="47654"/>
                  <a:pt x="53458" y="47945"/>
                </a:cubicBezTo>
                <a:cubicBezTo>
                  <a:pt x="53747" y="48189"/>
                  <a:pt x="53949" y="48507"/>
                  <a:pt x="54062" y="48900"/>
                </a:cubicBezTo>
                <a:cubicBezTo>
                  <a:pt x="54176" y="49293"/>
                  <a:pt x="54087" y="49662"/>
                  <a:pt x="53795" y="50009"/>
                </a:cubicBezTo>
                <a:cubicBezTo>
                  <a:pt x="53309" y="50586"/>
                  <a:pt x="52294" y="51584"/>
                  <a:pt x="50752" y="53002"/>
                </a:cubicBezTo>
                <a:cubicBezTo>
                  <a:pt x="49212" y="54421"/>
                  <a:pt x="47712" y="55996"/>
                  <a:pt x="46252" y="57729"/>
                </a:cubicBezTo>
                <a:cubicBezTo>
                  <a:pt x="44694" y="59578"/>
                  <a:pt x="43286" y="61454"/>
                  <a:pt x="42028" y="63357"/>
                </a:cubicBezTo>
                <a:cubicBezTo>
                  <a:pt x="40770" y="65260"/>
                  <a:pt x="39508" y="66963"/>
                  <a:pt x="38243" y="68465"/>
                </a:cubicBezTo>
                <a:cubicBezTo>
                  <a:pt x="37999" y="68754"/>
                  <a:pt x="37674" y="68876"/>
                  <a:pt x="37268" y="68831"/>
                </a:cubicBezTo>
                <a:cubicBezTo>
                  <a:pt x="36862" y="68784"/>
                  <a:pt x="36515" y="68639"/>
                  <a:pt x="36226" y="68396"/>
                </a:cubicBezTo>
                <a:cubicBezTo>
                  <a:pt x="35879" y="68104"/>
                  <a:pt x="35649" y="67762"/>
                  <a:pt x="35534" y="67370"/>
                </a:cubicBezTo>
                <a:cubicBezTo>
                  <a:pt x="35421" y="66977"/>
                  <a:pt x="35481" y="66583"/>
                  <a:pt x="35717" y="66188"/>
                </a:cubicBezTo>
                <a:cubicBezTo>
                  <a:pt x="36760" y="64597"/>
                  <a:pt x="37466" y="63291"/>
                  <a:pt x="37834" y="62269"/>
                </a:cubicBezTo>
                <a:cubicBezTo>
                  <a:pt x="38202" y="61246"/>
                  <a:pt x="38256" y="60303"/>
                  <a:pt x="37995" y="59441"/>
                </a:cubicBezTo>
                <a:cubicBezTo>
                  <a:pt x="37733" y="58578"/>
                  <a:pt x="37164" y="57729"/>
                  <a:pt x="36289" y="56893"/>
                </a:cubicBezTo>
                <a:cubicBezTo>
                  <a:pt x="35413" y="56056"/>
                  <a:pt x="34253" y="55028"/>
                  <a:pt x="32808" y="53811"/>
                </a:cubicBezTo>
                <a:lnTo>
                  <a:pt x="21891" y="44611"/>
                </a:lnTo>
                <a:cubicBezTo>
                  <a:pt x="19061" y="42226"/>
                  <a:pt x="16682" y="40272"/>
                  <a:pt x="14756" y="38748"/>
                </a:cubicBezTo>
                <a:cubicBezTo>
                  <a:pt x="12830" y="37223"/>
                  <a:pt x="11172" y="36172"/>
                  <a:pt x="9783" y="35593"/>
                </a:cubicBezTo>
                <a:cubicBezTo>
                  <a:pt x="8393" y="35014"/>
                  <a:pt x="7165" y="34918"/>
                  <a:pt x="6099" y="35304"/>
                </a:cubicBezTo>
                <a:cubicBezTo>
                  <a:pt x="5033" y="35690"/>
                  <a:pt x="3915" y="36576"/>
                  <a:pt x="2747" y="37962"/>
                </a:cubicBezTo>
                <a:cubicBezTo>
                  <a:pt x="2455" y="38309"/>
                  <a:pt x="2108" y="38486"/>
                  <a:pt x="1706" y="38494"/>
                </a:cubicBezTo>
                <a:cubicBezTo>
                  <a:pt x="1305" y="38501"/>
                  <a:pt x="960" y="38383"/>
                  <a:pt x="671" y="38140"/>
                </a:cubicBezTo>
                <a:cubicBezTo>
                  <a:pt x="325" y="37848"/>
                  <a:pt x="121" y="37504"/>
                  <a:pt x="60" y="37107"/>
                </a:cubicBezTo>
                <a:cubicBezTo>
                  <a:pt x="0" y="36710"/>
                  <a:pt x="116" y="36338"/>
                  <a:pt x="408" y="35991"/>
                </a:cubicBezTo>
                <a:cubicBezTo>
                  <a:pt x="1333" y="34894"/>
                  <a:pt x="2510" y="33145"/>
                  <a:pt x="3940" y="30745"/>
                </a:cubicBezTo>
                <a:cubicBezTo>
                  <a:pt x="5370" y="28344"/>
                  <a:pt x="6692" y="25778"/>
                  <a:pt x="7908" y="23047"/>
                </a:cubicBezTo>
                <a:cubicBezTo>
                  <a:pt x="8357" y="22044"/>
                  <a:pt x="9027" y="21571"/>
                  <a:pt x="9917" y="21629"/>
                </a:cubicBezTo>
                <a:cubicBezTo>
                  <a:pt x="10807" y="21687"/>
                  <a:pt x="11598" y="22008"/>
                  <a:pt x="12291" y="22592"/>
                </a:cubicBezTo>
                <a:lnTo>
                  <a:pt x="15757" y="25512"/>
                </a:lnTo>
                <a:cubicBezTo>
                  <a:pt x="15872" y="25610"/>
                  <a:pt x="15981" y="25627"/>
                  <a:pt x="16083" y="25565"/>
                </a:cubicBezTo>
                <a:cubicBezTo>
                  <a:pt x="16185" y="25503"/>
                  <a:pt x="16202" y="25395"/>
                  <a:pt x="16136" y="25239"/>
                </a:cubicBezTo>
                <a:cubicBezTo>
                  <a:pt x="15841" y="24299"/>
                  <a:pt x="15608" y="23140"/>
                  <a:pt x="15438" y="21761"/>
                </a:cubicBezTo>
                <a:cubicBezTo>
                  <a:pt x="15266" y="20382"/>
                  <a:pt x="15259" y="18895"/>
                  <a:pt x="15419" y="17300"/>
                </a:cubicBezTo>
                <a:cubicBezTo>
                  <a:pt x="15577" y="15705"/>
                  <a:pt x="15960" y="14077"/>
                  <a:pt x="16569" y="12418"/>
                </a:cubicBezTo>
                <a:cubicBezTo>
                  <a:pt x="17177" y="10757"/>
                  <a:pt x="18138" y="9146"/>
                  <a:pt x="19453" y="7586"/>
                </a:cubicBezTo>
                <a:cubicBezTo>
                  <a:pt x="23104" y="3253"/>
                  <a:pt x="27162" y="870"/>
                  <a:pt x="31628" y="435"/>
                </a:cubicBezTo>
                <a:cubicBezTo>
                  <a:pt x="36095" y="0"/>
                  <a:pt x="41015" y="2045"/>
                  <a:pt x="46386" y="6572"/>
                </a:cubicBezTo>
                <a:lnTo>
                  <a:pt x="61204" y="19058"/>
                </a:lnTo>
                <a:cubicBezTo>
                  <a:pt x="62764" y="20373"/>
                  <a:pt x="64072" y="21401"/>
                  <a:pt x="65126" y="22142"/>
                </a:cubicBezTo>
                <a:cubicBezTo>
                  <a:pt x="66181" y="22883"/>
                  <a:pt x="67145" y="23350"/>
                  <a:pt x="68019" y="23544"/>
                </a:cubicBezTo>
                <a:cubicBezTo>
                  <a:pt x="68894" y="23737"/>
                  <a:pt x="69770" y="23635"/>
                  <a:pt x="70649" y="23238"/>
                </a:cubicBezTo>
                <a:cubicBezTo>
                  <a:pt x="71526" y="22841"/>
                  <a:pt x="72562" y="22109"/>
                  <a:pt x="73758" y="21043"/>
                </a:cubicBezTo>
                <a:cubicBezTo>
                  <a:pt x="74107" y="20744"/>
                  <a:pt x="74485" y="20619"/>
                  <a:pt x="74890" y="20665"/>
                </a:cubicBezTo>
                <a:cubicBezTo>
                  <a:pt x="75297" y="20710"/>
                  <a:pt x="75673" y="20879"/>
                  <a:pt x="76019" y="21171"/>
                </a:cubicBezTo>
                <a:cubicBezTo>
                  <a:pt x="76309" y="21415"/>
                  <a:pt x="76510" y="21733"/>
                  <a:pt x="76624" y="22126"/>
                </a:cubicBezTo>
                <a:cubicBezTo>
                  <a:pt x="76738" y="22517"/>
                  <a:pt x="76649" y="22887"/>
                  <a:pt x="76358" y="23233"/>
                </a:cubicBezTo>
                <a:cubicBezTo>
                  <a:pt x="75725" y="23984"/>
                  <a:pt x="74589" y="25126"/>
                  <a:pt x="72949" y="26660"/>
                </a:cubicBezTo>
                <a:cubicBezTo>
                  <a:pt x="71312" y="28194"/>
                  <a:pt x="69763" y="29828"/>
                  <a:pt x="68303" y="31560"/>
                </a:cubicBezTo>
                <a:cubicBezTo>
                  <a:pt x="66745" y="33409"/>
                  <a:pt x="65361" y="35256"/>
                  <a:pt x="64151" y="37102"/>
                </a:cubicBezTo>
                <a:cubicBezTo>
                  <a:pt x="62943" y="38947"/>
                  <a:pt x="61876" y="40419"/>
                  <a:pt x="60951" y="41516"/>
                </a:cubicBezTo>
                <a:cubicBezTo>
                  <a:pt x="60708" y="41805"/>
                  <a:pt x="60383" y="41927"/>
                  <a:pt x="59976" y="41882"/>
                </a:cubicBezTo>
                <a:cubicBezTo>
                  <a:pt x="59571" y="41835"/>
                  <a:pt x="59223" y="41690"/>
                  <a:pt x="58934" y="41447"/>
                </a:cubicBezTo>
                <a:cubicBezTo>
                  <a:pt x="58588" y="41155"/>
                  <a:pt x="58357" y="40813"/>
                  <a:pt x="58243" y="40421"/>
                </a:cubicBezTo>
                <a:cubicBezTo>
                  <a:pt x="58129" y="40028"/>
                  <a:pt x="58190" y="39635"/>
                  <a:pt x="58424" y="39240"/>
                </a:cubicBezTo>
                <a:cubicBezTo>
                  <a:pt x="59322" y="37823"/>
                  <a:pt x="59877" y="36636"/>
                  <a:pt x="60090" y="35680"/>
                </a:cubicBezTo>
                <a:cubicBezTo>
                  <a:pt x="60303" y="34724"/>
                  <a:pt x="60241" y="33831"/>
                  <a:pt x="59901" y="33003"/>
                </a:cubicBezTo>
                <a:cubicBezTo>
                  <a:pt x="59562" y="32173"/>
                  <a:pt x="58969" y="31353"/>
                  <a:pt x="58123" y="30541"/>
                </a:cubicBezTo>
                <a:cubicBezTo>
                  <a:pt x="57277" y="29728"/>
                  <a:pt x="56189" y="28762"/>
                  <a:pt x="54859" y="27642"/>
                </a:cubicBezTo>
                <a:lnTo>
                  <a:pt x="41689" y="16544"/>
                </a:lnTo>
                <a:cubicBezTo>
                  <a:pt x="40244" y="15327"/>
                  <a:pt x="38751" y="14167"/>
                  <a:pt x="37210" y="13066"/>
                </a:cubicBezTo>
                <a:cubicBezTo>
                  <a:pt x="35669" y="11965"/>
                  <a:pt x="34102" y="11188"/>
                  <a:pt x="32508" y="10734"/>
                </a:cubicBezTo>
                <a:cubicBezTo>
                  <a:pt x="30915" y="10279"/>
                  <a:pt x="29329" y="10227"/>
                  <a:pt x="27749" y="10577"/>
                </a:cubicBezTo>
                <a:cubicBezTo>
                  <a:pt x="26171" y="10926"/>
                  <a:pt x="24652" y="11967"/>
                  <a:pt x="23191" y="13700"/>
                </a:cubicBezTo>
                <a:cubicBezTo>
                  <a:pt x="21731" y="15433"/>
                  <a:pt x="20728" y="17181"/>
                  <a:pt x="20181" y="18944"/>
                </a:cubicBezTo>
                <a:cubicBezTo>
                  <a:pt x="19635" y="20705"/>
                  <a:pt x="19446" y="22423"/>
                  <a:pt x="19616" y="24098"/>
                </a:cubicBezTo>
                <a:cubicBezTo>
                  <a:pt x="19786" y="25773"/>
                  <a:pt x="20298" y="27364"/>
                  <a:pt x="21151" y="28873"/>
                </a:cubicBezTo>
                <a:cubicBezTo>
                  <a:pt x="22003" y="30381"/>
                  <a:pt x="23123" y="31719"/>
                  <a:pt x="24510" y="32888"/>
                </a:cubicBezTo>
                <a:lnTo>
                  <a:pt x="39153" y="452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CB18C-44BF-42E4-96C1-15AC13E9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3662" y="4384921"/>
            <a:ext cx="329059" cy="193418"/>
          </a:xfrm>
          <a:custGeom xmlns:a="http://schemas.openxmlformats.org/drawingml/2006/main">
            <a:pathLst>
              <a:path w="329059" h="193418">
                <a:moveTo>
                  <a:pt x="0" y="59149"/>
                </a:moveTo>
                <a:lnTo>
                  <a:pt x="302834" y="0"/>
                </a:lnTo>
                <a:lnTo>
                  <a:pt x="329059" y="134269"/>
                </a:lnTo>
                <a:lnTo>
                  <a:pt x="26225" y="193418"/>
                </a:lnTo>
                <a:lnTo>
                  <a:pt x="0" y="5914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Text C">
            <a:extLst xmlns:a="http://schemas.openxmlformats.org/drawingml/2006/main">
              <a:ext uri="{FF2B5EF4-FFF2-40B4-BE49-F238E27FC236}">
                <a16:creationId xmlns:a16="http://schemas.microsoft.com/office/drawing/2014/main" id="{CD60A945-71AD-4327-8837-084D4FEF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8436" y="4454232"/>
            <a:ext cx="77298" cy="83107"/>
          </a:xfrm>
          <a:custGeom xmlns:a="http://schemas.openxmlformats.org/drawingml/2006/main">
            <a:pathLst>
              <a:path w="77298" h="83107">
                <a:moveTo>
                  <a:pt x="33240" y="2056"/>
                </a:moveTo>
                <a:cubicBezTo>
                  <a:pt x="36576" y="1404"/>
                  <a:pt x="39732" y="1211"/>
                  <a:pt x="42709" y="1477"/>
                </a:cubicBezTo>
                <a:cubicBezTo>
                  <a:pt x="45686" y="1742"/>
                  <a:pt x="48676" y="2274"/>
                  <a:pt x="51679" y="3073"/>
                </a:cubicBezTo>
                <a:cubicBezTo>
                  <a:pt x="52567" y="3284"/>
                  <a:pt x="53396" y="3487"/>
                  <a:pt x="54166" y="3683"/>
                </a:cubicBezTo>
                <a:cubicBezTo>
                  <a:pt x="54936" y="3879"/>
                  <a:pt x="55580" y="3927"/>
                  <a:pt x="56098" y="3826"/>
                </a:cubicBezTo>
                <a:cubicBezTo>
                  <a:pt x="57285" y="3594"/>
                  <a:pt x="57926" y="2738"/>
                  <a:pt x="58022" y="1257"/>
                </a:cubicBezTo>
                <a:cubicBezTo>
                  <a:pt x="58038" y="946"/>
                  <a:pt x="58235" y="677"/>
                  <a:pt x="58613" y="449"/>
                </a:cubicBezTo>
                <a:cubicBezTo>
                  <a:pt x="58993" y="221"/>
                  <a:pt x="59390" y="86"/>
                  <a:pt x="59804" y="44"/>
                </a:cubicBezTo>
                <a:cubicBezTo>
                  <a:pt x="60220" y="0"/>
                  <a:pt x="60590" y="23"/>
                  <a:pt x="60916" y="114"/>
                </a:cubicBezTo>
                <a:cubicBezTo>
                  <a:pt x="61241" y="204"/>
                  <a:pt x="61396" y="405"/>
                  <a:pt x="61380" y="715"/>
                </a:cubicBezTo>
                <a:cubicBezTo>
                  <a:pt x="61315" y="1960"/>
                  <a:pt x="61350" y="3223"/>
                  <a:pt x="61484" y="4505"/>
                </a:cubicBezTo>
                <a:cubicBezTo>
                  <a:pt x="61620" y="5787"/>
                  <a:pt x="61818" y="7096"/>
                  <a:pt x="62078" y="8431"/>
                </a:cubicBezTo>
                <a:cubicBezTo>
                  <a:pt x="62484" y="10507"/>
                  <a:pt x="63038" y="12554"/>
                  <a:pt x="63739" y="14572"/>
                </a:cubicBezTo>
                <a:cubicBezTo>
                  <a:pt x="64441" y="16590"/>
                  <a:pt x="65158" y="18682"/>
                  <a:pt x="65888" y="20848"/>
                </a:cubicBezTo>
                <a:cubicBezTo>
                  <a:pt x="65946" y="21145"/>
                  <a:pt x="65827" y="21418"/>
                  <a:pt x="65529" y="21669"/>
                </a:cubicBezTo>
                <a:cubicBezTo>
                  <a:pt x="65233" y="21919"/>
                  <a:pt x="64847" y="22110"/>
                  <a:pt x="64373" y="22242"/>
                </a:cubicBezTo>
                <a:cubicBezTo>
                  <a:pt x="63898" y="22372"/>
                  <a:pt x="63423" y="22407"/>
                  <a:pt x="62948" y="22346"/>
                </a:cubicBezTo>
                <a:cubicBezTo>
                  <a:pt x="62475" y="22284"/>
                  <a:pt x="62165" y="22075"/>
                  <a:pt x="62019" y="21719"/>
                </a:cubicBezTo>
                <a:cubicBezTo>
                  <a:pt x="58861" y="15408"/>
                  <a:pt x="54899" y="11083"/>
                  <a:pt x="50132" y="8743"/>
                </a:cubicBezTo>
                <a:cubicBezTo>
                  <a:pt x="45365" y="6404"/>
                  <a:pt x="39830" y="5849"/>
                  <a:pt x="33529" y="7080"/>
                </a:cubicBezTo>
                <a:cubicBezTo>
                  <a:pt x="28635" y="8036"/>
                  <a:pt x="24797" y="9863"/>
                  <a:pt x="22014" y="12562"/>
                </a:cubicBezTo>
                <a:cubicBezTo>
                  <a:pt x="19231" y="15260"/>
                  <a:pt x="17217" y="18444"/>
                  <a:pt x="15971" y="22112"/>
                </a:cubicBezTo>
                <a:cubicBezTo>
                  <a:pt x="14725" y="25780"/>
                  <a:pt x="14118" y="29670"/>
                  <a:pt x="14151" y="33783"/>
                </a:cubicBezTo>
                <a:cubicBezTo>
                  <a:pt x="14185" y="37894"/>
                  <a:pt x="14571" y="41840"/>
                  <a:pt x="15309" y="45621"/>
                </a:cubicBezTo>
                <a:cubicBezTo>
                  <a:pt x="16120" y="49772"/>
                  <a:pt x="17376" y="53838"/>
                  <a:pt x="19076" y="57816"/>
                </a:cubicBezTo>
                <a:cubicBezTo>
                  <a:pt x="20777" y="61794"/>
                  <a:pt x="22954" y="65255"/>
                  <a:pt x="25607" y="68201"/>
                </a:cubicBezTo>
                <a:cubicBezTo>
                  <a:pt x="28261" y="71146"/>
                  <a:pt x="31407" y="73360"/>
                  <a:pt x="35044" y="74844"/>
                </a:cubicBezTo>
                <a:cubicBezTo>
                  <a:pt x="38682" y="76327"/>
                  <a:pt x="42800" y="76620"/>
                  <a:pt x="47397" y="75722"/>
                </a:cubicBezTo>
                <a:cubicBezTo>
                  <a:pt x="50955" y="75027"/>
                  <a:pt x="54081" y="74089"/>
                  <a:pt x="56775" y="72909"/>
                </a:cubicBezTo>
                <a:cubicBezTo>
                  <a:pt x="59470" y="71728"/>
                  <a:pt x="61615" y="70097"/>
                  <a:pt x="63209" y="68014"/>
                </a:cubicBezTo>
                <a:cubicBezTo>
                  <a:pt x="65162" y="65401"/>
                  <a:pt x="66549" y="62456"/>
                  <a:pt x="67371" y="59178"/>
                </a:cubicBezTo>
                <a:cubicBezTo>
                  <a:pt x="68194" y="55901"/>
                  <a:pt x="68533" y="52313"/>
                  <a:pt x="68387" y="48415"/>
                </a:cubicBezTo>
                <a:cubicBezTo>
                  <a:pt x="68359" y="47881"/>
                  <a:pt x="68535" y="47501"/>
                  <a:pt x="68913" y="47273"/>
                </a:cubicBezTo>
                <a:cubicBezTo>
                  <a:pt x="69292" y="47045"/>
                  <a:pt x="69715" y="46944"/>
                  <a:pt x="70182" y="46969"/>
                </a:cubicBezTo>
                <a:cubicBezTo>
                  <a:pt x="70649" y="46993"/>
                  <a:pt x="71097" y="47117"/>
                  <a:pt x="71525" y="47341"/>
                </a:cubicBezTo>
                <a:cubicBezTo>
                  <a:pt x="71954" y="47565"/>
                  <a:pt x="72160" y="47832"/>
                  <a:pt x="72145" y="48143"/>
                </a:cubicBezTo>
                <a:cubicBezTo>
                  <a:pt x="72211" y="49669"/>
                  <a:pt x="72349" y="51163"/>
                  <a:pt x="72556" y="52623"/>
                </a:cubicBezTo>
                <a:cubicBezTo>
                  <a:pt x="72765" y="54084"/>
                  <a:pt x="73014" y="55555"/>
                  <a:pt x="73304" y="57038"/>
                </a:cubicBezTo>
                <a:cubicBezTo>
                  <a:pt x="73796" y="59559"/>
                  <a:pt x="74392" y="62117"/>
                  <a:pt x="75092" y="64714"/>
                </a:cubicBezTo>
                <a:cubicBezTo>
                  <a:pt x="75792" y="67309"/>
                  <a:pt x="76498" y="70038"/>
                  <a:pt x="77211" y="72900"/>
                </a:cubicBezTo>
                <a:cubicBezTo>
                  <a:pt x="77298" y="73345"/>
                  <a:pt x="77214" y="73707"/>
                  <a:pt x="76960" y="73987"/>
                </a:cubicBezTo>
                <a:cubicBezTo>
                  <a:pt x="76707" y="74268"/>
                  <a:pt x="76381" y="74467"/>
                  <a:pt x="75981" y="74584"/>
                </a:cubicBezTo>
                <a:cubicBezTo>
                  <a:pt x="75581" y="74700"/>
                  <a:pt x="75177" y="74702"/>
                  <a:pt x="74770" y="74589"/>
                </a:cubicBezTo>
                <a:cubicBezTo>
                  <a:pt x="74362" y="74476"/>
                  <a:pt x="74086" y="74241"/>
                  <a:pt x="73940" y="73885"/>
                </a:cubicBezTo>
                <a:cubicBezTo>
                  <a:pt x="73661" y="73247"/>
                  <a:pt x="73275" y="72650"/>
                  <a:pt x="72781" y="72092"/>
                </a:cubicBezTo>
                <a:cubicBezTo>
                  <a:pt x="72287" y="71534"/>
                  <a:pt x="71704" y="71110"/>
                  <a:pt x="71031" y="70818"/>
                </a:cubicBezTo>
                <a:cubicBezTo>
                  <a:pt x="70359" y="70526"/>
                  <a:pt x="69615" y="70459"/>
                  <a:pt x="68799" y="70618"/>
                </a:cubicBezTo>
                <a:cubicBezTo>
                  <a:pt x="68057" y="70763"/>
                  <a:pt x="67254" y="71189"/>
                  <a:pt x="66392" y="71895"/>
                </a:cubicBezTo>
                <a:cubicBezTo>
                  <a:pt x="64935" y="73104"/>
                  <a:pt x="63508" y="74172"/>
                  <a:pt x="62111" y="75099"/>
                </a:cubicBezTo>
                <a:cubicBezTo>
                  <a:pt x="60715" y="76026"/>
                  <a:pt x="59274" y="76827"/>
                  <a:pt x="57788" y="77501"/>
                </a:cubicBezTo>
                <a:cubicBezTo>
                  <a:pt x="56304" y="78176"/>
                  <a:pt x="54724" y="78754"/>
                  <a:pt x="53046" y="79236"/>
                </a:cubicBezTo>
                <a:cubicBezTo>
                  <a:pt x="51371" y="79717"/>
                  <a:pt x="49532" y="80153"/>
                  <a:pt x="47531" y="80544"/>
                </a:cubicBezTo>
                <a:cubicBezTo>
                  <a:pt x="34408" y="83107"/>
                  <a:pt x="24035" y="81727"/>
                  <a:pt x="16414" y="76405"/>
                </a:cubicBezTo>
                <a:cubicBezTo>
                  <a:pt x="8794" y="71082"/>
                  <a:pt x="3789" y="62303"/>
                  <a:pt x="1399" y="50069"/>
                </a:cubicBezTo>
                <a:cubicBezTo>
                  <a:pt x="125" y="43545"/>
                  <a:pt x="0" y="37586"/>
                  <a:pt x="1024" y="32191"/>
                </a:cubicBezTo>
                <a:cubicBezTo>
                  <a:pt x="2049" y="26795"/>
                  <a:pt x="3989" y="22048"/>
                  <a:pt x="6845" y="17949"/>
                </a:cubicBezTo>
                <a:cubicBezTo>
                  <a:pt x="9700" y="13850"/>
                  <a:pt x="13386" y="10455"/>
                  <a:pt x="17902" y="7764"/>
                </a:cubicBezTo>
                <a:cubicBezTo>
                  <a:pt x="22419" y="5074"/>
                  <a:pt x="27531" y="3171"/>
                  <a:pt x="33240" y="20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a">
            <a:extLst xmlns:a="http://schemas.openxmlformats.org/drawingml/2006/main">
              <a:ext uri="{FF2B5EF4-FFF2-40B4-BE49-F238E27FC236}">
                <a16:creationId xmlns:a16="http://schemas.microsoft.com/office/drawing/2014/main" id="{7F3DE9A3-01E5-4764-8DFD-2BBCE385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565" y="4468670"/>
            <a:ext cx="55226" cy="56641"/>
          </a:xfrm>
          <a:custGeom xmlns:a="http://schemas.openxmlformats.org/drawingml/2006/main">
            <a:pathLst>
              <a:path w="55226" h="56641">
                <a:moveTo>
                  <a:pt x="31538" y="28491"/>
                </a:moveTo>
                <a:cubicBezTo>
                  <a:pt x="31379" y="27675"/>
                  <a:pt x="31244" y="27182"/>
                  <a:pt x="31133" y="27011"/>
                </a:cubicBezTo>
                <a:cubicBezTo>
                  <a:pt x="31023" y="26840"/>
                  <a:pt x="30820" y="26783"/>
                  <a:pt x="30524" y="26841"/>
                </a:cubicBezTo>
                <a:cubicBezTo>
                  <a:pt x="24546" y="28548"/>
                  <a:pt x="20291" y="30707"/>
                  <a:pt x="17761" y="33319"/>
                </a:cubicBezTo>
                <a:cubicBezTo>
                  <a:pt x="15231" y="35929"/>
                  <a:pt x="14278" y="38828"/>
                  <a:pt x="14900" y="42016"/>
                </a:cubicBezTo>
                <a:cubicBezTo>
                  <a:pt x="15335" y="44241"/>
                  <a:pt x="16256" y="46004"/>
                  <a:pt x="17666" y="47307"/>
                </a:cubicBezTo>
                <a:cubicBezTo>
                  <a:pt x="19074" y="48610"/>
                  <a:pt x="21076" y="49007"/>
                  <a:pt x="23672" y="48500"/>
                </a:cubicBezTo>
                <a:cubicBezTo>
                  <a:pt x="25376" y="48167"/>
                  <a:pt x="27109" y="47483"/>
                  <a:pt x="28869" y="46446"/>
                </a:cubicBezTo>
                <a:cubicBezTo>
                  <a:pt x="30629" y="45409"/>
                  <a:pt x="32128" y="44116"/>
                  <a:pt x="33365" y="42566"/>
                </a:cubicBezTo>
                <a:cubicBezTo>
                  <a:pt x="33842" y="41857"/>
                  <a:pt x="34022" y="41206"/>
                  <a:pt x="33906" y="40612"/>
                </a:cubicBezTo>
                <a:lnTo>
                  <a:pt x="31538" y="28491"/>
                </a:lnTo>
                <a:moveTo>
                  <a:pt x="44144" y="37458"/>
                </a:moveTo>
                <a:cubicBezTo>
                  <a:pt x="44651" y="40054"/>
                  <a:pt x="45247" y="41824"/>
                  <a:pt x="45931" y="42768"/>
                </a:cubicBezTo>
                <a:cubicBezTo>
                  <a:pt x="46616" y="43711"/>
                  <a:pt x="47662" y="44045"/>
                  <a:pt x="49071" y="43770"/>
                </a:cubicBezTo>
                <a:cubicBezTo>
                  <a:pt x="49887" y="43611"/>
                  <a:pt x="50535" y="43388"/>
                  <a:pt x="51017" y="43101"/>
                </a:cubicBezTo>
                <a:cubicBezTo>
                  <a:pt x="51500" y="42814"/>
                  <a:pt x="52166" y="42280"/>
                  <a:pt x="53014" y="41499"/>
                </a:cubicBezTo>
                <a:cubicBezTo>
                  <a:pt x="53208" y="41307"/>
                  <a:pt x="53449" y="41260"/>
                  <a:pt x="53737" y="41358"/>
                </a:cubicBezTo>
                <a:cubicBezTo>
                  <a:pt x="54026" y="41455"/>
                  <a:pt x="54288" y="41616"/>
                  <a:pt x="54523" y="41840"/>
                </a:cubicBezTo>
                <a:cubicBezTo>
                  <a:pt x="54760" y="42063"/>
                  <a:pt x="54947" y="42334"/>
                  <a:pt x="55086" y="42654"/>
                </a:cubicBezTo>
                <a:cubicBezTo>
                  <a:pt x="55226" y="42973"/>
                  <a:pt x="55206" y="43265"/>
                  <a:pt x="55028" y="43530"/>
                </a:cubicBezTo>
                <a:cubicBezTo>
                  <a:pt x="52817" y="47579"/>
                  <a:pt x="49746" y="49987"/>
                  <a:pt x="45816" y="50755"/>
                </a:cubicBezTo>
                <a:cubicBezTo>
                  <a:pt x="43667" y="51175"/>
                  <a:pt x="41719" y="50959"/>
                  <a:pt x="39975" y="50108"/>
                </a:cubicBezTo>
                <a:cubicBezTo>
                  <a:pt x="38231" y="49255"/>
                  <a:pt x="36836" y="48122"/>
                  <a:pt x="35791" y="46709"/>
                </a:cubicBezTo>
                <a:cubicBezTo>
                  <a:pt x="35569" y="46369"/>
                  <a:pt x="35339" y="46375"/>
                  <a:pt x="35101" y="46730"/>
                </a:cubicBezTo>
                <a:cubicBezTo>
                  <a:pt x="33506" y="48811"/>
                  <a:pt x="31538" y="50657"/>
                  <a:pt x="29198" y="52269"/>
                </a:cubicBezTo>
                <a:cubicBezTo>
                  <a:pt x="26857" y="53881"/>
                  <a:pt x="23760" y="55063"/>
                  <a:pt x="19905" y="55816"/>
                </a:cubicBezTo>
                <a:cubicBezTo>
                  <a:pt x="15679" y="56641"/>
                  <a:pt x="12195" y="56149"/>
                  <a:pt x="9455" y="54337"/>
                </a:cubicBezTo>
                <a:cubicBezTo>
                  <a:pt x="6716" y="52525"/>
                  <a:pt x="4940" y="49542"/>
                  <a:pt x="4129" y="45390"/>
                </a:cubicBezTo>
                <a:cubicBezTo>
                  <a:pt x="3087" y="40052"/>
                  <a:pt x="4770" y="35470"/>
                  <a:pt x="9180" y="31646"/>
                </a:cubicBezTo>
                <a:cubicBezTo>
                  <a:pt x="13591" y="27821"/>
                  <a:pt x="20540" y="24982"/>
                  <a:pt x="30030" y="23129"/>
                </a:cubicBezTo>
                <a:cubicBezTo>
                  <a:pt x="30178" y="23100"/>
                  <a:pt x="30252" y="22892"/>
                  <a:pt x="30253" y="22507"/>
                </a:cubicBezTo>
                <a:cubicBezTo>
                  <a:pt x="30256" y="22121"/>
                  <a:pt x="30127" y="21262"/>
                  <a:pt x="29866" y="19928"/>
                </a:cubicBezTo>
                <a:lnTo>
                  <a:pt x="29279" y="16924"/>
                </a:lnTo>
                <a:cubicBezTo>
                  <a:pt x="28917" y="15071"/>
                  <a:pt x="28429" y="13358"/>
                  <a:pt x="27814" y="11784"/>
                </a:cubicBezTo>
                <a:cubicBezTo>
                  <a:pt x="27199" y="10211"/>
                  <a:pt x="26420" y="8882"/>
                  <a:pt x="25476" y="7796"/>
                </a:cubicBezTo>
                <a:cubicBezTo>
                  <a:pt x="24533" y="6711"/>
                  <a:pt x="23363" y="5939"/>
                  <a:pt x="21965" y="5480"/>
                </a:cubicBezTo>
                <a:cubicBezTo>
                  <a:pt x="20567" y="5022"/>
                  <a:pt x="18941" y="4973"/>
                  <a:pt x="17087" y="5335"/>
                </a:cubicBezTo>
                <a:cubicBezTo>
                  <a:pt x="14344" y="5871"/>
                  <a:pt x="12224" y="6844"/>
                  <a:pt x="10730" y="8252"/>
                </a:cubicBezTo>
                <a:cubicBezTo>
                  <a:pt x="9235" y="9660"/>
                  <a:pt x="8654" y="11217"/>
                  <a:pt x="8987" y="12921"/>
                </a:cubicBezTo>
                <a:cubicBezTo>
                  <a:pt x="9146" y="13737"/>
                  <a:pt x="9561" y="14483"/>
                  <a:pt x="10231" y="15161"/>
                </a:cubicBezTo>
                <a:cubicBezTo>
                  <a:pt x="10902" y="15838"/>
                  <a:pt x="11318" y="16584"/>
                  <a:pt x="11477" y="17399"/>
                </a:cubicBezTo>
                <a:cubicBezTo>
                  <a:pt x="11680" y="18438"/>
                  <a:pt x="11356" y="19541"/>
                  <a:pt x="10506" y="20707"/>
                </a:cubicBezTo>
                <a:cubicBezTo>
                  <a:pt x="9657" y="21874"/>
                  <a:pt x="8491" y="22602"/>
                  <a:pt x="7009" y="22891"/>
                </a:cubicBezTo>
                <a:cubicBezTo>
                  <a:pt x="5007" y="23282"/>
                  <a:pt x="3474" y="23024"/>
                  <a:pt x="2411" y="22116"/>
                </a:cubicBezTo>
                <a:cubicBezTo>
                  <a:pt x="1349" y="21206"/>
                  <a:pt x="666" y="19973"/>
                  <a:pt x="362" y="18417"/>
                </a:cubicBezTo>
                <a:cubicBezTo>
                  <a:pt x="0" y="16563"/>
                  <a:pt x="175" y="14701"/>
                  <a:pt x="886" y="12830"/>
                </a:cubicBezTo>
                <a:cubicBezTo>
                  <a:pt x="1599" y="10958"/>
                  <a:pt x="2729" y="9256"/>
                  <a:pt x="4275" y="7723"/>
                </a:cubicBezTo>
                <a:cubicBezTo>
                  <a:pt x="5823" y="6189"/>
                  <a:pt x="7715" y="4838"/>
                  <a:pt x="9949" y="3671"/>
                </a:cubicBezTo>
                <a:cubicBezTo>
                  <a:pt x="12185" y="2503"/>
                  <a:pt x="14601" y="1665"/>
                  <a:pt x="17196" y="1158"/>
                </a:cubicBezTo>
                <a:cubicBezTo>
                  <a:pt x="23126" y="0"/>
                  <a:pt x="28065" y="459"/>
                  <a:pt x="32011" y="2537"/>
                </a:cubicBezTo>
                <a:cubicBezTo>
                  <a:pt x="35958" y="4614"/>
                  <a:pt x="38554" y="8840"/>
                  <a:pt x="39800" y="15216"/>
                </a:cubicBezTo>
                <a:lnTo>
                  <a:pt x="44144" y="374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Text u">
            <a:extLst xmlns:a="http://schemas.openxmlformats.org/drawingml/2006/main">
              <a:ext uri="{FF2B5EF4-FFF2-40B4-BE49-F238E27FC236}">
                <a16:creationId xmlns:a16="http://schemas.microsoft.com/office/drawing/2014/main" id="{FC39B312-41AD-4C78-8AB0-604A65AC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121" y="4454093"/>
            <a:ext cx="71432" cy="58269"/>
          </a:xfrm>
          <a:custGeom xmlns:a="http://schemas.openxmlformats.org/drawingml/2006/main">
            <a:pathLst>
              <a:path w="71432" h="58269">
                <a:moveTo>
                  <a:pt x="58825" y="31673"/>
                </a:moveTo>
                <a:cubicBezTo>
                  <a:pt x="59419" y="34713"/>
                  <a:pt x="59956" y="37167"/>
                  <a:pt x="60436" y="39036"/>
                </a:cubicBezTo>
                <a:cubicBezTo>
                  <a:pt x="60916" y="40905"/>
                  <a:pt x="61540" y="42323"/>
                  <a:pt x="62306" y="43290"/>
                </a:cubicBezTo>
                <a:cubicBezTo>
                  <a:pt x="63073" y="44256"/>
                  <a:pt x="64052" y="44834"/>
                  <a:pt x="65243" y="45024"/>
                </a:cubicBezTo>
                <a:cubicBezTo>
                  <a:pt x="66435" y="45214"/>
                  <a:pt x="68032" y="45114"/>
                  <a:pt x="70033" y="44723"/>
                </a:cubicBezTo>
                <a:cubicBezTo>
                  <a:pt x="70329" y="44665"/>
                  <a:pt x="70603" y="44785"/>
                  <a:pt x="70853" y="45082"/>
                </a:cubicBezTo>
                <a:cubicBezTo>
                  <a:pt x="71104" y="45380"/>
                  <a:pt x="71273" y="45751"/>
                  <a:pt x="71360" y="46197"/>
                </a:cubicBezTo>
                <a:cubicBezTo>
                  <a:pt x="71432" y="46567"/>
                  <a:pt x="71431" y="46952"/>
                  <a:pt x="71355" y="47352"/>
                </a:cubicBezTo>
                <a:cubicBezTo>
                  <a:pt x="71279" y="47752"/>
                  <a:pt x="71056" y="47988"/>
                  <a:pt x="70685" y="48061"/>
                </a:cubicBezTo>
                <a:cubicBezTo>
                  <a:pt x="70092" y="48177"/>
                  <a:pt x="69595" y="48293"/>
                  <a:pt x="69194" y="48410"/>
                </a:cubicBezTo>
                <a:cubicBezTo>
                  <a:pt x="68794" y="48526"/>
                  <a:pt x="68393" y="48642"/>
                  <a:pt x="67992" y="48760"/>
                </a:cubicBezTo>
                <a:cubicBezTo>
                  <a:pt x="67592" y="48876"/>
                  <a:pt x="67158" y="49019"/>
                  <a:pt x="66691" y="49188"/>
                </a:cubicBezTo>
                <a:cubicBezTo>
                  <a:pt x="66223" y="49356"/>
                  <a:pt x="65626" y="49549"/>
                  <a:pt x="64900" y="49767"/>
                </a:cubicBezTo>
                <a:cubicBezTo>
                  <a:pt x="64320" y="49958"/>
                  <a:pt x="63515" y="50269"/>
                  <a:pt x="62484" y="50702"/>
                </a:cubicBezTo>
                <a:cubicBezTo>
                  <a:pt x="61452" y="51134"/>
                  <a:pt x="60402" y="51569"/>
                  <a:pt x="59333" y="52008"/>
                </a:cubicBezTo>
                <a:cubicBezTo>
                  <a:pt x="58265" y="52448"/>
                  <a:pt x="57263" y="52836"/>
                  <a:pt x="56328" y="53173"/>
                </a:cubicBezTo>
                <a:cubicBezTo>
                  <a:pt x="55393" y="53509"/>
                  <a:pt x="54778" y="53706"/>
                  <a:pt x="54481" y="53764"/>
                </a:cubicBezTo>
                <a:cubicBezTo>
                  <a:pt x="53146" y="54025"/>
                  <a:pt x="52073" y="52080"/>
                  <a:pt x="51262" y="47928"/>
                </a:cubicBezTo>
                <a:cubicBezTo>
                  <a:pt x="51234" y="47779"/>
                  <a:pt x="51141" y="47702"/>
                  <a:pt x="50986" y="47694"/>
                </a:cubicBezTo>
                <a:cubicBezTo>
                  <a:pt x="50831" y="47686"/>
                  <a:pt x="50693" y="47770"/>
                  <a:pt x="50574" y="47948"/>
                </a:cubicBezTo>
                <a:cubicBezTo>
                  <a:pt x="48294" y="50856"/>
                  <a:pt x="45854" y="53045"/>
                  <a:pt x="43254" y="54514"/>
                </a:cubicBezTo>
                <a:cubicBezTo>
                  <a:pt x="40656" y="55984"/>
                  <a:pt x="38059" y="56972"/>
                  <a:pt x="35464" y="57479"/>
                </a:cubicBezTo>
                <a:cubicBezTo>
                  <a:pt x="32053" y="58145"/>
                  <a:pt x="29152" y="58269"/>
                  <a:pt x="26761" y="57852"/>
                </a:cubicBezTo>
                <a:cubicBezTo>
                  <a:pt x="24371" y="57433"/>
                  <a:pt x="22386" y="56532"/>
                  <a:pt x="20807" y="55146"/>
                </a:cubicBezTo>
                <a:cubicBezTo>
                  <a:pt x="19228" y="53761"/>
                  <a:pt x="17944" y="51915"/>
                  <a:pt x="16954" y="49608"/>
                </a:cubicBezTo>
                <a:cubicBezTo>
                  <a:pt x="15964" y="47300"/>
                  <a:pt x="15172" y="44626"/>
                  <a:pt x="14579" y="41586"/>
                </a:cubicBezTo>
                <a:lnTo>
                  <a:pt x="12124" y="29018"/>
                </a:lnTo>
                <a:cubicBezTo>
                  <a:pt x="11501" y="25830"/>
                  <a:pt x="10942" y="23361"/>
                  <a:pt x="10446" y="21610"/>
                </a:cubicBezTo>
                <a:cubicBezTo>
                  <a:pt x="9950" y="19860"/>
                  <a:pt x="9356" y="18590"/>
                  <a:pt x="8663" y="17803"/>
                </a:cubicBezTo>
                <a:cubicBezTo>
                  <a:pt x="7971" y="17014"/>
                  <a:pt x="7077" y="16572"/>
                  <a:pt x="5980" y="16479"/>
                </a:cubicBezTo>
                <a:cubicBezTo>
                  <a:pt x="4885" y="16385"/>
                  <a:pt x="3426" y="16401"/>
                  <a:pt x="1603" y="16527"/>
                </a:cubicBezTo>
                <a:cubicBezTo>
                  <a:pt x="1232" y="16599"/>
                  <a:pt x="918" y="16468"/>
                  <a:pt x="660" y="16133"/>
                </a:cubicBezTo>
                <a:cubicBezTo>
                  <a:pt x="403" y="15798"/>
                  <a:pt x="219" y="15449"/>
                  <a:pt x="110" y="15087"/>
                </a:cubicBezTo>
                <a:cubicBezTo>
                  <a:pt x="0" y="14723"/>
                  <a:pt x="2" y="14337"/>
                  <a:pt x="115" y="13930"/>
                </a:cubicBezTo>
                <a:cubicBezTo>
                  <a:pt x="228" y="13523"/>
                  <a:pt x="507" y="13276"/>
                  <a:pt x="951" y="13189"/>
                </a:cubicBezTo>
                <a:cubicBezTo>
                  <a:pt x="1678" y="12971"/>
                  <a:pt x="2638" y="12668"/>
                  <a:pt x="3832" y="12281"/>
                </a:cubicBezTo>
                <a:cubicBezTo>
                  <a:pt x="5027" y="11894"/>
                  <a:pt x="6300" y="11414"/>
                  <a:pt x="7651" y="10843"/>
                </a:cubicBezTo>
                <a:cubicBezTo>
                  <a:pt x="9001" y="10270"/>
                  <a:pt x="10403" y="9669"/>
                  <a:pt x="11858" y="9040"/>
                </a:cubicBezTo>
                <a:cubicBezTo>
                  <a:pt x="13313" y="8409"/>
                  <a:pt x="14672" y="7778"/>
                  <a:pt x="15934" y="7146"/>
                </a:cubicBezTo>
                <a:cubicBezTo>
                  <a:pt x="16914" y="6647"/>
                  <a:pt x="17651" y="6676"/>
                  <a:pt x="18145" y="7234"/>
                </a:cubicBezTo>
                <a:cubicBezTo>
                  <a:pt x="18639" y="7791"/>
                  <a:pt x="18930" y="8293"/>
                  <a:pt x="19016" y="8737"/>
                </a:cubicBezTo>
                <a:lnTo>
                  <a:pt x="24186" y="35206"/>
                </a:lnTo>
                <a:cubicBezTo>
                  <a:pt x="24765" y="38171"/>
                  <a:pt x="25387" y="40667"/>
                  <a:pt x="26052" y="42692"/>
                </a:cubicBezTo>
                <a:cubicBezTo>
                  <a:pt x="26717" y="44717"/>
                  <a:pt x="27514" y="46332"/>
                  <a:pt x="28441" y="47537"/>
                </a:cubicBezTo>
                <a:cubicBezTo>
                  <a:pt x="29369" y="48740"/>
                  <a:pt x="30484" y="49523"/>
                  <a:pt x="31785" y="49886"/>
                </a:cubicBezTo>
                <a:cubicBezTo>
                  <a:pt x="33088" y="50247"/>
                  <a:pt x="34629" y="50253"/>
                  <a:pt x="36408" y="49906"/>
                </a:cubicBezTo>
                <a:cubicBezTo>
                  <a:pt x="38929" y="49413"/>
                  <a:pt x="41474" y="48455"/>
                  <a:pt x="44044" y="47030"/>
                </a:cubicBezTo>
                <a:cubicBezTo>
                  <a:pt x="46613" y="45604"/>
                  <a:pt x="48479" y="44123"/>
                  <a:pt x="49642" y="42587"/>
                </a:cubicBezTo>
                <a:cubicBezTo>
                  <a:pt x="49821" y="42321"/>
                  <a:pt x="49871" y="41888"/>
                  <a:pt x="49791" y="41288"/>
                </a:cubicBezTo>
                <a:cubicBezTo>
                  <a:pt x="49713" y="40688"/>
                  <a:pt x="49645" y="40240"/>
                  <a:pt x="49587" y="39943"/>
                </a:cubicBezTo>
                <a:lnTo>
                  <a:pt x="46155" y="22371"/>
                </a:lnTo>
                <a:cubicBezTo>
                  <a:pt x="45532" y="19183"/>
                  <a:pt x="45009" y="16707"/>
                  <a:pt x="44587" y="14942"/>
                </a:cubicBezTo>
                <a:cubicBezTo>
                  <a:pt x="44166" y="13177"/>
                  <a:pt x="43646" y="11893"/>
                  <a:pt x="43028" y="11091"/>
                </a:cubicBezTo>
                <a:cubicBezTo>
                  <a:pt x="42410" y="10287"/>
                  <a:pt x="41608" y="9828"/>
                  <a:pt x="40624" y="9712"/>
                </a:cubicBezTo>
                <a:cubicBezTo>
                  <a:pt x="39639" y="9597"/>
                  <a:pt x="38236" y="9602"/>
                  <a:pt x="36413" y="9728"/>
                </a:cubicBezTo>
                <a:cubicBezTo>
                  <a:pt x="36027" y="9726"/>
                  <a:pt x="35709" y="9576"/>
                  <a:pt x="35458" y="9278"/>
                </a:cubicBezTo>
                <a:cubicBezTo>
                  <a:pt x="35207" y="8981"/>
                  <a:pt x="35024" y="8632"/>
                  <a:pt x="34907" y="8232"/>
                </a:cubicBezTo>
                <a:cubicBezTo>
                  <a:pt x="34791" y="7831"/>
                  <a:pt x="34792" y="7445"/>
                  <a:pt x="34912" y="7075"/>
                </a:cubicBezTo>
                <a:cubicBezTo>
                  <a:pt x="35032" y="6705"/>
                  <a:pt x="35315" y="6477"/>
                  <a:pt x="35761" y="6390"/>
                </a:cubicBezTo>
                <a:cubicBezTo>
                  <a:pt x="38401" y="5720"/>
                  <a:pt x="40782" y="4909"/>
                  <a:pt x="42905" y="3957"/>
                </a:cubicBezTo>
                <a:cubicBezTo>
                  <a:pt x="45028" y="3003"/>
                  <a:pt x="47381" y="1851"/>
                  <a:pt x="49965" y="499"/>
                </a:cubicBezTo>
                <a:cubicBezTo>
                  <a:pt x="50945" y="0"/>
                  <a:pt x="51681" y="29"/>
                  <a:pt x="52176" y="587"/>
                </a:cubicBezTo>
                <a:cubicBezTo>
                  <a:pt x="52670" y="1145"/>
                  <a:pt x="52960" y="1646"/>
                  <a:pt x="53047" y="2090"/>
                </a:cubicBezTo>
                <a:lnTo>
                  <a:pt x="58825" y="316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Text s">
            <a:extLst xmlns:a="http://schemas.openxmlformats.org/drawingml/2006/main">
              <a:ext uri="{FF2B5EF4-FFF2-40B4-BE49-F238E27FC236}">
                <a16:creationId xmlns:a16="http://schemas.microsoft.com/office/drawing/2014/main" id="{ECF2D731-240E-4504-9621-4D24ADC5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620" y="4444408"/>
            <a:ext cx="43732" cy="58544"/>
          </a:xfrm>
          <a:custGeom xmlns:a="http://schemas.openxmlformats.org/drawingml/2006/main">
            <a:pathLst>
              <a:path w="43732" h="58544">
                <a:moveTo>
                  <a:pt x="33032" y="609"/>
                </a:moveTo>
                <a:cubicBezTo>
                  <a:pt x="32969" y="1468"/>
                  <a:pt x="32961" y="2509"/>
                  <a:pt x="33008" y="3732"/>
                </a:cubicBezTo>
                <a:cubicBezTo>
                  <a:pt x="33054" y="4954"/>
                  <a:pt x="33207" y="6232"/>
                  <a:pt x="33468" y="7567"/>
                </a:cubicBezTo>
                <a:cubicBezTo>
                  <a:pt x="33743" y="8976"/>
                  <a:pt x="34066" y="10433"/>
                  <a:pt x="34436" y="11939"/>
                </a:cubicBezTo>
                <a:cubicBezTo>
                  <a:pt x="34808" y="13444"/>
                  <a:pt x="35073" y="14604"/>
                  <a:pt x="35232" y="15420"/>
                </a:cubicBezTo>
                <a:cubicBezTo>
                  <a:pt x="35276" y="15642"/>
                  <a:pt x="35164" y="15857"/>
                  <a:pt x="34896" y="16063"/>
                </a:cubicBezTo>
                <a:cubicBezTo>
                  <a:pt x="34629" y="16269"/>
                  <a:pt x="34313" y="16427"/>
                  <a:pt x="33950" y="16537"/>
                </a:cubicBezTo>
                <a:cubicBezTo>
                  <a:pt x="33587" y="16645"/>
                  <a:pt x="33246" y="16673"/>
                  <a:pt x="32926" y="16620"/>
                </a:cubicBezTo>
                <a:cubicBezTo>
                  <a:pt x="32608" y="16567"/>
                  <a:pt x="32391" y="16437"/>
                  <a:pt x="32274" y="16228"/>
                </a:cubicBezTo>
                <a:cubicBezTo>
                  <a:pt x="30691" y="12459"/>
                  <a:pt x="28766" y="9698"/>
                  <a:pt x="26499" y="7947"/>
                </a:cubicBezTo>
                <a:cubicBezTo>
                  <a:pt x="24233" y="6196"/>
                  <a:pt x="21061" y="5718"/>
                  <a:pt x="16984" y="6515"/>
                </a:cubicBezTo>
                <a:cubicBezTo>
                  <a:pt x="14241" y="7050"/>
                  <a:pt x="12113" y="8178"/>
                  <a:pt x="10602" y="9898"/>
                </a:cubicBezTo>
                <a:cubicBezTo>
                  <a:pt x="9090" y="11617"/>
                  <a:pt x="8559" y="13626"/>
                  <a:pt x="9008" y="15924"/>
                </a:cubicBezTo>
                <a:cubicBezTo>
                  <a:pt x="9384" y="17851"/>
                  <a:pt x="10415" y="19189"/>
                  <a:pt x="12099" y="19938"/>
                </a:cubicBezTo>
                <a:cubicBezTo>
                  <a:pt x="13785" y="20686"/>
                  <a:pt x="15938" y="21266"/>
                  <a:pt x="18559" y="21678"/>
                </a:cubicBezTo>
                <a:cubicBezTo>
                  <a:pt x="19670" y="21846"/>
                  <a:pt x="21003" y="22067"/>
                  <a:pt x="22558" y="22342"/>
                </a:cubicBezTo>
                <a:cubicBezTo>
                  <a:pt x="24112" y="22615"/>
                  <a:pt x="25370" y="22849"/>
                  <a:pt x="26331" y="23046"/>
                </a:cubicBezTo>
                <a:cubicBezTo>
                  <a:pt x="28433" y="23559"/>
                  <a:pt x="30412" y="24135"/>
                  <a:pt x="32268" y="24774"/>
                </a:cubicBezTo>
                <a:cubicBezTo>
                  <a:pt x="34124" y="25412"/>
                  <a:pt x="35791" y="26260"/>
                  <a:pt x="37267" y="27319"/>
                </a:cubicBezTo>
                <a:cubicBezTo>
                  <a:pt x="38745" y="28376"/>
                  <a:pt x="39995" y="29652"/>
                  <a:pt x="41017" y="31146"/>
                </a:cubicBezTo>
                <a:cubicBezTo>
                  <a:pt x="42040" y="32639"/>
                  <a:pt x="42762" y="34461"/>
                  <a:pt x="43182" y="36612"/>
                </a:cubicBezTo>
                <a:cubicBezTo>
                  <a:pt x="43732" y="39429"/>
                  <a:pt x="43599" y="41899"/>
                  <a:pt x="42781" y="44021"/>
                </a:cubicBezTo>
                <a:cubicBezTo>
                  <a:pt x="41965" y="46143"/>
                  <a:pt x="40742" y="47960"/>
                  <a:pt x="39112" y="49471"/>
                </a:cubicBezTo>
                <a:cubicBezTo>
                  <a:pt x="37483" y="50982"/>
                  <a:pt x="35534" y="52229"/>
                  <a:pt x="33262" y="53210"/>
                </a:cubicBezTo>
                <a:cubicBezTo>
                  <a:pt x="30992" y="54193"/>
                  <a:pt x="28707" y="54909"/>
                  <a:pt x="26408" y="55358"/>
                </a:cubicBezTo>
                <a:cubicBezTo>
                  <a:pt x="24480" y="55734"/>
                  <a:pt x="22287" y="55932"/>
                  <a:pt x="19827" y="55951"/>
                </a:cubicBezTo>
                <a:cubicBezTo>
                  <a:pt x="17368" y="55969"/>
                  <a:pt x="15169" y="55745"/>
                  <a:pt x="13230" y="55277"/>
                </a:cubicBezTo>
                <a:cubicBezTo>
                  <a:pt x="12757" y="55215"/>
                  <a:pt x="12308" y="55380"/>
                  <a:pt x="11884" y="55770"/>
                </a:cubicBezTo>
                <a:cubicBezTo>
                  <a:pt x="11460" y="56161"/>
                  <a:pt x="11254" y="56779"/>
                  <a:pt x="11265" y="57623"/>
                </a:cubicBezTo>
                <a:cubicBezTo>
                  <a:pt x="11308" y="57846"/>
                  <a:pt x="11170" y="58027"/>
                  <a:pt x="10851" y="58166"/>
                </a:cubicBezTo>
                <a:cubicBezTo>
                  <a:pt x="10532" y="58305"/>
                  <a:pt x="10187" y="58412"/>
                  <a:pt x="9816" y="58484"/>
                </a:cubicBezTo>
                <a:cubicBezTo>
                  <a:pt x="9519" y="58542"/>
                  <a:pt x="9212" y="58544"/>
                  <a:pt x="8894" y="58490"/>
                </a:cubicBezTo>
                <a:cubicBezTo>
                  <a:pt x="8575" y="58437"/>
                  <a:pt x="8395" y="58299"/>
                  <a:pt x="8352" y="58078"/>
                </a:cubicBezTo>
                <a:cubicBezTo>
                  <a:pt x="8236" y="57484"/>
                  <a:pt x="8150" y="56654"/>
                  <a:pt x="8096" y="55587"/>
                </a:cubicBezTo>
                <a:cubicBezTo>
                  <a:pt x="8041" y="54520"/>
                  <a:pt x="7927" y="53541"/>
                  <a:pt x="7753" y="52652"/>
                </a:cubicBezTo>
                <a:cubicBezTo>
                  <a:pt x="7579" y="51762"/>
                  <a:pt x="7332" y="50790"/>
                  <a:pt x="7010" y="49737"/>
                </a:cubicBezTo>
                <a:cubicBezTo>
                  <a:pt x="6689" y="48684"/>
                  <a:pt x="6372" y="47650"/>
                  <a:pt x="6058" y="46634"/>
                </a:cubicBezTo>
                <a:cubicBezTo>
                  <a:pt x="5745" y="45617"/>
                  <a:pt x="5471" y="44708"/>
                  <a:pt x="5237" y="43907"/>
                </a:cubicBezTo>
                <a:cubicBezTo>
                  <a:pt x="5004" y="43106"/>
                  <a:pt x="4851" y="42520"/>
                  <a:pt x="4779" y="42149"/>
                </a:cubicBezTo>
                <a:cubicBezTo>
                  <a:pt x="4721" y="41852"/>
                  <a:pt x="4826" y="41601"/>
                  <a:pt x="5093" y="41395"/>
                </a:cubicBezTo>
                <a:cubicBezTo>
                  <a:pt x="5361" y="41189"/>
                  <a:pt x="5676" y="41032"/>
                  <a:pt x="6039" y="40923"/>
                </a:cubicBezTo>
                <a:cubicBezTo>
                  <a:pt x="6402" y="40813"/>
                  <a:pt x="6762" y="40781"/>
                  <a:pt x="7117" y="40827"/>
                </a:cubicBezTo>
                <a:cubicBezTo>
                  <a:pt x="7473" y="40873"/>
                  <a:pt x="7717" y="41036"/>
                  <a:pt x="7849" y="41318"/>
                </a:cubicBezTo>
                <a:cubicBezTo>
                  <a:pt x="8787" y="43368"/>
                  <a:pt x="9824" y="45128"/>
                  <a:pt x="10958" y="46600"/>
                </a:cubicBezTo>
                <a:cubicBezTo>
                  <a:pt x="12092" y="48071"/>
                  <a:pt x="13379" y="49244"/>
                  <a:pt x="14820" y="50118"/>
                </a:cubicBezTo>
                <a:cubicBezTo>
                  <a:pt x="16261" y="50991"/>
                  <a:pt x="17907" y="51536"/>
                  <a:pt x="19758" y="51752"/>
                </a:cubicBezTo>
                <a:cubicBezTo>
                  <a:pt x="21609" y="51967"/>
                  <a:pt x="23757" y="51836"/>
                  <a:pt x="26204" y="51358"/>
                </a:cubicBezTo>
                <a:cubicBezTo>
                  <a:pt x="28873" y="50837"/>
                  <a:pt x="30897" y="49672"/>
                  <a:pt x="32274" y="47863"/>
                </a:cubicBezTo>
                <a:cubicBezTo>
                  <a:pt x="33653" y="46054"/>
                  <a:pt x="34082" y="43815"/>
                  <a:pt x="33561" y="41146"/>
                </a:cubicBezTo>
                <a:cubicBezTo>
                  <a:pt x="33098" y="38774"/>
                  <a:pt x="31898" y="37065"/>
                  <a:pt x="29961" y="36020"/>
                </a:cubicBezTo>
                <a:cubicBezTo>
                  <a:pt x="28026" y="34973"/>
                  <a:pt x="25844" y="34148"/>
                  <a:pt x="23417" y="33544"/>
                </a:cubicBezTo>
                <a:cubicBezTo>
                  <a:pt x="22292" y="33302"/>
                  <a:pt x="21149" y="33064"/>
                  <a:pt x="19987" y="32829"/>
                </a:cubicBezTo>
                <a:cubicBezTo>
                  <a:pt x="18825" y="32594"/>
                  <a:pt x="17645" y="32363"/>
                  <a:pt x="16446" y="32136"/>
                </a:cubicBezTo>
                <a:cubicBezTo>
                  <a:pt x="14684" y="31787"/>
                  <a:pt x="12938" y="31417"/>
                  <a:pt x="11206" y="31024"/>
                </a:cubicBezTo>
                <a:cubicBezTo>
                  <a:pt x="9475" y="30631"/>
                  <a:pt x="7896" y="30034"/>
                  <a:pt x="6469" y="29235"/>
                </a:cubicBezTo>
                <a:cubicBezTo>
                  <a:pt x="5043" y="28435"/>
                  <a:pt x="3807" y="27329"/>
                  <a:pt x="2762" y="25917"/>
                </a:cubicBezTo>
                <a:cubicBezTo>
                  <a:pt x="1717" y="24505"/>
                  <a:pt x="970" y="22650"/>
                  <a:pt x="521" y="20351"/>
                </a:cubicBezTo>
                <a:cubicBezTo>
                  <a:pt x="0" y="17683"/>
                  <a:pt x="133" y="15309"/>
                  <a:pt x="919" y="13232"/>
                </a:cubicBezTo>
                <a:cubicBezTo>
                  <a:pt x="1706" y="11153"/>
                  <a:pt x="2895" y="9363"/>
                  <a:pt x="4487" y="7860"/>
                </a:cubicBezTo>
                <a:cubicBezTo>
                  <a:pt x="6079" y="6355"/>
                  <a:pt x="7937" y="5126"/>
                  <a:pt x="10060" y="4173"/>
                </a:cubicBezTo>
                <a:cubicBezTo>
                  <a:pt x="12183" y="3219"/>
                  <a:pt x="14320" y="2532"/>
                  <a:pt x="16470" y="2112"/>
                </a:cubicBezTo>
                <a:cubicBezTo>
                  <a:pt x="18545" y="1707"/>
                  <a:pt x="20428" y="1589"/>
                  <a:pt x="22116" y="1760"/>
                </a:cubicBezTo>
                <a:cubicBezTo>
                  <a:pt x="23804" y="1930"/>
                  <a:pt x="25735" y="2458"/>
                  <a:pt x="27909" y="3341"/>
                </a:cubicBezTo>
                <a:cubicBezTo>
                  <a:pt x="28234" y="3432"/>
                  <a:pt x="28620" y="3338"/>
                  <a:pt x="29066" y="3059"/>
                </a:cubicBezTo>
                <a:cubicBezTo>
                  <a:pt x="29511" y="2779"/>
                  <a:pt x="29781" y="2091"/>
                  <a:pt x="29875" y="995"/>
                </a:cubicBezTo>
                <a:cubicBezTo>
                  <a:pt x="29891" y="684"/>
                  <a:pt x="30077" y="455"/>
                  <a:pt x="30433" y="310"/>
                </a:cubicBezTo>
                <a:cubicBezTo>
                  <a:pt x="30790" y="163"/>
                  <a:pt x="31157" y="71"/>
                  <a:pt x="31535" y="36"/>
                </a:cubicBezTo>
                <a:cubicBezTo>
                  <a:pt x="31913" y="0"/>
                  <a:pt x="32265" y="28"/>
                  <a:pt x="32591" y="119"/>
                </a:cubicBezTo>
                <a:cubicBezTo>
                  <a:pt x="32916" y="209"/>
                  <a:pt x="33063" y="373"/>
                  <a:pt x="33032" y="6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Text e">
            <a:extLst xmlns:a="http://schemas.openxmlformats.org/drawingml/2006/main">
              <a:ext uri="{FF2B5EF4-FFF2-40B4-BE49-F238E27FC236}">
                <a16:creationId xmlns:a16="http://schemas.microsoft.com/office/drawing/2014/main" id="{9E634A6A-9F9B-4E6D-87F6-52D497C5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811" y="4435872"/>
            <a:ext cx="49236" cy="54604"/>
          </a:xfrm>
          <a:custGeom xmlns:a="http://schemas.openxmlformats.org/drawingml/2006/main">
            <a:pathLst>
              <a:path w="49236" h="54604">
                <a:moveTo>
                  <a:pt x="12552" y="26788"/>
                </a:moveTo>
                <a:cubicBezTo>
                  <a:pt x="12181" y="26861"/>
                  <a:pt x="12002" y="27031"/>
                  <a:pt x="12016" y="27298"/>
                </a:cubicBezTo>
                <a:cubicBezTo>
                  <a:pt x="12030" y="27564"/>
                  <a:pt x="12073" y="27883"/>
                  <a:pt x="12146" y="28254"/>
                </a:cubicBezTo>
                <a:cubicBezTo>
                  <a:pt x="12899" y="32109"/>
                  <a:pt x="13962" y="35288"/>
                  <a:pt x="15335" y="37791"/>
                </a:cubicBezTo>
                <a:cubicBezTo>
                  <a:pt x="16709" y="40293"/>
                  <a:pt x="18319" y="42230"/>
                  <a:pt x="20164" y="43602"/>
                </a:cubicBezTo>
                <a:cubicBezTo>
                  <a:pt x="22011" y="44972"/>
                  <a:pt x="24063" y="45822"/>
                  <a:pt x="26321" y="46152"/>
                </a:cubicBezTo>
                <a:cubicBezTo>
                  <a:pt x="28579" y="46480"/>
                  <a:pt x="30931" y="46405"/>
                  <a:pt x="33377" y="45927"/>
                </a:cubicBezTo>
                <a:cubicBezTo>
                  <a:pt x="35897" y="45435"/>
                  <a:pt x="38304" y="44754"/>
                  <a:pt x="40597" y="43883"/>
                </a:cubicBezTo>
                <a:cubicBezTo>
                  <a:pt x="42891" y="43011"/>
                  <a:pt x="44752" y="41704"/>
                  <a:pt x="46182" y="39963"/>
                </a:cubicBezTo>
                <a:cubicBezTo>
                  <a:pt x="46495" y="39594"/>
                  <a:pt x="46863" y="39407"/>
                  <a:pt x="47285" y="39402"/>
                </a:cubicBezTo>
                <a:cubicBezTo>
                  <a:pt x="47707" y="39396"/>
                  <a:pt x="48077" y="39516"/>
                  <a:pt x="48394" y="39761"/>
                </a:cubicBezTo>
                <a:cubicBezTo>
                  <a:pt x="48711" y="40007"/>
                  <a:pt x="48943" y="40309"/>
                  <a:pt x="49089" y="40665"/>
                </a:cubicBezTo>
                <a:cubicBezTo>
                  <a:pt x="49236" y="41022"/>
                  <a:pt x="49227" y="41370"/>
                  <a:pt x="49064" y="41709"/>
                </a:cubicBezTo>
                <a:cubicBezTo>
                  <a:pt x="47299" y="45286"/>
                  <a:pt x="45050" y="47958"/>
                  <a:pt x="42315" y="49724"/>
                </a:cubicBezTo>
                <a:cubicBezTo>
                  <a:pt x="39582" y="51488"/>
                  <a:pt x="36028" y="52798"/>
                  <a:pt x="31653" y="53653"/>
                </a:cubicBezTo>
                <a:cubicBezTo>
                  <a:pt x="27205" y="54521"/>
                  <a:pt x="23238" y="54604"/>
                  <a:pt x="19752" y="53900"/>
                </a:cubicBezTo>
                <a:cubicBezTo>
                  <a:pt x="16266" y="53195"/>
                  <a:pt x="13231" y="51844"/>
                  <a:pt x="10647" y="49847"/>
                </a:cubicBezTo>
                <a:cubicBezTo>
                  <a:pt x="8064" y="47850"/>
                  <a:pt x="5957" y="45337"/>
                  <a:pt x="4326" y="42309"/>
                </a:cubicBezTo>
                <a:cubicBezTo>
                  <a:pt x="2695" y="39279"/>
                  <a:pt x="1510" y="35873"/>
                  <a:pt x="771" y="32091"/>
                </a:cubicBezTo>
                <a:cubicBezTo>
                  <a:pt x="62" y="28458"/>
                  <a:pt x="0" y="24892"/>
                  <a:pt x="586" y="21391"/>
                </a:cubicBezTo>
                <a:cubicBezTo>
                  <a:pt x="1173" y="17890"/>
                  <a:pt x="2346" y="14735"/>
                  <a:pt x="4107" y="11929"/>
                </a:cubicBezTo>
                <a:cubicBezTo>
                  <a:pt x="5868" y="9122"/>
                  <a:pt x="8131" y="6717"/>
                  <a:pt x="10896" y="4715"/>
                </a:cubicBezTo>
                <a:cubicBezTo>
                  <a:pt x="13660" y="2712"/>
                  <a:pt x="16896" y="1348"/>
                  <a:pt x="20603" y="624"/>
                </a:cubicBezTo>
                <a:cubicBezTo>
                  <a:pt x="23717" y="16"/>
                  <a:pt x="26657" y="0"/>
                  <a:pt x="29425" y="576"/>
                </a:cubicBezTo>
                <a:cubicBezTo>
                  <a:pt x="32193" y="1151"/>
                  <a:pt x="34651" y="2210"/>
                  <a:pt x="36800" y="3753"/>
                </a:cubicBezTo>
                <a:cubicBezTo>
                  <a:pt x="38949" y="5296"/>
                  <a:pt x="40781" y="7286"/>
                  <a:pt x="42296" y="9723"/>
                </a:cubicBezTo>
                <a:cubicBezTo>
                  <a:pt x="43811" y="12159"/>
                  <a:pt x="44866" y="14897"/>
                  <a:pt x="45460" y="17936"/>
                </a:cubicBezTo>
                <a:cubicBezTo>
                  <a:pt x="45764" y="19493"/>
                  <a:pt x="45360" y="20380"/>
                  <a:pt x="44248" y="20597"/>
                </a:cubicBezTo>
                <a:lnTo>
                  <a:pt x="12552" y="26788"/>
                </a:lnTo>
                <a:moveTo>
                  <a:pt x="32143" y="18922"/>
                </a:moveTo>
                <a:cubicBezTo>
                  <a:pt x="33181" y="18719"/>
                  <a:pt x="33701" y="18233"/>
                  <a:pt x="33705" y="17463"/>
                </a:cubicBezTo>
                <a:cubicBezTo>
                  <a:pt x="33709" y="16692"/>
                  <a:pt x="33610" y="15787"/>
                  <a:pt x="33407" y="14748"/>
                </a:cubicBezTo>
                <a:cubicBezTo>
                  <a:pt x="33103" y="13192"/>
                  <a:pt x="32569" y="11737"/>
                  <a:pt x="31805" y="10386"/>
                </a:cubicBezTo>
                <a:cubicBezTo>
                  <a:pt x="31040" y="9034"/>
                  <a:pt x="30104" y="7889"/>
                  <a:pt x="28997" y="6951"/>
                </a:cubicBezTo>
                <a:cubicBezTo>
                  <a:pt x="27890" y="6013"/>
                  <a:pt x="26642" y="5333"/>
                  <a:pt x="25251" y="4911"/>
                </a:cubicBezTo>
                <a:cubicBezTo>
                  <a:pt x="23860" y="4490"/>
                  <a:pt x="22349" y="4439"/>
                  <a:pt x="20718" y="4757"/>
                </a:cubicBezTo>
                <a:cubicBezTo>
                  <a:pt x="18716" y="5148"/>
                  <a:pt x="17060" y="5838"/>
                  <a:pt x="15752" y="6825"/>
                </a:cubicBezTo>
                <a:cubicBezTo>
                  <a:pt x="14444" y="7812"/>
                  <a:pt x="13402" y="8978"/>
                  <a:pt x="12625" y="10323"/>
                </a:cubicBezTo>
                <a:cubicBezTo>
                  <a:pt x="11849" y="11667"/>
                  <a:pt x="11354" y="13168"/>
                  <a:pt x="11139" y="14827"/>
                </a:cubicBezTo>
                <a:cubicBezTo>
                  <a:pt x="10924" y="16485"/>
                  <a:pt x="10872" y="18189"/>
                  <a:pt x="10983" y="19937"/>
                </a:cubicBezTo>
                <a:cubicBezTo>
                  <a:pt x="11009" y="20856"/>
                  <a:pt x="11094" y="21590"/>
                  <a:pt x="11239" y="22140"/>
                </a:cubicBezTo>
                <a:cubicBezTo>
                  <a:pt x="11385" y="22688"/>
                  <a:pt x="11606" y="22933"/>
                  <a:pt x="11902" y="22875"/>
                </a:cubicBezTo>
                <a:lnTo>
                  <a:pt x="32143" y="189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DED21-DDBD-49CF-95EF-087E5917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28" y="3611141"/>
            <a:ext cx="192140" cy="192139"/>
          </a:xfrm>
          <a:custGeom xmlns:a="http://schemas.openxmlformats.org/drawingml/2006/main">
            <a:pathLst>
              <a:path w="192140" h="192139">
                <a:moveTo>
                  <a:pt x="0" y="0"/>
                </a:moveTo>
                <a:lnTo>
                  <a:pt x="192140" y="0"/>
                </a:lnTo>
                <a:lnTo>
                  <a:pt x="192140" y="192139"/>
                </a:lnTo>
                <a:lnTo>
                  <a:pt x="0" y="1921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3BC740-5C9D-4871-91C5-9D092EE1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28" y="3611141"/>
            <a:ext cx="192141" cy="192139"/>
          </a:xfrm>
          <a:custGeom xmlns:a="http://schemas.openxmlformats.org/drawingml/2006/main">
            <a:pathLst>
              <a:path w="192141" h="192139" fill="none">
                <a:moveTo>
                  <a:pt x="0" y="0"/>
                </a:moveTo>
                <a:lnTo>
                  <a:pt x="192141" y="0"/>
                </a:lnTo>
                <a:lnTo>
                  <a:pt x="192141" y="192139"/>
                </a:lnTo>
                <a:lnTo>
                  <a:pt x="0" y="1921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4E95D9"/>
            </a:solidFill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550E0-DB85-4BF9-8F93-2EF476EB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431" y="3640700"/>
            <a:ext cx="192138" cy="192141"/>
          </a:xfrm>
          <a:custGeom xmlns:a="http://schemas.openxmlformats.org/drawingml/2006/main">
            <a:pathLst>
              <a:path w="192138" h="192141">
                <a:moveTo>
                  <a:pt x="0" y="0"/>
                </a:moveTo>
                <a:lnTo>
                  <a:pt x="192138" y="0"/>
                </a:lnTo>
                <a:lnTo>
                  <a:pt x="192138" y="192141"/>
                </a:lnTo>
                <a:lnTo>
                  <a:pt x="0" y="1921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4B9DCE-A2A6-4506-B22A-1D39BDE4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430" y="3640700"/>
            <a:ext cx="192139" cy="192141"/>
          </a:xfrm>
          <a:custGeom xmlns:a="http://schemas.openxmlformats.org/drawingml/2006/main">
            <a:pathLst>
              <a:path w="192139" h="192141" fill="none">
                <a:moveTo>
                  <a:pt x="0" y="0"/>
                </a:moveTo>
                <a:lnTo>
                  <a:pt x="192139" y="0"/>
                </a:lnTo>
                <a:lnTo>
                  <a:pt x="192139" y="192141"/>
                </a:lnTo>
                <a:lnTo>
                  <a:pt x="0" y="19214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4E95D9"/>
            </a:solidFill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3D9A5-CFB6-4099-8DAC-1A7E7416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344" y="4108734"/>
            <a:ext cx="216773" cy="221698"/>
          </a:xfrm>
          <a:custGeom xmlns:a="http://schemas.openxmlformats.org/drawingml/2006/main">
            <a:pathLst>
              <a:path w="216773" h="221698">
                <a:moveTo>
                  <a:pt x="0" y="110849"/>
                </a:moveTo>
                <a:cubicBezTo>
                  <a:pt x="0" y="49629"/>
                  <a:pt x="48526" y="0"/>
                  <a:pt x="108387" y="0"/>
                </a:cubicBezTo>
                <a:cubicBezTo>
                  <a:pt x="168245" y="0"/>
                  <a:pt x="216773" y="49629"/>
                  <a:pt x="216773" y="110849"/>
                </a:cubicBezTo>
                <a:cubicBezTo>
                  <a:pt x="216773" y="172069"/>
                  <a:pt x="168245" y="221698"/>
                  <a:pt x="108387" y="221698"/>
                </a:cubicBezTo>
                <a:cubicBezTo>
                  <a:pt x="48526" y="221698"/>
                  <a:pt x="0" y="172069"/>
                  <a:pt x="0" y="110849"/>
                </a:cubicBezTo>
                <a:close/>
              </a:path>
            </a:pathLst>
          </a:custGeom>
          <a:solidFill xmlns:a="http://schemas.openxmlformats.org/drawingml/2006/main">
            <a:srgbClr val="F8C1B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CF672A-6E27-4F81-B289-303F34DE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344" y="4108734"/>
            <a:ext cx="216773" cy="221698"/>
          </a:xfrm>
          <a:custGeom xmlns:a="http://schemas.openxmlformats.org/drawingml/2006/main">
            <a:pathLst>
              <a:path w="216773" h="221698" fill="none">
                <a:moveTo>
                  <a:pt x="0" y="110849"/>
                </a:moveTo>
                <a:cubicBezTo>
                  <a:pt x="0" y="49629"/>
                  <a:pt x="48526" y="0"/>
                  <a:pt x="108387" y="0"/>
                </a:cubicBezTo>
                <a:cubicBezTo>
                  <a:pt x="168247" y="0"/>
                  <a:pt x="216773" y="49629"/>
                  <a:pt x="216773" y="110849"/>
                </a:cubicBezTo>
                <a:cubicBezTo>
                  <a:pt x="216773" y="172069"/>
                  <a:pt x="168247" y="221698"/>
                  <a:pt x="108387" y="221698"/>
                </a:cubicBezTo>
                <a:cubicBezTo>
                  <a:pt x="48526" y="221698"/>
                  <a:pt x="0" y="172069"/>
                  <a:pt x="0" y="11084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C04F15"/>
            </a:solidFill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3DC8B3-9286-420F-89DD-ADE6EDCE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449" y="4577177"/>
            <a:ext cx="249187" cy="249187"/>
          </a:xfrm>
          <a:custGeom xmlns:a="http://schemas.openxmlformats.org/drawingml/2006/main">
            <a:pathLst>
              <a:path w="249187" h="249187">
                <a:moveTo>
                  <a:pt x="27361" y="75052"/>
                </a:moveTo>
                <a:cubicBezTo>
                  <a:pt x="54722" y="21352"/>
                  <a:pt x="120435" y="0"/>
                  <a:pt x="174136" y="27361"/>
                </a:cubicBezTo>
                <a:cubicBezTo>
                  <a:pt x="227835" y="54723"/>
                  <a:pt x="249187" y="120436"/>
                  <a:pt x="221827" y="174136"/>
                </a:cubicBezTo>
                <a:cubicBezTo>
                  <a:pt x="194463" y="227835"/>
                  <a:pt x="128752" y="249187"/>
                  <a:pt x="75051" y="221826"/>
                </a:cubicBezTo>
                <a:cubicBezTo>
                  <a:pt x="21352" y="194464"/>
                  <a:pt x="0" y="128751"/>
                  <a:pt x="27361" y="75052"/>
                </a:cubicBezTo>
                <a:close/>
              </a:path>
            </a:pathLst>
          </a:custGeom>
          <a:solidFill xmlns:a="http://schemas.openxmlformats.org/drawingml/2006/main">
            <a:srgbClr val="BCA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E2865-71A4-4BD3-B1EA-527C1DE4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448" y="4577178"/>
            <a:ext cx="249187" cy="249187"/>
          </a:xfrm>
          <a:custGeom xmlns:a="http://schemas.openxmlformats.org/drawingml/2006/main">
            <a:pathLst>
              <a:path w="249187" h="249187" fill="none">
                <a:moveTo>
                  <a:pt x="27361" y="75051"/>
                </a:moveTo>
                <a:cubicBezTo>
                  <a:pt x="54723" y="21352"/>
                  <a:pt x="120436" y="0"/>
                  <a:pt x="174136" y="27361"/>
                </a:cubicBezTo>
                <a:cubicBezTo>
                  <a:pt x="227835" y="54723"/>
                  <a:pt x="249187" y="120436"/>
                  <a:pt x="221826" y="174136"/>
                </a:cubicBezTo>
                <a:cubicBezTo>
                  <a:pt x="194464" y="227835"/>
                  <a:pt x="128751" y="249187"/>
                  <a:pt x="75051" y="221826"/>
                </a:cubicBezTo>
                <a:cubicBezTo>
                  <a:pt x="21352" y="194464"/>
                  <a:pt x="0" y="128751"/>
                  <a:pt x="27361" y="7505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8206E"/>
            </a:solidFill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EC540-2D51-4D85-AD51-EB22FEA5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391" y="4398634"/>
            <a:ext cx="235253" cy="235252"/>
          </a:xfrm>
          <a:custGeom xmlns:a="http://schemas.openxmlformats.org/drawingml/2006/main">
            <a:pathLst>
              <a:path w="235253" h="235252">
                <a:moveTo>
                  <a:pt x="10019" y="99486"/>
                </a:moveTo>
                <a:cubicBezTo>
                  <a:pt x="20038" y="40056"/>
                  <a:pt x="76336" y="0"/>
                  <a:pt x="135768" y="10018"/>
                </a:cubicBezTo>
                <a:cubicBezTo>
                  <a:pt x="195197" y="20036"/>
                  <a:pt x="235253" y="76335"/>
                  <a:pt x="225236" y="135766"/>
                </a:cubicBezTo>
                <a:cubicBezTo>
                  <a:pt x="215217" y="195196"/>
                  <a:pt x="158917" y="235252"/>
                  <a:pt x="99488" y="225234"/>
                </a:cubicBezTo>
                <a:cubicBezTo>
                  <a:pt x="40058" y="215216"/>
                  <a:pt x="0" y="158917"/>
                  <a:pt x="10019" y="99486"/>
                </a:cubicBez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9E097F-3250-4CFC-A107-A3E63AE2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391" y="4398634"/>
            <a:ext cx="235252" cy="235252"/>
          </a:xfrm>
          <a:custGeom xmlns:a="http://schemas.openxmlformats.org/drawingml/2006/main">
            <a:pathLst>
              <a:path w="235252" h="235252" fill="none">
                <a:moveTo>
                  <a:pt x="10018" y="99487"/>
                </a:moveTo>
                <a:cubicBezTo>
                  <a:pt x="20037" y="40056"/>
                  <a:pt x="76336" y="0"/>
                  <a:pt x="135766" y="10018"/>
                </a:cubicBezTo>
                <a:cubicBezTo>
                  <a:pt x="195196" y="20037"/>
                  <a:pt x="235252" y="76336"/>
                  <a:pt x="225234" y="135766"/>
                </a:cubicBezTo>
                <a:cubicBezTo>
                  <a:pt x="215216" y="195196"/>
                  <a:pt x="158917" y="235252"/>
                  <a:pt x="99487" y="225234"/>
                </a:cubicBezTo>
                <a:cubicBezTo>
                  <a:pt x="40056" y="215216"/>
                  <a:pt x="0" y="158917"/>
                  <a:pt x="10018" y="994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C04F15"/>
            </a:solidFill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5C2A39-A03A-4E6E-A400-85A6C403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23" y="4172779"/>
            <a:ext cx="216773" cy="216773"/>
          </a:xfrm>
          <a:custGeom xmlns:a="http://schemas.openxmlformats.org/drawingml/2006/main">
            <a:pathLst>
              <a:path w="216773" h="216773">
                <a:moveTo>
                  <a:pt x="0" y="108387"/>
                </a:moveTo>
                <a:cubicBezTo>
                  <a:pt x="0" y="48526"/>
                  <a:pt x="48526" y="0"/>
                  <a:pt x="108387" y="0"/>
                </a:cubicBezTo>
                <a:cubicBezTo>
                  <a:pt x="168245" y="0"/>
                  <a:pt x="216773" y="48526"/>
                  <a:pt x="216773" y="108387"/>
                </a:cubicBezTo>
                <a:cubicBezTo>
                  <a:pt x="216773" y="168247"/>
                  <a:pt x="168245" y="216773"/>
                  <a:pt x="108387" y="216773"/>
                </a:cubicBezTo>
                <a:cubicBezTo>
                  <a:pt x="48526" y="216773"/>
                  <a:pt x="0" y="168247"/>
                  <a:pt x="0" y="108387"/>
                </a:cubicBez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6E367A-2960-4E76-85C2-169570A3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23" y="4172778"/>
            <a:ext cx="216773" cy="216773"/>
          </a:xfrm>
          <a:custGeom xmlns:a="http://schemas.openxmlformats.org/drawingml/2006/main">
            <a:pathLst>
              <a:path w="216773" h="216773" fill="none">
                <a:moveTo>
                  <a:pt x="0" y="108387"/>
                </a:moveTo>
                <a:cubicBezTo>
                  <a:pt x="0" y="48526"/>
                  <a:pt x="48526" y="0"/>
                  <a:pt x="108387" y="0"/>
                </a:cubicBezTo>
                <a:cubicBezTo>
                  <a:pt x="168247" y="0"/>
                  <a:pt x="216773" y="48526"/>
                  <a:pt x="216773" y="108387"/>
                </a:cubicBezTo>
                <a:cubicBezTo>
                  <a:pt x="216773" y="168247"/>
                  <a:pt x="168247" y="216773"/>
                  <a:pt x="108387" y="216773"/>
                </a:cubicBezTo>
                <a:cubicBezTo>
                  <a:pt x="48526" y="216773"/>
                  <a:pt x="0" y="168247"/>
                  <a:pt x="0" y="1083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3B7D23"/>
            </a:solidFill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0F6F2-08C6-4C20-9578-6FED3656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994" y="4098880"/>
            <a:ext cx="192142" cy="192139"/>
          </a:xfrm>
          <a:custGeom xmlns:a="http://schemas.openxmlformats.org/drawingml/2006/main">
            <a:pathLst>
              <a:path w="192142" h="192139">
                <a:moveTo>
                  <a:pt x="0" y="0"/>
                </a:moveTo>
                <a:lnTo>
                  <a:pt x="192142" y="0"/>
                </a:lnTo>
                <a:lnTo>
                  <a:pt x="192142" y="192139"/>
                </a:lnTo>
                <a:lnTo>
                  <a:pt x="0" y="1921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36402C-C199-46F3-963A-502C7978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993" y="4098880"/>
            <a:ext cx="192141" cy="192139"/>
          </a:xfrm>
          <a:custGeom xmlns:a="http://schemas.openxmlformats.org/drawingml/2006/main">
            <a:pathLst>
              <a:path w="192141" h="192139" fill="none">
                <a:moveTo>
                  <a:pt x="0" y="0"/>
                </a:moveTo>
                <a:lnTo>
                  <a:pt x="192141" y="0"/>
                </a:lnTo>
                <a:lnTo>
                  <a:pt x="192141" y="192139"/>
                </a:lnTo>
                <a:lnTo>
                  <a:pt x="0" y="1921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4E95D9"/>
            </a:solidFill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8735EB-2EF1-42E5-8851-6AC2B6B8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253" y="3276128"/>
            <a:ext cx="152726" cy="837531"/>
          </a:xfrm>
          <a:custGeom xmlns:a="http://schemas.openxmlformats.org/drawingml/2006/main">
            <a:pathLst>
              <a:path w="152726" h="837531" fill="none">
                <a:moveTo>
                  <a:pt x="141594" y="0"/>
                </a:moveTo>
                <a:cubicBezTo>
                  <a:pt x="147742" y="0"/>
                  <a:pt x="152726" y="4984"/>
                  <a:pt x="152726" y="11132"/>
                </a:cubicBezTo>
                <a:lnTo>
                  <a:pt x="152726" y="826399"/>
                </a:lnTo>
                <a:cubicBezTo>
                  <a:pt x="152726" y="832547"/>
                  <a:pt x="147742" y="837531"/>
                  <a:pt x="141594" y="837531"/>
                </a:cubicBezTo>
                <a:lnTo>
                  <a:pt x="11132" y="837531"/>
                </a:lnTo>
                <a:cubicBezTo>
                  <a:pt x="4984" y="837531"/>
                  <a:pt x="0" y="832547"/>
                  <a:pt x="0" y="826399"/>
                </a:cubicBezTo>
                <a:lnTo>
                  <a:pt x="0" y="11132"/>
                </a:lnTo>
                <a:cubicBezTo>
                  <a:pt x="0" y="4984"/>
                  <a:pt x="4984" y="0"/>
                  <a:pt x="11132" y="0"/>
                </a:cubicBezTo>
                <a:lnTo>
                  <a:pt x="14159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pic>
        <p:nvPicPr>
          <p:cNvPr id="10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506b5f8274e93"/>
          <a:stretch xmlns:a="http://schemas.openxmlformats.org/drawingml/2006/main"/>
        </p:blipFill>
        <p:spPr>
          <a:xfrm xmlns:a="http://schemas.openxmlformats.org/drawingml/2006/main">
            <a:off x="7258419" y="3388619"/>
            <a:ext cx="107472" cy="25454"/>
          </a:xfrm>
          <a:prstGeom xmlns:a="http://schemas.openxmlformats.org/drawingml/2006/main" prst="rect">
            <a:avLst/>
          </a:prstGeom>
        </p:spPr>
      </p:pic>
      <p:pic>
        <p:nvPicPr>
          <p:cNvPr id="10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62d458fc4449a"/>
          <a:stretch xmlns:a="http://schemas.openxmlformats.org/drawingml/2006/main"/>
        </p:blipFill>
        <p:spPr>
          <a:xfrm xmlns:a="http://schemas.openxmlformats.org/drawingml/2006/main">
            <a:off x="7257962" y="3305795"/>
            <a:ext cx="108387" cy="82716"/>
          </a:xfrm>
          <a:prstGeom xmlns:a="http://schemas.openxmlformats.org/drawingml/2006/main" prst="rect">
            <a:avLst/>
          </a:prstGeom>
        </p:spPr>
      </p:pic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753736-7250-4426-BEAA-33DF3863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7962" y="3305687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108387" y="0"/>
                </a:move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lnTo>
                  <a:pt x="10838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pic>
        <p:nvPicPr>
          <p:cNvPr id="10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40aff12044f7e"/>
          <a:stretch xmlns:a="http://schemas.openxmlformats.org/drawingml/2006/main"/>
        </p:blipFill>
        <p:spPr>
          <a:xfrm xmlns:a="http://schemas.openxmlformats.org/drawingml/2006/main">
            <a:off x="7258331" y="3438706"/>
            <a:ext cx="107648" cy="113313"/>
          </a:xfrm>
          <a:prstGeom xmlns:a="http://schemas.openxmlformats.org/drawingml/2006/main" prst="rect">
            <a:avLst/>
          </a:prstGeom>
        </p:spPr>
      </p:pic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96EF83-DE58-4ABC-AE95-9806CD01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7962" y="3438706"/>
            <a:ext cx="108387" cy="113313"/>
          </a:xfrm>
          <a:custGeom xmlns:a="http://schemas.openxmlformats.org/drawingml/2006/main">
            <a:pathLst>
              <a:path w="108387" h="113313" fill="none">
                <a:moveTo>
                  <a:pt x="108387" y="0"/>
                </a:moveTo>
                <a:lnTo>
                  <a:pt x="108387" y="113313"/>
                </a:lnTo>
                <a:lnTo>
                  <a:pt x="0" y="113313"/>
                </a:lnTo>
                <a:lnTo>
                  <a:pt x="0" y="0"/>
                </a:lnTo>
                <a:lnTo>
                  <a:pt x="10838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pic>
        <p:nvPicPr>
          <p:cNvPr id="10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2f07bfb604705"/>
          <a:stretch xmlns:a="http://schemas.openxmlformats.org/drawingml/2006/main"/>
        </p:blipFill>
        <p:spPr>
          <a:xfrm xmlns:a="http://schemas.openxmlformats.org/drawingml/2006/main">
            <a:off x="7257962" y="3576653"/>
            <a:ext cx="108387" cy="108387"/>
          </a:xfrm>
          <a:prstGeom xmlns:a="http://schemas.openxmlformats.org/drawingml/2006/main" prst="rect">
            <a:avLst/>
          </a:prstGeom>
        </p:spPr>
      </p:pic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569F2-D0C1-4ECD-AF7D-EC0F6794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7962" y="3576653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108387" y="0"/>
                </a:move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lnTo>
                  <a:pt x="10838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pic>
        <p:nvPicPr>
          <p:cNvPr id="10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fa492cbf640ee"/>
          <a:stretch xmlns:a="http://schemas.openxmlformats.org/drawingml/2006/main"/>
        </p:blipFill>
        <p:spPr>
          <a:xfrm xmlns:a="http://schemas.openxmlformats.org/drawingml/2006/main">
            <a:off x="7258752" y="3749908"/>
            <a:ext cx="106806" cy="73078"/>
          </a:xfrm>
          <a:prstGeom xmlns:a="http://schemas.openxmlformats.org/drawingml/2006/main" prst="rect">
            <a:avLst/>
          </a:prstGeom>
        </p:spPr>
      </p:pic>
      <p:pic>
        <p:nvPicPr>
          <p:cNvPr id="10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82a8f3b0742d4"/>
          <a:stretch xmlns:a="http://schemas.openxmlformats.org/drawingml/2006/main"/>
        </p:blipFill>
        <p:spPr>
          <a:xfrm xmlns:a="http://schemas.openxmlformats.org/drawingml/2006/main">
            <a:off x="7257962" y="3709824"/>
            <a:ext cx="108387" cy="39932"/>
          </a:xfrm>
          <a:prstGeom xmlns:a="http://schemas.openxmlformats.org/drawingml/2006/main" prst="rect">
            <a:avLst/>
          </a:prstGeom>
        </p:spPr>
      </p:pic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C99EA8-9CED-4860-8044-DBD7EFA3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7962" y="3709673"/>
            <a:ext cx="108387" cy="113313"/>
          </a:xfrm>
          <a:custGeom xmlns:a="http://schemas.openxmlformats.org/drawingml/2006/main">
            <a:pathLst>
              <a:path w="108387" h="113313" fill="none">
                <a:moveTo>
                  <a:pt x="108387" y="0"/>
                </a:moveTo>
                <a:lnTo>
                  <a:pt x="108387" y="113313"/>
                </a:lnTo>
                <a:lnTo>
                  <a:pt x="0" y="113313"/>
                </a:lnTo>
                <a:lnTo>
                  <a:pt x="0" y="0"/>
                </a:lnTo>
                <a:lnTo>
                  <a:pt x="10838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pic>
        <p:nvPicPr>
          <p:cNvPr id="10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110de7e954f05"/>
          <a:stretch xmlns:a="http://schemas.openxmlformats.org/drawingml/2006/main"/>
        </p:blipFill>
        <p:spPr>
          <a:xfrm xmlns:a="http://schemas.openxmlformats.org/drawingml/2006/main">
            <a:off x="7258420" y="3930552"/>
            <a:ext cx="107471" cy="25454"/>
          </a:xfrm>
          <a:prstGeom xmlns:a="http://schemas.openxmlformats.org/drawingml/2006/main" prst="rect">
            <a:avLst/>
          </a:prstGeom>
        </p:spPr>
      </p:pic>
      <p:pic>
        <p:nvPicPr>
          <p:cNvPr id="10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933cc59b54265"/>
          <a:stretch xmlns:a="http://schemas.openxmlformats.org/drawingml/2006/main"/>
        </p:blipFill>
        <p:spPr>
          <a:xfrm xmlns:a="http://schemas.openxmlformats.org/drawingml/2006/main">
            <a:off x="7257962" y="3847727"/>
            <a:ext cx="108387" cy="82716"/>
          </a:xfrm>
          <a:prstGeom xmlns:a="http://schemas.openxmlformats.org/drawingml/2006/main" prst="rect">
            <a:avLst/>
          </a:prstGeom>
        </p:spPr>
      </p:pic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FE584-6F53-4778-B920-16D8A894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7962" y="3847619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108387" y="0"/>
                </a:move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lnTo>
                  <a:pt x="10838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pic>
        <p:nvPicPr>
          <p:cNvPr id="10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2d7ce20e2464d"/>
          <a:stretch xmlns:a="http://schemas.openxmlformats.org/drawingml/2006/main"/>
        </p:blipFill>
        <p:spPr>
          <a:xfrm xmlns:a="http://schemas.openxmlformats.org/drawingml/2006/main">
            <a:off x="7257962" y="3985566"/>
            <a:ext cx="108387" cy="108387"/>
          </a:xfrm>
          <a:prstGeom xmlns:a="http://schemas.openxmlformats.org/drawingml/2006/main" prst="rect">
            <a:avLst/>
          </a:prstGeom>
        </p:spPr>
      </p:pic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208C86-C59B-4BB4-AC7C-7B1F37E4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7962" y="3985566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108387" y="0"/>
                </a:moveTo>
                <a:lnTo>
                  <a:pt x="108387" y="108387"/>
                </a:lnTo>
                <a:lnTo>
                  <a:pt x="0" y="108387"/>
                </a:lnTo>
                <a:lnTo>
                  <a:pt x="0" y="0"/>
                </a:lnTo>
                <a:lnTo>
                  <a:pt x="10838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3B81B-A99F-47A5-8A8D-943DA98A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45" y="3354746"/>
            <a:ext cx="722288" cy="262121"/>
          </a:xfrm>
          <a:custGeom xmlns:a="http://schemas.openxmlformats.org/drawingml/2006/main">
            <a:pathLst>
              <a:path w="722288" h="262121">
                <a:moveTo>
                  <a:pt x="346433" y="127467"/>
                </a:moveTo>
                <a:lnTo>
                  <a:pt x="325058" y="134751"/>
                </a:lnTo>
                <a:lnTo>
                  <a:pt x="326880" y="140095"/>
                </a:lnTo>
                <a:lnTo>
                  <a:pt x="348253" y="132811"/>
                </a:lnTo>
                <a:lnTo>
                  <a:pt x="346433" y="127467"/>
                </a:lnTo>
                <a:close/>
                <a:moveTo>
                  <a:pt x="309028" y="140214"/>
                </a:moveTo>
                <a:lnTo>
                  <a:pt x="287656" y="147498"/>
                </a:lnTo>
                <a:lnTo>
                  <a:pt x="289476" y="152841"/>
                </a:lnTo>
                <a:lnTo>
                  <a:pt x="310848" y="145557"/>
                </a:lnTo>
                <a:lnTo>
                  <a:pt x="309028" y="140214"/>
                </a:lnTo>
                <a:close/>
                <a:moveTo>
                  <a:pt x="271626" y="152961"/>
                </a:moveTo>
                <a:lnTo>
                  <a:pt x="250251" y="160245"/>
                </a:lnTo>
                <a:lnTo>
                  <a:pt x="252073" y="165588"/>
                </a:lnTo>
                <a:lnTo>
                  <a:pt x="273446" y="158304"/>
                </a:lnTo>
                <a:lnTo>
                  <a:pt x="271626" y="152961"/>
                </a:lnTo>
                <a:close/>
                <a:moveTo>
                  <a:pt x="212849" y="172991"/>
                </a:moveTo>
                <a:lnTo>
                  <a:pt x="214669" y="178335"/>
                </a:lnTo>
                <a:lnTo>
                  <a:pt x="236041" y="171051"/>
                </a:lnTo>
                <a:lnTo>
                  <a:pt x="234221" y="165708"/>
                </a:lnTo>
                <a:lnTo>
                  <a:pt x="212849" y="172991"/>
                </a:lnTo>
                <a:close/>
                <a:moveTo>
                  <a:pt x="175444" y="185738"/>
                </a:moveTo>
                <a:lnTo>
                  <a:pt x="177264" y="191082"/>
                </a:lnTo>
                <a:lnTo>
                  <a:pt x="198639" y="183798"/>
                </a:lnTo>
                <a:lnTo>
                  <a:pt x="196816" y="178454"/>
                </a:lnTo>
                <a:lnTo>
                  <a:pt x="175444" y="185738"/>
                </a:lnTo>
                <a:close/>
                <a:moveTo>
                  <a:pt x="159414" y="191201"/>
                </a:moveTo>
                <a:lnTo>
                  <a:pt x="138039" y="198485"/>
                </a:lnTo>
                <a:lnTo>
                  <a:pt x="139861" y="203828"/>
                </a:lnTo>
                <a:lnTo>
                  <a:pt x="161234" y="196544"/>
                </a:lnTo>
                <a:lnTo>
                  <a:pt x="159414" y="191201"/>
                </a:lnTo>
                <a:close/>
                <a:moveTo>
                  <a:pt x="122009" y="203948"/>
                </a:moveTo>
                <a:lnTo>
                  <a:pt x="100637" y="211232"/>
                </a:lnTo>
                <a:lnTo>
                  <a:pt x="102457" y="216575"/>
                </a:lnTo>
                <a:lnTo>
                  <a:pt x="123832" y="209291"/>
                </a:lnTo>
                <a:lnTo>
                  <a:pt x="122009" y="203948"/>
                </a:lnTo>
                <a:close/>
                <a:moveTo>
                  <a:pt x="70925" y="176627"/>
                </a:moveTo>
                <a:lnTo>
                  <a:pt x="0" y="248510"/>
                </a:lnTo>
                <a:lnTo>
                  <a:pt x="100061" y="262121"/>
                </a:lnTo>
                <a:lnTo>
                  <a:pt x="46329" y="235703"/>
                </a:lnTo>
                <a:lnTo>
                  <a:pt x="49025" y="234785"/>
                </a:lnTo>
                <a:lnTo>
                  <a:pt x="47202" y="229441"/>
                </a:lnTo>
                <a:lnTo>
                  <a:pt x="44508" y="230360"/>
                </a:lnTo>
                <a:lnTo>
                  <a:pt x="70925" y="176627"/>
                </a:lnTo>
                <a:close/>
                <a:moveTo>
                  <a:pt x="63232" y="223978"/>
                </a:moveTo>
                <a:lnTo>
                  <a:pt x="65054" y="229322"/>
                </a:lnTo>
                <a:lnTo>
                  <a:pt x="86427" y="222038"/>
                </a:lnTo>
                <a:lnTo>
                  <a:pt x="84607" y="216694"/>
                </a:lnTo>
                <a:lnTo>
                  <a:pt x="63232" y="223978"/>
                </a:lnTo>
                <a:close/>
                <a:moveTo>
                  <a:pt x="720468" y="0"/>
                </a:moveTo>
                <a:lnTo>
                  <a:pt x="699095" y="7284"/>
                </a:lnTo>
                <a:lnTo>
                  <a:pt x="700915" y="12627"/>
                </a:lnTo>
                <a:lnTo>
                  <a:pt x="722288" y="5343"/>
                </a:lnTo>
                <a:lnTo>
                  <a:pt x="720468" y="0"/>
                </a:lnTo>
                <a:close/>
                <a:moveTo>
                  <a:pt x="683063" y="12747"/>
                </a:moveTo>
                <a:lnTo>
                  <a:pt x="661691" y="20031"/>
                </a:lnTo>
                <a:lnTo>
                  <a:pt x="663511" y="25374"/>
                </a:lnTo>
                <a:lnTo>
                  <a:pt x="684885" y="18090"/>
                </a:lnTo>
                <a:lnTo>
                  <a:pt x="683063" y="12747"/>
                </a:lnTo>
                <a:close/>
                <a:moveTo>
                  <a:pt x="624286" y="32777"/>
                </a:moveTo>
                <a:lnTo>
                  <a:pt x="626108" y="38121"/>
                </a:lnTo>
                <a:lnTo>
                  <a:pt x="647481" y="30837"/>
                </a:lnTo>
                <a:lnTo>
                  <a:pt x="645661" y="25494"/>
                </a:lnTo>
                <a:lnTo>
                  <a:pt x="624286" y="32777"/>
                </a:lnTo>
                <a:close/>
                <a:moveTo>
                  <a:pt x="586884" y="45524"/>
                </a:moveTo>
                <a:lnTo>
                  <a:pt x="588704" y="50868"/>
                </a:lnTo>
                <a:lnTo>
                  <a:pt x="610078" y="43584"/>
                </a:lnTo>
                <a:lnTo>
                  <a:pt x="608256" y="38240"/>
                </a:lnTo>
                <a:lnTo>
                  <a:pt x="586884" y="45524"/>
                </a:lnTo>
                <a:close/>
                <a:moveTo>
                  <a:pt x="570854" y="50987"/>
                </a:moveTo>
                <a:lnTo>
                  <a:pt x="549479" y="58271"/>
                </a:lnTo>
                <a:lnTo>
                  <a:pt x="551301" y="63614"/>
                </a:lnTo>
                <a:lnTo>
                  <a:pt x="572674" y="56330"/>
                </a:lnTo>
                <a:lnTo>
                  <a:pt x="570854" y="50987"/>
                </a:lnTo>
                <a:close/>
                <a:moveTo>
                  <a:pt x="512077" y="71018"/>
                </a:moveTo>
                <a:lnTo>
                  <a:pt x="513897" y="76361"/>
                </a:lnTo>
                <a:lnTo>
                  <a:pt x="535271" y="69077"/>
                </a:lnTo>
                <a:lnTo>
                  <a:pt x="533449" y="63734"/>
                </a:lnTo>
                <a:lnTo>
                  <a:pt x="512077" y="71018"/>
                </a:lnTo>
                <a:close/>
                <a:moveTo>
                  <a:pt x="474672" y="83764"/>
                </a:moveTo>
                <a:lnTo>
                  <a:pt x="476494" y="89108"/>
                </a:lnTo>
                <a:lnTo>
                  <a:pt x="497867" y="81824"/>
                </a:lnTo>
                <a:lnTo>
                  <a:pt x="496047" y="76480"/>
                </a:lnTo>
                <a:lnTo>
                  <a:pt x="474672" y="83764"/>
                </a:lnTo>
                <a:close/>
                <a:moveTo>
                  <a:pt x="458642" y="89227"/>
                </a:moveTo>
                <a:lnTo>
                  <a:pt x="437270" y="96511"/>
                </a:lnTo>
                <a:lnTo>
                  <a:pt x="439090" y="101854"/>
                </a:lnTo>
                <a:lnTo>
                  <a:pt x="460464" y="94571"/>
                </a:lnTo>
                <a:lnTo>
                  <a:pt x="458642" y="89227"/>
                </a:lnTo>
                <a:close/>
                <a:moveTo>
                  <a:pt x="399865" y="109258"/>
                </a:moveTo>
                <a:lnTo>
                  <a:pt x="401687" y="114601"/>
                </a:lnTo>
                <a:lnTo>
                  <a:pt x="423060" y="107317"/>
                </a:lnTo>
                <a:lnTo>
                  <a:pt x="421240" y="101974"/>
                </a:lnTo>
                <a:lnTo>
                  <a:pt x="399865" y="109258"/>
                </a:lnTo>
                <a:close/>
                <a:moveTo>
                  <a:pt x="362463" y="122005"/>
                </a:moveTo>
                <a:lnTo>
                  <a:pt x="364283" y="127348"/>
                </a:lnTo>
                <a:lnTo>
                  <a:pt x="385657" y="120064"/>
                </a:lnTo>
                <a:lnTo>
                  <a:pt x="383835" y="114721"/>
                </a:lnTo>
                <a:lnTo>
                  <a:pt x="362463" y="122005"/>
                </a:lnTo>
                <a:close/>
              </a:path>
            </a:pathLst>
          </a:custGeom>
          <a:solidFill xmlns:a="http://schemas.openxmlformats.org/drawingml/2006/main">
            <a:srgbClr val="0B76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4B7DD-DB95-4A1A-9018-D950B740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936" y="3990279"/>
            <a:ext cx="735515" cy="262772"/>
          </a:xfrm>
          <a:custGeom xmlns:a="http://schemas.openxmlformats.org/drawingml/2006/main">
            <a:pathLst>
              <a:path w="735515" h="262772">
                <a:moveTo>
                  <a:pt x="359008" y="125453"/>
                </a:moveTo>
                <a:lnTo>
                  <a:pt x="337595" y="132622"/>
                </a:lnTo>
                <a:lnTo>
                  <a:pt x="339388" y="137975"/>
                </a:lnTo>
                <a:lnTo>
                  <a:pt x="360801" y="130806"/>
                </a:lnTo>
                <a:lnTo>
                  <a:pt x="359008" y="125453"/>
                </a:lnTo>
                <a:close/>
                <a:moveTo>
                  <a:pt x="321535" y="137998"/>
                </a:moveTo>
                <a:lnTo>
                  <a:pt x="300124" y="145167"/>
                </a:lnTo>
                <a:lnTo>
                  <a:pt x="301915" y="150520"/>
                </a:lnTo>
                <a:lnTo>
                  <a:pt x="323328" y="143351"/>
                </a:lnTo>
                <a:lnTo>
                  <a:pt x="321535" y="137998"/>
                </a:lnTo>
                <a:close/>
                <a:moveTo>
                  <a:pt x="284065" y="150543"/>
                </a:moveTo>
                <a:lnTo>
                  <a:pt x="262652" y="157712"/>
                </a:lnTo>
                <a:lnTo>
                  <a:pt x="264445" y="163065"/>
                </a:lnTo>
                <a:lnTo>
                  <a:pt x="285856" y="155897"/>
                </a:lnTo>
                <a:lnTo>
                  <a:pt x="284065" y="150543"/>
                </a:lnTo>
                <a:close/>
                <a:moveTo>
                  <a:pt x="225180" y="170257"/>
                </a:moveTo>
                <a:lnTo>
                  <a:pt x="226973" y="175611"/>
                </a:lnTo>
                <a:lnTo>
                  <a:pt x="248386" y="168442"/>
                </a:lnTo>
                <a:lnTo>
                  <a:pt x="246593" y="163089"/>
                </a:lnTo>
                <a:lnTo>
                  <a:pt x="225180" y="170257"/>
                </a:lnTo>
                <a:close/>
                <a:moveTo>
                  <a:pt x="187710" y="182803"/>
                </a:moveTo>
                <a:lnTo>
                  <a:pt x="189500" y="188156"/>
                </a:lnTo>
                <a:lnTo>
                  <a:pt x="210913" y="180987"/>
                </a:lnTo>
                <a:lnTo>
                  <a:pt x="209120" y="175634"/>
                </a:lnTo>
                <a:lnTo>
                  <a:pt x="187710" y="182803"/>
                </a:lnTo>
                <a:close/>
                <a:moveTo>
                  <a:pt x="171650" y="188179"/>
                </a:moveTo>
                <a:lnTo>
                  <a:pt x="150237" y="195348"/>
                </a:lnTo>
                <a:lnTo>
                  <a:pt x="152030" y="200701"/>
                </a:lnTo>
                <a:lnTo>
                  <a:pt x="173441" y="193532"/>
                </a:lnTo>
                <a:lnTo>
                  <a:pt x="171650" y="188179"/>
                </a:lnTo>
                <a:close/>
                <a:moveTo>
                  <a:pt x="134178" y="200725"/>
                </a:moveTo>
                <a:lnTo>
                  <a:pt x="112765" y="207893"/>
                </a:lnTo>
                <a:lnTo>
                  <a:pt x="114558" y="213246"/>
                </a:lnTo>
                <a:lnTo>
                  <a:pt x="135971" y="206078"/>
                </a:lnTo>
                <a:lnTo>
                  <a:pt x="134178" y="200725"/>
                </a:lnTo>
                <a:close/>
                <a:moveTo>
                  <a:pt x="96706" y="213270"/>
                </a:moveTo>
                <a:lnTo>
                  <a:pt x="75295" y="220439"/>
                </a:lnTo>
                <a:lnTo>
                  <a:pt x="77085" y="225792"/>
                </a:lnTo>
                <a:lnTo>
                  <a:pt x="98498" y="218623"/>
                </a:lnTo>
                <a:lnTo>
                  <a:pt x="96706" y="213270"/>
                </a:lnTo>
                <a:close/>
                <a:moveTo>
                  <a:pt x="0" y="248623"/>
                </a:moveTo>
                <a:lnTo>
                  <a:pt x="99989" y="262772"/>
                </a:lnTo>
                <a:lnTo>
                  <a:pt x="46398" y="236066"/>
                </a:lnTo>
                <a:lnTo>
                  <a:pt x="61026" y="231168"/>
                </a:lnTo>
                <a:lnTo>
                  <a:pt x="59235" y="225815"/>
                </a:lnTo>
                <a:lnTo>
                  <a:pt x="44607" y="230713"/>
                </a:lnTo>
                <a:lnTo>
                  <a:pt x="71314" y="177123"/>
                </a:lnTo>
                <a:lnTo>
                  <a:pt x="0" y="248623"/>
                </a:lnTo>
                <a:close/>
                <a:moveTo>
                  <a:pt x="733725" y="0"/>
                </a:moveTo>
                <a:lnTo>
                  <a:pt x="712312" y="7169"/>
                </a:lnTo>
                <a:lnTo>
                  <a:pt x="714104" y="12522"/>
                </a:lnTo>
                <a:lnTo>
                  <a:pt x="735515" y="5353"/>
                </a:lnTo>
                <a:lnTo>
                  <a:pt x="733725" y="0"/>
                </a:lnTo>
                <a:close/>
                <a:moveTo>
                  <a:pt x="696252" y="12545"/>
                </a:moveTo>
                <a:lnTo>
                  <a:pt x="674839" y="19714"/>
                </a:lnTo>
                <a:lnTo>
                  <a:pt x="676632" y="25067"/>
                </a:lnTo>
                <a:lnTo>
                  <a:pt x="698045" y="17898"/>
                </a:lnTo>
                <a:lnTo>
                  <a:pt x="696252" y="12545"/>
                </a:lnTo>
                <a:close/>
                <a:moveTo>
                  <a:pt x="637369" y="32259"/>
                </a:moveTo>
                <a:lnTo>
                  <a:pt x="639160" y="37612"/>
                </a:lnTo>
                <a:lnTo>
                  <a:pt x="660573" y="30444"/>
                </a:lnTo>
                <a:lnTo>
                  <a:pt x="658780" y="25091"/>
                </a:lnTo>
                <a:lnTo>
                  <a:pt x="637369" y="32259"/>
                </a:lnTo>
                <a:close/>
                <a:moveTo>
                  <a:pt x="599897" y="44804"/>
                </a:moveTo>
                <a:lnTo>
                  <a:pt x="601690" y="50158"/>
                </a:lnTo>
                <a:lnTo>
                  <a:pt x="623100" y="42989"/>
                </a:lnTo>
                <a:lnTo>
                  <a:pt x="621310" y="37636"/>
                </a:lnTo>
                <a:lnTo>
                  <a:pt x="599897" y="44804"/>
                </a:lnTo>
                <a:close/>
                <a:moveTo>
                  <a:pt x="583837" y="50181"/>
                </a:moveTo>
                <a:lnTo>
                  <a:pt x="562424" y="57350"/>
                </a:lnTo>
                <a:lnTo>
                  <a:pt x="564217" y="62703"/>
                </a:lnTo>
                <a:lnTo>
                  <a:pt x="585630" y="55534"/>
                </a:lnTo>
                <a:lnTo>
                  <a:pt x="583837" y="50181"/>
                </a:lnTo>
                <a:close/>
                <a:moveTo>
                  <a:pt x="524954" y="69895"/>
                </a:moveTo>
                <a:lnTo>
                  <a:pt x="526745" y="75248"/>
                </a:lnTo>
                <a:lnTo>
                  <a:pt x="548158" y="68079"/>
                </a:lnTo>
                <a:lnTo>
                  <a:pt x="546365" y="62726"/>
                </a:lnTo>
                <a:lnTo>
                  <a:pt x="524954" y="69895"/>
                </a:lnTo>
                <a:close/>
                <a:moveTo>
                  <a:pt x="487482" y="82440"/>
                </a:moveTo>
                <a:lnTo>
                  <a:pt x="489275" y="87794"/>
                </a:lnTo>
                <a:lnTo>
                  <a:pt x="510686" y="80625"/>
                </a:lnTo>
                <a:lnTo>
                  <a:pt x="508895" y="75272"/>
                </a:lnTo>
                <a:lnTo>
                  <a:pt x="487482" y="82440"/>
                </a:lnTo>
                <a:close/>
                <a:moveTo>
                  <a:pt x="471423" y="87817"/>
                </a:moveTo>
                <a:lnTo>
                  <a:pt x="450009" y="94986"/>
                </a:lnTo>
                <a:lnTo>
                  <a:pt x="451802" y="100339"/>
                </a:lnTo>
                <a:lnTo>
                  <a:pt x="473215" y="93170"/>
                </a:lnTo>
                <a:lnTo>
                  <a:pt x="471423" y="87817"/>
                </a:lnTo>
                <a:close/>
                <a:moveTo>
                  <a:pt x="412539" y="107531"/>
                </a:moveTo>
                <a:lnTo>
                  <a:pt x="414330" y="112884"/>
                </a:lnTo>
                <a:lnTo>
                  <a:pt x="435743" y="105715"/>
                </a:lnTo>
                <a:lnTo>
                  <a:pt x="433950" y="100362"/>
                </a:lnTo>
                <a:lnTo>
                  <a:pt x="412539" y="107531"/>
                </a:lnTo>
                <a:close/>
                <a:moveTo>
                  <a:pt x="375067" y="120076"/>
                </a:moveTo>
                <a:lnTo>
                  <a:pt x="376860" y="125429"/>
                </a:lnTo>
                <a:lnTo>
                  <a:pt x="398271" y="118261"/>
                </a:lnTo>
                <a:lnTo>
                  <a:pt x="396480" y="112908"/>
                </a:lnTo>
                <a:lnTo>
                  <a:pt x="375067" y="120076"/>
                </a:lnTo>
                <a:close/>
              </a:path>
            </a:pathLst>
          </a:custGeom>
          <a:solidFill xmlns:a="http://schemas.openxmlformats.org/drawingml/2006/main">
            <a:srgbClr val="0B76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3A707-6A34-48D7-9C65-99821A73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308" y="3596000"/>
            <a:ext cx="1334726" cy="188541"/>
          </a:xfrm>
          <a:custGeom xmlns:a="http://schemas.openxmlformats.org/drawingml/2006/main">
            <a:pathLst>
              <a:path w="1334726" h="188541">
                <a:moveTo>
                  <a:pt x="48579" y="149122"/>
                </a:moveTo>
                <a:lnTo>
                  <a:pt x="53231" y="149502"/>
                </a:lnTo>
                <a:lnTo>
                  <a:pt x="53690" y="143875"/>
                </a:lnTo>
                <a:lnTo>
                  <a:pt x="47446" y="143366"/>
                </a:lnTo>
                <a:lnTo>
                  <a:pt x="87626" y="98364"/>
                </a:lnTo>
                <a:lnTo>
                  <a:pt x="0" y="148559"/>
                </a:lnTo>
                <a:lnTo>
                  <a:pt x="92731" y="188541"/>
                </a:lnTo>
                <a:lnTo>
                  <a:pt x="48579" y="149122"/>
                </a:lnTo>
                <a:close/>
                <a:moveTo>
                  <a:pt x="45089" y="146006"/>
                </a:moveTo>
                <a:lnTo>
                  <a:pt x="45090" y="146004"/>
                </a:lnTo>
                <a:lnTo>
                  <a:pt x="45090" y="146007"/>
                </a:lnTo>
                <a:lnTo>
                  <a:pt x="45089" y="146006"/>
                </a:lnTo>
                <a:close/>
                <a:moveTo>
                  <a:pt x="92598" y="152829"/>
                </a:moveTo>
                <a:lnTo>
                  <a:pt x="93072" y="147204"/>
                </a:lnTo>
                <a:lnTo>
                  <a:pt x="87728" y="146754"/>
                </a:lnTo>
                <a:lnTo>
                  <a:pt x="70578" y="145289"/>
                </a:lnTo>
                <a:lnTo>
                  <a:pt x="70097" y="150914"/>
                </a:lnTo>
                <a:lnTo>
                  <a:pt x="87253" y="152380"/>
                </a:lnTo>
                <a:lnTo>
                  <a:pt x="92598" y="152829"/>
                </a:lnTo>
                <a:close/>
                <a:moveTo>
                  <a:pt x="109475" y="154247"/>
                </a:moveTo>
                <a:lnTo>
                  <a:pt x="116558" y="154842"/>
                </a:lnTo>
                <a:lnTo>
                  <a:pt x="131999" y="156056"/>
                </a:lnTo>
                <a:lnTo>
                  <a:pt x="132442" y="150428"/>
                </a:lnTo>
                <a:lnTo>
                  <a:pt x="117008" y="149215"/>
                </a:lnTo>
                <a:lnTo>
                  <a:pt x="117024" y="149216"/>
                </a:lnTo>
                <a:lnTo>
                  <a:pt x="109947" y="148622"/>
                </a:lnTo>
                <a:lnTo>
                  <a:pt x="109475" y="154247"/>
                </a:lnTo>
                <a:close/>
                <a:moveTo>
                  <a:pt x="149300" y="151745"/>
                </a:moveTo>
                <a:lnTo>
                  <a:pt x="148907" y="157376"/>
                </a:lnTo>
                <a:lnTo>
                  <a:pt x="171434" y="158944"/>
                </a:lnTo>
                <a:lnTo>
                  <a:pt x="171824" y="153312"/>
                </a:lnTo>
                <a:lnTo>
                  <a:pt x="149300" y="151745"/>
                </a:lnTo>
                <a:close/>
                <a:moveTo>
                  <a:pt x="368139" y="151433"/>
                </a:moveTo>
                <a:lnTo>
                  <a:pt x="362300" y="152712"/>
                </a:lnTo>
                <a:lnTo>
                  <a:pt x="346087" y="154616"/>
                </a:lnTo>
                <a:lnTo>
                  <a:pt x="346746" y="160222"/>
                </a:lnTo>
                <a:lnTo>
                  <a:pt x="363233" y="158286"/>
                </a:lnTo>
                <a:lnTo>
                  <a:pt x="369347" y="156948"/>
                </a:lnTo>
                <a:lnTo>
                  <a:pt x="368139" y="151433"/>
                </a:lnTo>
                <a:close/>
                <a:moveTo>
                  <a:pt x="188669" y="154317"/>
                </a:moveTo>
                <a:lnTo>
                  <a:pt x="188398" y="159955"/>
                </a:lnTo>
                <a:lnTo>
                  <a:pt x="210952" y="161041"/>
                </a:lnTo>
                <a:lnTo>
                  <a:pt x="211225" y="155402"/>
                </a:lnTo>
                <a:lnTo>
                  <a:pt x="188669" y="154317"/>
                </a:lnTo>
                <a:close/>
                <a:moveTo>
                  <a:pt x="309409" y="157218"/>
                </a:moveTo>
                <a:lnTo>
                  <a:pt x="306966" y="157253"/>
                </a:lnTo>
                <a:lnTo>
                  <a:pt x="307048" y="162898"/>
                </a:lnTo>
                <a:lnTo>
                  <a:pt x="309613" y="162861"/>
                </a:lnTo>
                <a:lnTo>
                  <a:pt x="329714" y="161723"/>
                </a:lnTo>
                <a:lnTo>
                  <a:pt x="329396" y="156087"/>
                </a:lnTo>
                <a:lnTo>
                  <a:pt x="309409" y="157218"/>
                </a:lnTo>
                <a:close/>
                <a:moveTo>
                  <a:pt x="250608" y="157183"/>
                </a:moveTo>
                <a:lnTo>
                  <a:pt x="246978" y="157123"/>
                </a:lnTo>
                <a:lnTo>
                  <a:pt x="228140" y="156217"/>
                </a:lnTo>
                <a:lnTo>
                  <a:pt x="227869" y="161855"/>
                </a:lnTo>
                <a:lnTo>
                  <a:pt x="246796" y="162766"/>
                </a:lnTo>
                <a:lnTo>
                  <a:pt x="250515" y="162828"/>
                </a:lnTo>
                <a:lnTo>
                  <a:pt x="250608" y="157183"/>
                </a:lnTo>
                <a:close/>
                <a:moveTo>
                  <a:pt x="279015" y="157652"/>
                </a:moveTo>
                <a:lnTo>
                  <a:pt x="267541" y="157463"/>
                </a:lnTo>
                <a:lnTo>
                  <a:pt x="267448" y="163107"/>
                </a:lnTo>
                <a:lnTo>
                  <a:pt x="279005" y="163298"/>
                </a:lnTo>
                <a:lnTo>
                  <a:pt x="290112" y="163140"/>
                </a:lnTo>
                <a:lnTo>
                  <a:pt x="290033" y="157495"/>
                </a:lnTo>
                <a:lnTo>
                  <a:pt x="279015" y="157652"/>
                </a:lnTo>
                <a:close/>
                <a:moveTo>
                  <a:pt x="838117" y="16511"/>
                </a:moveTo>
                <a:lnTo>
                  <a:pt x="838656" y="22130"/>
                </a:lnTo>
                <a:lnTo>
                  <a:pt x="861135" y="19972"/>
                </a:lnTo>
                <a:lnTo>
                  <a:pt x="860596" y="14353"/>
                </a:lnTo>
                <a:lnTo>
                  <a:pt x="838117" y="16511"/>
                </a:lnTo>
                <a:close/>
                <a:moveTo>
                  <a:pt x="799470" y="26272"/>
                </a:moveTo>
                <a:lnTo>
                  <a:pt x="809433" y="24936"/>
                </a:lnTo>
                <a:lnTo>
                  <a:pt x="821800" y="23749"/>
                </a:lnTo>
                <a:lnTo>
                  <a:pt x="821260" y="18130"/>
                </a:lnTo>
                <a:lnTo>
                  <a:pt x="808796" y="19327"/>
                </a:lnTo>
                <a:lnTo>
                  <a:pt x="798720" y="20677"/>
                </a:lnTo>
                <a:lnTo>
                  <a:pt x="799470" y="26272"/>
                </a:lnTo>
                <a:close/>
                <a:moveTo>
                  <a:pt x="759555" y="25926"/>
                </a:moveTo>
                <a:lnTo>
                  <a:pt x="760304" y="31522"/>
                </a:lnTo>
                <a:lnTo>
                  <a:pt x="782686" y="28522"/>
                </a:lnTo>
                <a:lnTo>
                  <a:pt x="781936" y="22927"/>
                </a:lnTo>
                <a:lnTo>
                  <a:pt x="759555" y="25926"/>
                </a:lnTo>
                <a:close/>
                <a:moveTo>
                  <a:pt x="742612" y="28409"/>
                </a:moveTo>
                <a:lnTo>
                  <a:pt x="720493" y="32944"/>
                </a:lnTo>
                <a:lnTo>
                  <a:pt x="721626" y="38475"/>
                </a:lnTo>
                <a:lnTo>
                  <a:pt x="743746" y="33939"/>
                </a:lnTo>
                <a:lnTo>
                  <a:pt x="742612" y="28409"/>
                </a:lnTo>
                <a:close/>
                <a:moveTo>
                  <a:pt x="688869" y="45190"/>
                </a:moveTo>
                <a:lnTo>
                  <a:pt x="705036" y="41876"/>
                </a:lnTo>
                <a:lnTo>
                  <a:pt x="703900" y="36346"/>
                </a:lnTo>
                <a:lnTo>
                  <a:pt x="687502" y="39708"/>
                </a:lnTo>
                <a:lnTo>
                  <a:pt x="681670" y="41431"/>
                </a:lnTo>
                <a:lnTo>
                  <a:pt x="683271" y="46845"/>
                </a:lnTo>
                <a:lnTo>
                  <a:pt x="688869" y="45190"/>
                </a:lnTo>
                <a:close/>
                <a:moveTo>
                  <a:pt x="665430" y="46230"/>
                </a:moveTo>
                <a:lnTo>
                  <a:pt x="643775" y="52629"/>
                </a:lnTo>
                <a:lnTo>
                  <a:pt x="645374" y="58043"/>
                </a:lnTo>
                <a:lnTo>
                  <a:pt x="667029" y="51644"/>
                </a:lnTo>
                <a:lnTo>
                  <a:pt x="665430" y="46230"/>
                </a:lnTo>
                <a:close/>
                <a:moveTo>
                  <a:pt x="627508" y="57942"/>
                </a:moveTo>
                <a:lnTo>
                  <a:pt x="606321" y="65750"/>
                </a:lnTo>
                <a:lnTo>
                  <a:pt x="608272" y="71047"/>
                </a:lnTo>
                <a:lnTo>
                  <a:pt x="629461" y="63239"/>
                </a:lnTo>
                <a:lnTo>
                  <a:pt x="627508" y="57942"/>
                </a:lnTo>
                <a:close/>
                <a:moveTo>
                  <a:pt x="571549" y="85310"/>
                </a:moveTo>
                <a:lnTo>
                  <a:pt x="587410" y="78735"/>
                </a:lnTo>
                <a:lnTo>
                  <a:pt x="592382" y="76903"/>
                </a:lnTo>
                <a:lnTo>
                  <a:pt x="590431" y="71606"/>
                </a:lnTo>
                <a:lnTo>
                  <a:pt x="585357" y="73476"/>
                </a:lnTo>
                <a:lnTo>
                  <a:pt x="569388" y="80096"/>
                </a:lnTo>
                <a:lnTo>
                  <a:pt x="571549" y="85310"/>
                </a:lnTo>
                <a:close/>
                <a:moveTo>
                  <a:pt x="541379" y="97817"/>
                </a:moveTo>
                <a:lnTo>
                  <a:pt x="555905" y="91795"/>
                </a:lnTo>
                <a:lnTo>
                  <a:pt x="553744" y="86581"/>
                </a:lnTo>
                <a:lnTo>
                  <a:pt x="539207" y="92607"/>
                </a:lnTo>
                <a:lnTo>
                  <a:pt x="532885" y="95293"/>
                </a:lnTo>
                <a:lnTo>
                  <a:pt x="535093" y="100489"/>
                </a:lnTo>
                <a:lnTo>
                  <a:pt x="541402" y="97807"/>
                </a:lnTo>
                <a:lnTo>
                  <a:pt x="541379" y="97817"/>
                </a:lnTo>
                <a:close/>
                <a:moveTo>
                  <a:pt x="517297" y="101916"/>
                </a:moveTo>
                <a:lnTo>
                  <a:pt x="496516" y="110747"/>
                </a:lnTo>
                <a:lnTo>
                  <a:pt x="498725" y="115943"/>
                </a:lnTo>
                <a:lnTo>
                  <a:pt x="519506" y="107112"/>
                </a:lnTo>
                <a:lnTo>
                  <a:pt x="517297" y="101916"/>
                </a:lnTo>
                <a:close/>
                <a:moveTo>
                  <a:pt x="459843" y="125267"/>
                </a:moveTo>
                <a:lnTo>
                  <a:pt x="461916" y="130518"/>
                </a:lnTo>
                <a:lnTo>
                  <a:pt x="482921" y="122229"/>
                </a:lnTo>
                <a:lnTo>
                  <a:pt x="480848" y="116978"/>
                </a:lnTo>
                <a:lnTo>
                  <a:pt x="459843" y="125267"/>
                </a:lnTo>
                <a:close/>
                <a:moveTo>
                  <a:pt x="422610" y="137925"/>
                </a:moveTo>
                <a:lnTo>
                  <a:pt x="424351" y="143296"/>
                </a:lnTo>
                <a:lnTo>
                  <a:pt x="445832" y="136337"/>
                </a:lnTo>
                <a:lnTo>
                  <a:pt x="444093" y="130967"/>
                </a:lnTo>
                <a:lnTo>
                  <a:pt x="422610" y="137925"/>
                </a:lnTo>
                <a:close/>
                <a:moveTo>
                  <a:pt x="406741" y="142980"/>
                </a:moveTo>
                <a:lnTo>
                  <a:pt x="384684" y="147811"/>
                </a:lnTo>
                <a:lnTo>
                  <a:pt x="385892" y="153325"/>
                </a:lnTo>
                <a:lnTo>
                  <a:pt x="407949" y="148495"/>
                </a:lnTo>
                <a:lnTo>
                  <a:pt x="406741" y="142980"/>
                </a:lnTo>
                <a:close/>
                <a:moveTo>
                  <a:pt x="1312100" y="177"/>
                </a:moveTo>
                <a:lnTo>
                  <a:pt x="1312145" y="5822"/>
                </a:lnTo>
                <a:lnTo>
                  <a:pt x="1334726" y="5645"/>
                </a:lnTo>
                <a:lnTo>
                  <a:pt x="1334680" y="0"/>
                </a:lnTo>
                <a:lnTo>
                  <a:pt x="1312100" y="177"/>
                </a:lnTo>
                <a:close/>
                <a:moveTo>
                  <a:pt x="1272586" y="487"/>
                </a:moveTo>
                <a:lnTo>
                  <a:pt x="1272629" y="6132"/>
                </a:lnTo>
                <a:lnTo>
                  <a:pt x="1295210" y="5954"/>
                </a:lnTo>
                <a:lnTo>
                  <a:pt x="1295167" y="310"/>
                </a:lnTo>
                <a:lnTo>
                  <a:pt x="1272586" y="487"/>
                </a:lnTo>
                <a:close/>
                <a:moveTo>
                  <a:pt x="1255651" y="619"/>
                </a:moveTo>
                <a:lnTo>
                  <a:pt x="1233070" y="796"/>
                </a:lnTo>
                <a:lnTo>
                  <a:pt x="1233116" y="6441"/>
                </a:lnTo>
                <a:lnTo>
                  <a:pt x="1255696" y="6264"/>
                </a:lnTo>
                <a:lnTo>
                  <a:pt x="1255651" y="619"/>
                </a:lnTo>
                <a:close/>
                <a:moveTo>
                  <a:pt x="1193557" y="1106"/>
                </a:moveTo>
                <a:lnTo>
                  <a:pt x="1193600" y="6751"/>
                </a:lnTo>
                <a:lnTo>
                  <a:pt x="1216180" y="6574"/>
                </a:lnTo>
                <a:lnTo>
                  <a:pt x="1216137" y="929"/>
                </a:lnTo>
                <a:lnTo>
                  <a:pt x="1193557" y="1106"/>
                </a:lnTo>
                <a:close/>
                <a:moveTo>
                  <a:pt x="1175558" y="6892"/>
                </a:moveTo>
                <a:lnTo>
                  <a:pt x="1176666" y="6883"/>
                </a:lnTo>
                <a:lnTo>
                  <a:pt x="1176621" y="1239"/>
                </a:lnTo>
                <a:lnTo>
                  <a:pt x="1175477" y="1247"/>
                </a:lnTo>
                <a:lnTo>
                  <a:pt x="1154018" y="1614"/>
                </a:lnTo>
                <a:lnTo>
                  <a:pt x="1154115" y="7259"/>
                </a:lnTo>
                <a:lnTo>
                  <a:pt x="1175558" y="6892"/>
                </a:lnTo>
                <a:close/>
                <a:moveTo>
                  <a:pt x="1137085" y="1904"/>
                </a:moveTo>
                <a:lnTo>
                  <a:pt x="1114509" y="2290"/>
                </a:lnTo>
                <a:lnTo>
                  <a:pt x="1114604" y="7934"/>
                </a:lnTo>
                <a:lnTo>
                  <a:pt x="1137182" y="7548"/>
                </a:lnTo>
                <a:lnTo>
                  <a:pt x="1137085" y="1904"/>
                </a:lnTo>
                <a:close/>
                <a:moveTo>
                  <a:pt x="1097474" y="8227"/>
                </a:moveTo>
                <a:lnTo>
                  <a:pt x="1097671" y="8224"/>
                </a:lnTo>
                <a:lnTo>
                  <a:pt x="1097576" y="2579"/>
                </a:lnTo>
                <a:lnTo>
                  <a:pt x="1097357" y="2583"/>
                </a:lnTo>
                <a:lnTo>
                  <a:pt x="1074971" y="3225"/>
                </a:lnTo>
                <a:lnTo>
                  <a:pt x="1075133" y="8868"/>
                </a:lnTo>
                <a:lnTo>
                  <a:pt x="1097474" y="8227"/>
                </a:lnTo>
                <a:close/>
                <a:moveTo>
                  <a:pt x="1035470" y="4359"/>
                </a:moveTo>
                <a:lnTo>
                  <a:pt x="1035633" y="10002"/>
                </a:lnTo>
                <a:lnTo>
                  <a:pt x="1058205" y="9354"/>
                </a:lnTo>
                <a:lnTo>
                  <a:pt x="1058042" y="3711"/>
                </a:lnTo>
                <a:lnTo>
                  <a:pt x="1035470" y="4359"/>
                </a:lnTo>
                <a:close/>
                <a:moveTo>
                  <a:pt x="995941" y="5903"/>
                </a:moveTo>
                <a:lnTo>
                  <a:pt x="996194" y="11543"/>
                </a:lnTo>
                <a:lnTo>
                  <a:pt x="1018752" y="10527"/>
                </a:lnTo>
                <a:lnTo>
                  <a:pt x="1018499" y="4887"/>
                </a:lnTo>
                <a:lnTo>
                  <a:pt x="995941" y="5903"/>
                </a:lnTo>
                <a:close/>
                <a:moveTo>
                  <a:pt x="979021" y="6665"/>
                </a:moveTo>
                <a:lnTo>
                  <a:pt x="956466" y="7681"/>
                </a:lnTo>
                <a:lnTo>
                  <a:pt x="956719" y="13321"/>
                </a:lnTo>
                <a:lnTo>
                  <a:pt x="979277" y="12305"/>
                </a:lnTo>
                <a:lnTo>
                  <a:pt x="979021" y="6665"/>
                </a:lnTo>
                <a:close/>
                <a:moveTo>
                  <a:pt x="916963" y="10123"/>
                </a:moveTo>
                <a:lnTo>
                  <a:pt x="917343" y="15756"/>
                </a:lnTo>
                <a:lnTo>
                  <a:pt x="939871" y="14245"/>
                </a:lnTo>
                <a:lnTo>
                  <a:pt x="939494" y="8613"/>
                </a:lnTo>
                <a:lnTo>
                  <a:pt x="916963" y="10123"/>
                </a:lnTo>
                <a:close/>
                <a:moveTo>
                  <a:pt x="877538" y="12766"/>
                </a:moveTo>
                <a:lnTo>
                  <a:pt x="877915" y="18399"/>
                </a:lnTo>
                <a:lnTo>
                  <a:pt x="900443" y="16888"/>
                </a:lnTo>
                <a:lnTo>
                  <a:pt x="900066" y="11256"/>
                </a:lnTo>
                <a:lnTo>
                  <a:pt x="877538" y="12766"/>
                </a:lnTo>
                <a:close/>
              </a:path>
            </a:pathLst>
          </a:custGeom>
          <a:solidFill xmlns:a="http://schemas.openxmlformats.org/drawingml/2006/main">
            <a:srgbClr val="0B76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206C1-62DB-4B44-B380-99F4AF6D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252" y="3590868"/>
            <a:ext cx="565586" cy="567132"/>
          </a:xfrm>
          <a:custGeom xmlns:a="http://schemas.openxmlformats.org/drawingml/2006/main">
            <a:pathLst>
              <a:path w="565586" h="567132">
                <a:moveTo>
                  <a:pt x="511909" y="438453"/>
                </a:moveTo>
                <a:lnTo>
                  <a:pt x="486737" y="376826"/>
                </a:lnTo>
                <a:lnTo>
                  <a:pt x="458041" y="313064"/>
                </a:lnTo>
                <a:lnTo>
                  <a:pt x="426634" y="251753"/>
                </a:lnTo>
                <a:lnTo>
                  <a:pt x="410098" y="223335"/>
                </a:lnTo>
                <a:lnTo>
                  <a:pt x="393170" y="197232"/>
                </a:lnTo>
                <a:lnTo>
                  <a:pt x="375896" y="173955"/>
                </a:lnTo>
                <a:lnTo>
                  <a:pt x="358317" y="154046"/>
                </a:lnTo>
                <a:lnTo>
                  <a:pt x="321578" y="121360"/>
                </a:lnTo>
                <a:lnTo>
                  <a:pt x="281642" y="94022"/>
                </a:lnTo>
                <a:lnTo>
                  <a:pt x="239049" y="71303"/>
                </a:lnTo>
                <a:lnTo>
                  <a:pt x="194274" y="52433"/>
                </a:lnTo>
                <a:lnTo>
                  <a:pt x="147785" y="36635"/>
                </a:lnTo>
                <a:lnTo>
                  <a:pt x="100014" y="23131"/>
                </a:lnTo>
                <a:lnTo>
                  <a:pt x="2610" y="0"/>
                </a:lnTo>
                <a:lnTo>
                  <a:pt x="0" y="10985"/>
                </a:lnTo>
                <a:lnTo>
                  <a:pt x="97177" y="34062"/>
                </a:lnTo>
                <a:lnTo>
                  <a:pt x="144432" y="47420"/>
                </a:lnTo>
                <a:lnTo>
                  <a:pt x="190255" y="62992"/>
                </a:lnTo>
                <a:lnTo>
                  <a:pt x="234185" y="81506"/>
                </a:lnTo>
                <a:lnTo>
                  <a:pt x="275785" y="103694"/>
                </a:lnTo>
                <a:lnTo>
                  <a:pt x="314612" y="130275"/>
                </a:lnTo>
                <a:lnTo>
                  <a:pt x="350309" y="162033"/>
                </a:lnTo>
                <a:lnTo>
                  <a:pt x="367120" y="181075"/>
                </a:lnTo>
                <a:lnTo>
                  <a:pt x="383890" y="203672"/>
                </a:lnTo>
                <a:lnTo>
                  <a:pt x="400485" y="229262"/>
                </a:lnTo>
                <a:lnTo>
                  <a:pt x="416726" y="257176"/>
                </a:lnTo>
                <a:lnTo>
                  <a:pt x="447857" y="317947"/>
                </a:lnTo>
                <a:lnTo>
                  <a:pt x="476373" y="381311"/>
                </a:lnTo>
                <a:lnTo>
                  <a:pt x="501432" y="442659"/>
                </a:lnTo>
                <a:lnTo>
                  <a:pt x="512397" y="471113"/>
                </a:lnTo>
                <a:lnTo>
                  <a:pt x="512375" y="471058"/>
                </a:lnTo>
                <a:lnTo>
                  <a:pt x="522206" y="497385"/>
                </a:lnTo>
                <a:lnTo>
                  <a:pt x="522188" y="497340"/>
                </a:lnTo>
                <a:lnTo>
                  <a:pt x="530746" y="520876"/>
                </a:lnTo>
                <a:lnTo>
                  <a:pt x="530735" y="520841"/>
                </a:lnTo>
                <a:lnTo>
                  <a:pt x="530827" y="521101"/>
                </a:lnTo>
                <a:lnTo>
                  <a:pt x="480421" y="497013"/>
                </a:lnTo>
                <a:lnTo>
                  <a:pt x="553092" y="567132"/>
                </a:lnTo>
                <a:lnTo>
                  <a:pt x="565586" y="466925"/>
                </a:lnTo>
                <a:lnTo>
                  <a:pt x="541481" y="517365"/>
                </a:lnTo>
                <a:lnTo>
                  <a:pt x="541364" y="517036"/>
                </a:lnTo>
                <a:lnTo>
                  <a:pt x="532792" y="493459"/>
                </a:lnTo>
                <a:lnTo>
                  <a:pt x="522942" y="467081"/>
                </a:lnTo>
                <a:lnTo>
                  <a:pt x="511909" y="438453"/>
                </a:lnTo>
                <a:close/>
              </a:path>
            </a:pathLst>
          </a:custGeom>
          <a:solidFill xmlns:a="http://schemas.openxmlformats.org/drawingml/2006/main">
            <a:srgbClr val="F89A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B8768F-B5F8-4A42-BF94-D51AFA9C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000" y="3996758"/>
            <a:ext cx="748282" cy="569056"/>
          </a:xfrm>
          <a:custGeom xmlns:a="http://schemas.openxmlformats.org/drawingml/2006/main">
            <a:pathLst>
              <a:path w="748282" h="569056">
                <a:moveTo>
                  <a:pt x="146094" y="182741"/>
                </a:moveTo>
                <a:lnTo>
                  <a:pt x="194518" y="237513"/>
                </a:lnTo>
                <a:lnTo>
                  <a:pt x="242693" y="289051"/>
                </a:lnTo>
                <a:lnTo>
                  <a:pt x="290564" y="336543"/>
                </a:lnTo>
                <a:lnTo>
                  <a:pt x="338076" y="379177"/>
                </a:lnTo>
                <a:lnTo>
                  <a:pt x="385176" y="416132"/>
                </a:lnTo>
                <a:lnTo>
                  <a:pt x="431798" y="446826"/>
                </a:lnTo>
                <a:lnTo>
                  <a:pt x="477944" y="471765"/>
                </a:lnTo>
                <a:lnTo>
                  <a:pt x="523651" y="491753"/>
                </a:lnTo>
                <a:lnTo>
                  <a:pt x="568966" y="507606"/>
                </a:lnTo>
                <a:lnTo>
                  <a:pt x="613935" y="520148"/>
                </a:lnTo>
                <a:lnTo>
                  <a:pt x="658635" y="530209"/>
                </a:lnTo>
                <a:lnTo>
                  <a:pt x="697280" y="537158"/>
                </a:lnTo>
                <a:lnTo>
                  <a:pt x="651394" y="569056"/>
                </a:lnTo>
                <a:lnTo>
                  <a:pt x="748282" y="540595"/>
                </a:lnTo>
                <a:lnTo>
                  <a:pt x="667381" y="480160"/>
                </a:lnTo>
                <a:lnTo>
                  <a:pt x="699278" y="526046"/>
                </a:lnTo>
                <a:lnTo>
                  <a:pt x="660873" y="519140"/>
                </a:lnTo>
                <a:lnTo>
                  <a:pt x="616686" y="509194"/>
                </a:lnTo>
                <a:lnTo>
                  <a:pt x="572349" y="496829"/>
                </a:lnTo>
                <a:lnTo>
                  <a:pt x="527783" y="481237"/>
                </a:lnTo>
                <a:lnTo>
                  <a:pt x="482899" y="461610"/>
                </a:lnTo>
                <a:lnTo>
                  <a:pt x="437596" y="437126"/>
                </a:lnTo>
                <a:lnTo>
                  <a:pt x="391768" y="406955"/>
                </a:lnTo>
                <a:lnTo>
                  <a:pt x="345346" y="370532"/>
                </a:lnTo>
                <a:lnTo>
                  <a:pt x="298312" y="328326"/>
                </a:lnTo>
                <a:lnTo>
                  <a:pt x="250808" y="281198"/>
                </a:lnTo>
                <a:lnTo>
                  <a:pt x="202887" y="229934"/>
                </a:lnTo>
                <a:lnTo>
                  <a:pt x="154626" y="175347"/>
                </a:lnTo>
                <a:lnTo>
                  <a:pt x="106152" y="118311"/>
                </a:lnTo>
                <a:lnTo>
                  <a:pt x="8714" y="0"/>
                </a:lnTo>
                <a:lnTo>
                  <a:pt x="0" y="7178"/>
                </a:lnTo>
                <a:lnTo>
                  <a:pt x="97480" y="125543"/>
                </a:lnTo>
                <a:lnTo>
                  <a:pt x="146094" y="182741"/>
                </a:lnTo>
                <a:close/>
              </a:path>
            </a:pathLst>
          </a:custGeom>
          <a:solidFill xmlns:a="http://schemas.openxmlformats.org/drawingml/2006/main">
            <a:srgbClr val="F6A5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241E23-64D4-42A2-BDBF-974F280C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673" y="4483159"/>
            <a:ext cx="1798507" cy="715077"/>
          </a:xfrm>
          <a:custGeom xmlns:a="http://schemas.openxmlformats.org/drawingml/2006/main">
            <a:pathLst>
              <a:path w="1798507" h="715077">
                <a:moveTo>
                  <a:pt x="39514" y="364063"/>
                </a:moveTo>
                <a:lnTo>
                  <a:pt x="54950" y="379095"/>
                </a:lnTo>
                <a:lnTo>
                  <a:pt x="74439" y="396349"/>
                </a:lnTo>
                <a:lnTo>
                  <a:pt x="98489" y="416074"/>
                </a:lnTo>
                <a:lnTo>
                  <a:pt x="110818" y="427267"/>
                </a:lnTo>
                <a:lnTo>
                  <a:pt x="122065" y="439977"/>
                </a:lnTo>
                <a:lnTo>
                  <a:pt x="143757" y="469809"/>
                </a:lnTo>
                <a:lnTo>
                  <a:pt x="166917" y="503386"/>
                </a:lnTo>
                <a:lnTo>
                  <a:pt x="180238" y="521001"/>
                </a:lnTo>
                <a:lnTo>
                  <a:pt x="195281" y="538738"/>
                </a:lnTo>
                <a:lnTo>
                  <a:pt x="212510" y="556323"/>
                </a:lnTo>
                <a:lnTo>
                  <a:pt x="232365" y="573468"/>
                </a:lnTo>
                <a:lnTo>
                  <a:pt x="255286" y="589884"/>
                </a:lnTo>
                <a:lnTo>
                  <a:pt x="281703" y="605292"/>
                </a:lnTo>
                <a:lnTo>
                  <a:pt x="312042" y="619421"/>
                </a:lnTo>
                <a:lnTo>
                  <a:pt x="346737" y="632006"/>
                </a:lnTo>
                <a:lnTo>
                  <a:pt x="386224" y="642795"/>
                </a:lnTo>
                <a:lnTo>
                  <a:pt x="430868" y="651517"/>
                </a:lnTo>
                <a:lnTo>
                  <a:pt x="455844" y="655418"/>
                </a:lnTo>
                <a:lnTo>
                  <a:pt x="483198" y="659470"/>
                </a:lnTo>
                <a:lnTo>
                  <a:pt x="512844" y="663646"/>
                </a:lnTo>
                <a:lnTo>
                  <a:pt x="544615" y="667907"/>
                </a:lnTo>
                <a:lnTo>
                  <a:pt x="578339" y="672213"/>
                </a:lnTo>
                <a:lnTo>
                  <a:pt x="613863" y="676526"/>
                </a:lnTo>
                <a:lnTo>
                  <a:pt x="689564" y="685003"/>
                </a:lnTo>
                <a:lnTo>
                  <a:pt x="770400" y="693024"/>
                </a:lnTo>
                <a:lnTo>
                  <a:pt x="855007" y="700267"/>
                </a:lnTo>
                <a:lnTo>
                  <a:pt x="942035" y="706414"/>
                </a:lnTo>
                <a:lnTo>
                  <a:pt x="1030135" y="711145"/>
                </a:lnTo>
                <a:lnTo>
                  <a:pt x="1117955" y="714139"/>
                </a:lnTo>
                <a:lnTo>
                  <a:pt x="1204154" y="715077"/>
                </a:lnTo>
                <a:lnTo>
                  <a:pt x="1287381" y="713637"/>
                </a:lnTo>
                <a:lnTo>
                  <a:pt x="1366300" y="709495"/>
                </a:lnTo>
                <a:lnTo>
                  <a:pt x="1439529" y="702329"/>
                </a:lnTo>
                <a:lnTo>
                  <a:pt x="1473673" y="697497"/>
                </a:lnTo>
                <a:lnTo>
                  <a:pt x="1505877" y="691787"/>
                </a:lnTo>
                <a:lnTo>
                  <a:pt x="1536013" y="685145"/>
                </a:lnTo>
                <a:lnTo>
                  <a:pt x="1563925" y="677525"/>
                </a:lnTo>
                <a:lnTo>
                  <a:pt x="1589454" y="668872"/>
                </a:lnTo>
                <a:lnTo>
                  <a:pt x="1612471" y="659114"/>
                </a:lnTo>
                <a:lnTo>
                  <a:pt x="1633238" y="647684"/>
                </a:lnTo>
                <a:lnTo>
                  <a:pt x="1652230" y="634100"/>
                </a:lnTo>
                <a:lnTo>
                  <a:pt x="1684356" y="601740"/>
                </a:lnTo>
                <a:lnTo>
                  <a:pt x="1709899" y="562994"/>
                </a:lnTo>
                <a:lnTo>
                  <a:pt x="1729548" y="519195"/>
                </a:lnTo>
                <a:lnTo>
                  <a:pt x="1744144" y="471478"/>
                </a:lnTo>
                <a:lnTo>
                  <a:pt x="1754493" y="420942"/>
                </a:lnTo>
                <a:lnTo>
                  <a:pt x="1761389" y="368672"/>
                </a:lnTo>
                <a:lnTo>
                  <a:pt x="1765609" y="315756"/>
                </a:lnTo>
                <a:lnTo>
                  <a:pt x="1767917" y="263288"/>
                </a:lnTo>
                <a:lnTo>
                  <a:pt x="1769069" y="212370"/>
                </a:lnTo>
                <a:lnTo>
                  <a:pt x="1769825" y="164086"/>
                </a:lnTo>
                <a:lnTo>
                  <a:pt x="1769825" y="164138"/>
                </a:lnTo>
                <a:lnTo>
                  <a:pt x="1770936" y="119649"/>
                </a:lnTo>
                <a:lnTo>
                  <a:pt x="1773141" y="80112"/>
                </a:lnTo>
                <a:lnTo>
                  <a:pt x="1776564" y="51669"/>
                </a:lnTo>
                <a:lnTo>
                  <a:pt x="1798507" y="100471"/>
                </a:lnTo>
                <a:lnTo>
                  <a:pt x="1788348" y="0"/>
                </a:lnTo>
                <a:lnTo>
                  <a:pt x="1714065" y="68409"/>
                </a:lnTo>
                <a:lnTo>
                  <a:pt x="1765989" y="45065"/>
                </a:lnTo>
                <a:lnTo>
                  <a:pt x="1761888" y="79121"/>
                </a:lnTo>
                <a:lnTo>
                  <a:pt x="1759653" y="119186"/>
                </a:lnTo>
                <a:lnTo>
                  <a:pt x="1758537" y="163883"/>
                </a:lnTo>
                <a:lnTo>
                  <a:pt x="1757781" y="212173"/>
                </a:lnTo>
                <a:lnTo>
                  <a:pt x="1757783" y="212134"/>
                </a:lnTo>
                <a:lnTo>
                  <a:pt x="1756630" y="262937"/>
                </a:lnTo>
                <a:lnTo>
                  <a:pt x="1754341" y="315028"/>
                </a:lnTo>
                <a:lnTo>
                  <a:pt x="1750156" y="367503"/>
                </a:lnTo>
                <a:lnTo>
                  <a:pt x="1743355" y="419058"/>
                </a:lnTo>
                <a:lnTo>
                  <a:pt x="1733192" y="468678"/>
                </a:lnTo>
                <a:lnTo>
                  <a:pt x="1718958" y="515221"/>
                </a:lnTo>
                <a:lnTo>
                  <a:pt x="1699968" y="557545"/>
                </a:lnTo>
                <a:lnTo>
                  <a:pt x="1675551" y="594585"/>
                </a:lnTo>
                <a:lnTo>
                  <a:pt x="1644887" y="625472"/>
                </a:lnTo>
                <a:lnTo>
                  <a:pt x="1627208" y="638115"/>
                </a:lnTo>
                <a:lnTo>
                  <a:pt x="1607531" y="648946"/>
                </a:lnTo>
                <a:lnTo>
                  <a:pt x="1585436" y="658313"/>
                </a:lnTo>
                <a:lnTo>
                  <a:pt x="1560624" y="666723"/>
                </a:lnTo>
                <a:lnTo>
                  <a:pt x="1533305" y="674181"/>
                </a:lnTo>
                <a:lnTo>
                  <a:pt x="1503666" y="680712"/>
                </a:lnTo>
                <a:lnTo>
                  <a:pt x="1471895" y="686346"/>
                </a:lnTo>
                <a:lnTo>
                  <a:pt x="1438193" y="691115"/>
                </a:lnTo>
                <a:lnTo>
                  <a:pt x="1365452" y="698234"/>
                </a:lnTo>
                <a:lnTo>
                  <a:pt x="1286991" y="702352"/>
                </a:lnTo>
                <a:lnTo>
                  <a:pt x="1204114" y="703786"/>
                </a:lnTo>
                <a:lnTo>
                  <a:pt x="1118210" y="702851"/>
                </a:lnTo>
                <a:lnTo>
                  <a:pt x="1030634" y="699865"/>
                </a:lnTo>
                <a:lnTo>
                  <a:pt x="942736" y="695145"/>
                </a:lnTo>
                <a:lnTo>
                  <a:pt x="855896" y="689012"/>
                </a:lnTo>
                <a:lnTo>
                  <a:pt x="771446" y="681782"/>
                </a:lnTo>
                <a:lnTo>
                  <a:pt x="690746" y="673775"/>
                </a:lnTo>
                <a:lnTo>
                  <a:pt x="615194" y="665314"/>
                </a:lnTo>
                <a:lnTo>
                  <a:pt x="579724" y="661008"/>
                </a:lnTo>
                <a:lnTo>
                  <a:pt x="546063" y="656710"/>
                </a:lnTo>
                <a:lnTo>
                  <a:pt x="546099" y="656715"/>
                </a:lnTo>
                <a:lnTo>
                  <a:pt x="514364" y="652459"/>
                </a:lnTo>
                <a:lnTo>
                  <a:pt x="514400" y="652464"/>
                </a:lnTo>
                <a:lnTo>
                  <a:pt x="484793" y="648293"/>
                </a:lnTo>
                <a:lnTo>
                  <a:pt x="484833" y="648298"/>
                </a:lnTo>
                <a:lnTo>
                  <a:pt x="457554" y="644258"/>
                </a:lnTo>
                <a:lnTo>
                  <a:pt x="432823" y="640395"/>
                </a:lnTo>
                <a:lnTo>
                  <a:pt x="388801" y="631794"/>
                </a:lnTo>
                <a:lnTo>
                  <a:pt x="350156" y="621237"/>
                </a:lnTo>
                <a:lnTo>
                  <a:pt x="316358" y="608976"/>
                </a:lnTo>
                <a:lnTo>
                  <a:pt x="286937" y="595275"/>
                </a:lnTo>
                <a:lnTo>
                  <a:pt x="261430" y="580398"/>
                </a:lnTo>
                <a:lnTo>
                  <a:pt x="239355" y="564587"/>
                </a:lnTo>
                <a:lnTo>
                  <a:pt x="220243" y="548085"/>
                </a:lnTo>
                <a:lnTo>
                  <a:pt x="203633" y="531131"/>
                </a:lnTo>
                <a:lnTo>
                  <a:pt x="189062" y="513952"/>
                </a:lnTo>
                <a:lnTo>
                  <a:pt x="176075" y="496777"/>
                </a:lnTo>
                <a:lnTo>
                  <a:pt x="152974" y="463288"/>
                </a:lnTo>
                <a:lnTo>
                  <a:pt x="130870" y="432891"/>
                </a:lnTo>
                <a:lnTo>
                  <a:pt x="118866" y="419324"/>
                </a:lnTo>
                <a:lnTo>
                  <a:pt x="105864" y="407521"/>
                </a:lnTo>
                <a:lnTo>
                  <a:pt x="81765" y="387756"/>
                </a:lnTo>
                <a:lnTo>
                  <a:pt x="62637" y="370821"/>
                </a:lnTo>
                <a:lnTo>
                  <a:pt x="47620" y="356198"/>
                </a:lnTo>
                <a:lnTo>
                  <a:pt x="36045" y="343533"/>
                </a:lnTo>
                <a:lnTo>
                  <a:pt x="27192" y="332420"/>
                </a:lnTo>
                <a:lnTo>
                  <a:pt x="20392" y="322507"/>
                </a:lnTo>
                <a:lnTo>
                  <a:pt x="9795" y="304021"/>
                </a:lnTo>
                <a:lnTo>
                  <a:pt x="0" y="309636"/>
                </a:lnTo>
                <a:lnTo>
                  <a:pt x="10816" y="328506"/>
                </a:lnTo>
                <a:lnTo>
                  <a:pt x="18112" y="339143"/>
                </a:lnTo>
                <a:lnTo>
                  <a:pt x="27453" y="350868"/>
                </a:lnTo>
                <a:lnTo>
                  <a:pt x="39514" y="364063"/>
                </a:lnTo>
                <a:close/>
              </a:path>
            </a:pathLst>
          </a:custGeom>
          <a:solidFill xmlns:a="http://schemas.openxmlformats.org/drawingml/2006/main">
            <a:srgbClr val="B2E1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4314B-8DC6-45AC-B706-A5B40CB6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533" y="4395039"/>
            <a:ext cx="1397822" cy="376517"/>
          </a:xfrm>
          <a:custGeom xmlns:a="http://schemas.openxmlformats.org/drawingml/2006/main">
            <a:pathLst>
              <a:path w="1397822" h="376517">
                <a:moveTo>
                  <a:pt x="182250" y="154006"/>
                </a:moveTo>
                <a:lnTo>
                  <a:pt x="247216" y="198257"/>
                </a:lnTo>
                <a:lnTo>
                  <a:pt x="315734" y="238866"/>
                </a:lnTo>
                <a:lnTo>
                  <a:pt x="388667" y="274899"/>
                </a:lnTo>
                <a:lnTo>
                  <a:pt x="466877" y="305416"/>
                </a:lnTo>
                <a:lnTo>
                  <a:pt x="551175" y="329472"/>
                </a:lnTo>
                <a:lnTo>
                  <a:pt x="597603" y="338557"/>
                </a:lnTo>
                <a:lnTo>
                  <a:pt x="648343" y="345367"/>
                </a:lnTo>
                <a:lnTo>
                  <a:pt x="702679" y="350155"/>
                </a:lnTo>
                <a:lnTo>
                  <a:pt x="759875" y="353166"/>
                </a:lnTo>
                <a:lnTo>
                  <a:pt x="819197" y="354636"/>
                </a:lnTo>
                <a:lnTo>
                  <a:pt x="879918" y="354804"/>
                </a:lnTo>
                <a:lnTo>
                  <a:pt x="1002431" y="352174"/>
                </a:lnTo>
                <a:lnTo>
                  <a:pt x="1062802" y="349844"/>
                </a:lnTo>
                <a:lnTo>
                  <a:pt x="1121538" y="347152"/>
                </a:lnTo>
                <a:lnTo>
                  <a:pt x="1177906" y="344332"/>
                </a:lnTo>
                <a:lnTo>
                  <a:pt x="1231162" y="341617"/>
                </a:lnTo>
                <a:lnTo>
                  <a:pt x="1280516" y="339243"/>
                </a:lnTo>
                <a:lnTo>
                  <a:pt x="1325255" y="337443"/>
                </a:lnTo>
                <a:lnTo>
                  <a:pt x="1346935" y="336895"/>
                </a:lnTo>
                <a:lnTo>
                  <a:pt x="1307755" y="376517"/>
                </a:lnTo>
                <a:lnTo>
                  <a:pt x="1397822" y="330851"/>
                </a:lnTo>
                <a:lnTo>
                  <a:pt x="1307247" y="286197"/>
                </a:lnTo>
                <a:lnTo>
                  <a:pt x="1347093" y="325598"/>
                </a:lnTo>
                <a:lnTo>
                  <a:pt x="1324881" y="326158"/>
                </a:lnTo>
                <a:lnTo>
                  <a:pt x="1280024" y="327964"/>
                </a:lnTo>
                <a:lnTo>
                  <a:pt x="1230587" y="330341"/>
                </a:lnTo>
                <a:lnTo>
                  <a:pt x="1177342" y="333056"/>
                </a:lnTo>
                <a:lnTo>
                  <a:pt x="1121010" y="335874"/>
                </a:lnTo>
                <a:lnTo>
                  <a:pt x="1062307" y="338564"/>
                </a:lnTo>
                <a:lnTo>
                  <a:pt x="1002079" y="340888"/>
                </a:lnTo>
                <a:lnTo>
                  <a:pt x="879806" y="343513"/>
                </a:lnTo>
                <a:lnTo>
                  <a:pt x="819349" y="343346"/>
                </a:lnTo>
                <a:lnTo>
                  <a:pt x="760314" y="341883"/>
                </a:lnTo>
                <a:lnTo>
                  <a:pt x="703471" y="338891"/>
                </a:lnTo>
                <a:lnTo>
                  <a:pt x="649592" y="334143"/>
                </a:lnTo>
                <a:lnTo>
                  <a:pt x="599438" y="327411"/>
                </a:lnTo>
                <a:lnTo>
                  <a:pt x="553814" y="318484"/>
                </a:lnTo>
                <a:lnTo>
                  <a:pt x="470487" y="294705"/>
                </a:lnTo>
                <a:lnTo>
                  <a:pt x="393233" y="264561"/>
                </a:lnTo>
                <a:lnTo>
                  <a:pt x="321117" y="228933"/>
                </a:lnTo>
                <a:lnTo>
                  <a:pt x="253266" y="188718"/>
                </a:lnTo>
                <a:lnTo>
                  <a:pt x="188816" y="144817"/>
                </a:lnTo>
                <a:lnTo>
                  <a:pt x="126943" y="98165"/>
                </a:lnTo>
                <a:lnTo>
                  <a:pt x="7156" y="0"/>
                </a:lnTo>
                <a:lnTo>
                  <a:pt x="0" y="8732"/>
                </a:lnTo>
                <a:lnTo>
                  <a:pt x="119948" y="107032"/>
                </a:lnTo>
                <a:lnTo>
                  <a:pt x="182250" y="154006"/>
                </a:lnTo>
                <a:close/>
              </a:path>
            </a:pathLst>
          </a:custGeom>
          <a:solidFill xmlns:a="http://schemas.openxmlformats.org/drawingml/2006/main">
            <a:srgbClr val="A98BF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Text …">
            <a:extLst xmlns:a="http://schemas.openxmlformats.org/drawingml/2006/main">
              <a:ext uri="{FF2B5EF4-FFF2-40B4-BE49-F238E27FC236}">
                <a16:creationId xmlns:a16="http://schemas.microsoft.com/office/drawing/2014/main" id="{4DD2BFE3-F516-4233-8AE2-7FC79AB5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642" y="4890714"/>
            <a:ext cx="69805" cy="68831"/>
          </a:xfrm>
          <a:custGeom xmlns:a="http://schemas.openxmlformats.org/drawingml/2006/main">
            <a:pathLst>
              <a:path w="69805" h="68831">
                <a:moveTo>
                  <a:pt x="29030" y="40585"/>
                </a:moveTo>
                <a:cubicBezTo>
                  <a:pt x="27235" y="38823"/>
                  <a:pt x="26319" y="36775"/>
                  <a:pt x="26282" y="34442"/>
                </a:cubicBezTo>
                <a:cubicBezTo>
                  <a:pt x="26244" y="32108"/>
                  <a:pt x="27059" y="30092"/>
                  <a:pt x="28726" y="28394"/>
                </a:cubicBezTo>
                <a:cubicBezTo>
                  <a:pt x="30457" y="26632"/>
                  <a:pt x="32473" y="25764"/>
                  <a:pt x="34775" y="25790"/>
                </a:cubicBezTo>
                <a:cubicBezTo>
                  <a:pt x="37078" y="25816"/>
                  <a:pt x="39126" y="26710"/>
                  <a:pt x="40921" y="28472"/>
                </a:cubicBezTo>
                <a:cubicBezTo>
                  <a:pt x="42683" y="30202"/>
                  <a:pt x="43583" y="32202"/>
                  <a:pt x="43620" y="34472"/>
                </a:cubicBezTo>
                <a:cubicBezTo>
                  <a:pt x="43656" y="36742"/>
                  <a:pt x="42810" y="38758"/>
                  <a:pt x="41080" y="40521"/>
                </a:cubicBezTo>
                <a:cubicBezTo>
                  <a:pt x="39412" y="42219"/>
                  <a:pt x="37428" y="43087"/>
                  <a:pt x="35126" y="43124"/>
                </a:cubicBezTo>
                <a:cubicBezTo>
                  <a:pt x="32824" y="43161"/>
                  <a:pt x="30792" y="42315"/>
                  <a:pt x="29030" y="40585"/>
                </a:cubicBezTo>
                <a:moveTo>
                  <a:pt x="2785" y="14821"/>
                </a:moveTo>
                <a:cubicBezTo>
                  <a:pt x="991" y="13059"/>
                  <a:pt x="75" y="11012"/>
                  <a:pt x="37" y="8678"/>
                </a:cubicBezTo>
                <a:cubicBezTo>
                  <a:pt x="0" y="6345"/>
                  <a:pt x="815" y="4329"/>
                  <a:pt x="2482" y="2630"/>
                </a:cubicBezTo>
                <a:cubicBezTo>
                  <a:pt x="4212" y="868"/>
                  <a:pt x="6229" y="0"/>
                  <a:pt x="8531" y="26"/>
                </a:cubicBezTo>
                <a:cubicBezTo>
                  <a:pt x="10833" y="53"/>
                  <a:pt x="12882" y="947"/>
                  <a:pt x="14676" y="2708"/>
                </a:cubicBezTo>
                <a:cubicBezTo>
                  <a:pt x="16439" y="4438"/>
                  <a:pt x="17338" y="6439"/>
                  <a:pt x="17375" y="8709"/>
                </a:cubicBezTo>
                <a:cubicBezTo>
                  <a:pt x="17412" y="10979"/>
                  <a:pt x="16565" y="12995"/>
                  <a:pt x="14835" y="14757"/>
                </a:cubicBezTo>
                <a:cubicBezTo>
                  <a:pt x="13168" y="16456"/>
                  <a:pt x="11183" y="17323"/>
                  <a:pt x="8882" y="17361"/>
                </a:cubicBezTo>
                <a:cubicBezTo>
                  <a:pt x="6580" y="17398"/>
                  <a:pt x="4548" y="16551"/>
                  <a:pt x="2785" y="14821"/>
                </a:cubicBezTo>
                <a:moveTo>
                  <a:pt x="55178" y="66254"/>
                </a:moveTo>
                <a:cubicBezTo>
                  <a:pt x="53383" y="64492"/>
                  <a:pt x="52467" y="62445"/>
                  <a:pt x="52430" y="60111"/>
                </a:cubicBezTo>
                <a:cubicBezTo>
                  <a:pt x="52393" y="57778"/>
                  <a:pt x="53207" y="55762"/>
                  <a:pt x="54875" y="54063"/>
                </a:cubicBezTo>
                <a:cubicBezTo>
                  <a:pt x="56605" y="52301"/>
                  <a:pt x="58621" y="51433"/>
                  <a:pt x="60923" y="51459"/>
                </a:cubicBezTo>
                <a:cubicBezTo>
                  <a:pt x="63226" y="51486"/>
                  <a:pt x="65274" y="52380"/>
                  <a:pt x="67069" y="54141"/>
                </a:cubicBezTo>
                <a:cubicBezTo>
                  <a:pt x="68831" y="55871"/>
                  <a:pt x="69731" y="57871"/>
                  <a:pt x="69768" y="60141"/>
                </a:cubicBezTo>
                <a:cubicBezTo>
                  <a:pt x="69805" y="62411"/>
                  <a:pt x="68958" y="64428"/>
                  <a:pt x="67228" y="66190"/>
                </a:cubicBezTo>
                <a:cubicBezTo>
                  <a:pt x="65561" y="67888"/>
                  <a:pt x="63576" y="68756"/>
                  <a:pt x="61274" y="68793"/>
                </a:cubicBezTo>
                <a:cubicBezTo>
                  <a:pt x="58972" y="68831"/>
                  <a:pt x="56940" y="67984"/>
                  <a:pt x="55178" y="662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Text …">
            <a:extLst xmlns:a="http://schemas.openxmlformats.org/drawingml/2006/main">
              <a:ext uri="{FF2B5EF4-FFF2-40B4-BE49-F238E27FC236}">
                <a16:creationId xmlns:a16="http://schemas.microsoft.com/office/drawing/2014/main" id="{08AE2C3F-9EA2-4532-962A-45084A7E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75" y="4432535"/>
            <a:ext cx="69805" cy="68831"/>
          </a:xfrm>
          <a:custGeom xmlns:a="http://schemas.openxmlformats.org/drawingml/2006/main">
            <a:pathLst>
              <a:path w="69805" h="68831">
                <a:moveTo>
                  <a:pt x="29030" y="40585"/>
                </a:moveTo>
                <a:cubicBezTo>
                  <a:pt x="27235" y="38823"/>
                  <a:pt x="26319" y="36775"/>
                  <a:pt x="26282" y="34442"/>
                </a:cubicBezTo>
                <a:cubicBezTo>
                  <a:pt x="26244" y="32108"/>
                  <a:pt x="27059" y="30092"/>
                  <a:pt x="28726" y="28394"/>
                </a:cubicBezTo>
                <a:cubicBezTo>
                  <a:pt x="30457" y="26632"/>
                  <a:pt x="32473" y="25764"/>
                  <a:pt x="34775" y="25790"/>
                </a:cubicBezTo>
                <a:cubicBezTo>
                  <a:pt x="37078" y="25816"/>
                  <a:pt x="39126" y="26710"/>
                  <a:pt x="40921" y="28472"/>
                </a:cubicBezTo>
                <a:cubicBezTo>
                  <a:pt x="42683" y="30202"/>
                  <a:pt x="43583" y="32202"/>
                  <a:pt x="43620" y="34472"/>
                </a:cubicBezTo>
                <a:cubicBezTo>
                  <a:pt x="43656" y="36742"/>
                  <a:pt x="42810" y="38758"/>
                  <a:pt x="41080" y="40521"/>
                </a:cubicBezTo>
                <a:cubicBezTo>
                  <a:pt x="39412" y="42219"/>
                  <a:pt x="37428" y="43087"/>
                  <a:pt x="35126" y="43124"/>
                </a:cubicBezTo>
                <a:cubicBezTo>
                  <a:pt x="32824" y="43161"/>
                  <a:pt x="30792" y="42315"/>
                  <a:pt x="29030" y="40585"/>
                </a:cubicBezTo>
                <a:moveTo>
                  <a:pt x="2785" y="14821"/>
                </a:moveTo>
                <a:cubicBezTo>
                  <a:pt x="991" y="13059"/>
                  <a:pt x="75" y="11012"/>
                  <a:pt x="37" y="8678"/>
                </a:cubicBezTo>
                <a:cubicBezTo>
                  <a:pt x="0" y="6345"/>
                  <a:pt x="815" y="4329"/>
                  <a:pt x="2482" y="2630"/>
                </a:cubicBezTo>
                <a:cubicBezTo>
                  <a:pt x="4212" y="868"/>
                  <a:pt x="6229" y="0"/>
                  <a:pt x="8531" y="26"/>
                </a:cubicBezTo>
                <a:cubicBezTo>
                  <a:pt x="10833" y="53"/>
                  <a:pt x="12882" y="947"/>
                  <a:pt x="14676" y="2708"/>
                </a:cubicBezTo>
                <a:cubicBezTo>
                  <a:pt x="16439" y="4438"/>
                  <a:pt x="17338" y="6439"/>
                  <a:pt x="17375" y="8709"/>
                </a:cubicBezTo>
                <a:cubicBezTo>
                  <a:pt x="17412" y="10979"/>
                  <a:pt x="16565" y="12995"/>
                  <a:pt x="14835" y="14757"/>
                </a:cubicBezTo>
                <a:cubicBezTo>
                  <a:pt x="13168" y="16456"/>
                  <a:pt x="11183" y="17323"/>
                  <a:pt x="8882" y="17361"/>
                </a:cubicBezTo>
                <a:cubicBezTo>
                  <a:pt x="6580" y="17398"/>
                  <a:pt x="4548" y="16551"/>
                  <a:pt x="2785" y="14821"/>
                </a:cubicBezTo>
                <a:moveTo>
                  <a:pt x="55178" y="66254"/>
                </a:moveTo>
                <a:cubicBezTo>
                  <a:pt x="53383" y="64492"/>
                  <a:pt x="52467" y="62445"/>
                  <a:pt x="52430" y="60111"/>
                </a:cubicBezTo>
                <a:cubicBezTo>
                  <a:pt x="52393" y="57778"/>
                  <a:pt x="53207" y="55762"/>
                  <a:pt x="54875" y="54063"/>
                </a:cubicBezTo>
                <a:cubicBezTo>
                  <a:pt x="56605" y="52301"/>
                  <a:pt x="58621" y="51433"/>
                  <a:pt x="60923" y="51459"/>
                </a:cubicBezTo>
                <a:cubicBezTo>
                  <a:pt x="63226" y="51486"/>
                  <a:pt x="65274" y="52380"/>
                  <a:pt x="67069" y="54141"/>
                </a:cubicBezTo>
                <a:cubicBezTo>
                  <a:pt x="68831" y="55871"/>
                  <a:pt x="69731" y="57871"/>
                  <a:pt x="69768" y="60141"/>
                </a:cubicBezTo>
                <a:cubicBezTo>
                  <a:pt x="69805" y="62411"/>
                  <a:pt x="68958" y="64428"/>
                  <a:pt x="67228" y="66190"/>
                </a:cubicBezTo>
                <a:cubicBezTo>
                  <a:pt x="65561" y="67888"/>
                  <a:pt x="63576" y="68756"/>
                  <a:pt x="61274" y="68793"/>
                </a:cubicBezTo>
                <a:cubicBezTo>
                  <a:pt x="58972" y="68831"/>
                  <a:pt x="56940" y="67984"/>
                  <a:pt x="55178" y="662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Text …">
            <a:extLst xmlns:a="http://schemas.openxmlformats.org/drawingml/2006/main">
              <a:ext uri="{FF2B5EF4-FFF2-40B4-BE49-F238E27FC236}">
                <a16:creationId xmlns:a16="http://schemas.microsoft.com/office/drawing/2014/main" id="{6E6A7921-9443-41AC-9F2E-7995202B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449" y="4013768"/>
            <a:ext cx="69805" cy="68831"/>
          </a:xfrm>
          <a:custGeom xmlns:a="http://schemas.openxmlformats.org/drawingml/2006/main">
            <a:pathLst>
              <a:path w="69805" h="68831">
                <a:moveTo>
                  <a:pt x="29030" y="40585"/>
                </a:moveTo>
                <a:cubicBezTo>
                  <a:pt x="27235" y="38823"/>
                  <a:pt x="26319" y="36775"/>
                  <a:pt x="26282" y="34442"/>
                </a:cubicBezTo>
                <a:cubicBezTo>
                  <a:pt x="26244" y="32108"/>
                  <a:pt x="27059" y="30092"/>
                  <a:pt x="28726" y="28394"/>
                </a:cubicBezTo>
                <a:cubicBezTo>
                  <a:pt x="30457" y="26632"/>
                  <a:pt x="32473" y="25764"/>
                  <a:pt x="34775" y="25790"/>
                </a:cubicBezTo>
                <a:cubicBezTo>
                  <a:pt x="37078" y="25816"/>
                  <a:pt x="39126" y="26710"/>
                  <a:pt x="40921" y="28472"/>
                </a:cubicBezTo>
                <a:cubicBezTo>
                  <a:pt x="42683" y="30202"/>
                  <a:pt x="43583" y="32202"/>
                  <a:pt x="43620" y="34472"/>
                </a:cubicBezTo>
                <a:cubicBezTo>
                  <a:pt x="43656" y="36742"/>
                  <a:pt x="42810" y="38758"/>
                  <a:pt x="41080" y="40521"/>
                </a:cubicBezTo>
                <a:cubicBezTo>
                  <a:pt x="39412" y="42219"/>
                  <a:pt x="37428" y="43087"/>
                  <a:pt x="35126" y="43124"/>
                </a:cubicBezTo>
                <a:cubicBezTo>
                  <a:pt x="32824" y="43161"/>
                  <a:pt x="30792" y="42315"/>
                  <a:pt x="29030" y="40585"/>
                </a:cubicBezTo>
                <a:moveTo>
                  <a:pt x="2785" y="14821"/>
                </a:moveTo>
                <a:cubicBezTo>
                  <a:pt x="991" y="13059"/>
                  <a:pt x="75" y="11012"/>
                  <a:pt x="37" y="8678"/>
                </a:cubicBezTo>
                <a:cubicBezTo>
                  <a:pt x="0" y="6345"/>
                  <a:pt x="815" y="4329"/>
                  <a:pt x="2482" y="2630"/>
                </a:cubicBezTo>
                <a:cubicBezTo>
                  <a:pt x="4212" y="868"/>
                  <a:pt x="6229" y="0"/>
                  <a:pt x="8531" y="26"/>
                </a:cubicBezTo>
                <a:cubicBezTo>
                  <a:pt x="10833" y="53"/>
                  <a:pt x="12882" y="947"/>
                  <a:pt x="14676" y="2708"/>
                </a:cubicBezTo>
                <a:cubicBezTo>
                  <a:pt x="16439" y="4438"/>
                  <a:pt x="17338" y="6439"/>
                  <a:pt x="17375" y="8709"/>
                </a:cubicBezTo>
                <a:cubicBezTo>
                  <a:pt x="17412" y="10979"/>
                  <a:pt x="16565" y="12995"/>
                  <a:pt x="14835" y="14757"/>
                </a:cubicBezTo>
                <a:cubicBezTo>
                  <a:pt x="13168" y="16456"/>
                  <a:pt x="11183" y="17323"/>
                  <a:pt x="8882" y="17361"/>
                </a:cubicBezTo>
                <a:cubicBezTo>
                  <a:pt x="6580" y="17398"/>
                  <a:pt x="4548" y="16551"/>
                  <a:pt x="2785" y="14821"/>
                </a:cubicBezTo>
                <a:moveTo>
                  <a:pt x="55178" y="66254"/>
                </a:moveTo>
                <a:cubicBezTo>
                  <a:pt x="53383" y="64492"/>
                  <a:pt x="52467" y="62445"/>
                  <a:pt x="52430" y="60111"/>
                </a:cubicBezTo>
                <a:cubicBezTo>
                  <a:pt x="52393" y="57778"/>
                  <a:pt x="53207" y="55762"/>
                  <a:pt x="54875" y="54063"/>
                </a:cubicBezTo>
                <a:cubicBezTo>
                  <a:pt x="56605" y="52301"/>
                  <a:pt x="58621" y="51433"/>
                  <a:pt x="60923" y="51459"/>
                </a:cubicBezTo>
                <a:cubicBezTo>
                  <a:pt x="63226" y="51486"/>
                  <a:pt x="65274" y="52380"/>
                  <a:pt x="67069" y="54141"/>
                </a:cubicBezTo>
                <a:cubicBezTo>
                  <a:pt x="68831" y="55871"/>
                  <a:pt x="69731" y="57871"/>
                  <a:pt x="69768" y="60141"/>
                </a:cubicBezTo>
                <a:cubicBezTo>
                  <a:pt x="69805" y="62411"/>
                  <a:pt x="68958" y="64428"/>
                  <a:pt x="67228" y="66190"/>
                </a:cubicBezTo>
                <a:cubicBezTo>
                  <a:pt x="65561" y="67888"/>
                  <a:pt x="63576" y="68756"/>
                  <a:pt x="61274" y="68793"/>
                </a:cubicBezTo>
                <a:cubicBezTo>
                  <a:pt x="58972" y="68831"/>
                  <a:pt x="56940" y="67984"/>
                  <a:pt x="55178" y="662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Text …">
            <a:extLst xmlns:a="http://schemas.openxmlformats.org/drawingml/2006/main">
              <a:ext uri="{FF2B5EF4-FFF2-40B4-BE49-F238E27FC236}">
                <a16:creationId xmlns:a16="http://schemas.microsoft.com/office/drawing/2014/main" id="{EA57B7CA-39B6-4DD2-8756-5F38EAC8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737" y="3649196"/>
            <a:ext cx="69805" cy="68831"/>
          </a:xfrm>
          <a:custGeom xmlns:a="http://schemas.openxmlformats.org/drawingml/2006/main">
            <a:pathLst>
              <a:path w="69805" h="68831">
                <a:moveTo>
                  <a:pt x="29030" y="40585"/>
                </a:moveTo>
                <a:cubicBezTo>
                  <a:pt x="27235" y="38823"/>
                  <a:pt x="26319" y="36775"/>
                  <a:pt x="26282" y="34442"/>
                </a:cubicBezTo>
                <a:cubicBezTo>
                  <a:pt x="26244" y="32108"/>
                  <a:pt x="27059" y="30092"/>
                  <a:pt x="28726" y="28394"/>
                </a:cubicBezTo>
                <a:cubicBezTo>
                  <a:pt x="30457" y="26632"/>
                  <a:pt x="32473" y="25764"/>
                  <a:pt x="34775" y="25790"/>
                </a:cubicBezTo>
                <a:cubicBezTo>
                  <a:pt x="37078" y="25816"/>
                  <a:pt x="39126" y="26710"/>
                  <a:pt x="40921" y="28472"/>
                </a:cubicBezTo>
                <a:cubicBezTo>
                  <a:pt x="42683" y="30202"/>
                  <a:pt x="43583" y="32202"/>
                  <a:pt x="43620" y="34472"/>
                </a:cubicBezTo>
                <a:cubicBezTo>
                  <a:pt x="43656" y="36742"/>
                  <a:pt x="42810" y="38758"/>
                  <a:pt x="41080" y="40521"/>
                </a:cubicBezTo>
                <a:cubicBezTo>
                  <a:pt x="39412" y="42219"/>
                  <a:pt x="37428" y="43087"/>
                  <a:pt x="35126" y="43124"/>
                </a:cubicBezTo>
                <a:cubicBezTo>
                  <a:pt x="32824" y="43161"/>
                  <a:pt x="30792" y="42315"/>
                  <a:pt x="29030" y="40585"/>
                </a:cubicBezTo>
                <a:moveTo>
                  <a:pt x="2785" y="14821"/>
                </a:moveTo>
                <a:cubicBezTo>
                  <a:pt x="991" y="13059"/>
                  <a:pt x="75" y="11012"/>
                  <a:pt x="37" y="8678"/>
                </a:cubicBezTo>
                <a:cubicBezTo>
                  <a:pt x="0" y="6345"/>
                  <a:pt x="815" y="4329"/>
                  <a:pt x="2482" y="2630"/>
                </a:cubicBezTo>
                <a:cubicBezTo>
                  <a:pt x="4212" y="868"/>
                  <a:pt x="6229" y="0"/>
                  <a:pt x="8531" y="26"/>
                </a:cubicBezTo>
                <a:cubicBezTo>
                  <a:pt x="10833" y="53"/>
                  <a:pt x="12882" y="947"/>
                  <a:pt x="14676" y="2708"/>
                </a:cubicBezTo>
                <a:cubicBezTo>
                  <a:pt x="16439" y="4438"/>
                  <a:pt x="17338" y="6439"/>
                  <a:pt x="17375" y="8709"/>
                </a:cubicBezTo>
                <a:cubicBezTo>
                  <a:pt x="17412" y="10979"/>
                  <a:pt x="16565" y="12995"/>
                  <a:pt x="14835" y="14757"/>
                </a:cubicBezTo>
                <a:cubicBezTo>
                  <a:pt x="13168" y="16456"/>
                  <a:pt x="11183" y="17323"/>
                  <a:pt x="8882" y="17361"/>
                </a:cubicBezTo>
                <a:cubicBezTo>
                  <a:pt x="6580" y="17398"/>
                  <a:pt x="4548" y="16551"/>
                  <a:pt x="2785" y="14821"/>
                </a:cubicBezTo>
                <a:moveTo>
                  <a:pt x="55178" y="66254"/>
                </a:moveTo>
                <a:cubicBezTo>
                  <a:pt x="53383" y="64492"/>
                  <a:pt x="52467" y="62445"/>
                  <a:pt x="52430" y="60111"/>
                </a:cubicBezTo>
                <a:cubicBezTo>
                  <a:pt x="52393" y="57778"/>
                  <a:pt x="53207" y="55762"/>
                  <a:pt x="54875" y="54063"/>
                </a:cubicBezTo>
                <a:cubicBezTo>
                  <a:pt x="56605" y="52301"/>
                  <a:pt x="58621" y="51433"/>
                  <a:pt x="60923" y="51459"/>
                </a:cubicBezTo>
                <a:cubicBezTo>
                  <a:pt x="63226" y="51486"/>
                  <a:pt x="65274" y="52380"/>
                  <a:pt x="67069" y="54141"/>
                </a:cubicBezTo>
                <a:cubicBezTo>
                  <a:pt x="68831" y="55871"/>
                  <a:pt x="69731" y="57871"/>
                  <a:pt x="69768" y="60141"/>
                </a:cubicBezTo>
                <a:cubicBezTo>
                  <a:pt x="69805" y="62411"/>
                  <a:pt x="68958" y="64428"/>
                  <a:pt x="67228" y="66190"/>
                </a:cubicBezTo>
                <a:cubicBezTo>
                  <a:pt x="65561" y="67888"/>
                  <a:pt x="63576" y="68756"/>
                  <a:pt x="61274" y="68793"/>
                </a:cubicBezTo>
                <a:cubicBezTo>
                  <a:pt x="58972" y="68831"/>
                  <a:pt x="56940" y="67984"/>
                  <a:pt x="55178" y="662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Text (b)Logic-AwareGraphInitialization(LGI)">
            <a:extLst xmlns:a="http://schemas.openxmlformats.org/drawingml/2006/main">
              <a:ext uri="{FF2B5EF4-FFF2-40B4-BE49-F238E27FC236}">
                <a16:creationId xmlns:a16="http://schemas.microsoft.com/office/drawing/2014/main" id="{2A04155E-A52B-43E0-BD4B-626A01B9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754" y="2675535"/>
            <a:ext cx="3280832" cy="155851"/>
          </a:xfrm>
          <a:custGeom xmlns:a="http://schemas.openxmlformats.org/drawingml/2006/main">
            <a:pathLst>
              <a:path w="3280832" h="155851">
                <a:moveTo>
                  <a:pt x="561245" y="22821"/>
                </a:moveTo>
                <a:lnTo>
                  <a:pt x="561728" y="22758"/>
                </a:lnTo>
                <a:lnTo>
                  <a:pt x="562200" y="22684"/>
                </a:lnTo>
                <a:lnTo>
                  <a:pt x="562661" y="22598"/>
                </a:lnTo>
                <a:lnTo>
                  <a:pt x="563112" y="22501"/>
                </a:lnTo>
                <a:lnTo>
                  <a:pt x="563552" y="22392"/>
                </a:lnTo>
                <a:lnTo>
                  <a:pt x="563982" y="22272"/>
                </a:lnTo>
                <a:lnTo>
                  <a:pt x="564401" y="22140"/>
                </a:lnTo>
                <a:lnTo>
                  <a:pt x="564809" y="21998"/>
                </a:lnTo>
                <a:lnTo>
                  <a:pt x="565206" y="21843"/>
                </a:lnTo>
                <a:lnTo>
                  <a:pt x="565593" y="21677"/>
                </a:lnTo>
                <a:lnTo>
                  <a:pt x="565969" y="21500"/>
                </a:lnTo>
                <a:lnTo>
                  <a:pt x="566335" y="21311"/>
                </a:lnTo>
                <a:lnTo>
                  <a:pt x="566690" y="21111"/>
                </a:lnTo>
                <a:lnTo>
                  <a:pt x="567034" y="20900"/>
                </a:lnTo>
                <a:lnTo>
                  <a:pt x="567367" y="20677"/>
                </a:lnTo>
                <a:lnTo>
                  <a:pt x="567690" y="20442"/>
                </a:lnTo>
                <a:lnTo>
                  <a:pt x="568003" y="20197"/>
                </a:lnTo>
                <a:lnTo>
                  <a:pt x="568304" y="19939"/>
                </a:lnTo>
                <a:lnTo>
                  <a:pt x="568595" y="19671"/>
                </a:lnTo>
                <a:lnTo>
                  <a:pt x="568875" y="19393"/>
                </a:lnTo>
                <a:lnTo>
                  <a:pt x="569142" y="19111"/>
                </a:lnTo>
                <a:lnTo>
                  <a:pt x="569398" y="18822"/>
                </a:lnTo>
                <a:lnTo>
                  <a:pt x="569642" y="18528"/>
                </a:lnTo>
                <a:lnTo>
                  <a:pt x="569874" y="18229"/>
                </a:lnTo>
                <a:lnTo>
                  <a:pt x="570094" y="17924"/>
                </a:lnTo>
                <a:lnTo>
                  <a:pt x="570302" y="17613"/>
                </a:lnTo>
                <a:lnTo>
                  <a:pt x="570499" y="17297"/>
                </a:lnTo>
                <a:lnTo>
                  <a:pt x="570683" y="16975"/>
                </a:lnTo>
                <a:lnTo>
                  <a:pt x="570856" y="16648"/>
                </a:lnTo>
                <a:lnTo>
                  <a:pt x="571016" y="16315"/>
                </a:lnTo>
                <a:lnTo>
                  <a:pt x="571165" y="15977"/>
                </a:lnTo>
                <a:lnTo>
                  <a:pt x="571302" y="15633"/>
                </a:lnTo>
                <a:lnTo>
                  <a:pt x="571427" y="15283"/>
                </a:lnTo>
                <a:lnTo>
                  <a:pt x="571540" y="14928"/>
                </a:lnTo>
                <a:lnTo>
                  <a:pt x="571641" y="14567"/>
                </a:lnTo>
                <a:lnTo>
                  <a:pt x="571730" y="14201"/>
                </a:lnTo>
                <a:lnTo>
                  <a:pt x="571808" y="13829"/>
                </a:lnTo>
                <a:lnTo>
                  <a:pt x="571873" y="13452"/>
                </a:lnTo>
                <a:lnTo>
                  <a:pt x="571927" y="13069"/>
                </a:lnTo>
                <a:lnTo>
                  <a:pt x="571968" y="12681"/>
                </a:lnTo>
                <a:lnTo>
                  <a:pt x="571998" y="12287"/>
                </a:lnTo>
                <a:lnTo>
                  <a:pt x="572016" y="11887"/>
                </a:lnTo>
                <a:lnTo>
                  <a:pt x="572022" y="11482"/>
                </a:lnTo>
                <a:lnTo>
                  <a:pt x="572016" y="11070"/>
                </a:lnTo>
                <a:lnTo>
                  <a:pt x="571998" y="10663"/>
                </a:lnTo>
                <a:lnTo>
                  <a:pt x="571968" y="10263"/>
                </a:lnTo>
                <a:lnTo>
                  <a:pt x="571927" y="9869"/>
                </a:lnTo>
                <a:lnTo>
                  <a:pt x="571873" y="9480"/>
                </a:lnTo>
                <a:lnTo>
                  <a:pt x="571808" y="9098"/>
                </a:lnTo>
                <a:lnTo>
                  <a:pt x="571730" y="8722"/>
                </a:lnTo>
                <a:lnTo>
                  <a:pt x="571641" y="8352"/>
                </a:lnTo>
                <a:lnTo>
                  <a:pt x="571540" y="7988"/>
                </a:lnTo>
                <a:lnTo>
                  <a:pt x="571427" y="7630"/>
                </a:lnTo>
                <a:lnTo>
                  <a:pt x="571302" y="7277"/>
                </a:lnTo>
                <a:lnTo>
                  <a:pt x="571165" y="6931"/>
                </a:lnTo>
                <a:lnTo>
                  <a:pt x="571016" y="6591"/>
                </a:lnTo>
                <a:lnTo>
                  <a:pt x="570856" y="6257"/>
                </a:lnTo>
                <a:lnTo>
                  <a:pt x="570683" y="5929"/>
                </a:lnTo>
                <a:lnTo>
                  <a:pt x="570499" y="5607"/>
                </a:lnTo>
                <a:lnTo>
                  <a:pt x="570302" y="5292"/>
                </a:lnTo>
                <a:lnTo>
                  <a:pt x="570094" y="4982"/>
                </a:lnTo>
                <a:lnTo>
                  <a:pt x="569874" y="4678"/>
                </a:lnTo>
                <a:lnTo>
                  <a:pt x="569642" y="4380"/>
                </a:lnTo>
                <a:lnTo>
                  <a:pt x="569398" y="4088"/>
                </a:lnTo>
                <a:lnTo>
                  <a:pt x="569142" y="3802"/>
                </a:lnTo>
                <a:lnTo>
                  <a:pt x="568875" y="3522"/>
                </a:lnTo>
                <a:lnTo>
                  <a:pt x="568595" y="3249"/>
                </a:lnTo>
                <a:lnTo>
                  <a:pt x="568304" y="2984"/>
                </a:lnTo>
                <a:lnTo>
                  <a:pt x="568003" y="2730"/>
                </a:lnTo>
                <a:lnTo>
                  <a:pt x="567690" y="2487"/>
                </a:lnTo>
                <a:lnTo>
                  <a:pt x="567367" y="2256"/>
                </a:lnTo>
                <a:lnTo>
                  <a:pt x="567034" y="2036"/>
                </a:lnTo>
                <a:lnTo>
                  <a:pt x="566690" y="1827"/>
                </a:lnTo>
                <a:lnTo>
                  <a:pt x="566335" y="1630"/>
                </a:lnTo>
                <a:lnTo>
                  <a:pt x="565969" y="1444"/>
                </a:lnTo>
                <a:lnTo>
                  <a:pt x="565593" y="1269"/>
                </a:lnTo>
                <a:lnTo>
                  <a:pt x="565206" y="1105"/>
                </a:lnTo>
                <a:lnTo>
                  <a:pt x="564809" y="953"/>
                </a:lnTo>
                <a:lnTo>
                  <a:pt x="564401" y="812"/>
                </a:lnTo>
                <a:lnTo>
                  <a:pt x="563982" y="682"/>
                </a:lnTo>
                <a:lnTo>
                  <a:pt x="563552" y="564"/>
                </a:lnTo>
                <a:lnTo>
                  <a:pt x="563112" y="457"/>
                </a:lnTo>
                <a:lnTo>
                  <a:pt x="562661" y="361"/>
                </a:lnTo>
                <a:lnTo>
                  <a:pt x="562200" y="276"/>
                </a:lnTo>
                <a:lnTo>
                  <a:pt x="561728" y="203"/>
                </a:lnTo>
                <a:lnTo>
                  <a:pt x="561245" y="141"/>
                </a:lnTo>
                <a:lnTo>
                  <a:pt x="560751" y="90"/>
                </a:lnTo>
                <a:lnTo>
                  <a:pt x="560247" y="51"/>
                </a:lnTo>
                <a:lnTo>
                  <a:pt x="559732" y="23"/>
                </a:lnTo>
                <a:lnTo>
                  <a:pt x="559207" y="6"/>
                </a:lnTo>
                <a:lnTo>
                  <a:pt x="558671" y="0"/>
                </a:lnTo>
                <a:lnTo>
                  <a:pt x="558135" y="6"/>
                </a:lnTo>
                <a:lnTo>
                  <a:pt x="557609" y="23"/>
                </a:lnTo>
                <a:lnTo>
                  <a:pt x="557094" y="51"/>
                </a:lnTo>
                <a:lnTo>
                  <a:pt x="556590" y="90"/>
                </a:lnTo>
                <a:lnTo>
                  <a:pt x="556097" y="141"/>
                </a:lnTo>
                <a:lnTo>
                  <a:pt x="555614" y="203"/>
                </a:lnTo>
                <a:lnTo>
                  <a:pt x="555142" y="276"/>
                </a:lnTo>
                <a:lnTo>
                  <a:pt x="554680" y="361"/>
                </a:lnTo>
                <a:lnTo>
                  <a:pt x="554229" y="457"/>
                </a:lnTo>
                <a:lnTo>
                  <a:pt x="553789" y="564"/>
                </a:lnTo>
                <a:lnTo>
                  <a:pt x="553360" y="682"/>
                </a:lnTo>
                <a:lnTo>
                  <a:pt x="552941" y="812"/>
                </a:lnTo>
                <a:lnTo>
                  <a:pt x="552533" y="953"/>
                </a:lnTo>
                <a:lnTo>
                  <a:pt x="552135" y="1105"/>
                </a:lnTo>
                <a:lnTo>
                  <a:pt x="551748" y="1269"/>
                </a:lnTo>
                <a:lnTo>
                  <a:pt x="551372" y="1444"/>
                </a:lnTo>
                <a:lnTo>
                  <a:pt x="551007" y="1630"/>
                </a:lnTo>
                <a:lnTo>
                  <a:pt x="550652" y="1827"/>
                </a:lnTo>
                <a:lnTo>
                  <a:pt x="550308" y="2036"/>
                </a:lnTo>
                <a:lnTo>
                  <a:pt x="549974" y="2256"/>
                </a:lnTo>
                <a:lnTo>
                  <a:pt x="549651" y="2487"/>
                </a:lnTo>
                <a:lnTo>
                  <a:pt x="549339" y="2730"/>
                </a:lnTo>
                <a:lnTo>
                  <a:pt x="549037" y="2984"/>
                </a:lnTo>
                <a:lnTo>
                  <a:pt x="548746" y="3249"/>
                </a:lnTo>
                <a:lnTo>
                  <a:pt x="548467" y="3522"/>
                </a:lnTo>
                <a:lnTo>
                  <a:pt x="548199" y="3802"/>
                </a:lnTo>
                <a:lnTo>
                  <a:pt x="547943" y="4088"/>
                </a:lnTo>
                <a:lnTo>
                  <a:pt x="547699" y="4380"/>
                </a:lnTo>
                <a:lnTo>
                  <a:pt x="547467" y="4678"/>
                </a:lnTo>
                <a:lnTo>
                  <a:pt x="547247" y="4982"/>
                </a:lnTo>
                <a:lnTo>
                  <a:pt x="547039" y="5292"/>
                </a:lnTo>
                <a:lnTo>
                  <a:pt x="546843" y="5607"/>
                </a:lnTo>
                <a:lnTo>
                  <a:pt x="546658" y="5929"/>
                </a:lnTo>
                <a:lnTo>
                  <a:pt x="546486" y="6257"/>
                </a:lnTo>
                <a:lnTo>
                  <a:pt x="546325" y="6591"/>
                </a:lnTo>
                <a:lnTo>
                  <a:pt x="546176" y="6931"/>
                </a:lnTo>
                <a:lnTo>
                  <a:pt x="546040" y="7277"/>
                </a:lnTo>
                <a:lnTo>
                  <a:pt x="545915" y="7630"/>
                </a:lnTo>
                <a:lnTo>
                  <a:pt x="545802" y="7988"/>
                </a:lnTo>
                <a:lnTo>
                  <a:pt x="545700" y="8352"/>
                </a:lnTo>
                <a:lnTo>
                  <a:pt x="545611" y="8722"/>
                </a:lnTo>
                <a:lnTo>
                  <a:pt x="545534" y="9098"/>
                </a:lnTo>
                <a:lnTo>
                  <a:pt x="545468" y="9480"/>
                </a:lnTo>
                <a:lnTo>
                  <a:pt x="545415" y="9869"/>
                </a:lnTo>
                <a:lnTo>
                  <a:pt x="545373" y="10263"/>
                </a:lnTo>
                <a:lnTo>
                  <a:pt x="545343" y="10663"/>
                </a:lnTo>
                <a:lnTo>
                  <a:pt x="545326" y="11070"/>
                </a:lnTo>
                <a:lnTo>
                  <a:pt x="545320" y="11482"/>
                </a:lnTo>
                <a:lnTo>
                  <a:pt x="545326" y="11887"/>
                </a:lnTo>
                <a:lnTo>
                  <a:pt x="545343" y="12287"/>
                </a:lnTo>
                <a:lnTo>
                  <a:pt x="545373" y="12681"/>
                </a:lnTo>
                <a:lnTo>
                  <a:pt x="545415" y="13069"/>
                </a:lnTo>
                <a:lnTo>
                  <a:pt x="545468" y="13452"/>
                </a:lnTo>
                <a:lnTo>
                  <a:pt x="545534" y="13829"/>
                </a:lnTo>
                <a:lnTo>
                  <a:pt x="545611" y="14201"/>
                </a:lnTo>
                <a:lnTo>
                  <a:pt x="545700" y="14567"/>
                </a:lnTo>
                <a:lnTo>
                  <a:pt x="545802" y="14928"/>
                </a:lnTo>
                <a:lnTo>
                  <a:pt x="545915" y="15283"/>
                </a:lnTo>
                <a:lnTo>
                  <a:pt x="546040" y="15633"/>
                </a:lnTo>
                <a:lnTo>
                  <a:pt x="546176" y="15977"/>
                </a:lnTo>
                <a:lnTo>
                  <a:pt x="546325" y="16315"/>
                </a:lnTo>
                <a:lnTo>
                  <a:pt x="546486" y="16648"/>
                </a:lnTo>
                <a:lnTo>
                  <a:pt x="546658" y="16975"/>
                </a:lnTo>
                <a:lnTo>
                  <a:pt x="546843" y="17297"/>
                </a:lnTo>
                <a:lnTo>
                  <a:pt x="547039" y="17613"/>
                </a:lnTo>
                <a:lnTo>
                  <a:pt x="547247" y="17924"/>
                </a:lnTo>
                <a:lnTo>
                  <a:pt x="547467" y="18229"/>
                </a:lnTo>
                <a:lnTo>
                  <a:pt x="547699" y="18528"/>
                </a:lnTo>
                <a:lnTo>
                  <a:pt x="547943" y="18822"/>
                </a:lnTo>
                <a:lnTo>
                  <a:pt x="548199" y="19111"/>
                </a:lnTo>
                <a:lnTo>
                  <a:pt x="548467" y="19393"/>
                </a:lnTo>
                <a:lnTo>
                  <a:pt x="548746" y="19671"/>
                </a:lnTo>
                <a:lnTo>
                  <a:pt x="549037" y="19939"/>
                </a:lnTo>
                <a:lnTo>
                  <a:pt x="549339" y="20197"/>
                </a:lnTo>
                <a:lnTo>
                  <a:pt x="549651" y="20442"/>
                </a:lnTo>
                <a:lnTo>
                  <a:pt x="549974" y="20677"/>
                </a:lnTo>
                <a:lnTo>
                  <a:pt x="550308" y="20900"/>
                </a:lnTo>
                <a:lnTo>
                  <a:pt x="550652" y="21111"/>
                </a:lnTo>
                <a:lnTo>
                  <a:pt x="551007" y="21311"/>
                </a:lnTo>
                <a:lnTo>
                  <a:pt x="551372" y="21500"/>
                </a:lnTo>
                <a:lnTo>
                  <a:pt x="551748" y="21677"/>
                </a:lnTo>
                <a:lnTo>
                  <a:pt x="552135" y="21843"/>
                </a:lnTo>
                <a:lnTo>
                  <a:pt x="552533" y="21998"/>
                </a:lnTo>
                <a:lnTo>
                  <a:pt x="552941" y="22140"/>
                </a:lnTo>
                <a:lnTo>
                  <a:pt x="553360" y="22272"/>
                </a:lnTo>
                <a:lnTo>
                  <a:pt x="553789" y="22392"/>
                </a:lnTo>
                <a:lnTo>
                  <a:pt x="554229" y="22501"/>
                </a:lnTo>
                <a:lnTo>
                  <a:pt x="554680" y="22598"/>
                </a:lnTo>
                <a:lnTo>
                  <a:pt x="555142" y="22684"/>
                </a:lnTo>
                <a:lnTo>
                  <a:pt x="555614" y="22758"/>
                </a:lnTo>
                <a:lnTo>
                  <a:pt x="556097" y="22821"/>
                </a:lnTo>
                <a:lnTo>
                  <a:pt x="556590" y="22872"/>
                </a:lnTo>
                <a:lnTo>
                  <a:pt x="557094" y="22912"/>
                </a:lnTo>
                <a:lnTo>
                  <a:pt x="557609" y="22941"/>
                </a:lnTo>
                <a:lnTo>
                  <a:pt x="558135" y="22958"/>
                </a:lnTo>
                <a:lnTo>
                  <a:pt x="558671" y="22964"/>
                </a:lnTo>
                <a:lnTo>
                  <a:pt x="559207" y="22958"/>
                </a:lnTo>
                <a:lnTo>
                  <a:pt x="559732" y="22941"/>
                </a:lnTo>
                <a:lnTo>
                  <a:pt x="560247" y="22912"/>
                </a:lnTo>
                <a:lnTo>
                  <a:pt x="560751" y="22872"/>
                </a:lnTo>
                <a:lnTo>
                  <a:pt x="561245" y="22821"/>
                </a:lnTo>
                <a:close/>
                <a:moveTo>
                  <a:pt x="516581" y="42159"/>
                </a:moveTo>
                <a:lnTo>
                  <a:pt x="516994" y="41964"/>
                </a:lnTo>
                <a:lnTo>
                  <a:pt x="517417" y="41783"/>
                </a:lnTo>
                <a:lnTo>
                  <a:pt x="517850" y="41614"/>
                </a:lnTo>
                <a:lnTo>
                  <a:pt x="518293" y="41460"/>
                </a:lnTo>
                <a:lnTo>
                  <a:pt x="518747" y="41319"/>
                </a:lnTo>
                <a:lnTo>
                  <a:pt x="519210" y="41191"/>
                </a:lnTo>
                <a:lnTo>
                  <a:pt x="519683" y="41077"/>
                </a:lnTo>
                <a:lnTo>
                  <a:pt x="520164" y="40971"/>
                </a:lnTo>
                <a:lnTo>
                  <a:pt x="520649" y="40871"/>
                </a:lnTo>
                <a:lnTo>
                  <a:pt x="521137" y="40774"/>
                </a:lnTo>
                <a:lnTo>
                  <a:pt x="521630" y="40682"/>
                </a:lnTo>
                <a:lnTo>
                  <a:pt x="522128" y="40595"/>
                </a:lnTo>
                <a:lnTo>
                  <a:pt x="522629" y="40512"/>
                </a:lnTo>
                <a:lnTo>
                  <a:pt x="523134" y="40434"/>
                </a:lnTo>
                <a:lnTo>
                  <a:pt x="523644" y="40360"/>
                </a:lnTo>
                <a:lnTo>
                  <a:pt x="524158" y="40290"/>
                </a:lnTo>
                <a:lnTo>
                  <a:pt x="524676" y="40225"/>
                </a:lnTo>
                <a:lnTo>
                  <a:pt x="525198" y="40165"/>
                </a:lnTo>
                <a:lnTo>
                  <a:pt x="525725" y="40109"/>
                </a:lnTo>
                <a:lnTo>
                  <a:pt x="526255" y="40057"/>
                </a:lnTo>
                <a:lnTo>
                  <a:pt x="526790" y="40010"/>
                </a:lnTo>
                <a:lnTo>
                  <a:pt x="527329" y="39968"/>
                </a:lnTo>
                <a:lnTo>
                  <a:pt x="527872" y="39930"/>
                </a:lnTo>
                <a:lnTo>
                  <a:pt x="528419" y="39896"/>
                </a:lnTo>
                <a:lnTo>
                  <a:pt x="528971" y="39867"/>
                </a:lnTo>
                <a:lnTo>
                  <a:pt x="529526" y="39842"/>
                </a:lnTo>
                <a:lnTo>
                  <a:pt x="530086" y="39822"/>
                </a:lnTo>
                <a:lnTo>
                  <a:pt x="530650" y="39806"/>
                </a:lnTo>
                <a:lnTo>
                  <a:pt x="531218" y="39795"/>
                </a:lnTo>
                <a:lnTo>
                  <a:pt x="531790" y="39788"/>
                </a:lnTo>
                <a:lnTo>
                  <a:pt x="532367" y="39786"/>
                </a:lnTo>
                <a:lnTo>
                  <a:pt x="532367" y="22608"/>
                </a:lnTo>
                <a:lnTo>
                  <a:pt x="531519" y="22621"/>
                </a:lnTo>
                <a:lnTo>
                  <a:pt x="530682" y="22645"/>
                </a:lnTo>
                <a:lnTo>
                  <a:pt x="529855" y="22681"/>
                </a:lnTo>
                <a:lnTo>
                  <a:pt x="529038" y="22729"/>
                </a:lnTo>
                <a:lnTo>
                  <a:pt x="528231" y="22788"/>
                </a:lnTo>
                <a:lnTo>
                  <a:pt x="527435" y="22858"/>
                </a:lnTo>
                <a:lnTo>
                  <a:pt x="526650" y="22940"/>
                </a:lnTo>
                <a:lnTo>
                  <a:pt x="525874" y="23033"/>
                </a:lnTo>
                <a:lnTo>
                  <a:pt x="525109" y="23138"/>
                </a:lnTo>
                <a:lnTo>
                  <a:pt x="524355" y="23254"/>
                </a:lnTo>
                <a:lnTo>
                  <a:pt x="523610" y="23381"/>
                </a:lnTo>
                <a:lnTo>
                  <a:pt x="522876" y="23520"/>
                </a:lnTo>
                <a:lnTo>
                  <a:pt x="522153" y="23670"/>
                </a:lnTo>
                <a:lnTo>
                  <a:pt x="521440" y="23832"/>
                </a:lnTo>
                <a:lnTo>
                  <a:pt x="520737" y="24005"/>
                </a:lnTo>
                <a:lnTo>
                  <a:pt x="520044" y="24190"/>
                </a:lnTo>
                <a:lnTo>
                  <a:pt x="519362" y="24386"/>
                </a:lnTo>
                <a:lnTo>
                  <a:pt x="518690" y="24594"/>
                </a:lnTo>
                <a:lnTo>
                  <a:pt x="518029" y="24813"/>
                </a:lnTo>
                <a:lnTo>
                  <a:pt x="517378" y="25043"/>
                </a:lnTo>
                <a:lnTo>
                  <a:pt x="516737" y="25285"/>
                </a:lnTo>
                <a:lnTo>
                  <a:pt x="516107" y="25538"/>
                </a:lnTo>
                <a:lnTo>
                  <a:pt x="515487" y="25803"/>
                </a:lnTo>
                <a:lnTo>
                  <a:pt x="514877" y="26079"/>
                </a:lnTo>
                <a:lnTo>
                  <a:pt x="514279" y="26371"/>
                </a:lnTo>
                <a:lnTo>
                  <a:pt x="513694" y="26684"/>
                </a:lnTo>
                <a:lnTo>
                  <a:pt x="513123" y="27016"/>
                </a:lnTo>
                <a:lnTo>
                  <a:pt x="512564" y="27370"/>
                </a:lnTo>
                <a:lnTo>
                  <a:pt x="512019" y="27743"/>
                </a:lnTo>
                <a:lnTo>
                  <a:pt x="511486" y="28137"/>
                </a:lnTo>
                <a:lnTo>
                  <a:pt x="510967" y="28552"/>
                </a:lnTo>
                <a:lnTo>
                  <a:pt x="510461" y="28987"/>
                </a:lnTo>
                <a:lnTo>
                  <a:pt x="509968" y="29442"/>
                </a:lnTo>
                <a:lnTo>
                  <a:pt x="509489" y="29917"/>
                </a:lnTo>
                <a:lnTo>
                  <a:pt x="509022" y="30414"/>
                </a:lnTo>
                <a:lnTo>
                  <a:pt x="508569" y="30930"/>
                </a:lnTo>
                <a:lnTo>
                  <a:pt x="508128" y="31467"/>
                </a:lnTo>
                <a:lnTo>
                  <a:pt x="507701" y="32024"/>
                </a:lnTo>
                <a:lnTo>
                  <a:pt x="507287" y="32602"/>
                </a:lnTo>
                <a:lnTo>
                  <a:pt x="506886" y="33200"/>
                </a:lnTo>
                <a:lnTo>
                  <a:pt x="506498" y="33818"/>
                </a:lnTo>
                <a:lnTo>
                  <a:pt x="506124" y="34457"/>
                </a:lnTo>
                <a:lnTo>
                  <a:pt x="505762" y="35116"/>
                </a:lnTo>
                <a:lnTo>
                  <a:pt x="505414" y="35796"/>
                </a:lnTo>
                <a:lnTo>
                  <a:pt x="505079" y="36496"/>
                </a:lnTo>
                <a:lnTo>
                  <a:pt x="504756" y="37216"/>
                </a:lnTo>
                <a:lnTo>
                  <a:pt x="504724" y="37294"/>
                </a:lnTo>
                <a:lnTo>
                  <a:pt x="504479" y="37196"/>
                </a:lnTo>
                <a:lnTo>
                  <a:pt x="503734" y="36919"/>
                </a:lnTo>
                <a:lnTo>
                  <a:pt x="502975" y="36657"/>
                </a:lnTo>
                <a:lnTo>
                  <a:pt x="502201" y="36408"/>
                </a:lnTo>
                <a:lnTo>
                  <a:pt x="501412" y="36174"/>
                </a:lnTo>
                <a:lnTo>
                  <a:pt x="500609" y="35954"/>
                </a:lnTo>
                <a:lnTo>
                  <a:pt x="499791" y="35748"/>
                </a:lnTo>
                <a:lnTo>
                  <a:pt x="498958" y="35556"/>
                </a:lnTo>
                <a:lnTo>
                  <a:pt x="498110" y="35379"/>
                </a:lnTo>
                <a:lnTo>
                  <a:pt x="497248" y="35216"/>
                </a:lnTo>
                <a:lnTo>
                  <a:pt x="496371" y="35067"/>
                </a:lnTo>
                <a:lnTo>
                  <a:pt x="495480" y="34932"/>
                </a:lnTo>
                <a:lnTo>
                  <a:pt x="494573" y="34811"/>
                </a:lnTo>
                <a:lnTo>
                  <a:pt x="493653" y="34705"/>
                </a:lnTo>
                <a:lnTo>
                  <a:pt x="492717" y="34612"/>
                </a:lnTo>
                <a:lnTo>
                  <a:pt x="491767" y="34534"/>
                </a:lnTo>
                <a:lnTo>
                  <a:pt x="490802" y="34470"/>
                </a:lnTo>
                <a:lnTo>
                  <a:pt x="489822" y="34421"/>
                </a:lnTo>
                <a:lnTo>
                  <a:pt x="488828" y="34385"/>
                </a:lnTo>
                <a:lnTo>
                  <a:pt x="487819" y="34364"/>
                </a:lnTo>
                <a:lnTo>
                  <a:pt x="486795" y="34357"/>
                </a:lnTo>
                <a:lnTo>
                  <a:pt x="485800" y="34364"/>
                </a:lnTo>
                <a:lnTo>
                  <a:pt x="484818" y="34385"/>
                </a:lnTo>
                <a:lnTo>
                  <a:pt x="483848" y="34421"/>
                </a:lnTo>
                <a:lnTo>
                  <a:pt x="482891" y="34470"/>
                </a:lnTo>
                <a:lnTo>
                  <a:pt x="481947" y="34534"/>
                </a:lnTo>
                <a:lnTo>
                  <a:pt x="481015" y="34612"/>
                </a:lnTo>
                <a:lnTo>
                  <a:pt x="480096" y="34705"/>
                </a:lnTo>
                <a:lnTo>
                  <a:pt x="479190" y="34811"/>
                </a:lnTo>
                <a:lnTo>
                  <a:pt x="478296" y="34932"/>
                </a:lnTo>
                <a:lnTo>
                  <a:pt x="477416" y="35067"/>
                </a:lnTo>
                <a:lnTo>
                  <a:pt x="476547" y="35216"/>
                </a:lnTo>
                <a:lnTo>
                  <a:pt x="475692" y="35379"/>
                </a:lnTo>
                <a:lnTo>
                  <a:pt x="474849" y="35556"/>
                </a:lnTo>
                <a:lnTo>
                  <a:pt x="474018" y="35748"/>
                </a:lnTo>
                <a:lnTo>
                  <a:pt x="473201" y="35954"/>
                </a:lnTo>
                <a:lnTo>
                  <a:pt x="472396" y="36174"/>
                </a:lnTo>
                <a:lnTo>
                  <a:pt x="471604" y="36408"/>
                </a:lnTo>
                <a:lnTo>
                  <a:pt x="470824" y="36657"/>
                </a:lnTo>
                <a:lnTo>
                  <a:pt x="470057" y="36919"/>
                </a:lnTo>
                <a:lnTo>
                  <a:pt x="469303" y="37196"/>
                </a:lnTo>
                <a:lnTo>
                  <a:pt x="468561" y="37487"/>
                </a:lnTo>
                <a:lnTo>
                  <a:pt x="467832" y="37792"/>
                </a:lnTo>
                <a:lnTo>
                  <a:pt x="467116" y="38112"/>
                </a:lnTo>
                <a:lnTo>
                  <a:pt x="466413" y="38445"/>
                </a:lnTo>
                <a:lnTo>
                  <a:pt x="465722" y="38791"/>
                </a:lnTo>
                <a:lnTo>
                  <a:pt x="465046" y="39146"/>
                </a:lnTo>
                <a:lnTo>
                  <a:pt x="464384" y="39510"/>
                </a:lnTo>
                <a:lnTo>
                  <a:pt x="463736" y="39884"/>
                </a:lnTo>
                <a:lnTo>
                  <a:pt x="463102" y="40267"/>
                </a:lnTo>
                <a:lnTo>
                  <a:pt x="462482" y="40659"/>
                </a:lnTo>
                <a:lnTo>
                  <a:pt x="461877" y="41061"/>
                </a:lnTo>
                <a:lnTo>
                  <a:pt x="461285" y="41472"/>
                </a:lnTo>
                <a:lnTo>
                  <a:pt x="460707" y="41893"/>
                </a:lnTo>
                <a:lnTo>
                  <a:pt x="460144" y="42323"/>
                </a:lnTo>
                <a:lnTo>
                  <a:pt x="459594" y="42763"/>
                </a:lnTo>
                <a:lnTo>
                  <a:pt x="459058" y="43212"/>
                </a:lnTo>
                <a:lnTo>
                  <a:pt x="458537" y="43670"/>
                </a:lnTo>
                <a:lnTo>
                  <a:pt x="458030" y="44138"/>
                </a:lnTo>
                <a:lnTo>
                  <a:pt x="457536" y="44615"/>
                </a:lnTo>
                <a:lnTo>
                  <a:pt x="457057" y="45101"/>
                </a:lnTo>
                <a:lnTo>
                  <a:pt x="456592" y="45597"/>
                </a:lnTo>
                <a:lnTo>
                  <a:pt x="456141" y="46103"/>
                </a:lnTo>
                <a:lnTo>
                  <a:pt x="455704" y="46617"/>
                </a:lnTo>
                <a:lnTo>
                  <a:pt x="455281" y="47141"/>
                </a:lnTo>
                <a:lnTo>
                  <a:pt x="454872" y="47675"/>
                </a:lnTo>
                <a:lnTo>
                  <a:pt x="454477" y="48218"/>
                </a:lnTo>
                <a:lnTo>
                  <a:pt x="454096" y="48770"/>
                </a:lnTo>
                <a:lnTo>
                  <a:pt x="453729" y="49332"/>
                </a:lnTo>
                <a:lnTo>
                  <a:pt x="453377" y="49901"/>
                </a:lnTo>
                <a:lnTo>
                  <a:pt x="453040" y="50477"/>
                </a:lnTo>
                <a:lnTo>
                  <a:pt x="452717" y="51057"/>
                </a:lnTo>
                <a:lnTo>
                  <a:pt x="452410" y="51644"/>
                </a:lnTo>
                <a:lnTo>
                  <a:pt x="452118" y="52236"/>
                </a:lnTo>
                <a:lnTo>
                  <a:pt x="451841" y="52834"/>
                </a:lnTo>
                <a:lnTo>
                  <a:pt x="451578" y="53438"/>
                </a:lnTo>
                <a:lnTo>
                  <a:pt x="451331" y="54047"/>
                </a:lnTo>
                <a:lnTo>
                  <a:pt x="451099" y="54662"/>
                </a:lnTo>
                <a:lnTo>
                  <a:pt x="450881" y="55283"/>
                </a:lnTo>
                <a:lnTo>
                  <a:pt x="450679" y="55909"/>
                </a:lnTo>
                <a:lnTo>
                  <a:pt x="450492" y="56542"/>
                </a:lnTo>
                <a:lnTo>
                  <a:pt x="450319" y="57180"/>
                </a:lnTo>
                <a:lnTo>
                  <a:pt x="450162" y="57823"/>
                </a:lnTo>
                <a:lnTo>
                  <a:pt x="450019" y="58473"/>
                </a:lnTo>
                <a:lnTo>
                  <a:pt x="449892" y="59128"/>
                </a:lnTo>
                <a:lnTo>
                  <a:pt x="449780" y="59789"/>
                </a:lnTo>
                <a:lnTo>
                  <a:pt x="449682" y="60455"/>
                </a:lnTo>
                <a:lnTo>
                  <a:pt x="449600" y="61128"/>
                </a:lnTo>
                <a:lnTo>
                  <a:pt x="449532" y="61805"/>
                </a:lnTo>
                <a:lnTo>
                  <a:pt x="449480" y="62489"/>
                </a:lnTo>
                <a:lnTo>
                  <a:pt x="449442" y="63179"/>
                </a:lnTo>
                <a:lnTo>
                  <a:pt x="449420" y="63874"/>
                </a:lnTo>
                <a:lnTo>
                  <a:pt x="449412" y="64575"/>
                </a:lnTo>
                <a:lnTo>
                  <a:pt x="449420" y="65232"/>
                </a:lnTo>
                <a:lnTo>
                  <a:pt x="449442" y="65886"/>
                </a:lnTo>
                <a:lnTo>
                  <a:pt x="449479" y="66536"/>
                </a:lnTo>
                <a:lnTo>
                  <a:pt x="449531" y="67182"/>
                </a:lnTo>
                <a:lnTo>
                  <a:pt x="449598" y="67824"/>
                </a:lnTo>
                <a:lnTo>
                  <a:pt x="449679" y="68463"/>
                </a:lnTo>
                <a:lnTo>
                  <a:pt x="449776" y="69098"/>
                </a:lnTo>
                <a:lnTo>
                  <a:pt x="449887" y="69730"/>
                </a:lnTo>
                <a:lnTo>
                  <a:pt x="450013" y="70357"/>
                </a:lnTo>
                <a:lnTo>
                  <a:pt x="450154" y="70981"/>
                </a:lnTo>
                <a:lnTo>
                  <a:pt x="450310" y="71602"/>
                </a:lnTo>
                <a:lnTo>
                  <a:pt x="450480" y="72218"/>
                </a:lnTo>
                <a:lnTo>
                  <a:pt x="450666" y="72831"/>
                </a:lnTo>
                <a:lnTo>
                  <a:pt x="450866" y="73440"/>
                </a:lnTo>
                <a:lnTo>
                  <a:pt x="451081" y="74046"/>
                </a:lnTo>
                <a:lnTo>
                  <a:pt x="451311" y="74647"/>
                </a:lnTo>
                <a:lnTo>
                  <a:pt x="451556" y="75245"/>
                </a:lnTo>
                <a:lnTo>
                  <a:pt x="451816" y="75840"/>
                </a:lnTo>
                <a:lnTo>
                  <a:pt x="452090" y="76430"/>
                </a:lnTo>
                <a:lnTo>
                  <a:pt x="452379" y="77017"/>
                </a:lnTo>
                <a:lnTo>
                  <a:pt x="452683" y="77600"/>
                </a:lnTo>
                <a:lnTo>
                  <a:pt x="453002" y="78180"/>
                </a:lnTo>
                <a:lnTo>
                  <a:pt x="453336" y="78755"/>
                </a:lnTo>
                <a:lnTo>
                  <a:pt x="453685" y="79328"/>
                </a:lnTo>
                <a:lnTo>
                  <a:pt x="454048" y="79893"/>
                </a:lnTo>
                <a:lnTo>
                  <a:pt x="454425" y="80449"/>
                </a:lnTo>
                <a:lnTo>
                  <a:pt x="454815" y="80996"/>
                </a:lnTo>
                <a:lnTo>
                  <a:pt x="455220" y="81534"/>
                </a:lnTo>
                <a:lnTo>
                  <a:pt x="455639" y="82063"/>
                </a:lnTo>
                <a:lnTo>
                  <a:pt x="456071" y="82582"/>
                </a:lnTo>
                <a:lnTo>
                  <a:pt x="456518" y="83092"/>
                </a:lnTo>
                <a:lnTo>
                  <a:pt x="456978" y="83593"/>
                </a:lnTo>
                <a:lnTo>
                  <a:pt x="457452" y="84085"/>
                </a:lnTo>
                <a:lnTo>
                  <a:pt x="457940" y="84567"/>
                </a:lnTo>
                <a:lnTo>
                  <a:pt x="458442" y="85040"/>
                </a:lnTo>
                <a:lnTo>
                  <a:pt x="458958" y="85504"/>
                </a:lnTo>
                <a:lnTo>
                  <a:pt x="459488" y="85958"/>
                </a:lnTo>
                <a:lnTo>
                  <a:pt x="460032" y="86404"/>
                </a:lnTo>
                <a:lnTo>
                  <a:pt x="460590" y="86840"/>
                </a:lnTo>
                <a:lnTo>
                  <a:pt x="461161" y="87266"/>
                </a:lnTo>
                <a:lnTo>
                  <a:pt x="461747" y="87684"/>
                </a:lnTo>
                <a:lnTo>
                  <a:pt x="462346" y="88092"/>
                </a:lnTo>
                <a:lnTo>
                  <a:pt x="462897" y="88451"/>
                </a:lnTo>
                <a:lnTo>
                  <a:pt x="462665" y="88543"/>
                </a:lnTo>
                <a:lnTo>
                  <a:pt x="462049" y="88798"/>
                </a:lnTo>
                <a:lnTo>
                  <a:pt x="461447" y="89057"/>
                </a:lnTo>
                <a:lnTo>
                  <a:pt x="460860" y="89319"/>
                </a:lnTo>
                <a:lnTo>
                  <a:pt x="460287" y="89583"/>
                </a:lnTo>
                <a:lnTo>
                  <a:pt x="459729" y="89852"/>
                </a:lnTo>
                <a:lnTo>
                  <a:pt x="459186" y="90123"/>
                </a:lnTo>
                <a:lnTo>
                  <a:pt x="458658" y="90398"/>
                </a:lnTo>
                <a:lnTo>
                  <a:pt x="458144" y="90676"/>
                </a:lnTo>
                <a:lnTo>
                  <a:pt x="457645" y="90957"/>
                </a:lnTo>
                <a:lnTo>
                  <a:pt x="457161" y="91241"/>
                </a:lnTo>
                <a:lnTo>
                  <a:pt x="456691" y="91529"/>
                </a:lnTo>
                <a:lnTo>
                  <a:pt x="456236" y="91820"/>
                </a:lnTo>
                <a:lnTo>
                  <a:pt x="455796" y="92114"/>
                </a:lnTo>
                <a:lnTo>
                  <a:pt x="455370" y="92411"/>
                </a:lnTo>
                <a:lnTo>
                  <a:pt x="454959" y="92712"/>
                </a:lnTo>
                <a:lnTo>
                  <a:pt x="454563" y="93016"/>
                </a:lnTo>
                <a:lnTo>
                  <a:pt x="454181" y="93323"/>
                </a:lnTo>
                <a:lnTo>
                  <a:pt x="453814" y="93633"/>
                </a:lnTo>
                <a:lnTo>
                  <a:pt x="453462" y="93947"/>
                </a:lnTo>
                <a:lnTo>
                  <a:pt x="453124" y="94265"/>
                </a:lnTo>
                <a:lnTo>
                  <a:pt x="452801" y="94589"/>
                </a:lnTo>
                <a:lnTo>
                  <a:pt x="452492" y="94918"/>
                </a:lnTo>
                <a:lnTo>
                  <a:pt x="452197" y="95254"/>
                </a:lnTo>
                <a:lnTo>
                  <a:pt x="451917" y="95595"/>
                </a:lnTo>
                <a:lnTo>
                  <a:pt x="451651" y="95941"/>
                </a:lnTo>
                <a:lnTo>
                  <a:pt x="451400" y="96294"/>
                </a:lnTo>
                <a:lnTo>
                  <a:pt x="451163" y="96652"/>
                </a:lnTo>
                <a:lnTo>
                  <a:pt x="450940" y="97016"/>
                </a:lnTo>
                <a:lnTo>
                  <a:pt x="450732" y="97385"/>
                </a:lnTo>
                <a:lnTo>
                  <a:pt x="450538" y="97760"/>
                </a:lnTo>
                <a:lnTo>
                  <a:pt x="450358" y="98141"/>
                </a:lnTo>
                <a:lnTo>
                  <a:pt x="450193" y="98528"/>
                </a:lnTo>
                <a:lnTo>
                  <a:pt x="450042" y="98920"/>
                </a:lnTo>
                <a:lnTo>
                  <a:pt x="449905" y="99319"/>
                </a:lnTo>
                <a:lnTo>
                  <a:pt x="449783" y="99722"/>
                </a:lnTo>
                <a:lnTo>
                  <a:pt x="449675" y="100132"/>
                </a:lnTo>
                <a:lnTo>
                  <a:pt x="449582" y="100547"/>
                </a:lnTo>
                <a:lnTo>
                  <a:pt x="449503" y="100968"/>
                </a:lnTo>
                <a:lnTo>
                  <a:pt x="449438" y="101395"/>
                </a:lnTo>
                <a:lnTo>
                  <a:pt x="449388" y="101828"/>
                </a:lnTo>
                <a:lnTo>
                  <a:pt x="449352" y="102266"/>
                </a:lnTo>
                <a:lnTo>
                  <a:pt x="449330" y="102710"/>
                </a:lnTo>
                <a:lnTo>
                  <a:pt x="449323" y="103159"/>
                </a:lnTo>
                <a:lnTo>
                  <a:pt x="449328" y="103449"/>
                </a:lnTo>
                <a:lnTo>
                  <a:pt x="449342" y="103738"/>
                </a:lnTo>
                <a:lnTo>
                  <a:pt x="449365" y="104028"/>
                </a:lnTo>
                <a:lnTo>
                  <a:pt x="449397" y="104319"/>
                </a:lnTo>
                <a:lnTo>
                  <a:pt x="449439" y="104609"/>
                </a:lnTo>
                <a:lnTo>
                  <a:pt x="449490" y="104900"/>
                </a:lnTo>
                <a:lnTo>
                  <a:pt x="449550" y="105192"/>
                </a:lnTo>
                <a:lnTo>
                  <a:pt x="449620" y="105483"/>
                </a:lnTo>
                <a:lnTo>
                  <a:pt x="449699" y="105775"/>
                </a:lnTo>
                <a:lnTo>
                  <a:pt x="449787" y="106067"/>
                </a:lnTo>
                <a:lnTo>
                  <a:pt x="449884" y="106360"/>
                </a:lnTo>
                <a:lnTo>
                  <a:pt x="449991" y="106653"/>
                </a:lnTo>
                <a:lnTo>
                  <a:pt x="450107" y="106946"/>
                </a:lnTo>
                <a:lnTo>
                  <a:pt x="450232" y="107239"/>
                </a:lnTo>
                <a:lnTo>
                  <a:pt x="450366" y="107533"/>
                </a:lnTo>
                <a:lnTo>
                  <a:pt x="450510" y="107827"/>
                </a:lnTo>
                <a:lnTo>
                  <a:pt x="450663" y="108121"/>
                </a:lnTo>
                <a:lnTo>
                  <a:pt x="450825" y="108416"/>
                </a:lnTo>
                <a:lnTo>
                  <a:pt x="450997" y="108711"/>
                </a:lnTo>
                <a:lnTo>
                  <a:pt x="451178" y="109006"/>
                </a:lnTo>
                <a:lnTo>
                  <a:pt x="451368" y="109302"/>
                </a:lnTo>
                <a:lnTo>
                  <a:pt x="451567" y="109598"/>
                </a:lnTo>
                <a:lnTo>
                  <a:pt x="451776" y="109894"/>
                </a:lnTo>
                <a:lnTo>
                  <a:pt x="451994" y="110191"/>
                </a:lnTo>
                <a:lnTo>
                  <a:pt x="452221" y="110486"/>
                </a:lnTo>
                <a:lnTo>
                  <a:pt x="452460" y="110778"/>
                </a:lnTo>
                <a:lnTo>
                  <a:pt x="452710" y="111068"/>
                </a:lnTo>
                <a:lnTo>
                  <a:pt x="452970" y="111354"/>
                </a:lnTo>
                <a:lnTo>
                  <a:pt x="453241" y="111637"/>
                </a:lnTo>
                <a:lnTo>
                  <a:pt x="453523" y="111918"/>
                </a:lnTo>
                <a:lnTo>
                  <a:pt x="453816" y="112196"/>
                </a:lnTo>
                <a:lnTo>
                  <a:pt x="454120" y="112470"/>
                </a:lnTo>
                <a:lnTo>
                  <a:pt x="454434" y="112742"/>
                </a:lnTo>
                <a:lnTo>
                  <a:pt x="454760" y="113011"/>
                </a:lnTo>
                <a:lnTo>
                  <a:pt x="455096" y="113277"/>
                </a:lnTo>
                <a:lnTo>
                  <a:pt x="455443" y="113540"/>
                </a:lnTo>
                <a:lnTo>
                  <a:pt x="455800" y="113800"/>
                </a:lnTo>
                <a:lnTo>
                  <a:pt x="456169" y="114057"/>
                </a:lnTo>
                <a:lnTo>
                  <a:pt x="456548" y="114311"/>
                </a:lnTo>
                <a:lnTo>
                  <a:pt x="456938" y="114562"/>
                </a:lnTo>
                <a:lnTo>
                  <a:pt x="457339" y="114810"/>
                </a:lnTo>
                <a:lnTo>
                  <a:pt x="457751" y="115055"/>
                </a:lnTo>
                <a:lnTo>
                  <a:pt x="458174" y="115298"/>
                </a:lnTo>
                <a:lnTo>
                  <a:pt x="458607" y="115537"/>
                </a:lnTo>
                <a:lnTo>
                  <a:pt x="459052" y="115774"/>
                </a:lnTo>
                <a:lnTo>
                  <a:pt x="459507" y="116007"/>
                </a:lnTo>
                <a:lnTo>
                  <a:pt x="459731" y="116118"/>
                </a:lnTo>
                <a:lnTo>
                  <a:pt x="459398" y="116256"/>
                </a:lnTo>
                <a:lnTo>
                  <a:pt x="458570" y="116622"/>
                </a:lnTo>
                <a:lnTo>
                  <a:pt x="457771" y="116999"/>
                </a:lnTo>
                <a:lnTo>
                  <a:pt x="457000" y="117388"/>
                </a:lnTo>
                <a:lnTo>
                  <a:pt x="456258" y="117788"/>
                </a:lnTo>
                <a:lnTo>
                  <a:pt x="455544" y="118200"/>
                </a:lnTo>
                <a:lnTo>
                  <a:pt x="454858" y="118624"/>
                </a:lnTo>
                <a:lnTo>
                  <a:pt x="454201" y="119059"/>
                </a:lnTo>
                <a:lnTo>
                  <a:pt x="453573" y="119506"/>
                </a:lnTo>
                <a:lnTo>
                  <a:pt x="452973" y="119965"/>
                </a:lnTo>
                <a:lnTo>
                  <a:pt x="452399" y="120432"/>
                </a:lnTo>
                <a:lnTo>
                  <a:pt x="451850" y="120906"/>
                </a:lnTo>
                <a:lnTo>
                  <a:pt x="451325" y="121386"/>
                </a:lnTo>
                <a:lnTo>
                  <a:pt x="450824" y="121873"/>
                </a:lnTo>
                <a:lnTo>
                  <a:pt x="450348" y="122366"/>
                </a:lnTo>
                <a:lnTo>
                  <a:pt x="449896" y="122865"/>
                </a:lnTo>
                <a:lnTo>
                  <a:pt x="449469" y="123370"/>
                </a:lnTo>
                <a:lnTo>
                  <a:pt x="449066" y="123882"/>
                </a:lnTo>
                <a:lnTo>
                  <a:pt x="448688" y="124401"/>
                </a:lnTo>
                <a:lnTo>
                  <a:pt x="448334" y="124925"/>
                </a:lnTo>
                <a:lnTo>
                  <a:pt x="448004" y="125456"/>
                </a:lnTo>
                <a:lnTo>
                  <a:pt x="447699" y="125994"/>
                </a:lnTo>
                <a:lnTo>
                  <a:pt x="447418" y="126537"/>
                </a:lnTo>
                <a:lnTo>
                  <a:pt x="447162" y="127087"/>
                </a:lnTo>
                <a:lnTo>
                  <a:pt x="446930" y="127644"/>
                </a:lnTo>
                <a:lnTo>
                  <a:pt x="446722" y="128207"/>
                </a:lnTo>
                <a:lnTo>
                  <a:pt x="446539" y="128776"/>
                </a:lnTo>
                <a:lnTo>
                  <a:pt x="446381" y="129351"/>
                </a:lnTo>
                <a:lnTo>
                  <a:pt x="446246" y="129933"/>
                </a:lnTo>
                <a:lnTo>
                  <a:pt x="446136" y="130521"/>
                </a:lnTo>
                <a:lnTo>
                  <a:pt x="446051" y="131116"/>
                </a:lnTo>
                <a:lnTo>
                  <a:pt x="445990" y="131717"/>
                </a:lnTo>
                <a:lnTo>
                  <a:pt x="445953" y="132324"/>
                </a:lnTo>
                <a:lnTo>
                  <a:pt x="445941" y="132938"/>
                </a:lnTo>
                <a:lnTo>
                  <a:pt x="445948" y="133441"/>
                </a:lnTo>
                <a:lnTo>
                  <a:pt x="445969" y="133942"/>
                </a:lnTo>
                <a:lnTo>
                  <a:pt x="446004" y="134440"/>
                </a:lnTo>
                <a:lnTo>
                  <a:pt x="446052" y="134935"/>
                </a:lnTo>
                <a:lnTo>
                  <a:pt x="446115" y="135427"/>
                </a:lnTo>
                <a:lnTo>
                  <a:pt x="446191" y="135916"/>
                </a:lnTo>
                <a:lnTo>
                  <a:pt x="446282" y="136402"/>
                </a:lnTo>
                <a:lnTo>
                  <a:pt x="446386" y="136886"/>
                </a:lnTo>
                <a:lnTo>
                  <a:pt x="446504" y="137366"/>
                </a:lnTo>
                <a:lnTo>
                  <a:pt x="446636" y="137843"/>
                </a:lnTo>
                <a:lnTo>
                  <a:pt x="446782" y="138318"/>
                </a:lnTo>
                <a:lnTo>
                  <a:pt x="446942" y="138789"/>
                </a:lnTo>
                <a:lnTo>
                  <a:pt x="447116" y="139258"/>
                </a:lnTo>
                <a:lnTo>
                  <a:pt x="447304" y="139723"/>
                </a:lnTo>
                <a:lnTo>
                  <a:pt x="447506" y="140186"/>
                </a:lnTo>
                <a:lnTo>
                  <a:pt x="447721" y="140645"/>
                </a:lnTo>
                <a:lnTo>
                  <a:pt x="447951" y="141102"/>
                </a:lnTo>
                <a:lnTo>
                  <a:pt x="448194" y="141556"/>
                </a:lnTo>
                <a:lnTo>
                  <a:pt x="448451" y="142007"/>
                </a:lnTo>
                <a:lnTo>
                  <a:pt x="448723" y="142454"/>
                </a:lnTo>
                <a:lnTo>
                  <a:pt x="449008" y="142899"/>
                </a:lnTo>
                <a:lnTo>
                  <a:pt x="449307" y="143341"/>
                </a:lnTo>
                <a:lnTo>
                  <a:pt x="449620" y="143780"/>
                </a:lnTo>
                <a:lnTo>
                  <a:pt x="449946" y="144216"/>
                </a:lnTo>
                <a:lnTo>
                  <a:pt x="450289" y="144648"/>
                </a:lnTo>
                <a:lnTo>
                  <a:pt x="450650" y="145072"/>
                </a:lnTo>
                <a:lnTo>
                  <a:pt x="451028" y="145489"/>
                </a:lnTo>
                <a:lnTo>
                  <a:pt x="451425" y="145899"/>
                </a:lnTo>
                <a:lnTo>
                  <a:pt x="451839" y="146302"/>
                </a:lnTo>
                <a:lnTo>
                  <a:pt x="452272" y="146699"/>
                </a:lnTo>
                <a:lnTo>
                  <a:pt x="452722" y="147088"/>
                </a:lnTo>
                <a:lnTo>
                  <a:pt x="453190" y="147470"/>
                </a:lnTo>
                <a:lnTo>
                  <a:pt x="453676" y="147846"/>
                </a:lnTo>
                <a:lnTo>
                  <a:pt x="454180" y="148214"/>
                </a:lnTo>
                <a:lnTo>
                  <a:pt x="454702" y="148576"/>
                </a:lnTo>
                <a:lnTo>
                  <a:pt x="455242" y="148930"/>
                </a:lnTo>
                <a:lnTo>
                  <a:pt x="455800" y="149278"/>
                </a:lnTo>
                <a:lnTo>
                  <a:pt x="456376" y="149618"/>
                </a:lnTo>
                <a:lnTo>
                  <a:pt x="456970" y="149952"/>
                </a:lnTo>
                <a:lnTo>
                  <a:pt x="457581" y="150279"/>
                </a:lnTo>
                <a:lnTo>
                  <a:pt x="458211" y="150598"/>
                </a:lnTo>
                <a:lnTo>
                  <a:pt x="458858" y="150911"/>
                </a:lnTo>
                <a:lnTo>
                  <a:pt x="459524" y="151217"/>
                </a:lnTo>
                <a:lnTo>
                  <a:pt x="460207" y="151516"/>
                </a:lnTo>
                <a:lnTo>
                  <a:pt x="460908" y="151808"/>
                </a:lnTo>
                <a:lnTo>
                  <a:pt x="461627" y="152093"/>
                </a:lnTo>
                <a:lnTo>
                  <a:pt x="462364" y="152371"/>
                </a:lnTo>
                <a:lnTo>
                  <a:pt x="463119" y="152641"/>
                </a:lnTo>
                <a:lnTo>
                  <a:pt x="463895" y="152903"/>
                </a:lnTo>
                <a:lnTo>
                  <a:pt x="464692" y="153154"/>
                </a:lnTo>
                <a:lnTo>
                  <a:pt x="465511" y="153394"/>
                </a:lnTo>
                <a:lnTo>
                  <a:pt x="466353" y="153622"/>
                </a:lnTo>
                <a:lnTo>
                  <a:pt x="467217" y="153840"/>
                </a:lnTo>
                <a:lnTo>
                  <a:pt x="468104" y="154046"/>
                </a:lnTo>
                <a:lnTo>
                  <a:pt x="469012" y="154241"/>
                </a:lnTo>
                <a:lnTo>
                  <a:pt x="469943" y="154425"/>
                </a:lnTo>
                <a:lnTo>
                  <a:pt x="470896" y="154597"/>
                </a:lnTo>
                <a:lnTo>
                  <a:pt x="471872" y="154759"/>
                </a:lnTo>
                <a:lnTo>
                  <a:pt x="472869" y="154910"/>
                </a:lnTo>
                <a:lnTo>
                  <a:pt x="473889" y="155049"/>
                </a:lnTo>
                <a:lnTo>
                  <a:pt x="474931" y="155177"/>
                </a:lnTo>
                <a:lnTo>
                  <a:pt x="475996" y="155294"/>
                </a:lnTo>
                <a:lnTo>
                  <a:pt x="477082" y="155400"/>
                </a:lnTo>
                <a:lnTo>
                  <a:pt x="478191" y="155495"/>
                </a:lnTo>
                <a:lnTo>
                  <a:pt x="479322" y="155578"/>
                </a:lnTo>
                <a:lnTo>
                  <a:pt x="480476" y="155651"/>
                </a:lnTo>
                <a:lnTo>
                  <a:pt x="481651" y="155712"/>
                </a:lnTo>
                <a:lnTo>
                  <a:pt x="482849" y="155762"/>
                </a:lnTo>
                <a:lnTo>
                  <a:pt x="484069" y="155801"/>
                </a:lnTo>
                <a:lnTo>
                  <a:pt x="485312" y="155829"/>
                </a:lnTo>
                <a:lnTo>
                  <a:pt x="486576" y="155846"/>
                </a:lnTo>
                <a:lnTo>
                  <a:pt x="487863" y="155851"/>
                </a:lnTo>
                <a:lnTo>
                  <a:pt x="489655" y="155838"/>
                </a:lnTo>
                <a:lnTo>
                  <a:pt x="491411" y="155798"/>
                </a:lnTo>
                <a:lnTo>
                  <a:pt x="493131" y="155731"/>
                </a:lnTo>
                <a:lnTo>
                  <a:pt x="494816" y="155638"/>
                </a:lnTo>
                <a:lnTo>
                  <a:pt x="496464" y="155518"/>
                </a:lnTo>
                <a:lnTo>
                  <a:pt x="498077" y="155372"/>
                </a:lnTo>
                <a:lnTo>
                  <a:pt x="499654" y="155199"/>
                </a:lnTo>
                <a:lnTo>
                  <a:pt x="501195" y="154999"/>
                </a:lnTo>
                <a:lnTo>
                  <a:pt x="502700" y="154773"/>
                </a:lnTo>
                <a:lnTo>
                  <a:pt x="504169" y="154520"/>
                </a:lnTo>
                <a:lnTo>
                  <a:pt x="505602" y="154240"/>
                </a:lnTo>
                <a:lnTo>
                  <a:pt x="507000" y="153934"/>
                </a:lnTo>
                <a:lnTo>
                  <a:pt x="508362" y="153601"/>
                </a:lnTo>
                <a:lnTo>
                  <a:pt x="509687" y="153242"/>
                </a:lnTo>
                <a:lnTo>
                  <a:pt x="510977" y="152856"/>
                </a:lnTo>
                <a:lnTo>
                  <a:pt x="512232" y="152443"/>
                </a:lnTo>
                <a:lnTo>
                  <a:pt x="513450" y="152004"/>
                </a:lnTo>
                <a:lnTo>
                  <a:pt x="514632" y="151538"/>
                </a:lnTo>
                <a:lnTo>
                  <a:pt x="515779" y="151045"/>
                </a:lnTo>
                <a:lnTo>
                  <a:pt x="516890" y="150526"/>
                </a:lnTo>
                <a:lnTo>
                  <a:pt x="517964" y="149980"/>
                </a:lnTo>
                <a:lnTo>
                  <a:pt x="519003" y="149408"/>
                </a:lnTo>
                <a:lnTo>
                  <a:pt x="520007" y="148809"/>
                </a:lnTo>
                <a:lnTo>
                  <a:pt x="520974" y="148183"/>
                </a:lnTo>
                <a:lnTo>
                  <a:pt x="521904" y="147536"/>
                </a:lnTo>
                <a:lnTo>
                  <a:pt x="522794" y="146872"/>
                </a:lnTo>
                <a:lnTo>
                  <a:pt x="523644" y="146191"/>
                </a:lnTo>
                <a:lnTo>
                  <a:pt x="524455" y="145494"/>
                </a:lnTo>
                <a:lnTo>
                  <a:pt x="525227" y="144780"/>
                </a:lnTo>
                <a:lnTo>
                  <a:pt x="525958" y="144049"/>
                </a:lnTo>
                <a:lnTo>
                  <a:pt x="526651" y="143301"/>
                </a:lnTo>
                <a:lnTo>
                  <a:pt x="527303" y="142537"/>
                </a:lnTo>
                <a:lnTo>
                  <a:pt x="527917" y="141756"/>
                </a:lnTo>
                <a:lnTo>
                  <a:pt x="528490" y="140958"/>
                </a:lnTo>
                <a:lnTo>
                  <a:pt x="529024" y="140144"/>
                </a:lnTo>
                <a:lnTo>
                  <a:pt x="529519" y="139313"/>
                </a:lnTo>
                <a:lnTo>
                  <a:pt x="529974" y="138465"/>
                </a:lnTo>
                <a:lnTo>
                  <a:pt x="530389" y="137600"/>
                </a:lnTo>
                <a:lnTo>
                  <a:pt x="530765" y="136719"/>
                </a:lnTo>
                <a:lnTo>
                  <a:pt x="531101" y="135821"/>
                </a:lnTo>
                <a:lnTo>
                  <a:pt x="531398" y="134906"/>
                </a:lnTo>
                <a:lnTo>
                  <a:pt x="531655" y="133974"/>
                </a:lnTo>
                <a:lnTo>
                  <a:pt x="531872" y="133026"/>
                </a:lnTo>
                <a:lnTo>
                  <a:pt x="532050" y="132061"/>
                </a:lnTo>
                <a:lnTo>
                  <a:pt x="532189" y="131079"/>
                </a:lnTo>
                <a:lnTo>
                  <a:pt x="532288" y="130081"/>
                </a:lnTo>
                <a:lnTo>
                  <a:pt x="532347" y="129066"/>
                </a:lnTo>
                <a:lnTo>
                  <a:pt x="532367" y="128034"/>
                </a:lnTo>
                <a:lnTo>
                  <a:pt x="532350" y="127019"/>
                </a:lnTo>
                <a:lnTo>
                  <a:pt x="532298" y="126027"/>
                </a:lnTo>
                <a:lnTo>
                  <a:pt x="532212" y="125056"/>
                </a:lnTo>
                <a:lnTo>
                  <a:pt x="532091" y="124108"/>
                </a:lnTo>
                <a:lnTo>
                  <a:pt x="531936" y="123182"/>
                </a:lnTo>
                <a:lnTo>
                  <a:pt x="531747" y="122277"/>
                </a:lnTo>
                <a:lnTo>
                  <a:pt x="531523" y="121395"/>
                </a:lnTo>
                <a:lnTo>
                  <a:pt x="531264" y="120534"/>
                </a:lnTo>
                <a:lnTo>
                  <a:pt x="530971" y="119696"/>
                </a:lnTo>
                <a:lnTo>
                  <a:pt x="530644" y="118879"/>
                </a:lnTo>
                <a:lnTo>
                  <a:pt x="530282" y="118084"/>
                </a:lnTo>
                <a:lnTo>
                  <a:pt x="529886" y="117312"/>
                </a:lnTo>
                <a:lnTo>
                  <a:pt x="529455" y="116561"/>
                </a:lnTo>
                <a:lnTo>
                  <a:pt x="528990" y="115833"/>
                </a:lnTo>
                <a:lnTo>
                  <a:pt x="528490" y="115126"/>
                </a:lnTo>
                <a:lnTo>
                  <a:pt x="527956" y="114442"/>
                </a:lnTo>
                <a:lnTo>
                  <a:pt x="527387" y="113779"/>
                </a:lnTo>
                <a:lnTo>
                  <a:pt x="526784" y="113139"/>
                </a:lnTo>
                <a:lnTo>
                  <a:pt x="526147" y="112520"/>
                </a:lnTo>
                <a:lnTo>
                  <a:pt x="525475" y="111923"/>
                </a:lnTo>
                <a:lnTo>
                  <a:pt x="524769" y="111349"/>
                </a:lnTo>
                <a:lnTo>
                  <a:pt x="524028" y="110796"/>
                </a:lnTo>
                <a:lnTo>
                  <a:pt x="523252" y="110265"/>
                </a:lnTo>
                <a:lnTo>
                  <a:pt x="522443" y="109757"/>
                </a:lnTo>
                <a:lnTo>
                  <a:pt x="521595" y="109269"/>
                </a:lnTo>
                <a:lnTo>
                  <a:pt x="520707" y="108803"/>
                </a:lnTo>
                <a:lnTo>
                  <a:pt x="519779" y="108356"/>
                </a:lnTo>
                <a:lnTo>
                  <a:pt x="518809" y="107931"/>
                </a:lnTo>
                <a:lnTo>
                  <a:pt x="517799" y="107527"/>
                </a:lnTo>
                <a:lnTo>
                  <a:pt x="516749" y="107143"/>
                </a:lnTo>
                <a:lnTo>
                  <a:pt x="515658" y="106780"/>
                </a:lnTo>
                <a:lnTo>
                  <a:pt x="514526" y="106438"/>
                </a:lnTo>
                <a:lnTo>
                  <a:pt x="513353" y="106116"/>
                </a:lnTo>
                <a:lnTo>
                  <a:pt x="512140" y="105815"/>
                </a:lnTo>
                <a:lnTo>
                  <a:pt x="510887" y="105535"/>
                </a:lnTo>
                <a:lnTo>
                  <a:pt x="509592" y="105276"/>
                </a:lnTo>
                <a:lnTo>
                  <a:pt x="508257" y="105037"/>
                </a:lnTo>
                <a:lnTo>
                  <a:pt x="506881" y="104819"/>
                </a:lnTo>
                <a:lnTo>
                  <a:pt x="505465" y="104622"/>
                </a:lnTo>
                <a:lnTo>
                  <a:pt x="504008" y="104446"/>
                </a:lnTo>
                <a:lnTo>
                  <a:pt x="502511" y="104290"/>
                </a:lnTo>
                <a:lnTo>
                  <a:pt x="500972" y="104156"/>
                </a:lnTo>
                <a:lnTo>
                  <a:pt x="499394" y="104042"/>
                </a:lnTo>
                <a:lnTo>
                  <a:pt x="497774" y="103948"/>
                </a:lnTo>
                <a:lnTo>
                  <a:pt x="496114" y="103876"/>
                </a:lnTo>
                <a:lnTo>
                  <a:pt x="494413" y="103824"/>
                </a:lnTo>
                <a:lnTo>
                  <a:pt x="492672" y="103793"/>
                </a:lnTo>
                <a:lnTo>
                  <a:pt x="490890" y="103782"/>
                </a:lnTo>
                <a:lnTo>
                  <a:pt x="488753" y="103782"/>
                </a:lnTo>
                <a:lnTo>
                  <a:pt x="488062" y="103781"/>
                </a:lnTo>
                <a:lnTo>
                  <a:pt x="487384" y="103778"/>
                </a:lnTo>
                <a:lnTo>
                  <a:pt x="486718" y="103773"/>
                </a:lnTo>
                <a:lnTo>
                  <a:pt x="486065" y="103766"/>
                </a:lnTo>
                <a:lnTo>
                  <a:pt x="485424" y="103757"/>
                </a:lnTo>
                <a:lnTo>
                  <a:pt x="484795" y="103746"/>
                </a:lnTo>
                <a:lnTo>
                  <a:pt x="484180" y="103733"/>
                </a:lnTo>
                <a:lnTo>
                  <a:pt x="483576" y="103718"/>
                </a:lnTo>
                <a:lnTo>
                  <a:pt x="482985" y="103701"/>
                </a:lnTo>
                <a:lnTo>
                  <a:pt x="482407" y="103682"/>
                </a:lnTo>
                <a:lnTo>
                  <a:pt x="481841" y="103661"/>
                </a:lnTo>
                <a:lnTo>
                  <a:pt x="481288" y="103638"/>
                </a:lnTo>
                <a:lnTo>
                  <a:pt x="480747" y="103612"/>
                </a:lnTo>
                <a:lnTo>
                  <a:pt x="480219" y="103585"/>
                </a:lnTo>
                <a:lnTo>
                  <a:pt x="479703" y="103556"/>
                </a:lnTo>
                <a:lnTo>
                  <a:pt x="479200" y="103525"/>
                </a:lnTo>
                <a:lnTo>
                  <a:pt x="478709" y="103492"/>
                </a:lnTo>
                <a:lnTo>
                  <a:pt x="478231" y="103457"/>
                </a:lnTo>
                <a:lnTo>
                  <a:pt x="477765" y="103420"/>
                </a:lnTo>
                <a:lnTo>
                  <a:pt x="477312" y="103380"/>
                </a:lnTo>
                <a:lnTo>
                  <a:pt x="476872" y="103339"/>
                </a:lnTo>
                <a:lnTo>
                  <a:pt x="476444" y="103296"/>
                </a:lnTo>
                <a:lnTo>
                  <a:pt x="476028" y="103251"/>
                </a:lnTo>
                <a:lnTo>
                  <a:pt x="475625" y="103204"/>
                </a:lnTo>
                <a:lnTo>
                  <a:pt x="475233" y="103154"/>
                </a:lnTo>
                <a:lnTo>
                  <a:pt x="474851" y="103103"/>
                </a:lnTo>
                <a:lnTo>
                  <a:pt x="474479" y="103050"/>
                </a:lnTo>
                <a:lnTo>
                  <a:pt x="474117" y="102995"/>
                </a:lnTo>
                <a:lnTo>
                  <a:pt x="473764" y="102937"/>
                </a:lnTo>
                <a:lnTo>
                  <a:pt x="473422" y="102878"/>
                </a:lnTo>
                <a:lnTo>
                  <a:pt x="473089" y="102817"/>
                </a:lnTo>
                <a:lnTo>
                  <a:pt x="472767" y="102754"/>
                </a:lnTo>
                <a:lnTo>
                  <a:pt x="472454" y="102688"/>
                </a:lnTo>
                <a:lnTo>
                  <a:pt x="472151" y="102621"/>
                </a:lnTo>
                <a:lnTo>
                  <a:pt x="471858" y="102552"/>
                </a:lnTo>
                <a:lnTo>
                  <a:pt x="471575" y="102480"/>
                </a:lnTo>
                <a:lnTo>
                  <a:pt x="471302" y="102407"/>
                </a:lnTo>
                <a:lnTo>
                  <a:pt x="471039" y="102332"/>
                </a:lnTo>
                <a:lnTo>
                  <a:pt x="470785" y="102254"/>
                </a:lnTo>
                <a:lnTo>
                  <a:pt x="470542" y="102175"/>
                </a:lnTo>
                <a:lnTo>
                  <a:pt x="470308" y="102094"/>
                </a:lnTo>
                <a:lnTo>
                  <a:pt x="470084" y="102010"/>
                </a:lnTo>
                <a:lnTo>
                  <a:pt x="469870" y="101925"/>
                </a:lnTo>
                <a:lnTo>
                  <a:pt x="469666" y="101838"/>
                </a:lnTo>
                <a:lnTo>
                  <a:pt x="469472" y="101748"/>
                </a:lnTo>
                <a:lnTo>
                  <a:pt x="469288" y="101657"/>
                </a:lnTo>
                <a:lnTo>
                  <a:pt x="469114" y="101563"/>
                </a:lnTo>
                <a:lnTo>
                  <a:pt x="468949" y="101468"/>
                </a:lnTo>
                <a:lnTo>
                  <a:pt x="468793" y="101371"/>
                </a:lnTo>
                <a:lnTo>
                  <a:pt x="468644" y="101271"/>
                </a:lnTo>
                <a:lnTo>
                  <a:pt x="468501" y="101170"/>
                </a:lnTo>
                <a:lnTo>
                  <a:pt x="468365" y="101067"/>
                </a:lnTo>
                <a:lnTo>
                  <a:pt x="468235" y="100963"/>
                </a:lnTo>
                <a:lnTo>
                  <a:pt x="468112" y="100856"/>
                </a:lnTo>
                <a:lnTo>
                  <a:pt x="467996" y="100748"/>
                </a:lnTo>
                <a:lnTo>
                  <a:pt x="467886" y="100637"/>
                </a:lnTo>
                <a:lnTo>
                  <a:pt x="467783" y="100525"/>
                </a:lnTo>
                <a:lnTo>
                  <a:pt x="467687" y="100411"/>
                </a:lnTo>
                <a:lnTo>
                  <a:pt x="467597" y="100295"/>
                </a:lnTo>
                <a:lnTo>
                  <a:pt x="467514" y="100177"/>
                </a:lnTo>
                <a:lnTo>
                  <a:pt x="467438" y="100058"/>
                </a:lnTo>
                <a:lnTo>
                  <a:pt x="467368" y="99936"/>
                </a:lnTo>
                <a:lnTo>
                  <a:pt x="467305" y="99813"/>
                </a:lnTo>
                <a:lnTo>
                  <a:pt x="467248" y="99688"/>
                </a:lnTo>
                <a:lnTo>
                  <a:pt x="467199" y="99561"/>
                </a:lnTo>
                <a:lnTo>
                  <a:pt x="467155" y="99432"/>
                </a:lnTo>
                <a:lnTo>
                  <a:pt x="467119" y="99301"/>
                </a:lnTo>
                <a:lnTo>
                  <a:pt x="467089" y="99169"/>
                </a:lnTo>
                <a:lnTo>
                  <a:pt x="467066" y="99034"/>
                </a:lnTo>
                <a:lnTo>
                  <a:pt x="467049" y="98898"/>
                </a:lnTo>
                <a:lnTo>
                  <a:pt x="467039" y="98760"/>
                </a:lnTo>
                <a:lnTo>
                  <a:pt x="467036" y="98620"/>
                </a:lnTo>
                <a:lnTo>
                  <a:pt x="467041" y="98421"/>
                </a:lnTo>
                <a:lnTo>
                  <a:pt x="467058" y="98225"/>
                </a:lnTo>
                <a:lnTo>
                  <a:pt x="467086" y="98031"/>
                </a:lnTo>
                <a:lnTo>
                  <a:pt x="467125" y="97840"/>
                </a:lnTo>
                <a:lnTo>
                  <a:pt x="467175" y="97651"/>
                </a:lnTo>
                <a:lnTo>
                  <a:pt x="467236" y="97465"/>
                </a:lnTo>
                <a:lnTo>
                  <a:pt x="467308" y="97282"/>
                </a:lnTo>
                <a:lnTo>
                  <a:pt x="467392" y="97102"/>
                </a:lnTo>
                <a:lnTo>
                  <a:pt x="467486" y="96924"/>
                </a:lnTo>
                <a:lnTo>
                  <a:pt x="467592" y="96748"/>
                </a:lnTo>
                <a:lnTo>
                  <a:pt x="467709" y="96576"/>
                </a:lnTo>
                <a:lnTo>
                  <a:pt x="467837" y="96406"/>
                </a:lnTo>
                <a:lnTo>
                  <a:pt x="467976" y="96238"/>
                </a:lnTo>
                <a:lnTo>
                  <a:pt x="468126" y="96074"/>
                </a:lnTo>
                <a:lnTo>
                  <a:pt x="468287" y="95911"/>
                </a:lnTo>
                <a:lnTo>
                  <a:pt x="468460" y="95752"/>
                </a:lnTo>
                <a:lnTo>
                  <a:pt x="468643" y="95595"/>
                </a:lnTo>
                <a:lnTo>
                  <a:pt x="468838" y="95441"/>
                </a:lnTo>
                <a:lnTo>
                  <a:pt x="469044" y="95289"/>
                </a:lnTo>
                <a:lnTo>
                  <a:pt x="469261" y="95140"/>
                </a:lnTo>
                <a:lnTo>
                  <a:pt x="469489" y="94993"/>
                </a:lnTo>
                <a:lnTo>
                  <a:pt x="469728" y="94850"/>
                </a:lnTo>
                <a:lnTo>
                  <a:pt x="469979" y="94709"/>
                </a:lnTo>
                <a:lnTo>
                  <a:pt x="470240" y="94570"/>
                </a:lnTo>
                <a:lnTo>
                  <a:pt x="470510" y="94434"/>
                </a:lnTo>
                <a:lnTo>
                  <a:pt x="470785" y="94299"/>
                </a:lnTo>
                <a:lnTo>
                  <a:pt x="471066" y="94166"/>
                </a:lnTo>
                <a:lnTo>
                  <a:pt x="471353" y="94035"/>
                </a:lnTo>
                <a:lnTo>
                  <a:pt x="471645" y="93905"/>
                </a:lnTo>
                <a:lnTo>
                  <a:pt x="471942" y="93777"/>
                </a:lnTo>
                <a:lnTo>
                  <a:pt x="472245" y="93651"/>
                </a:lnTo>
                <a:lnTo>
                  <a:pt x="472554" y="93527"/>
                </a:lnTo>
                <a:lnTo>
                  <a:pt x="472868" y="93404"/>
                </a:lnTo>
                <a:lnTo>
                  <a:pt x="473188" y="93283"/>
                </a:lnTo>
                <a:lnTo>
                  <a:pt x="473514" y="93163"/>
                </a:lnTo>
                <a:lnTo>
                  <a:pt x="473704" y="93096"/>
                </a:lnTo>
                <a:lnTo>
                  <a:pt x="473735" y="93104"/>
                </a:lnTo>
                <a:lnTo>
                  <a:pt x="474552" y="93300"/>
                </a:lnTo>
                <a:lnTo>
                  <a:pt x="475380" y="93481"/>
                </a:lnTo>
                <a:lnTo>
                  <a:pt x="476221" y="93648"/>
                </a:lnTo>
                <a:lnTo>
                  <a:pt x="477073" y="93800"/>
                </a:lnTo>
                <a:lnTo>
                  <a:pt x="477938" y="93938"/>
                </a:lnTo>
                <a:lnTo>
                  <a:pt x="478814" y="94061"/>
                </a:lnTo>
                <a:lnTo>
                  <a:pt x="479703" y="94170"/>
                </a:lnTo>
                <a:lnTo>
                  <a:pt x="480604" y="94264"/>
                </a:lnTo>
                <a:lnTo>
                  <a:pt x="481517" y="94344"/>
                </a:lnTo>
                <a:lnTo>
                  <a:pt x="482441" y="94409"/>
                </a:lnTo>
                <a:lnTo>
                  <a:pt x="483378" y="94460"/>
                </a:lnTo>
                <a:lnTo>
                  <a:pt x="484327" y="94496"/>
                </a:lnTo>
                <a:lnTo>
                  <a:pt x="485288" y="94518"/>
                </a:lnTo>
                <a:lnTo>
                  <a:pt x="486261" y="94525"/>
                </a:lnTo>
                <a:lnTo>
                  <a:pt x="487300" y="94518"/>
                </a:lnTo>
                <a:lnTo>
                  <a:pt x="488323" y="94497"/>
                </a:lnTo>
                <a:lnTo>
                  <a:pt x="489331" y="94462"/>
                </a:lnTo>
                <a:lnTo>
                  <a:pt x="490325" y="94412"/>
                </a:lnTo>
                <a:lnTo>
                  <a:pt x="491303" y="94348"/>
                </a:lnTo>
                <a:lnTo>
                  <a:pt x="492266" y="94270"/>
                </a:lnTo>
                <a:lnTo>
                  <a:pt x="493215" y="94178"/>
                </a:lnTo>
                <a:lnTo>
                  <a:pt x="494148" y="94071"/>
                </a:lnTo>
                <a:lnTo>
                  <a:pt x="495067" y="93950"/>
                </a:lnTo>
                <a:lnTo>
                  <a:pt x="495970" y="93816"/>
                </a:lnTo>
                <a:lnTo>
                  <a:pt x="496859" y="93667"/>
                </a:lnTo>
                <a:lnTo>
                  <a:pt x="497732" y="93503"/>
                </a:lnTo>
                <a:lnTo>
                  <a:pt x="498590" y="93326"/>
                </a:lnTo>
                <a:lnTo>
                  <a:pt x="499434" y="93134"/>
                </a:lnTo>
                <a:lnTo>
                  <a:pt x="500262" y="92928"/>
                </a:lnTo>
                <a:lnTo>
                  <a:pt x="501076" y="92708"/>
                </a:lnTo>
                <a:lnTo>
                  <a:pt x="501874" y="92474"/>
                </a:lnTo>
                <a:lnTo>
                  <a:pt x="502658" y="92226"/>
                </a:lnTo>
                <a:lnTo>
                  <a:pt x="503427" y="91963"/>
                </a:lnTo>
                <a:lnTo>
                  <a:pt x="504180" y="91686"/>
                </a:lnTo>
                <a:lnTo>
                  <a:pt x="504919" y="91395"/>
                </a:lnTo>
                <a:lnTo>
                  <a:pt x="505642" y="91090"/>
                </a:lnTo>
                <a:lnTo>
                  <a:pt x="506351" y="90770"/>
                </a:lnTo>
                <a:lnTo>
                  <a:pt x="507044" y="90437"/>
                </a:lnTo>
                <a:lnTo>
                  <a:pt x="507723" y="90091"/>
                </a:lnTo>
                <a:lnTo>
                  <a:pt x="508388" y="89736"/>
                </a:lnTo>
                <a:lnTo>
                  <a:pt x="509039" y="89371"/>
                </a:lnTo>
                <a:lnTo>
                  <a:pt x="509675" y="88997"/>
                </a:lnTo>
                <a:lnTo>
                  <a:pt x="510297" y="88614"/>
                </a:lnTo>
                <a:lnTo>
                  <a:pt x="510905" y="88220"/>
                </a:lnTo>
                <a:lnTo>
                  <a:pt x="511499" y="87817"/>
                </a:lnTo>
                <a:lnTo>
                  <a:pt x="512078" y="87405"/>
                </a:lnTo>
                <a:lnTo>
                  <a:pt x="512643" y="86983"/>
                </a:lnTo>
                <a:lnTo>
                  <a:pt x="513195" y="86551"/>
                </a:lnTo>
                <a:lnTo>
                  <a:pt x="513731" y="86110"/>
                </a:lnTo>
                <a:lnTo>
                  <a:pt x="514254" y="85660"/>
                </a:lnTo>
                <a:lnTo>
                  <a:pt x="514762" y="85199"/>
                </a:lnTo>
                <a:lnTo>
                  <a:pt x="515257" y="84729"/>
                </a:lnTo>
                <a:lnTo>
                  <a:pt x="515736" y="84250"/>
                </a:lnTo>
                <a:lnTo>
                  <a:pt x="516202" y="83761"/>
                </a:lnTo>
                <a:lnTo>
                  <a:pt x="516654" y="83263"/>
                </a:lnTo>
                <a:lnTo>
                  <a:pt x="517091" y="82755"/>
                </a:lnTo>
                <a:lnTo>
                  <a:pt x="517514" y="82237"/>
                </a:lnTo>
                <a:lnTo>
                  <a:pt x="517923" y="81710"/>
                </a:lnTo>
                <a:lnTo>
                  <a:pt x="518318" y="81173"/>
                </a:lnTo>
                <a:lnTo>
                  <a:pt x="518698" y="80627"/>
                </a:lnTo>
                <a:lnTo>
                  <a:pt x="519064" y="80071"/>
                </a:lnTo>
                <a:lnTo>
                  <a:pt x="519416" y="79506"/>
                </a:lnTo>
                <a:lnTo>
                  <a:pt x="519754" y="78933"/>
                </a:lnTo>
                <a:lnTo>
                  <a:pt x="520077" y="78356"/>
                </a:lnTo>
                <a:lnTo>
                  <a:pt x="520386" y="77775"/>
                </a:lnTo>
                <a:lnTo>
                  <a:pt x="520681" y="77190"/>
                </a:lnTo>
                <a:lnTo>
                  <a:pt x="520961" y="76600"/>
                </a:lnTo>
                <a:lnTo>
                  <a:pt x="521227" y="76006"/>
                </a:lnTo>
                <a:lnTo>
                  <a:pt x="521479" y="75408"/>
                </a:lnTo>
                <a:lnTo>
                  <a:pt x="521716" y="74805"/>
                </a:lnTo>
                <a:lnTo>
                  <a:pt x="521938" y="74198"/>
                </a:lnTo>
                <a:lnTo>
                  <a:pt x="522147" y="73587"/>
                </a:lnTo>
                <a:lnTo>
                  <a:pt x="522341" y="72972"/>
                </a:lnTo>
                <a:lnTo>
                  <a:pt x="522520" y="72352"/>
                </a:lnTo>
                <a:lnTo>
                  <a:pt x="522686" y="71727"/>
                </a:lnTo>
                <a:lnTo>
                  <a:pt x="522837" y="71099"/>
                </a:lnTo>
                <a:lnTo>
                  <a:pt x="522973" y="70466"/>
                </a:lnTo>
                <a:lnTo>
                  <a:pt x="523095" y="69828"/>
                </a:lnTo>
                <a:lnTo>
                  <a:pt x="523203" y="69187"/>
                </a:lnTo>
                <a:lnTo>
                  <a:pt x="523296" y="68541"/>
                </a:lnTo>
                <a:lnTo>
                  <a:pt x="523376" y="67891"/>
                </a:lnTo>
                <a:lnTo>
                  <a:pt x="523440" y="67236"/>
                </a:lnTo>
                <a:lnTo>
                  <a:pt x="523491" y="66577"/>
                </a:lnTo>
                <a:lnTo>
                  <a:pt x="523526" y="65914"/>
                </a:lnTo>
                <a:lnTo>
                  <a:pt x="523548" y="65246"/>
                </a:lnTo>
                <a:lnTo>
                  <a:pt x="523555" y="64575"/>
                </a:lnTo>
                <a:lnTo>
                  <a:pt x="523548" y="63874"/>
                </a:lnTo>
                <a:lnTo>
                  <a:pt x="523527" y="63179"/>
                </a:lnTo>
                <a:lnTo>
                  <a:pt x="523492" y="62489"/>
                </a:lnTo>
                <a:lnTo>
                  <a:pt x="523443" y="61805"/>
                </a:lnTo>
                <a:lnTo>
                  <a:pt x="523379" y="61128"/>
                </a:lnTo>
                <a:lnTo>
                  <a:pt x="523302" y="60455"/>
                </a:lnTo>
                <a:lnTo>
                  <a:pt x="523211" y="59789"/>
                </a:lnTo>
                <a:lnTo>
                  <a:pt x="523105" y="59128"/>
                </a:lnTo>
                <a:lnTo>
                  <a:pt x="522986" y="58473"/>
                </a:lnTo>
                <a:lnTo>
                  <a:pt x="522852" y="57823"/>
                </a:lnTo>
                <a:lnTo>
                  <a:pt x="522704" y="57180"/>
                </a:lnTo>
                <a:lnTo>
                  <a:pt x="522543" y="56542"/>
                </a:lnTo>
                <a:lnTo>
                  <a:pt x="522367" y="55909"/>
                </a:lnTo>
                <a:lnTo>
                  <a:pt x="522177" y="55283"/>
                </a:lnTo>
                <a:lnTo>
                  <a:pt x="521973" y="54662"/>
                </a:lnTo>
                <a:lnTo>
                  <a:pt x="521755" y="54047"/>
                </a:lnTo>
                <a:lnTo>
                  <a:pt x="521523" y="53438"/>
                </a:lnTo>
                <a:lnTo>
                  <a:pt x="521277" y="52834"/>
                </a:lnTo>
                <a:lnTo>
                  <a:pt x="521017" y="52236"/>
                </a:lnTo>
                <a:lnTo>
                  <a:pt x="520743" y="51644"/>
                </a:lnTo>
                <a:lnTo>
                  <a:pt x="520455" y="51057"/>
                </a:lnTo>
                <a:lnTo>
                  <a:pt x="520152" y="50477"/>
                </a:lnTo>
                <a:lnTo>
                  <a:pt x="519836" y="49901"/>
                </a:lnTo>
                <a:lnTo>
                  <a:pt x="519505" y="49332"/>
                </a:lnTo>
                <a:lnTo>
                  <a:pt x="519161" y="48770"/>
                </a:lnTo>
                <a:lnTo>
                  <a:pt x="518802" y="48218"/>
                </a:lnTo>
                <a:lnTo>
                  <a:pt x="518429" y="47675"/>
                </a:lnTo>
                <a:lnTo>
                  <a:pt x="518042" y="47141"/>
                </a:lnTo>
                <a:lnTo>
                  <a:pt x="517640" y="46617"/>
                </a:lnTo>
                <a:lnTo>
                  <a:pt x="517225" y="46103"/>
                </a:lnTo>
                <a:lnTo>
                  <a:pt x="516795" y="45597"/>
                </a:lnTo>
                <a:lnTo>
                  <a:pt x="516351" y="45101"/>
                </a:lnTo>
                <a:lnTo>
                  <a:pt x="515892" y="44615"/>
                </a:lnTo>
                <a:lnTo>
                  <a:pt x="515420" y="44138"/>
                </a:lnTo>
                <a:lnTo>
                  <a:pt x="514933" y="43670"/>
                </a:lnTo>
                <a:lnTo>
                  <a:pt x="514613" y="43377"/>
                </a:lnTo>
                <a:lnTo>
                  <a:pt x="514666" y="43335"/>
                </a:lnTo>
                <a:lnTo>
                  <a:pt x="515029" y="43073"/>
                </a:lnTo>
                <a:lnTo>
                  <a:pt x="515401" y="42824"/>
                </a:lnTo>
                <a:lnTo>
                  <a:pt x="515784" y="42589"/>
                </a:lnTo>
                <a:lnTo>
                  <a:pt x="516177" y="42367"/>
                </a:lnTo>
                <a:lnTo>
                  <a:pt x="516581" y="42159"/>
                </a:lnTo>
                <a:close/>
                <a:moveTo>
                  <a:pt x="483907" y="80200"/>
                </a:moveTo>
                <a:lnTo>
                  <a:pt x="483449" y="80124"/>
                </a:lnTo>
                <a:lnTo>
                  <a:pt x="482996" y="80034"/>
                </a:lnTo>
                <a:lnTo>
                  <a:pt x="482548" y="79930"/>
                </a:lnTo>
                <a:lnTo>
                  <a:pt x="482104" y="79812"/>
                </a:lnTo>
                <a:lnTo>
                  <a:pt x="481664" y="79680"/>
                </a:lnTo>
                <a:lnTo>
                  <a:pt x="481229" y="79534"/>
                </a:lnTo>
                <a:lnTo>
                  <a:pt x="480798" y="79375"/>
                </a:lnTo>
                <a:lnTo>
                  <a:pt x="480372" y="79201"/>
                </a:lnTo>
                <a:lnTo>
                  <a:pt x="479951" y="79014"/>
                </a:lnTo>
                <a:lnTo>
                  <a:pt x="479534" y="78813"/>
                </a:lnTo>
                <a:lnTo>
                  <a:pt x="479121" y="78598"/>
                </a:lnTo>
                <a:lnTo>
                  <a:pt x="478713" y="78369"/>
                </a:lnTo>
                <a:lnTo>
                  <a:pt x="478309" y="78127"/>
                </a:lnTo>
                <a:lnTo>
                  <a:pt x="477910" y="77870"/>
                </a:lnTo>
                <a:lnTo>
                  <a:pt x="477515" y="77600"/>
                </a:lnTo>
                <a:lnTo>
                  <a:pt x="477125" y="77315"/>
                </a:lnTo>
                <a:lnTo>
                  <a:pt x="476739" y="77017"/>
                </a:lnTo>
                <a:lnTo>
                  <a:pt x="476358" y="76705"/>
                </a:lnTo>
                <a:lnTo>
                  <a:pt x="475981" y="76379"/>
                </a:lnTo>
                <a:lnTo>
                  <a:pt x="475614" y="76040"/>
                </a:lnTo>
                <a:lnTo>
                  <a:pt x="475263" y="75687"/>
                </a:lnTo>
                <a:lnTo>
                  <a:pt x="474927" y="75321"/>
                </a:lnTo>
                <a:lnTo>
                  <a:pt x="474607" y="74942"/>
                </a:lnTo>
                <a:lnTo>
                  <a:pt x="474303" y="74549"/>
                </a:lnTo>
                <a:lnTo>
                  <a:pt x="474014" y="74144"/>
                </a:lnTo>
                <a:lnTo>
                  <a:pt x="473741" y="73725"/>
                </a:lnTo>
                <a:lnTo>
                  <a:pt x="473484" y="73292"/>
                </a:lnTo>
                <a:lnTo>
                  <a:pt x="473242" y="72847"/>
                </a:lnTo>
                <a:lnTo>
                  <a:pt x="473016" y="72388"/>
                </a:lnTo>
                <a:lnTo>
                  <a:pt x="472805" y="71916"/>
                </a:lnTo>
                <a:lnTo>
                  <a:pt x="472610" y="71431"/>
                </a:lnTo>
                <a:lnTo>
                  <a:pt x="472430" y="70932"/>
                </a:lnTo>
                <a:lnTo>
                  <a:pt x="472266" y="70421"/>
                </a:lnTo>
                <a:lnTo>
                  <a:pt x="472118" y="69896"/>
                </a:lnTo>
                <a:lnTo>
                  <a:pt x="471985" y="69357"/>
                </a:lnTo>
                <a:lnTo>
                  <a:pt x="471868" y="68806"/>
                </a:lnTo>
                <a:lnTo>
                  <a:pt x="471767" y="68241"/>
                </a:lnTo>
                <a:lnTo>
                  <a:pt x="471681" y="67663"/>
                </a:lnTo>
                <a:lnTo>
                  <a:pt x="471611" y="67072"/>
                </a:lnTo>
                <a:lnTo>
                  <a:pt x="471556" y="66468"/>
                </a:lnTo>
                <a:lnTo>
                  <a:pt x="471517" y="65850"/>
                </a:lnTo>
                <a:lnTo>
                  <a:pt x="471494" y="65219"/>
                </a:lnTo>
                <a:lnTo>
                  <a:pt x="471486" y="64575"/>
                </a:lnTo>
                <a:lnTo>
                  <a:pt x="471494" y="63923"/>
                </a:lnTo>
                <a:lnTo>
                  <a:pt x="471516" y="63284"/>
                </a:lnTo>
                <a:lnTo>
                  <a:pt x="471554" y="62659"/>
                </a:lnTo>
                <a:lnTo>
                  <a:pt x="471607" y="62046"/>
                </a:lnTo>
                <a:lnTo>
                  <a:pt x="471675" y="61447"/>
                </a:lnTo>
                <a:lnTo>
                  <a:pt x="471759" y="60861"/>
                </a:lnTo>
                <a:lnTo>
                  <a:pt x="471857" y="60287"/>
                </a:lnTo>
                <a:lnTo>
                  <a:pt x="471971" y="59727"/>
                </a:lnTo>
                <a:lnTo>
                  <a:pt x="472099" y="59180"/>
                </a:lnTo>
                <a:lnTo>
                  <a:pt x="472243" y="58647"/>
                </a:lnTo>
                <a:lnTo>
                  <a:pt x="472402" y="58126"/>
                </a:lnTo>
                <a:lnTo>
                  <a:pt x="472576" y="57618"/>
                </a:lnTo>
                <a:lnTo>
                  <a:pt x="472766" y="57124"/>
                </a:lnTo>
                <a:lnTo>
                  <a:pt x="472970" y="56642"/>
                </a:lnTo>
                <a:lnTo>
                  <a:pt x="473190" y="56174"/>
                </a:lnTo>
                <a:lnTo>
                  <a:pt x="473424" y="55718"/>
                </a:lnTo>
                <a:lnTo>
                  <a:pt x="473674" y="55276"/>
                </a:lnTo>
                <a:lnTo>
                  <a:pt x="473939" y="54847"/>
                </a:lnTo>
                <a:lnTo>
                  <a:pt x="474219" y="54431"/>
                </a:lnTo>
                <a:lnTo>
                  <a:pt x="474515" y="54028"/>
                </a:lnTo>
                <a:lnTo>
                  <a:pt x="474825" y="53638"/>
                </a:lnTo>
                <a:lnTo>
                  <a:pt x="475151" y="53262"/>
                </a:lnTo>
                <a:lnTo>
                  <a:pt x="475492" y="52898"/>
                </a:lnTo>
                <a:lnTo>
                  <a:pt x="475847" y="52548"/>
                </a:lnTo>
                <a:lnTo>
                  <a:pt x="476215" y="52211"/>
                </a:lnTo>
                <a:lnTo>
                  <a:pt x="476590" y="51888"/>
                </a:lnTo>
                <a:lnTo>
                  <a:pt x="476974" y="51580"/>
                </a:lnTo>
                <a:lnTo>
                  <a:pt x="477365" y="51286"/>
                </a:lnTo>
                <a:lnTo>
                  <a:pt x="477765" y="51007"/>
                </a:lnTo>
                <a:lnTo>
                  <a:pt x="478173" y="50742"/>
                </a:lnTo>
                <a:lnTo>
                  <a:pt x="478588" y="50491"/>
                </a:lnTo>
                <a:lnTo>
                  <a:pt x="479012" y="50254"/>
                </a:lnTo>
                <a:lnTo>
                  <a:pt x="479444" y="50032"/>
                </a:lnTo>
                <a:lnTo>
                  <a:pt x="479884" y="49824"/>
                </a:lnTo>
                <a:lnTo>
                  <a:pt x="480331" y="49631"/>
                </a:lnTo>
                <a:lnTo>
                  <a:pt x="480787" y="49452"/>
                </a:lnTo>
                <a:lnTo>
                  <a:pt x="481251" y="49287"/>
                </a:lnTo>
                <a:lnTo>
                  <a:pt x="481723" y="49136"/>
                </a:lnTo>
                <a:lnTo>
                  <a:pt x="482203" y="49000"/>
                </a:lnTo>
                <a:lnTo>
                  <a:pt x="482691" y="48878"/>
                </a:lnTo>
                <a:lnTo>
                  <a:pt x="483187" y="48771"/>
                </a:lnTo>
                <a:lnTo>
                  <a:pt x="483691" y="48678"/>
                </a:lnTo>
                <a:lnTo>
                  <a:pt x="484203" y="48599"/>
                </a:lnTo>
                <a:lnTo>
                  <a:pt x="484723" y="48534"/>
                </a:lnTo>
                <a:lnTo>
                  <a:pt x="485252" y="48484"/>
                </a:lnTo>
                <a:lnTo>
                  <a:pt x="485788" y="48448"/>
                </a:lnTo>
                <a:lnTo>
                  <a:pt x="486332" y="48427"/>
                </a:lnTo>
                <a:lnTo>
                  <a:pt x="486884" y="48420"/>
                </a:lnTo>
                <a:lnTo>
                  <a:pt x="487429" y="48427"/>
                </a:lnTo>
                <a:lnTo>
                  <a:pt x="487965" y="48448"/>
                </a:lnTo>
                <a:lnTo>
                  <a:pt x="488492" y="48482"/>
                </a:lnTo>
                <a:lnTo>
                  <a:pt x="489011" y="48531"/>
                </a:lnTo>
                <a:lnTo>
                  <a:pt x="489520" y="48593"/>
                </a:lnTo>
                <a:lnTo>
                  <a:pt x="490022" y="48669"/>
                </a:lnTo>
                <a:lnTo>
                  <a:pt x="490514" y="48760"/>
                </a:lnTo>
                <a:lnTo>
                  <a:pt x="490998" y="48864"/>
                </a:lnTo>
                <a:lnTo>
                  <a:pt x="491474" y="48982"/>
                </a:lnTo>
                <a:lnTo>
                  <a:pt x="491940" y="49113"/>
                </a:lnTo>
                <a:lnTo>
                  <a:pt x="492398" y="49259"/>
                </a:lnTo>
                <a:lnTo>
                  <a:pt x="492848" y="49418"/>
                </a:lnTo>
                <a:lnTo>
                  <a:pt x="493288" y="49592"/>
                </a:lnTo>
                <a:lnTo>
                  <a:pt x="493721" y="49779"/>
                </a:lnTo>
                <a:lnTo>
                  <a:pt x="494144" y="49980"/>
                </a:lnTo>
                <a:lnTo>
                  <a:pt x="494559" y="50195"/>
                </a:lnTo>
                <a:lnTo>
                  <a:pt x="494965" y="50424"/>
                </a:lnTo>
                <a:lnTo>
                  <a:pt x="495362" y="50667"/>
                </a:lnTo>
                <a:lnTo>
                  <a:pt x="495751" y="50923"/>
                </a:lnTo>
                <a:lnTo>
                  <a:pt x="496131" y="51194"/>
                </a:lnTo>
                <a:lnTo>
                  <a:pt x="496503" y="51478"/>
                </a:lnTo>
                <a:lnTo>
                  <a:pt x="496865" y="51776"/>
                </a:lnTo>
                <a:lnTo>
                  <a:pt x="497220" y="52088"/>
                </a:lnTo>
                <a:lnTo>
                  <a:pt x="497565" y="52414"/>
                </a:lnTo>
                <a:lnTo>
                  <a:pt x="497899" y="52754"/>
                </a:lnTo>
                <a:lnTo>
                  <a:pt x="498219" y="53109"/>
                </a:lnTo>
                <a:lnTo>
                  <a:pt x="498525" y="53478"/>
                </a:lnTo>
                <a:lnTo>
                  <a:pt x="498816" y="53861"/>
                </a:lnTo>
                <a:lnTo>
                  <a:pt x="499093" y="54259"/>
                </a:lnTo>
                <a:lnTo>
                  <a:pt x="499356" y="54672"/>
                </a:lnTo>
                <a:lnTo>
                  <a:pt x="499605" y="55099"/>
                </a:lnTo>
                <a:lnTo>
                  <a:pt x="499840" y="55540"/>
                </a:lnTo>
                <a:lnTo>
                  <a:pt x="500060" y="55996"/>
                </a:lnTo>
                <a:lnTo>
                  <a:pt x="500266" y="56467"/>
                </a:lnTo>
                <a:lnTo>
                  <a:pt x="500458" y="56952"/>
                </a:lnTo>
                <a:lnTo>
                  <a:pt x="500636" y="57451"/>
                </a:lnTo>
                <a:lnTo>
                  <a:pt x="500799" y="57965"/>
                </a:lnTo>
                <a:lnTo>
                  <a:pt x="500949" y="58494"/>
                </a:lnTo>
                <a:lnTo>
                  <a:pt x="501084" y="59037"/>
                </a:lnTo>
                <a:lnTo>
                  <a:pt x="501205" y="59594"/>
                </a:lnTo>
                <a:lnTo>
                  <a:pt x="501311" y="60166"/>
                </a:lnTo>
                <a:lnTo>
                  <a:pt x="501404" y="60752"/>
                </a:lnTo>
                <a:lnTo>
                  <a:pt x="501482" y="61353"/>
                </a:lnTo>
                <a:lnTo>
                  <a:pt x="501546" y="61968"/>
                </a:lnTo>
                <a:lnTo>
                  <a:pt x="501595" y="62598"/>
                </a:lnTo>
                <a:lnTo>
                  <a:pt x="501631" y="63243"/>
                </a:lnTo>
                <a:lnTo>
                  <a:pt x="501652" y="63901"/>
                </a:lnTo>
                <a:lnTo>
                  <a:pt x="501659" y="64575"/>
                </a:lnTo>
                <a:lnTo>
                  <a:pt x="501652" y="65212"/>
                </a:lnTo>
                <a:lnTo>
                  <a:pt x="501629" y="65836"/>
                </a:lnTo>
                <a:lnTo>
                  <a:pt x="501591" y="66447"/>
                </a:lnTo>
                <a:lnTo>
                  <a:pt x="501537" y="67046"/>
                </a:lnTo>
                <a:lnTo>
                  <a:pt x="501468" y="67632"/>
                </a:lnTo>
                <a:lnTo>
                  <a:pt x="501384" y="68205"/>
                </a:lnTo>
                <a:lnTo>
                  <a:pt x="501285" y="68765"/>
                </a:lnTo>
                <a:lnTo>
                  <a:pt x="501170" y="69313"/>
                </a:lnTo>
                <a:lnTo>
                  <a:pt x="501040" y="69848"/>
                </a:lnTo>
                <a:lnTo>
                  <a:pt x="500895" y="70370"/>
                </a:lnTo>
                <a:lnTo>
                  <a:pt x="500734" y="70879"/>
                </a:lnTo>
                <a:lnTo>
                  <a:pt x="500558" y="71375"/>
                </a:lnTo>
                <a:lnTo>
                  <a:pt x="500367" y="71859"/>
                </a:lnTo>
                <a:lnTo>
                  <a:pt x="500160" y="72330"/>
                </a:lnTo>
                <a:lnTo>
                  <a:pt x="499938" y="72788"/>
                </a:lnTo>
                <a:lnTo>
                  <a:pt x="499701" y="73233"/>
                </a:lnTo>
                <a:lnTo>
                  <a:pt x="499449" y="73665"/>
                </a:lnTo>
                <a:lnTo>
                  <a:pt x="499181" y="74085"/>
                </a:lnTo>
                <a:lnTo>
                  <a:pt x="498898" y="74492"/>
                </a:lnTo>
                <a:lnTo>
                  <a:pt x="498600" y="74886"/>
                </a:lnTo>
                <a:lnTo>
                  <a:pt x="498286" y="75267"/>
                </a:lnTo>
                <a:lnTo>
                  <a:pt x="497957" y="75636"/>
                </a:lnTo>
                <a:lnTo>
                  <a:pt x="497613" y="75992"/>
                </a:lnTo>
                <a:lnTo>
                  <a:pt x="497254" y="76335"/>
                </a:lnTo>
                <a:lnTo>
                  <a:pt x="496883" y="76664"/>
                </a:lnTo>
                <a:lnTo>
                  <a:pt x="496504" y="76980"/>
                </a:lnTo>
                <a:lnTo>
                  <a:pt x="496118" y="77281"/>
                </a:lnTo>
                <a:lnTo>
                  <a:pt x="495724" y="77569"/>
                </a:lnTo>
                <a:lnTo>
                  <a:pt x="495323" y="77842"/>
                </a:lnTo>
                <a:lnTo>
                  <a:pt x="494914" y="78102"/>
                </a:lnTo>
                <a:lnTo>
                  <a:pt x="494498" y="78347"/>
                </a:lnTo>
                <a:lnTo>
                  <a:pt x="494074" y="78578"/>
                </a:lnTo>
                <a:lnTo>
                  <a:pt x="493643" y="78796"/>
                </a:lnTo>
                <a:lnTo>
                  <a:pt x="493203" y="78999"/>
                </a:lnTo>
                <a:lnTo>
                  <a:pt x="492757" y="79188"/>
                </a:lnTo>
                <a:lnTo>
                  <a:pt x="492303" y="79364"/>
                </a:lnTo>
                <a:lnTo>
                  <a:pt x="491841" y="79525"/>
                </a:lnTo>
                <a:lnTo>
                  <a:pt x="491371" y="79672"/>
                </a:lnTo>
                <a:lnTo>
                  <a:pt x="490894" y="79805"/>
                </a:lnTo>
                <a:lnTo>
                  <a:pt x="490410" y="79925"/>
                </a:lnTo>
                <a:lnTo>
                  <a:pt x="489918" y="80030"/>
                </a:lnTo>
                <a:lnTo>
                  <a:pt x="489418" y="80121"/>
                </a:lnTo>
                <a:lnTo>
                  <a:pt x="488911" y="80198"/>
                </a:lnTo>
                <a:lnTo>
                  <a:pt x="488396" y="80261"/>
                </a:lnTo>
                <a:lnTo>
                  <a:pt x="487874" y="80310"/>
                </a:lnTo>
                <a:lnTo>
                  <a:pt x="487344" y="80345"/>
                </a:lnTo>
                <a:lnTo>
                  <a:pt x="486806" y="80366"/>
                </a:lnTo>
                <a:lnTo>
                  <a:pt x="486261" y="80373"/>
                </a:lnTo>
                <a:lnTo>
                  <a:pt x="485781" y="80366"/>
                </a:lnTo>
                <a:lnTo>
                  <a:pt x="485306" y="80346"/>
                </a:lnTo>
                <a:lnTo>
                  <a:pt x="484835" y="80311"/>
                </a:lnTo>
                <a:lnTo>
                  <a:pt x="484369" y="80262"/>
                </a:lnTo>
                <a:lnTo>
                  <a:pt x="483907" y="80200"/>
                </a:lnTo>
                <a:close/>
                <a:moveTo>
                  <a:pt x="482662" y="140875"/>
                </a:moveTo>
                <a:lnTo>
                  <a:pt x="481925" y="140802"/>
                </a:lnTo>
                <a:lnTo>
                  <a:pt x="481208" y="140719"/>
                </a:lnTo>
                <a:lnTo>
                  <a:pt x="480511" y="140624"/>
                </a:lnTo>
                <a:lnTo>
                  <a:pt x="479834" y="140517"/>
                </a:lnTo>
                <a:lnTo>
                  <a:pt x="479177" y="140400"/>
                </a:lnTo>
                <a:lnTo>
                  <a:pt x="478540" y="140272"/>
                </a:lnTo>
                <a:lnTo>
                  <a:pt x="477923" y="140132"/>
                </a:lnTo>
                <a:lnTo>
                  <a:pt x="477327" y="139981"/>
                </a:lnTo>
                <a:lnTo>
                  <a:pt x="476750" y="139819"/>
                </a:lnTo>
                <a:lnTo>
                  <a:pt x="476194" y="139646"/>
                </a:lnTo>
                <a:lnTo>
                  <a:pt x="475657" y="139461"/>
                </a:lnTo>
                <a:lnTo>
                  <a:pt x="475141" y="139266"/>
                </a:lnTo>
                <a:lnTo>
                  <a:pt x="474645" y="139059"/>
                </a:lnTo>
                <a:lnTo>
                  <a:pt x="474169" y="138841"/>
                </a:lnTo>
                <a:lnTo>
                  <a:pt x="473713" y="138612"/>
                </a:lnTo>
                <a:lnTo>
                  <a:pt x="473277" y="138372"/>
                </a:lnTo>
                <a:lnTo>
                  <a:pt x="472861" y="138121"/>
                </a:lnTo>
                <a:lnTo>
                  <a:pt x="472465" y="137858"/>
                </a:lnTo>
                <a:lnTo>
                  <a:pt x="472087" y="137589"/>
                </a:lnTo>
                <a:lnTo>
                  <a:pt x="471726" y="137318"/>
                </a:lnTo>
                <a:lnTo>
                  <a:pt x="471380" y="137045"/>
                </a:lnTo>
                <a:lnTo>
                  <a:pt x="471051" y="136770"/>
                </a:lnTo>
                <a:lnTo>
                  <a:pt x="470738" y="136494"/>
                </a:lnTo>
                <a:lnTo>
                  <a:pt x="470440" y="136215"/>
                </a:lnTo>
                <a:lnTo>
                  <a:pt x="470159" y="135935"/>
                </a:lnTo>
                <a:lnTo>
                  <a:pt x="469894" y="135653"/>
                </a:lnTo>
                <a:lnTo>
                  <a:pt x="469645" y="135368"/>
                </a:lnTo>
                <a:lnTo>
                  <a:pt x="469412" y="135082"/>
                </a:lnTo>
                <a:lnTo>
                  <a:pt x="469195" y="134795"/>
                </a:lnTo>
                <a:lnTo>
                  <a:pt x="468994" y="134505"/>
                </a:lnTo>
                <a:lnTo>
                  <a:pt x="468809" y="134213"/>
                </a:lnTo>
                <a:lnTo>
                  <a:pt x="468640" y="133920"/>
                </a:lnTo>
                <a:lnTo>
                  <a:pt x="468488" y="133624"/>
                </a:lnTo>
                <a:lnTo>
                  <a:pt x="468351" y="133327"/>
                </a:lnTo>
                <a:lnTo>
                  <a:pt x="468231" y="133028"/>
                </a:lnTo>
                <a:lnTo>
                  <a:pt x="468126" y="132727"/>
                </a:lnTo>
                <a:lnTo>
                  <a:pt x="468038" y="132424"/>
                </a:lnTo>
                <a:lnTo>
                  <a:pt x="467965" y="132120"/>
                </a:lnTo>
                <a:lnTo>
                  <a:pt x="467909" y="131813"/>
                </a:lnTo>
                <a:lnTo>
                  <a:pt x="467869" y="131505"/>
                </a:lnTo>
                <a:lnTo>
                  <a:pt x="467845" y="131194"/>
                </a:lnTo>
                <a:lnTo>
                  <a:pt x="467837" y="130882"/>
                </a:lnTo>
                <a:lnTo>
                  <a:pt x="467841" y="130615"/>
                </a:lnTo>
                <a:lnTo>
                  <a:pt x="467852" y="130351"/>
                </a:lnTo>
                <a:lnTo>
                  <a:pt x="467871" y="130089"/>
                </a:lnTo>
                <a:lnTo>
                  <a:pt x="467897" y="129830"/>
                </a:lnTo>
                <a:lnTo>
                  <a:pt x="467931" y="129574"/>
                </a:lnTo>
                <a:lnTo>
                  <a:pt x="467973" y="129320"/>
                </a:lnTo>
                <a:lnTo>
                  <a:pt x="468022" y="129069"/>
                </a:lnTo>
                <a:lnTo>
                  <a:pt x="468079" y="128821"/>
                </a:lnTo>
                <a:lnTo>
                  <a:pt x="468143" y="128575"/>
                </a:lnTo>
                <a:lnTo>
                  <a:pt x="468215" y="128332"/>
                </a:lnTo>
                <a:lnTo>
                  <a:pt x="468295" y="128092"/>
                </a:lnTo>
                <a:lnTo>
                  <a:pt x="468382" y="127854"/>
                </a:lnTo>
                <a:lnTo>
                  <a:pt x="468477" y="127619"/>
                </a:lnTo>
                <a:lnTo>
                  <a:pt x="468579" y="127386"/>
                </a:lnTo>
                <a:lnTo>
                  <a:pt x="468689" y="127156"/>
                </a:lnTo>
                <a:lnTo>
                  <a:pt x="468806" y="126929"/>
                </a:lnTo>
                <a:lnTo>
                  <a:pt x="468931" y="126704"/>
                </a:lnTo>
                <a:lnTo>
                  <a:pt x="469063" y="126482"/>
                </a:lnTo>
                <a:lnTo>
                  <a:pt x="469203" y="126263"/>
                </a:lnTo>
                <a:lnTo>
                  <a:pt x="469351" y="126046"/>
                </a:lnTo>
                <a:lnTo>
                  <a:pt x="469506" y="125832"/>
                </a:lnTo>
                <a:lnTo>
                  <a:pt x="469669" y="125620"/>
                </a:lnTo>
                <a:lnTo>
                  <a:pt x="469840" y="125411"/>
                </a:lnTo>
                <a:lnTo>
                  <a:pt x="470017" y="125205"/>
                </a:lnTo>
                <a:lnTo>
                  <a:pt x="470201" y="125002"/>
                </a:lnTo>
                <a:lnTo>
                  <a:pt x="470390" y="124803"/>
                </a:lnTo>
                <a:lnTo>
                  <a:pt x="470583" y="124608"/>
                </a:lnTo>
                <a:lnTo>
                  <a:pt x="470780" y="124417"/>
                </a:lnTo>
                <a:lnTo>
                  <a:pt x="470982" y="124229"/>
                </a:lnTo>
                <a:lnTo>
                  <a:pt x="471188" y="124046"/>
                </a:lnTo>
                <a:lnTo>
                  <a:pt x="471399" y="123866"/>
                </a:lnTo>
                <a:lnTo>
                  <a:pt x="471615" y="123690"/>
                </a:lnTo>
                <a:lnTo>
                  <a:pt x="471834" y="123518"/>
                </a:lnTo>
                <a:lnTo>
                  <a:pt x="472059" y="123350"/>
                </a:lnTo>
                <a:lnTo>
                  <a:pt x="472288" y="123186"/>
                </a:lnTo>
                <a:lnTo>
                  <a:pt x="472521" y="123026"/>
                </a:lnTo>
                <a:lnTo>
                  <a:pt x="472759" y="122869"/>
                </a:lnTo>
                <a:lnTo>
                  <a:pt x="473001" y="122717"/>
                </a:lnTo>
                <a:lnTo>
                  <a:pt x="473247" y="122568"/>
                </a:lnTo>
                <a:lnTo>
                  <a:pt x="473499" y="122424"/>
                </a:lnTo>
                <a:lnTo>
                  <a:pt x="473754" y="122283"/>
                </a:lnTo>
                <a:lnTo>
                  <a:pt x="474014" y="122146"/>
                </a:lnTo>
                <a:lnTo>
                  <a:pt x="474279" y="122013"/>
                </a:lnTo>
                <a:lnTo>
                  <a:pt x="474548" y="121884"/>
                </a:lnTo>
                <a:lnTo>
                  <a:pt x="474822" y="121758"/>
                </a:lnTo>
                <a:lnTo>
                  <a:pt x="475100" y="121637"/>
                </a:lnTo>
                <a:lnTo>
                  <a:pt x="475382" y="121519"/>
                </a:lnTo>
                <a:lnTo>
                  <a:pt x="475669" y="121406"/>
                </a:lnTo>
                <a:lnTo>
                  <a:pt x="491513" y="121406"/>
                </a:lnTo>
                <a:lnTo>
                  <a:pt x="492050" y="121407"/>
                </a:lnTo>
                <a:lnTo>
                  <a:pt x="492578" y="121413"/>
                </a:lnTo>
                <a:lnTo>
                  <a:pt x="493097" y="121422"/>
                </a:lnTo>
                <a:lnTo>
                  <a:pt x="493607" y="121435"/>
                </a:lnTo>
                <a:lnTo>
                  <a:pt x="494108" y="121452"/>
                </a:lnTo>
                <a:lnTo>
                  <a:pt x="494600" y="121473"/>
                </a:lnTo>
                <a:lnTo>
                  <a:pt x="495083" y="121497"/>
                </a:lnTo>
                <a:lnTo>
                  <a:pt x="495558" y="121525"/>
                </a:lnTo>
                <a:lnTo>
                  <a:pt x="496023" y="121556"/>
                </a:lnTo>
                <a:lnTo>
                  <a:pt x="496479" y="121592"/>
                </a:lnTo>
                <a:lnTo>
                  <a:pt x="496926" y="121631"/>
                </a:lnTo>
                <a:lnTo>
                  <a:pt x="497365" y="121673"/>
                </a:lnTo>
                <a:lnTo>
                  <a:pt x="497794" y="121720"/>
                </a:lnTo>
                <a:lnTo>
                  <a:pt x="498215" y="121770"/>
                </a:lnTo>
                <a:lnTo>
                  <a:pt x="498626" y="121824"/>
                </a:lnTo>
                <a:lnTo>
                  <a:pt x="499029" y="121882"/>
                </a:lnTo>
                <a:lnTo>
                  <a:pt x="499422" y="121943"/>
                </a:lnTo>
                <a:lnTo>
                  <a:pt x="499807" y="122008"/>
                </a:lnTo>
                <a:lnTo>
                  <a:pt x="500183" y="122077"/>
                </a:lnTo>
                <a:lnTo>
                  <a:pt x="500549" y="122149"/>
                </a:lnTo>
                <a:lnTo>
                  <a:pt x="500907" y="122225"/>
                </a:lnTo>
                <a:lnTo>
                  <a:pt x="501256" y="122305"/>
                </a:lnTo>
                <a:lnTo>
                  <a:pt x="501596" y="122389"/>
                </a:lnTo>
                <a:lnTo>
                  <a:pt x="501926" y="122476"/>
                </a:lnTo>
                <a:lnTo>
                  <a:pt x="502249" y="122567"/>
                </a:lnTo>
                <a:lnTo>
                  <a:pt x="502564" y="122662"/>
                </a:lnTo>
                <a:lnTo>
                  <a:pt x="502871" y="122759"/>
                </a:lnTo>
                <a:lnTo>
                  <a:pt x="503170" y="122859"/>
                </a:lnTo>
                <a:lnTo>
                  <a:pt x="503462" y="122963"/>
                </a:lnTo>
                <a:lnTo>
                  <a:pt x="503746" y="123069"/>
                </a:lnTo>
                <a:lnTo>
                  <a:pt x="504022" y="123179"/>
                </a:lnTo>
                <a:lnTo>
                  <a:pt x="504290" y="123291"/>
                </a:lnTo>
                <a:lnTo>
                  <a:pt x="504551" y="123407"/>
                </a:lnTo>
                <a:lnTo>
                  <a:pt x="504804" y="123526"/>
                </a:lnTo>
                <a:lnTo>
                  <a:pt x="505049" y="123648"/>
                </a:lnTo>
                <a:lnTo>
                  <a:pt x="505286" y="123773"/>
                </a:lnTo>
                <a:lnTo>
                  <a:pt x="505516" y="123902"/>
                </a:lnTo>
                <a:lnTo>
                  <a:pt x="505738" y="124033"/>
                </a:lnTo>
                <a:lnTo>
                  <a:pt x="505953" y="124167"/>
                </a:lnTo>
                <a:lnTo>
                  <a:pt x="506159" y="124305"/>
                </a:lnTo>
                <a:lnTo>
                  <a:pt x="506358" y="124445"/>
                </a:lnTo>
                <a:lnTo>
                  <a:pt x="506549" y="124589"/>
                </a:lnTo>
                <a:lnTo>
                  <a:pt x="506733" y="124736"/>
                </a:lnTo>
                <a:lnTo>
                  <a:pt x="506908" y="124886"/>
                </a:lnTo>
                <a:lnTo>
                  <a:pt x="507076" y="125039"/>
                </a:lnTo>
                <a:lnTo>
                  <a:pt x="507237" y="125195"/>
                </a:lnTo>
                <a:lnTo>
                  <a:pt x="507389" y="125354"/>
                </a:lnTo>
                <a:lnTo>
                  <a:pt x="507534" y="125517"/>
                </a:lnTo>
                <a:lnTo>
                  <a:pt x="507672" y="125682"/>
                </a:lnTo>
                <a:lnTo>
                  <a:pt x="507804" y="125851"/>
                </a:lnTo>
                <a:lnTo>
                  <a:pt x="507930" y="126023"/>
                </a:lnTo>
                <a:lnTo>
                  <a:pt x="508051" y="126198"/>
                </a:lnTo>
                <a:lnTo>
                  <a:pt x="508165" y="126376"/>
                </a:lnTo>
                <a:lnTo>
                  <a:pt x="508274" y="126557"/>
                </a:lnTo>
                <a:lnTo>
                  <a:pt x="508377" y="126741"/>
                </a:lnTo>
                <a:lnTo>
                  <a:pt x="508473" y="126929"/>
                </a:lnTo>
                <a:lnTo>
                  <a:pt x="508564" y="127119"/>
                </a:lnTo>
                <a:lnTo>
                  <a:pt x="508650" y="127313"/>
                </a:lnTo>
                <a:lnTo>
                  <a:pt x="508729" y="127509"/>
                </a:lnTo>
                <a:lnTo>
                  <a:pt x="508802" y="127709"/>
                </a:lnTo>
                <a:lnTo>
                  <a:pt x="508870" y="127912"/>
                </a:lnTo>
                <a:lnTo>
                  <a:pt x="508931" y="128118"/>
                </a:lnTo>
                <a:lnTo>
                  <a:pt x="508987" y="128327"/>
                </a:lnTo>
                <a:lnTo>
                  <a:pt x="509037" y="128539"/>
                </a:lnTo>
                <a:lnTo>
                  <a:pt x="509081" y="128754"/>
                </a:lnTo>
                <a:lnTo>
                  <a:pt x="509119" y="128973"/>
                </a:lnTo>
                <a:lnTo>
                  <a:pt x="509152" y="129194"/>
                </a:lnTo>
                <a:lnTo>
                  <a:pt x="509178" y="129419"/>
                </a:lnTo>
                <a:lnTo>
                  <a:pt x="509199" y="129646"/>
                </a:lnTo>
                <a:lnTo>
                  <a:pt x="509213" y="129877"/>
                </a:lnTo>
                <a:lnTo>
                  <a:pt x="509222" y="130111"/>
                </a:lnTo>
                <a:lnTo>
                  <a:pt x="509225" y="130348"/>
                </a:lnTo>
                <a:lnTo>
                  <a:pt x="509217" y="130718"/>
                </a:lnTo>
                <a:lnTo>
                  <a:pt x="509191" y="131084"/>
                </a:lnTo>
                <a:lnTo>
                  <a:pt x="509149" y="131445"/>
                </a:lnTo>
                <a:lnTo>
                  <a:pt x="509089" y="131801"/>
                </a:lnTo>
                <a:lnTo>
                  <a:pt x="509013" y="132152"/>
                </a:lnTo>
                <a:lnTo>
                  <a:pt x="508919" y="132499"/>
                </a:lnTo>
                <a:lnTo>
                  <a:pt x="508809" y="132841"/>
                </a:lnTo>
                <a:lnTo>
                  <a:pt x="508681" y="133179"/>
                </a:lnTo>
                <a:lnTo>
                  <a:pt x="508537" y="133512"/>
                </a:lnTo>
                <a:lnTo>
                  <a:pt x="508375" y="133840"/>
                </a:lnTo>
                <a:lnTo>
                  <a:pt x="508197" y="134164"/>
                </a:lnTo>
                <a:lnTo>
                  <a:pt x="508001" y="134483"/>
                </a:lnTo>
                <a:lnTo>
                  <a:pt x="507789" y="134797"/>
                </a:lnTo>
                <a:lnTo>
                  <a:pt x="507559" y="135107"/>
                </a:lnTo>
                <a:lnTo>
                  <a:pt x="507313" y="135412"/>
                </a:lnTo>
                <a:lnTo>
                  <a:pt x="507049" y="135712"/>
                </a:lnTo>
                <a:lnTo>
                  <a:pt x="506769" y="136008"/>
                </a:lnTo>
                <a:lnTo>
                  <a:pt x="506471" y="136299"/>
                </a:lnTo>
                <a:lnTo>
                  <a:pt x="506157" y="136585"/>
                </a:lnTo>
                <a:lnTo>
                  <a:pt x="505825" y="136867"/>
                </a:lnTo>
                <a:lnTo>
                  <a:pt x="505477" y="137144"/>
                </a:lnTo>
                <a:lnTo>
                  <a:pt x="505112" y="137416"/>
                </a:lnTo>
                <a:lnTo>
                  <a:pt x="504729" y="137684"/>
                </a:lnTo>
                <a:lnTo>
                  <a:pt x="504330" y="137947"/>
                </a:lnTo>
                <a:lnTo>
                  <a:pt x="503909" y="138202"/>
                </a:lnTo>
                <a:lnTo>
                  <a:pt x="503465" y="138447"/>
                </a:lnTo>
                <a:lnTo>
                  <a:pt x="502996" y="138680"/>
                </a:lnTo>
                <a:lnTo>
                  <a:pt x="502503" y="138903"/>
                </a:lnTo>
                <a:lnTo>
                  <a:pt x="501985" y="139115"/>
                </a:lnTo>
                <a:lnTo>
                  <a:pt x="501442" y="139316"/>
                </a:lnTo>
                <a:lnTo>
                  <a:pt x="500876" y="139506"/>
                </a:lnTo>
                <a:lnTo>
                  <a:pt x="500285" y="139685"/>
                </a:lnTo>
                <a:lnTo>
                  <a:pt x="499669" y="139854"/>
                </a:lnTo>
                <a:lnTo>
                  <a:pt x="499029" y="140011"/>
                </a:lnTo>
                <a:lnTo>
                  <a:pt x="498365" y="140158"/>
                </a:lnTo>
                <a:lnTo>
                  <a:pt x="497676" y="140294"/>
                </a:lnTo>
                <a:lnTo>
                  <a:pt x="496963" y="140419"/>
                </a:lnTo>
                <a:lnTo>
                  <a:pt x="496226" y="140533"/>
                </a:lnTo>
                <a:lnTo>
                  <a:pt x="495464" y="140636"/>
                </a:lnTo>
                <a:lnTo>
                  <a:pt x="494677" y="140728"/>
                </a:lnTo>
                <a:lnTo>
                  <a:pt x="493867" y="140810"/>
                </a:lnTo>
                <a:lnTo>
                  <a:pt x="493031" y="140881"/>
                </a:lnTo>
                <a:lnTo>
                  <a:pt x="492172" y="140940"/>
                </a:lnTo>
                <a:lnTo>
                  <a:pt x="491288" y="140989"/>
                </a:lnTo>
                <a:lnTo>
                  <a:pt x="490379" y="141027"/>
                </a:lnTo>
                <a:lnTo>
                  <a:pt x="489446" y="141054"/>
                </a:lnTo>
                <a:lnTo>
                  <a:pt x="488489" y="141071"/>
                </a:lnTo>
                <a:lnTo>
                  <a:pt x="487507" y="141076"/>
                </a:lnTo>
                <a:lnTo>
                  <a:pt x="486650" y="141071"/>
                </a:lnTo>
                <a:lnTo>
                  <a:pt x="485812" y="141054"/>
                </a:lnTo>
                <a:lnTo>
                  <a:pt x="484994" y="141026"/>
                </a:lnTo>
                <a:lnTo>
                  <a:pt x="484197" y="140987"/>
                </a:lnTo>
                <a:lnTo>
                  <a:pt x="483419" y="140936"/>
                </a:lnTo>
                <a:lnTo>
                  <a:pt x="482662" y="140875"/>
                </a:lnTo>
                <a:close/>
                <a:moveTo>
                  <a:pt x="257795" y="2492"/>
                </a:moveTo>
                <a:lnTo>
                  <a:pt x="257795" y="122296"/>
                </a:lnTo>
                <a:lnTo>
                  <a:pt x="333362" y="122296"/>
                </a:lnTo>
                <a:lnTo>
                  <a:pt x="333362" y="100311"/>
                </a:lnTo>
                <a:lnTo>
                  <a:pt x="282806" y="100311"/>
                </a:lnTo>
                <a:lnTo>
                  <a:pt x="282806" y="2492"/>
                </a:lnTo>
                <a:lnTo>
                  <a:pt x="257795" y="2492"/>
                </a:lnTo>
                <a:close/>
                <a:moveTo>
                  <a:pt x="812665" y="2492"/>
                </a:moveTo>
                <a:lnTo>
                  <a:pt x="786408" y="2492"/>
                </a:lnTo>
                <a:lnTo>
                  <a:pt x="743328" y="122296"/>
                </a:lnTo>
                <a:lnTo>
                  <a:pt x="769140" y="122296"/>
                </a:lnTo>
                <a:lnTo>
                  <a:pt x="777952" y="95950"/>
                </a:lnTo>
                <a:lnTo>
                  <a:pt x="821209" y="95950"/>
                </a:lnTo>
                <a:lnTo>
                  <a:pt x="829754" y="122296"/>
                </a:lnTo>
                <a:lnTo>
                  <a:pt x="855833" y="122296"/>
                </a:lnTo>
                <a:lnTo>
                  <a:pt x="812665" y="2492"/>
                </a:lnTo>
                <a:close/>
                <a:moveTo>
                  <a:pt x="783916" y="75211"/>
                </a:moveTo>
                <a:lnTo>
                  <a:pt x="799492" y="27236"/>
                </a:lnTo>
                <a:lnTo>
                  <a:pt x="815068" y="75211"/>
                </a:lnTo>
                <a:lnTo>
                  <a:pt x="783916" y="75211"/>
                </a:lnTo>
                <a:close/>
                <a:moveTo>
                  <a:pt x="113047" y="123591"/>
                </a:moveTo>
                <a:lnTo>
                  <a:pt x="113861" y="123481"/>
                </a:lnTo>
                <a:lnTo>
                  <a:pt x="114668" y="123353"/>
                </a:lnTo>
                <a:lnTo>
                  <a:pt x="115468" y="123208"/>
                </a:lnTo>
                <a:lnTo>
                  <a:pt x="116261" y="123046"/>
                </a:lnTo>
                <a:lnTo>
                  <a:pt x="117046" y="122868"/>
                </a:lnTo>
                <a:lnTo>
                  <a:pt x="117825" y="122672"/>
                </a:lnTo>
                <a:lnTo>
                  <a:pt x="118597" y="122459"/>
                </a:lnTo>
                <a:lnTo>
                  <a:pt x="119361" y="122229"/>
                </a:lnTo>
                <a:lnTo>
                  <a:pt x="120118" y="121982"/>
                </a:lnTo>
                <a:lnTo>
                  <a:pt x="120869" y="121718"/>
                </a:lnTo>
                <a:lnTo>
                  <a:pt x="121612" y="121437"/>
                </a:lnTo>
                <a:lnTo>
                  <a:pt x="122348" y="121139"/>
                </a:lnTo>
                <a:lnTo>
                  <a:pt x="123077" y="120824"/>
                </a:lnTo>
                <a:lnTo>
                  <a:pt x="123798" y="120492"/>
                </a:lnTo>
                <a:lnTo>
                  <a:pt x="124513" y="120143"/>
                </a:lnTo>
                <a:lnTo>
                  <a:pt x="125221" y="119777"/>
                </a:lnTo>
                <a:lnTo>
                  <a:pt x="125921" y="119394"/>
                </a:lnTo>
                <a:lnTo>
                  <a:pt x="126615" y="118994"/>
                </a:lnTo>
                <a:lnTo>
                  <a:pt x="127298" y="118576"/>
                </a:lnTo>
                <a:lnTo>
                  <a:pt x="127970" y="118141"/>
                </a:lnTo>
                <a:lnTo>
                  <a:pt x="128630" y="117687"/>
                </a:lnTo>
                <a:lnTo>
                  <a:pt x="129279" y="117216"/>
                </a:lnTo>
                <a:lnTo>
                  <a:pt x="129915" y="116726"/>
                </a:lnTo>
                <a:lnTo>
                  <a:pt x="130539" y="116219"/>
                </a:lnTo>
                <a:lnTo>
                  <a:pt x="131152" y="115693"/>
                </a:lnTo>
                <a:lnTo>
                  <a:pt x="131752" y="115150"/>
                </a:lnTo>
                <a:lnTo>
                  <a:pt x="132341" y="114589"/>
                </a:lnTo>
                <a:lnTo>
                  <a:pt x="132918" y="114009"/>
                </a:lnTo>
                <a:lnTo>
                  <a:pt x="133483" y="113412"/>
                </a:lnTo>
                <a:lnTo>
                  <a:pt x="134036" y="112797"/>
                </a:lnTo>
                <a:lnTo>
                  <a:pt x="134577" y="112164"/>
                </a:lnTo>
                <a:lnTo>
                  <a:pt x="135106" y="111513"/>
                </a:lnTo>
                <a:lnTo>
                  <a:pt x="135623" y="110843"/>
                </a:lnTo>
                <a:lnTo>
                  <a:pt x="136128" y="110156"/>
                </a:lnTo>
                <a:lnTo>
                  <a:pt x="136622" y="109451"/>
                </a:lnTo>
                <a:lnTo>
                  <a:pt x="137103" y="108728"/>
                </a:lnTo>
                <a:lnTo>
                  <a:pt x="137573" y="107987"/>
                </a:lnTo>
                <a:lnTo>
                  <a:pt x="138031" y="107228"/>
                </a:lnTo>
                <a:lnTo>
                  <a:pt x="138477" y="106452"/>
                </a:lnTo>
                <a:lnTo>
                  <a:pt x="138911" y="105657"/>
                </a:lnTo>
                <a:lnTo>
                  <a:pt x="139333" y="104844"/>
                </a:lnTo>
                <a:lnTo>
                  <a:pt x="139743" y="104013"/>
                </a:lnTo>
                <a:lnTo>
                  <a:pt x="140139" y="103164"/>
                </a:lnTo>
                <a:lnTo>
                  <a:pt x="140518" y="102296"/>
                </a:lnTo>
                <a:lnTo>
                  <a:pt x="140880" y="101409"/>
                </a:lnTo>
                <a:lnTo>
                  <a:pt x="141225" y="100504"/>
                </a:lnTo>
                <a:lnTo>
                  <a:pt x="141554" y="99580"/>
                </a:lnTo>
                <a:lnTo>
                  <a:pt x="141865" y="98637"/>
                </a:lnTo>
                <a:lnTo>
                  <a:pt x="142160" y="97675"/>
                </a:lnTo>
                <a:lnTo>
                  <a:pt x="142438" y="96695"/>
                </a:lnTo>
                <a:lnTo>
                  <a:pt x="142699" y="95696"/>
                </a:lnTo>
                <a:lnTo>
                  <a:pt x="142943" y="94678"/>
                </a:lnTo>
                <a:lnTo>
                  <a:pt x="143171" y="93641"/>
                </a:lnTo>
                <a:lnTo>
                  <a:pt x="143381" y="92586"/>
                </a:lnTo>
                <a:lnTo>
                  <a:pt x="143575" y="91512"/>
                </a:lnTo>
                <a:lnTo>
                  <a:pt x="143752" y="90419"/>
                </a:lnTo>
                <a:lnTo>
                  <a:pt x="143912" y="89308"/>
                </a:lnTo>
                <a:lnTo>
                  <a:pt x="144055" y="88177"/>
                </a:lnTo>
                <a:lnTo>
                  <a:pt x="144181" y="87028"/>
                </a:lnTo>
                <a:lnTo>
                  <a:pt x="144291" y="85860"/>
                </a:lnTo>
                <a:lnTo>
                  <a:pt x="144383" y="84674"/>
                </a:lnTo>
                <a:lnTo>
                  <a:pt x="144459" y="83468"/>
                </a:lnTo>
                <a:lnTo>
                  <a:pt x="144518" y="82244"/>
                </a:lnTo>
                <a:lnTo>
                  <a:pt x="144560" y="81002"/>
                </a:lnTo>
                <a:lnTo>
                  <a:pt x="144586" y="79740"/>
                </a:lnTo>
                <a:lnTo>
                  <a:pt x="144594" y="78460"/>
                </a:lnTo>
                <a:lnTo>
                  <a:pt x="144586" y="77172"/>
                </a:lnTo>
                <a:lnTo>
                  <a:pt x="144562" y="75904"/>
                </a:lnTo>
                <a:lnTo>
                  <a:pt x="144523" y="74655"/>
                </a:lnTo>
                <a:lnTo>
                  <a:pt x="144468" y="73425"/>
                </a:lnTo>
                <a:lnTo>
                  <a:pt x="144397" y="72214"/>
                </a:lnTo>
                <a:lnTo>
                  <a:pt x="144310" y="71023"/>
                </a:lnTo>
                <a:lnTo>
                  <a:pt x="144208" y="69851"/>
                </a:lnTo>
                <a:lnTo>
                  <a:pt x="144090" y="68698"/>
                </a:lnTo>
                <a:lnTo>
                  <a:pt x="143956" y="67564"/>
                </a:lnTo>
                <a:lnTo>
                  <a:pt x="143806" y="66449"/>
                </a:lnTo>
                <a:lnTo>
                  <a:pt x="143640" y="65354"/>
                </a:lnTo>
                <a:lnTo>
                  <a:pt x="143459" y="64278"/>
                </a:lnTo>
                <a:lnTo>
                  <a:pt x="143262" y="63221"/>
                </a:lnTo>
                <a:lnTo>
                  <a:pt x="143049" y="62183"/>
                </a:lnTo>
                <a:lnTo>
                  <a:pt x="142821" y="61164"/>
                </a:lnTo>
                <a:lnTo>
                  <a:pt x="142576" y="60165"/>
                </a:lnTo>
                <a:lnTo>
                  <a:pt x="142316" y="59185"/>
                </a:lnTo>
                <a:lnTo>
                  <a:pt x="142041" y="58224"/>
                </a:lnTo>
                <a:lnTo>
                  <a:pt x="141749" y="57282"/>
                </a:lnTo>
                <a:lnTo>
                  <a:pt x="141442" y="56360"/>
                </a:lnTo>
                <a:lnTo>
                  <a:pt x="141119" y="55456"/>
                </a:lnTo>
                <a:lnTo>
                  <a:pt x="140780" y="54572"/>
                </a:lnTo>
                <a:lnTo>
                  <a:pt x="140425" y="53707"/>
                </a:lnTo>
                <a:lnTo>
                  <a:pt x="140055" y="52862"/>
                </a:lnTo>
                <a:lnTo>
                  <a:pt x="139671" y="52035"/>
                </a:lnTo>
                <a:lnTo>
                  <a:pt x="139275" y="51225"/>
                </a:lnTo>
                <a:lnTo>
                  <a:pt x="138868" y="50434"/>
                </a:lnTo>
                <a:lnTo>
                  <a:pt x="138450" y="49660"/>
                </a:lnTo>
                <a:lnTo>
                  <a:pt x="138020" y="48904"/>
                </a:lnTo>
                <a:lnTo>
                  <a:pt x="137579" y="48166"/>
                </a:lnTo>
                <a:lnTo>
                  <a:pt x="137127" y="47446"/>
                </a:lnTo>
                <a:lnTo>
                  <a:pt x="136662" y="46743"/>
                </a:lnTo>
                <a:lnTo>
                  <a:pt x="136187" y="46059"/>
                </a:lnTo>
                <a:lnTo>
                  <a:pt x="135700" y="45392"/>
                </a:lnTo>
                <a:lnTo>
                  <a:pt x="135202" y="44743"/>
                </a:lnTo>
                <a:lnTo>
                  <a:pt x="134692" y="44111"/>
                </a:lnTo>
                <a:lnTo>
                  <a:pt x="134171" y="43498"/>
                </a:lnTo>
                <a:lnTo>
                  <a:pt x="133638" y="42902"/>
                </a:lnTo>
                <a:lnTo>
                  <a:pt x="133094" y="42324"/>
                </a:lnTo>
                <a:lnTo>
                  <a:pt x="132538" y="41764"/>
                </a:lnTo>
                <a:lnTo>
                  <a:pt x="131972" y="41222"/>
                </a:lnTo>
                <a:lnTo>
                  <a:pt x="131393" y="40698"/>
                </a:lnTo>
                <a:lnTo>
                  <a:pt x="130803" y="40191"/>
                </a:lnTo>
                <a:lnTo>
                  <a:pt x="130202" y="39702"/>
                </a:lnTo>
                <a:lnTo>
                  <a:pt x="129589" y="39231"/>
                </a:lnTo>
                <a:lnTo>
                  <a:pt x="128965" y="38778"/>
                </a:lnTo>
                <a:lnTo>
                  <a:pt x="128330" y="38343"/>
                </a:lnTo>
                <a:lnTo>
                  <a:pt x="127683" y="37925"/>
                </a:lnTo>
                <a:lnTo>
                  <a:pt x="127026" y="37525"/>
                </a:lnTo>
                <a:lnTo>
                  <a:pt x="126362" y="37142"/>
                </a:lnTo>
                <a:lnTo>
                  <a:pt x="125691" y="36776"/>
                </a:lnTo>
                <a:lnTo>
                  <a:pt x="125012" y="36427"/>
                </a:lnTo>
                <a:lnTo>
                  <a:pt x="124326" y="36095"/>
                </a:lnTo>
                <a:lnTo>
                  <a:pt x="123633" y="35780"/>
                </a:lnTo>
                <a:lnTo>
                  <a:pt x="122932" y="35482"/>
                </a:lnTo>
                <a:lnTo>
                  <a:pt x="122224" y="35201"/>
                </a:lnTo>
                <a:lnTo>
                  <a:pt x="121508" y="34937"/>
                </a:lnTo>
                <a:lnTo>
                  <a:pt x="120785" y="34690"/>
                </a:lnTo>
                <a:lnTo>
                  <a:pt x="120054" y="34460"/>
                </a:lnTo>
                <a:lnTo>
                  <a:pt x="119316" y="34248"/>
                </a:lnTo>
                <a:lnTo>
                  <a:pt x="118571" y="34052"/>
                </a:lnTo>
                <a:lnTo>
                  <a:pt x="117818" y="33873"/>
                </a:lnTo>
                <a:lnTo>
                  <a:pt x="117057" y="33711"/>
                </a:lnTo>
                <a:lnTo>
                  <a:pt x="116290" y="33566"/>
                </a:lnTo>
                <a:lnTo>
                  <a:pt x="115515" y="33439"/>
                </a:lnTo>
                <a:lnTo>
                  <a:pt x="114732" y="33328"/>
                </a:lnTo>
                <a:lnTo>
                  <a:pt x="113942" y="33234"/>
                </a:lnTo>
                <a:lnTo>
                  <a:pt x="113145" y="33158"/>
                </a:lnTo>
                <a:lnTo>
                  <a:pt x="112340" y="33098"/>
                </a:lnTo>
                <a:lnTo>
                  <a:pt x="111528" y="33056"/>
                </a:lnTo>
                <a:lnTo>
                  <a:pt x="110708" y="33030"/>
                </a:lnTo>
                <a:lnTo>
                  <a:pt x="109881" y="33022"/>
                </a:lnTo>
                <a:lnTo>
                  <a:pt x="109071" y="33028"/>
                </a:lnTo>
                <a:lnTo>
                  <a:pt x="108271" y="33048"/>
                </a:lnTo>
                <a:lnTo>
                  <a:pt x="107482" y="33081"/>
                </a:lnTo>
                <a:lnTo>
                  <a:pt x="106704" y="33127"/>
                </a:lnTo>
                <a:lnTo>
                  <a:pt x="105937" y="33186"/>
                </a:lnTo>
                <a:lnTo>
                  <a:pt x="105181" y="33258"/>
                </a:lnTo>
                <a:lnTo>
                  <a:pt x="104435" y="33343"/>
                </a:lnTo>
                <a:lnTo>
                  <a:pt x="103700" y="33442"/>
                </a:lnTo>
                <a:lnTo>
                  <a:pt x="102976" y="33554"/>
                </a:lnTo>
                <a:lnTo>
                  <a:pt x="102263" y="33678"/>
                </a:lnTo>
                <a:lnTo>
                  <a:pt x="101561" y="33816"/>
                </a:lnTo>
                <a:lnTo>
                  <a:pt x="100869" y="33967"/>
                </a:lnTo>
                <a:lnTo>
                  <a:pt x="100189" y="34131"/>
                </a:lnTo>
                <a:lnTo>
                  <a:pt x="99519" y="34309"/>
                </a:lnTo>
                <a:lnTo>
                  <a:pt x="98860" y="34499"/>
                </a:lnTo>
                <a:lnTo>
                  <a:pt x="98211" y="34703"/>
                </a:lnTo>
                <a:lnTo>
                  <a:pt x="97574" y="34920"/>
                </a:lnTo>
                <a:lnTo>
                  <a:pt x="96947" y="35149"/>
                </a:lnTo>
                <a:lnTo>
                  <a:pt x="96332" y="35392"/>
                </a:lnTo>
                <a:lnTo>
                  <a:pt x="95727" y="35649"/>
                </a:lnTo>
                <a:lnTo>
                  <a:pt x="95133" y="35918"/>
                </a:lnTo>
                <a:lnTo>
                  <a:pt x="94549" y="36200"/>
                </a:lnTo>
                <a:lnTo>
                  <a:pt x="93977" y="36496"/>
                </a:lnTo>
                <a:lnTo>
                  <a:pt x="93415" y="36804"/>
                </a:lnTo>
                <a:lnTo>
                  <a:pt x="92862" y="37124"/>
                </a:lnTo>
                <a:lnTo>
                  <a:pt x="92317" y="37452"/>
                </a:lnTo>
                <a:lnTo>
                  <a:pt x="91778" y="37790"/>
                </a:lnTo>
                <a:lnTo>
                  <a:pt x="91247" y="38136"/>
                </a:lnTo>
                <a:lnTo>
                  <a:pt x="90722" y="38491"/>
                </a:lnTo>
                <a:lnTo>
                  <a:pt x="90205" y="38854"/>
                </a:lnTo>
                <a:lnTo>
                  <a:pt x="89695" y="39227"/>
                </a:lnTo>
                <a:lnTo>
                  <a:pt x="89192" y="39608"/>
                </a:lnTo>
                <a:lnTo>
                  <a:pt x="88696" y="39998"/>
                </a:lnTo>
                <a:lnTo>
                  <a:pt x="88207" y="40397"/>
                </a:lnTo>
                <a:lnTo>
                  <a:pt x="87726" y="40805"/>
                </a:lnTo>
                <a:lnTo>
                  <a:pt x="87251" y="41221"/>
                </a:lnTo>
                <a:lnTo>
                  <a:pt x="86784" y="41647"/>
                </a:lnTo>
                <a:lnTo>
                  <a:pt x="86323" y="42081"/>
                </a:lnTo>
                <a:lnTo>
                  <a:pt x="85870" y="42524"/>
                </a:lnTo>
                <a:lnTo>
                  <a:pt x="85424" y="42976"/>
                </a:lnTo>
                <a:lnTo>
                  <a:pt x="84985" y="43436"/>
                </a:lnTo>
                <a:lnTo>
                  <a:pt x="84553" y="43905"/>
                </a:lnTo>
                <a:lnTo>
                  <a:pt x="84128" y="44384"/>
                </a:lnTo>
                <a:lnTo>
                  <a:pt x="83711" y="44871"/>
                </a:lnTo>
                <a:lnTo>
                  <a:pt x="83300" y="45366"/>
                </a:lnTo>
                <a:lnTo>
                  <a:pt x="82897" y="45871"/>
                </a:lnTo>
                <a:lnTo>
                  <a:pt x="82500" y="46384"/>
                </a:lnTo>
                <a:lnTo>
                  <a:pt x="82111" y="46907"/>
                </a:lnTo>
                <a:lnTo>
                  <a:pt x="82111" y="2492"/>
                </a:lnTo>
                <a:lnTo>
                  <a:pt x="58524" y="2492"/>
                </a:lnTo>
                <a:lnTo>
                  <a:pt x="58524" y="122296"/>
                </a:lnTo>
                <a:lnTo>
                  <a:pt x="80865" y="122296"/>
                </a:lnTo>
                <a:lnTo>
                  <a:pt x="81844" y="110191"/>
                </a:lnTo>
                <a:lnTo>
                  <a:pt x="82211" y="110720"/>
                </a:lnTo>
                <a:lnTo>
                  <a:pt x="82583" y="111240"/>
                </a:lnTo>
                <a:lnTo>
                  <a:pt x="82962" y="111750"/>
                </a:lnTo>
                <a:lnTo>
                  <a:pt x="83347" y="112250"/>
                </a:lnTo>
                <a:lnTo>
                  <a:pt x="83739" y="112741"/>
                </a:lnTo>
                <a:lnTo>
                  <a:pt x="84136" y="113223"/>
                </a:lnTo>
                <a:lnTo>
                  <a:pt x="84540" y="113694"/>
                </a:lnTo>
                <a:lnTo>
                  <a:pt x="84949" y="114156"/>
                </a:lnTo>
                <a:lnTo>
                  <a:pt x="85365" y="114609"/>
                </a:lnTo>
                <a:lnTo>
                  <a:pt x="85788" y="115052"/>
                </a:lnTo>
                <a:lnTo>
                  <a:pt x="86216" y="115486"/>
                </a:lnTo>
                <a:lnTo>
                  <a:pt x="86650" y="115909"/>
                </a:lnTo>
                <a:lnTo>
                  <a:pt x="87091" y="116324"/>
                </a:lnTo>
                <a:lnTo>
                  <a:pt x="87538" y="116728"/>
                </a:lnTo>
                <a:lnTo>
                  <a:pt x="87991" y="117124"/>
                </a:lnTo>
                <a:lnTo>
                  <a:pt x="88450" y="117509"/>
                </a:lnTo>
                <a:lnTo>
                  <a:pt x="88916" y="117885"/>
                </a:lnTo>
                <a:lnTo>
                  <a:pt x="89387" y="118251"/>
                </a:lnTo>
                <a:lnTo>
                  <a:pt x="89865" y="118608"/>
                </a:lnTo>
                <a:lnTo>
                  <a:pt x="90349" y="118955"/>
                </a:lnTo>
                <a:lnTo>
                  <a:pt x="90839" y="119293"/>
                </a:lnTo>
                <a:lnTo>
                  <a:pt x="91336" y="119621"/>
                </a:lnTo>
                <a:lnTo>
                  <a:pt x="91838" y="119940"/>
                </a:lnTo>
                <a:lnTo>
                  <a:pt x="92347" y="120248"/>
                </a:lnTo>
                <a:lnTo>
                  <a:pt x="92865" y="120546"/>
                </a:lnTo>
                <a:lnTo>
                  <a:pt x="93394" y="120831"/>
                </a:lnTo>
                <a:lnTo>
                  <a:pt x="93935" y="121104"/>
                </a:lnTo>
                <a:lnTo>
                  <a:pt x="94488" y="121364"/>
                </a:lnTo>
                <a:lnTo>
                  <a:pt x="95053" y="121611"/>
                </a:lnTo>
                <a:lnTo>
                  <a:pt x="95629" y="121845"/>
                </a:lnTo>
                <a:lnTo>
                  <a:pt x="96217" y="122067"/>
                </a:lnTo>
                <a:lnTo>
                  <a:pt x="96817" y="122276"/>
                </a:lnTo>
                <a:lnTo>
                  <a:pt x="97429" y="122472"/>
                </a:lnTo>
                <a:lnTo>
                  <a:pt x="98052" y="122656"/>
                </a:lnTo>
                <a:lnTo>
                  <a:pt x="98687" y="122827"/>
                </a:lnTo>
                <a:lnTo>
                  <a:pt x="99334" y="122985"/>
                </a:lnTo>
                <a:lnTo>
                  <a:pt x="99993" y="123131"/>
                </a:lnTo>
                <a:lnTo>
                  <a:pt x="100663" y="123264"/>
                </a:lnTo>
                <a:lnTo>
                  <a:pt x="101345" y="123385"/>
                </a:lnTo>
                <a:lnTo>
                  <a:pt x="102039" y="123492"/>
                </a:lnTo>
                <a:lnTo>
                  <a:pt x="102744" y="123587"/>
                </a:lnTo>
                <a:lnTo>
                  <a:pt x="103462" y="123670"/>
                </a:lnTo>
                <a:lnTo>
                  <a:pt x="104191" y="123739"/>
                </a:lnTo>
                <a:lnTo>
                  <a:pt x="104931" y="123796"/>
                </a:lnTo>
                <a:lnTo>
                  <a:pt x="105684" y="123841"/>
                </a:lnTo>
                <a:lnTo>
                  <a:pt x="106448" y="123872"/>
                </a:lnTo>
                <a:lnTo>
                  <a:pt x="107224" y="123891"/>
                </a:lnTo>
                <a:lnTo>
                  <a:pt x="108012" y="123898"/>
                </a:lnTo>
                <a:lnTo>
                  <a:pt x="108869" y="123889"/>
                </a:lnTo>
                <a:lnTo>
                  <a:pt x="109719" y="123864"/>
                </a:lnTo>
                <a:lnTo>
                  <a:pt x="110561" y="123821"/>
                </a:lnTo>
                <a:lnTo>
                  <a:pt x="111397" y="123762"/>
                </a:lnTo>
                <a:lnTo>
                  <a:pt x="112225" y="123685"/>
                </a:lnTo>
                <a:lnTo>
                  <a:pt x="113047" y="123591"/>
                </a:lnTo>
                <a:close/>
                <a:moveTo>
                  <a:pt x="98664" y="105563"/>
                </a:moveTo>
                <a:lnTo>
                  <a:pt x="98110" y="105467"/>
                </a:lnTo>
                <a:lnTo>
                  <a:pt x="97564" y="105356"/>
                </a:lnTo>
                <a:lnTo>
                  <a:pt x="97025" y="105231"/>
                </a:lnTo>
                <a:lnTo>
                  <a:pt x="96493" y="105090"/>
                </a:lnTo>
                <a:lnTo>
                  <a:pt x="95968" y="104935"/>
                </a:lnTo>
                <a:lnTo>
                  <a:pt x="95451" y="104765"/>
                </a:lnTo>
                <a:lnTo>
                  <a:pt x="94941" y="104580"/>
                </a:lnTo>
                <a:lnTo>
                  <a:pt x="94438" y="104380"/>
                </a:lnTo>
                <a:lnTo>
                  <a:pt x="93943" y="104166"/>
                </a:lnTo>
                <a:lnTo>
                  <a:pt x="93455" y="103937"/>
                </a:lnTo>
                <a:lnTo>
                  <a:pt x="92974" y="103693"/>
                </a:lnTo>
                <a:lnTo>
                  <a:pt x="92500" y="103434"/>
                </a:lnTo>
                <a:lnTo>
                  <a:pt x="92033" y="103160"/>
                </a:lnTo>
                <a:lnTo>
                  <a:pt x="91574" y="102872"/>
                </a:lnTo>
                <a:lnTo>
                  <a:pt x="91122" y="102569"/>
                </a:lnTo>
                <a:lnTo>
                  <a:pt x="90678" y="102251"/>
                </a:lnTo>
                <a:lnTo>
                  <a:pt x="90240" y="101918"/>
                </a:lnTo>
                <a:lnTo>
                  <a:pt x="89810" y="101571"/>
                </a:lnTo>
                <a:lnTo>
                  <a:pt x="89388" y="101213"/>
                </a:lnTo>
                <a:lnTo>
                  <a:pt x="88975" y="100851"/>
                </a:lnTo>
                <a:lnTo>
                  <a:pt x="88570" y="100483"/>
                </a:lnTo>
                <a:lnTo>
                  <a:pt x="88175" y="100110"/>
                </a:lnTo>
                <a:lnTo>
                  <a:pt x="87788" y="99733"/>
                </a:lnTo>
                <a:lnTo>
                  <a:pt x="87410" y="99350"/>
                </a:lnTo>
                <a:lnTo>
                  <a:pt x="87041" y="98962"/>
                </a:lnTo>
                <a:lnTo>
                  <a:pt x="86680" y="98569"/>
                </a:lnTo>
                <a:lnTo>
                  <a:pt x="86328" y="98172"/>
                </a:lnTo>
                <a:lnTo>
                  <a:pt x="85986" y="97769"/>
                </a:lnTo>
                <a:lnTo>
                  <a:pt x="85652" y="97361"/>
                </a:lnTo>
                <a:lnTo>
                  <a:pt x="85326" y="96948"/>
                </a:lnTo>
                <a:lnTo>
                  <a:pt x="85010" y="96530"/>
                </a:lnTo>
                <a:lnTo>
                  <a:pt x="84702" y="96107"/>
                </a:lnTo>
                <a:lnTo>
                  <a:pt x="84404" y="95679"/>
                </a:lnTo>
                <a:lnTo>
                  <a:pt x="84114" y="95246"/>
                </a:lnTo>
                <a:lnTo>
                  <a:pt x="83833" y="94809"/>
                </a:lnTo>
                <a:lnTo>
                  <a:pt x="83560" y="94366"/>
                </a:lnTo>
                <a:lnTo>
                  <a:pt x="83297" y="93918"/>
                </a:lnTo>
                <a:lnTo>
                  <a:pt x="83042" y="93464"/>
                </a:lnTo>
                <a:lnTo>
                  <a:pt x="82796" y="93006"/>
                </a:lnTo>
                <a:lnTo>
                  <a:pt x="82559" y="92543"/>
                </a:lnTo>
                <a:lnTo>
                  <a:pt x="82331" y="92075"/>
                </a:lnTo>
                <a:lnTo>
                  <a:pt x="82111" y="91602"/>
                </a:lnTo>
                <a:lnTo>
                  <a:pt x="82111" y="65684"/>
                </a:lnTo>
                <a:lnTo>
                  <a:pt x="82346" y="65189"/>
                </a:lnTo>
                <a:lnTo>
                  <a:pt x="82590" y="64698"/>
                </a:lnTo>
                <a:lnTo>
                  <a:pt x="82843" y="64213"/>
                </a:lnTo>
                <a:lnTo>
                  <a:pt x="83106" y="63734"/>
                </a:lnTo>
                <a:lnTo>
                  <a:pt x="83379" y="63260"/>
                </a:lnTo>
                <a:lnTo>
                  <a:pt x="83660" y="62791"/>
                </a:lnTo>
                <a:lnTo>
                  <a:pt x="83952" y="62327"/>
                </a:lnTo>
                <a:lnTo>
                  <a:pt x="84252" y="61869"/>
                </a:lnTo>
                <a:lnTo>
                  <a:pt x="84562" y="61416"/>
                </a:lnTo>
                <a:lnTo>
                  <a:pt x="84882" y="60968"/>
                </a:lnTo>
                <a:lnTo>
                  <a:pt x="85211" y="60526"/>
                </a:lnTo>
                <a:lnTo>
                  <a:pt x="85549" y="60089"/>
                </a:lnTo>
                <a:lnTo>
                  <a:pt x="85897" y="59658"/>
                </a:lnTo>
                <a:lnTo>
                  <a:pt x="86254" y="59232"/>
                </a:lnTo>
                <a:lnTo>
                  <a:pt x="86621" y="58811"/>
                </a:lnTo>
                <a:lnTo>
                  <a:pt x="86997" y="58396"/>
                </a:lnTo>
                <a:lnTo>
                  <a:pt x="87382" y="57986"/>
                </a:lnTo>
                <a:lnTo>
                  <a:pt x="87777" y="57581"/>
                </a:lnTo>
                <a:lnTo>
                  <a:pt x="88181" y="57182"/>
                </a:lnTo>
                <a:lnTo>
                  <a:pt x="88595" y="56788"/>
                </a:lnTo>
                <a:lnTo>
                  <a:pt x="89018" y="56399"/>
                </a:lnTo>
                <a:lnTo>
                  <a:pt x="89451" y="56016"/>
                </a:lnTo>
                <a:lnTo>
                  <a:pt x="89893" y="55638"/>
                </a:lnTo>
                <a:lnTo>
                  <a:pt x="90344" y="55265"/>
                </a:lnTo>
                <a:lnTo>
                  <a:pt x="90804" y="54903"/>
                </a:lnTo>
                <a:lnTo>
                  <a:pt x="91269" y="54556"/>
                </a:lnTo>
                <a:lnTo>
                  <a:pt x="91741" y="54224"/>
                </a:lnTo>
                <a:lnTo>
                  <a:pt x="92220" y="53908"/>
                </a:lnTo>
                <a:lnTo>
                  <a:pt x="92704" y="53607"/>
                </a:lnTo>
                <a:lnTo>
                  <a:pt x="93195" y="53322"/>
                </a:lnTo>
                <a:lnTo>
                  <a:pt x="93693" y="53052"/>
                </a:lnTo>
                <a:lnTo>
                  <a:pt x="94196" y="52797"/>
                </a:lnTo>
                <a:lnTo>
                  <a:pt x="94706" y="52558"/>
                </a:lnTo>
                <a:lnTo>
                  <a:pt x="95223" y="52335"/>
                </a:lnTo>
                <a:lnTo>
                  <a:pt x="95745" y="52126"/>
                </a:lnTo>
                <a:lnTo>
                  <a:pt x="96274" y="51934"/>
                </a:lnTo>
                <a:lnTo>
                  <a:pt x="96810" y="51756"/>
                </a:lnTo>
                <a:lnTo>
                  <a:pt x="97351" y="51594"/>
                </a:lnTo>
                <a:lnTo>
                  <a:pt x="97899" y="51448"/>
                </a:lnTo>
                <a:lnTo>
                  <a:pt x="98454" y="51317"/>
                </a:lnTo>
                <a:lnTo>
                  <a:pt x="99014" y="51201"/>
                </a:lnTo>
                <a:lnTo>
                  <a:pt x="99581" y="51101"/>
                </a:lnTo>
                <a:lnTo>
                  <a:pt x="100155" y="51016"/>
                </a:lnTo>
                <a:lnTo>
                  <a:pt x="100735" y="50946"/>
                </a:lnTo>
                <a:lnTo>
                  <a:pt x="101321" y="50892"/>
                </a:lnTo>
                <a:lnTo>
                  <a:pt x="101913" y="50854"/>
                </a:lnTo>
                <a:lnTo>
                  <a:pt x="102512" y="50831"/>
                </a:lnTo>
                <a:lnTo>
                  <a:pt x="103117" y="50823"/>
                </a:lnTo>
                <a:lnTo>
                  <a:pt x="103793" y="50835"/>
                </a:lnTo>
                <a:lnTo>
                  <a:pt x="104456" y="50871"/>
                </a:lnTo>
                <a:lnTo>
                  <a:pt x="105108" y="50931"/>
                </a:lnTo>
                <a:lnTo>
                  <a:pt x="105746" y="51016"/>
                </a:lnTo>
                <a:lnTo>
                  <a:pt x="106372" y="51124"/>
                </a:lnTo>
                <a:lnTo>
                  <a:pt x="106986" y="51256"/>
                </a:lnTo>
                <a:lnTo>
                  <a:pt x="107587" y="51413"/>
                </a:lnTo>
                <a:lnTo>
                  <a:pt x="108175" y="51593"/>
                </a:lnTo>
                <a:lnTo>
                  <a:pt x="108751" y="51798"/>
                </a:lnTo>
                <a:lnTo>
                  <a:pt x="109315" y="52027"/>
                </a:lnTo>
                <a:lnTo>
                  <a:pt x="109866" y="52280"/>
                </a:lnTo>
                <a:lnTo>
                  <a:pt x="110404" y="52557"/>
                </a:lnTo>
                <a:lnTo>
                  <a:pt x="110930" y="52858"/>
                </a:lnTo>
                <a:lnTo>
                  <a:pt x="111444" y="53183"/>
                </a:lnTo>
                <a:lnTo>
                  <a:pt x="111944" y="53532"/>
                </a:lnTo>
                <a:lnTo>
                  <a:pt x="112433" y="53905"/>
                </a:lnTo>
                <a:lnTo>
                  <a:pt x="112909" y="54302"/>
                </a:lnTo>
                <a:lnTo>
                  <a:pt x="113372" y="54724"/>
                </a:lnTo>
                <a:lnTo>
                  <a:pt x="113823" y="55169"/>
                </a:lnTo>
                <a:lnTo>
                  <a:pt x="114261" y="55638"/>
                </a:lnTo>
                <a:lnTo>
                  <a:pt x="114687" y="56132"/>
                </a:lnTo>
                <a:lnTo>
                  <a:pt x="115100" y="56650"/>
                </a:lnTo>
                <a:lnTo>
                  <a:pt x="115501" y="57191"/>
                </a:lnTo>
                <a:lnTo>
                  <a:pt x="115889" y="57757"/>
                </a:lnTo>
                <a:lnTo>
                  <a:pt x="116263" y="58348"/>
                </a:lnTo>
                <a:lnTo>
                  <a:pt x="116621" y="58963"/>
                </a:lnTo>
                <a:lnTo>
                  <a:pt x="116964" y="59604"/>
                </a:lnTo>
                <a:lnTo>
                  <a:pt x="117290" y="60270"/>
                </a:lnTo>
                <a:lnTo>
                  <a:pt x="117600" y="60962"/>
                </a:lnTo>
                <a:lnTo>
                  <a:pt x="117895" y="61679"/>
                </a:lnTo>
                <a:lnTo>
                  <a:pt x="118173" y="62421"/>
                </a:lnTo>
                <a:lnTo>
                  <a:pt x="118436" y="63189"/>
                </a:lnTo>
                <a:lnTo>
                  <a:pt x="118683" y="63982"/>
                </a:lnTo>
                <a:lnTo>
                  <a:pt x="118913" y="64800"/>
                </a:lnTo>
                <a:lnTo>
                  <a:pt x="119128" y="65644"/>
                </a:lnTo>
                <a:lnTo>
                  <a:pt x="119327" y="66513"/>
                </a:lnTo>
                <a:lnTo>
                  <a:pt x="119510" y="67407"/>
                </a:lnTo>
                <a:lnTo>
                  <a:pt x="119677" y="68326"/>
                </a:lnTo>
                <a:lnTo>
                  <a:pt x="119828" y="69271"/>
                </a:lnTo>
                <a:lnTo>
                  <a:pt x="119964" y="70242"/>
                </a:lnTo>
                <a:lnTo>
                  <a:pt x="120083" y="71237"/>
                </a:lnTo>
                <a:lnTo>
                  <a:pt x="120187" y="72258"/>
                </a:lnTo>
                <a:lnTo>
                  <a:pt x="120274" y="73305"/>
                </a:lnTo>
                <a:lnTo>
                  <a:pt x="120346" y="74376"/>
                </a:lnTo>
                <a:lnTo>
                  <a:pt x="120401" y="75473"/>
                </a:lnTo>
                <a:lnTo>
                  <a:pt x="120441" y="76595"/>
                </a:lnTo>
                <a:lnTo>
                  <a:pt x="120465" y="77743"/>
                </a:lnTo>
                <a:lnTo>
                  <a:pt x="120473" y="78916"/>
                </a:lnTo>
                <a:lnTo>
                  <a:pt x="120465" y="80000"/>
                </a:lnTo>
                <a:lnTo>
                  <a:pt x="120439" y="81062"/>
                </a:lnTo>
                <a:lnTo>
                  <a:pt x="120397" y="82103"/>
                </a:lnTo>
                <a:lnTo>
                  <a:pt x="120338" y="83122"/>
                </a:lnTo>
                <a:lnTo>
                  <a:pt x="120263" y="84119"/>
                </a:lnTo>
                <a:lnTo>
                  <a:pt x="120170" y="85095"/>
                </a:lnTo>
                <a:lnTo>
                  <a:pt x="120060" y="86049"/>
                </a:lnTo>
                <a:lnTo>
                  <a:pt x="119934" y="86981"/>
                </a:lnTo>
                <a:lnTo>
                  <a:pt x="119791" y="87891"/>
                </a:lnTo>
                <a:lnTo>
                  <a:pt x="119631" y="88780"/>
                </a:lnTo>
                <a:lnTo>
                  <a:pt x="119454" y="89647"/>
                </a:lnTo>
                <a:lnTo>
                  <a:pt x="119260" y="90492"/>
                </a:lnTo>
                <a:lnTo>
                  <a:pt x="119050" y="91316"/>
                </a:lnTo>
                <a:lnTo>
                  <a:pt x="118822" y="92118"/>
                </a:lnTo>
                <a:lnTo>
                  <a:pt x="118578" y="92898"/>
                </a:lnTo>
                <a:lnTo>
                  <a:pt x="118317" y="93656"/>
                </a:lnTo>
                <a:lnTo>
                  <a:pt x="118039" y="94393"/>
                </a:lnTo>
                <a:lnTo>
                  <a:pt x="117744" y="95108"/>
                </a:lnTo>
                <a:lnTo>
                  <a:pt x="117433" y="95802"/>
                </a:lnTo>
                <a:lnTo>
                  <a:pt x="117104" y="96473"/>
                </a:lnTo>
                <a:lnTo>
                  <a:pt x="116759" y="97123"/>
                </a:lnTo>
                <a:lnTo>
                  <a:pt x="116397" y="97751"/>
                </a:lnTo>
                <a:lnTo>
                  <a:pt x="116018" y="98358"/>
                </a:lnTo>
                <a:lnTo>
                  <a:pt x="115622" y="98942"/>
                </a:lnTo>
                <a:lnTo>
                  <a:pt x="115211" y="99504"/>
                </a:lnTo>
                <a:lnTo>
                  <a:pt x="114787" y="100042"/>
                </a:lnTo>
                <a:lnTo>
                  <a:pt x="114350" y="100557"/>
                </a:lnTo>
                <a:lnTo>
                  <a:pt x="113900" y="101047"/>
                </a:lnTo>
                <a:lnTo>
                  <a:pt x="113437" y="101513"/>
                </a:lnTo>
                <a:lnTo>
                  <a:pt x="112960" y="101955"/>
                </a:lnTo>
                <a:lnTo>
                  <a:pt x="112471" y="102374"/>
                </a:lnTo>
                <a:lnTo>
                  <a:pt x="111968" y="102769"/>
                </a:lnTo>
                <a:lnTo>
                  <a:pt x="111452" y="103139"/>
                </a:lnTo>
                <a:lnTo>
                  <a:pt x="110923" y="103486"/>
                </a:lnTo>
                <a:lnTo>
                  <a:pt x="110381" y="103809"/>
                </a:lnTo>
                <a:lnTo>
                  <a:pt x="109826" y="104108"/>
                </a:lnTo>
                <a:lnTo>
                  <a:pt x="109257" y="104383"/>
                </a:lnTo>
                <a:lnTo>
                  <a:pt x="108676" y="104634"/>
                </a:lnTo>
                <a:lnTo>
                  <a:pt x="108081" y="104861"/>
                </a:lnTo>
                <a:lnTo>
                  <a:pt x="107473" y="105064"/>
                </a:lnTo>
                <a:lnTo>
                  <a:pt x="106852" y="105243"/>
                </a:lnTo>
                <a:lnTo>
                  <a:pt x="106218" y="105399"/>
                </a:lnTo>
                <a:lnTo>
                  <a:pt x="105571" y="105530"/>
                </a:lnTo>
                <a:lnTo>
                  <a:pt x="104910" y="105638"/>
                </a:lnTo>
                <a:lnTo>
                  <a:pt x="104237" y="105722"/>
                </a:lnTo>
                <a:lnTo>
                  <a:pt x="103550" y="105782"/>
                </a:lnTo>
                <a:lnTo>
                  <a:pt x="102851" y="105817"/>
                </a:lnTo>
                <a:lnTo>
                  <a:pt x="102138" y="105829"/>
                </a:lnTo>
                <a:lnTo>
                  <a:pt x="101540" y="105822"/>
                </a:lnTo>
                <a:lnTo>
                  <a:pt x="100951" y="105800"/>
                </a:lnTo>
                <a:lnTo>
                  <a:pt x="100368" y="105763"/>
                </a:lnTo>
                <a:lnTo>
                  <a:pt x="99793" y="105711"/>
                </a:lnTo>
                <a:lnTo>
                  <a:pt x="99224" y="105645"/>
                </a:lnTo>
                <a:lnTo>
                  <a:pt x="98664" y="105563"/>
                </a:lnTo>
                <a:close/>
                <a:moveTo>
                  <a:pt x="37990" y="146457"/>
                </a:moveTo>
                <a:lnTo>
                  <a:pt x="37327" y="145037"/>
                </a:lnTo>
                <a:lnTo>
                  <a:pt x="36677" y="143609"/>
                </a:lnTo>
                <a:lnTo>
                  <a:pt x="36038" y="142174"/>
                </a:lnTo>
                <a:lnTo>
                  <a:pt x="35411" y="140731"/>
                </a:lnTo>
                <a:lnTo>
                  <a:pt x="34796" y="139281"/>
                </a:lnTo>
                <a:lnTo>
                  <a:pt x="34192" y="137824"/>
                </a:lnTo>
                <a:lnTo>
                  <a:pt x="33600" y="136359"/>
                </a:lnTo>
                <a:lnTo>
                  <a:pt x="33020" y="134886"/>
                </a:lnTo>
                <a:lnTo>
                  <a:pt x="32452" y="133407"/>
                </a:lnTo>
                <a:lnTo>
                  <a:pt x="31895" y="131920"/>
                </a:lnTo>
                <a:lnTo>
                  <a:pt x="31350" y="130425"/>
                </a:lnTo>
                <a:lnTo>
                  <a:pt x="30817" y="128923"/>
                </a:lnTo>
                <a:lnTo>
                  <a:pt x="30296" y="127414"/>
                </a:lnTo>
                <a:lnTo>
                  <a:pt x="29786" y="125897"/>
                </a:lnTo>
                <a:lnTo>
                  <a:pt x="29288" y="124372"/>
                </a:lnTo>
                <a:lnTo>
                  <a:pt x="28802" y="122841"/>
                </a:lnTo>
                <a:lnTo>
                  <a:pt x="28328" y="121302"/>
                </a:lnTo>
                <a:lnTo>
                  <a:pt x="27865" y="119755"/>
                </a:lnTo>
                <a:lnTo>
                  <a:pt x="27414" y="118201"/>
                </a:lnTo>
                <a:lnTo>
                  <a:pt x="26978" y="116643"/>
                </a:lnTo>
                <a:lnTo>
                  <a:pt x="26561" y="115082"/>
                </a:lnTo>
                <a:lnTo>
                  <a:pt x="26163" y="113519"/>
                </a:lnTo>
                <a:lnTo>
                  <a:pt x="25782" y="111954"/>
                </a:lnTo>
                <a:lnTo>
                  <a:pt x="25421" y="110386"/>
                </a:lnTo>
                <a:lnTo>
                  <a:pt x="25078" y="108817"/>
                </a:lnTo>
                <a:lnTo>
                  <a:pt x="24753" y="107245"/>
                </a:lnTo>
                <a:lnTo>
                  <a:pt x="24447" y="105671"/>
                </a:lnTo>
                <a:lnTo>
                  <a:pt x="24160" y="104095"/>
                </a:lnTo>
                <a:lnTo>
                  <a:pt x="23891" y="102517"/>
                </a:lnTo>
                <a:lnTo>
                  <a:pt x="23641" y="100937"/>
                </a:lnTo>
                <a:lnTo>
                  <a:pt x="23409" y="99354"/>
                </a:lnTo>
                <a:lnTo>
                  <a:pt x="23196" y="97769"/>
                </a:lnTo>
                <a:lnTo>
                  <a:pt x="23001" y="96183"/>
                </a:lnTo>
                <a:lnTo>
                  <a:pt x="22825" y="94594"/>
                </a:lnTo>
                <a:lnTo>
                  <a:pt x="22667" y="93002"/>
                </a:lnTo>
                <a:lnTo>
                  <a:pt x="22528" y="91409"/>
                </a:lnTo>
                <a:lnTo>
                  <a:pt x="22408" y="89814"/>
                </a:lnTo>
                <a:lnTo>
                  <a:pt x="22306" y="88216"/>
                </a:lnTo>
                <a:lnTo>
                  <a:pt x="22222" y="86616"/>
                </a:lnTo>
                <a:lnTo>
                  <a:pt x="22157" y="85014"/>
                </a:lnTo>
                <a:lnTo>
                  <a:pt x="22111" y="83410"/>
                </a:lnTo>
                <a:lnTo>
                  <a:pt x="22083" y="81804"/>
                </a:lnTo>
                <a:lnTo>
                  <a:pt x="22074" y="80195"/>
                </a:lnTo>
                <a:lnTo>
                  <a:pt x="22082" y="78483"/>
                </a:lnTo>
                <a:lnTo>
                  <a:pt x="22108" y="76773"/>
                </a:lnTo>
                <a:lnTo>
                  <a:pt x="22151" y="75066"/>
                </a:lnTo>
                <a:lnTo>
                  <a:pt x="22211" y="73360"/>
                </a:lnTo>
                <a:lnTo>
                  <a:pt x="22288" y="71657"/>
                </a:lnTo>
                <a:lnTo>
                  <a:pt x="22382" y="69957"/>
                </a:lnTo>
                <a:lnTo>
                  <a:pt x="22494" y="68258"/>
                </a:lnTo>
                <a:lnTo>
                  <a:pt x="22623" y="66562"/>
                </a:lnTo>
                <a:lnTo>
                  <a:pt x="22768" y="64869"/>
                </a:lnTo>
                <a:lnTo>
                  <a:pt x="22931" y="63177"/>
                </a:lnTo>
                <a:lnTo>
                  <a:pt x="23111" y="61488"/>
                </a:lnTo>
                <a:lnTo>
                  <a:pt x="23309" y="59802"/>
                </a:lnTo>
                <a:lnTo>
                  <a:pt x="23523" y="58117"/>
                </a:lnTo>
                <a:lnTo>
                  <a:pt x="23755" y="56435"/>
                </a:lnTo>
                <a:lnTo>
                  <a:pt x="24003" y="54755"/>
                </a:lnTo>
                <a:lnTo>
                  <a:pt x="24269" y="53078"/>
                </a:lnTo>
                <a:lnTo>
                  <a:pt x="24552" y="51403"/>
                </a:lnTo>
                <a:lnTo>
                  <a:pt x="24852" y="49730"/>
                </a:lnTo>
                <a:lnTo>
                  <a:pt x="25170" y="48059"/>
                </a:lnTo>
                <a:lnTo>
                  <a:pt x="25504" y="46391"/>
                </a:lnTo>
                <a:lnTo>
                  <a:pt x="25856" y="44725"/>
                </a:lnTo>
                <a:lnTo>
                  <a:pt x="26225" y="43062"/>
                </a:lnTo>
                <a:lnTo>
                  <a:pt x="26611" y="41401"/>
                </a:lnTo>
                <a:lnTo>
                  <a:pt x="27014" y="39742"/>
                </a:lnTo>
                <a:lnTo>
                  <a:pt x="27433" y="38087"/>
                </a:lnTo>
                <a:lnTo>
                  <a:pt x="27869" y="36439"/>
                </a:lnTo>
                <a:lnTo>
                  <a:pt x="28320" y="34797"/>
                </a:lnTo>
                <a:lnTo>
                  <a:pt x="28788" y="33161"/>
                </a:lnTo>
                <a:lnTo>
                  <a:pt x="29271" y="31532"/>
                </a:lnTo>
                <a:lnTo>
                  <a:pt x="29770" y="29909"/>
                </a:lnTo>
                <a:lnTo>
                  <a:pt x="30285" y="28293"/>
                </a:lnTo>
                <a:lnTo>
                  <a:pt x="30816" y="26682"/>
                </a:lnTo>
                <a:lnTo>
                  <a:pt x="31363" y="25078"/>
                </a:lnTo>
                <a:lnTo>
                  <a:pt x="31926" y="23481"/>
                </a:lnTo>
                <a:lnTo>
                  <a:pt x="32505" y="21890"/>
                </a:lnTo>
                <a:lnTo>
                  <a:pt x="33099" y="20305"/>
                </a:lnTo>
                <a:lnTo>
                  <a:pt x="33710" y="18726"/>
                </a:lnTo>
                <a:lnTo>
                  <a:pt x="34337" y="17154"/>
                </a:lnTo>
                <a:lnTo>
                  <a:pt x="34979" y="15588"/>
                </a:lnTo>
                <a:lnTo>
                  <a:pt x="35637" y="14028"/>
                </a:lnTo>
                <a:lnTo>
                  <a:pt x="36312" y="12475"/>
                </a:lnTo>
                <a:lnTo>
                  <a:pt x="37002" y="10928"/>
                </a:lnTo>
                <a:lnTo>
                  <a:pt x="37708" y="9388"/>
                </a:lnTo>
                <a:lnTo>
                  <a:pt x="38430" y="7854"/>
                </a:lnTo>
                <a:lnTo>
                  <a:pt x="39168" y="6326"/>
                </a:lnTo>
                <a:lnTo>
                  <a:pt x="39922" y="4804"/>
                </a:lnTo>
                <a:lnTo>
                  <a:pt x="40692" y="3289"/>
                </a:lnTo>
                <a:lnTo>
                  <a:pt x="41477" y="1780"/>
                </a:lnTo>
                <a:lnTo>
                  <a:pt x="21629" y="1780"/>
                </a:lnTo>
                <a:lnTo>
                  <a:pt x="21025" y="2869"/>
                </a:lnTo>
                <a:lnTo>
                  <a:pt x="20430" y="3955"/>
                </a:lnTo>
                <a:lnTo>
                  <a:pt x="19843" y="5037"/>
                </a:lnTo>
                <a:lnTo>
                  <a:pt x="19265" y="6117"/>
                </a:lnTo>
                <a:lnTo>
                  <a:pt x="18696" y="7193"/>
                </a:lnTo>
                <a:lnTo>
                  <a:pt x="18135" y="8267"/>
                </a:lnTo>
                <a:lnTo>
                  <a:pt x="17583" y="9337"/>
                </a:lnTo>
                <a:lnTo>
                  <a:pt x="17040" y="10404"/>
                </a:lnTo>
                <a:lnTo>
                  <a:pt x="16505" y="11468"/>
                </a:lnTo>
                <a:lnTo>
                  <a:pt x="15979" y="12529"/>
                </a:lnTo>
                <a:lnTo>
                  <a:pt x="15462" y="13587"/>
                </a:lnTo>
                <a:lnTo>
                  <a:pt x="14953" y="14642"/>
                </a:lnTo>
                <a:lnTo>
                  <a:pt x="14453" y="15693"/>
                </a:lnTo>
                <a:lnTo>
                  <a:pt x="13962" y="16742"/>
                </a:lnTo>
                <a:lnTo>
                  <a:pt x="13479" y="17787"/>
                </a:lnTo>
                <a:lnTo>
                  <a:pt x="13005" y="18830"/>
                </a:lnTo>
                <a:lnTo>
                  <a:pt x="12539" y="19869"/>
                </a:lnTo>
                <a:lnTo>
                  <a:pt x="12083" y="20906"/>
                </a:lnTo>
                <a:lnTo>
                  <a:pt x="11635" y="21939"/>
                </a:lnTo>
                <a:lnTo>
                  <a:pt x="11195" y="22969"/>
                </a:lnTo>
                <a:lnTo>
                  <a:pt x="10764" y="23996"/>
                </a:lnTo>
                <a:lnTo>
                  <a:pt x="10342" y="25020"/>
                </a:lnTo>
                <a:lnTo>
                  <a:pt x="9929" y="26040"/>
                </a:lnTo>
                <a:lnTo>
                  <a:pt x="9524" y="27058"/>
                </a:lnTo>
                <a:lnTo>
                  <a:pt x="9127" y="28075"/>
                </a:lnTo>
                <a:lnTo>
                  <a:pt x="8740" y="29094"/>
                </a:lnTo>
                <a:lnTo>
                  <a:pt x="8360" y="30114"/>
                </a:lnTo>
                <a:lnTo>
                  <a:pt x="7990" y="31135"/>
                </a:lnTo>
                <a:lnTo>
                  <a:pt x="7627" y="32158"/>
                </a:lnTo>
                <a:lnTo>
                  <a:pt x="7274" y="33183"/>
                </a:lnTo>
                <a:lnTo>
                  <a:pt x="6928" y="34209"/>
                </a:lnTo>
                <a:lnTo>
                  <a:pt x="6591" y="35237"/>
                </a:lnTo>
                <a:lnTo>
                  <a:pt x="6263" y="36266"/>
                </a:lnTo>
                <a:lnTo>
                  <a:pt x="5943" y="37297"/>
                </a:lnTo>
                <a:lnTo>
                  <a:pt x="5632" y="38329"/>
                </a:lnTo>
                <a:lnTo>
                  <a:pt x="5329" y="39363"/>
                </a:lnTo>
                <a:lnTo>
                  <a:pt x="5035" y="40399"/>
                </a:lnTo>
                <a:lnTo>
                  <a:pt x="4749" y="41436"/>
                </a:lnTo>
                <a:lnTo>
                  <a:pt x="4472" y="42474"/>
                </a:lnTo>
                <a:lnTo>
                  <a:pt x="4203" y="43515"/>
                </a:lnTo>
                <a:lnTo>
                  <a:pt x="3943" y="44556"/>
                </a:lnTo>
                <a:lnTo>
                  <a:pt x="3691" y="45599"/>
                </a:lnTo>
                <a:lnTo>
                  <a:pt x="3448" y="46644"/>
                </a:lnTo>
                <a:lnTo>
                  <a:pt x="3213" y="47690"/>
                </a:lnTo>
                <a:lnTo>
                  <a:pt x="2987" y="48738"/>
                </a:lnTo>
                <a:lnTo>
                  <a:pt x="2769" y="49788"/>
                </a:lnTo>
                <a:lnTo>
                  <a:pt x="2559" y="50839"/>
                </a:lnTo>
                <a:lnTo>
                  <a:pt x="2359" y="51891"/>
                </a:lnTo>
                <a:lnTo>
                  <a:pt x="2166" y="52948"/>
                </a:lnTo>
                <a:lnTo>
                  <a:pt x="1982" y="54012"/>
                </a:lnTo>
                <a:lnTo>
                  <a:pt x="1806" y="55083"/>
                </a:lnTo>
                <a:lnTo>
                  <a:pt x="1638" y="56161"/>
                </a:lnTo>
                <a:lnTo>
                  <a:pt x="1478" y="57246"/>
                </a:lnTo>
                <a:lnTo>
                  <a:pt x="1327" y="58339"/>
                </a:lnTo>
                <a:lnTo>
                  <a:pt x="1183" y="59438"/>
                </a:lnTo>
                <a:lnTo>
                  <a:pt x="1048" y="60545"/>
                </a:lnTo>
                <a:lnTo>
                  <a:pt x="921" y="61658"/>
                </a:lnTo>
                <a:lnTo>
                  <a:pt x="803" y="62779"/>
                </a:lnTo>
                <a:lnTo>
                  <a:pt x="692" y="63907"/>
                </a:lnTo>
                <a:lnTo>
                  <a:pt x="590" y="65042"/>
                </a:lnTo>
                <a:lnTo>
                  <a:pt x="495" y="66184"/>
                </a:lnTo>
                <a:lnTo>
                  <a:pt x="409" y="67333"/>
                </a:lnTo>
                <a:lnTo>
                  <a:pt x="332" y="68490"/>
                </a:lnTo>
                <a:lnTo>
                  <a:pt x="262" y="69653"/>
                </a:lnTo>
                <a:lnTo>
                  <a:pt x="201" y="70823"/>
                </a:lnTo>
                <a:lnTo>
                  <a:pt x="147" y="72001"/>
                </a:lnTo>
                <a:lnTo>
                  <a:pt x="102" y="73186"/>
                </a:lnTo>
                <a:lnTo>
                  <a:pt x="66" y="74378"/>
                </a:lnTo>
                <a:lnTo>
                  <a:pt x="37" y="75577"/>
                </a:lnTo>
                <a:lnTo>
                  <a:pt x="16" y="76783"/>
                </a:lnTo>
                <a:lnTo>
                  <a:pt x="4" y="77996"/>
                </a:lnTo>
                <a:lnTo>
                  <a:pt x="0" y="79216"/>
                </a:lnTo>
                <a:lnTo>
                  <a:pt x="4" y="80399"/>
                </a:lnTo>
                <a:lnTo>
                  <a:pt x="18" y="81575"/>
                </a:lnTo>
                <a:lnTo>
                  <a:pt x="40" y="82742"/>
                </a:lnTo>
                <a:lnTo>
                  <a:pt x="70" y="83903"/>
                </a:lnTo>
                <a:lnTo>
                  <a:pt x="110" y="85055"/>
                </a:lnTo>
                <a:lnTo>
                  <a:pt x="159" y="86201"/>
                </a:lnTo>
                <a:lnTo>
                  <a:pt x="216" y="87338"/>
                </a:lnTo>
                <a:lnTo>
                  <a:pt x="282" y="88468"/>
                </a:lnTo>
                <a:lnTo>
                  <a:pt x="357" y="89590"/>
                </a:lnTo>
                <a:lnTo>
                  <a:pt x="440" y="90705"/>
                </a:lnTo>
                <a:lnTo>
                  <a:pt x="533" y="91813"/>
                </a:lnTo>
                <a:lnTo>
                  <a:pt x="634" y="92912"/>
                </a:lnTo>
                <a:lnTo>
                  <a:pt x="744" y="94004"/>
                </a:lnTo>
                <a:lnTo>
                  <a:pt x="863" y="95089"/>
                </a:lnTo>
                <a:lnTo>
                  <a:pt x="991" y="96166"/>
                </a:lnTo>
                <a:lnTo>
                  <a:pt x="1127" y="97235"/>
                </a:lnTo>
                <a:lnTo>
                  <a:pt x="1273" y="98297"/>
                </a:lnTo>
                <a:lnTo>
                  <a:pt x="1427" y="99351"/>
                </a:lnTo>
                <a:lnTo>
                  <a:pt x="1590" y="100398"/>
                </a:lnTo>
                <a:lnTo>
                  <a:pt x="1762" y="101437"/>
                </a:lnTo>
                <a:lnTo>
                  <a:pt x="1942" y="102469"/>
                </a:lnTo>
                <a:lnTo>
                  <a:pt x="2132" y="103493"/>
                </a:lnTo>
                <a:lnTo>
                  <a:pt x="2330" y="104509"/>
                </a:lnTo>
                <a:lnTo>
                  <a:pt x="2537" y="105518"/>
                </a:lnTo>
                <a:lnTo>
                  <a:pt x="2752" y="106522"/>
                </a:lnTo>
                <a:lnTo>
                  <a:pt x="2976" y="107524"/>
                </a:lnTo>
                <a:lnTo>
                  <a:pt x="3207" y="108525"/>
                </a:lnTo>
                <a:lnTo>
                  <a:pt x="3447" y="109523"/>
                </a:lnTo>
                <a:lnTo>
                  <a:pt x="3694" y="110520"/>
                </a:lnTo>
                <a:lnTo>
                  <a:pt x="3950" y="111515"/>
                </a:lnTo>
                <a:lnTo>
                  <a:pt x="4213" y="112508"/>
                </a:lnTo>
                <a:lnTo>
                  <a:pt x="4485" y="113499"/>
                </a:lnTo>
                <a:lnTo>
                  <a:pt x="4765" y="114488"/>
                </a:lnTo>
                <a:lnTo>
                  <a:pt x="5052" y="115475"/>
                </a:lnTo>
                <a:lnTo>
                  <a:pt x="5348" y="116461"/>
                </a:lnTo>
                <a:lnTo>
                  <a:pt x="5652" y="117445"/>
                </a:lnTo>
                <a:lnTo>
                  <a:pt x="5964" y="118427"/>
                </a:lnTo>
                <a:lnTo>
                  <a:pt x="6284" y="119407"/>
                </a:lnTo>
                <a:lnTo>
                  <a:pt x="6612" y="120385"/>
                </a:lnTo>
                <a:lnTo>
                  <a:pt x="6947" y="121361"/>
                </a:lnTo>
                <a:lnTo>
                  <a:pt x="7291" y="122336"/>
                </a:lnTo>
                <a:lnTo>
                  <a:pt x="7643" y="123308"/>
                </a:lnTo>
                <a:lnTo>
                  <a:pt x="8004" y="124279"/>
                </a:lnTo>
                <a:lnTo>
                  <a:pt x="8372" y="125248"/>
                </a:lnTo>
                <a:lnTo>
                  <a:pt x="8748" y="126215"/>
                </a:lnTo>
                <a:lnTo>
                  <a:pt x="9132" y="127180"/>
                </a:lnTo>
                <a:lnTo>
                  <a:pt x="9524" y="128143"/>
                </a:lnTo>
                <a:lnTo>
                  <a:pt x="9924" y="129105"/>
                </a:lnTo>
                <a:lnTo>
                  <a:pt x="10332" y="130067"/>
                </a:lnTo>
                <a:lnTo>
                  <a:pt x="10747" y="131035"/>
                </a:lnTo>
                <a:lnTo>
                  <a:pt x="11168" y="132006"/>
                </a:lnTo>
                <a:lnTo>
                  <a:pt x="11597" y="132983"/>
                </a:lnTo>
                <a:lnTo>
                  <a:pt x="12032" y="133963"/>
                </a:lnTo>
                <a:lnTo>
                  <a:pt x="12475" y="134949"/>
                </a:lnTo>
                <a:lnTo>
                  <a:pt x="12924" y="135938"/>
                </a:lnTo>
                <a:lnTo>
                  <a:pt x="13381" y="136932"/>
                </a:lnTo>
                <a:lnTo>
                  <a:pt x="13844" y="137931"/>
                </a:lnTo>
                <a:lnTo>
                  <a:pt x="14314" y="138934"/>
                </a:lnTo>
                <a:lnTo>
                  <a:pt x="14792" y="139942"/>
                </a:lnTo>
                <a:lnTo>
                  <a:pt x="15276" y="140954"/>
                </a:lnTo>
                <a:lnTo>
                  <a:pt x="15767" y="141970"/>
                </a:lnTo>
                <a:lnTo>
                  <a:pt x="16265" y="142991"/>
                </a:lnTo>
                <a:lnTo>
                  <a:pt x="16770" y="144017"/>
                </a:lnTo>
                <a:lnTo>
                  <a:pt x="17282" y="145047"/>
                </a:lnTo>
                <a:lnTo>
                  <a:pt x="17801" y="146081"/>
                </a:lnTo>
                <a:lnTo>
                  <a:pt x="18327" y="147120"/>
                </a:lnTo>
                <a:lnTo>
                  <a:pt x="18860" y="148164"/>
                </a:lnTo>
                <a:lnTo>
                  <a:pt x="19400" y="149212"/>
                </a:lnTo>
                <a:lnTo>
                  <a:pt x="19947" y="150264"/>
                </a:lnTo>
                <a:lnTo>
                  <a:pt x="20500" y="151321"/>
                </a:lnTo>
                <a:lnTo>
                  <a:pt x="21061" y="152382"/>
                </a:lnTo>
                <a:lnTo>
                  <a:pt x="21629" y="153448"/>
                </a:lnTo>
                <a:lnTo>
                  <a:pt x="41477" y="153448"/>
                </a:lnTo>
                <a:lnTo>
                  <a:pt x="40756" y="152065"/>
                </a:lnTo>
                <a:lnTo>
                  <a:pt x="40047" y="150674"/>
                </a:lnTo>
                <a:lnTo>
                  <a:pt x="39349" y="149276"/>
                </a:lnTo>
                <a:lnTo>
                  <a:pt x="38664" y="147870"/>
                </a:lnTo>
                <a:lnTo>
                  <a:pt x="37990" y="146457"/>
                </a:lnTo>
                <a:close/>
                <a:moveTo>
                  <a:pt x="179931" y="148004"/>
                </a:moveTo>
                <a:lnTo>
                  <a:pt x="180492" y="146926"/>
                </a:lnTo>
                <a:lnTo>
                  <a:pt x="181045" y="145851"/>
                </a:lnTo>
                <a:lnTo>
                  <a:pt x="181590" y="144780"/>
                </a:lnTo>
                <a:lnTo>
                  <a:pt x="182126" y="143712"/>
                </a:lnTo>
                <a:lnTo>
                  <a:pt x="182653" y="142648"/>
                </a:lnTo>
                <a:lnTo>
                  <a:pt x="183172" y="141588"/>
                </a:lnTo>
                <a:lnTo>
                  <a:pt x="183683" y="140531"/>
                </a:lnTo>
                <a:lnTo>
                  <a:pt x="184185" y="139478"/>
                </a:lnTo>
                <a:lnTo>
                  <a:pt x="184678" y="138428"/>
                </a:lnTo>
                <a:lnTo>
                  <a:pt x="185163" y="137382"/>
                </a:lnTo>
                <a:lnTo>
                  <a:pt x="185640" y="136339"/>
                </a:lnTo>
                <a:lnTo>
                  <a:pt x="186108" y="135300"/>
                </a:lnTo>
                <a:lnTo>
                  <a:pt x="186567" y="134264"/>
                </a:lnTo>
                <a:lnTo>
                  <a:pt x="187018" y="133232"/>
                </a:lnTo>
                <a:lnTo>
                  <a:pt x="187461" y="132204"/>
                </a:lnTo>
                <a:lnTo>
                  <a:pt x="187895" y="131179"/>
                </a:lnTo>
                <a:lnTo>
                  <a:pt x="188320" y="130158"/>
                </a:lnTo>
                <a:lnTo>
                  <a:pt x="188737" y="129140"/>
                </a:lnTo>
                <a:lnTo>
                  <a:pt x="189146" y="128126"/>
                </a:lnTo>
                <a:lnTo>
                  <a:pt x="189546" y="127112"/>
                </a:lnTo>
                <a:lnTo>
                  <a:pt x="189937" y="126097"/>
                </a:lnTo>
                <a:lnTo>
                  <a:pt x="190320" y="125080"/>
                </a:lnTo>
                <a:lnTo>
                  <a:pt x="190695" y="124061"/>
                </a:lnTo>
                <a:lnTo>
                  <a:pt x="191061" y="123040"/>
                </a:lnTo>
                <a:lnTo>
                  <a:pt x="191418" y="122018"/>
                </a:lnTo>
                <a:lnTo>
                  <a:pt x="191767" y="120993"/>
                </a:lnTo>
                <a:lnTo>
                  <a:pt x="192108" y="119967"/>
                </a:lnTo>
                <a:lnTo>
                  <a:pt x="192440" y="118938"/>
                </a:lnTo>
                <a:lnTo>
                  <a:pt x="192763" y="117908"/>
                </a:lnTo>
                <a:lnTo>
                  <a:pt x="193078" y="116876"/>
                </a:lnTo>
                <a:lnTo>
                  <a:pt x="193385" y="115843"/>
                </a:lnTo>
                <a:lnTo>
                  <a:pt x="193683" y="114807"/>
                </a:lnTo>
                <a:lnTo>
                  <a:pt x="193972" y="113770"/>
                </a:lnTo>
                <a:lnTo>
                  <a:pt x="194253" y="112730"/>
                </a:lnTo>
                <a:lnTo>
                  <a:pt x="194526" y="111689"/>
                </a:lnTo>
                <a:lnTo>
                  <a:pt x="194790" y="110646"/>
                </a:lnTo>
                <a:lnTo>
                  <a:pt x="195045" y="109601"/>
                </a:lnTo>
                <a:lnTo>
                  <a:pt x="195292" y="108554"/>
                </a:lnTo>
                <a:lnTo>
                  <a:pt x="195531" y="107506"/>
                </a:lnTo>
                <a:lnTo>
                  <a:pt x="195761" y="106455"/>
                </a:lnTo>
                <a:lnTo>
                  <a:pt x="195982" y="105403"/>
                </a:lnTo>
                <a:lnTo>
                  <a:pt x="196195" y="104349"/>
                </a:lnTo>
                <a:lnTo>
                  <a:pt x="196400" y="103293"/>
                </a:lnTo>
                <a:lnTo>
                  <a:pt x="196596" y="102232"/>
                </a:lnTo>
                <a:lnTo>
                  <a:pt x="196783" y="101165"/>
                </a:lnTo>
                <a:lnTo>
                  <a:pt x="196963" y="100090"/>
                </a:lnTo>
                <a:lnTo>
                  <a:pt x="197134" y="99009"/>
                </a:lnTo>
                <a:lnTo>
                  <a:pt x="197297" y="97921"/>
                </a:lnTo>
                <a:lnTo>
                  <a:pt x="197451" y="96826"/>
                </a:lnTo>
                <a:lnTo>
                  <a:pt x="197597" y="95724"/>
                </a:lnTo>
                <a:lnTo>
                  <a:pt x="197735" y="94614"/>
                </a:lnTo>
                <a:lnTo>
                  <a:pt x="197864" y="93498"/>
                </a:lnTo>
                <a:lnTo>
                  <a:pt x="197985" y="92375"/>
                </a:lnTo>
                <a:lnTo>
                  <a:pt x="198098" y="91245"/>
                </a:lnTo>
                <a:lnTo>
                  <a:pt x="198202" y="90108"/>
                </a:lnTo>
                <a:lnTo>
                  <a:pt x="198298" y="88965"/>
                </a:lnTo>
                <a:lnTo>
                  <a:pt x="198386" y="87814"/>
                </a:lnTo>
                <a:lnTo>
                  <a:pt x="198465" y="86656"/>
                </a:lnTo>
                <a:lnTo>
                  <a:pt x="198536" y="85491"/>
                </a:lnTo>
                <a:lnTo>
                  <a:pt x="198598" y="84320"/>
                </a:lnTo>
                <a:lnTo>
                  <a:pt x="198653" y="83141"/>
                </a:lnTo>
                <a:lnTo>
                  <a:pt x="198699" y="81955"/>
                </a:lnTo>
                <a:lnTo>
                  <a:pt x="198736" y="80763"/>
                </a:lnTo>
                <a:lnTo>
                  <a:pt x="198765" y="79563"/>
                </a:lnTo>
                <a:lnTo>
                  <a:pt x="198786" y="78357"/>
                </a:lnTo>
                <a:lnTo>
                  <a:pt x="198799" y="77143"/>
                </a:lnTo>
                <a:lnTo>
                  <a:pt x="198803" y="75923"/>
                </a:lnTo>
                <a:lnTo>
                  <a:pt x="198798" y="74740"/>
                </a:lnTo>
                <a:lnTo>
                  <a:pt x="198785" y="73565"/>
                </a:lnTo>
                <a:lnTo>
                  <a:pt x="198762" y="72397"/>
                </a:lnTo>
                <a:lnTo>
                  <a:pt x="198731" y="71237"/>
                </a:lnTo>
                <a:lnTo>
                  <a:pt x="198691" y="70084"/>
                </a:lnTo>
                <a:lnTo>
                  <a:pt x="198641" y="68939"/>
                </a:lnTo>
                <a:lnTo>
                  <a:pt x="198583" y="67801"/>
                </a:lnTo>
                <a:lnTo>
                  <a:pt x="198516" y="66671"/>
                </a:lnTo>
                <a:lnTo>
                  <a:pt x="198440" y="65549"/>
                </a:lnTo>
                <a:lnTo>
                  <a:pt x="198355" y="64434"/>
                </a:lnTo>
                <a:lnTo>
                  <a:pt x="198261" y="63327"/>
                </a:lnTo>
                <a:lnTo>
                  <a:pt x="198158" y="62227"/>
                </a:lnTo>
                <a:lnTo>
                  <a:pt x="198045" y="61135"/>
                </a:lnTo>
                <a:lnTo>
                  <a:pt x="197924" y="60050"/>
                </a:lnTo>
                <a:lnTo>
                  <a:pt x="197795" y="58973"/>
                </a:lnTo>
                <a:lnTo>
                  <a:pt x="197656" y="57904"/>
                </a:lnTo>
                <a:lnTo>
                  <a:pt x="197508" y="56842"/>
                </a:lnTo>
                <a:lnTo>
                  <a:pt x="197351" y="55788"/>
                </a:lnTo>
                <a:lnTo>
                  <a:pt x="197185" y="54741"/>
                </a:lnTo>
                <a:lnTo>
                  <a:pt x="197010" y="53702"/>
                </a:lnTo>
                <a:lnTo>
                  <a:pt x="196827" y="52671"/>
                </a:lnTo>
                <a:lnTo>
                  <a:pt x="196634" y="51647"/>
                </a:lnTo>
                <a:lnTo>
                  <a:pt x="196432" y="50630"/>
                </a:lnTo>
                <a:lnTo>
                  <a:pt x="196222" y="49621"/>
                </a:lnTo>
                <a:lnTo>
                  <a:pt x="196003" y="48617"/>
                </a:lnTo>
                <a:lnTo>
                  <a:pt x="195776" y="47615"/>
                </a:lnTo>
                <a:lnTo>
                  <a:pt x="195541" y="46615"/>
                </a:lnTo>
                <a:lnTo>
                  <a:pt x="195298" y="45616"/>
                </a:lnTo>
                <a:lnTo>
                  <a:pt x="195048" y="44619"/>
                </a:lnTo>
                <a:lnTo>
                  <a:pt x="194789" y="43625"/>
                </a:lnTo>
                <a:lnTo>
                  <a:pt x="194523" y="42632"/>
                </a:lnTo>
                <a:lnTo>
                  <a:pt x="194249" y="41640"/>
                </a:lnTo>
                <a:lnTo>
                  <a:pt x="193967" y="40651"/>
                </a:lnTo>
                <a:lnTo>
                  <a:pt x="193677" y="39664"/>
                </a:lnTo>
                <a:lnTo>
                  <a:pt x="193379" y="38678"/>
                </a:lnTo>
                <a:lnTo>
                  <a:pt x="193073" y="37694"/>
                </a:lnTo>
                <a:lnTo>
                  <a:pt x="192759" y="36713"/>
                </a:lnTo>
                <a:lnTo>
                  <a:pt x="192438" y="35733"/>
                </a:lnTo>
                <a:lnTo>
                  <a:pt x="192109" y="34754"/>
                </a:lnTo>
                <a:lnTo>
                  <a:pt x="191771" y="33778"/>
                </a:lnTo>
                <a:lnTo>
                  <a:pt x="191426" y="32804"/>
                </a:lnTo>
                <a:lnTo>
                  <a:pt x="191073" y="31831"/>
                </a:lnTo>
                <a:lnTo>
                  <a:pt x="190712" y="30860"/>
                </a:lnTo>
                <a:lnTo>
                  <a:pt x="190343" y="29892"/>
                </a:lnTo>
                <a:lnTo>
                  <a:pt x="189967" y="28925"/>
                </a:lnTo>
                <a:lnTo>
                  <a:pt x="189582" y="27959"/>
                </a:lnTo>
                <a:lnTo>
                  <a:pt x="189190" y="26996"/>
                </a:lnTo>
                <a:lnTo>
                  <a:pt x="188790" y="26035"/>
                </a:lnTo>
                <a:lnTo>
                  <a:pt x="188382" y="25072"/>
                </a:lnTo>
                <a:lnTo>
                  <a:pt x="187967" y="24105"/>
                </a:lnTo>
                <a:lnTo>
                  <a:pt x="187544" y="23134"/>
                </a:lnTo>
                <a:lnTo>
                  <a:pt x="187114" y="22159"/>
                </a:lnTo>
                <a:lnTo>
                  <a:pt x="186678" y="21180"/>
                </a:lnTo>
                <a:lnTo>
                  <a:pt x="186233" y="20196"/>
                </a:lnTo>
                <a:lnTo>
                  <a:pt x="185782" y="19209"/>
                </a:lnTo>
                <a:lnTo>
                  <a:pt x="185323" y="18217"/>
                </a:lnTo>
                <a:lnTo>
                  <a:pt x="184857" y="17221"/>
                </a:lnTo>
                <a:lnTo>
                  <a:pt x="184384" y="16221"/>
                </a:lnTo>
                <a:lnTo>
                  <a:pt x="183903" y="15216"/>
                </a:lnTo>
                <a:lnTo>
                  <a:pt x="183416" y="14208"/>
                </a:lnTo>
                <a:lnTo>
                  <a:pt x="182921" y="13195"/>
                </a:lnTo>
                <a:lnTo>
                  <a:pt x="182418" y="12178"/>
                </a:lnTo>
                <a:lnTo>
                  <a:pt x="181909" y="11157"/>
                </a:lnTo>
                <a:lnTo>
                  <a:pt x="181392" y="10132"/>
                </a:lnTo>
                <a:lnTo>
                  <a:pt x="180868" y="9103"/>
                </a:lnTo>
                <a:lnTo>
                  <a:pt x="180337" y="8069"/>
                </a:lnTo>
                <a:lnTo>
                  <a:pt x="179798" y="7031"/>
                </a:lnTo>
                <a:lnTo>
                  <a:pt x="179252" y="5989"/>
                </a:lnTo>
                <a:lnTo>
                  <a:pt x="178699" y="4943"/>
                </a:lnTo>
                <a:lnTo>
                  <a:pt x="178139" y="3893"/>
                </a:lnTo>
                <a:lnTo>
                  <a:pt x="177571" y="2839"/>
                </a:lnTo>
                <a:lnTo>
                  <a:pt x="176996" y="1780"/>
                </a:lnTo>
                <a:lnTo>
                  <a:pt x="157326" y="1780"/>
                </a:lnTo>
                <a:lnTo>
                  <a:pt x="158046" y="3163"/>
                </a:lnTo>
                <a:lnTo>
                  <a:pt x="158756" y="4554"/>
                </a:lnTo>
                <a:lnTo>
                  <a:pt x="159453" y="5952"/>
                </a:lnTo>
                <a:lnTo>
                  <a:pt x="160138" y="7357"/>
                </a:lnTo>
                <a:lnTo>
                  <a:pt x="160811" y="8769"/>
                </a:lnTo>
                <a:lnTo>
                  <a:pt x="161473" y="10189"/>
                </a:lnTo>
                <a:lnTo>
                  <a:pt x="162122" y="11615"/>
                </a:lnTo>
                <a:lnTo>
                  <a:pt x="162760" y="13049"/>
                </a:lnTo>
                <a:lnTo>
                  <a:pt x="163386" y="14491"/>
                </a:lnTo>
                <a:lnTo>
                  <a:pt x="164000" y="15939"/>
                </a:lnTo>
                <a:lnTo>
                  <a:pt x="164601" y="17395"/>
                </a:lnTo>
                <a:lnTo>
                  <a:pt x="165192" y="18858"/>
                </a:lnTo>
                <a:lnTo>
                  <a:pt x="165770" y="20329"/>
                </a:lnTo>
                <a:lnTo>
                  <a:pt x="166336" y="21806"/>
                </a:lnTo>
                <a:lnTo>
                  <a:pt x="166890" y="23291"/>
                </a:lnTo>
                <a:lnTo>
                  <a:pt x="167433" y="24784"/>
                </a:lnTo>
                <a:lnTo>
                  <a:pt x="167963" y="26283"/>
                </a:lnTo>
                <a:lnTo>
                  <a:pt x="168482" y="27790"/>
                </a:lnTo>
                <a:lnTo>
                  <a:pt x="168989" y="29304"/>
                </a:lnTo>
                <a:lnTo>
                  <a:pt x="169484" y="30825"/>
                </a:lnTo>
                <a:lnTo>
                  <a:pt x="169967" y="32353"/>
                </a:lnTo>
                <a:lnTo>
                  <a:pt x="170438" y="33889"/>
                </a:lnTo>
                <a:lnTo>
                  <a:pt x="170897" y="35432"/>
                </a:lnTo>
                <a:lnTo>
                  <a:pt x="171344" y="36982"/>
                </a:lnTo>
                <a:lnTo>
                  <a:pt x="171776" y="38537"/>
                </a:lnTo>
                <a:lnTo>
                  <a:pt x="172190" y="40095"/>
                </a:lnTo>
                <a:lnTo>
                  <a:pt x="172585" y="41655"/>
                </a:lnTo>
                <a:lnTo>
                  <a:pt x="172962" y="43217"/>
                </a:lnTo>
                <a:lnTo>
                  <a:pt x="173321" y="44781"/>
                </a:lnTo>
                <a:lnTo>
                  <a:pt x="173661" y="46348"/>
                </a:lnTo>
                <a:lnTo>
                  <a:pt x="173983" y="47917"/>
                </a:lnTo>
                <a:lnTo>
                  <a:pt x="174286" y="49488"/>
                </a:lnTo>
                <a:lnTo>
                  <a:pt x="174571" y="51062"/>
                </a:lnTo>
                <a:lnTo>
                  <a:pt x="174838" y="52637"/>
                </a:lnTo>
                <a:lnTo>
                  <a:pt x="175086" y="54216"/>
                </a:lnTo>
                <a:lnTo>
                  <a:pt x="175316" y="55796"/>
                </a:lnTo>
                <a:lnTo>
                  <a:pt x="175528" y="57379"/>
                </a:lnTo>
                <a:lnTo>
                  <a:pt x="175721" y="58964"/>
                </a:lnTo>
                <a:lnTo>
                  <a:pt x="175895" y="60552"/>
                </a:lnTo>
                <a:lnTo>
                  <a:pt x="176052" y="62142"/>
                </a:lnTo>
                <a:lnTo>
                  <a:pt x="176190" y="63734"/>
                </a:lnTo>
                <a:lnTo>
                  <a:pt x="176309" y="65328"/>
                </a:lnTo>
                <a:lnTo>
                  <a:pt x="176410" y="66925"/>
                </a:lnTo>
                <a:lnTo>
                  <a:pt x="176493" y="68524"/>
                </a:lnTo>
                <a:lnTo>
                  <a:pt x="176557" y="70126"/>
                </a:lnTo>
                <a:lnTo>
                  <a:pt x="176603" y="71729"/>
                </a:lnTo>
                <a:lnTo>
                  <a:pt x="176631" y="73336"/>
                </a:lnTo>
                <a:lnTo>
                  <a:pt x="176640" y="74944"/>
                </a:lnTo>
                <a:lnTo>
                  <a:pt x="176631" y="76663"/>
                </a:lnTo>
                <a:lnTo>
                  <a:pt x="176606" y="78380"/>
                </a:lnTo>
                <a:lnTo>
                  <a:pt x="176563" y="80095"/>
                </a:lnTo>
                <a:lnTo>
                  <a:pt x="176503" y="81806"/>
                </a:lnTo>
                <a:lnTo>
                  <a:pt x="176426" y="83515"/>
                </a:lnTo>
                <a:lnTo>
                  <a:pt x="176331" y="85221"/>
                </a:lnTo>
                <a:lnTo>
                  <a:pt x="176220" y="86925"/>
                </a:lnTo>
                <a:lnTo>
                  <a:pt x="176091" y="88626"/>
                </a:lnTo>
                <a:lnTo>
                  <a:pt x="175945" y="90325"/>
                </a:lnTo>
                <a:lnTo>
                  <a:pt x="175782" y="92021"/>
                </a:lnTo>
                <a:lnTo>
                  <a:pt x="175602" y="93714"/>
                </a:lnTo>
                <a:lnTo>
                  <a:pt x="175405" y="95404"/>
                </a:lnTo>
                <a:lnTo>
                  <a:pt x="175191" y="97092"/>
                </a:lnTo>
                <a:lnTo>
                  <a:pt x="174959" y="98778"/>
                </a:lnTo>
                <a:lnTo>
                  <a:pt x="174710" y="100460"/>
                </a:lnTo>
                <a:lnTo>
                  <a:pt x="174445" y="102141"/>
                </a:lnTo>
                <a:lnTo>
                  <a:pt x="174162" y="103818"/>
                </a:lnTo>
                <a:lnTo>
                  <a:pt x="173861" y="105493"/>
                </a:lnTo>
                <a:lnTo>
                  <a:pt x="173544" y="107165"/>
                </a:lnTo>
                <a:lnTo>
                  <a:pt x="173210" y="108835"/>
                </a:lnTo>
                <a:lnTo>
                  <a:pt x="172858" y="110502"/>
                </a:lnTo>
                <a:lnTo>
                  <a:pt x="172489" y="112166"/>
                </a:lnTo>
                <a:lnTo>
                  <a:pt x="172103" y="113828"/>
                </a:lnTo>
                <a:lnTo>
                  <a:pt x="171700" y="115487"/>
                </a:lnTo>
                <a:lnTo>
                  <a:pt x="171281" y="117141"/>
                </a:lnTo>
                <a:lnTo>
                  <a:pt x="170846" y="118789"/>
                </a:lnTo>
                <a:lnTo>
                  <a:pt x="170395" y="120431"/>
                </a:lnTo>
                <a:lnTo>
                  <a:pt x="169929" y="122067"/>
                </a:lnTo>
                <a:lnTo>
                  <a:pt x="169447" y="123696"/>
                </a:lnTo>
                <a:lnTo>
                  <a:pt x="168949" y="125319"/>
                </a:lnTo>
                <a:lnTo>
                  <a:pt x="168436" y="126936"/>
                </a:lnTo>
                <a:lnTo>
                  <a:pt x="167907" y="128546"/>
                </a:lnTo>
                <a:lnTo>
                  <a:pt x="167363" y="130150"/>
                </a:lnTo>
                <a:lnTo>
                  <a:pt x="166803" y="131747"/>
                </a:lnTo>
                <a:lnTo>
                  <a:pt x="166228" y="133339"/>
                </a:lnTo>
                <a:lnTo>
                  <a:pt x="165637" y="134924"/>
                </a:lnTo>
                <a:lnTo>
                  <a:pt x="165030" y="136502"/>
                </a:lnTo>
                <a:lnTo>
                  <a:pt x="164407" y="138074"/>
                </a:lnTo>
                <a:lnTo>
                  <a:pt x="163770" y="139640"/>
                </a:lnTo>
                <a:lnTo>
                  <a:pt x="163116" y="141200"/>
                </a:lnTo>
                <a:lnTo>
                  <a:pt x="162447" y="142753"/>
                </a:lnTo>
                <a:lnTo>
                  <a:pt x="161762" y="144300"/>
                </a:lnTo>
                <a:lnTo>
                  <a:pt x="161062" y="145840"/>
                </a:lnTo>
                <a:lnTo>
                  <a:pt x="160346" y="147375"/>
                </a:lnTo>
                <a:lnTo>
                  <a:pt x="159614" y="148903"/>
                </a:lnTo>
                <a:lnTo>
                  <a:pt x="158867" y="150424"/>
                </a:lnTo>
                <a:lnTo>
                  <a:pt x="158104" y="151939"/>
                </a:lnTo>
                <a:lnTo>
                  <a:pt x="157326" y="153448"/>
                </a:lnTo>
                <a:lnTo>
                  <a:pt x="176996" y="153448"/>
                </a:lnTo>
                <a:lnTo>
                  <a:pt x="177600" y="152352"/>
                </a:lnTo>
                <a:lnTo>
                  <a:pt x="178196" y="151260"/>
                </a:lnTo>
                <a:lnTo>
                  <a:pt x="178782" y="150171"/>
                </a:lnTo>
                <a:lnTo>
                  <a:pt x="179361" y="149086"/>
                </a:lnTo>
                <a:lnTo>
                  <a:pt x="179931" y="148004"/>
                </a:lnTo>
                <a:close/>
                <a:moveTo>
                  <a:pt x="570420" y="122296"/>
                </a:moveTo>
                <a:lnTo>
                  <a:pt x="570420" y="34357"/>
                </a:lnTo>
                <a:lnTo>
                  <a:pt x="546833" y="34357"/>
                </a:lnTo>
                <a:lnTo>
                  <a:pt x="546833" y="122296"/>
                </a:lnTo>
                <a:lnTo>
                  <a:pt x="570420" y="122296"/>
                </a:lnTo>
                <a:close/>
                <a:moveTo>
                  <a:pt x="736594" y="68357"/>
                </a:moveTo>
                <a:lnTo>
                  <a:pt x="687373" y="68357"/>
                </a:lnTo>
                <a:lnTo>
                  <a:pt x="687373" y="88384"/>
                </a:lnTo>
                <a:lnTo>
                  <a:pt x="736594" y="88384"/>
                </a:lnTo>
                <a:lnTo>
                  <a:pt x="736594" y="68357"/>
                </a:lnTo>
                <a:close/>
                <a:moveTo>
                  <a:pt x="395144" y="123566"/>
                </a:moveTo>
                <a:lnTo>
                  <a:pt x="396179" y="123446"/>
                </a:lnTo>
                <a:lnTo>
                  <a:pt x="397203" y="123307"/>
                </a:lnTo>
                <a:lnTo>
                  <a:pt x="398214" y="123151"/>
                </a:lnTo>
                <a:lnTo>
                  <a:pt x="399214" y="122975"/>
                </a:lnTo>
                <a:lnTo>
                  <a:pt x="400201" y="122782"/>
                </a:lnTo>
                <a:lnTo>
                  <a:pt x="401177" y="122570"/>
                </a:lnTo>
                <a:lnTo>
                  <a:pt x="402141" y="122339"/>
                </a:lnTo>
                <a:lnTo>
                  <a:pt x="403093" y="122090"/>
                </a:lnTo>
                <a:lnTo>
                  <a:pt x="404033" y="121823"/>
                </a:lnTo>
                <a:lnTo>
                  <a:pt x="404961" y="121537"/>
                </a:lnTo>
                <a:lnTo>
                  <a:pt x="405877" y="121232"/>
                </a:lnTo>
                <a:lnTo>
                  <a:pt x="406782" y="120909"/>
                </a:lnTo>
                <a:lnTo>
                  <a:pt x="407674" y="120568"/>
                </a:lnTo>
                <a:lnTo>
                  <a:pt x="408555" y="120208"/>
                </a:lnTo>
                <a:lnTo>
                  <a:pt x="409424" y="119830"/>
                </a:lnTo>
                <a:lnTo>
                  <a:pt x="410280" y="119434"/>
                </a:lnTo>
                <a:lnTo>
                  <a:pt x="411125" y="119019"/>
                </a:lnTo>
                <a:lnTo>
                  <a:pt x="411958" y="118585"/>
                </a:lnTo>
                <a:lnTo>
                  <a:pt x="412778" y="118134"/>
                </a:lnTo>
                <a:lnTo>
                  <a:pt x="413582" y="117666"/>
                </a:lnTo>
                <a:lnTo>
                  <a:pt x="414370" y="117182"/>
                </a:lnTo>
                <a:lnTo>
                  <a:pt x="415144" y="116681"/>
                </a:lnTo>
                <a:lnTo>
                  <a:pt x="415902" y="116163"/>
                </a:lnTo>
                <a:lnTo>
                  <a:pt x="416645" y="115629"/>
                </a:lnTo>
                <a:lnTo>
                  <a:pt x="417372" y="115079"/>
                </a:lnTo>
                <a:lnTo>
                  <a:pt x="418085" y="114512"/>
                </a:lnTo>
                <a:lnTo>
                  <a:pt x="418782" y="113928"/>
                </a:lnTo>
                <a:lnTo>
                  <a:pt x="419463" y="113328"/>
                </a:lnTo>
                <a:lnTo>
                  <a:pt x="420130" y="112711"/>
                </a:lnTo>
                <a:lnTo>
                  <a:pt x="420781" y="112077"/>
                </a:lnTo>
                <a:lnTo>
                  <a:pt x="421417" y="111427"/>
                </a:lnTo>
                <a:lnTo>
                  <a:pt x="422037" y="110761"/>
                </a:lnTo>
                <a:lnTo>
                  <a:pt x="422642" y="110078"/>
                </a:lnTo>
                <a:lnTo>
                  <a:pt x="423232" y="109378"/>
                </a:lnTo>
                <a:lnTo>
                  <a:pt x="423807" y="108662"/>
                </a:lnTo>
                <a:lnTo>
                  <a:pt x="424366" y="107929"/>
                </a:lnTo>
                <a:lnTo>
                  <a:pt x="424910" y="107179"/>
                </a:lnTo>
                <a:lnTo>
                  <a:pt x="425439" y="106414"/>
                </a:lnTo>
                <a:lnTo>
                  <a:pt x="425952" y="105631"/>
                </a:lnTo>
                <a:lnTo>
                  <a:pt x="426451" y="104832"/>
                </a:lnTo>
                <a:lnTo>
                  <a:pt x="426933" y="104016"/>
                </a:lnTo>
                <a:lnTo>
                  <a:pt x="427401" y="103184"/>
                </a:lnTo>
                <a:lnTo>
                  <a:pt x="427851" y="102336"/>
                </a:lnTo>
                <a:lnTo>
                  <a:pt x="428282" y="101473"/>
                </a:lnTo>
                <a:lnTo>
                  <a:pt x="428694" y="100596"/>
                </a:lnTo>
                <a:lnTo>
                  <a:pt x="429087" y="99704"/>
                </a:lnTo>
                <a:lnTo>
                  <a:pt x="429461" y="98797"/>
                </a:lnTo>
                <a:lnTo>
                  <a:pt x="429815" y="97875"/>
                </a:lnTo>
                <a:lnTo>
                  <a:pt x="430150" y="96939"/>
                </a:lnTo>
                <a:lnTo>
                  <a:pt x="430467" y="95988"/>
                </a:lnTo>
                <a:lnTo>
                  <a:pt x="430764" y="95023"/>
                </a:lnTo>
                <a:lnTo>
                  <a:pt x="431041" y="94042"/>
                </a:lnTo>
                <a:lnTo>
                  <a:pt x="431300" y="93047"/>
                </a:lnTo>
                <a:lnTo>
                  <a:pt x="431540" y="92037"/>
                </a:lnTo>
                <a:lnTo>
                  <a:pt x="431760" y="91013"/>
                </a:lnTo>
                <a:lnTo>
                  <a:pt x="431961" y="89974"/>
                </a:lnTo>
                <a:lnTo>
                  <a:pt x="432143" y="88920"/>
                </a:lnTo>
                <a:lnTo>
                  <a:pt x="432306" y="87851"/>
                </a:lnTo>
                <a:lnTo>
                  <a:pt x="432450" y="86768"/>
                </a:lnTo>
                <a:lnTo>
                  <a:pt x="432574" y="85670"/>
                </a:lnTo>
                <a:lnTo>
                  <a:pt x="432680" y="84558"/>
                </a:lnTo>
                <a:lnTo>
                  <a:pt x="432766" y="83430"/>
                </a:lnTo>
                <a:lnTo>
                  <a:pt x="432833" y="82288"/>
                </a:lnTo>
                <a:lnTo>
                  <a:pt x="432881" y="81132"/>
                </a:lnTo>
                <a:lnTo>
                  <a:pt x="432910" y="79960"/>
                </a:lnTo>
                <a:lnTo>
                  <a:pt x="432919" y="78774"/>
                </a:lnTo>
                <a:lnTo>
                  <a:pt x="432910" y="77566"/>
                </a:lnTo>
                <a:lnTo>
                  <a:pt x="432881" y="76373"/>
                </a:lnTo>
                <a:lnTo>
                  <a:pt x="432833" y="75195"/>
                </a:lnTo>
                <a:lnTo>
                  <a:pt x="432766" y="74032"/>
                </a:lnTo>
                <a:lnTo>
                  <a:pt x="432680" y="72885"/>
                </a:lnTo>
                <a:lnTo>
                  <a:pt x="432574" y="71753"/>
                </a:lnTo>
                <a:lnTo>
                  <a:pt x="432450" y="70635"/>
                </a:lnTo>
                <a:lnTo>
                  <a:pt x="432306" y="69533"/>
                </a:lnTo>
                <a:lnTo>
                  <a:pt x="432143" y="68446"/>
                </a:lnTo>
                <a:lnTo>
                  <a:pt x="431961" y="67375"/>
                </a:lnTo>
                <a:lnTo>
                  <a:pt x="431760" y="66318"/>
                </a:lnTo>
                <a:lnTo>
                  <a:pt x="431540" y="65277"/>
                </a:lnTo>
                <a:lnTo>
                  <a:pt x="431300" y="64251"/>
                </a:lnTo>
                <a:lnTo>
                  <a:pt x="431041" y="63240"/>
                </a:lnTo>
                <a:lnTo>
                  <a:pt x="430764" y="62244"/>
                </a:lnTo>
                <a:lnTo>
                  <a:pt x="430467" y="61263"/>
                </a:lnTo>
                <a:lnTo>
                  <a:pt x="430150" y="60298"/>
                </a:lnTo>
                <a:lnTo>
                  <a:pt x="429815" y="59347"/>
                </a:lnTo>
                <a:lnTo>
                  <a:pt x="429461" y="58412"/>
                </a:lnTo>
                <a:lnTo>
                  <a:pt x="429087" y="57492"/>
                </a:lnTo>
                <a:lnTo>
                  <a:pt x="428694" y="56587"/>
                </a:lnTo>
                <a:lnTo>
                  <a:pt x="428282" y="55697"/>
                </a:lnTo>
                <a:lnTo>
                  <a:pt x="427851" y="54823"/>
                </a:lnTo>
                <a:lnTo>
                  <a:pt x="427401" y="53963"/>
                </a:lnTo>
                <a:lnTo>
                  <a:pt x="426933" y="53120"/>
                </a:lnTo>
                <a:lnTo>
                  <a:pt x="426451" y="52293"/>
                </a:lnTo>
                <a:lnTo>
                  <a:pt x="425952" y="51483"/>
                </a:lnTo>
                <a:lnTo>
                  <a:pt x="425439" y="50690"/>
                </a:lnTo>
                <a:lnTo>
                  <a:pt x="424910" y="49914"/>
                </a:lnTo>
                <a:lnTo>
                  <a:pt x="424366" y="49155"/>
                </a:lnTo>
                <a:lnTo>
                  <a:pt x="423807" y="48413"/>
                </a:lnTo>
                <a:lnTo>
                  <a:pt x="423232" y="47688"/>
                </a:lnTo>
                <a:lnTo>
                  <a:pt x="422642" y="46979"/>
                </a:lnTo>
                <a:lnTo>
                  <a:pt x="422037" y="46288"/>
                </a:lnTo>
                <a:lnTo>
                  <a:pt x="421417" y="45613"/>
                </a:lnTo>
                <a:lnTo>
                  <a:pt x="420781" y="44956"/>
                </a:lnTo>
                <a:lnTo>
                  <a:pt x="420130" y="44315"/>
                </a:lnTo>
                <a:lnTo>
                  <a:pt x="419463" y="43691"/>
                </a:lnTo>
                <a:lnTo>
                  <a:pt x="418782" y="43084"/>
                </a:lnTo>
                <a:lnTo>
                  <a:pt x="418085" y="42494"/>
                </a:lnTo>
                <a:lnTo>
                  <a:pt x="417372" y="41921"/>
                </a:lnTo>
                <a:lnTo>
                  <a:pt x="416645" y="41364"/>
                </a:lnTo>
                <a:lnTo>
                  <a:pt x="415902" y="40825"/>
                </a:lnTo>
                <a:lnTo>
                  <a:pt x="415144" y="40302"/>
                </a:lnTo>
                <a:lnTo>
                  <a:pt x="414370" y="39797"/>
                </a:lnTo>
                <a:lnTo>
                  <a:pt x="413582" y="39308"/>
                </a:lnTo>
                <a:lnTo>
                  <a:pt x="412778" y="38836"/>
                </a:lnTo>
                <a:lnTo>
                  <a:pt x="411958" y="38382"/>
                </a:lnTo>
                <a:lnTo>
                  <a:pt x="411125" y="37944"/>
                </a:lnTo>
                <a:lnTo>
                  <a:pt x="410280" y="37525"/>
                </a:lnTo>
                <a:lnTo>
                  <a:pt x="409424" y="37125"/>
                </a:lnTo>
                <a:lnTo>
                  <a:pt x="408555" y="36744"/>
                </a:lnTo>
                <a:lnTo>
                  <a:pt x="407674" y="36381"/>
                </a:lnTo>
                <a:lnTo>
                  <a:pt x="406782" y="36037"/>
                </a:lnTo>
                <a:lnTo>
                  <a:pt x="405877" y="35711"/>
                </a:lnTo>
                <a:lnTo>
                  <a:pt x="404961" y="35404"/>
                </a:lnTo>
                <a:lnTo>
                  <a:pt x="404033" y="35115"/>
                </a:lnTo>
                <a:lnTo>
                  <a:pt x="403093" y="34845"/>
                </a:lnTo>
                <a:lnTo>
                  <a:pt x="402141" y="34594"/>
                </a:lnTo>
                <a:lnTo>
                  <a:pt x="401177" y="34362"/>
                </a:lnTo>
                <a:lnTo>
                  <a:pt x="400201" y="34148"/>
                </a:lnTo>
                <a:lnTo>
                  <a:pt x="399214" y="33952"/>
                </a:lnTo>
                <a:lnTo>
                  <a:pt x="398214" y="33775"/>
                </a:lnTo>
                <a:lnTo>
                  <a:pt x="397203" y="33617"/>
                </a:lnTo>
                <a:lnTo>
                  <a:pt x="396179" y="33478"/>
                </a:lnTo>
                <a:lnTo>
                  <a:pt x="395144" y="33357"/>
                </a:lnTo>
                <a:lnTo>
                  <a:pt x="394097" y="33254"/>
                </a:lnTo>
                <a:lnTo>
                  <a:pt x="393038" y="33170"/>
                </a:lnTo>
                <a:lnTo>
                  <a:pt x="391967" y="33105"/>
                </a:lnTo>
                <a:lnTo>
                  <a:pt x="390884" y="33059"/>
                </a:lnTo>
                <a:lnTo>
                  <a:pt x="389789" y="33031"/>
                </a:lnTo>
                <a:lnTo>
                  <a:pt x="388683" y="33022"/>
                </a:lnTo>
                <a:lnTo>
                  <a:pt x="387591" y="33031"/>
                </a:lnTo>
                <a:lnTo>
                  <a:pt x="386510" y="33059"/>
                </a:lnTo>
                <a:lnTo>
                  <a:pt x="385440" y="33105"/>
                </a:lnTo>
                <a:lnTo>
                  <a:pt x="384382" y="33170"/>
                </a:lnTo>
                <a:lnTo>
                  <a:pt x="383335" y="33254"/>
                </a:lnTo>
                <a:lnTo>
                  <a:pt x="382299" y="33357"/>
                </a:lnTo>
                <a:lnTo>
                  <a:pt x="381275" y="33478"/>
                </a:lnTo>
                <a:lnTo>
                  <a:pt x="380262" y="33617"/>
                </a:lnTo>
                <a:lnTo>
                  <a:pt x="379260" y="33775"/>
                </a:lnTo>
                <a:lnTo>
                  <a:pt x="378269" y="33952"/>
                </a:lnTo>
                <a:lnTo>
                  <a:pt x="377290" y="34148"/>
                </a:lnTo>
                <a:lnTo>
                  <a:pt x="376322" y="34362"/>
                </a:lnTo>
                <a:lnTo>
                  <a:pt x="375365" y="34594"/>
                </a:lnTo>
                <a:lnTo>
                  <a:pt x="374420" y="34845"/>
                </a:lnTo>
                <a:lnTo>
                  <a:pt x="373486" y="35115"/>
                </a:lnTo>
                <a:lnTo>
                  <a:pt x="372563" y="35404"/>
                </a:lnTo>
                <a:lnTo>
                  <a:pt x="371651" y="35711"/>
                </a:lnTo>
                <a:lnTo>
                  <a:pt x="370751" y="36037"/>
                </a:lnTo>
                <a:lnTo>
                  <a:pt x="369862" y="36381"/>
                </a:lnTo>
                <a:lnTo>
                  <a:pt x="368984" y="36744"/>
                </a:lnTo>
                <a:lnTo>
                  <a:pt x="368117" y="37125"/>
                </a:lnTo>
                <a:lnTo>
                  <a:pt x="367262" y="37525"/>
                </a:lnTo>
                <a:lnTo>
                  <a:pt x="366418" y="37944"/>
                </a:lnTo>
                <a:lnTo>
                  <a:pt x="365585" y="38382"/>
                </a:lnTo>
                <a:lnTo>
                  <a:pt x="364766" y="38836"/>
                </a:lnTo>
                <a:lnTo>
                  <a:pt x="363963" y="39308"/>
                </a:lnTo>
                <a:lnTo>
                  <a:pt x="363175" y="39797"/>
                </a:lnTo>
                <a:lnTo>
                  <a:pt x="362402" y="40302"/>
                </a:lnTo>
                <a:lnTo>
                  <a:pt x="361645" y="40825"/>
                </a:lnTo>
                <a:lnTo>
                  <a:pt x="360904" y="41364"/>
                </a:lnTo>
                <a:lnTo>
                  <a:pt x="360179" y="41921"/>
                </a:lnTo>
                <a:lnTo>
                  <a:pt x="359469" y="42494"/>
                </a:lnTo>
                <a:lnTo>
                  <a:pt x="358774" y="43084"/>
                </a:lnTo>
                <a:lnTo>
                  <a:pt x="358096" y="43691"/>
                </a:lnTo>
                <a:lnTo>
                  <a:pt x="357432" y="44315"/>
                </a:lnTo>
                <a:lnTo>
                  <a:pt x="356785" y="44956"/>
                </a:lnTo>
                <a:lnTo>
                  <a:pt x="356153" y="45613"/>
                </a:lnTo>
                <a:lnTo>
                  <a:pt x="355537" y="46288"/>
                </a:lnTo>
                <a:lnTo>
                  <a:pt x="354936" y="46979"/>
                </a:lnTo>
                <a:lnTo>
                  <a:pt x="354351" y="47688"/>
                </a:lnTo>
                <a:lnTo>
                  <a:pt x="353781" y="48413"/>
                </a:lnTo>
                <a:lnTo>
                  <a:pt x="353227" y="49155"/>
                </a:lnTo>
                <a:lnTo>
                  <a:pt x="352689" y="49914"/>
                </a:lnTo>
                <a:lnTo>
                  <a:pt x="352166" y="50690"/>
                </a:lnTo>
                <a:lnTo>
                  <a:pt x="351659" y="51483"/>
                </a:lnTo>
                <a:lnTo>
                  <a:pt x="351168" y="52293"/>
                </a:lnTo>
                <a:lnTo>
                  <a:pt x="350692" y="53120"/>
                </a:lnTo>
                <a:lnTo>
                  <a:pt x="350232" y="53963"/>
                </a:lnTo>
                <a:lnTo>
                  <a:pt x="349789" y="54823"/>
                </a:lnTo>
                <a:lnTo>
                  <a:pt x="349365" y="55697"/>
                </a:lnTo>
                <a:lnTo>
                  <a:pt x="348959" y="56587"/>
                </a:lnTo>
                <a:lnTo>
                  <a:pt x="348573" y="57492"/>
                </a:lnTo>
                <a:lnTo>
                  <a:pt x="348205" y="58412"/>
                </a:lnTo>
                <a:lnTo>
                  <a:pt x="347856" y="59347"/>
                </a:lnTo>
                <a:lnTo>
                  <a:pt x="347526" y="60298"/>
                </a:lnTo>
                <a:lnTo>
                  <a:pt x="347215" y="61263"/>
                </a:lnTo>
                <a:lnTo>
                  <a:pt x="346923" y="62244"/>
                </a:lnTo>
                <a:lnTo>
                  <a:pt x="346650" y="63240"/>
                </a:lnTo>
                <a:lnTo>
                  <a:pt x="346395" y="64251"/>
                </a:lnTo>
                <a:lnTo>
                  <a:pt x="346160" y="65277"/>
                </a:lnTo>
                <a:lnTo>
                  <a:pt x="345943" y="66318"/>
                </a:lnTo>
                <a:lnTo>
                  <a:pt x="345745" y="67375"/>
                </a:lnTo>
                <a:lnTo>
                  <a:pt x="345566" y="68446"/>
                </a:lnTo>
                <a:lnTo>
                  <a:pt x="345406" y="69533"/>
                </a:lnTo>
                <a:lnTo>
                  <a:pt x="345264" y="70635"/>
                </a:lnTo>
                <a:lnTo>
                  <a:pt x="345142" y="71753"/>
                </a:lnTo>
                <a:lnTo>
                  <a:pt x="345038" y="72885"/>
                </a:lnTo>
                <a:lnTo>
                  <a:pt x="344953" y="74032"/>
                </a:lnTo>
                <a:lnTo>
                  <a:pt x="344887" y="75195"/>
                </a:lnTo>
                <a:lnTo>
                  <a:pt x="344840" y="76373"/>
                </a:lnTo>
                <a:lnTo>
                  <a:pt x="344812" y="77566"/>
                </a:lnTo>
                <a:lnTo>
                  <a:pt x="344802" y="78774"/>
                </a:lnTo>
                <a:lnTo>
                  <a:pt x="344812" y="79960"/>
                </a:lnTo>
                <a:lnTo>
                  <a:pt x="344840" y="81132"/>
                </a:lnTo>
                <a:lnTo>
                  <a:pt x="344887" y="82288"/>
                </a:lnTo>
                <a:lnTo>
                  <a:pt x="344953" y="83430"/>
                </a:lnTo>
                <a:lnTo>
                  <a:pt x="345038" y="84558"/>
                </a:lnTo>
                <a:lnTo>
                  <a:pt x="345142" y="85670"/>
                </a:lnTo>
                <a:lnTo>
                  <a:pt x="345264" y="86768"/>
                </a:lnTo>
                <a:lnTo>
                  <a:pt x="345406" y="87851"/>
                </a:lnTo>
                <a:lnTo>
                  <a:pt x="345566" y="88920"/>
                </a:lnTo>
                <a:lnTo>
                  <a:pt x="345745" y="89974"/>
                </a:lnTo>
                <a:lnTo>
                  <a:pt x="345943" y="91013"/>
                </a:lnTo>
                <a:lnTo>
                  <a:pt x="346160" y="92037"/>
                </a:lnTo>
                <a:lnTo>
                  <a:pt x="346395" y="93047"/>
                </a:lnTo>
                <a:lnTo>
                  <a:pt x="346650" y="94042"/>
                </a:lnTo>
                <a:lnTo>
                  <a:pt x="346923" y="95023"/>
                </a:lnTo>
                <a:lnTo>
                  <a:pt x="347215" y="95988"/>
                </a:lnTo>
                <a:lnTo>
                  <a:pt x="347526" y="96939"/>
                </a:lnTo>
                <a:lnTo>
                  <a:pt x="347856" y="97875"/>
                </a:lnTo>
                <a:lnTo>
                  <a:pt x="348205" y="98797"/>
                </a:lnTo>
                <a:lnTo>
                  <a:pt x="348573" y="99704"/>
                </a:lnTo>
                <a:lnTo>
                  <a:pt x="348959" y="100596"/>
                </a:lnTo>
                <a:lnTo>
                  <a:pt x="349365" y="101473"/>
                </a:lnTo>
                <a:lnTo>
                  <a:pt x="349789" y="102336"/>
                </a:lnTo>
                <a:lnTo>
                  <a:pt x="350232" y="103184"/>
                </a:lnTo>
                <a:lnTo>
                  <a:pt x="350692" y="104016"/>
                </a:lnTo>
                <a:lnTo>
                  <a:pt x="351168" y="104832"/>
                </a:lnTo>
                <a:lnTo>
                  <a:pt x="351659" y="105631"/>
                </a:lnTo>
                <a:lnTo>
                  <a:pt x="352166" y="106414"/>
                </a:lnTo>
                <a:lnTo>
                  <a:pt x="352689" y="107179"/>
                </a:lnTo>
                <a:lnTo>
                  <a:pt x="353227" y="107929"/>
                </a:lnTo>
                <a:lnTo>
                  <a:pt x="353781" y="108662"/>
                </a:lnTo>
                <a:lnTo>
                  <a:pt x="354351" y="109378"/>
                </a:lnTo>
                <a:lnTo>
                  <a:pt x="354936" y="110078"/>
                </a:lnTo>
                <a:lnTo>
                  <a:pt x="355537" y="110761"/>
                </a:lnTo>
                <a:lnTo>
                  <a:pt x="356153" y="111427"/>
                </a:lnTo>
                <a:lnTo>
                  <a:pt x="356785" y="112077"/>
                </a:lnTo>
                <a:lnTo>
                  <a:pt x="357432" y="112711"/>
                </a:lnTo>
                <a:lnTo>
                  <a:pt x="358096" y="113328"/>
                </a:lnTo>
                <a:lnTo>
                  <a:pt x="358774" y="113928"/>
                </a:lnTo>
                <a:lnTo>
                  <a:pt x="359469" y="114512"/>
                </a:lnTo>
                <a:lnTo>
                  <a:pt x="360179" y="115079"/>
                </a:lnTo>
                <a:lnTo>
                  <a:pt x="360904" y="115629"/>
                </a:lnTo>
                <a:lnTo>
                  <a:pt x="361645" y="116163"/>
                </a:lnTo>
                <a:lnTo>
                  <a:pt x="362402" y="116681"/>
                </a:lnTo>
                <a:lnTo>
                  <a:pt x="363175" y="117182"/>
                </a:lnTo>
                <a:lnTo>
                  <a:pt x="363963" y="117666"/>
                </a:lnTo>
                <a:lnTo>
                  <a:pt x="364766" y="118134"/>
                </a:lnTo>
                <a:lnTo>
                  <a:pt x="365585" y="118585"/>
                </a:lnTo>
                <a:lnTo>
                  <a:pt x="366418" y="119019"/>
                </a:lnTo>
                <a:lnTo>
                  <a:pt x="367262" y="119434"/>
                </a:lnTo>
                <a:lnTo>
                  <a:pt x="368117" y="119830"/>
                </a:lnTo>
                <a:lnTo>
                  <a:pt x="368984" y="120208"/>
                </a:lnTo>
                <a:lnTo>
                  <a:pt x="369862" y="120568"/>
                </a:lnTo>
                <a:lnTo>
                  <a:pt x="370751" y="120909"/>
                </a:lnTo>
                <a:lnTo>
                  <a:pt x="371651" y="121232"/>
                </a:lnTo>
                <a:lnTo>
                  <a:pt x="372563" y="121537"/>
                </a:lnTo>
                <a:lnTo>
                  <a:pt x="373486" y="121823"/>
                </a:lnTo>
                <a:lnTo>
                  <a:pt x="374420" y="122090"/>
                </a:lnTo>
                <a:lnTo>
                  <a:pt x="375365" y="122339"/>
                </a:lnTo>
                <a:lnTo>
                  <a:pt x="376322" y="122570"/>
                </a:lnTo>
                <a:lnTo>
                  <a:pt x="377290" y="122782"/>
                </a:lnTo>
                <a:lnTo>
                  <a:pt x="378269" y="122975"/>
                </a:lnTo>
                <a:lnTo>
                  <a:pt x="379260" y="123151"/>
                </a:lnTo>
                <a:lnTo>
                  <a:pt x="380262" y="123307"/>
                </a:lnTo>
                <a:lnTo>
                  <a:pt x="381275" y="123446"/>
                </a:lnTo>
                <a:lnTo>
                  <a:pt x="382299" y="123566"/>
                </a:lnTo>
                <a:lnTo>
                  <a:pt x="383335" y="123667"/>
                </a:lnTo>
                <a:lnTo>
                  <a:pt x="384382" y="123750"/>
                </a:lnTo>
                <a:lnTo>
                  <a:pt x="385440" y="123815"/>
                </a:lnTo>
                <a:lnTo>
                  <a:pt x="386510" y="123861"/>
                </a:lnTo>
                <a:lnTo>
                  <a:pt x="387591" y="123889"/>
                </a:lnTo>
                <a:lnTo>
                  <a:pt x="388683" y="123898"/>
                </a:lnTo>
                <a:lnTo>
                  <a:pt x="389789" y="123889"/>
                </a:lnTo>
                <a:lnTo>
                  <a:pt x="390884" y="123861"/>
                </a:lnTo>
                <a:lnTo>
                  <a:pt x="391967" y="123815"/>
                </a:lnTo>
                <a:lnTo>
                  <a:pt x="393038" y="123750"/>
                </a:lnTo>
                <a:lnTo>
                  <a:pt x="394097" y="123667"/>
                </a:lnTo>
                <a:lnTo>
                  <a:pt x="395144" y="123566"/>
                </a:lnTo>
                <a:close/>
                <a:moveTo>
                  <a:pt x="385103" y="105689"/>
                </a:moveTo>
                <a:lnTo>
                  <a:pt x="384546" y="105606"/>
                </a:lnTo>
                <a:lnTo>
                  <a:pt x="384000" y="105510"/>
                </a:lnTo>
                <a:lnTo>
                  <a:pt x="383465" y="105401"/>
                </a:lnTo>
                <a:lnTo>
                  <a:pt x="382942" y="105280"/>
                </a:lnTo>
                <a:lnTo>
                  <a:pt x="382430" y="105146"/>
                </a:lnTo>
                <a:lnTo>
                  <a:pt x="381929" y="104999"/>
                </a:lnTo>
                <a:lnTo>
                  <a:pt x="381440" y="104839"/>
                </a:lnTo>
                <a:lnTo>
                  <a:pt x="380962" y="104667"/>
                </a:lnTo>
                <a:lnTo>
                  <a:pt x="380495" y="104482"/>
                </a:lnTo>
                <a:lnTo>
                  <a:pt x="380039" y="104284"/>
                </a:lnTo>
                <a:lnTo>
                  <a:pt x="379595" y="104073"/>
                </a:lnTo>
                <a:lnTo>
                  <a:pt x="379162" y="103850"/>
                </a:lnTo>
                <a:lnTo>
                  <a:pt x="378740" y="103614"/>
                </a:lnTo>
                <a:lnTo>
                  <a:pt x="378330" y="103365"/>
                </a:lnTo>
                <a:lnTo>
                  <a:pt x="377930" y="103103"/>
                </a:lnTo>
                <a:lnTo>
                  <a:pt x="377542" y="102829"/>
                </a:lnTo>
                <a:lnTo>
                  <a:pt x="377166" y="102541"/>
                </a:lnTo>
                <a:lnTo>
                  <a:pt x="376800" y="102241"/>
                </a:lnTo>
                <a:lnTo>
                  <a:pt x="376445" y="101931"/>
                </a:lnTo>
                <a:lnTo>
                  <a:pt x="376098" y="101611"/>
                </a:lnTo>
                <a:lnTo>
                  <a:pt x="375761" y="101283"/>
                </a:lnTo>
                <a:lnTo>
                  <a:pt x="375432" y="100946"/>
                </a:lnTo>
                <a:lnTo>
                  <a:pt x="375112" y="100601"/>
                </a:lnTo>
                <a:lnTo>
                  <a:pt x="374800" y="100247"/>
                </a:lnTo>
                <a:lnTo>
                  <a:pt x="374498" y="99884"/>
                </a:lnTo>
                <a:lnTo>
                  <a:pt x="374204" y="99513"/>
                </a:lnTo>
                <a:lnTo>
                  <a:pt x="373919" y="99133"/>
                </a:lnTo>
                <a:lnTo>
                  <a:pt x="373643" y="98744"/>
                </a:lnTo>
                <a:lnTo>
                  <a:pt x="373376" y="98346"/>
                </a:lnTo>
                <a:lnTo>
                  <a:pt x="373118" y="97940"/>
                </a:lnTo>
                <a:lnTo>
                  <a:pt x="372868" y="97526"/>
                </a:lnTo>
                <a:lnTo>
                  <a:pt x="372627" y="97102"/>
                </a:lnTo>
                <a:lnTo>
                  <a:pt x="372395" y="96670"/>
                </a:lnTo>
                <a:lnTo>
                  <a:pt x="372172" y="96230"/>
                </a:lnTo>
                <a:lnTo>
                  <a:pt x="371958" y="95780"/>
                </a:lnTo>
                <a:lnTo>
                  <a:pt x="371752" y="95322"/>
                </a:lnTo>
                <a:lnTo>
                  <a:pt x="371555" y="94855"/>
                </a:lnTo>
                <a:lnTo>
                  <a:pt x="371367" y="94380"/>
                </a:lnTo>
                <a:lnTo>
                  <a:pt x="371188" y="93896"/>
                </a:lnTo>
                <a:lnTo>
                  <a:pt x="371018" y="93403"/>
                </a:lnTo>
                <a:lnTo>
                  <a:pt x="370856" y="92902"/>
                </a:lnTo>
                <a:lnTo>
                  <a:pt x="370703" y="92392"/>
                </a:lnTo>
                <a:lnTo>
                  <a:pt x="370558" y="91876"/>
                </a:lnTo>
                <a:lnTo>
                  <a:pt x="370419" y="91355"/>
                </a:lnTo>
                <a:lnTo>
                  <a:pt x="370286" y="90829"/>
                </a:lnTo>
                <a:lnTo>
                  <a:pt x="370159" y="90299"/>
                </a:lnTo>
                <a:lnTo>
                  <a:pt x="370039" y="89765"/>
                </a:lnTo>
                <a:lnTo>
                  <a:pt x="369925" y="89227"/>
                </a:lnTo>
                <a:lnTo>
                  <a:pt x="369816" y="88684"/>
                </a:lnTo>
                <a:lnTo>
                  <a:pt x="369714" y="88136"/>
                </a:lnTo>
                <a:lnTo>
                  <a:pt x="369619" y="87584"/>
                </a:lnTo>
                <a:lnTo>
                  <a:pt x="369529" y="87028"/>
                </a:lnTo>
                <a:lnTo>
                  <a:pt x="369446" y="86467"/>
                </a:lnTo>
                <a:lnTo>
                  <a:pt x="369368" y="85902"/>
                </a:lnTo>
                <a:lnTo>
                  <a:pt x="369297" y="85333"/>
                </a:lnTo>
                <a:lnTo>
                  <a:pt x="369232" y="84759"/>
                </a:lnTo>
                <a:lnTo>
                  <a:pt x="369174" y="84180"/>
                </a:lnTo>
                <a:lnTo>
                  <a:pt x="369121" y="83598"/>
                </a:lnTo>
                <a:lnTo>
                  <a:pt x="369075" y="83011"/>
                </a:lnTo>
                <a:lnTo>
                  <a:pt x="369034" y="82419"/>
                </a:lnTo>
                <a:lnTo>
                  <a:pt x="369000" y="81823"/>
                </a:lnTo>
                <a:lnTo>
                  <a:pt x="368973" y="81223"/>
                </a:lnTo>
                <a:lnTo>
                  <a:pt x="368951" y="80618"/>
                </a:lnTo>
                <a:lnTo>
                  <a:pt x="368936" y="80008"/>
                </a:lnTo>
                <a:lnTo>
                  <a:pt x="368926" y="79395"/>
                </a:lnTo>
                <a:lnTo>
                  <a:pt x="368923" y="78777"/>
                </a:lnTo>
                <a:lnTo>
                  <a:pt x="368926" y="78144"/>
                </a:lnTo>
                <a:lnTo>
                  <a:pt x="368936" y="77515"/>
                </a:lnTo>
                <a:lnTo>
                  <a:pt x="368951" y="76891"/>
                </a:lnTo>
                <a:lnTo>
                  <a:pt x="368973" y="76272"/>
                </a:lnTo>
                <a:lnTo>
                  <a:pt x="369000" y="75658"/>
                </a:lnTo>
                <a:lnTo>
                  <a:pt x="369034" y="75049"/>
                </a:lnTo>
                <a:lnTo>
                  <a:pt x="369075" y="74444"/>
                </a:lnTo>
                <a:lnTo>
                  <a:pt x="369121" y="73844"/>
                </a:lnTo>
                <a:lnTo>
                  <a:pt x="369174" y="73248"/>
                </a:lnTo>
                <a:lnTo>
                  <a:pt x="369232" y="72658"/>
                </a:lnTo>
                <a:lnTo>
                  <a:pt x="369297" y="72072"/>
                </a:lnTo>
                <a:lnTo>
                  <a:pt x="369368" y="71491"/>
                </a:lnTo>
                <a:lnTo>
                  <a:pt x="369446" y="70914"/>
                </a:lnTo>
                <a:lnTo>
                  <a:pt x="369529" y="70343"/>
                </a:lnTo>
                <a:lnTo>
                  <a:pt x="369619" y="69776"/>
                </a:lnTo>
                <a:lnTo>
                  <a:pt x="369714" y="69213"/>
                </a:lnTo>
                <a:lnTo>
                  <a:pt x="369816" y="68656"/>
                </a:lnTo>
                <a:lnTo>
                  <a:pt x="369925" y="68103"/>
                </a:lnTo>
                <a:lnTo>
                  <a:pt x="370039" y="67555"/>
                </a:lnTo>
                <a:lnTo>
                  <a:pt x="370159" y="67012"/>
                </a:lnTo>
                <a:lnTo>
                  <a:pt x="370286" y="66473"/>
                </a:lnTo>
                <a:lnTo>
                  <a:pt x="370419" y="65940"/>
                </a:lnTo>
                <a:lnTo>
                  <a:pt x="370558" y="65410"/>
                </a:lnTo>
                <a:lnTo>
                  <a:pt x="370703" y="64886"/>
                </a:lnTo>
                <a:lnTo>
                  <a:pt x="370856" y="64369"/>
                </a:lnTo>
                <a:lnTo>
                  <a:pt x="371018" y="63860"/>
                </a:lnTo>
                <a:lnTo>
                  <a:pt x="371188" y="63360"/>
                </a:lnTo>
                <a:lnTo>
                  <a:pt x="371367" y="62869"/>
                </a:lnTo>
                <a:lnTo>
                  <a:pt x="371555" y="62387"/>
                </a:lnTo>
                <a:lnTo>
                  <a:pt x="371752" y="61913"/>
                </a:lnTo>
                <a:lnTo>
                  <a:pt x="371958" y="61448"/>
                </a:lnTo>
                <a:lnTo>
                  <a:pt x="372172" y="60993"/>
                </a:lnTo>
                <a:lnTo>
                  <a:pt x="372395" y="60546"/>
                </a:lnTo>
                <a:lnTo>
                  <a:pt x="372627" y="60108"/>
                </a:lnTo>
                <a:lnTo>
                  <a:pt x="372868" y="59678"/>
                </a:lnTo>
                <a:lnTo>
                  <a:pt x="373118" y="59258"/>
                </a:lnTo>
                <a:lnTo>
                  <a:pt x="373376" y="58846"/>
                </a:lnTo>
                <a:lnTo>
                  <a:pt x="373643" y="58443"/>
                </a:lnTo>
                <a:lnTo>
                  <a:pt x="373919" y="58049"/>
                </a:lnTo>
                <a:lnTo>
                  <a:pt x="374204" y="57664"/>
                </a:lnTo>
                <a:lnTo>
                  <a:pt x="374498" y="57288"/>
                </a:lnTo>
                <a:lnTo>
                  <a:pt x="374800" y="56920"/>
                </a:lnTo>
                <a:lnTo>
                  <a:pt x="375112" y="56562"/>
                </a:lnTo>
                <a:lnTo>
                  <a:pt x="375432" y="56212"/>
                </a:lnTo>
                <a:lnTo>
                  <a:pt x="375761" y="55871"/>
                </a:lnTo>
                <a:lnTo>
                  <a:pt x="376098" y="55539"/>
                </a:lnTo>
                <a:lnTo>
                  <a:pt x="376445" y="55215"/>
                </a:lnTo>
                <a:lnTo>
                  <a:pt x="376800" y="54901"/>
                </a:lnTo>
                <a:lnTo>
                  <a:pt x="377166" y="54597"/>
                </a:lnTo>
                <a:lnTo>
                  <a:pt x="377542" y="54306"/>
                </a:lnTo>
                <a:lnTo>
                  <a:pt x="377930" y="54028"/>
                </a:lnTo>
                <a:lnTo>
                  <a:pt x="378330" y="53763"/>
                </a:lnTo>
                <a:lnTo>
                  <a:pt x="378740" y="53512"/>
                </a:lnTo>
                <a:lnTo>
                  <a:pt x="379162" y="53272"/>
                </a:lnTo>
                <a:lnTo>
                  <a:pt x="379595" y="53046"/>
                </a:lnTo>
                <a:lnTo>
                  <a:pt x="380039" y="52833"/>
                </a:lnTo>
                <a:lnTo>
                  <a:pt x="380495" y="52633"/>
                </a:lnTo>
                <a:lnTo>
                  <a:pt x="380962" y="52445"/>
                </a:lnTo>
                <a:lnTo>
                  <a:pt x="381440" y="52271"/>
                </a:lnTo>
                <a:lnTo>
                  <a:pt x="381929" y="52109"/>
                </a:lnTo>
                <a:lnTo>
                  <a:pt x="382430" y="51961"/>
                </a:lnTo>
                <a:lnTo>
                  <a:pt x="382942" y="51825"/>
                </a:lnTo>
                <a:lnTo>
                  <a:pt x="383465" y="51702"/>
                </a:lnTo>
                <a:lnTo>
                  <a:pt x="384000" y="51593"/>
                </a:lnTo>
                <a:lnTo>
                  <a:pt x="384546" y="51496"/>
                </a:lnTo>
                <a:lnTo>
                  <a:pt x="385103" y="51412"/>
                </a:lnTo>
                <a:lnTo>
                  <a:pt x="385671" y="51341"/>
                </a:lnTo>
                <a:lnTo>
                  <a:pt x="386251" y="51282"/>
                </a:lnTo>
                <a:lnTo>
                  <a:pt x="386842" y="51237"/>
                </a:lnTo>
                <a:lnTo>
                  <a:pt x="387444" y="51205"/>
                </a:lnTo>
                <a:lnTo>
                  <a:pt x="388058" y="51186"/>
                </a:lnTo>
                <a:lnTo>
                  <a:pt x="388683" y="51179"/>
                </a:lnTo>
                <a:lnTo>
                  <a:pt x="389322" y="51186"/>
                </a:lnTo>
                <a:lnTo>
                  <a:pt x="389950" y="51205"/>
                </a:lnTo>
                <a:lnTo>
                  <a:pt x="390567" y="51237"/>
                </a:lnTo>
                <a:lnTo>
                  <a:pt x="391171" y="51282"/>
                </a:lnTo>
                <a:lnTo>
                  <a:pt x="391764" y="51341"/>
                </a:lnTo>
                <a:lnTo>
                  <a:pt x="392346" y="51412"/>
                </a:lnTo>
                <a:lnTo>
                  <a:pt x="392916" y="51496"/>
                </a:lnTo>
                <a:lnTo>
                  <a:pt x="393474" y="51593"/>
                </a:lnTo>
                <a:lnTo>
                  <a:pt x="394021" y="51702"/>
                </a:lnTo>
                <a:lnTo>
                  <a:pt x="394556" y="51825"/>
                </a:lnTo>
                <a:lnTo>
                  <a:pt x="395080" y="51961"/>
                </a:lnTo>
                <a:lnTo>
                  <a:pt x="395592" y="52109"/>
                </a:lnTo>
                <a:lnTo>
                  <a:pt x="396092" y="52271"/>
                </a:lnTo>
                <a:lnTo>
                  <a:pt x="396581" y="52445"/>
                </a:lnTo>
                <a:lnTo>
                  <a:pt x="397058" y="52633"/>
                </a:lnTo>
                <a:lnTo>
                  <a:pt x="397524" y="52833"/>
                </a:lnTo>
                <a:lnTo>
                  <a:pt x="397978" y="53046"/>
                </a:lnTo>
                <a:lnTo>
                  <a:pt x="398421" y="53272"/>
                </a:lnTo>
                <a:lnTo>
                  <a:pt x="398852" y="53512"/>
                </a:lnTo>
                <a:lnTo>
                  <a:pt x="399271" y="53763"/>
                </a:lnTo>
                <a:lnTo>
                  <a:pt x="399679" y="54028"/>
                </a:lnTo>
                <a:lnTo>
                  <a:pt x="400075" y="54306"/>
                </a:lnTo>
                <a:lnTo>
                  <a:pt x="400459" y="54597"/>
                </a:lnTo>
                <a:lnTo>
                  <a:pt x="400832" y="54901"/>
                </a:lnTo>
                <a:lnTo>
                  <a:pt x="401195" y="55215"/>
                </a:lnTo>
                <a:lnTo>
                  <a:pt x="401549" y="55539"/>
                </a:lnTo>
                <a:lnTo>
                  <a:pt x="401893" y="55871"/>
                </a:lnTo>
                <a:lnTo>
                  <a:pt x="402229" y="56212"/>
                </a:lnTo>
                <a:lnTo>
                  <a:pt x="402556" y="56562"/>
                </a:lnTo>
                <a:lnTo>
                  <a:pt x="402874" y="56920"/>
                </a:lnTo>
                <a:lnTo>
                  <a:pt x="403183" y="57288"/>
                </a:lnTo>
                <a:lnTo>
                  <a:pt x="403483" y="57664"/>
                </a:lnTo>
                <a:lnTo>
                  <a:pt x="403774" y="58049"/>
                </a:lnTo>
                <a:lnTo>
                  <a:pt x="404056" y="58443"/>
                </a:lnTo>
                <a:lnTo>
                  <a:pt x="404329" y="58846"/>
                </a:lnTo>
                <a:lnTo>
                  <a:pt x="404593" y="59258"/>
                </a:lnTo>
                <a:lnTo>
                  <a:pt x="404848" y="59678"/>
                </a:lnTo>
                <a:lnTo>
                  <a:pt x="405094" y="60108"/>
                </a:lnTo>
                <a:lnTo>
                  <a:pt x="405331" y="60546"/>
                </a:lnTo>
                <a:lnTo>
                  <a:pt x="405560" y="60993"/>
                </a:lnTo>
                <a:lnTo>
                  <a:pt x="405779" y="61448"/>
                </a:lnTo>
                <a:lnTo>
                  <a:pt x="405989" y="61913"/>
                </a:lnTo>
                <a:lnTo>
                  <a:pt x="406190" y="62387"/>
                </a:lnTo>
                <a:lnTo>
                  <a:pt x="406383" y="62869"/>
                </a:lnTo>
                <a:lnTo>
                  <a:pt x="406566" y="63360"/>
                </a:lnTo>
                <a:lnTo>
                  <a:pt x="406741" y="63860"/>
                </a:lnTo>
                <a:lnTo>
                  <a:pt x="406906" y="64369"/>
                </a:lnTo>
                <a:lnTo>
                  <a:pt x="407063" y="64886"/>
                </a:lnTo>
                <a:lnTo>
                  <a:pt x="407212" y="65410"/>
                </a:lnTo>
                <a:lnTo>
                  <a:pt x="407354" y="65940"/>
                </a:lnTo>
                <a:lnTo>
                  <a:pt x="407490" y="66473"/>
                </a:lnTo>
                <a:lnTo>
                  <a:pt x="407620" y="67012"/>
                </a:lnTo>
                <a:lnTo>
                  <a:pt x="407744" y="67555"/>
                </a:lnTo>
                <a:lnTo>
                  <a:pt x="407861" y="68103"/>
                </a:lnTo>
                <a:lnTo>
                  <a:pt x="407972" y="68656"/>
                </a:lnTo>
                <a:lnTo>
                  <a:pt x="408076" y="69213"/>
                </a:lnTo>
                <a:lnTo>
                  <a:pt x="408175" y="69776"/>
                </a:lnTo>
                <a:lnTo>
                  <a:pt x="408266" y="70343"/>
                </a:lnTo>
                <a:lnTo>
                  <a:pt x="408352" y="70914"/>
                </a:lnTo>
                <a:lnTo>
                  <a:pt x="408431" y="71491"/>
                </a:lnTo>
                <a:lnTo>
                  <a:pt x="408504" y="72072"/>
                </a:lnTo>
                <a:lnTo>
                  <a:pt x="408571" y="72658"/>
                </a:lnTo>
                <a:lnTo>
                  <a:pt x="408631" y="73248"/>
                </a:lnTo>
                <a:lnTo>
                  <a:pt x="408685" y="73844"/>
                </a:lnTo>
                <a:lnTo>
                  <a:pt x="408732" y="74444"/>
                </a:lnTo>
                <a:lnTo>
                  <a:pt x="408773" y="75049"/>
                </a:lnTo>
                <a:lnTo>
                  <a:pt x="408808" y="75658"/>
                </a:lnTo>
                <a:lnTo>
                  <a:pt x="408837" y="76272"/>
                </a:lnTo>
                <a:lnTo>
                  <a:pt x="408859" y="76891"/>
                </a:lnTo>
                <a:lnTo>
                  <a:pt x="408875" y="77515"/>
                </a:lnTo>
                <a:lnTo>
                  <a:pt x="408884" y="78144"/>
                </a:lnTo>
                <a:lnTo>
                  <a:pt x="408887" y="78777"/>
                </a:lnTo>
                <a:lnTo>
                  <a:pt x="408884" y="79395"/>
                </a:lnTo>
                <a:lnTo>
                  <a:pt x="408875" y="80008"/>
                </a:lnTo>
                <a:lnTo>
                  <a:pt x="408859" y="80618"/>
                </a:lnTo>
                <a:lnTo>
                  <a:pt x="408837" y="81223"/>
                </a:lnTo>
                <a:lnTo>
                  <a:pt x="408808" y="81823"/>
                </a:lnTo>
                <a:lnTo>
                  <a:pt x="408773" y="82419"/>
                </a:lnTo>
                <a:lnTo>
                  <a:pt x="408732" y="83011"/>
                </a:lnTo>
                <a:lnTo>
                  <a:pt x="408685" y="83598"/>
                </a:lnTo>
                <a:lnTo>
                  <a:pt x="408631" y="84180"/>
                </a:lnTo>
                <a:lnTo>
                  <a:pt x="408571" y="84759"/>
                </a:lnTo>
                <a:lnTo>
                  <a:pt x="408504" y="85333"/>
                </a:lnTo>
                <a:lnTo>
                  <a:pt x="408431" y="85902"/>
                </a:lnTo>
                <a:lnTo>
                  <a:pt x="408352" y="86467"/>
                </a:lnTo>
                <a:lnTo>
                  <a:pt x="408266" y="87028"/>
                </a:lnTo>
                <a:lnTo>
                  <a:pt x="408175" y="87584"/>
                </a:lnTo>
                <a:lnTo>
                  <a:pt x="408076" y="88136"/>
                </a:lnTo>
                <a:lnTo>
                  <a:pt x="407972" y="88684"/>
                </a:lnTo>
                <a:lnTo>
                  <a:pt x="407861" y="89227"/>
                </a:lnTo>
                <a:lnTo>
                  <a:pt x="407744" y="89765"/>
                </a:lnTo>
                <a:lnTo>
                  <a:pt x="407620" y="90299"/>
                </a:lnTo>
                <a:lnTo>
                  <a:pt x="407490" y="90829"/>
                </a:lnTo>
                <a:lnTo>
                  <a:pt x="407354" y="91355"/>
                </a:lnTo>
                <a:lnTo>
                  <a:pt x="407212" y="91876"/>
                </a:lnTo>
                <a:lnTo>
                  <a:pt x="407063" y="92392"/>
                </a:lnTo>
                <a:lnTo>
                  <a:pt x="406906" y="92902"/>
                </a:lnTo>
                <a:lnTo>
                  <a:pt x="406741" y="93403"/>
                </a:lnTo>
                <a:lnTo>
                  <a:pt x="406566" y="93896"/>
                </a:lnTo>
                <a:lnTo>
                  <a:pt x="406383" y="94380"/>
                </a:lnTo>
                <a:lnTo>
                  <a:pt x="406190" y="94855"/>
                </a:lnTo>
                <a:lnTo>
                  <a:pt x="405989" y="95322"/>
                </a:lnTo>
                <a:lnTo>
                  <a:pt x="405779" y="95780"/>
                </a:lnTo>
                <a:lnTo>
                  <a:pt x="405560" y="96230"/>
                </a:lnTo>
                <a:lnTo>
                  <a:pt x="405331" y="96670"/>
                </a:lnTo>
                <a:lnTo>
                  <a:pt x="405094" y="97102"/>
                </a:lnTo>
                <a:lnTo>
                  <a:pt x="404848" y="97526"/>
                </a:lnTo>
                <a:lnTo>
                  <a:pt x="404593" y="97940"/>
                </a:lnTo>
                <a:lnTo>
                  <a:pt x="404329" y="98346"/>
                </a:lnTo>
                <a:lnTo>
                  <a:pt x="404056" y="98744"/>
                </a:lnTo>
                <a:lnTo>
                  <a:pt x="403774" y="99133"/>
                </a:lnTo>
                <a:lnTo>
                  <a:pt x="403483" y="99513"/>
                </a:lnTo>
                <a:lnTo>
                  <a:pt x="403183" y="99884"/>
                </a:lnTo>
                <a:lnTo>
                  <a:pt x="402874" y="100247"/>
                </a:lnTo>
                <a:lnTo>
                  <a:pt x="402556" y="100601"/>
                </a:lnTo>
                <a:lnTo>
                  <a:pt x="402229" y="100946"/>
                </a:lnTo>
                <a:lnTo>
                  <a:pt x="401893" y="101283"/>
                </a:lnTo>
                <a:lnTo>
                  <a:pt x="401549" y="101611"/>
                </a:lnTo>
                <a:lnTo>
                  <a:pt x="401195" y="101931"/>
                </a:lnTo>
                <a:lnTo>
                  <a:pt x="400832" y="102241"/>
                </a:lnTo>
                <a:lnTo>
                  <a:pt x="400459" y="102541"/>
                </a:lnTo>
                <a:lnTo>
                  <a:pt x="400075" y="102829"/>
                </a:lnTo>
                <a:lnTo>
                  <a:pt x="399679" y="103103"/>
                </a:lnTo>
                <a:lnTo>
                  <a:pt x="399271" y="103365"/>
                </a:lnTo>
                <a:lnTo>
                  <a:pt x="398852" y="103614"/>
                </a:lnTo>
                <a:lnTo>
                  <a:pt x="398421" y="103850"/>
                </a:lnTo>
                <a:lnTo>
                  <a:pt x="397978" y="104073"/>
                </a:lnTo>
                <a:lnTo>
                  <a:pt x="397524" y="104284"/>
                </a:lnTo>
                <a:lnTo>
                  <a:pt x="397058" y="104482"/>
                </a:lnTo>
                <a:lnTo>
                  <a:pt x="396581" y="104667"/>
                </a:lnTo>
                <a:lnTo>
                  <a:pt x="396092" y="104839"/>
                </a:lnTo>
                <a:lnTo>
                  <a:pt x="395592" y="104999"/>
                </a:lnTo>
                <a:lnTo>
                  <a:pt x="395080" y="105146"/>
                </a:lnTo>
                <a:lnTo>
                  <a:pt x="394556" y="105280"/>
                </a:lnTo>
                <a:lnTo>
                  <a:pt x="394021" y="105401"/>
                </a:lnTo>
                <a:lnTo>
                  <a:pt x="393474" y="105510"/>
                </a:lnTo>
                <a:lnTo>
                  <a:pt x="392916" y="105606"/>
                </a:lnTo>
                <a:lnTo>
                  <a:pt x="392346" y="105689"/>
                </a:lnTo>
                <a:lnTo>
                  <a:pt x="391764" y="105759"/>
                </a:lnTo>
                <a:lnTo>
                  <a:pt x="391171" y="105816"/>
                </a:lnTo>
                <a:lnTo>
                  <a:pt x="390567" y="105861"/>
                </a:lnTo>
                <a:lnTo>
                  <a:pt x="389950" y="105893"/>
                </a:lnTo>
                <a:lnTo>
                  <a:pt x="389322" y="105912"/>
                </a:lnTo>
                <a:lnTo>
                  <a:pt x="388683" y="105918"/>
                </a:lnTo>
                <a:lnTo>
                  <a:pt x="388058" y="105912"/>
                </a:lnTo>
                <a:lnTo>
                  <a:pt x="387444" y="105893"/>
                </a:lnTo>
                <a:lnTo>
                  <a:pt x="386842" y="105861"/>
                </a:lnTo>
                <a:lnTo>
                  <a:pt x="386251" y="105816"/>
                </a:lnTo>
                <a:lnTo>
                  <a:pt x="385671" y="105759"/>
                </a:lnTo>
                <a:lnTo>
                  <a:pt x="385103" y="105689"/>
                </a:lnTo>
                <a:close/>
                <a:moveTo>
                  <a:pt x="638505" y="123721"/>
                </a:moveTo>
                <a:lnTo>
                  <a:pt x="639420" y="123643"/>
                </a:lnTo>
                <a:lnTo>
                  <a:pt x="640326" y="123551"/>
                </a:lnTo>
                <a:lnTo>
                  <a:pt x="641223" y="123445"/>
                </a:lnTo>
                <a:lnTo>
                  <a:pt x="642111" y="123324"/>
                </a:lnTo>
                <a:lnTo>
                  <a:pt x="642990" y="123190"/>
                </a:lnTo>
                <a:lnTo>
                  <a:pt x="643860" y="123041"/>
                </a:lnTo>
                <a:lnTo>
                  <a:pt x="644722" y="122878"/>
                </a:lnTo>
                <a:lnTo>
                  <a:pt x="645574" y="122701"/>
                </a:lnTo>
                <a:lnTo>
                  <a:pt x="646417" y="122510"/>
                </a:lnTo>
                <a:lnTo>
                  <a:pt x="647251" y="122305"/>
                </a:lnTo>
                <a:lnTo>
                  <a:pt x="648077" y="122086"/>
                </a:lnTo>
                <a:lnTo>
                  <a:pt x="648893" y="121852"/>
                </a:lnTo>
                <a:lnTo>
                  <a:pt x="649700" y="121604"/>
                </a:lnTo>
                <a:lnTo>
                  <a:pt x="650499" y="121342"/>
                </a:lnTo>
                <a:lnTo>
                  <a:pt x="651288" y="121066"/>
                </a:lnTo>
                <a:lnTo>
                  <a:pt x="652069" y="120776"/>
                </a:lnTo>
                <a:lnTo>
                  <a:pt x="652840" y="120471"/>
                </a:lnTo>
                <a:lnTo>
                  <a:pt x="653603" y="120153"/>
                </a:lnTo>
                <a:lnTo>
                  <a:pt x="654357" y="119820"/>
                </a:lnTo>
                <a:lnTo>
                  <a:pt x="655099" y="119474"/>
                </a:lnTo>
                <a:lnTo>
                  <a:pt x="655829" y="119114"/>
                </a:lnTo>
                <a:lnTo>
                  <a:pt x="656545" y="118741"/>
                </a:lnTo>
                <a:lnTo>
                  <a:pt x="657248" y="118355"/>
                </a:lnTo>
                <a:lnTo>
                  <a:pt x="657938" y="117956"/>
                </a:lnTo>
                <a:lnTo>
                  <a:pt x="658615" y="117544"/>
                </a:lnTo>
                <a:lnTo>
                  <a:pt x="659279" y="117118"/>
                </a:lnTo>
                <a:lnTo>
                  <a:pt x="659929" y="116679"/>
                </a:lnTo>
                <a:lnTo>
                  <a:pt x="660567" y="116227"/>
                </a:lnTo>
                <a:lnTo>
                  <a:pt x="661191" y="115762"/>
                </a:lnTo>
                <a:lnTo>
                  <a:pt x="661803" y="115284"/>
                </a:lnTo>
                <a:lnTo>
                  <a:pt x="662401" y="114792"/>
                </a:lnTo>
                <a:lnTo>
                  <a:pt x="662986" y="114287"/>
                </a:lnTo>
                <a:lnTo>
                  <a:pt x="663557" y="113769"/>
                </a:lnTo>
                <a:lnTo>
                  <a:pt x="664116" y="113238"/>
                </a:lnTo>
                <a:lnTo>
                  <a:pt x="664662" y="112693"/>
                </a:lnTo>
                <a:lnTo>
                  <a:pt x="665194" y="112136"/>
                </a:lnTo>
                <a:lnTo>
                  <a:pt x="665713" y="111565"/>
                </a:lnTo>
                <a:lnTo>
                  <a:pt x="666219" y="110981"/>
                </a:lnTo>
                <a:lnTo>
                  <a:pt x="666713" y="110384"/>
                </a:lnTo>
                <a:lnTo>
                  <a:pt x="667192" y="109773"/>
                </a:lnTo>
                <a:lnTo>
                  <a:pt x="667659" y="109150"/>
                </a:lnTo>
                <a:lnTo>
                  <a:pt x="668113" y="108513"/>
                </a:lnTo>
                <a:lnTo>
                  <a:pt x="668553" y="107863"/>
                </a:lnTo>
                <a:lnTo>
                  <a:pt x="668979" y="107199"/>
                </a:lnTo>
                <a:lnTo>
                  <a:pt x="669387" y="106524"/>
                </a:lnTo>
                <a:lnTo>
                  <a:pt x="669778" y="105835"/>
                </a:lnTo>
                <a:lnTo>
                  <a:pt x="670152" y="105134"/>
                </a:lnTo>
                <a:lnTo>
                  <a:pt x="670508" y="104421"/>
                </a:lnTo>
                <a:lnTo>
                  <a:pt x="670848" y="103695"/>
                </a:lnTo>
                <a:lnTo>
                  <a:pt x="671170" y="102956"/>
                </a:lnTo>
                <a:lnTo>
                  <a:pt x="671476" y="102205"/>
                </a:lnTo>
                <a:lnTo>
                  <a:pt x="671764" y="101441"/>
                </a:lnTo>
                <a:lnTo>
                  <a:pt x="672035" y="100664"/>
                </a:lnTo>
                <a:lnTo>
                  <a:pt x="672289" y="99875"/>
                </a:lnTo>
                <a:lnTo>
                  <a:pt x="672525" y="99074"/>
                </a:lnTo>
                <a:lnTo>
                  <a:pt x="672745" y="98260"/>
                </a:lnTo>
                <a:lnTo>
                  <a:pt x="672947" y="97433"/>
                </a:lnTo>
                <a:lnTo>
                  <a:pt x="673132" y="96594"/>
                </a:lnTo>
                <a:lnTo>
                  <a:pt x="673300" y="95742"/>
                </a:lnTo>
                <a:lnTo>
                  <a:pt x="673451" y="94877"/>
                </a:lnTo>
                <a:lnTo>
                  <a:pt x="673585" y="94000"/>
                </a:lnTo>
                <a:lnTo>
                  <a:pt x="673701" y="93110"/>
                </a:lnTo>
                <a:lnTo>
                  <a:pt x="673801" y="92208"/>
                </a:lnTo>
                <a:lnTo>
                  <a:pt x="673883" y="91293"/>
                </a:lnTo>
                <a:lnTo>
                  <a:pt x="673948" y="90366"/>
                </a:lnTo>
                <a:lnTo>
                  <a:pt x="673996" y="89426"/>
                </a:lnTo>
                <a:lnTo>
                  <a:pt x="674027" y="88473"/>
                </a:lnTo>
                <a:lnTo>
                  <a:pt x="651152" y="88473"/>
                </a:lnTo>
                <a:lnTo>
                  <a:pt x="651130" y="89151"/>
                </a:lnTo>
                <a:lnTo>
                  <a:pt x="651092" y="89817"/>
                </a:lnTo>
                <a:lnTo>
                  <a:pt x="651039" y="90469"/>
                </a:lnTo>
                <a:lnTo>
                  <a:pt x="650971" y="91109"/>
                </a:lnTo>
                <a:lnTo>
                  <a:pt x="650887" y="91735"/>
                </a:lnTo>
                <a:lnTo>
                  <a:pt x="650788" y="92349"/>
                </a:lnTo>
                <a:lnTo>
                  <a:pt x="650674" y="92950"/>
                </a:lnTo>
                <a:lnTo>
                  <a:pt x="650544" y="93537"/>
                </a:lnTo>
                <a:lnTo>
                  <a:pt x="650399" y="94112"/>
                </a:lnTo>
                <a:lnTo>
                  <a:pt x="650239" y="94673"/>
                </a:lnTo>
                <a:lnTo>
                  <a:pt x="650064" y="95222"/>
                </a:lnTo>
                <a:lnTo>
                  <a:pt x="649873" y="95758"/>
                </a:lnTo>
                <a:lnTo>
                  <a:pt x="649667" y="96280"/>
                </a:lnTo>
                <a:lnTo>
                  <a:pt x="649445" y="96790"/>
                </a:lnTo>
                <a:lnTo>
                  <a:pt x="649209" y="97287"/>
                </a:lnTo>
                <a:lnTo>
                  <a:pt x="648957" y="97771"/>
                </a:lnTo>
                <a:lnTo>
                  <a:pt x="648690" y="98241"/>
                </a:lnTo>
                <a:lnTo>
                  <a:pt x="648407" y="98699"/>
                </a:lnTo>
                <a:lnTo>
                  <a:pt x="648109" y="99144"/>
                </a:lnTo>
                <a:lnTo>
                  <a:pt x="647796" y="99576"/>
                </a:lnTo>
                <a:lnTo>
                  <a:pt x="647468" y="99995"/>
                </a:lnTo>
                <a:lnTo>
                  <a:pt x="647124" y="100400"/>
                </a:lnTo>
                <a:lnTo>
                  <a:pt x="646765" y="100793"/>
                </a:lnTo>
                <a:lnTo>
                  <a:pt x="646390" y="101173"/>
                </a:lnTo>
                <a:lnTo>
                  <a:pt x="646003" y="101539"/>
                </a:lnTo>
                <a:lnTo>
                  <a:pt x="645603" y="101888"/>
                </a:lnTo>
                <a:lnTo>
                  <a:pt x="645192" y="102223"/>
                </a:lnTo>
                <a:lnTo>
                  <a:pt x="644770" y="102542"/>
                </a:lnTo>
                <a:lnTo>
                  <a:pt x="644336" y="102845"/>
                </a:lnTo>
                <a:lnTo>
                  <a:pt x="643890" y="103132"/>
                </a:lnTo>
                <a:lnTo>
                  <a:pt x="643433" y="103404"/>
                </a:lnTo>
                <a:lnTo>
                  <a:pt x="642964" y="103661"/>
                </a:lnTo>
                <a:lnTo>
                  <a:pt x="642483" y="103902"/>
                </a:lnTo>
                <a:lnTo>
                  <a:pt x="641991" y="104128"/>
                </a:lnTo>
                <a:lnTo>
                  <a:pt x="641487" y="104337"/>
                </a:lnTo>
                <a:lnTo>
                  <a:pt x="640972" y="104532"/>
                </a:lnTo>
                <a:lnTo>
                  <a:pt x="640445" y="104711"/>
                </a:lnTo>
                <a:lnTo>
                  <a:pt x="639907" y="104874"/>
                </a:lnTo>
                <a:lnTo>
                  <a:pt x="639357" y="105022"/>
                </a:lnTo>
                <a:lnTo>
                  <a:pt x="638795" y="105154"/>
                </a:lnTo>
                <a:lnTo>
                  <a:pt x="638222" y="105270"/>
                </a:lnTo>
                <a:lnTo>
                  <a:pt x="637637" y="105371"/>
                </a:lnTo>
                <a:lnTo>
                  <a:pt x="637041" y="105457"/>
                </a:lnTo>
                <a:lnTo>
                  <a:pt x="636433" y="105527"/>
                </a:lnTo>
                <a:lnTo>
                  <a:pt x="635813" y="105581"/>
                </a:lnTo>
                <a:lnTo>
                  <a:pt x="635182" y="105620"/>
                </a:lnTo>
                <a:lnTo>
                  <a:pt x="634539" y="105644"/>
                </a:lnTo>
                <a:lnTo>
                  <a:pt x="633885" y="105651"/>
                </a:lnTo>
                <a:lnTo>
                  <a:pt x="633326" y="105646"/>
                </a:lnTo>
                <a:lnTo>
                  <a:pt x="632775" y="105629"/>
                </a:lnTo>
                <a:lnTo>
                  <a:pt x="632232" y="105602"/>
                </a:lnTo>
                <a:lnTo>
                  <a:pt x="631698" y="105564"/>
                </a:lnTo>
                <a:lnTo>
                  <a:pt x="631173" y="105515"/>
                </a:lnTo>
                <a:lnTo>
                  <a:pt x="630656" y="105454"/>
                </a:lnTo>
                <a:lnTo>
                  <a:pt x="630147" y="105383"/>
                </a:lnTo>
                <a:lnTo>
                  <a:pt x="629647" y="105301"/>
                </a:lnTo>
                <a:lnTo>
                  <a:pt x="629156" y="105208"/>
                </a:lnTo>
                <a:lnTo>
                  <a:pt x="628673" y="105104"/>
                </a:lnTo>
                <a:lnTo>
                  <a:pt x="628198" y="104989"/>
                </a:lnTo>
                <a:lnTo>
                  <a:pt x="627732" y="104863"/>
                </a:lnTo>
                <a:lnTo>
                  <a:pt x="627275" y="104727"/>
                </a:lnTo>
                <a:lnTo>
                  <a:pt x="626826" y="104579"/>
                </a:lnTo>
                <a:lnTo>
                  <a:pt x="626385" y="104420"/>
                </a:lnTo>
                <a:lnTo>
                  <a:pt x="625953" y="104251"/>
                </a:lnTo>
                <a:lnTo>
                  <a:pt x="625530" y="104070"/>
                </a:lnTo>
                <a:lnTo>
                  <a:pt x="625115" y="103879"/>
                </a:lnTo>
                <a:lnTo>
                  <a:pt x="624709" y="103676"/>
                </a:lnTo>
                <a:lnTo>
                  <a:pt x="624311" y="103463"/>
                </a:lnTo>
                <a:lnTo>
                  <a:pt x="623921" y="103239"/>
                </a:lnTo>
                <a:lnTo>
                  <a:pt x="623540" y="103003"/>
                </a:lnTo>
                <a:lnTo>
                  <a:pt x="623168" y="102757"/>
                </a:lnTo>
                <a:lnTo>
                  <a:pt x="622804" y="102500"/>
                </a:lnTo>
                <a:lnTo>
                  <a:pt x="622448" y="102232"/>
                </a:lnTo>
                <a:lnTo>
                  <a:pt x="622100" y="101955"/>
                </a:lnTo>
                <a:lnTo>
                  <a:pt x="621761" y="101667"/>
                </a:lnTo>
                <a:lnTo>
                  <a:pt x="621429" y="101370"/>
                </a:lnTo>
                <a:lnTo>
                  <a:pt x="621105" y="101063"/>
                </a:lnTo>
                <a:lnTo>
                  <a:pt x="620790" y="100746"/>
                </a:lnTo>
                <a:lnTo>
                  <a:pt x="620482" y="100419"/>
                </a:lnTo>
                <a:lnTo>
                  <a:pt x="620183" y="100083"/>
                </a:lnTo>
                <a:lnTo>
                  <a:pt x="619891" y="99736"/>
                </a:lnTo>
                <a:lnTo>
                  <a:pt x="619608" y="99380"/>
                </a:lnTo>
                <a:lnTo>
                  <a:pt x="619333" y="99014"/>
                </a:lnTo>
                <a:lnTo>
                  <a:pt x="619065" y="98638"/>
                </a:lnTo>
                <a:lnTo>
                  <a:pt x="618806" y="98252"/>
                </a:lnTo>
                <a:lnTo>
                  <a:pt x="618555" y="97857"/>
                </a:lnTo>
                <a:lnTo>
                  <a:pt x="618312" y="97451"/>
                </a:lnTo>
                <a:lnTo>
                  <a:pt x="618076" y="97036"/>
                </a:lnTo>
                <a:lnTo>
                  <a:pt x="617849" y="96611"/>
                </a:lnTo>
                <a:lnTo>
                  <a:pt x="617630" y="96176"/>
                </a:lnTo>
                <a:lnTo>
                  <a:pt x="617419" y="95731"/>
                </a:lnTo>
                <a:lnTo>
                  <a:pt x="617216" y="95277"/>
                </a:lnTo>
                <a:lnTo>
                  <a:pt x="617021" y="94812"/>
                </a:lnTo>
                <a:lnTo>
                  <a:pt x="616834" y="94338"/>
                </a:lnTo>
                <a:lnTo>
                  <a:pt x="616655" y="93854"/>
                </a:lnTo>
                <a:lnTo>
                  <a:pt x="616484" y="93360"/>
                </a:lnTo>
                <a:lnTo>
                  <a:pt x="616321" y="92857"/>
                </a:lnTo>
                <a:lnTo>
                  <a:pt x="616164" y="92345"/>
                </a:lnTo>
                <a:lnTo>
                  <a:pt x="616015" y="91824"/>
                </a:lnTo>
                <a:lnTo>
                  <a:pt x="615872" y="91294"/>
                </a:lnTo>
                <a:lnTo>
                  <a:pt x="615737" y="90756"/>
                </a:lnTo>
                <a:lnTo>
                  <a:pt x="615608" y="90209"/>
                </a:lnTo>
                <a:lnTo>
                  <a:pt x="615486" y="89653"/>
                </a:lnTo>
                <a:lnTo>
                  <a:pt x="615372" y="89089"/>
                </a:lnTo>
                <a:lnTo>
                  <a:pt x="615264" y="88515"/>
                </a:lnTo>
                <a:lnTo>
                  <a:pt x="615163" y="87934"/>
                </a:lnTo>
                <a:lnTo>
                  <a:pt x="615069" y="87343"/>
                </a:lnTo>
                <a:lnTo>
                  <a:pt x="614982" y="86744"/>
                </a:lnTo>
                <a:lnTo>
                  <a:pt x="614902" y="86136"/>
                </a:lnTo>
                <a:lnTo>
                  <a:pt x="614829" y="85519"/>
                </a:lnTo>
                <a:lnTo>
                  <a:pt x="614763" y="84893"/>
                </a:lnTo>
                <a:lnTo>
                  <a:pt x="614704" y="84259"/>
                </a:lnTo>
                <a:lnTo>
                  <a:pt x="614652" y="83616"/>
                </a:lnTo>
                <a:lnTo>
                  <a:pt x="614607" y="82964"/>
                </a:lnTo>
                <a:lnTo>
                  <a:pt x="614568" y="82304"/>
                </a:lnTo>
                <a:lnTo>
                  <a:pt x="614537" y="81635"/>
                </a:lnTo>
                <a:lnTo>
                  <a:pt x="614513" y="80957"/>
                </a:lnTo>
                <a:lnTo>
                  <a:pt x="614495" y="80271"/>
                </a:lnTo>
                <a:lnTo>
                  <a:pt x="614485" y="79575"/>
                </a:lnTo>
                <a:lnTo>
                  <a:pt x="614481" y="78871"/>
                </a:lnTo>
                <a:lnTo>
                  <a:pt x="614489" y="77785"/>
                </a:lnTo>
                <a:lnTo>
                  <a:pt x="614513" y="76719"/>
                </a:lnTo>
                <a:lnTo>
                  <a:pt x="614553" y="75674"/>
                </a:lnTo>
                <a:lnTo>
                  <a:pt x="614609" y="74649"/>
                </a:lnTo>
                <a:lnTo>
                  <a:pt x="614680" y="73645"/>
                </a:lnTo>
                <a:lnTo>
                  <a:pt x="614768" y="72662"/>
                </a:lnTo>
                <a:lnTo>
                  <a:pt x="614871" y="71699"/>
                </a:lnTo>
                <a:lnTo>
                  <a:pt x="614991" y="70757"/>
                </a:lnTo>
                <a:lnTo>
                  <a:pt x="615126" y="69835"/>
                </a:lnTo>
                <a:lnTo>
                  <a:pt x="615277" y="68935"/>
                </a:lnTo>
                <a:lnTo>
                  <a:pt x="615444" y="68054"/>
                </a:lnTo>
                <a:lnTo>
                  <a:pt x="615627" y="67195"/>
                </a:lnTo>
                <a:lnTo>
                  <a:pt x="615826" y="66356"/>
                </a:lnTo>
                <a:lnTo>
                  <a:pt x="616041" y="65537"/>
                </a:lnTo>
                <a:lnTo>
                  <a:pt x="616272" y="64740"/>
                </a:lnTo>
                <a:lnTo>
                  <a:pt x="616519" y="63963"/>
                </a:lnTo>
                <a:lnTo>
                  <a:pt x="616781" y="63206"/>
                </a:lnTo>
                <a:lnTo>
                  <a:pt x="617060" y="62470"/>
                </a:lnTo>
                <a:lnTo>
                  <a:pt x="617354" y="61755"/>
                </a:lnTo>
                <a:lnTo>
                  <a:pt x="617665" y="61061"/>
                </a:lnTo>
                <a:lnTo>
                  <a:pt x="617991" y="60387"/>
                </a:lnTo>
                <a:lnTo>
                  <a:pt x="618333" y="59733"/>
                </a:lnTo>
                <a:lnTo>
                  <a:pt x="618691" y="59101"/>
                </a:lnTo>
                <a:lnTo>
                  <a:pt x="619065" y="58489"/>
                </a:lnTo>
                <a:lnTo>
                  <a:pt x="619457" y="57900"/>
                </a:lnTo>
                <a:lnTo>
                  <a:pt x="619869" y="57335"/>
                </a:lnTo>
                <a:lnTo>
                  <a:pt x="620300" y="56796"/>
                </a:lnTo>
                <a:lnTo>
                  <a:pt x="620750" y="56282"/>
                </a:lnTo>
                <a:lnTo>
                  <a:pt x="621221" y="55794"/>
                </a:lnTo>
                <a:lnTo>
                  <a:pt x="621710" y="55330"/>
                </a:lnTo>
                <a:lnTo>
                  <a:pt x="622220" y="54891"/>
                </a:lnTo>
                <a:lnTo>
                  <a:pt x="622749" y="54477"/>
                </a:lnTo>
                <a:lnTo>
                  <a:pt x="623298" y="54089"/>
                </a:lnTo>
                <a:lnTo>
                  <a:pt x="623866" y="53725"/>
                </a:lnTo>
                <a:lnTo>
                  <a:pt x="624454" y="53387"/>
                </a:lnTo>
                <a:lnTo>
                  <a:pt x="625062" y="53073"/>
                </a:lnTo>
                <a:lnTo>
                  <a:pt x="625689" y="52785"/>
                </a:lnTo>
                <a:lnTo>
                  <a:pt x="626336" y="52522"/>
                </a:lnTo>
                <a:lnTo>
                  <a:pt x="627003" y="52283"/>
                </a:lnTo>
                <a:lnTo>
                  <a:pt x="627689" y="52070"/>
                </a:lnTo>
                <a:lnTo>
                  <a:pt x="628395" y="51882"/>
                </a:lnTo>
                <a:lnTo>
                  <a:pt x="629120" y="51719"/>
                </a:lnTo>
                <a:lnTo>
                  <a:pt x="629865" y="51581"/>
                </a:lnTo>
                <a:lnTo>
                  <a:pt x="630630" y="51469"/>
                </a:lnTo>
                <a:lnTo>
                  <a:pt x="631414" y="51381"/>
                </a:lnTo>
                <a:lnTo>
                  <a:pt x="632218" y="51318"/>
                </a:lnTo>
                <a:lnTo>
                  <a:pt x="633042" y="51281"/>
                </a:lnTo>
                <a:lnTo>
                  <a:pt x="633885" y="51268"/>
                </a:lnTo>
                <a:lnTo>
                  <a:pt x="634524" y="51275"/>
                </a:lnTo>
                <a:lnTo>
                  <a:pt x="635151" y="51297"/>
                </a:lnTo>
                <a:lnTo>
                  <a:pt x="635767" y="51332"/>
                </a:lnTo>
                <a:lnTo>
                  <a:pt x="636370" y="51382"/>
                </a:lnTo>
                <a:lnTo>
                  <a:pt x="636961" y="51446"/>
                </a:lnTo>
                <a:lnTo>
                  <a:pt x="637540" y="51525"/>
                </a:lnTo>
                <a:lnTo>
                  <a:pt x="638107" y="51617"/>
                </a:lnTo>
                <a:lnTo>
                  <a:pt x="638662" y="51724"/>
                </a:lnTo>
                <a:lnTo>
                  <a:pt x="639205" y="51845"/>
                </a:lnTo>
                <a:lnTo>
                  <a:pt x="639735" y="51981"/>
                </a:lnTo>
                <a:lnTo>
                  <a:pt x="640254" y="52130"/>
                </a:lnTo>
                <a:lnTo>
                  <a:pt x="640761" y="52294"/>
                </a:lnTo>
                <a:lnTo>
                  <a:pt x="641255" y="52473"/>
                </a:lnTo>
                <a:lnTo>
                  <a:pt x="641738" y="52665"/>
                </a:lnTo>
                <a:lnTo>
                  <a:pt x="642209" y="52872"/>
                </a:lnTo>
                <a:lnTo>
                  <a:pt x="642667" y="53093"/>
                </a:lnTo>
                <a:lnTo>
                  <a:pt x="643113" y="53328"/>
                </a:lnTo>
                <a:lnTo>
                  <a:pt x="643548" y="53577"/>
                </a:lnTo>
                <a:lnTo>
                  <a:pt x="643970" y="53841"/>
                </a:lnTo>
                <a:lnTo>
                  <a:pt x="644380" y="54119"/>
                </a:lnTo>
                <a:lnTo>
                  <a:pt x="644779" y="54411"/>
                </a:lnTo>
                <a:lnTo>
                  <a:pt x="645165" y="54718"/>
                </a:lnTo>
                <a:lnTo>
                  <a:pt x="645539" y="55039"/>
                </a:lnTo>
                <a:lnTo>
                  <a:pt x="645901" y="55373"/>
                </a:lnTo>
                <a:lnTo>
                  <a:pt x="646250" y="55721"/>
                </a:lnTo>
                <a:lnTo>
                  <a:pt x="646585" y="56077"/>
                </a:lnTo>
                <a:lnTo>
                  <a:pt x="646905" y="56444"/>
                </a:lnTo>
                <a:lnTo>
                  <a:pt x="647211" y="56820"/>
                </a:lnTo>
                <a:lnTo>
                  <a:pt x="647503" y="57206"/>
                </a:lnTo>
                <a:lnTo>
                  <a:pt x="647781" y="57602"/>
                </a:lnTo>
                <a:lnTo>
                  <a:pt x="648045" y="58008"/>
                </a:lnTo>
                <a:lnTo>
                  <a:pt x="648294" y="58423"/>
                </a:lnTo>
                <a:lnTo>
                  <a:pt x="648529" y="58848"/>
                </a:lnTo>
                <a:lnTo>
                  <a:pt x="648750" y="59283"/>
                </a:lnTo>
                <a:lnTo>
                  <a:pt x="648957" y="59728"/>
                </a:lnTo>
                <a:lnTo>
                  <a:pt x="649150" y="60183"/>
                </a:lnTo>
                <a:lnTo>
                  <a:pt x="649328" y="60647"/>
                </a:lnTo>
                <a:lnTo>
                  <a:pt x="649492" y="61121"/>
                </a:lnTo>
                <a:lnTo>
                  <a:pt x="649642" y="61605"/>
                </a:lnTo>
                <a:lnTo>
                  <a:pt x="649778" y="62098"/>
                </a:lnTo>
                <a:lnTo>
                  <a:pt x="649899" y="62602"/>
                </a:lnTo>
                <a:lnTo>
                  <a:pt x="650006" y="63115"/>
                </a:lnTo>
                <a:lnTo>
                  <a:pt x="650099" y="63638"/>
                </a:lnTo>
                <a:lnTo>
                  <a:pt x="650178" y="64171"/>
                </a:lnTo>
                <a:lnTo>
                  <a:pt x="650243" y="64713"/>
                </a:lnTo>
                <a:lnTo>
                  <a:pt x="650293" y="65265"/>
                </a:lnTo>
                <a:lnTo>
                  <a:pt x="650329" y="65827"/>
                </a:lnTo>
                <a:lnTo>
                  <a:pt x="650351" y="66399"/>
                </a:lnTo>
                <a:lnTo>
                  <a:pt x="673226" y="66399"/>
                </a:lnTo>
                <a:lnTo>
                  <a:pt x="673210" y="65471"/>
                </a:lnTo>
                <a:lnTo>
                  <a:pt x="673175" y="64556"/>
                </a:lnTo>
                <a:lnTo>
                  <a:pt x="673123" y="63655"/>
                </a:lnTo>
                <a:lnTo>
                  <a:pt x="673053" y="62767"/>
                </a:lnTo>
                <a:lnTo>
                  <a:pt x="672965" y="61892"/>
                </a:lnTo>
                <a:lnTo>
                  <a:pt x="672859" y="61031"/>
                </a:lnTo>
                <a:lnTo>
                  <a:pt x="672735" y="60183"/>
                </a:lnTo>
                <a:lnTo>
                  <a:pt x="672593" y="59348"/>
                </a:lnTo>
                <a:lnTo>
                  <a:pt x="672433" y="58527"/>
                </a:lnTo>
                <a:lnTo>
                  <a:pt x="672256" y="57719"/>
                </a:lnTo>
                <a:lnTo>
                  <a:pt x="672060" y="56924"/>
                </a:lnTo>
                <a:lnTo>
                  <a:pt x="671846" y="56143"/>
                </a:lnTo>
                <a:lnTo>
                  <a:pt x="671615" y="55375"/>
                </a:lnTo>
                <a:lnTo>
                  <a:pt x="671366" y="54621"/>
                </a:lnTo>
                <a:lnTo>
                  <a:pt x="671098" y="53880"/>
                </a:lnTo>
                <a:lnTo>
                  <a:pt x="670813" y="53152"/>
                </a:lnTo>
                <a:lnTo>
                  <a:pt x="670510" y="52438"/>
                </a:lnTo>
                <a:lnTo>
                  <a:pt x="670189" y="51737"/>
                </a:lnTo>
                <a:lnTo>
                  <a:pt x="669850" y="51049"/>
                </a:lnTo>
                <a:lnTo>
                  <a:pt x="669493" y="50375"/>
                </a:lnTo>
                <a:lnTo>
                  <a:pt x="669118" y="49714"/>
                </a:lnTo>
                <a:lnTo>
                  <a:pt x="668725" y="49066"/>
                </a:lnTo>
                <a:lnTo>
                  <a:pt x="668314" y="48432"/>
                </a:lnTo>
                <a:lnTo>
                  <a:pt x="667886" y="47811"/>
                </a:lnTo>
                <a:lnTo>
                  <a:pt x="667442" y="47203"/>
                </a:lnTo>
                <a:lnTo>
                  <a:pt x="666985" y="46608"/>
                </a:lnTo>
                <a:lnTo>
                  <a:pt x="666516" y="46025"/>
                </a:lnTo>
                <a:lnTo>
                  <a:pt x="666034" y="45455"/>
                </a:lnTo>
                <a:lnTo>
                  <a:pt x="665539" y="44898"/>
                </a:lnTo>
                <a:lnTo>
                  <a:pt x="665032" y="44354"/>
                </a:lnTo>
                <a:lnTo>
                  <a:pt x="664512" y="43823"/>
                </a:lnTo>
                <a:lnTo>
                  <a:pt x="663979" y="43304"/>
                </a:lnTo>
                <a:lnTo>
                  <a:pt x="663434" y="42798"/>
                </a:lnTo>
                <a:lnTo>
                  <a:pt x="662876" y="42304"/>
                </a:lnTo>
                <a:lnTo>
                  <a:pt x="662305" y="41824"/>
                </a:lnTo>
                <a:lnTo>
                  <a:pt x="661722" y="41356"/>
                </a:lnTo>
                <a:lnTo>
                  <a:pt x="661126" y="40900"/>
                </a:lnTo>
                <a:lnTo>
                  <a:pt x="660517" y="40458"/>
                </a:lnTo>
                <a:lnTo>
                  <a:pt x="659896" y="40028"/>
                </a:lnTo>
                <a:lnTo>
                  <a:pt x="659262" y="39611"/>
                </a:lnTo>
                <a:lnTo>
                  <a:pt x="658615" y="39207"/>
                </a:lnTo>
                <a:lnTo>
                  <a:pt x="657956" y="38815"/>
                </a:lnTo>
                <a:lnTo>
                  <a:pt x="657284" y="38436"/>
                </a:lnTo>
                <a:lnTo>
                  <a:pt x="656599" y="38070"/>
                </a:lnTo>
                <a:lnTo>
                  <a:pt x="655902" y="37716"/>
                </a:lnTo>
                <a:lnTo>
                  <a:pt x="655192" y="37375"/>
                </a:lnTo>
                <a:lnTo>
                  <a:pt x="654469" y="37047"/>
                </a:lnTo>
                <a:lnTo>
                  <a:pt x="653734" y="36732"/>
                </a:lnTo>
                <a:lnTo>
                  <a:pt x="652988" y="36429"/>
                </a:lnTo>
                <a:lnTo>
                  <a:pt x="652235" y="36139"/>
                </a:lnTo>
                <a:lnTo>
                  <a:pt x="651475" y="35862"/>
                </a:lnTo>
                <a:lnTo>
                  <a:pt x="650707" y="35598"/>
                </a:lnTo>
                <a:lnTo>
                  <a:pt x="649932" y="35347"/>
                </a:lnTo>
                <a:lnTo>
                  <a:pt x="649150" y="35109"/>
                </a:lnTo>
                <a:lnTo>
                  <a:pt x="648360" y="34883"/>
                </a:lnTo>
                <a:lnTo>
                  <a:pt x="647562" y="34671"/>
                </a:lnTo>
                <a:lnTo>
                  <a:pt x="646758" y="34471"/>
                </a:lnTo>
                <a:lnTo>
                  <a:pt x="645945" y="34284"/>
                </a:lnTo>
                <a:lnTo>
                  <a:pt x="645126" y="34110"/>
                </a:lnTo>
                <a:lnTo>
                  <a:pt x="644299" y="33949"/>
                </a:lnTo>
                <a:lnTo>
                  <a:pt x="643464" y="33801"/>
                </a:lnTo>
                <a:lnTo>
                  <a:pt x="642623" y="33666"/>
                </a:lnTo>
                <a:lnTo>
                  <a:pt x="641773" y="33543"/>
                </a:lnTo>
                <a:lnTo>
                  <a:pt x="640917" y="33434"/>
                </a:lnTo>
                <a:lnTo>
                  <a:pt x="640052" y="33337"/>
                </a:lnTo>
                <a:lnTo>
                  <a:pt x="639181" y="33254"/>
                </a:lnTo>
                <a:lnTo>
                  <a:pt x="638302" y="33183"/>
                </a:lnTo>
                <a:lnTo>
                  <a:pt x="637416" y="33125"/>
                </a:lnTo>
                <a:lnTo>
                  <a:pt x="636522" y="33080"/>
                </a:lnTo>
                <a:lnTo>
                  <a:pt x="635621" y="33047"/>
                </a:lnTo>
                <a:lnTo>
                  <a:pt x="634712" y="33028"/>
                </a:lnTo>
                <a:lnTo>
                  <a:pt x="633796" y="33022"/>
                </a:lnTo>
                <a:lnTo>
                  <a:pt x="632740" y="33030"/>
                </a:lnTo>
                <a:lnTo>
                  <a:pt x="631695" y="33056"/>
                </a:lnTo>
                <a:lnTo>
                  <a:pt x="630659" y="33099"/>
                </a:lnTo>
                <a:lnTo>
                  <a:pt x="629634" y="33159"/>
                </a:lnTo>
                <a:lnTo>
                  <a:pt x="628618" y="33236"/>
                </a:lnTo>
                <a:lnTo>
                  <a:pt x="627613" y="33330"/>
                </a:lnTo>
                <a:lnTo>
                  <a:pt x="626617" y="33441"/>
                </a:lnTo>
                <a:lnTo>
                  <a:pt x="625632" y="33569"/>
                </a:lnTo>
                <a:lnTo>
                  <a:pt x="624657" y="33715"/>
                </a:lnTo>
                <a:lnTo>
                  <a:pt x="623692" y="33877"/>
                </a:lnTo>
                <a:lnTo>
                  <a:pt x="622736" y="34057"/>
                </a:lnTo>
                <a:lnTo>
                  <a:pt x="621791" y="34254"/>
                </a:lnTo>
                <a:lnTo>
                  <a:pt x="620856" y="34468"/>
                </a:lnTo>
                <a:lnTo>
                  <a:pt x="619931" y="34699"/>
                </a:lnTo>
                <a:lnTo>
                  <a:pt x="619016" y="34947"/>
                </a:lnTo>
                <a:lnTo>
                  <a:pt x="618111" y="35212"/>
                </a:lnTo>
                <a:lnTo>
                  <a:pt x="617216" y="35495"/>
                </a:lnTo>
                <a:lnTo>
                  <a:pt x="616331" y="35794"/>
                </a:lnTo>
                <a:lnTo>
                  <a:pt x="615456" y="36111"/>
                </a:lnTo>
                <a:lnTo>
                  <a:pt x="614591" y="36444"/>
                </a:lnTo>
                <a:lnTo>
                  <a:pt x="613737" y="36795"/>
                </a:lnTo>
                <a:lnTo>
                  <a:pt x="612892" y="37163"/>
                </a:lnTo>
                <a:lnTo>
                  <a:pt x="612057" y="37548"/>
                </a:lnTo>
                <a:lnTo>
                  <a:pt x="611233" y="37950"/>
                </a:lnTo>
                <a:lnTo>
                  <a:pt x="610421" y="38370"/>
                </a:lnTo>
                <a:lnTo>
                  <a:pt x="609623" y="38808"/>
                </a:lnTo>
                <a:lnTo>
                  <a:pt x="608841" y="39264"/>
                </a:lnTo>
                <a:lnTo>
                  <a:pt x="608074" y="39738"/>
                </a:lnTo>
                <a:lnTo>
                  <a:pt x="607322" y="40230"/>
                </a:lnTo>
                <a:lnTo>
                  <a:pt x="606585" y="40740"/>
                </a:lnTo>
                <a:lnTo>
                  <a:pt x="605863" y="41268"/>
                </a:lnTo>
                <a:lnTo>
                  <a:pt x="605155" y="41814"/>
                </a:lnTo>
                <a:lnTo>
                  <a:pt x="604463" y="42378"/>
                </a:lnTo>
                <a:lnTo>
                  <a:pt x="603786" y="42960"/>
                </a:lnTo>
                <a:lnTo>
                  <a:pt x="603124" y="43560"/>
                </a:lnTo>
                <a:lnTo>
                  <a:pt x="602477" y="44179"/>
                </a:lnTo>
                <a:lnTo>
                  <a:pt x="601844" y="44815"/>
                </a:lnTo>
                <a:lnTo>
                  <a:pt x="601227" y="45470"/>
                </a:lnTo>
                <a:lnTo>
                  <a:pt x="600625" y="46142"/>
                </a:lnTo>
                <a:lnTo>
                  <a:pt x="600038" y="46833"/>
                </a:lnTo>
                <a:lnTo>
                  <a:pt x="599465" y="47541"/>
                </a:lnTo>
                <a:lnTo>
                  <a:pt x="598908" y="48268"/>
                </a:lnTo>
                <a:lnTo>
                  <a:pt x="598366" y="49012"/>
                </a:lnTo>
                <a:lnTo>
                  <a:pt x="597838" y="49775"/>
                </a:lnTo>
                <a:lnTo>
                  <a:pt x="597326" y="50556"/>
                </a:lnTo>
                <a:lnTo>
                  <a:pt x="596829" y="51355"/>
                </a:lnTo>
                <a:lnTo>
                  <a:pt x="596346" y="52172"/>
                </a:lnTo>
                <a:lnTo>
                  <a:pt x="595879" y="53006"/>
                </a:lnTo>
                <a:lnTo>
                  <a:pt x="595429" y="53860"/>
                </a:lnTo>
                <a:lnTo>
                  <a:pt x="594998" y="54733"/>
                </a:lnTo>
                <a:lnTo>
                  <a:pt x="594586" y="55626"/>
                </a:lnTo>
                <a:lnTo>
                  <a:pt x="594193" y="56538"/>
                </a:lnTo>
                <a:lnTo>
                  <a:pt x="593819" y="57469"/>
                </a:lnTo>
                <a:lnTo>
                  <a:pt x="593465" y="58420"/>
                </a:lnTo>
                <a:lnTo>
                  <a:pt x="593129" y="59391"/>
                </a:lnTo>
                <a:lnTo>
                  <a:pt x="592813" y="60381"/>
                </a:lnTo>
                <a:lnTo>
                  <a:pt x="592516" y="61390"/>
                </a:lnTo>
                <a:lnTo>
                  <a:pt x="592238" y="62419"/>
                </a:lnTo>
                <a:lnTo>
                  <a:pt x="591980" y="63467"/>
                </a:lnTo>
                <a:lnTo>
                  <a:pt x="591740" y="64535"/>
                </a:lnTo>
                <a:lnTo>
                  <a:pt x="591520" y="65622"/>
                </a:lnTo>
                <a:lnTo>
                  <a:pt x="591319" y="66729"/>
                </a:lnTo>
                <a:lnTo>
                  <a:pt x="591137" y="67855"/>
                </a:lnTo>
                <a:lnTo>
                  <a:pt x="590974" y="69001"/>
                </a:lnTo>
                <a:lnTo>
                  <a:pt x="590830" y="70166"/>
                </a:lnTo>
                <a:lnTo>
                  <a:pt x="590705" y="71350"/>
                </a:lnTo>
                <a:lnTo>
                  <a:pt x="590600" y="72554"/>
                </a:lnTo>
                <a:lnTo>
                  <a:pt x="590514" y="73777"/>
                </a:lnTo>
                <a:lnTo>
                  <a:pt x="590447" y="75020"/>
                </a:lnTo>
                <a:lnTo>
                  <a:pt x="590399" y="76283"/>
                </a:lnTo>
                <a:lnTo>
                  <a:pt x="590370" y="77565"/>
                </a:lnTo>
                <a:lnTo>
                  <a:pt x="590361" y="78866"/>
                </a:lnTo>
                <a:lnTo>
                  <a:pt x="590371" y="80167"/>
                </a:lnTo>
                <a:lnTo>
                  <a:pt x="590401" y="81448"/>
                </a:lnTo>
                <a:lnTo>
                  <a:pt x="590451" y="82709"/>
                </a:lnTo>
                <a:lnTo>
                  <a:pt x="590521" y="83950"/>
                </a:lnTo>
                <a:lnTo>
                  <a:pt x="590612" y="85171"/>
                </a:lnTo>
                <a:lnTo>
                  <a:pt x="590722" y="86371"/>
                </a:lnTo>
                <a:lnTo>
                  <a:pt x="590853" y="87552"/>
                </a:lnTo>
                <a:lnTo>
                  <a:pt x="591003" y="88713"/>
                </a:lnTo>
                <a:lnTo>
                  <a:pt x="591174" y="89853"/>
                </a:lnTo>
                <a:lnTo>
                  <a:pt x="591365" y="90973"/>
                </a:lnTo>
                <a:lnTo>
                  <a:pt x="591576" y="92073"/>
                </a:lnTo>
                <a:lnTo>
                  <a:pt x="591807" y="93154"/>
                </a:lnTo>
                <a:lnTo>
                  <a:pt x="592058" y="94214"/>
                </a:lnTo>
                <a:lnTo>
                  <a:pt x="592329" y="95253"/>
                </a:lnTo>
                <a:lnTo>
                  <a:pt x="592620" y="96273"/>
                </a:lnTo>
                <a:lnTo>
                  <a:pt x="592932" y="97273"/>
                </a:lnTo>
                <a:lnTo>
                  <a:pt x="593263" y="98253"/>
                </a:lnTo>
                <a:lnTo>
                  <a:pt x="593615" y="99212"/>
                </a:lnTo>
                <a:lnTo>
                  <a:pt x="593987" y="100151"/>
                </a:lnTo>
                <a:lnTo>
                  <a:pt x="594378" y="101071"/>
                </a:lnTo>
                <a:lnTo>
                  <a:pt x="594790" y="101970"/>
                </a:lnTo>
                <a:lnTo>
                  <a:pt x="595222" y="102849"/>
                </a:lnTo>
                <a:lnTo>
                  <a:pt x="595674" y="103708"/>
                </a:lnTo>
                <a:lnTo>
                  <a:pt x="596146" y="104547"/>
                </a:lnTo>
                <a:lnTo>
                  <a:pt x="596635" y="105367"/>
                </a:lnTo>
                <a:lnTo>
                  <a:pt x="597139" y="106168"/>
                </a:lnTo>
                <a:lnTo>
                  <a:pt x="597656" y="106952"/>
                </a:lnTo>
                <a:lnTo>
                  <a:pt x="598188" y="107717"/>
                </a:lnTo>
                <a:lnTo>
                  <a:pt x="598734" y="108464"/>
                </a:lnTo>
                <a:lnTo>
                  <a:pt x="599295" y="109193"/>
                </a:lnTo>
                <a:lnTo>
                  <a:pt x="599869" y="109903"/>
                </a:lnTo>
                <a:lnTo>
                  <a:pt x="600458" y="110596"/>
                </a:lnTo>
                <a:lnTo>
                  <a:pt x="601061" y="111270"/>
                </a:lnTo>
                <a:lnTo>
                  <a:pt x="601678" y="111926"/>
                </a:lnTo>
                <a:lnTo>
                  <a:pt x="602309" y="112563"/>
                </a:lnTo>
                <a:lnTo>
                  <a:pt x="602955" y="113183"/>
                </a:lnTo>
                <a:lnTo>
                  <a:pt x="603615" y="113784"/>
                </a:lnTo>
                <a:lnTo>
                  <a:pt x="604289" y="114367"/>
                </a:lnTo>
                <a:lnTo>
                  <a:pt x="604977" y="114932"/>
                </a:lnTo>
                <a:lnTo>
                  <a:pt x="605680" y="115479"/>
                </a:lnTo>
                <a:lnTo>
                  <a:pt x="606396" y="116007"/>
                </a:lnTo>
                <a:lnTo>
                  <a:pt x="607127" y="116518"/>
                </a:lnTo>
                <a:lnTo>
                  <a:pt x="607872" y="117010"/>
                </a:lnTo>
                <a:lnTo>
                  <a:pt x="608632" y="117484"/>
                </a:lnTo>
                <a:lnTo>
                  <a:pt x="609405" y="117939"/>
                </a:lnTo>
                <a:lnTo>
                  <a:pt x="610193" y="118377"/>
                </a:lnTo>
                <a:lnTo>
                  <a:pt x="610995" y="118796"/>
                </a:lnTo>
                <a:lnTo>
                  <a:pt x="611811" y="119197"/>
                </a:lnTo>
                <a:lnTo>
                  <a:pt x="612638" y="119581"/>
                </a:lnTo>
                <a:lnTo>
                  <a:pt x="613473" y="119948"/>
                </a:lnTo>
                <a:lnTo>
                  <a:pt x="614316" y="120299"/>
                </a:lnTo>
                <a:lnTo>
                  <a:pt x="615166" y="120633"/>
                </a:lnTo>
                <a:lnTo>
                  <a:pt x="616024" y="120952"/>
                </a:lnTo>
                <a:lnTo>
                  <a:pt x="616890" y="121254"/>
                </a:lnTo>
                <a:lnTo>
                  <a:pt x="617764" y="121539"/>
                </a:lnTo>
                <a:lnTo>
                  <a:pt x="618645" y="121809"/>
                </a:lnTo>
                <a:lnTo>
                  <a:pt x="619534" y="122062"/>
                </a:lnTo>
                <a:lnTo>
                  <a:pt x="620431" y="122298"/>
                </a:lnTo>
                <a:lnTo>
                  <a:pt x="621335" y="122519"/>
                </a:lnTo>
                <a:lnTo>
                  <a:pt x="622247" y="122723"/>
                </a:lnTo>
                <a:lnTo>
                  <a:pt x="623167" y="122910"/>
                </a:lnTo>
                <a:lnTo>
                  <a:pt x="624095" y="123082"/>
                </a:lnTo>
                <a:lnTo>
                  <a:pt x="625030" y="123237"/>
                </a:lnTo>
                <a:lnTo>
                  <a:pt x="625973" y="123375"/>
                </a:lnTo>
                <a:lnTo>
                  <a:pt x="626924" y="123498"/>
                </a:lnTo>
                <a:lnTo>
                  <a:pt x="627883" y="123604"/>
                </a:lnTo>
                <a:lnTo>
                  <a:pt x="628849" y="123694"/>
                </a:lnTo>
                <a:lnTo>
                  <a:pt x="629823" y="123767"/>
                </a:lnTo>
                <a:lnTo>
                  <a:pt x="630805" y="123824"/>
                </a:lnTo>
                <a:lnTo>
                  <a:pt x="631794" y="123865"/>
                </a:lnTo>
                <a:lnTo>
                  <a:pt x="632791" y="123890"/>
                </a:lnTo>
                <a:lnTo>
                  <a:pt x="633796" y="123898"/>
                </a:lnTo>
                <a:lnTo>
                  <a:pt x="634756" y="123891"/>
                </a:lnTo>
                <a:lnTo>
                  <a:pt x="635707" y="123869"/>
                </a:lnTo>
                <a:lnTo>
                  <a:pt x="636648" y="123834"/>
                </a:lnTo>
                <a:lnTo>
                  <a:pt x="637581" y="123785"/>
                </a:lnTo>
                <a:lnTo>
                  <a:pt x="638505" y="123721"/>
                </a:lnTo>
                <a:close/>
                <a:moveTo>
                  <a:pt x="2029027" y="22758"/>
                </a:moveTo>
                <a:lnTo>
                  <a:pt x="2029500" y="22684"/>
                </a:lnTo>
                <a:lnTo>
                  <a:pt x="2029961" y="22598"/>
                </a:lnTo>
                <a:lnTo>
                  <a:pt x="2030412" y="22501"/>
                </a:lnTo>
                <a:lnTo>
                  <a:pt x="2030852" y="22392"/>
                </a:lnTo>
                <a:lnTo>
                  <a:pt x="2031282" y="22272"/>
                </a:lnTo>
                <a:lnTo>
                  <a:pt x="2031700" y="22140"/>
                </a:lnTo>
                <a:lnTo>
                  <a:pt x="2032109" y="21998"/>
                </a:lnTo>
                <a:lnTo>
                  <a:pt x="2032506" y="21843"/>
                </a:lnTo>
                <a:lnTo>
                  <a:pt x="2032893" y="21677"/>
                </a:lnTo>
                <a:lnTo>
                  <a:pt x="2033269" y="21500"/>
                </a:lnTo>
                <a:lnTo>
                  <a:pt x="2033635" y="21311"/>
                </a:lnTo>
                <a:lnTo>
                  <a:pt x="2033989" y="21111"/>
                </a:lnTo>
                <a:lnTo>
                  <a:pt x="2034334" y="20900"/>
                </a:lnTo>
                <a:lnTo>
                  <a:pt x="2034667" y="20677"/>
                </a:lnTo>
                <a:lnTo>
                  <a:pt x="2034990" y="20442"/>
                </a:lnTo>
                <a:lnTo>
                  <a:pt x="2035302" y="20197"/>
                </a:lnTo>
                <a:lnTo>
                  <a:pt x="2035604" y="19939"/>
                </a:lnTo>
                <a:lnTo>
                  <a:pt x="2035895" y="19671"/>
                </a:lnTo>
                <a:lnTo>
                  <a:pt x="2036174" y="19393"/>
                </a:lnTo>
                <a:lnTo>
                  <a:pt x="2036442" y="19111"/>
                </a:lnTo>
                <a:lnTo>
                  <a:pt x="2036698" y="18822"/>
                </a:lnTo>
                <a:lnTo>
                  <a:pt x="2036942" y="18528"/>
                </a:lnTo>
                <a:lnTo>
                  <a:pt x="2037174" y="18229"/>
                </a:lnTo>
                <a:lnTo>
                  <a:pt x="2037394" y="17924"/>
                </a:lnTo>
                <a:lnTo>
                  <a:pt x="2037602" y="17613"/>
                </a:lnTo>
                <a:lnTo>
                  <a:pt x="2037799" y="17297"/>
                </a:lnTo>
                <a:lnTo>
                  <a:pt x="2037983" y="16975"/>
                </a:lnTo>
                <a:lnTo>
                  <a:pt x="2038156" y="16648"/>
                </a:lnTo>
                <a:lnTo>
                  <a:pt x="2038316" y="16315"/>
                </a:lnTo>
                <a:lnTo>
                  <a:pt x="2038465" y="15977"/>
                </a:lnTo>
                <a:lnTo>
                  <a:pt x="2038602" y="15633"/>
                </a:lnTo>
                <a:lnTo>
                  <a:pt x="2038727" y="15283"/>
                </a:lnTo>
                <a:lnTo>
                  <a:pt x="2038840" y="14928"/>
                </a:lnTo>
                <a:lnTo>
                  <a:pt x="2038941" y="14567"/>
                </a:lnTo>
                <a:lnTo>
                  <a:pt x="2039030" y="14201"/>
                </a:lnTo>
                <a:lnTo>
                  <a:pt x="2039107" y="13829"/>
                </a:lnTo>
                <a:lnTo>
                  <a:pt x="2039173" y="13452"/>
                </a:lnTo>
                <a:lnTo>
                  <a:pt x="2039226" y="13069"/>
                </a:lnTo>
                <a:lnTo>
                  <a:pt x="2039268" y="12681"/>
                </a:lnTo>
                <a:lnTo>
                  <a:pt x="2039298" y="12287"/>
                </a:lnTo>
                <a:lnTo>
                  <a:pt x="2039316" y="11887"/>
                </a:lnTo>
                <a:lnTo>
                  <a:pt x="2039322" y="11482"/>
                </a:lnTo>
                <a:lnTo>
                  <a:pt x="2039316" y="11070"/>
                </a:lnTo>
                <a:lnTo>
                  <a:pt x="2039298" y="10663"/>
                </a:lnTo>
                <a:lnTo>
                  <a:pt x="2039268" y="10263"/>
                </a:lnTo>
                <a:lnTo>
                  <a:pt x="2039226" y="9869"/>
                </a:lnTo>
                <a:lnTo>
                  <a:pt x="2039173" y="9480"/>
                </a:lnTo>
                <a:lnTo>
                  <a:pt x="2039107" y="9098"/>
                </a:lnTo>
                <a:lnTo>
                  <a:pt x="2039030" y="8722"/>
                </a:lnTo>
                <a:lnTo>
                  <a:pt x="2038941" y="8352"/>
                </a:lnTo>
                <a:lnTo>
                  <a:pt x="2038840" y="7988"/>
                </a:lnTo>
                <a:lnTo>
                  <a:pt x="2038727" y="7630"/>
                </a:lnTo>
                <a:lnTo>
                  <a:pt x="2038602" y="7277"/>
                </a:lnTo>
                <a:lnTo>
                  <a:pt x="2038465" y="6931"/>
                </a:lnTo>
                <a:lnTo>
                  <a:pt x="2038316" y="6591"/>
                </a:lnTo>
                <a:lnTo>
                  <a:pt x="2038156" y="6257"/>
                </a:lnTo>
                <a:lnTo>
                  <a:pt x="2037983" y="5929"/>
                </a:lnTo>
                <a:lnTo>
                  <a:pt x="2037799" y="5607"/>
                </a:lnTo>
                <a:lnTo>
                  <a:pt x="2037602" y="5292"/>
                </a:lnTo>
                <a:lnTo>
                  <a:pt x="2037394" y="4982"/>
                </a:lnTo>
                <a:lnTo>
                  <a:pt x="2037174" y="4678"/>
                </a:lnTo>
                <a:lnTo>
                  <a:pt x="2036942" y="4380"/>
                </a:lnTo>
                <a:lnTo>
                  <a:pt x="2036698" y="4088"/>
                </a:lnTo>
                <a:lnTo>
                  <a:pt x="2036442" y="3802"/>
                </a:lnTo>
                <a:lnTo>
                  <a:pt x="2036174" y="3522"/>
                </a:lnTo>
                <a:lnTo>
                  <a:pt x="2035895" y="3249"/>
                </a:lnTo>
                <a:lnTo>
                  <a:pt x="2035604" y="2984"/>
                </a:lnTo>
                <a:lnTo>
                  <a:pt x="2035302" y="2730"/>
                </a:lnTo>
                <a:lnTo>
                  <a:pt x="2034990" y="2487"/>
                </a:lnTo>
                <a:lnTo>
                  <a:pt x="2034667" y="2256"/>
                </a:lnTo>
                <a:lnTo>
                  <a:pt x="2034334" y="2036"/>
                </a:lnTo>
                <a:lnTo>
                  <a:pt x="2033989" y="1827"/>
                </a:lnTo>
                <a:lnTo>
                  <a:pt x="2033635" y="1630"/>
                </a:lnTo>
                <a:lnTo>
                  <a:pt x="2033269" y="1444"/>
                </a:lnTo>
                <a:lnTo>
                  <a:pt x="2032893" y="1269"/>
                </a:lnTo>
                <a:lnTo>
                  <a:pt x="2032506" y="1105"/>
                </a:lnTo>
                <a:lnTo>
                  <a:pt x="2032109" y="953"/>
                </a:lnTo>
                <a:lnTo>
                  <a:pt x="2031700" y="812"/>
                </a:lnTo>
                <a:lnTo>
                  <a:pt x="2031282" y="682"/>
                </a:lnTo>
                <a:lnTo>
                  <a:pt x="2030852" y="564"/>
                </a:lnTo>
                <a:lnTo>
                  <a:pt x="2030412" y="457"/>
                </a:lnTo>
                <a:lnTo>
                  <a:pt x="2029961" y="361"/>
                </a:lnTo>
                <a:lnTo>
                  <a:pt x="2029500" y="276"/>
                </a:lnTo>
                <a:lnTo>
                  <a:pt x="2029027" y="203"/>
                </a:lnTo>
                <a:lnTo>
                  <a:pt x="2028545" y="141"/>
                </a:lnTo>
                <a:lnTo>
                  <a:pt x="2028051" y="90"/>
                </a:lnTo>
                <a:lnTo>
                  <a:pt x="2027547" y="51"/>
                </a:lnTo>
                <a:lnTo>
                  <a:pt x="2027032" y="23"/>
                </a:lnTo>
                <a:lnTo>
                  <a:pt x="2026507" y="6"/>
                </a:lnTo>
                <a:lnTo>
                  <a:pt x="2025971" y="0"/>
                </a:lnTo>
                <a:lnTo>
                  <a:pt x="2025434" y="6"/>
                </a:lnTo>
                <a:lnTo>
                  <a:pt x="2024909" y="23"/>
                </a:lnTo>
                <a:lnTo>
                  <a:pt x="2024394" y="51"/>
                </a:lnTo>
                <a:lnTo>
                  <a:pt x="2023890" y="90"/>
                </a:lnTo>
                <a:lnTo>
                  <a:pt x="2023396" y="141"/>
                </a:lnTo>
                <a:lnTo>
                  <a:pt x="2022914" y="203"/>
                </a:lnTo>
                <a:lnTo>
                  <a:pt x="2022442" y="276"/>
                </a:lnTo>
                <a:lnTo>
                  <a:pt x="2021980" y="361"/>
                </a:lnTo>
                <a:lnTo>
                  <a:pt x="2021529" y="457"/>
                </a:lnTo>
                <a:lnTo>
                  <a:pt x="2021089" y="564"/>
                </a:lnTo>
                <a:lnTo>
                  <a:pt x="2020660" y="682"/>
                </a:lnTo>
                <a:lnTo>
                  <a:pt x="2020241" y="812"/>
                </a:lnTo>
                <a:lnTo>
                  <a:pt x="2019833" y="953"/>
                </a:lnTo>
                <a:lnTo>
                  <a:pt x="2019435" y="1105"/>
                </a:lnTo>
                <a:lnTo>
                  <a:pt x="2019048" y="1269"/>
                </a:lnTo>
                <a:lnTo>
                  <a:pt x="2018672" y="1444"/>
                </a:lnTo>
                <a:lnTo>
                  <a:pt x="2018306" y="1630"/>
                </a:lnTo>
                <a:lnTo>
                  <a:pt x="2017952" y="1827"/>
                </a:lnTo>
                <a:lnTo>
                  <a:pt x="2017607" y="2036"/>
                </a:lnTo>
                <a:lnTo>
                  <a:pt x="2017274" y="2256"/>
                </a:lnTo>
                <a:lnTo>
                  <a:pt x="2016951" y="2487"/>
                </a:lnTo>
                <a:lnTo>
                  <a:pt x="2016639" y="2730"/>
                </a:lnTo>
                <a:lnTo>
                  <a:pt x="2016337" y="2984"/>
                </a:lnTo>
                <a:lnTo>
                  <a:pt x="2016046" y="3249"/>
                </a:lnTo>
                <a:lnTo>
                  <a:pt x="2015767" y="3522"/>
                </a:lnTo>
                <a:lnTo>
                  <a:pt x="2015499" y="3802"/>
                </a:lnTo>
                <a:lnTo>
                  <a:pt x="2015243" y="4088"/>
                </a:lnTo>
                <a:lnTo>
                  <a:pt x="2014999" y="4380"/>
                </a:lnTo>
                <a:lnTo>
                  <a:pt x="2014767" y="4678"/>
                </a:lnTo>
                <a:lnTo>
                  <a:pt x="2014547" y="4982"/>
                </a:lnTo>
                <a:lnTo>
                  <a:pt x="2014339" y="5292"/>
                </a:lnTo>
                <a:lnTo>
                  <a:pt x="2014142" y="5607"/>
                </a:lnTo>
                <a:lnTo>
                  <a:pt x="2013958" y="5929"/>
                </a:lnTo>
                <a:lnTo>
                  <a:pt x="2013786" y="6257"/>
                </a:lnTo>
                <a:lnTo>
                  <a:pt x="2013625" y="6591"/>
                </a:lnTo>
                <a:lnTo>
                  <a:pt x="2013476" y="6931"/>
                </a:lnTo>
                <a:lnTo>
                  <a:pt x="2013339" y="7277"/>
                </a:lnTo>
                <a:lnTo>
                  <a:pt x="2013214" y="7630"/>
                </a:lnTo>
                <a:lnTo>
                  <a:pt x="2013101" y="7988"/>
                </a:lnTo>
                <a:lnTo>
                  <a:pt x="2013000" y="8352"/>
                </a:lnTo>
                <a:lnTo>
                  <a:pt x="2012911" y="8722"/>
                </a:lnTo>
                <a:lnTo>
                  <a:pt x="2012834" y="9098"/>
                </a:lnTo>
                <a:lnTo>
                  <a:pt x="2012768" y="9480"/>
                </a:lnTo>
                <a:lnTo>
                  <a:pt x="2012715" y="9869"/>
                </a:lnTo>
                <a:lnTo>
                  <a:pt x="2012673" y="10263"/>
                </a:lnTo>
                <a:lnTo>
                  <a:pt x="2012643" y="10663"/>
                </a:lnTo>
                <a:lnTo>
                  <a:pt x="2012625" y="11070"/>
                </a:lnTo>
                <a:lnTo>
                  <a:pt x="2012619" y="11482"/>
                </a:lnTo>
                <a:lnTo>
                  <a:pt x="2012625" y="11887"/>
                </a:lnTo>
                <a:lnTo>
                  <a:pt x="2012643" y="12287"/>
                </a:lnTo>
                <a:lnTo>
                  <a:pt x="2012673" y="12681"/>
                </a:lnTo>
                <a:lnTo>
                  <a:pt x="2012715" y="13069"/>
                </a:lnTo>
                <a:lnTo>
                  <a:pt x="2012768" y="13452"/>
                </a:lnTo>
                <a:lnTo>
                  <a:pt x="2012834" y="13829"/>
                </a:lnTo>
                <a:lnTo>
                  <a:pt x="2012911" y="14201"/>
                </a:lnTo>
                <a:lnTo>
                  <a:pt x="2013000" y="14567"/>
                </a:lnTo>
                <a:lnTo>
                  <a:pt x="2013101" y="14928"/>
                </a:lnTo>
                <a:lnTo>
                  <a:pt x="2013214" y="15283"/>
                </a:lnTo>
                <a:lnTo>
                  <a:pt x="2013339" y="15633"/>
                </a:lnTo>
                <a:lnTo>
                  <a:pt x="2013476" y="15977"/>
                </a:lnTo>
                <a:lnTo>
                  <a:pt x="2013625" y="16315"/>
                </a:lnTo>
                <a:lnTo>
                  <a:pt x="2013786" y="16648"/>
                </a:lnTo>
                <a:lnTo>
                  <a:pt x="2013958" y="16975"/>
                </a:lnTo>
                <a:lnTo>
                  <a:pt x="2014142" y="17297"/>
                </a:lnTo>
                <a:lnTo>
                  <a:pt x="2014339" y="17613"/>
                </a:lnTo>
                <a:lnTo>
                  <a:pt x="2014547" y="17924"/>
                </a:lnTo>
                <a:lnTo>
                  <a:pt x="2014767" y="18229"/>
                </a:lnTo>
                <a:lnTo>
                  <a:pt x="2014999" y="18528"/>
                </a:lnTo>
                <a:lnTo>
                  <a:pt x="2015243" y="18822"/>
                </a:lnTo>
                <a:lnTo>
                  <a:pt x="2015499" y="19111"/>
                </a:lnTo>
                <a:lnTo>
                  <a:pt x="2015767" y="19393"/>
                </a:lnTo>
                <a:lnTo>
                  <a:pt x="2016046" y="19671"/>
                </a:lnTo>
                <a:lnTo>
                  <a:pt x="2016337" y="19939"/>
                </a:lnTo>
                <a:lnTo>
                  <a:pt x="2016639" y="20197"/>
                </a:lnTo>
                <a:lnTo>
                  <a:pt x="2016951" y="20442"/>
                </a:lnTo>
                <a:lnTo>
                  <a:pt x="2017274" y="20677"/>
                </a:lnTo>
                <a:lnTo>
                  <a:pt x="2017607" y="20900"/>
                </a:lnTo>
                <a:lnTo>
                  <a:pt x="2017952" y="21111"/>
                </a:lnTo>
                <a:lnTo>
                  <a:pt x="2018306" y="21311"/>
                </a:lnTo>
                <a:lnTo>
                  <a:pt x="2018672" y="21500"/>
                </a:lnTo>
                <a:lnTo>
                  <a:pt x="2019048" y="21677"/>
                </a:lnTo>
                <a:lnTo>
                  <a:pt x="2019435" y="21843"/>
                </a:lnTo>
                <a:lnTo>
                  <a:pt x="2019833" y="21998"/>
                </a:lnTo>
                <a:lnTo>
                  <a:pt x="2020241" y="22140"/>
                </a:lnTo>
                <a:lnTo>
                  <a:pt x="2020660" y="22272"/>
                </a:lnTo>
                <a:lnTo>
                  <a:pt x="2021089" y="22392"/>
                </a:lnTo>
                <a:lnTo>
                  <a:pt x="2021529" y="22501"/>
                </a:lnTo>
                <a:lnTo>
                  <a:pt x="2021980" y="22598"/>
                </a:lnTo>
                <a:lnTo>
                  <a:pt x="2022442" y="22684"/>
                </a:lnTo>
                <a:lnTo>
                  <a:pt x="2022914" y="22758"/>
                </a:lnTo>
                <a:lnTo>
                  <a:pt x="2023396" y="22821"/>
                </a:lnTo>
                <a:lnTo>
                  <a:pt x="2023890" y="22872"/>
                </a:lnTo>
                <a:lnTo>
                  <a:pt x="2024394" y="22912"/>
                </a:lnTo>
                <a:lnTo>
                  <a:pt x="2024909" y="22941"/>
                </a:lnTo>
                <a:lnTo>
                  <a:pt x="2025434" y="22958"/>
                </a:lnTo>
                <a:lnTo>
                  <a:pt x="2025971" y="22964"/>
                </a:lnTo>
                <a:lnTo>
                  <a:pt x="2026507" y="22958"/>
                </a:lnTo>
                <a:lnTo>
                  <a:pt x="2027032" y="22941"/>
                </a:lnTo>
                <a:lnTo>
                  <a:pt x="2027547" y="22912"/>
                </a:lnTo>
                <a:lnTo>
                  <a:pt x="2028051" y="22872"/>
                </a:lnTo>
                <a:lnTo>
                  <a:pt x="2028545" y="22821"/>
                </a:lnTo>
                <a:lnTo>
                  <a:pt x="2029027" y="22758"/>
                </a:lnTo>
                <a:close/>
                <a:moveTo>
                  <a:pt x="2141526" y="22821"/>
                </a:moveTo>
                <a:lnTo>
                  <a:pt x="2142009" y="22758"/>
                </a:lnTo>
                <a:lnTo>
                  <a:pt x="2142481" y="22684"/>
                </a:lnTo>
                <a:lnTo>
                  <a:pt x="2142942" y="22598"/>
                </a:lnTo>
                <a:lnTo>
                  <a:pt x="2143393" y="22501"/>
                </a:lnTo>
                <a:lnTo>
                  <a:pt x="2143833" y="22392"/>
                </a:lnTo>
                <a:lnTo>
                  <a:pt x="2144263" y="22272"/>
                </a:lnTo>
                <a:lnTo>
                  <a:pt x="2144682" y="22140"/>
                </a:lnTo>
                <a:lnTo>
                  <a:pt x="2145090" y="21998"/>
                </a:lnTo>
                <a:lnTo>
                  <a:pt x="2145487" y="21843"/>
                </a:lnTo>
                <a:lnTo>
                  <a:pt x="2145874" y="21677"/>
                </a:lnTo>
                <a:lnTo>
                  <a:pt x="2146250" y="21500"/>
                </a:lnTo>
                <a:lnTo>
                  <a:pt x="2146616" y="21311"/>
                </a:lnTo>
                <a:lnTo>
                  <a:pt x="2146971" y="21111"/>
                </a:lnTo>
                <a:lnTo>
                  <a:pt x="2147315" y="20900"/>
                </a:lnTo>
                <a:lnTo>
                  <a:pt x="2147649" y="20677"/>
                </a:lnTo>
                <a:lnTo>
                  <a:pt x="2147971" y="20442"/>
                </a:lnTo>
                <a:lnTo>
                  <a:pt x="2148284" y="20197"/>
                </a:lnTo>
                <a:lnTo>
                  <a:pt x="2148585" y="19939"/>
                </a:lnTo>
                <a:lnTo>
                  <a:pt x="2148876" y="19671"/>
                </a:lnTo>
                <a:lnTo>
                  <a:pt x="2149156" y="19393"/>
                </a:lnTo>
                <a:lnTo>
                  <a:pt x="2149423" y="19111"/>
                </a:lnTo>
                <a:lnTo>
                  <a:pt x="2149679" y="18822"/>
                </a:lnTo>
                <a:lnTo>
                  <a:pt x="2149923" y="18528"/>
                </a:lnTo>
                <a:lnTo>
                  <a:pt x="2150155" y="18229"/>
                </a:lnTo>
                <a:lnTo>
                  <a:pt x="2150375" y="17924"/>
                </a:lnTo>
                <a:lnTo>
                  <a:pt x="2150583" y="17613"/>
                </a:lnTo>
                <a:lnTo>
                  <a:pt x="2150780" y="17297"/>
                </a:lnTo>
                <a:lnTo>
                  <a:pt x="2150964" y="16975"/>
                </a:lnTo>
                <a:lnTo>
                  <a:pt x="2151137" y="16648"/>
                </a:lnTo>
                <a:lnTo>
                  <a:pt x="2151297" y="16315"/>
                </a:lnTo>
                <a:lnTo>
                  <a:pt x="2151446" y="15977"/>
                </a:lnTo>
                <a:lnTo>
                  <a:pt x="2151583" y="15633"/>
                </a:lnTo>
                <a:lnTo>
                  <a:pt x="2151708" y="15283"/>
                </a:lnTo>
                <a:lnTo>
                  <a:pt x="2151821" y="14928"/>
                </a:lnTo>
                <a:lnTo>
                  <a:pt x="2151922" y="14567"/>
                </a:lnTo>
                <a:lnTo>
                  <a:pt x="2152011" y="14201"/>
                </a:lnTo>
                <a:lnTo>
                  <a:pt x="2152089" y="13829"/>
                </a:lnTo>
                <a:lnTo>
                  <a:pt x="2152154" y="13452"/>
                </a:lnTo>
                <a:lnTo>
                  <a:pt x="2152208" y="13069"/>
                </a:lnTo>
                <a:lnTo>
                  <a:pt x="2152249" y="12681"/>
                </a:lnTo>
                <a:lnTo>
                  <a:pt x="2152279" y="12287"/>
                </a:lnTo>
                <a:lnTo>
                  <a:pt x="2152297" y="11887"/>
                </a:lnTo>
                <a:lnTo>
                  <a:pt x="2152303" y="11482"/>
                </a:lnTo>
                <a:lnTo>
                  <a:pt x="2152297" y="11070"/>
                </a:lnTo>
                <a:lnTo>
                  <a:pt x="2152279" y="10663"/>
                </a:lnTo>
                <a:lnTo>
                  <a:pt x="2152249" y="10263"/>
                </a:lnTo>
                <a:lnTo>
                  <a:pt x="2152208" y="9869"/>
                </a:lnTo>
                <a:lnTo>
                  <a:pt x="2152154" y="9480"/>
                </a:lnTo>
                <a:lnTo>
                  <a:pt x="2152089" y="9098"/>
                </a:lnTo>
                <a:lnTo>
                  <a:pt x="2152011" y="8722"/>
                </a:lnTo>
                <a:lnTo>
                  <a:pt x="2151922" y="8352"/>
                </a:lnTo>
                <a:lnTo>
                  <a:pt x="2151821" y="7988"/>
                </a:lnTo>
                <a:lnTo>
                  <a:pt x="2151708" y="7630"/>
                </a:lnTo>
                <a:lnTo>
                  <a:pt x="2151583" y="7277"/>
                </a:lnTo>
                <a:lnTo>
                  <a:pt x="2151446" y="6931"/>
                </a:lnTo>
                <a:lnTo>
                  <a:pt x="2151297" y="6591"/>
                </a:lnTo>
                <a:lnTo>
                  <a:pt x="2151137" y="6257"/>
                </a:lnTo>
                <a:lnTo>
                  <a:pt x="2150964" y="5929"/>
                </a:lnTo>
                <a:lnTo>
                  <a:pt x="2150780" y="5607"/>
                </a:lnTo>
                <a:lnTo>
                  <a:pt x="2150583" y="5292"/>
                </a:lnTo>
                <a:lnTo>
                  <a:pt x="2150375" y="4982"/>
                </a:lnTo>
                <a:lnTo>
                  <a:pt x="2150155" y="4678"/>
                </a:lnTo>
                <a:lnTo>
                  <a:pt x="2149923" y="4380"/>
                </a:lnTo>
                <a:lnTo>
                  <a:pt x="2149679" y="4088"/>
                </a:lnTo>
                <a:lnTo>
                  <a:pt x="2149423" y="3802"/>
                </a:lnTo>
                <a:lnTo>
                  <a:pt x="2149156" y="3522"/>
                </a:lnTo>
                <a:lnTo>
                  <a:pt x="2148876" y="3249"/>
                </a:lnTo>
                <a:lnTo>
                  <a:pt x="2148585" y="2984"/>
                </a:lnTo>
                <a:lnTo>
                  <a:pt x="2148284" y="2730"/>
                </a:lnTo>
                <a:lnTo>
                  <a:pt x="2147971" y="2487"/>
                </a:lnTo>
                <a:lnTo>
                  <a:pt x="2147649" y="2256"/>
                </a:lnTo>
                <a:lnTo>
                  <a:pt x="2147315" y="2036"/>
                </a:lnTo>
                <a:lnTo>
                  <a:pt x="2146971" y="1827"/>
                </a:lnTo>
                <a:lnTo>
                  <a:pt x="2146616" y="1630"/>
                </a:lnTo>
                <a:lnTo>
                  <a:pt x="2146250" y="1444"/>
                </a:lnTo>
                <a:lnTo>
                  <a:pt x="2145874" y="1269"/>
                </a:lnTo>
                <a:lnTo>
                  <a:pt x="2145487" y="1105"/>
                </a:lnTo>
                <a:lnTo>
                  <a:pt x="2145090" y="953"/>
                </a:lnTo>
                <a:lnTo>
                  <a:pt x="2144682" y="812"/>
                </a:lnTo>
                <a:lnTo>
                  <a:pt x="2144263" y="682"/>
                </a:lnTo>
                <a:lnTo>
                  <a:pt x="2143833" y="564"/>
                </a:lnTo>
                <a:lnTo>
                  <a:pt x="2143393" y="457"/>
                </a:lnTo>
                <a:lnTo>
                  <a:pt x="2142942" y="361"/>
                </a:lnTo>
                <a:lnTo>
                  <a:pt x="2142481" y="276"/>
                </a:lnTo>
                <a:lnTo>
                  <a:pt x="2142009" y="203"/>
                </a:lnTo>
                <a:lnTo>
                  <a:pt x="2141526" y="141"/>
                </a:lnTo>
                <a:lnTo>
                  <a:pt x="2141032" y="90"/>
                </a:lnTo>
                <a:lnTo>
                  <a:pt x="2140528" y="51"/>
                </a:lnTo>
                <a:lnTo>
                  <a:pt x="2140013" y="23"/>
                </a:lnTo>
                <a:lnTo>
                  <a:pt x="2139488" y="6"/>
                </a:lnTo>
                <a:lnTo>
                  <a:pt x="2138952" y="0"/>
                </a:lnTo>
                <a:lnTo>
                  <a:pt x="2138416" y="6"/>
                </a:lnTo>
                <a:lnTo>
                  <a:pt x="2137890" y="23"/>
                </a:lnTo>
                <a:lnTo>
                  <a:pt x="2137375" y="51"/>
                </a:lnTo>
                <a:lnTo>
                  <a:pt x="2136871" y="90"/>
                </a:lnTo>
                <a:lnTo>
                  <a:pt x="2136378" y="141"/>
                </a:lnTo>
                <a:lnTo>
                  <a:pt x="2135895" y="203"/>
                </a:lnTo>
                <a:lnTo>
                  <a:pt x="2135423" y="276"/>
                </a:lnTo>
                <a:lnTo>
                  <a:pt x="2134961" y="361"/>
                </a:lnTo>
                <a:lnTo>
                  <a:pt x="2134510" y="457"/>
                </a:lnTo>
                <a:lnTo>
                  <a:pt x="2134070" y="564"/>
                </a:lnTo>
                <a:lnTo>
                  <a:pt x="2133641" y="682"/>
                </a:lnTo>
                <a:lnTo>
                  <a:pt x="2133222" y="812"/>
                </a:lnTo>
                <a:lnTo>
                  <a:pt x="2132814" y="953"/>
                </a:lnTo>
                <a:lnTo>
                  <a:pt x="2132416" y="1105"/>
                </a:lnTo>
                <a:lnTo>
                  <a:pt x="2132029" y="1269"/>
                </a:lnTo>
                <a:lnTo>
                  <a:pt x="2131653" y="1444"/>
                </a:lnTo>
                <a:lnTo>
                  <a:pt x="2131288" y="1630"/>
                </a:lnTo>
                <a:lnTo>
                  <a:pt x="2130933" y="1827"/>
                </a:lnTo>
                <a:lnTo>
                  <a:pt x="2130589" y="2036"/>
                </a:lnTo>
                <a:lnTo>
                  <a:pt x="2130255" y="2256"/>
                </a:lnTo>
                <a:lnTo>
                  <a:pt x="2129932" y="2487"/>
                </a:lnTo>
                <a:lnTo>
                  <a:pt x="2129620" y="2730"/>
                </a:lnTo>
                <a:lnTo>
                  <a:pt x="2129318" y="2984"/>
                </a:lnTo>
                <a:lnTo>
                  <a:pt x="2129027" y="3249"/>
                </a:lnTo>
                <a:lnTo>
                  <a:pt x="2128748" y="3522"/>
                </a:lnTo>
                <a:lnTo>
                  <a:pt x="2128480" y="3802"/>
                </a:lnTo>
                <a:lnTo>
                  <a:pt x="2128224" y="4088"/>
                </a:lnTo>
                <a:lnTo>
                  <a:pt x="2127980" y="4380"/>
                </a:lnTo>
                <a:lnTo>
                  <a:pt x="2127748" y="4678"/>
                </a:lnTo>
                <a:lnTo>
                  <a:pt x="2127528" y="4982"/>
                </a:lnTo>
                <a:lnTo>
                  <a:pt x="2127320" y="5292"/>
                </a:lnTo>
                <a:lnTo>
                  <a:pt x="2127124" y="5607"/>
                </a:lnTo>
                <a:lnTo>
                  <a:pt x="2126939" y="5929"/>
                </a:lnTo>
                <a:lnTo>
                  <a:pt x="2126767" y="6257"/>
                </a:lnTo>
                <a:lnTo>
                  <a:pt x="2126606" y="6591"/>
                </a:lnTo>
                <a:lnTo>
                  <a:pt x="2126457" y="6931"/>
                </a:lnTo>
                <a:lnTo>
                  <a:pt x="2126321" y="7277"/>
                </a:lnTo>
                <a:lnTo>
                  <a:pt x="2126196" y="7630"/>
                </a:lnTo>
                <a:lnTo>
                  <a:pt x="2126083" y="7988"/>
                </a:lnTo>
                <a:lnTo>
                  <a:pt x="2125981" y="8352"/>
                </a:lnTo>
                <a:lnTo>
                  <a:pt x="2125892" y="8722"/>
                </a:lnTo>
                <a:lnTo>
                  <a:pt x="2125815" y="9098"/>
                </a:lnTo>
                <a:lnTo>
                  <a:pt x="2125749" y="9480"/>
                </a:lnTo>
                <a:lnTo>
                  <a:pt x="2125696" y="9869"/>
                </a:lnTo>
                <a:lnTo>
                  <a:pt x="2125654" y="10263"/>
                </a:lnTo>
                <a:lnTo>
                  <a:pt x="2125625" y="10663"/>
                </a:lnTo>
                <a:lnTo>
                  <a:pt x="2125607" y="11070"/>
                </a:lnTo>
                <a:lnTo>
                  <a:pt x="2125601" y="11482"/>
                </a:lnTo>
                <a:lnTo>
                  <a:pt x="2125607" y="11887"/>
                </a:lnTo>
                <a:lnTo>
                  <a:pt x="2125625" y="12287"/>
                </a:lnTo>
                <a:lnTo>
                  <a:pt x="2125654" y="12681"/>
                </a:lnTo>
                <a:lnTo>
                  <a:pt x="2125696" y="13069"/>
                </a:lnTo>
                <a:lnTo>
                  <a:pt x="2125749" y="13452"/>
                </a:lnTo>
                <a:lnTo>
                  <a:pt x="2125815" y="13829"/>
                </a:lnTo>
                <a:lnTo>
                  <a:pt x="2125892" y="14201"/>
                </a:lnTo>
                <a:lnTo>
                  <a:pt x="2125981" y="14567"/>
                </a:lnTo>
                <a:lnTo>
                  <a:pt x="2126083" y="14928"/>
                </a:lnTo>
                <a:lnTo>
                  <a:pt x="2126196" y="15283"/>
                </a:lnTo>
                <a:lnTo>
                  <a:pt x="2126321" y="15633"/>
                </a:lnTo>
                <a:lnTo>
                  <a:pt x="2126457" y="15977"/>
                </a:lnTo>
                <a:lnTo>
                  <a:pt x="2126606" y="16315"/>
                </a:lnTo>
                <a:lnTo>
                  <a:pt x="2126767" y="16648"/>
                </a:lnTo>
                <a:lnTo>
                  <a:pt x="2126939" y="16975"/>
                </a:lnTo>
                <a:lnTo>
                  <a:pt x="2127124" y="17297"/>
                </a:lnTo>
                <a:lnTo>
                  <a:pt x="2127320" y="17613"/>
                </a:lnTo>
                <a:lnTo>
                  <a:pt x="2127528" y="17924"/>
                </a:lnTo>
                <a:lnTo>
                  <a:pt x="2127748" y="18229"/>
                </a:lnTo>
                <a:lnTo>
                  <a:pt x="2127980" y="18528"/>
                </a:lnTo>
                <a:lnTo>
                  <a:pt x="2128224" y="18822"/>
                </a:lnTo>
                <a:lnTo>
                  <a:pt x="2128480" y="19111"/>
                </a:lnTo>
                <a:lnTo>
                  <a:pt x="2128748" y="19393"/>
                </a:lnTo>
                <a:lnTo>
                  <a:pt x="2129027" y="19671"/>
                </a:lnTo>
                <a:lnTo>
                  <a:pt x="2129318" y="19939"/>
                </a:lnTo>
                <a:lnTo>
                  <a:pt x="2129620" y="20197"/>
                </a:lnTo>
                <a:lnTo>
                  <a:pt x="2129932" y="20442"/>
                </a:lnTo>
                <a:lnTo>
                  <a:pt x="2130255" y="20677"/>
                </a:lnTo>
                <a:lnTo>
                  <a:pt x="2130589" y="20900"/>
                </a:lnTo>
                <a:lnTo>
                  <a:pt x="2130933" y="21111"/>
                </a:lnTo>
                <a:lnTo>
                  <a:pt x="2131288" y="21311"/>
                </a:lnTo>
                <a:lnTo>
                  <a:pt x="2131653" y="21500"/>
                </a:lnTo>
                <a:lnTo>
                  <a:pt x="2132029" y="21677"/>
                </a:lnTo>
                <a:lnTo>
                  <a:pt x="2132416" y="21843"/>
                </a:lnTo>
                <a:lnTo>
                  <a:pt x="2132814" y="21998"/>
                </a:lnTo>
                <a:lnTo>
                  <a:pt x="2133222" y="22140"/>
                </a:lnTo>
                <a:lnTo>
                  <a:pt x="2133641" y="22272"/>
                </a:lnTo>
                <a:lnTo>
                  <a:pt x="2134070" y="22392"/>
                </a:lnTo>
                <a:lnTo>
                  <a:pt x="2134510" y="22501"/>
                </a:lnTo>
                <a:lnTo>
                  <a:pt x="2134961" y="22598"/>
                </a:lnTo>
                <a:lnTo>
                  <a:pt x="2135423" y="22684"/>
                </a:lnTo>
                <a:lnTo>
                  <a:pt x="2135895" y="22758"/>
                </a:lnTo>
                <a:lnTo>
                  <a:pt x="2136378" y="22821"/>
                </a:lnTo>
                <a:lnTo>
                  <a:pt x="2136871" y="22872"/>
                </a:lnTo>
                <a:lnTo>
                  <a:pt x="2137375" y="22912"/>
                </a:lnTo>
                <a:lnTo>
                  <a:pt x="2137890" y="22941"/>
                </a:lnTo>
                <a:lnTo>
                  <a:pt x="2138416" y="22958"/>
                </a:lnTo>
                <a:lnTo>
                  <a:pt x="2138952" y="22964"/>
                </a:lnTo>
                <a:lnTo>
                  <a:pt x="2139488" y="22958"/>
                </a:lnTo>
                <a:lnTo>
                  <a:pt x="2140013" y="22941"/>
                </a:lnTo>
                <a:lnTo>
                  <a:pt x="2140528" y="22912"/>
                </a:lnTo>
                <a:lnTo>
                  <a:pt x="2141032" y="22872"/>
                </a:lnTo>
                <a:lnTo>
                  <a:pt x="2141526" y="22821"/>
                </a:lnTo>
                <a:close/>
                <a:moveTo>
                  <a:pt x="1739943" y="61826"/>
                </a:moveTo>
                <a:lnTo>
                  <a:pt x="1740274" y="61449"/>
                </a:lnTo>
                <a:lnTo>
                  <a:pt x="1740610" y="61077"/>
                </a:lnTo>
                <a:lnTo>
                  <a:pt x="1740951" y="60710"/>
                </a:lnTo>
                <a:lnTo>
                  <a:pt x="1741296" y="60348"/>
                </a:lnTo>
                <a:lnTo>
                  <a:pt x="1741646" y="59991"/>
                </a:lnTo>
                <a:lnTo>
                  <a:pt x="1742000" y="59639"/>
                </a:lnTo>
                <a:lnTo>
                  <a:pt x="1742359" y="59292"/>
                </a:lnTo>
                <a:lnTo>
                  <a:pt x="1742722" y="58950"/>
                </a:lnTo>
                <a:lnTo>
                  <a:pt x="1743089" y="58614"/>
                </a:lnTo>
                <a:lnTo>
                  <a:pt x="1743461" y="58282"/>
                </a:lnTo>
                <a:lnTo>
                  <a:pt x="1743838" y="57955"/>
                </a:lnTo>
                <a:lnTo>
                  <a:pt x="1744219" y="57633"/>
                </a:lnTo>
                <a:lnTo>
                  <a:pt x="1744604" y="57317"/>
                </a:lnTo>
                <a:lnTo>
                  <a:pt x="1744994" y="57005"/>
                </a:lnTo>
                <a:lnTo>
                  <a:pt x="1745388" y="56698"/>
                </a:lnTo>
                <a:lnTo>
                  <a:pt x="1745787" y="56396"/>
                </a:lnTo>
                <a:lnTo>
                  <a:pt x="1746191" y="56100"/>
                </a:lnTo>
                <a:lnTo>
                  <a:pt x="1746599" y="55808"/>
                </a:lnTo>
                <a:lnTo>
                  <a:pt x="1747011" y="55522"/>
                </a:lnTo>
                <a:lnTo>
                  <a:pt x="1747428" y="55240"/>
                </a:lnTo>
                <a:lnTo>
                  <a:pt x="1747850" y="54967"/>
                </a:lnTo>
                <a:lnTo>
                  <a:pt x="1748280" y="54705"/>
                </a:lnTo>
                <a:lnTo>
                  <a:pt x="1748716" y="54455"/>
                </a:lnTo>
                <a:lnTo>
                  <a:pt x="1749160" y="54217"/>
                </a:lnTo>
                <a:lnTo>
                  <a:pt x="1749610" y="53990"/>
                </a:lnTo>
                <a:lnTo>
                  <a:pt x="1750067" y="53775"/>
                </a:lnTo>
                <a:lnTo>
                  <a:pt x="1750532" y="53571"/>
                </a:lnTo>
                <a:lnTo>
                  <a:pt x="1751003" y="53379"/>
                </a:lnTo>
                <a:lnTo>
                  <a:pt x="1751481" y="53199"/>
                </a:lnTo>
                <a:lnTo>
                  <a:pt x="1751966" y="53031"/>
                </a:lnTo>
                <a:lnTo>
                  <a:pt x="1752458" y="52874"/>
                </a:lnTo>
                <a:lnTo>
                  <a:pt x="1752957" y="52728"/>
                </a:lnTo>
                <a:lnTo>
                  <a:pt x="1753463" y="52595"/>
                </a:lnTo>
                <a:lnTo>
                  <a:pt x="1753976" y="52473"/>
                </a:lnTo>
                <a:lnTo>
                  <a:pt x="1754496" y="52362"/>
                </a:lnTo>
                <a:lnTo>
                  <a:pt x="1755023" y="52263"/>
                </a:lnTo>
                <a:lnTo>
                  <a:pt x="1755557" y="52176"/>
                </a:lnTo>
                <a:lnTo>
                  <a:pt x="1756098" y="52100"/>
                </a:lnTo>
                <a:lnTo>
                  <a:pt x="1756645" y="52036"/>
                </a:lnTo>
                <a:lnTo>
                  <a:pt x="1757200" y="51984"/>
                </a:lnTo>
                <a:lnTo>
                  <a:pt x="1757762" y="51943"/>
                </a:lnTo>
                <a:lnTo>
                  <a:pt x="1758330" y="51914"/>
                </a:lnTo>
                <a:lnTo>
                  <a:pt x="1758906" y="51897"/>
                </a:lnTo>
                <a:lnTo>
                  <a:pt x="1759488" y="51891"/>
                </a:lnTo>
                <a:lnTo>
                  <a:pt x="1759878" y="51895"/>
                </a:lnTo>
                <a:lnTo>
                  <a:pt x="1760262" y="51905"/>
                </a:lnTo>
                <a:lnTo>
                  <a:pt x="1760638" y="51922"/>
                </a:lnTo>
                <a:lnTo>
                  <a:pt x="1761009" y="51946"/>
                </a:lnTo>
                <a:lnTo>
                  <a:pt x="1761373" y="51978"/>
                </a:lnTo>
                <a:lnTo>
                  <a:pt x="1761730" y="52016"/>
                </a:lnTo>
                <a:lnTo>
                  <a:pt x="1762081" y="52061"/>
                </a:lnTo>
                <a:lnTo>
                  <a:pt x="1762426" y="52112"/>
                </a:lnTo>
                <a:lnTo>
                  <a:pt x="1762763" y="52171"/>
                </a:lnTo>
                <a:lnTo>
                  <a:pt x="1763095" y="52237"/>
                </a:lnTo>
                <a:lnTo>
                  <a:pt x="1763420" y="52309"/>
                </a:lnTo>
                <a:lnTo>
                  <a:pt x="1763738" y="52389"/>
                </a:lnTo>
                <a:lnTo>
                  <a:pt x="1764050" y="52475"/>
                </a:lnTo>
                <a:lnTo>
                  <a:pt x="1764356" y="52569"/>
                </a:lnTo>
                <a:lnTo>
                  <a:pt x="1764655" y="52669"/>
                </a:lnTo>
                <a:lnTo>
                  <a:pt x="1764947" y="52776"/>
                </a:lnTo>
                <a:lnTo>
                  <a:pt x="1765233" y="52890"/>
                </a:lnTo>
                <a:lnTo>
                  <a:pt x="1765513" y="53011"/>
                </a:lnTo>
                <a:lnTo>
                  <a:pt x="1765786" y="53139"/>
                </a:lnTo>
                <a:lnTo>
                  <a:pt x="1766053" y="53274"/>
                </a:lnTo>
                <a:lnTo>
                  <a:pt x="1766313" y="53416"/>
                </a:lnTo>
                <a:lnTo>
                  <a:pt x="1766566" y="53565"/>
                </a:lnTo>
                <a:lnTo>
                  <a:pt x="1766813" y="53720"/>
                </a:lnTo>
                <a:lnTo>
                  <a:pt x="1767054" y="53883"/>
                </a:lnTo>
                <a:lnTo>
                  <a:pt x="1767289" y="54051"/>
                </a:lnTo>
                <a:lnTo>
                  <a:pt x="1767518" y="54226"/>
                </a:lnTo>
                <a:lnTo>
                  <a:pt x="1767742" y="54406"/>
                </a:lnTo>
                <a:lnTo>
                  <a:pt x="1767960" y="54592"/>
                </a:lnTo>
                <a:lnTo>
                  <a:pt x="1768173" y="54783"/>
                </a:lnTo>
                <a:lnTo>
                  <a:pt x="1768381" y="54980"/>
                </a:lnTo>
                <a:lnTo>
                  <a:pt x="1768583" y="55183"/>
                </a:lnTo>
                <a:lnTo>
                  <a:pt x="1768780" y="55391"/>
                </a:lnTo>
                <a:lnTo>
                  <a:pt x="1768971" y="55605"/>
                </a:lnTo>
                <a:lnTo>
                  <a:pt x="1769157" y="55825"/>
                </a:lnTo>
                <a:lnTo>
                  <a:pt x="1769338" y="56050"/>
                </a:lnTo>
                <a:lnTo>
                  <a:pt x="1769513" y="56281"/>
                </a:lnTo>
                <a:lnTo>
                  <a:pt x="1769682" y="56518"/>
                </a:lnTo>
                <a:lnTo>
                  <a:pt x="1769847" y="56760"/>
                </a:lnTo>
                <a:lnTo>
                  <a:pt x="1770006" y="57008"/>
                </a:lnTo>
                <a:lnTo>
                  <a:pt x="1770159" y="57261"/>
                </a:lnTo>
                <a:lnTo>
                  <a:pt x="1770307" y="57520"/>
                </a:lnTo>
                <a:lnTo>
                  <a:pt x="1770450" y="57785"/>
                </a:lnTo>
                <a:lnTo>
                  <a:pt x="1770587" y="58056"/>
                </a:lnTo>
                <a:lnTo>
                  <a:pt x="1770719" y="58332"/>
                </a:lnTo>
                <a:lnTo>
                  <a:pt x="1770846" y="58614"/>
                </a:lnTo>
                <a:lnTo>
                  <a:pt x="1770967" y="58901"/>
                </a:lnTo>
                <a:lnTo>
                  <a:pt x="1771082" y="59194"/>
                </a:lnTo>
                <a:lnTo>
                  <a:pt x="1771193" y="59493"/>
                </a:lnTo>
                <a:lnTo>
                  <a:pt x="1771298" y="59796"/>
                </a:lnTo>
                <a:lnTo>
                  <a:pt x="1771399" y="60104"/>
                </a:lnTo>
                <a:lnTo>
                  <a:pt x="1771495" y="60415"/>
                </a:lnTo>
                <a:lnTo>
                  <a:pt x="1771587" y="60729"/>
                </a:lnTo>
                <a:lnTo>
                  <a:pt x="1771674" y="61048"/>
                </a:lnTo>
                <a:lnTo>
                  <a:pt x="1771757" y="61370"/>
                </a:lnTo>
                <a:lnTo>
                  <a:pt x="1771836" y="61696"/>
                </a:lnTo>
                <a:lnTo>
                  <a:pt x="1771910" y="62026"/>
                </a:lnTo>
                <a:lnTo>
                  <a:pt x="1771979" y="62360"/>
                </a:lnTo>
                <a:lnTo>
                  <a:pt x="1772044" y="62697"/>
                </a:lnTo>
                <a:lnTo>
                  <a:pt x="1772105" y="63038"/>
                </a:lnTo>
                <a:lnTo>
                  <a:pt x="1772161" y="63383"/>
                </a:lnTo>
                <a:lnTo>
                  <a:pt x="1772212" y="63732"/>
                </a:lnTo>
                <a:lnTo>
                  <a:pt x="1772259" y="64085"/>
                </a:lnTo>
                <a:lnTo>
                  <a:pt x="1772302" y="64441"/>
                </a:lnTo>
                <a:lnTo>
                  <a:pt x="1772340" y="64801"/>
                </a:lnTo>
                <a:lnTo>
                  <a:pt x="1772374" y="65165"/>
                </a:lnTo>
                <a:lnTo>
                  <a:pt x="1772403" y="65533"/>
                </a:lnTo>
                <a:lnTo>
                  <a:pt x="1772427" y="65904"/>
                </a:lnTo>
                <a:lnTo>
                  <a:pt x="1772447" y="66279"/>
                </a:lnTo>
                <a:lnTo>
                  <a:pt x="1772463" y="66658"/>
                </a:lnTo>
                <a:lnTo>
                  <a:pt x="1772474" y="67041"/>
                </a:lnTo>
                <a:lnTo>
                  <a:pt x="1772481" y="67427"/>
                </a:lnTo>
                <a:lnTo>
                  <a:pt x="1772483" y="67818"/>
                </a:lnTo>
                <a:lnTo>
                  <a:pt x="1772483" y="122296"/>
                </a:lnTo>
                <a:lnTo>
                  <a:pt x="1796070" y="122296"/>
                </a:lnTo>
                <a:lnTo>
                  <a:pt x="1796070" y="65034"/>
                </a:lnTo>
                <a:lnTo>
                  <a:pt x="1796058" y="63724"/>
                </a:lnTo>
                <a:lnTo>
                  <a:pt x="1796020" y="62443"/>
                </a:lnTo>
                <a:lnTo>
                  <a:pt x="1795957" y="61188"/>
                </a:lnTo>
                <a:lnTo>
                  <a:pt x="1795869" y="59960"/>
                </a:lnTo>
                <a:lnTo>
                  <a:pt x="1795755" y="58759"/>
                </a:lnTo>
                <a:lnTo>
                  <a:pt x="1795617" y="57586"/>
                </a:lnTo>
                <a:lnTo>
                  <a:pt x="1795453" y="56439"/>
                </a:lnTo>
                <a:lnTo>
                  <a:pt x="1795264" y="55320"/>
                </a:lnTo>
                <a:lnTo>
                  <a:pt x="1795050" y="54227"/>
                </a:lnTo>
                <a:lnTo>
                  <a:pt x="1794811" y="53162"/>
                </a:lnTo>
                <a:lnTo>
                  <a:pt x="1794546" y="52124"/>
                </a:lnTo>
                <a:lnTo>
                  <a:pt x="1794257" y="51113"/>
                </a:lnTo>
                <a:lnTo>
                  <a:pt x="1793942" y="50129"/>
                </a:lnTo>
                <a:lnTo>
                  <a:pt x="1793602" y="49172"/>
                </a:lnTo>
                <a:lnTo>
                  <a:pt x="1793237" y="48242"/>
                </a:lnTo>
                <a:lnTo>
                  <a:pt x="1792846" y="47340"/>
                </a:lnTo>
                <a:lnTo>
                  <a:pt x="1792431" y="46464"/>
                </a:lnTo>
                <a:lnTo>
                  <a:pt x="1791990" y="45616"/>
                </a:lnTo>
                <a:lnTo>
                  <a:pt x="1791524" y="44794"/>
                </a:lnTo>
                <a:lnTo>
                  <a:pt x="1791033" y="44000"/>
                </a:lnTo>
                <a:lnTo>
                  <a:pt x="1790516" y="43233"/>
                </a:lnTo>
                <a:lnTo>
                  <a:pt x="1789975" y="42492"/>
                </a:lnTo>
                <a:lnTo>
                  <a:pt x="1789408" y="41779"/>
                </a:lnTo>
                <a:lnTo>
                  <a:pt x="1788816" y="41093"/>
                </a:lnTo>
                <a:lnTo>
                  <a:pt x="1788201" y="40435"/>
                </a:lnTo>
                <a:lnTo>
                  <a:pt x="1787564" y="39804"/>
                </a:lnTo>
                <a:lnTo>
                  <a:pt x="1786905" y="39202"/>
                </a:lnTo>
                <a:lnTo>
                  <a:pt x="1786224" y="38627"/>
                </a:lnTo>
                <a:lnTo>
                  <a:pt x="1785521" y="38081"/>
                </a:lnTo>
                <a:lnTo>
                  <a:pt x="1784797" y="37562"/>
                </a:lnTo>
                <a:lnTo>
                  <a:pt x="1784051" y="37072"/>
                </a:lnTo>
                <a:lnTo>
                  <a:pt x="1783283" y="36609"/>
                </a:lnTo>
                <a:lnTo>
                  <a:pt x="1782493" y="36175"/>
                </a:lnTo>
                <a:lnTo>
                  <a:pt x="1781682" y="35768"/>
                </a:lnTo>
                <a:lnTo>
                  <a:pt x="1780848" y="35390"/>
                </a:lnTo>
                <a:lnTo>
                  <a:pt x="1779993" y="35040"/>
                </a:lnTo>
                <a:lnTo>
                  <a:pt x="1779116" y="34717"/>
                </a:lnTo>
                <a:lnTo>
                  <a:pt x="1778218" y="34423"/>
                </a:lnTo>
                <a:lnTo>
                  <a:pt x="1777297" y="34157"/>
                </a:lnTo>
                <a:lnTo>
                  <a:pt x="1776355" y="33918"/>
                </a:lnTo>
                <a:lnTo>
                  <a:pt x="1775391" y="33708"/>
                </a:lnTo>
                <a:lnTo>
                  <a:pt x="1774405" y="33526"/>
                </a:lnTo>
                <a:lnTo>
                  <a:pt x="1773398" y="33372"/>
                </a:lnTo>
                <a:lnTo>
                  <a:pt x="1772368" y="33246"/>
                </a:lnTo>
                <a:lnTo>
                  <a:pt x="1771317" y="33148"/>
                </a:lnTo>
                <a:lnTo>
                  <a:pt x="1770244" y="33078"/>
                </a:lnTo>
                <a:lnTo>
                  <a:pt x="1769149" y="33036"/>
                </a:lnTo>
                <a:lnTo>
                  <a:pt x="1768033" y="33022"/>
                </a:lnTo>
                <a:lnTo>
                  <a:pt x="1767105" y="33029"/>
                </a:lnTo>
                <a:lnTo>
                  <a:pt x="1766192" y="33052"/>
                </a:lnTo>
                <a:lnTo>
                  <a:pt x="1765293" y="33089"/>
                </a:lnTo>
                <a:lnTo>
                  <a:pt x="1764408" y="33142"/>
                </a:lnTo>
                <a:lnTo>
                  <a:pt x="1763538" y="33209"/>
                </a:lnTo>
                <a:lnTo>
                  <a:pt x="1762681" y="33291"/>
                </a:lnTo>
                <a:lnTo>
                  <a:pt x="1761839" y="33389"/>
                </a:lnTo>
                <a:lnTo>
                  <a:pt x="1761011" y="33501"/>
                </a:lnTo>
                <a:lnTo>
                  <a:pt x="1760198" y="33629"/>
                </a:lnTo>
                <a:lnTo>
                  <a:pt x="1759398" y="33771"/>
                </a:lnTo>
                <a:lnTo>
                  <a:pt x="1758613" y="33928"/>
                </a:lnTo>
                <a:lnTo>
                  <a:pt x="1757842" y="34101"/>
                </a:lnTo>
                <a:lnTo>
                  <a:pt x="1757085" y="34288"/>
                </a:lnTo>
                <a:lnTo>
                  <a:pt x="1756342" y="34491"/>
                </a:lnTo>
                <a:lnTo>
                  <a:pt x="1755614" y="34708"/>
                </a:lnTo>
                <a:lnTo>
                  <a:pt x="1754899" y="34940"/>
                </a:lnTo>
                <a:lnTo>
                  <a:pt x="1754199" y="35188"/>
                </a:lnTo>
                <a:lnTo>
                  <a:pt x="1753514" y="35450"/>
                </a:lnTo>
                <a:lnTo>
                  <a:pt x="1752842" y="35727"/>
                </a:lnTo>
                <a:lnTo>
                  <a:pt x="1752185" y="36019"/>
                </a:lnTo>
                <a:lnTo>
                  <a:pt x="1751542" y="36327"/>
                </a:lnTo>
                <a:lnTo>
                  <a:pt x="1750913" y="36649"/>
                </a:lnTo>
                <a:lnTo>
                  <a:pt x="1750298" y="36986"/>
                </a:lnTo>
                <a:lnTo>
                  <a:pt x="1749698" y="37338"/>
                </a:lnTo>
                <a:lnTo>
                  <a:pt x="1749109" y="37700"/>
                </a:lnTo>
                <a:lnTo>
                  <a:pt x="1748530" y="38067"/>
                </a:lnTo>
                <a:lnTo>
                  <a:pt x="1747960" y="38438"/>
                </a:lnTo>
                <a:lnTo>
                  <a:pt x="1747401" y="38813"/>
                </a:lnTo>
                <a:lnTo>
                  <a:pt x="1746850" y="39193"/>
                </a:lnTo>
                <a:lnTo>
                  <a:pt x="1746310" y="39578"/>
                </a:lnTo>
                <a:lnTo>
                  <a:pt x="1745779" y="39966"/>
                </a:lnTo>
                <a:lnTo>
                  <a:pt x="1745257" y="40360"/>
                </a:lnTo>
                <a:lnTo>
                  <a:pt x="1744745" y="40758"/>
                </a:lnTo>
                <a:lnTo>
                  <a:pt x="1744243" y="41160"/>
                </a:lnTo>
                <a:lnTo>
                  <a:pt x="1743750" y="41567"/>
                </a:lnTo>
                <a:lnTo>
                  <a:pt x="1743267" y="41978"/>
                </a:lnTo>
                <a:lnTo>
                  <a:pt x="1742793" y="42394"/>
                </a:lnTo>
                <a:lnTo>
                  <a:pt x="1742329" y="42814"/>
                </a:lnTo>
                <a:lnTo>
                  <a:pt x="1741875" y="43239"/>
                </a:lnTo>
                <a:lnTo>
                  <a:pt x="1741430" y="43668"/>
                </a:lnTo>
                <a:lnTo>
                  <a:pt x="1740994" y="44102"/>
                </a:lnTo>
                <a:lnTo>
                  <a:pt x="1740569" y="44540"/>
                </a:lnTo>
                <a:lnTo>
                  <a:pt x="1740153" y="44982"/>
                </a:lnTo>
                <a:lnTo>
                  <a:pt x="1739746" y="45429"/>
                </a:lnTo>
                <a:lnTo>
                  <a:pt x="1739349" y="45881"/>
                </a:lnTo>
                <a:lnTo>
                  <a:pt x="1738962" y="46337"/>
                </a:lnTo>
                <a:lnTo>
                  <a:pt x="1738584" y="46798"/>
                </a:lnTo>
                <a:lnTo>
                  <a:pt x="1738216" y="47263"/>
                </a:lnTo>
                <a:lnTo>
                  <a:pt x="1738216" y="2492"/>
                </a:lnTo>
                <a:lnTo>
                  <a:pt x="1715074" y="2492"/>
                </a:lnTo>
                <a:lnTo>
                  <a:pt x="1715074" y="122296"/>
                </a:lnTo>
                <a:lnTo>
                  <a:pt x="1738661" y="122296"/>
                </a:lnTo>
                <a:lnTo>
                  <a:pt x="1738661" y="63384"/>
                </a:lnTo>
                <a:lnTo>
                  <a:pt x="1738974" y="62987"/>
                </a:lnTo>
                <a:lnTo>
                  <a:pt x="1739293" y="62595"/>
                </a:lnTo>
                <a:lnTo>
                  <a:pt x="1739615" y="62208"/>
                </a:lnTo>
                <a:lnTo>
                  <a:pt x="1739943" y="61826"/>
                </a:lnTo>
                <a:close/>
                <a:moveTo>
                  <a:pt x="1882829" y="2492"/>
                </a:moveTo>
                <a:lnTo>
                  <a:pt x="1857818" y="2492"/>
                </a:lnTo>
                <a:lnTo>
                  <a:pt x="1857818" y="122296"/>
                </a:lnTo>
                <a:lnTo>
                  <a:pt x="1882829" y="122296"/>
                </a:lnTo>
                <a:lnTo>
                  <a:pt x="1882829" y="2492"/>
                </a:lnTo>
                <a:close/>
                <a:moveTo>
                  <a:pt x="1373695" y="123608"/>
                </a:moveTo>
                <a:lnTo>
                  <a:pt x="1375046" y="123481"/>
                </a:lnTo>
                <a:lnTo>
                  <a:pt x="1376378" y="123330"/>
                </a:lnTo>
                <a:lnTo>
                  <a:pt x="1377692" y="123156"/>
                </a:lnTo>
                <a:lnTo>
                  <a:pt x="1378987" y="122959"/>
                </a:lnTo>
                <a:lnTo>
                  <a:pt x="1380263" y="122739"/>
                </a:lnTo>
                <a:lnTo>
                  <a:pt x="1381521" y="122495"/>
                </a:lnTo>
                <a:lnTo>
                  <a:pt x="1382759" y="122229"/>
                </a:lnTo>
                <a:lnTo>
                  <a:pt x="1383979" y="121939"/>
                </a:lnTo>
                <a:lnTo>
                  <a:pt x="1385181" y="121626"/>
                </a:lnTo>
                <a:lnTo>
                  <a:pt x="1386363" y="121290"/>
                </a:lnTo>
                <a:lnTo>
                  <a:pt x="1387527" y="120931"/>
                </a:lnTo>
                <a:lnTo>
                  <a:pt x="1388673" y="120548"/>
                </a:lnTo>
                <a:lnTo>
                  <a:pt x="1389799" y="120143"/>
                </a:lnTo>
                <a:lnTo>
                  <a:pt x="1390907" y="119714"/>
                </a:lnTo>
                <a:lnTo>
                  <a:pt x="1391996" y="119262"/>
                </a:lnTo>
                <a:lnTo>
                  <a:pt x="1393067" y="118787"/>
                </a:lnTo>
                <a:lnTo>
                  <a:pt x="1394118" y="118288"/>
                </a:lnTo>
                <a:lnTo>
                  <a:pt x="1395152" y="117767"/>
                </a:lnTo>
                <a:lnTo>
                  <a:pt x="1396166" y="117222"/>
                </a:lnTo>
                <a:lnTo>
                  <a:pt x="1397161" y="116657"/>
                </a:lnTo>
                <a:lnTo>
                  <a:pt x="1398136" y="116074"/>
                </a:lnTo>
                <a:lnTo>
                  <a:pt x="1399091" y="115473"/>
                </a:lnTo>
                <a:lnTo>
                  <a:pt x="1400025" y="114854"/>
                </a:lnTo>
                <a:lnTo>
                  <a:pt x="1400940" y="114217"/>
                </a:lnTo>
                <a:lnTo>
                  <a:pt x="1401835" y="113562"/>
                </a:lnTo>
                <a:lnTo>
                  <a:pt x="1402709" y="112889"/>
                </a:lnTo>
                <a:lnTo>
                  <a:pt x="1403563" y="112198"/>
                </a:lnTo>
                <a:lnTo>
                  <a:pt x="1404398" y="111490"/>
                </a:lnTo>
                <a:lnTo>
                  <a:pt x="1405212" y="110763"/>
                </a:lnTo>
                <a:lnTo>
                  <a:pt x="1406006" y="110019"/>
                </a:lnTo>
                <a:lnTo>
                  <a:pt x="1406780" y="109256"/>
                </a:lnTo>
                <a:lnTo>
                  <a:pt x="1407534" y="108476"/>
                </a:lnTo>
                <a:lnTo>
                  <a:pt x="1408268" y="107677"/>
                </a:lnTo>
                <a:lnTo>
                  <a:pt x="1408982" y="106861"/>
                </a:lnTo>
                <a:lnTo>
                  <a:pt x="1409675" y="106027"/>
                </a:lnTo>
                <a:lnTo>
                  <a:pt x="1410349" y="105175"/>
                </a:lnTo>
                <a:lnTo>
                  <a:pt x="1411002" y="104305"/>
                </a:lnTo>
                <a:lnTo>
                  <a:pt x="1411636" y="103417"/>
                </a:lnTo>
                <a:lnTo>
                  <a:pt x="1412249" y="102511"/>
                </a:lnTo>
                <a:lnTo>
                  <a:pt x="1412842" y="101588"/>
                </a:lnTo>
                <a:lnTo>
                  <a:pt x="1413415" y="100646"/>
                </a:lnTo>
                <a:lnTo>
                  <a:pt x="1413968" y="99686"/>
                </a:lnTo>
                <a:lnTo>
                  <a:pt x="1414501" y="98709"/>
                </a:lnTo>
                <a:lnTo>
                  <a:pt x="1415013" y="97716"/>
                </a:lnTo>
                <a:lnTo>
                  <a:pt x="1415504" y="96710"/>
                </a:lnTo>
                <a:lnTo>
                  <a:pt x="1415972" y="95691"/>
                </a:lnTo>
                <a:lnTo>
                  <a:pt x="1416419" y="94659"/>
                </a:lnTo>
                <a:lnTo>
                  <a:pt x="1416844" y="93614"/>
                </a:lnTo>
                <a:lnTo>
                  <a:pt x="1417247" y="92556"/>
                </a:lnTo>
                <a:lnTo>
                  <a:pt x="1417628" y="91485"/>
                </a:lnTo>
                <a:lnTo>
                  <a:pt x="1417988" y="90401"/>
                </a:lnTo>
                <a:lnTo>
                  <a:pt x="1418325" y="89305"/>
                </a:lnTo>
                <a:lnTo>
                  <a:pt x="1418641" y="88195"/>
                </a:lnTo>
                <a:lnTo>
                  <a:pt x="1418935" y="87072"/>
                </a:lnTo>
                <a:lnTo>
                  <a:pt x="1419208" y="85936"/>
                </a:lnTo>
                <a:lnTo>
                  <a:pt x="1419458" y="84788"/>
                </a:lnTo>
                <a:lnTo>
                  <a:pt x="1419687" y="83626"/>
                </a:lnTo>
                <a:lnTo>
                  <a:pt x="1419894" y="82451"/>
                </a:lnTo>
                <a:lnTo>
                  <a:pt x="1420079" y="81263"/>
                </a:lnTo>
                <a:lnTo>
                  <a:pt x="1420243" y="80063"/>
                </a:lnTo>
                <a:lnTo>
                  <a:pt x="1420384" y="78849"/>
                </a:lnTo>
                <a:lnTo>
                  <a:pt x="1420504" y="77622"/>
                </a:lnTo>
                <a:lnTo>
                  <a:pt x="1420602" y="76383"/>
                </a:lnTo>
                <a:lnTo>
                  <a:pt x="1420678" y="75130"/>
                </a:lnTo>
                <a:lnTo>
                  <a:pt x="1420733" y="73865"/>
                </a:lnTo>
                <a:lnTo>
                  <a:pt x="1420766" y="72586"/>
                </a:lnTo>
                <a:lnTo>
                  <a:pt x="1420776" y="71295"/>
                </a:lnTo>
                <a:lnTo>
                  <a:pt x="1420776" y="59101"/>
                </a:lnTo>
                <a:lnTo>
                  <a:pt x="1367283" y="59101"/>
                </a:lnTo>
                <a:lnTo>
                  <a:pt x="1367283" y="79038"/>
                </a:lnTo>
                <a:lnTo>
                  <a:pt x="1395676" y="79038"/>
                </a:lnTo>
                <a:lnTo>
                  <a:pt x="1395627" y="79629"/>
                </a:lnTo>
                <a:lnTo>
                  <a:pt x="1395567" y="80213"/>
                </a:lnTo>
                <a:lnTo>
                  <a:pt x="1395496" y="80792"/>
                </a:lnTo>
                <a:lnTo>
                  <a:pt x="1395416" y="81365"/>
                </a:lnTo>
                <a:lnTo>
                  <a:pt x="1395324" y="81932"/>
                </a:lnTo>
                <a:lnTo>
                  <a:pt x="1395223" y="82493"/>
                </a:lnTo>
                <a:lnTo>
                  <a:pt x="1395111" y="83048"/>
                </a:lnTo>
                <a:lnTo>
                  <a:pt x="1394989" y="83597"/>
                </a:lnTo>
                <a:lnTo>
                  <a:pt x="1394857" y="84141"/>
                </a:lnTo>
                <a:lnTo>
                  <a:pt x="1394714" y="84678"/>
                </a:lnTo>
                <a:lnTo>
                  <a:pt x="1394561" y="85210"/>
                </a:lnTo>
                <a:lnTo>
                  <a:pt x="1394397" y="85736"/>
                </a:lnTo>
                <a:lnTo>
                  <a:pt x="1394223" y="86256"/>
                </a:lnTo>
                <a:lnTo>
                  <a:pt x="1394039" y="86770"/>
                </a:lnTo>
                <a:lnTo>
                  <a:pt x="1393844" y="87278"/>
                </a:lnTo>
                <a:lnTo>
                  <a:pt x="1393639" y="87781"/>
                </a:lnTo>
                <a:lnTo>
                  <a:pt x="1393424" y="88277"/>
                </a:lnTo>
                <a:lnTo>
                  <a:pt x="1393198" y="88768"/>
                </a:lnTo>
                <a:lnTo>
                  <a:pt x="1392962" y="89253"/>
                </a:lnTo>
                <a:lnTo>
                  <a:pt x="1392716" y="89731"/>
                </a:lnTo>
                <a:lnTo>
                  <a:pt x="1392459" y="90204"/>
                </a:lnTo>
                <a:lnTo>
                  <a:pt x="1392192" y="90672"/>
                </a:lnTo>
                <a:lnTo>
                  <a:pt x="1391914" y="91133"/>
                </a:lnTo>
                <a:lnTo>
                  <a:pt x="1391627" y="91588"/>
                </a:lnTo>
                <a:lnTo>
                  <a:pt x="1391329" y="92037"/>
                </a:lnTo>
                <a:lnTo>
                  <a:pt x="1391021" y="92477"/>
                </a:lnTo>
                <a:lnTo>
                  <a:pt x="1390705" y="92909"/>
                </a:lnTo>
                <a:lnTo>
                  <a:pt x="1390378" y="93333"/>
                </a:lnTo>
                <a:lnTo>
                  <a:pt x="1390042" y="93748"/>
                </a:lnTo>
                <a:lnTo>
                  <a:pt x="1389696" y="94156"/>
                </a:lnTo>
                <a:lnTo>
                  <a:pt x="1389341" y="94555"/>
                </a:lnTo>
                <a:lnTo>
                  <a:pt x="1388976" y="94946"/>
                </a:lnTo>
                <a:lnTo>
                  <a:pt x="1388602" y="95329"/>
                </a:lnTo>
                <a:lnTo>
                  <a:pt x="1388218" y="95703"/>
                </a:lnTo>
                <a:lnTo>
                  <a:pt x="1387824" y="96070"/>
                </a:lnTo>
                <a:lnTo>
                  <a:pt x="1387421" y="96428"/>
                </a:lnTo>
                <a:lnTo>
                  <a:pt x="1387008" y="96778"/>
                </a:lnTo>
                <a:lnTo>
                  <a:pt x="1386586" y="97120"/>
                </a:lnTo>
                <a:lnTo>
                  <a:pt x="1386154" y="97454"/>
                </a:lnTo>
                <a:lnTo>
                  <a:pt x="1385713" y="97779"/>
                </a:lnTo>
                <a:lnTo>
                  <a:pt x="1385262" y="98096"/>
                </a:lnTo>
                <a:lnTo>
                  <a:pt x="1384801" y="98406"/>
                </a:lnTo>
                <a:lnTo>
                  <a:pt x="1384331" y="98707"/>
                </a:lnTo>
                <a:lnTo>
                  <a:pt x="1383851" y="98999"/>
                </a:lnTo>
                <a:lnTo>
                  <a:pt x="1383361" y="99284"/>
                </a:lnTo>
                <a:lnTo>
                  <a:pt x="1382862" y="99560"/>
                </a:lnTo>
                <a:lnTo>
                  <a:pt x="1382354" y="99828"/>
                </a:lnTo>
                <a:lnTo>
                  <a:pt x="1381836" y="100088"/>
                </a:lnTo>
                <a:lnTo>
                  <a:pt x="1381308" y="100339"/>
                </a:lnTo>
                <a:lnTo>
                  <a:pt x="1380772" y="100579"/>
                </a:lnTo>
                <a:lnTo>
                  <a:pt x="1380226" y="100808"/>
                </a:lnTo>
                <a:lnTo>
                  <a:pt x="1379671" y="101027"/>
                </a:lnTo>
                <a:lnTo>
                  <a:pt x="1379107" y="101235"/>
                </a:lnTo>
                <a:lnTo>
                  <a:pt x="1378534" y="101432"/>
                </a:lnTo>
                <a:lnTo>
                  <a:pt x="1377952" y="101618"/>
                </a:lnTo>
                <a:lnTo>
                  <a:pt x="1377361" y="101794"/>
                </a:lnTo>
                <a:lnTo>
                  <a:pt x="1376760" y="101960"/>
                </a:lnTo>
                <a:lnTo>
                  <a:pt x="1376151" y="102114"/>
                </a:lnTo>
                <a:lnTo>
                  <a:pt x="1375532" y="102258"/>
                </a:lnTo>
                <a:lnTo>
                  <a:pt x="1374904" y="102391"/>
                </a:lnTo>
                <a:lnTo>
                  <a:pt x="1374268" y="102514"/>
                </a:lnTo>
                <a:lnTo>
                  <a:pt x="1373622" y="102626"/>
                </a:lnTo>
                <a:lnTo>
                  <a:pt x="1372966" y="102727"/>
                </a:lnTo>
                <a:lnTo>
                  <a:pt x="1372302" y="102818"/>
                </a:lnTo>
                <a:lnTo>
                  <a:pt x="1371629" y="102898"/>
                </a:lnTo>
                <a:lnTo>
                  <a:pt x="1370946" y="102967"/>
                </a:lnTo>
                <a:lnTo>
                  <a:pt x="1370255" y="103026"/>
                </a:lnTo>
                <a:lnTo>
                  <a:pt x="1369554" y="103074"/>
                </a:lnTo>
                <a:lnTo>
                  <a:pt x="1368844" y="103111"/>
                </a:lnTo>
                <a:lnTo>
                  <a:pt x="1368125" y="103138"/>
                </a:lnTo>
                <a:lnTo>
                  <a:pt x="1367397" y="103154"/>
                </a:lnTo>
                <a:lnTo>
                  <a:pt x="1366660" y="103159"/>
                </a:lnTo>
                <a:lnTo>
                  <a:pt x="1365667" y="103149"/>
                </a:lnTo>
                <a:lnTo>
                  <a:pt x="1364690" y="103120"/>
                </a:lnTo>
                <a:lnTo>
                  <a:pt x="1363730" y="103072"/>
                </a:lnTo>
                <a:lnTo>
                  <a:pt x="1362786" y="103003"/>
                </a:lnTo>
                <a:lnTo>
                  <a:pt x="1361858" y="102916"/>
                </a:lnTo>
                <a:lnTo>
                  <a:pt x="1360947" y="102809"/>
                </a:lnTo>
                <a:lnTo>
                  <a:pt x="1360052" y="102682"/>
                </a:lnTo>
                <a:lnTo>
                  <a:pt x="1359174" y="102536"/>
                </a:lnTo>
                <a:lnTo>
                  <a:pt x="1358312" y="102371"/>
                </a:lnTo>
                <a:lnTo>
                  <a:pt x="1357466" y="102186"/>
                </a:lnTo>
                <a:lnTo>
                  <a:pt x="1356636" y="101981"/>
                </a:lnTo>
                <a:lnTo>
                  <a:pt x="1355824" y="101757"/>
                </a:lnTo>
                <a:lnTo>
                  <a:pt x="1355027" y="101514"/>
                </a:lnTo>
                <a:lnTo>
                  <a:pt x="1354247" y="101251"/>
                </a:lnTo>
                <a:lnTo>
                  <a:pt x="1353483" y="100969"/>
                </a:lnTo>
                <a:lnTo>
                  <a:pt x="1352735" y="100667"/>
                </a:lnTo>
                <a:lnTo>
                  <a:pt x="1352004" y="100346"/>
                </a:lnTo>
                <a:lnTo>
                  <a:pt x="1351290" y="100005"/>
                </a:lnTo>
                <a:lnTo>
                  <a:pt x="1350591" y="99645"/>
                </a:lnTo>
                <a:lnTo>
                  <a:pt x="1349909" y="99265"/>
                </a:lnTo>
                <a:lnTo>
                  <a:pt x="1349244" y="98866"/>
                </a:lnTo>
                <a:lnTo>
                  <a:pt x="1348595" y="98447"/>
                </a:lnTo>
                <a:lnTo>
                  <a:pt x="1347962" y="98009"/>
                </a:lnTo>
                <a:lnTo>
                  <a:pt x="1347346" y="97552"/>
                </a:lnTo>
                <a:lnTo>
                  <a:pt x="1346744" y="97078"/>
                </a:lnTo>
                <a:lnTo>
                  <a:pt x="1346157" y="96592"/>
                </a:lnTo>
                <a:lnTo>
                  <a:pt x="1345583" y="96093"/>
                </a:lnTo>
                <a:lnTo>
                  <a:pt x="1345023" y="95581"/>
                </a:lnTo>
                <a:lnTo>
                  <a:pt x="1344476" y="95057"/>
                </a:lnTo>
                <a:lnTo>
                  <a:pt x="1343944" y="94520"/>
                </a:lnTo>
                <a:lnTo>
                  <a:pt x="1343425" y="93970"/>
                </a:lnTo>
                <a:lnTo>
                  <a:pt x="1342920" y="93408"/>
                </a:lnTo>
                <a:lnTo>
                  <a:pt x="1342429" y="92833"/>
                </a:lnTo>
                <a:lnTo>
                  <a:pt x="1341951" y="92245"/>
                </a:lnTo>
                <a:lnTo>
                  <a:pt x="1341487" y="91645"/>
                </a:lnTo>
                <a:lnTo>
                  <a:pt x="1341037" y="91032"/>
                </a:lnTo>
                <a:lnTo>
                  <a:pt x="1340601" y="90406"/>
                </a:lnTo>
                <a:lnTo>
                  <a:pt x="1340178" y="89768"/>
                </a:lnTo>
                <a:lnTo>
                  <a:pt x="1339770" y="89117"/>
                </a:lnTo>
                <a:lnTo>
                  <a:pt x="1339375" y="88453"/>
                </a:lnTo>
                <a:lnTo>
                  <a:pt x="1338993" y="87777"/>
                </a:lnTo>
                <a:lnTo>
                  <a:pt x="1338626" y="87088"/>
                </a:lnTo>
                <a:lnTo>
                  <a:pt x="1338272" y="86386"/>
                </a:lnTo>
                <a:lnTo>
                  <a:pt x="1337932" y="85672"/>
                </a:lnTo>
                <a:lnTo>
                  <a:pt x="1337606" y="84945"/>
                </a:lnTo>
                <a:lnTo>
                  <a:pt x="1337293" y="84205"/>
                </a:lnTo>
                <a:lnTo>
                  <a:pt x="1336994" y="83453"/>
                </a:lnTo>
                <a:lnTo>
                  <a:pt x="1336709" y="82688"/>
                </a:lnTo>
                <a:lnTo>
                  <a:pt x="1336437" y="81913"/>
                </a:lnTo>
                <a:lnTo>
                  <a:pt x="1336176" y="81133"/>
                </a:lnTo>
                <a:lnTo>
                  <a:pt x="1335927" y="80347"/>
                </a:lnTo>
                <a:lnTo>
                  <a:pt x="1335689" y="79555"/>
                </a:lnTo>
                <a:lnTo>
                  <a:pt x="1335463" y="78757"/>
                </a:lnTo>
                <a:lnTo>
                  <a:pt x="1335249" y="77953"/>
                </a:lnTo>
                <a:lnTo>
                  <a:pt x="1335046" y="77144"/>
                </a:lnTo>
                <a:lnTo>
                  <a:pt x="1334855" y="76328"/>
                </a:lnTo>
                <a:lnTo>
                  <a:pt x="1334675" y="75507"/>
                </a:lnTo>
                <a:lnTo>
                  <a:pt x="1334507" y="74680"/>
                </a:lnTo>
                <a:lnTo>
                  <a:pt x="1334351" y="73847"/>
                </a:lnTo>
                <a:lnTo>
                  <a:pt x="1334206" y="73008"/>
                </a:lnTo>
                <a:lnTo>
                  <a:pt x="1334073" y="72163"/>
                </a:lnTo>
                <a:lnTo>
                  <a:pt x="1333951" y="71313"/>
                </a:lnTo>
                <a:lnTo>
                  <a:pt x="1333841" y="70456"/>
                </a:lnTo>
                <a:lnTo>
                  <a:pt x="1333742" y="69594"/>
                </a:lnTo>
                <a:lnTo>
                  <a:pt x="1333655" y="68725"/>
                </a:lnTo>
                <a:lnTo>
                  <a:pt x="1333580" y="67851"/>
                </a:lnTo>
                <a:lnTo>
                  <a:pt x="1333516" y="66971"/>
                </a:lnTo>
                <a:lnTo>
                  <a:pt x="1333464" y="66085"/>
                </a:lnTo>
                <a:lnTo>
                  <a:pt x="1333424" y="65193"/>
                </a:lnTo>
                <a:lnTo>
                  <a:pt x="1333395" y="64296"/>
                </a:lnTo>
                <a:lnTo>
                  <a:pt x="1333377" y="63392"/>
                </a:lnTo>
                <a:lnTo>
                  <a:pt x="1333371" y="62483"/>
                </a:lnTo>
                <a:lnTo>
                  <a:pt x="1333377" y="61566"/>
                </a:lnTo>
                <a:lnTo>
                  <a:pt x="1333394" y="60656"/>
                </a:lnTo>
                <a:lnTo>
                  <a:pt x="1333423" y="59752"/>
                </a:lnTo>
                <a:lnTo>
                  <a:pt x="1333463" y="58855"/>
                </a:lnTo>
                <a:lnTo>
                  <a:pt x="1333514" y="57963"/>
                </a:lnTo>
                <a:lnTo>
                  <a:pt x="1333577" y="57079"/>
                </a:lnTo>
                <a:lnTo>
                  <a:pt x="1333652" y="56200"/>
                </a:lnTo>
                <a:lnTo>
                  <a:pt x="1333737" y="55328"/>
                </a:lnTo>
                <a:lnTo>
                  <a:pt x="1333835" y="54462"/>
                </a:lnTo>
                <a:lnTo>
                  <a:pt x="1333943" y="53602"/>
                </a:lnTo>
                <a:lnTo>
                  <a:pt x="1334063" y="52749"/>
                </a:lnTo>
                <a:lnTo>
                  <a:pt x="1334195" y="51902"/>
                </a:lnTo>
                <a:lnTo>
                  <a:pt x="1334338" y="51062"/>
                </a:lnTo>
                <a:lnTo>
                  <a:pt x="1334492" y="50227"/>
                </a:lnTo>
                <a:lnTo>
                  <a:pt x="1334658" y="49400"/>
                </a:lnTo>
                <a:lnTo>
                  <a:pt x="1334835" y="48578"/>
                </a:lnTo>
                <a:lnTo>
                  <a:pt x="1335024" y="47763"/>
                </a:lnTo>
                <a:lnTo>
                  <a:pt x="1335224" y="46954"/>
                </a:lnTo>
                <a:lnTo>
                  <a:pt x="1335435" y="46151"/>
                </a:lnTo>
                <a:lnTo>
                  <a:pt x="1335658" y="45355"/>
                </a:lnTo>
                <a:lnTo>
                  <a:pt x="1335893" y="44565"/>
                </a:lnTo>
                <a:lnTo>
                  <a:pt x="1336139" y="43782"/>
                </a:lnTo>
                <a:lnTo>
                  <a:pt x="1336396" y="43005"/>
                </a:lnTo>
                <a:lnTo>
                  <a:pt x="1336665" y="42234"/>
                </a:lnTo>
                <a:lnTo>
                  <a:pt x="1336946" y="41472"/>
                </a:lnTo>
                <a:lnTo>
                  <a:pt x="1337241" y="40723"/>
                </a:lnTo>
                <a:lnTo>
                  <a:pt x="1337549" y="39986"/>
                </a:lnTo>
                <a:lnTo>
                  <a:pt x="1337871" y="39262"/>
                </a:lnTo>
                <a:lnTo>
                  <a:pt x="1338207" y="38550"/>
                </a:lnTo>
                <a:lnTo>
                  <a:pt x="1338556" y="37850"/>
                </a:lnTo>
                <a:lnTo>
                  <a:pt x="1338919" y="37163"/>
                </a:lnTo>
                <a:lnTo>
                  <a:pt x="1339295" y="36488"/>
                </a:lnTo>
                <a:lnTo>
                  <a:pt x="1339685" y="35825"/>
                </a:lnTo>
                <a:lnTo>
                  <a:pt x="1340089" y="35175"/>
                </a:lnTo>
                <a:lnTo>
                  <a:pt x="1340506" y="34537"/>
                </a:lnTo>
                <a:lnTo>
                  <a:pt x="1340937" y="33912"/>
                </a:lnTo>
                <a:lnTo>
                  <a:pt x="1341382" y="33299"/>
                </a:lnTo>
                <a:lnTo>
                  <a:pt x="1341840" y="32698"/>
                </a:lnTo>
                <a:lnTo>
                  <a:pt x="1342311" y="32109"/>
                </a:lnTo>
                <a:lnTo>
                  <a:pt x="1342796" y="31533"/>
                </a:lnTo>
                <a:lnTo>
                  <a:pt x="1343295" y="30970"/>
                </a:lnTo>
                <a:lnTo>
                  <a:pt x="1343808" y="30418"/>
                </a:lnTo>
                <a:lnTo>
                  <a:pt x="1344334" y="29879"/>
                </a:lnTo>
                <a:lnTo>
                  <a:pt x="1344873" y="29353"/>
                </a:lnTo>
                <a:lnTo>
                  <a:pt x="1345426" y="28838"/>
                </a:lnTo>
                <a:lnTo>
                  <a:pt x="1345993" y="28336"/>
                </a:lnTo>
                <a:lnTo>
                  <a:pt x="1346574" y="27847"/>
                </a:lnTo>
                <a:lnTo>
                  <a:pt x="1347168" y="27370"/>
                </a:lnTo>
                <a:lnTo>
                  <a:pt x="1347776" y="26908"/>
                </a:lnTo>
                <a:lnTo>
                  <a:pt x="1348401" y="26467"/>
                </a:lnTo>
                <a:lnTo>
                  <a:pt x="1349041" y="26045"/>
                </a:lnTo>
                <a:lnTo>
                  <a:pt x="1349697" y="25643"/>
                </a:lnTo>
                <a:lnTo>
                  <a:pt x="1350369" y="25260"/>
                </a:lnTo>
                <a:lnTo>
                  <a:pt x="1351056" y="24897"/>
                </a:lnTo>
                <a:lnTo>
                  <a:pt x="1351759" y="24553"/>
                </a:lnTo>
                <a:lnTo>
                  <a:pt x="1352478" y="24230"/>
                </a:lnTo>
                <a:lnTo>
                  <a:pt x="1353213" y="23926"/>
                </a:lnTo>
                <a:lnTo>
                  <a:pt x="1353964" y="23641"/>
                </a:lnTo>
                <a:lnTo>
                  <a:pt x="1354730" y="23376"/>
                </a:lnTo>
                <a:lnTo>
                  <a:pt x="1355512" y="23131"/>
                </a:lnTo>
                <a:lnTo>
                  <a:pt x="1356310" y="22905"/>
                </a:lnTo>
                <a:lnTo>
                  <a:pt x="1357123" y="22699"/>
                </a:lnTo>
                <a:lnTo>
                  <a:pt x="1357953" y="22513"/>
                </a:lnTo>
                <a:lnTo>
                  <a:pt x="1358798" y="22346"/>
                </a:lnTo>
                <a:lnTo>
                  <a:pt x="1359659" y="22199"/>
                </a:lnTo>
                <a:lnTo>
                  <a:pt x="1360535" y="22071"/>
                </a:lnTo>
                <a:lnTo>
                  <a:pt x="1361428" y="21963"/>
                </a:lnTo>
                <a:lnTo>
                  <a:pt x="1362336" y="21875"/>
                </a:lnTo>
                <a:lnTo>
                  <a:pt x="1363260" y="21806"/>
                </a:lnTo>
                <a:lnTo>
                  <a:pt x="1364199" y="21757"/>
                </a:lnTo>
                <a:lnTo>
                  <a:pt x="1365155" y="21728"/>
                </a:lnTo>
                <a:lnTo>
                  <a:pt x="1366126" y="21718"/>
                </a:lnTo>
                <a:lnTo>
                  <a:pt x="1366804" y="21722"/>
                </a:lnTo>
                <a:lnTo>
                  <a:pt x="1367475" y="21736"/>
                </a:lnTo>
                <a:lnTo>
                  <a:pt x="1368137" y="21758"/>
                </a:lnTo>
                <a:lnTo>
                  <a:pt x="1368791" y="21789"/>
                </a:lnTo>
                <a:lnTo>
                  <a:pt x="1369438" y="21830"/>
                </a:lnTo>
                <a:lnTo>
                  <a:pt x="1370076" y="21879"/>
                </a:lnTo>
                <a:lnTo>
                  <a:pt x="1370706" y="21937"/>
                </a:lnTo>
                <a:lnTo>
                  <a:pt x="1371328" y="22005"/>
                </a:lnTo>
                <a:lnTo>
                  <a:pt x="1371942" y="22081"/>
                </a:lnTo>
                <a:lnTo>
                  <a:pt x="1372548" y="22166"/>
                </a:lnTo>
                <a:lnTo>
                  <a:pt x="1373146" y="22260"/>
                </a:lnTo>
                <a:lnTo>
                  <a:pt x="1373736" y="22363"/>
                </a:lnTo>
                <a:lnTo>
                  <a:pt x="1374318" y="22475"/>
                </a:lnTo>
                <a:lnTo>
                  <a:pt x="1374892" y="22596"/>
                </a:lnTo>
                <a:lnTo>
                  <a:pt x="1375458" y="22726"/>
                </a:lnTo>
                <a:lnTo>
                  <a:pt x="1376016" y="22865"/>
                </a:lnTo>
                <a:lnTo>
                  <a:pt x="1376566" y="23013"/>
                </a:lnTo>
                <a:lnTo>
                  <a:pt x="1377107" y="23170"/>
                </a:lnTo>
                <a:lnTo>
                  <a:pt x="1377641" y="23335"/>
                </a:lnTo>
                <a:lnTo>
                  <a:pt x="1378167" y="23510"/>
                </a:lnTo>
                <a:lnTo>
                  <a:pt x="1378684" y="23694"/>
                </a:lnTo>
                <a:lnTo>
                  <a:pt x="1379194" y="23887"/>
                </a:lnTo>
                <a:lnTo>
                  <a:pt x="1379696" y="24088"/>
                </a:lnTo>
                <a:lnTo>
                  <a:pt x="1380189" y="24299"/>
                </a:lnTo>
                <a:lnTo>
                  <a:pt x="1380674" y="24517"/>
                </a:lnTo>
                <a:lnTo>
                  <a:pt x="1381151" y="24743"/>
                </a:lnTo>
                <a:lnTo>
                  <a:pt x="1381619" y="24975"/>
                </a:lnTo>
                <a:lnTo>
                  <a:pt x="1382078" y="25214"/>
                </a:lnTo>
                <a:lnTo>
                  <a:pt x="1382529" y="25459"/>
                </a:lnTo>
                <a:lnTo>
                  <a:pt x="1382971" y="25712"/>
                </a:lnTo>
                <a:lnTo>
                  <a:pt x="1383404" y="25971"/>
                </a:lnTo>
                <a:lnTo>
                  <a:pt x="1383829" y="26237"/>
                </a:lnTo>
                <a:lnTo>
                  <a:pt x="1384245" y="26510"/>
                </a:lnTo>
                <a:lnTo>
                  <a:pt x="1384652" y="26790"/>
                </a:lnTo>
                <a:lnTo>
                  <a:pt x="1385051" y="27076"/>
                </a:lnTo>
                <a:lnTo>
                  <a:pt x="1385441" y="27370"/>
                </a:lnTo>
                <a:lnTo>
                  <a:pt x="1385822" y="27670"/>
                </a:lnTo>
                <a:lnTo>
                  <a:pt x="1386195" y="27977"/>
                </a:lnTo>
                <a:lnTo>
                  <a:pt x="1386559" y="28290"/>
                </a:lnTo>
                <a:lnTo>
                  <a:pt x="1386914" y="28611"/>
                </a:lnTo>
                <a:lnTo>
                  <a:pt x="1387261" y="28938"/>
                </a:lnTo>
                <a:lnTo>
                  <a:pt x="1387599" y="29272"/>
                </a:lnTo>
                <a:lnTo>
                  <a:pt x="1387928" y="29613"/>
                </a:lnTo>
                <a:lnTo>
                  <a:pt x="1388249" y="29961"/>
                </a:lnTo>
                <a:lnTo>
                  <a:pt x="1388561" y="30315"/>
                </a:lnTo>
                <a:lnTo>
                  <a:pt x="1388865" y="30677"/>
                </a:lnTo>
                <a:lnTo>
                  <a:pt x="1389160" y="31045"/>
                </a:lnTo>
                <a:lnTo>
                  <a:pt x="1389446" y="31419"/>
                </a:lnTo>
                <a:lnTo>
                  <a:pt x="1389723" y="31800"/>
                </a:lnTo>
                <a:lnTo>
                  <a:pt x="1389991" y="32185"/>
                </a:lnTo>
                <a:lnTo>
                  <a:pt x="1390250" y="32575"/>
                </a:lnTo>
                <a:lnTo>
                  <a:pt x="1390499" y="32970"/>
                </a:lnTo>
                <a:lnTo>
                  <a:pt x="1390739" y="33369"/>
                </a:lnTo>
                <a:lnTo>
                  <a:pt x="1390970" y="33773"/>
                </a:lnTo>
                <a:lnTo>
                  <a:pt x="1391192" y="34181"/>
                </a:lnTo>
                <a:lnTo>
                  <a:pt x="1391404" y="34594"/>
                </a:lnTo>
                <a:lnTo>
                  <a:pt x="1391607" y="35012"/>
                </a:lnTo>
                <a:lnTo>
                  <a:pt x="1391801" y="35434"/>
                </a:lnTo>
                <a:lnTo>
                  <a:pt x="1391985" y="35861"/>
                </a:lnTo>
                <a:lnTo>
                  <a:pt x="1392161" y="36293"/>
                </a:lnTo>
                <a:lnTo>
                  <a:pt x="1392327" y="36729"/>
                </a:lnTo>
                <a:lnTo>
                  <a:pt x="1392483" y="37170"/>
                </a:lnTo>
                <a:lnTo>
                  <a:pt x="1392631" y="37615"/>
                </a:lnTo>
                <a:lnTo>
                  <a:pt x="1392769" y="38065"/>
                </a:lnTo>
                <a:lnTo>
                  <a:pt x="1392898" y="38520"/>
                </a:lnTo>
                <a:lnTo>
                  <a:pt x="1393017" y="38980"/>
                </a:lnTo>
                <a:lnTo>
                  <a:pt x="1393128" y="39444"/>
                </a:lnTo>
                <a:lnTo>
                  <a:pt x="1393229" y="39912"/>
                </a:lnTo>
                <a:lnTo>
                  <a:pt x="1393321" y="40386"/>
                </a:lnTo>
                <a:lnTo>
                  <a:pt x="1393403" y="40863"/>
                </a:lnTo>
                <a:lnTo>
                  <a:pt x="1393476" y="41346"/>
                </a:lnTo>
                <a:lnTo>
                  <a:pt x="1393540" y="41833"/>
                </a:lnTo>
                <a:lnTo>
                  <a:pt x="1419085" y="41833"/>
                </a:lnTo>
                <a:lnTo>
                  <a:pt x="1418997" y="40956"/>
                </a:lnTo>
                <a:lnTo>
                  <a:pt x="1418896" y="40088"/>
                </a:lnTo>
                <a:lnTo>
                  <a:pt x="1418781" y="39230"/>
                </a:lnTo>
                <a:lnTo>
                  <a:pt x="1418653" y="38382"/>
                </a:lnTo>
                <a:lnTo>
                  <a:pt x="1418511" y="37544"/>
                </a:lnTo>
                <a:lnTo>
                  <a:pt x="1418357" y="36715"/>
                </a:lnTo>
                <a:lnTo>
                  <a:pt x="1418189" y="35897"/>
                </a:lnTo>
                <a:lnTo>
                  <a:pt x="1418007" y="35089"/>
                </a:lnTo>
                <a:lnTo>
                  <a:pt x="1417813" y="34290"/>
                </a:lnTo>
                <a:lnTo>
                  <a:pt x="1417605" y="33501"/>
                </a:lnTo>
                <a:lnTo>
                  <a:pt x="1417384" y="32722"/>
                </a:lnTo>
                <a:lnTo>
                  <a:pt x="1417149" y="31954"/>
                </a:lnTo>
                <a:lnTo>
                  <a:pt x="1416902" y="31194"/>
                </a:lnTo>
                <a:lnTo>
                  <a:pt x="1416641" y="30445"/>
                </a:lnTo>
                <a:lnTo>
                  <a:pt x="1416366" y="29706"/>
                </a:lnTo>
                <a:lnTo>
                  <a:pt x="1416079" y="28977"/>
                </a:lnTo>
                <a:lnTo>
                  <a:pt x="1415778" y="28257"/>
                </a:lnTo>
                <a:lnTo>
                  <a:pt x="1415464" y="27548"/>
                </a:lnTo>
                <a:lnTo>
                  <a:pt x="1415136" y="26848"/>
                </a:lnTo>
                <a:lnTo>
                  <a:pt x="1414796" y="26158"/>
                </a:lnTo>
                <a:lnTo>
                  <a:pt x="1414442" y="25478"/>
                </a:lnTo>
                <a:lnTo>
                  <a:pt x="1414074" y="24808"/>
                </a:lnTo>
                <a:lnTo>
                  <a:pt x="1413694" y="24148"/>
                </a:lnTo>
                <a:lnTo>
                  <a:pt x="1413300" y="23498"/>
                </a:lnTo>
                <a:lnTo>
                  <a:pt x="1412895" y="22857"/>
                </a:lnTo>
                <a:lnTo>
                  <a:pt x="1412481" y="22226"/>
                </a:lnTo>
                <a:lnTo>
                  <a:pt x="1412058" y="21604"/>
                </a:lnTo>
                <a:lnTo>
                  <a:pt x="1411626" y="20992"/>
                </a:lnTo>
                <a:lnTo>
                  <a:pt x="1411185" y="20389"/>
                </a:lnTo>
                <a:lnTo>
                  <a:pt x="1410735" y="19796"/>
                </a:lnTo>
                <a:lnTo>
                  <a:pt x="1410277" y="19212"/>
                </a:lnTo>
                <a:lnTo>
                  <a:pt x="1409809" y="18637"/>
                </a:lnTo>
                <a:lnTo>
                  <a:pt x="1409332" y="18072"/>
                </a:lnTo>
                <a:lnTo>
                  <a:pt x="1408846" y="17516"/>
                </a:lnTo>
                <a:lnTo>
                  <a:pt x="1408352" y="16970"/>
                </a:lnTo>
                <a:lnTo>
                  <a:pt x="1407848" y="16433"/>
                </a:lnTo>
                <a:lnTo>
                  <a:pt x="1407336" y="15905"/>
                </a:lnTo>
                <a:lnTo>
                  <a:pt x="1406814" y="15387"/>
                </a:lnTo>
                <a:lnTo>
                  <a:pt x="1406284" y="14879"/>
                </a:lnTo>
                <a:lnTo>
                  <a:pt x="1405744" y="14380"/>
                </a:lnTo>
                <a:lnTo>
                  <a:pt x="1405196" y="13890"/>
                </a:lnTo>
                <a:lnTo>
                  <a:pt x="1404638" y="13409"/>
                </a:lnTo>
                <a:lnTo>
                  <a:pt x="1404072" y="12939"/>
                </a:lnTo>
                <a:lnTo>
                  <a:pt x="1403497" y="12477"/>
                </a:lnTo>
                <a:lnTo>
                  <a:pt x="1402912" y="12025"/>
                </a:lnTo>
                <a:lnTo>
                  <a:pt x="1402319" y="11582"/>
                </a:lnTo>
                <a:lnTo>
                  <a:pt x="1401717" y="11149"/>
                </a:lnTo>
                <a:lnTo>
                  <a:pt x="1401106" y="10725"/>
                </a:lnTo>
                <a:lnTo>
                  <a:pt x="1400488" y="10311"/>
                </a:lnTo>
                <a:lnTo>
                  <a:pt x="1399864" y="9905"/>
                </a:lnTo>
                <a:lnTo>
                  <a:pt x="1399235" y="9509"/>
                </a:lnTo>
                <a:lnTo>
                  <a:pt x="1398601" y="9122"/>
                </a:lnTo>
                <a:lnTo>
                  <a:pt x="1397962" y="8744"/>
                </a:lnTo>
                <a:lnTo>
                  <a:pt x="1397317" y="8375"/>
                </a:lnTo>
                <a:lnTo>
                  <a:pt x="1396668" y="8015"/>
                </a:lnTo>
                <a:lnTo>
                  <a:pt x="1396013" y="7664"/>
                </a:lnTo>
                <a:lnTo>
                  <a:pt x="1395352" y="7323"/>
                </a:lnTo>
                <a:lnTo>
                  <a:pt x="1394687" y="6990"/>
                </a:lnTo>
                <a:lnTo>
                  <a:pt x="1394016" y="6667"/>
                </a:lnTo>
                <a:lnTo>
                  <a:pt x="1393340" y="6353"/>
                </a:lnTo>
                <a:lnTo>
                  <a:pt x="1392659" y="6048"/>
                </a:lnTo>
                <a:lnTo>
                  <a:pt x="1391972" y="5752"/>
                </a:lnTo>
                <a:lnTo>
                  <a:pt x="1391280" y="5465"/>
                </a:lnTo>
                <a:lnTo>
                  <a:pt x="1390583" y="5187"/>
                </a:lnTo>
                <a:lnTo>
                  <a:pt x="1389881" y="4918"/>
                </a:lnTo>
                <a:lnTo>
                  <a:pt x="1389173" y="4659"/>
                </a:lnTo>
                <a:lnTo>
                  <a:pt x="1388461" y="4409"/>
                </a:lnTo>
                <a:lnTo>
                  <a:pt x="1387742" y="4167"/>
                </a:lnTo>
                <a:lnTo>
                  <a:pt x="1387019" y="3935"/>
                </a:lnTo>
                <a:lnTo>
                  <a:pt x="1386290" y="3712"/>
                </a:lnTo>
                <a:lnTo>
                  <a:pt x="1385557" y="3498"/>
                </a:lnTo>
                <a:lnTo>
                  <a:pt x="1384818" y="3293"/>
                </a:lnTo>
                <a:lnTo>
                  <a:pt x="1384075" y="3097"/>
                </a:lnTo>
                <a:lnTo>
                  <a:pt x="1383332" y="2909"/>
                </a:lnTo>
                <a:lnTo>
                  <a:pt x="1382587" y="2730"/>
                </a:lnTo>
                <a:lnTo>
                  <a:pt x="1381841" y="2559"/>
                </a:lnTo>
                <a:lnTo>
                  <a:pt x="1381093" y="2396"/>
                </a:lnTo>
                <a:lnTo>
                  <a:pt x="1380345" y="2242"/>
                </a:lnTo>
                <a:lnTo>
                  <a:pt x="1379595" y="2096"/>
                </a:lnTo>
                <a:lnTo>
                  <a:pt x="1378844" y="1958"/>
                </a:lnTo>
                <a:lnTo>
                  <a:pt x="1378092" y="1829"/>
                </a:lnTo>
                <a:lnTo>
                  <a:pt x="1377338" y="1708"/>
                </a:lnTo>
                <a:lnTo>
                  <a:pt x="1376584" y="1595"/>
                </a:lnTo>
                <a:lnTo>
                  <a:pt x="1375828" y="1491"/>
                </a:lnTo>
                <a:lnTo>
                  <a:pt x="1375071" y="1395"/>
                </a:lnTo>
                <a:lnTo>
                  <a:pt x="1374312" y="1307"/>
                </a:lnTo>
                <a:lnTo>
                  <a:pt x="1373553" y="1228"/>
                </a:lnTo>
                <a:lnTo>
                  <a:pt x="1372792" y="1157"/>
                </a:lnTo>
                <a:lnTo>
                  <a:pt x="1372030" y="1095"/>
                </a:lnTo>
                <a:lnTo>
                  <a:pt x="1371266" y="1040"/>
                </a:lnTo>
                <a:lnTo>
                  <a:pt x="1370502" y="994"/>
                </a:lnTo>
                <a:lnTo>
                  <a:pt x="1369736" y="957"/>
                </a:lnTo>
                <a:lnTo>
                  <a:pt x="1368969" y="928"/>
                </a:lnTo>
                <a:lnTo>
                  <a:pt x="1368200" y="907"/>
                </a:lnTo>
                <a:lnTo>
                  <a:pt x="1367431" y="894"/>
                </a:lnTo>
                <a:lnTo>
                  <a:pt x="1366660" y="890"/>
                </a:lnTo>
                <a:lnTo>
                  <a:pt x="1365134" y="903"/>
                </a:lnTo>
                <a:lnTo>
                  <a:pt x="1363626" y="943"/>
                </a:lnTo>
                <a:lnTo>
                  <a:pt x="1362136" y="1009"/>
                </a:lnTo>
                <a:lnTo>
                  <a:pt x="1360665" y="1101"/>
                </a:lnTo>
                <a:lnTo>
                  <a:pt x="1359211" y="1220"/>
                </a:lnTo>
                <a:lnTo>
                  <a:pt x="1357776" y="1366"/>
                </a:lnTo>
                <a:lnTo>
                  <a:pt x="1356359" y="1537"/>
                </a:lnTo>
                <a:lnTo>
                  <a:pt x="1354961" y="1736"/>
                </a:lnTo>
                <a:lnTo>
                  <a:pt x="1353580" y="1960"/>
                </a:lnTo>
                <a:lnTo>
                  <a:pt x="1352218" y="2211"/>
                </a:lnTo>
                <a:lnTo>
                  <a:pt x="1350874" y="2489"/>
                </a:lnTo>
                <a:lnTo>
                  <a:pt x="1349549" y="2793"/>
                </a:lnTo>
                <a:lnTo>
                  <a:pt x="1348241" y="3123"/>
                </a:lnTo>
                <a:lnTo>
                  <a:pt x="1346952" y="3480"/>
                </a:lnTo>
                <a:lnTo>
                  <a:pt x="1345681" y="3863"/>
                </a:lnTo>
                <a:lnTo>
                  <a:pt x="1344428" y="4272"/>
                </a:lnTo>
                <a:lnTo>
                  <a:pt x="1343194" y="4708"/>
                </a:lnTo>
                <a:lnTo>
                  <a:pt x="1341977" y="5171"/>
                </a:lnTo>
                <a:lnTo>
                  <a:pt x="1340779" y="5660"/>
                </a:lnTo>
                <a:lnTo>
                  <a:pt x="1339600" y="6175"/>
                </a:lnTo>
                <a:lnTo>
                  <a:pt x="1338438" y="6717"/>
                </a:lnTo>
                <a:lnTo>
                  <a:pt x="1337295" y="7285"/>
                </a:lnTo>
                <a:lnTo>
                  <a:pt x="1336169" y="7879"/>
                </a:lnTo>
                <a:lnTo>
                  <a:pt x="1335063" y="8500"/>
                </a:lnTo>
                <a:lnTo>
                  <a:pt x="1333975" y="9145"/>
                </a:lnTo>
                <a:lnTo>
                  <a:pt x="1332909" y="9812"/>
                </a:lnTo>
                <a:lnTo>
                  <a:pt x="1331865" y="10500"/>
                </a:lnTo>
                <a:lnTo>
                  <a:pt x="1330841" y="11210"/>
                </a:lnTo>
                <a:lnTo>
                  <a:pt x="1329838" y="11941"/>
                </a:lnTo>
                <a:lnTo>
                  <a:pt x="1328857" y="12695"/>
                </a:lnTo>
                <a:lnTo>
                  <a:pt x="1327897" y="13469"/>
                </a:lnTo>
                <a:lnTo>
                  <a:pt x="1326958" y="14266"/>
                </a:lnTo>
                <a:lnTo>
                  <a:pt x="1326040" y="15084"/>
                </a:lnTo>
                <a:lnTo>
                  <a:pt x="1325144" y="15924"/>
                </a:lnTo>
                <a:lnTo>
                  <a:pt x="1324268" y="16785"/>
                </a:lnTo>
                <a:lnTo>
                  <a:pt x="1323414" y="17668"/>
                </a:lnTo>
                <a:lnTo>
                  <a:pt x="1322581" y="18572"/>
                </a:lnTo>
                <a:lnTo>
                  <a:pt x="1321769" y="19499"/>
                </a:lnTo>
                <a:lnTo>
                  <a:pt x="1320978" y="20447"/>
                </a:lnTo>
                <a:lnTo>
                  <a:pt x="1320208" y="21416"/>
                </a:lnTo>
                <a:lnTo>
                  <a:pt x="1319460" y="22407"/>
                </a:lnTo>
                <a:lnTo>
                  <a:pt x="1318733" y="23420"/>
                </a:lnTo>
                <a:lnTo>
                  <a:pt x="1318027" y="24454"/>
                </a:lnTo>
                <a:lnTo>
                  <a:pt x="1317342" y="25510"/>
                </a:lnTo>
                <a:lnTo>
                  <a:pt x="1316678" y="26588"/>
                </a:lnTo>
                <a:lnTo>
                  <a:pt x="1316035" y="27687"/>
                </a:lnTo>
                <a:lnTo>
                  <a:pt x="1315414" y="28808"/>
                </a:lnTo>
                <a:lnTo>
                  <a:pt x="1314814" y="29951"/>
                </a:lnTo>
                <a:lnTo>
                  <a:pt x="1314236" y="31113"/>
                </a:lnTo>
                <a:lnTo>
                  <a:pt x="1313683" y="32291"/>
                </a:lnTo>
                <a:lnTo>
                  <a:pt x="1313155" y="33487"/>
                </a:lnTo>
                <a:lnTo>
                  <a:pt x="1312651" y="34699"/>
                </a:lnTo>
                <a:lnTo>
                  <a:pt x="1312172" y="35928"/>
                </a:lnTo>
                <a:lnTo>
                  <a:pt x="1311718" y="37174"/>
                </a:lnTo>
                <a:lnTo>
                  <a:pt x="1311288" y="38437"/>
                </a:lnTo>
                <a:lnTo>
                  <a:pt x="1310882" y="39717"/>
                </a:lnTo>
                <a:lnTo>
                  <a:pt x="1310502" y="41013"/>
                </a:lnTo>
                <a:lnTo>
                  <a:pt x="1310145" y="42327"/>
                </a:lnTo>
                <a:lnTo>
                  <a:pt x="1309814" y="43657"/>
                </a:lnTo>
                <a:lnTo>
                  <a:pt x="1309506" y="45004"/>
                </a:lnTo>
                <a:lnTo>
                  <a:pt x="1309224" y="46368"/>
                </a:lnTo>
                <a:lnTo>
                  <a:pt x="1308966" y="47749"/>
                </a:lnTo>
                <a:lnTo>
                  <a:pt x="1308733" y="49146"/>
                </a:lnTo>
                <a:lnTo>
                  <a:pt x="1308524" y="50561"/>
                </a:lnTo>
                <a:lnTo>
                  <a:pt x="1308339" y="51992"/>
                </a:lnTo>
                <a:lnTo>
                  <a:pt x="1308180" y="53440"/>
                </a:lnTo>
                <a:lnTo>
                  <a:pt x="1308045" y="54905"/>
                </a:lnTo>
                <a:lnTo>
                  <a:pt x="1307934" y="56387"/>
                </a:lnTo>
                <a:lnTo>
                  <a:pt x="1307848" y="57886"/>
                </a:lnTo>
                <a:lnTo>
                  <a:pt x="1307787" y="59401"/>
                </a:lnTo>
                <a:lnTo>
                  <a:pt x="1307750" y="60934"/>
                </a:lnTo>
                <a:lnTo>
                  <a:pt x="1307737" y="62483"/>
                </a:lnTo>
                <a:lnTo>
                  <a:pt x="1307750" y="64025"/>
                </a:lnTo>
                <a:lnTo>
                  <a:pt x="1307787" y="65550"/>
                </a:lnTo>
                <a:lnTo>
                  <a:pt x="1307848" y="67058"/>
                </a:lnTo>
                <a:lnTo>
                  <a:pt x="1307934" y="68550"/>
                </a:lnTo>
                <a:lnTo>
                  <a:pt x="1308045" y="70025"/>
                </a:lnTo>
                <a:lnTo>
                  <a:pt x="1308180" y="71484"/>
                </a:lnTo>
                <a:lnTo>
                  <a:pt x="1308339" y="72925"/>
                </a:lnTo>
                <a:lnTo>
                  <a:pt x="1308524" y="74351"/>
                </a:lnTo>
                <a:lnTo>
                  <a:pt x="1308733" y="75759"/>
                </a:lnTo>
                <a:lnTo>
                  <a:pt x="1308966" y="77151"/>
                </a:lnTo>
                <a:lnTo>
                  <a:pt x="1309224" y="78526"/>
                </a:lnTo>
                <a:lnTo>
                  <a:pt x="1309506" y="79884"/>
                </a:lnTo>
                <a:lnTo>
                  <a:pt x="1309814" y="81225"/>
                </a:lnTo>
                <a:lnTo>
                  <a:pt x="1310145" y="82550"/>
                </a:lnTo>
                <a:lnTo>
                  <a:pt x="1310502" y="83859"/>
                </a:lnTo>
                <a:lnTo>
                  <a:pt x="1310882" y="85150"/>
                </a:lnTo>
                <a:lnTo>
                  <a:pt x="1311288" y="86425"/>
                </a:lnTo>
                <a:lnTo>
                  <a:pt x="1311718" y="87683"/>
                </a:lnTo>
                <a:lnTo>
                  <a:pt x="1312172" y="88925"/>
                </a:lnTo>
                <a:lnTo>
                  <a:pt x="1312651" y="90149"/>
                </a:lnTo>
                <a:lnTo>
                  <a:pt x="1313155" y="91357"/>
                </a:lnTo>
                <a:lnTo>
                  <a:pt x="1313683" y="92549"/>
                </a:lnTo>
                <a:lnTo>
                  <a:pt x="1314236" y="93723"/>
                </a:lnTo>
                <a:lnTo>
                  <a:pt x="1314814" y="94881"/>
                </a:lnTo>
                <a:lnTo>
                  <a:pt x="1315414" y="96020"/>
                </a:lnTo>
                <a:lnTo>
                  <a:pt x="1316035" y="97138"/>
                </a:lnTo>
                <a:lnTo>
                  <a:pt x="1316678" y="98234"/>
                </a:lnTo>
                <a:lnTo>
                  <a:pt x="1317342" y="99308"/>
                </a:lnTo>
                <a:lnTo>
                  <a:pt x="1318027" y="100361"/>
                </a:lnTo>
                <a:lnTo>
                  <a:pt x="1318733" y="101393"/>
                </a:lnTo>
                <a:lnTo>
                  <a:pt x="1319460" y="102403"/>
                </a:lnTo>
                <a:lnTo>
                  <a:pt x="1320208" y="103392"/>
                </a:lnTo>
                <a:lnTo>
                  <a:pt x="1320978" y="104359"/>
                </a:lnTo>
                <a:lnTo>
                  <a:pt x="1321769" y="105304"/>
                </a:lnTo>
                <a:lnTo>
                  <a:pt x="1322581" y="106228"/>
                </a:lnTo>
                <a:lnTo>
                  <a:pt x="1323414" y="107131"/>
                </a:lnTo>
                <a:lnTo>
                  <a:pt x="1324268" y="108012"/>
                </a:lnTo>
                <a:lnTo>
                  <a:pt x="1325144" y="108872"/>
                </a:lnTo>
                <a:lnTo>
                  <a:pt x="1326040" y="109710"/>
                </a:lnTo>
                <a:lnTo>
                  <a:pt x="1326958" y="110527"/>
                </a:lnTo>
                <a:lnTo>
                  <a:pt x="1327897" y="111322"/>
                </a:lnTo>
                <a:lnTo>
                  <a:pt x="1328857" y="112096"/>
                </a:lnTo>
                <a:lnTo>
                  <a:pt x="1329838" y="112848"/>
                </a:lnTo>
                <a:lnTo>
                  <a:pt x="1330841" y="113579"/>
                </a:lnTo>
                <a:lnTo>
                  <a:pt x="1331865" y="114289"/>
                </a:lnTo>
                <a:lnTo>
                  <a:pt x="1332909" y="114976"/>
                </a:lnTo>
                <a:lnTo>
                  <a:pt x="1333975" y="115643"/>
                </a:lnTo>
                <a:lnTo>
                  <a:pt x="1335063" y="116288"/>
                </a:lnTo>
                <a:lnTo>
                  <a:pt x="1336169" y="116909"/>
                </a:lnTo>
                <a:lnTo>
                  <a:pt x="1337295" y="117503"/>
                </a:lnTo>
                <a:lnTo>
                  <a:pt x="1338438" y="118071"/>
                </a:lnTo>
                <a:lnTo>
                  <a:pt x="1339600" y="118613"/>
                </a:lnTo>
                <a:lnTo>
                  <a:pt x="1340779" y="119128"/>
                </a:lnTo>
                <a:lnTo>
                  <a:pt x="1341977" y="119617"/>
                </a:lnTo>
                <a:lnTo>
                  <a:pt x="1343194" y="120080"/>
                </a:lnTo>
                <a:lnTo>
                  <a:pt x="1344428" y="120516"/>
                </a:lnTo>
                <a:lnTo>
                  <a:pt x="1345681" y="120925"/>
                </a:lnTo>
                <a:lnTo>
                  <a:pt x="1346952" y="121308"/>
                </a:lnTo>
                <a:lnTo>
                  <a:pt x="1348241" y="121665"/>
                </a:lnTo>
                <a:lnTo>
                  <a:pt x="1349549" y="121995"/>
                </a:lnTo>
                <a:lnTo>
                  <a:pt x="1350874" y="122299"/>
                </a:lnTo>
                <a:lnTo>
                  <a:pt x="1352218" y="122577"/>
                </a:lnTo>
                <a:lnTo>
                  <a:pt x="1353580" y="122828"/>
                </a:lnTo>
                <a:lnTo>
                  <a:pt x="1354961" y="123052"/>
                </a:lnTo>
                <a:lnTo>
                  <a:pt x="1356359" y="123250"/>
                </a:lnTo>
                <a:lnTo>
                  <a:pt x="1357776" y="123422"/>
                </a:lnTo>
                <a:lnTo>
                  <a:pt x="1359211" y="123567"/>
                </a:lnTo>
                <a:lnTo>
                  <a:pt x="1360665" y="123686"/>
                </a:lnTo>
                <a:lnTo>
                  <a:pt x="1362136" y="123779"/>
                </a:lnTo>
                <a:lnTo>
                  <a:pt x="1363626" y="123845"/>
                </a:lnTo>
                <a:lnTo>
                  <a:pt x="1365134" y="123885"/>
                </a:lnTo>
                <a:lnTo>
                  <a:pt x="1366660" y="123898"/>
                </a:lnTo>
                <a:lnTo>
                  <a:pt x="1368105" y="123886"/>
                </a:lnTo>
                <a:lnTo>
                  <a:pt x="1369530" y="123851"/>
                </a:lnTo>
                <a:lnTo>
                  <a:pt x="1370937" y="123793"/>
                </a:lnTo>
                <a:lnTo>
                  <a:pt x="1372326" y="123712"/>
                </a:lnTo>
                <a:lnTo>
                  <a:pt x="1373695" y="123608"/>
                </a:lnTo>
                <a:close/>
                <a:moveTo>
                  <a:pt x="2098448" y="103997"/>
                </a:moveTo>
                <a:lnTo>
                  <a:pt x="2097944" y="103956"/>
                </a:lnTo>
                <a:lnTo>
                  <a:pt x="2097456" y="103903"/>
                </a:lnTo>
                <a:lnTo>
                  <a:pt x="2096985" y="103839"/>
                </a:lnTo>
                <a:lnTo>
                  <a:pt x="2096530" y="103763"/>
                </a:lnTo>
                <a:lnTo>
                  <a:pt x="2096093" y="103676"/>
                </a:lnTo>
                <a:lnTo>
                  <a:pt x="2095673" y="103576"/>
                </a:lnTo>
                <a:lnTo>
                  <a:pt x="2095269" y="103465"/>
                </a:lnTo>
                <a:lnTo>
                  <a:pt x="2094882" y="103343"/>
                </a:lnTo>
                <a:lnTo>
                  <a:pt x="2094512" y="103209"/>
                </a:lnTo>
                <a:lnTo>
                  <a:pt x="2094159" y="103063"/>
                </a:lnTo>
                <a:lnTo>
                  <a:pt x="2093822" y="102905"/>
                </a:lnTo>
                <a:lnTo>
                  <a:pt x="2093503" y="102736"/>
                </a:lnTo>
                <a:lnTo>
                  <a:pt x="2093200" y="102555"/>
                </a:lnTo>
                <a:lnTo>
                  <a:pt x="2092915" y="102362"/>
                </a:lnTo>
                <a:lnTo>
                  <a:pt x="2092646" y="102158"/>
                </a:lnTo>
                <a:lnTo>
                  <a:pt x="2092394" y="101942"/>
                </a:lnTo>
                <a:lnTo>
                  <a:pt x="2092158" y="101714"/>
                </a:lnTo>
                <a:lnTo>
                  <a:pt x="2091940" y="101475"/>
                </a:lnTo>
                <a:lnTo>
                  <a:pt x="2091738" y="101224"/>
                </a:lnTo>
                <a:lnTo>
                  <a:pt x="2091553" y="100961"/>
                </a:lnTo>
                <a:lnTo>
                  <a:pt x="2091386" y="100686"/>
                </a:lnTo>
                <a:lnTo>
                  <a:pt x="2091229" y="100400"/>
                </a:lnTo>
                <a:lnTo>
                  <a:pt x="2091080" y="100101"/>
                </a:lnTo>
                <a:lnTo>
                  <a:pt x="2090937" y="99789"/>
                </a:lnTo>
                <a:lnTo>
                  <a:pt x="2090801" y="99465"/>
                </a:lnTo>
                <a:lnTo>
                  <a:pt x="2090671" y="99127"/>
                </a:lnTo>
                <a:lnTo>
                  <a:pt x="2090548" y="98778"/>
                </a:lnTo>
                <a:lnTo>
                  <a:pt x="2090432" y="98416"/>
                </a:lnTo>
                <a:lnTo>
                  <a:pt x="2090322" y="98041"/>
                </a:lnTo>
                <a:lnTo>
                  <a:pt x="2090219" y="97653"/>
                </a:lnTo>
                <a:lnTo>
                  <a:pt x="2090123" y="97253"/>
                </a:lnTo>
                <a:lnTo>
                  <a:pt x="2090033" y="96840"/>
                </a:lnTo>
                <a:lnTo>
                  <a:pt x="2089950" y="96415"/>
                </a:lnTo>
                <a:lnTo>
                  <a:pt x="2089874" y="95977"/>
                </a:lnTo>
                <a:lnTo>
                  <a:pt x="2089804" y="95526"/>
                </a:lnTo>
                <a:lnTo>
                  <a:pt x="2089741" y="95063"/>
                </a:lnTo>
                <a:lnTo>
                  <a:pt x="2089685" y="94587"/>
                </a:lnTo>
                <a:lnTo>
                  <a:pt x="2089635" y="94098"/>
                </a:lnTo>
                <a:lnTo>
                  <a:pt x="2089592" y="93597"/>
                </a:lnTo>
                <a:lnTo>
                  <a:pt x="2089555" y="93084"/>
                </a:lnTo>
                <a:lnTo>
                  <a:pt x="2089525" y="92557"/>
                </a:lnTo>
                <a:lnTo>
                  <a:pt x="2089502" y="92018"/>
                </a:lnTo>
                <a:lnTo>
                  <a:pt x="2089485" y="91467"/>
                </a:lnTo>
                <a:lnTo>
                  <a:pt x="2089475" y="90902"/>
                </a:lnTo>
                <a:lnTo>
                  <a:pt x="2089472" y="90325"/>
                </a:lnTo>
                <a:lnTo>
                  <a:pt x="2089472" y="52514"/>
                </a:lnTo>
                <a:lnTo>
                  <a:pt x="2108430" y="52514"/>
                </a:lnTo>
                <a:lnTo>
                  <a:pt x="2108430" y="34357"/>
                </a:lnTo>
                <a:lnTo>
                  <a:pt x="2089472" y="34357"/>
                </a:lnTo>
                <a:lnTo>
                  <a:pt x="2089472" y="13885"/>
                </a:lnTo>
                <a:lnTo>
                  <a:pt x="2065885" y="13885"/>
                </a:lnTo>
                <a:lnTo>
                  <a:pt x="2065885" y="34357"/>
                </a:lnTo>
                <a:lnTo>
                  <a:pt x="2051466" y="34357"/>
                </a:lnTo>
                <a:lnTo>
                  <a:pt x="2051466" y="52514"/>
                </a:lnTo>
                <a:lnTo>
                  <a:pt x="2065885" y="52514"/>
                </a:lnTo>
                <a:lnTo>
                  <a:pt x="2065885" y="91563"/>
                </a:lnTo>
                <a:lnTo>
                  <a:pt x="2065890" y="92460"/>
                </a:lnTo>
                <a:lnTo>
                  <a:pt x="2065905" y="93343"/>
                </a:lnTo>
                <a:lnTo>
                  <a:pt x="2065930" y="94211"/>
                </a:lnTo>
                <a:lnTo>
                  <a:pt x="2065964" y="95065"/>
                </a:lnTo>
                <a:lnTo>
                  <a:pt x="2066009" y="95905"/>
                </a:lnTo>
                <a:lnTo>
                  <a:pt x="2066063" y="96730"/>
                </a:lnTo>
                <a:lnTo>
                  <a:pt x="2066127" y="97541"/>
                </a:lnTo>
                <a:lnTo>
                  <a:pt x="2066202" y="98338"/>
                </a:lnTo>
                <a:lnTo>
                  <a:pt x="2066286" y="99120"/>
                </a:lnTo>
                <a:lnTo>
                  <a:pt x="2066380" y="99889"/>
                </a:lnTo>
                <a:lnTo>
                  <a:pt x="2066483" y="100643"/>
                </a:lnTo>
                <a:lnTo>
                  <a:pt x="2066597" y="101382"/>
                </a:lnTo>
                <a:lnTo>
                  <a:pt x="2066721" y="102108"/>
                </a:lnTo>
                <a:lnTo>
                  <a:pt x="2066854" y="102819"/>
                </a:lnTo>
                <a:lnTo>
                  <a:pt x="2066998" y="103516"/>
                </a:lnTo>
                <a:lnTo>
                  <a:pt x="2067151" y="104198"/>
                </a:lnTo>
                <a:lnTo>
                  <a:pt x="2067314" y="104867"/>
                </a:lnTo>
                <a:lnTo>
                  <a:pt x="2067487" y="105521"/>
                </a:lnTo>
                <a:lnTo>
                  <a:pt x="2067670" y="106161"/>
                </a:lnTo>
                <a:lnTo>
                  <a:pt x="2067863" y="106786"/>
                </a:lnTo>
                <a:lnTo>
                  <a:pt x="2068066" y="107397"/>
                </a:lnTo>
                <a:lnTo>
                  <a:pt x="2068278" y="107994"/>
                </a:lnTo>
                <a:lnTo>
                  <a:pt x="2068501" y="108577"/>
                </a:lnTo>
                <a:lnTo>
                  <a:pt x="2068733" y="109145"/>
                </a:lnTo>
                <a:lnTo>
                  <a:pt x="2068978" y="109700"/>
                </a:lnTo>
                <a:lnTo>
                  <a:pt x="2069239" y="110243"/>
                </a:lnTo>
                <a:lnTo>
                  <a:pt x="2069514" y="110773"/>
                </a:lnTo>
                <a:lnTo>
                  <a:pt x="2069805" y="111292"/>
                </a:lnTo>
                <a:lnTo>
                  <a:pt x="2070111" y="111798"/>
                </a:lnTo>
                <a:lnTo>
                  <a:pt x="2070433" y="112292"/>
                </a:lnTo>
                <a:lnTo>
                  <a:pt x="2070770" y="112773"/>
                </a:lnTo>
                <a:lnTo>
                  <a:pt x="2071122" y="113243"/>
                </a:lnTo>
                <a:lnTo>
                  <a:pt x="2071489" y="113700"/>
                </a:lnTo>
                <a:lnTo>
                  <a:pt x="2071872" y="114145"/>
                </a:lnTo>
                <a:lnTo>
                  <a:pt x="2072270" y="114577"/>
                </a:lnTo>
                <a:lnTo>
                  <a:pt x="2072683" y="114998"/>
                </a:lnTo>
                <a:lnTo>
                  <a:pt x="2073112" y="115406"/>
                </a:lnTo>
                <a:lnTo>
                  <a:pt x="2073555" y="115802"/>
                </a:lnTo>
                <a:lnTo>
                  <a:pt x="2074015" y="116186"/>
                </a:lnTo>
                <a:lnTo>
                  <a:pt x="2074489" y="116557"/>
                </a:lnTo>
                <a:lnTo>
                  <a:pt x="2074979" y="116916"/>
                </a:lnTo>
                <a:lnTo>
                  <a:pt x="2075484" y="117263"/>
                </a:lnTo>
                <a:lnTo>
                  <a:pt x="2076004" y="117598"/>
                </a:lnTo>
                <a:lnTo>
                  <a:pt x="2076540" y="117921"/>
                </a:lnTo>
                <a:lnTo>
                  <a:pt x="2077091" y="118231"/>
                </a:lnTo>
                <a:lnTo>
                  <a:pt x="2077657" y="118529"/>
                </a:lnTo>
                <a:lnTo>
                  <a:pt x="2078239" y="118815"/>
                </a:lnTo>
                <a:lnTo>
                  <a:pt x="2078836" y="119089"/>
                </a:lnTo>
                <a:lnTo>
                  <a:pt x="2079450" y="119350"/>
                </a:lnTo>
                <a:lnTo>
                  <a:pt x="2080086" y="119601"/>
                </a:lnTo>
                <a:lnTo>
                  <a:pt x="2080742" y="119840"/>
                </a:lnTo>
                <a:lnTo>
                  <a:pt x="2081418" y="120069"/>
                </a:lnTo>
                <a:lnTo>
                  <a:pt x="2082115" y="120286"/>
                </a:lnTo>
                <a:lnTo>
                  <a:pt x="2082833" y="120492"/>
                </a:lnTo>
                <a:lnTo>
                  <a:pt x="2083571" y="120687"/>
                </a:lnTo>
                <a:lnTo>
                  <a:pt x="2084329" y="120870"/>
                </a:lnTo>
                <a:lnTo>
                  <a:pt x="2085109" y="121043"/>
                </a:lnTo>
                <a:lnTo>
                  <a:pt x="2085908" y="121204"/>
                </a:lnTo>
                <a:lnTo>
                  <a:pt x="2086729" y="121355"/>
                </a:lnTo>
                <a:lnTo>
                  <a:pt x="2087569" y="121494"/>
                </a:lnTo>
                <a:lnTo>
                  <a:pt x="2088431" y="121622"/>
                </a:lnTo>
                <a:lnTo>
                  <a:pt x="2089313" y="121739"/>
                </a:lnTo>
                <a:lnTo>
                  <a:pt x="2090215" y="121845"/>
                </a:lnTo>
                <a:lnTo>
                  <a:pt x="2091138" y="121939"/>
                </a:lnTo>
                <a:lnTo>
                  <a:pt x="2092082" y="122023"/>
                </a:lnTo>
                <a:lnTo>
                  <a:pt x="2093046" y="122095"/>
                </a:lnTo>
                <a:lnTo>
                  <a:pt x="2094031" y="122156"/>
                </a:lnTo>
                <a:lnTo>
                  <a:pt x="2095036" y="122207"/>
                </a:lnTo>
                <a:lnTo>
                  <a:pt x="2096062" y="122246"/>
                </a:lnTo>
                <a:lnTo>
                  <a:pt x="2097108" y="122273"/>
                </a:lnTo>
                <a:lnTo>
                  <a:pt x="2098175" y="122290"/>
                </a:lnTo>
                <a:lnTo>
                  <a:pt x="2099263" y="122296"/>
                </a:lnTo>
                <a:lnTo>
                  <a:pt x="2108430" y="122296"/>
                </a:lnTo>
                <a:lnTo>
                  <a:pt x="2108430" y="104049"/>
                </a:lnTo>
                <a:lnTo>
                  <a:pt x="2100064" y="104049"/>
                </a:lnTo>
                <a:lnTo>
                  <a:pt x="2099509" y="104043"/>
                </a:lnTo>
                <a:lnTo>
                  <a:pt x="2098970" y="104026"/>
                </a:lnTo>
                <a:lnTo>
                  <a:pt x="2098448" y="103997"/>
                </a:lnTo>
                <a:close/>
                <a:moveTo>
                  <a:pt x="1130110" y="62163"/>
                </a:moveTo>
                <a:lnTo>
                  <a:pt x="1130364" y="61851"/>
                </a:lnTo>
                <a:lnTo>
                  <a:pt x="1130622" y="61545"/>
                </a:lnTo>
                <a:lnTo>
                  <a:pt x="1130884" y="61245"/>
                </a:lnTo>
                <a:lnTo>
                  <a:pt x="1131149" y="60951"/>
                </a:lnTo>
                <a:lnTo>
                  <a:pt x="1131418" y="60663"/>
                </a:lnTo>
                <a:lnTo>
                  <a:pt x="1131690" y="60382"/>
                </a:lnTo>
                <a:lnTo>
                  <a:pt x="1131966" y="60106"/>
                </a:lnTo>
                <a:lnTo>
                  <a:pt x="1132246" y="59837"/>
                </a:lnTo>
                <a:lnTo>
                  <a:pt x="1132530" y="59574"/>
                </a:lnTo>
                <a:lnTo>
                  <a:pt x="1132818" y="59317"/>
                </a:lnTo>
                <a:lnTo>
                  <a:pt x="1133109" y="59066"/>
                </a:lnTo>
                <a:lnTo>
                  <a:pt x="1133404" y="58821"/>
                </a:lnTo>
                <a:lnTo>
                  <a:pt x="1133702" y="58583"/>
                </a:lnTo>
                <a:lnTo>
                  <a:pt x="1134004" y="58350"/>
                </a:lnTo>
                <a:lnTo>
                  <a:pt x="1134310" y="58124"/>
                </a:lnTo>
                <a:lnTo>
                  <a:pt x="1134620" y="57904"/>
                </a:lnTo>
                <a:lnTo>
                  <a:pt x="1134933" y="57690"/>
                </a:lnTo>
                <a:lnTo>
                  <a:pt x="1135250" y="57482"/>
                </a:lnTo>
                <a:lnTo>
                  <a:pt x="1135571" y="57280"/>
                </a:lnTo>
                <a:lnTo>
                  <a:pt x="1135896" y="57084"/>
                </a:lnTo>
                <a:lnTo>
                  <a:pt x="1136224" y="56894"/>
                </a:lnTo>
                <a:lnTo>
                  <a:pt x="1136555" y="56708"/>
                </a:lnTo>
                <a:lnTo>
                  <a:pt x="1136889" y="56528"/>
                </a:lnTo>
                <a:lnTo>
                  <a:pt x="1137226" y="56351"/>
                </a:lnTo>
                <a:lnTo>
                  <a:pt x="1137566" y="56180"/>
                </a:lnTo>
                <a:lnTo>
                  <a:pt x="1137910" y="56013"/>
                </a:lnTo>
                <a:lnTo>
                  <a:pt x="1138256" y="55851"/>
                </a:lnTo>
                <a:lnTo>
                  <a:pt x="1138606" y="55694"/>
                </a:lnTo>
                <a:lnTo>
                  <a:pt x="1138958" y="55542"/>
                </a:lnTo>
                <a:lnTo>
                  <a:pt x="1139314" y="55394"/>
                </a:lnTo>
                <a:lnTo>
                  <a:pt x="1139673" y="55251"/>
                </a:lnTo>
                <a:lnTo>
                  <a:pt x="1140035" y="55113"/>
                </a:lnTo>
                <a:lnTo>
                  <a:pt x="1140400" y="54979"/>
                </a:lnTo>
                <a:lnTo>
                  <a:pt x="1140768" y="54850"/>
                </a:lnTo>
                <a:lnTo>
                  <a:pt x="1141139" y="54726"/>
                </a:lnTo>
                <a:lnTo>
                  <a:pt x="1141513" y="54607"/>
                </a:lnTo>
                <a:lnTo>
                  <a:pt x="1141890" y="54492"/>
                </a:lnTo>
                <a:lnTo>
                  <a:pt x="1142271" y="54382"/>
                </a:lnTo>
                <a:lnTo>
                  <a:pt x="1142654" y="54277"/>
                </a:lnTo>
                <a:lnTo>
                  <a:pt x="1143041" y="54176"/>
                </a:lnTo>
                <a:lnTo>
                  <a:pt x="1143431" y="54081"/>
                </a:lnTo>
                <a:lnTo>
                  <a:pt x="1143824" y="53989"/>
                </a:lnTo>
                <a:lnTo>
                  <a:pt x="1144219" y="53903"/>
                </a:lnTo>
                <a:lnTo>
                  <a:pt x="1144618" y="53821"/>
                </a:lnTo>
                <a:lnTo>
                  <a:pt x="1145020" y="53744"/>
                </a:lnTo>
                <a:lnTo>
                  <a:pt x="1145423" y="53670"/>
                </a:lnTo>
                <a:lnTo>
                  <a:pt x="1145827" y="53598"/>
                </a:lnTo>
                <a:lnTo>
                  <a:pt x="1146233" y="53531"/>
                </a:lnTo>
                <a:lnTo>
                  <a:pt x="1146640" y="53466"/>
                </a:lnTo>
                <a:lnTo>
                  <a:pt x="1147049" y="53405"/>
                </a:lnTo>
                <a:lnTo>
                  <a:pt x="1147460" y="53347"/>
                </a:lnTo>
                <a:lnTo>
                  <a:pt x="1147872" y="53293"/>
                </a:lnTo>
                <a:lnTo>
                  <a:pt x="1148286" y="53242"/>
                </a:lnTo>
                <a:lnTo>
                  <a:pt x="1148701" y="53194"/>
                </a:lnTo>
                <a:lnTo>
                  <a:pt x="1149118" y="53149"/>
                </a:lnTo>
                <a:lnTo>
                  <a:pt x="1149536" y="53108"/>
                </a:lnTo>
                <a:lnTo>
                  <a:pt x="1149956" y="53070"/>
                </a:lnTo>
                <a:lnTo>
                  <a:pt x="1150377" y="53035"/>
                </a:lnTo>
                <a:lnTo>
                  <a:pt x="1150800" y="53004"/>
                </a:lnTo>
                <a:lnTo>
                  <a:pt x="1151225" y="52976"/>
                </a:lnTo>
                <a:lnTo>
                  <a:pt x="1151651" y="52951"/>
                </a:lnTo>
                <a:lnTo>
                  <a:pt x="1152078" y="52930"/>
                </a:lnTo>
                <a:lnTo>
                  <a:pt x="1152507" y="52911"/>
                </a:lnTo>
                <a:lnTo>
                  <a:pt x="1152938" y="52897"/>
                </a:lnTo>
                <a:lnTo>
                  <a:pt x="1153370" y="52885"/>
                </a:lnTo>
                <a:lnTo>
                  <a:pt x="1153804" y="52877"/>
                </a:lnTo>
                <a:lnTo>
                  <a:pt x="1154239" y="52872"/>
                </a:lnTo>
                <a:lnTo>
                  <a:pt x="1154676" y="52870"/>
                </a:lnTo>
                <a:lnTo>
                  <a:pt x="1156901" y="52870"/>
                </a:lnTo>
                <a:lnTo>
                  <a:pt x="1156901" y="33022"/>
                </a:lnTo>
                <a:lnTo>
                  <a:pt x="1155121" y="33022"/>
                </a:lnTo>
                <a:lnTo>
                  <a:pt x="1154325" y="33029"/>
                </a:lnTo>
                <a:lnTo>
                  <a:pt x="1153539" y="33051"/>
                </a:lnTo>
                <a:lnTo>
                  <a:pt x="1152763" y="33087"/>
                </a:lnTo>
                <a:lnTo>
                  <a:pt x="1151996" y="33138"/>
                </a:lnTo>
                <a:lnTo>
                  <a:pt x="1151240" y="33203"/>
                </a:lnTo>
                <a:lnTo>
                  <a:pt x="1150493" y="33283"/>
                </a:lnTo>
                <a:lnTo>
                  <a:pt x="1149756" y="33377"/>
                </a:lnTo>
                <a:lnTo>
                  <a:pt x="1149029" y="33486"/>
                </a:lnTo>
                <a:lnTo>
                  <a:pt x="1148312" y="33610"/>
                </a:lnTo>
                <a:lnTo>
                  <a:pt x="1147605" y="33748"/>
                </a:lnTo>
                <a:lnTo>
                  <a:pt x="1146908" y="33900"/>
                </a:lnTo>
                <a:lnTo>
                  <a:pt x="1146221" y="34067"/>
                </a:lnTo>
                <a:lnTo>
                  <a:pt x="1145543" y="34249"/>
                </a:lnTo>
                <a:lnTo>
                  <a:pt x="1144876" y="34445"/>
                </a:lnTo>
                <a:lnTo>
                  <a:pt x="1144218" y="34656"/>
                </a:lnTo>
                <a:lnTo>
                  <a:pt x="1143570" y="34881"/>
                </a:lnTo>
                <a:lnTo>
                  <a:pt x="1142932" y="35121"/>
                </a:lnTo>
                <a:lnTo>
                  <a:pt x="1142304" y="35375"/>
                </a:lnTo>
                <a:lnTo>
                  <a:pt x="1141686" y="35643"/>
                </a:lnTo>
                <a:lnTo>
                  <a:pt x="1141078" y="35927"/>
                </a:lnTo>
                <a:lnTo>
                  <a:pt x="1140480" y="36224"/>
                </a:lnTo>
                <a:lnTo>
                  <a:pt x="1139891" y="36537"/>
                </a:lnTo>
                <a:lnTo>
                  <a:pt x="1139313" y="36864"/>
                </a:lnTo>
                <a:lnTo>
                  <a:pt x="1138744" y="37205"/>
                </a:lnTo>
                <a:lnTo>
                  <a:pt x="1138186" y="37560"/>
                </a:lnTo>
                <a:lnTo>
                  <a:pt x="1137640" y="37928"/>
                </a:lnTo>
                <a:lnTo>
                  <a:pt x="1137106" y="38308"/>
                </a:lnTo>
                <a:lnTo>
                  <a:pt x="1136583" y="38701"/>
                </a:lnTo>
                <a:lnTo>
                  <a:pt x="1136072" y="39106"/>
                </a:lnTo>
                <a:lnTo>
                  <a:pt x="1135573" y="39525"/>
                </a:lnTo>
                <a:lnTo>
                  <a:pt x="1135086" y="39956"/>
                </a:lnTo>
                <a:lnTo>
                  <a:pt x="1134610" y="40399"/>
                </a:lnTo>
                <a:lnTo>
                  <a:pt x="1134146" y="40856"/>
                </a:lnTo>
                <a:lnTo>
                  <a:pt x="1133694" y="41325"/>
                </a:lnTo>
                <a:lnTo>
                  <a:pt x="1133254" y="41806"/>
                </a:lnTo>
                <a:lnTo>
                  <a:pt x="1132825" y="42301"/>
                </a:lnTo>
                <a:lnTo>
                  <a:pt x="1132408" y="42808"/>
                </a:lnTo>
                <a:lnTo>
                  <a:pt x="1132003" y="43327"/>
                </a:lnTo>
                <a:lnTo>
                  <a:pt x="1131610" y="43860"/>
                </a:lnTo>
                <a:lnTo>
                  <a:pt x="1131228" y="44405"/>
                </a:lnTo>
                <a:lnTo>
                  <a:pt x="1130858" y="44962"/>
                </a:lnTo>
                <a:lnTo>
                  <a:pt x="1130500" y="45533"/>
                </a:lnTo>
                <a:lnTo>
                  <a:pt x="1130153" y="46116"/>
                </a:lnTo>
                <a:lnTo>
                  <a:pt x="1129819" y="46711"/>
                </a:lnTo>
                <a:lnTo>
                  <a:pt x="1129496" y="47320"/>
                </a:lnTo>
                <a:lnTo>
                  <a:pt x="1129184" y="47941"/>
                </a:lnTo>
                <a:lnTo>
                  <a:pt x="1128885" y="48575"/>
                </a:lnTo>
                <a:lnTo>
                  <a:pt x="1128597" y="49221"/>
                </a:lnTo>
                <a:lnTo>
                  <a:pt x="1128152" y="34357"/>
                </a:lnTo>
                <a:lnTo>
                  <a:pt x="1105544" y="34357"/>
                </a:lnTo>
                <a:lnTo>
                  <a:pt x="1105544" y="122296"/>
                </a:lnTo>
                <a:lnTo>
                  <a:pt x="1129131" y="122296"/>
                </a:lnTo>
                <a:lnTo>
                  <a:pt x="1129131" y="63473"/>
                </a:lnTo>
                <a:lnTo>
                  <a:pt x="1129370" y="63136"/>
                </a:lnTo>
                <a:lnTo>
                  <a:pt x="1129613" y="62806"/>
                </a:lnTo>
                <a:lnTo>
                  <a:pt x="1129860" y="62481"/>
                </a:lnTo>
                <a:lnTo>
                  <a:pt x="1130110" y="62163"/>
                </a:lnTo>
                <a:close/>
                <a:moveTo>
                  <a:pt x="1465741" y="62481"/>
                </a:moveTo>
                <a:lnTo>
                  <a:pt x="1465991" y="62163"/>
                </a:lnTo>
                <a:lnTo>
                  <a:pt x="1466245" y="61851"/>
                </a:lnTo>
                <a:lnTo>
                  <a:pt x="1466503" y="61545"/>
                </a:lnTo>
                <a:lnTo>
                  <a:pt x="1466764" y="61245"/>
                </a:lnTo>
                <a:lnTo>
                  <a:pt x="1467030" y="60951"/>
                </a:lnTo>
                <a:lnTo>
                  <a:pt x="1467299" y="60663"/>
                </a:lnTo>
                <a:lnTo>
                  <a:pt x="1467571" y="60382"/>
                </a:lnTo>
                <a:lnTo>
                  <a:pt x="1467847" y="60106"/>
                </a:lnTo>
                <a:lnTo>
                  <a:pt x="1468127" y="59837"/>
                </a:lnTo>
                <a:lnTo>
                  <a:pt x="1468411" y="59574"/>
                </a:lnTo>
                <a:lnTo>
                  <a:pt x="1468699" y="59317"/>
                </a:lnTo>
                <a:lnTo>
                  <a:pt x="1468990" y="59066"/>
                </a:lnTo>
                <a:lnTo>
                  <a:pt x="1469284" y="58821"/>
                </a:lnTo>
                <a:lnTo>
                  <a:pt x="1469583" y="58583"/>
                </a:lnTo>
                <a:lnTo>
                  <a:pt x="1469885" y="58350"/>
                </a:lnTo>
                <a:lnTo>
                  <a:pt x="1470191" y="58124"/>
                </a:lnTo>
                <a:lnTo>
                  <a:pt x="1470501" y="57904"/>
                </a:lnTo>
                <a:lnTo>
                  <a:pt x="1470814" y="57690"/>
                </a:lnTo>
                <a:lnTo>
                  <a:pt x="1471131" y="57482"/>
                </a:lnTo>
                <a:lnTo>
                  <a:pt x="1471452" y="57280"/>
                </a:lnTo>
                <a:lnTo>
                  <a:pt x="1471777" y="57084"/>
                </a:lnTo>
                <a:lnTo>
                  <a:pt x="1472105" y="56894"/>
                </a:lnTo>
                <a:lnTo>
                  <a:pt x="1472436" y="56708"/>
                </a:lnTo>
                <a:lnTo>
                  <a:pt x="1472770" y="56528"/>
                </a:lnTo>
                <a:lnTo>
                  <a:pt x="1473107" y="56351"/>
                </a:lnTo>
                <a:lnTo>
                  <a:pt x="1473447" y="56180"/>
                </a:lnTo>
                <a:lnTo>
                  <a:pt x="1473790" y="56013"/>
                </a:lnTo>
                <a:lnTo>
                  <a:pt x="1474137" y="55851"/>
                </a:lnTo>
                <a:lnTo>
                  <a:pt x="1474486" y="55694"/>
                </a:lnTo>
                <a:lnTo>
                  <a:pt x="1474839" y="55542"/>
                </a:lnTo>
                <a:lnTo>
                  <a:pt x="1475195" y="55394"/>
                </a:lnTo>
                <a:lnTo>
                  <a:pt x="1475554" y="55251"/>
                </a:lnTo>
                <a:lnTo>
                  <a:pt x="1475916" y="55113"/>
                </a:lnTo>
                <a:lnTo>
                  <a:pt x="1476281" y="54979"/>
                </a:lnTo>
                <a:lnTo>
                  <a:pt x="1476649" y="54850"/>
                </a:lnTo>
                <a:lnTo>
                  <a:pt x="1477020" y="54726"/>
                </a:lnTo>
                <a:lnTo>
                  <a:pt x="1477394" y="54607"/>
                </a:lnTo>
                <a:lnTo>
                  <a:pt x="1477771" y="54492"/>
                </a:lnTo>
                <a:lnTo>
                  <a:pt x="1478152" y="54382"/>
                </a:lnTo>
                <a:lnTo>
                  <a:pt x="1478535" y="54277"/>
                </a:lnTo>
                <a:lnTo>
                  <a:pt x="1478922" y="54176"/>
                </a:lnTo>
                <a:lnTo>
                  <a:pt x="1479312" y="54081"/>
                </a:lnTo>
                <a:lnTo>
                  <a:pt x="1479704" y="53989"/>
                </a:lnTo>
                <a:lnTo>
                  <a:pt x="1480100" y="53903"/>
                </a:lnTo>
                <a:lnTo>
                  <a:pt x="1480499" y="53821"/>
                </a:lnTo>
                <a:lnTo>
                  <a:pt x="1480901" y="53744"/>
                </a:lnTo>
                <a:lnTo>
                  <a:pt x="1481304" y="53670"/>
                </a:lnTo>
                <a:lnTo>
                  <a:pt x="1481708" y="53598"/>
                </a:lnTo>
                <a:lnTo>
                  <a:pt x="1482114" y="53531"/>
                </a:lnTo>
                <a:lnTo>
                  <a:pt x="1482521" y="53466"/>
                </a:lnTo>
                <a:lnTo>
                  <a:pt x="1482930" y="53405"/>
                </a:lnTo>
                <a:lnTo>
                  <a:pt x="1483341" y="53347"/>
                </a:lnTo>
                <a:lnTo>
                  <a:pt x="1483753" y="53293"/>
                </a:lnTo>
                <a:lnTo>
                  <a:pt x="1484167" y="53242"/>
                </a:lnTo>
                <a:lnTo>
                  <a:pt x="1484582" y="53194"/>
                </a:lnTo>
                <a:lnTo>
                  <a:pt x="1484999" y="53149"/>
                </a:lnTo>
                <a:lnTo>
                  <a:pt x="1485417" y="53108"/>
                </a:lnTo>
                <a:lnTo>
                  <a:pt x="1485837" y="53070"/>
                </a:lnTo>
                <a:lnTo>
                  <a:pt x="1486258" y="53035"/>
                </a:lnTo>
                <a:lnTo>
                  <a:pt x="1486681" y="53004"/>
                </a:lnTo>
                <a:lnTo>
                  <a:pt x="1487106" y="52976"/>
                </a:lnTo>
                <a:lnTo>
                  <a:pt x="1487532" y="52951"/>
                </a:lnTo>
                <a:lnTo>
                  <a:pt x="1487959" y="52930"/>
                </a:lnTo>
                <a:lnTo>
                  <a:pt x="1488388" y="52911"/>
                </a:lnTo>
                <a:lnTo>
                  <a:pt x="1488819" y="52897"/>
                </a:lnTo>
                <a:lnTo>
                  <a:pt x="1489251" y="52885"/>
                </a:lnTo>
                <a:lnTo>
                  <a:pt x="1489685" y="52877"/>
                </a:lnTo>
                <a:lnTo>
                  <a:pt x="1490120" y="52872"/>
                </a:lnTo>
                <a:lnTo>
                  <a:pt x="1490557" y="52870"/>
                </a:lnTo>
                <a:lnTo>
                  <a:pt x="1492782" y="52870"/>
                </a:lnTo>
                <a:lnTo>
                  <a:pt x="1492782" y="33022"/>
                </a:lnTo>
                <a:lnTo>
                  <a:pt x="1491002" y="33022"/>
                </a:lnTo>
                <a:lnTo>
                  <a:pt x="1490206" y="33029"/>
                </a:lnTo>
                <a:lnTo>
                  <a:pt x="1489420" y="33051"/>
                </a:lnTo>
                <a:lnTo>
                  <a:pt x="1488644" y="33087"/>
                </a:lnTo>
                <a:lnTo>
                  <a:pt x="1487877" y="33138"/>
                </a:lnTo>
                <a:lnTo>
                  <a:pt x="1487121" y="33203"/>
                </a:lnTo>
                <a:lnTo>
                  <a:pt x="1486374" y="33283"/>
                </a:lnTo>
                <a:lnTo>
                  <a:pt x="1485637" y="33377"/>
                </a:lnTo>
                <a:lnTo>
                  <a:pt x="1484910" y="33486"/>
                </a:lnTo>
                <a:lnTo>
                  <a:pt x="1484193" y="33610"/>
                </a:lnTo>
                <a:lnTo>
                  <a:pt x="1483486" y="33748"/>
                </a:lnTo>
                <a:lnTo>
                  <a:pt x="1482789" y="33900"/>
                </a:lnTo>
                <a:lnTo>
                  <a:pt x="1482102" y="34067"/>
                </a:lnTo>
                <a:lnTo>
                  <a:pt x="1481424" y="34249"/>
                </a:lnTo>
                <a:lnTo>
                  <a:pt x="1480757" y="34445"/>
                </a:lnTo>
                <a:lnTo>
                  <a:pt x="1480099" y="34656"/>
                </a:lnTo>
                <a:lnTo>
                  <a:pt x="1479451" y="34881"/>
                </a:lnTo>
                <a:lnTo>
                  <a:pt x="1478813" y="35121"/>
                </a:lnTo>
                <a:lnTo>
                  <a:pt x="1478185" y="35375"/>
                </a:lnTo>
                <a:lnTo>
                  <a:pt x="1477567" y="35643"/>
                </a:lnTo>
                <a:lnTo>
                  <a:pt x="1476959" y="35927"/>
                </a:lnTo>
                <a:lnTo>
                  <a:pt x="1476361" y="36224"/>
                </a:lnTo>
                <a:lnTo>
                  <a:pt x="1475772" y="36537"/>
                </a:lnTo>
                <a:lnTo>
                  <a:pt x="1475194" y="36864"/>
                </a:lnTo>
                <a:lnTo>
                  <a:pt x="1474625" y="37205"/>
                </a:lnTo>
                <a:lnTo>
                  <a:pt x="1474067" y="37560"/>
                </a:lnTo>
                <a:lnTo>
                  <a:pt x="1473521" y="37928"/>
                </a:lnTo>
                <a:lnTo>
                  <a:pt x="1472987" y="38308"/>
                </a:lnTo>
                <a:lnTo>
                  <a:pt x="1472464" y="38701"/>
                </a:lnTo>
                <a:lnTo>
                  <a:pt x="1471953" y="39106"/>
                </a:lnTo>
                <a:lnTo>
                  <a:pt x="1471454" y="39525"/>
                </a:lnTo>
                <a:lnTo>
                  <a:pt x="1470967" y="39956"/>
                </a:lnTo>
                <a:lnTo>
                  <a:pt x="1470491" y="40399"/>
                </a:lnTo>
                <a:lnTo>
                  <a:pt x="1470027" y="40856"/>
                </a:lnTo>
                <a:lnTo>
                  <a:pt x="1469575" y="41325"/>
                </a:lnTo>
                <a:lnTo>
                  <a:pt x="1469135" y="41806"/>
                </a:lnTo>
                <a:lnTo>
                  <a:pt x="1468706" y="42301"/>
                </a:lnTo>
                <a:lnTo>
                  <a:pt x="1468289" y="42808"/>
                </a:lnTo>
                <a:lnTo>
                  <a:pt x="1467884" y="43327"/>
                </a:lnTo>
                <a:lnTo>
                  <a:pt x="1467490" y="43860"/>
                </a:lnTo>
                <a:lnTo>
                  <a:pt x="1467109" y="44405"/>
                </a:lnTo>
                <a:lnTo>
                  <a:pt x="1466739" y="44962"/>
                </a:lnTo>
                <a:lnTo>
                  <a:pt x="1466381" y="45533"/>
                </a:lnTo>
                <a:lnTo>
                  <a:pt x="1466034" y="46116"/>
                </a:lnTo>
                <a:lnTo>
                  <a:pt x="1465699" y="46711"/>
                </a:lnTo>
                <a:lnTo>
                  <a:pt x="1465377" y="47320"/>
                </a:lnTo>
                <a:lnTo>
                  <a:pt x="1465065" y="47941"/>
                </a:lnTo>
                <a:lnTo>
                  <a:pt x="1464766" y="48575"/>
                </a:lnTo>
                <a:lnTo>
                  <a:pt x="1464478" y="49221"/>
                </a:lnTo>
                <a:lnTo>
                  <a:pt x="1464033" y="34357"/>
                </a:lnTo>
                <a:lnTo>
                  <a:pt x="1441425" y="34357"/>
                </a:lnTo>
                <a:lnTo>
                  <a:pt x="1441425" y="122296"/>
                </a:lnTo>
                <a:lnTo>
                  <a:pt x="1465012" y="122296"/>
                </a:lnTo>
                <a:lnTo>
                  <a:pt x="1465012" y="63473"/>
                </a:lnTo>
                <a:lnTo>
                  <a:pt x="1465251" y="63136"/>
                </a:lnTo>
                <a:lnTo>
                  <a:pt x="1465494" y="62806"/>
                </a:lnTo>
                <a:lnTo>
                  <a:pt x="1465741" y="62481"/>
                </a:lnTo>
                <a:close/>
                <a:moveTo>
                  <a:pt x="1934660" y="61826"/>
                </a:moveTo>
                <a:lnTo>
                  <a:pt x="1934992" y="61449"/>
                </a:lnTo>
                <a:lnTo>
                  <a:pt x="1935328" y="61077"/>
                </a:lnTo>
                <a:lnTo>
                  <a:pt x="1935669" y="60710"/>
                </a:lnTo>
                <a:lnTo>
                  <a:pt x="1936014" y="60348"/>
                </a:lnTo>
                <a:lnTo>
                  <a:pt x="1936364" y="59991"/>
                </a:lnTo>
                <a:lnTo>
                  <a:pt x="1936718" y="59639"/>
                </a:lnTo>
                <a:lnTo>
                  <a:pt x="1937076" y="59292"/>
                </a:lnTo>
                <a:lnTo>
                  <a:pt x="1937439" y="58950"/>
                </a:lnTo>
                <a:lnTo>
                  <a:pt x="1937807" y="58614"/>
                </a:lnTo>
                <a:lnTo>
                  <a:pt x="1938179" y="58282"/>
                </a:lnTo>
                <a:lnTo>
                  <a:pt x="1938556" y="57955"/>
                </a:lnTo>
                <a:lnTo>
                  <a:pt x="1938937" y="57633"/>
                </a:lnTo>
                <a:lnTo>
                  <a:pt x="1939322" y="57317"/>
                </a:lnTo>
                <a:lnTo>
                  <a:pt x="1939712" y="57005"/>
                </a:lnTo>
                <a:lnTo>
                  <a:pt x="1940106" y="56698"/>
                </a:lnTo>
                <a:lnTo>
                  <a:pt x="1940505" y="56396"/>
                </a:lnTo>
                <a:lnTo>
                  <a:pt x="1940909" y="56100"/>
                </a:lnTo>
                <a:lnTo>
                  <a:pt x="1941317" y="55808"/>
                </a:lnTo>
                <a:lnTo>
                  <a:pt x="1941729" y="55522"/>
                </a:lnTo>
                <a:lnTo>
                  <a:pt x="1942146" y="55240"/>
                </a:lnTo>
                <a:lnTo>
                  <a:pt x="1942568" y="54967"/>
                </a:lnTo>
                <a:lnTo>
                  <a:pt x="1942998" y="54705"/>
                </a:lnTo>
                <a:lnTo>
                  <a:pt x="1943434" y="54455"/>
                </a:lnTo>
                <a:lnTo>
                  <a:pt x="1943878" y="54217"/>
                </a:lnTo>
                <a:lnTo>
                  <a:pt x="1944328" y="53990"/>
                </a:lnTo>
                <a:lnTo>
                  <a:pt x="1944785" y="53775"/>
                </a:lnTo>
                <a:lnTo>
                  <a:pt x="1945250" y="53571"/>
                </a:lnTo>
                <a:lnTo>
                  <a:pt x="1945721" y="53379"/>
                </a:lnTo>
                <a:lnTo>
                  <a:pt x="1946199" y="53199"/>
                </a:lnTo>
                <a:lnTo>
                  <a:pt x="1946684" y="53031"/>
                </a:lnTo>
                <a:lnTo>
                  <a:pt x="1947176" y="52874"/>
                </a:lnTo>
                <a:lnTo>
                  <a:pt x="1947675" y="52728"/>
                </a:lnTo>
                <a:lnTo>
                  <a:pt x="1948181" y="52595"/>
                </a:lnTo>
                <a:lnTo>
                  <a:pt x="1948694" y="52473"/>
                </a:lnTo>
                <a:lnTo>
                  <a:pt x="1949214" y="52362"/>
                </a:lnTo>
                <a:lnTo>
                  <a:pt x="1949741" y="52263"/>
                </a:lnTo>
                <a:lnTo>
                  <a:pt x="1950275" y="52176"/>
                </a:lnTo>
                <a:lnTo>
                  <a:pt x="1950816" y="52100"/>
                </a:lnTo>
                <a:lnTo>
                  <a:pt x="1951363" y="52036"/>
                </a:lnTo>
                <a:lnTo>
                  <a:pt x="1951918" y="51984"/>
                </a:lnTo>
                <a:lnTo>
                  <a:pt x="1952480" y="51943"/>
                </a:lnTo>
                <a:lnTo>
                  <a:pt x="1953048" y="51914"/>
                </a:lnTo>
                <a:lnTo>
                  <a:pt x="1953624" y="51897"/>
                </a:lnTo>
                <a:lnTo>
                  <a:pt x="1954206" y="51891"/>
                </a:lnTo>
                <a:lnTo>
                  <a:pt x="1954596" y="51895"/>
                </a:lnTo>
                <a:lnTo>
                  <a:pt x="1954980" y="51905"/>
                </a:lnTo>
                <a:lnTo>
                  <a:pt x="1955357" y="51922"/>
                </a:lnTo>
                <a:lnTo>
                  <a:pt x="1955728" y="51946"/>
                </a:lnTo>
                <a:lnTo>
                  <a:pt x="1956093" y="51978"/>
                </a:lnTo>
                <a:lnTo>
                  <a:pt x="1956451" y="52016"/>
                </a:lnTo>
                <a:lnTo>
                  <a:pt x="1956803" y="52061"/>
                </a:lnTo>
                <a:lnTo>
                  <a:pt x="1957148" y="52112"/>
                </a:lnTo>
                <a:lnTo>
                  <a:pt x="1957488" y="52171"/>
                </a:lnTo>
                <a:lnTo>
                  <a:pt x="1957821" y="52237"/>
                </a:lnTo>
                <a:lnTo>
                  <a:pt x="1958147" y="52309"/>
                </a:lnTo>
                <a:lnTo>
                  <a:pt x="1958467" y="52389"/>
                </a:lnTo>
                <a:lnTo>
                  <a:pt x="1958781" y="52475"/>
                </a:lnTo>
                <a:lnTo>
                  <a:pt x="1959089" y="52569"/>
                </a:lnTo>
                <a:lnTo>
                  <a:pt x="1959390" y="52669"/>
                </a:lnTo>
                <a:lnTo>
                  <a:pt x="1959685" y="52776"/>
                </a:lnTo>
                <a:lnTo>
                  <a:pt x="1959974" y="52890"/>
                </a:lnTo>
                <a:lnTo>
                  <a:pt x="1960256" y="53011"/>
                </a:lnTo>
                <a:lnTo>
                  <a:pt x="1960532" y="53139"/>
                </a:lnTo>
                <a:lnTo>
                  <a:pt x="1960801" y="53274"/>
                </a:lnTo>
                <a:lnTo>
                  <a:pt x="1961065" y="53416"/>
                </a:lnTo>
                <a:lnTo>
                  <a:pt x="1961321" y="53565"/>
                </a:lnTo>
                <a:lnTo>
                  <a:pt x="1961572" y="53720"/>
                </a:lnTo>
                <a:lnTo>
                  <a:pt x="1961816" y="53883"/>
                </a:lnTo>
                <a:lnTo>
                  <a:pt x="1962055" y="54051"/>
                </a:lnTo>
                <a:lnTo>
                  <a:pt x="1962288" y="54226"/>
                </a:lnTo>
                <a:lnTo>
                  <a:pt x="1962515" y="54406"/>
                </a:lnTo>
                <a:lnTo>
                  <a:pt x="1962737" y="54592"/>
                </a:lnTo>
                <a:lnTo>
                  <a:pt x="1962954" y="54783"/>
                </a:lnTo>
                <a:lnTo>
                  <a:pt x="1963165" y="54980"/>
                </a:lnTo>
                <a:lnTo>
                  <a:pt x="1963371" y="55183"/>
                </a:lnTo>
                <a:lnTo>
                  <a:pt x="1963572" y="55391"/>
                </a:lnTo>
                <a:lnTo>
                  <a:pt x="1963767" y="55605"/>
                </a:lnTo>
                <a:lnTo>
                  <a:pt x="1963956" y="55825"/>
                </a:lnTo>
                <a:lnTo>
                  <a:pt x="1964141" y="56050"/>
                </a:lnTo>
                <a:lnTo>
                  <a:pt x="1964320" y="56281"/>
                </a:lnTo>
                <a:lnTo>
                  <a:pt x="1964493" y="56518"/>
                </a:lnTo>
                <a:lnTo>
                  <a:pt x="1964661" y="56760"/>
                </a:lnTo>
                <a:lnTo>
                  <a:pt x="1964824" y="57008"/>
                </a:lnTo>
                <a:lnTo>
                  <a:pt x="1964981" y="57261"/>
                </a:lnTo>
                <a:lnTo>
                  <a:pt x="1965133" y="57520"/>
                </a:lnTo>
                <a:lnTo>
                  <a:pt x="1965279" y="57785"/>
                </a:lnTo>
                <a:lnTo>
                  <a:pt x="1965420" y="58056"/>
                </a:lnTo>
                <a:lnTo>
                  <a:pt x="1965556" y="58332"/>
                </a:lnTo>
                <a:lnTo>
                  <a:pt x="1965686" y="58614"/>
                </a:lnTo>
                <a:lnTo>
                  <a:pt x="1965811" y="58901"/>
                </a:lnTo>
                <a:lnTo>
                  <a:pt x="1965930" y="59194"/>
                </a:lnTo>
                <a:lnTo>
                  <a:pt x="1966044" y="59493"/>
                </a:lnTo>
                <a:lnTo>
                  <a:pt x="1966153" y="59796"/>
                </a:lnTo>
                <a:lnTo>
                  <a:pt x="1966257" y="60104"/>
                </a:lnTo>
                <a:lnTo>
                  <a:pt x="1966357" y="60416"/>
                </a:lnTo>
                <a:lnTo>
                  <a:pt x="1966452" y="60732"/>
                </a:lnTo>
                <a:lnTo>
                  <a:pt x="1966542" y="61052"/>
                </a:lnTo>
                <a:lnTo>
                  <a:pt x="1966628" y="61376"/>
                </a:lnTo>
                <a:lnTo>
                  <a:pt x="1966709" y="61704"/>
                </a:lnTo>
                <a:lnTo>
                  <a:pt x="1966786" y="62036"/>
                </a:lnTo>
                <a:lnTo>
                  <a:pt x="1966858" y="62373"/>
                </a:lnTo>
                <a:lnTo>
                  <a:pt x="1966925" y="62713"/>
                </a:lnTo>
                <a:lnTo>
                  <a:pt x="1966988" y="63058"/>
                </a:lnTo>
                <a:lnTo>
                  <a:pt x="1967045" y="63406"/>
                </a:lnTo>
                <a:lnTo>
                  <a:pt x="1967099" y="63759"/>
                </a:lnTo>
                <a:lnTo>
                  <a:pt x="1967147" y="64116"/>
                </a:lnTo>
                <a:lnTo>
                  <a:pt x="1967191" y="64477"/>
                </a:lnTo>
                <a:lnTo>
                  <a:pt x="1967231" y="64842"/>
                </a:lnTo>
                <a:lnTo>
                  <a:pt x="1967266" y="65211"/>
                </a:lnTo>
                <a:lnTo>
                  <a:pt x="1967296" y="65584"/>
                </a:lnTo>
                <a:lnTo>
                  <a:pt x="1967321" y="65962"/>
                </a:lnTo>
                <a:lnTo>
                  <a:pt x="1967342" y="66343"/>
                </a:lnTo>
                <a:lnTo>
                  <a:pt x="1967358" y="66729"/>
                </a:lnTo>
                <a:lnTo>
                  <a:pt x="1967370" y="67118"/>
                </a:lnTo>
                <a:lnTo>
                  <a:pt x="1967377" y="67512"/>
                </a:lnTo>
                <a:lnTo>
                  <a:pt x="1967379" y="67910"/>
                </a:lnTo>
                <a:lnTo>
                  <a:pt x="1967379" y="122296"/>
                </a:lnTo>
                <a:lnTo>
                  <a:pt x="1990788" y="122296"/>
                </a:lnTo>
                <a:lnTo>
                  <a:pt x="1990788" y="65034"/>
                </a:lnTo>
                <a:lnTo>
                  <a:pt x="1990775" y="63739"/>
                </a:lnTo>
                <a:lnTo>
                  <a:pt x="1990737" y="62471"/>
                </a:lnTo>
                <a:lnTo>
                  <a:pt x="1990674" y="61229"/>
                </a:lnTo>
                <a:lnTo>
                  <a:pt x="1990585" y="60013"/>
                </a:lnTo>
                <a:lnTo>
                  <a:pt x="1990471" y="58823"/>
                </a:lnTo>
                <a:lnTo>
                  <a:pt x="1990332" y="57659"/>
                </a:lnTo>
                <a:lnTo>
                  <a:pt x="1990167" y="56521"/>
                </a:lnTo>
                <a:lnTo>
                  <a:pt x="1989977" y="55410"/>
                </a:lnTo>
                <a:lnTo>
                  <a:pt x="1989762" y="54325"/>
                </a:lnTo>
                <a:lnTo>
                  <a:pt x="1989521" y="53266"/>
                </a:lnTo>
                <a:lnTo>
                  <a:pt x="1989255" y="52233"/>
                </a:lnTo>
                <a:lnTo>
                  <a:pt x="1988963" y="51226"/>
                </a:lnTo>
                <a:lnTo>
                  <a:pt x="1988647" y="50245"/>
                </a:lnTo>
                <a:lnTo>
                  <a:pt x="1988305" y="49290"/>
                </a:lnTo>
                <a:lnTo>
                  <a:pt x="1987937" y="48362"/>
                </a:lnTo>
                <a:lnTo>
                  <a:pt x="1987544" y="47460"/>
                </a:lnTo>
                <a:lnTo>
                  <a:pt x="1987126" y="46583"/>
                </a:lnTo>
                <a:lnTo>
                  <a:pt x="1986683" y="45733"/>
                </a:lnTo>
                <a:lnTo>
                  <a:pt x="1986214" y="44910"/>
                </a:lnTo>
                <a:lnTo>
                  <a:pt x="1985720" y="44112"/>
                </a:lnTo>
                <a:lnTo>
                  <a:pt x="1985200" y="43340"/>
                </a:lnTo>
                <a:lnTo>
                  <a:pt x="1984655" y="42595"/>
                </a:lnTo>
                <a:lnTo>
                  <a:pt x="1984085" y="41876"/>
                </a:lnTo>
                <a:lnTo>
                  <a:pt x="1983489" y="41182"/>
                </a:lnTo>
                <a:lnTo>
                  <a:pt x="1982871" y="40517"/>
                </a:lnTo>
                <a:lnTo>
                  <a:pt x="1982232" y="39879"/>
                </a:lnTo>
                <a:lnTo>
                  <a:pt x="1981572" y="39270"/>
                </a:lnTo>
                <a:lnTo>
                  <a:pt x="1980891" y="38689"/>
                </a:lnTo>
                <a:lnTo>
                  <a:pt x="1980190" y="38136"/>
                </a:lnTo>
                <a:lnTo>
                  <a:pt x="1979467" y="37612"/>
                </a:lnTo>
                <a:lnTo>
                  <a:pt x="1978725" y="37116"/>
                </a:lnTo>
                <a:lnTo>
                  <a:pt x="1977961" y="36649"/>
                </a:lnTo>
                <a:lnTo>
                  <a:pt x="1977177" y="36209"/>
                </a:lnTo>
                <a:lnTo>
                  <a:pt x="1976372" y="35799"/>
                </a:lnTo>
                <a:lnTo>
                  <a:pt x="1975546" y="35416"/>
                </a:lnTo>
                <a:lnTo>
                  <a:pt x="1974700" y="35062"/>
                </a:lnTo>
                <a:lnTo>
                  <a:pt x="1973833" y="34736"/>
                </a:lnTo>
                <a:lnTo>
                  <a:pt x="1972945" y="34438"/>
                </a:lnTo>
                <a:lnTo>
                  <a:pt x="1972037" y="34169"/>
                </a:lnTo>
                <a:lnTo>
                  <a:pt x="1971108" y="33928"/>
                </a:lnTo>
                <a:lnTo>
                  <a:pt x="1970158" y="33716"/>
                </a:lnTo>
                <a:lnTo>
                  <a:pt x="1969187" y="33532"/>
                </a:lnTo>
                <a:lnTo>
                  <a:pt x="1968196" y="33376"/>
                </a:lnTo>
                <a:lnTo>
                  <a:pt x="1967184" y="33248"/>
                </a:lnTo>
                <a:lnTo>
                  <a:pt x="1966151" y="33149"/>
                </a:lnTo>
                <a:lnTo>
                  <a:pt x="1965098" y="33078"/>
                </a:lnTo>
                <a:lnTo>
                  <a:pt x="1964024" y="33036"/>
                </a:lnTo>
                <a:lnTo>
                  <a:pt x="1962929" y="33022"/>
                </a:lnTo>
                <a:lnTo>
                  <a:pt x="1961987" y="33029"/>
                </a:lnTo>
                <a:lnTo>
                  <a:pt x="1961060" y="33052"/>
                </a:lnTo>
                <a:lnTo>
                  <a:pt x="1960147" y="33089"/>
                </a:lnTo>
                <a:lnTo>
                  <a:pt x="1959250" y="33142"/>
                </a:lnTo>
                <a:lnTo>
                  <a:pt x="1958367" y="33209"/>
                </a:lnTo>
                <a:lnTo>
                  <a:pt x="1957499" y="33291"/>
                </a:lnTo>
                <a:lnTo>
                  <a:pt x="1956646" y="33389"/>
                </a:lnTo>
                <a:lnTo>
                  <a:pt x="1955808" y="33501"/>
                </a:lnTo>
                <a:lnTo>
                  <a:pt x="1954985" y="33629"/>
                </a:lnTo>
                <a:lnTo>
                  <a:pt x="1954177" y="33771"/>
                </a:lnTo>
                <a:lnTo>
                  <a:pt x="1953383" y="33928"/>
                </a:lnTo>
                <a:lnTo>
                  <a:pt x="1952604" y="34101"/>
                </a:lnTo>
                <a:lnTo>
                  <a:pt x="1951840" y="34288"/>
                </a:lnTo>
                <a:lnTo>
                  <a:pt x="1951091" y="34491"/>
                </a:lnTo>
                <a:lnTo>
                  <a:pt x="1950357" y="34708"/>
                </a:lnTo>
                <a:lnTo>
                  <a:pt x="1949637" y="34940"/>
                </a:lnTo>
                <a:lnTo>
                  <a:pt x="1948933" y="35188"/>
                </a:lnTo>
                <a:lnTo>
                  <a:pt x="1948243" y="35450"/>
                </a:lnTo>
                <a:lnTo>
                  <a:pt x="1947568" y="35727"/>
                </a:lnTo>
                <a:lnTo>
                  <a:pt x="1946908" y="36019"/>
                </a:lnTo>
                <a:lnTo>
                  <a:pt x="1946262" y="36327"/>
                </a:lnTo>
                <a:lnTo>
                  <a:pt x="1945632" y="36649"/>
                </a:lnTo>
                <a:lnTo>
                  <a:pt x="1945016" y="36986"/>
                </a:lnTo>
                <a:lnTo>
                  <a:pt x="1944415" y="37338"/>
                </a:lnTo>
                <a:lnTo>
                  <a:pt x="1943827" y="37700"/>
                </a:lnTo>
                <a:lnTo>
                  <a:pt x="1943248" y="38067"/>
                </a:lnTo>
                <a:lnTo>
                  <a:pt x="1942678" y="38438"/>
                </a:lnTo>
                <a:lnTo>
                  <a:pt x="1942119" y="38813"/>
                </a:lnTo>
                <a:lnTo>
                  <a:pt x="1941568" y="39193"/>
                </a:lnTo>
                <a:lnTo>
                  <a:pt x="1941028" y="39578"/>
                </a:lnTo>
                <a:lnTo>
                  <a:pt x="1940496" y="39966"/>
                </a:lnTo>
                <a:lnTo>
                  <a:pt x="1939975" y="40360"/>
                </a:lnTo>
                <a:lnTo>
                  <a:pt x="1939463" y="40758"/>
                </a:lnTo>
                <a:lnTo>
                  <a:pt x="1938961" y="41160"/>
                </a:lnTo>
                <a:lnTo>
                  <a:pt x="1938468" y="41567"/>
                </a:lnTo>
                <a:lnTo>
                  <a:pt x="1937985" y="41978"/>
                </a:lnTo>
                <a:lnTo>
                  <a:pt x="1937511" y="42394"/>
                </a:lnTo>
                <a:lnTo>
                  <a:pt x="1937047" y="42814"/>
                </a:lnTo>
                <a:lnTo>
                  <a:pt x="1936593" y="43239"/>
                </a:lnTo>
                <a:lnTo>
                  <a:pt x="1936148" y="43668"/>
                </a:lnTo>
                <a:lnTo>
                  <a:pt x="1935712" y="44102"/>
                </a:lnTo>
                <a:lnTo>
                  <a:pt x="1935287" y="44540"/>
                </a:lnTo>
                <a:lnTo>
                  <a:pt x="1934870" y="44982"/>
                </a:lnTo>
                <a:lnTo>
                  <a:pt x="1934464" y="45429"/>
                </a:lnTo>
                <a:lnTo>
                  <a:pt x="1934067" y="45881"/>
                </a:lnTo>
                <a:lnTo>
                  <a:pt x="1933680" y="46337"/>
                </a:lnTo>
                <a:lnTo>
                  <a:pt x="1933302" y="46798"/>
                </a:lnTo>
                <a:lnTo>
                  <a:pt x="1932934" y="47263"/>
                </a:lnTo>
                <a:lnTo>
                  <a:pt x="1932488" y="34357"/>
                </a:lnTo>
                <a:lnTo>
                  <a:pt x="1909792" y="34357"/>
                </a:lnTo>
                <a:lnTo>
                  <a:pt x="1909792" y="122296"/>
                </a:lnTo>
                <a:lnTo>
                  <a:pt x="1933379" y="122296"/>
                </a:lnTo>
                <a:lnTo>
                  <a:pt x="1933379" y="63384"/>
                </a:lnTo>
                <a:lnTo>
                  <a:pt x="1933692" y="62987"/>
                </a:lnTo>
                <a:lnTo>
                  <a:pt x="1934011" y="62595"/>
                </a:lnTo>
                <a:lnTo>
                  <a:pt x="1934333" y="62208"/>
                </a:lnTo>
                <a:lnTo>
                  <a:pt x="1934660" y="61826"/>
                </a:lnTo>
                <a:close/>
                <a:moveTo>
                  <a:pt x="972035" y="34357"/>
                </a:moveTo>
                <a:lnTo>
                  <a:pt x="955568" y="96347"/>
                </a:lnTo>
                <a:lnTo>
                  <a:pt x="938479" y="34357"/>
                </a:lnTo>
                <a:lnTo>
                  <a:pt x="913735" y="34357"/>
                </a:lnTo>
                <a:lnTo>
                  <a:pt x="897002" y="96436"/>
                </a:lnTo>
                <a:lnTo>
                  <a:pt x="880268" y="34357"/>
                </a:lnTo>
                <a:lnTo>
                  <a:pt x="856325" y="34357"/>
                </a:lnTo>
                <a:lnTo>
                  <a:pt x="883651" y="122296"/>
                </a:lnTo>
                <a:lnTo>
                  <a:pt x="907682" y="122296"/>
                </a:lnTo>
                <a:lnTo>
                  <a:pt x="925395" y="59045"/>
                </a:lnTo>
                <a:lnTo>
                  <a:pt x="942929" y="122296"/>
                </a:lnTo>
                <a:lnTo>
                  <a:pt x="967050" y="122296"/>
                </a:lnTo>
                <a:lnTo>
                  <a:pt x="994375" y="34357"/>
                </a:lnTo>
                <a:lnTo>
                  <a:pt x="972035" y="34357"/>
                </a:lnTo>
                <a:close/>
                <a:moveTo>
                  <a:pt x="2037719" y="122296"/>
                </a:moveTo>
                <a:lnTo>
                  <a:pt x="2037719" y="34357"/>
                </a:lnTo>
                <a:lnTo>
                  <a:pt x="2014133" y="34357"/>
                </a:lnTo>
                <a:lnTo>
                  <a:pt x="2014133" y="122296"/>
                </a:lnTo>
                <a:lnTo>
                  <a:pt x="2037719" y="122296"/>
                </a:lnTo>
                <a:close/>
                <a:moveTo>
                  <a:pt x="2150701" y="34357"/>
                </a:moveTo>
                <a:lnTo>
                  <a:pt x="2127114" y="34357"/>
                </a:lnTo>
                <a:lnTo>
                  <a:pt x="2127114" y="122296"/>
                </a:lnTo>
                <a:lnTo>
                  <a:pt x="2150701" y="122296"/>
                </a:lnTo>
                <a:lnTo>
                  <a:pt x="2150701" y="34357"/>
                </a:lnTo>
                <a:close/>
                <a:moveTo>
                  <a:pt x="1035153" y="123695"/>
                </a:moveTo>
                <a:lnTo>
                  <a:pt x="1035896" y="123621"/>
                </a:lnTo>
                <a:lnTo>
                  <a:pt x="1036632" y="123537"/>
                </a:lnTo>
                <a:lnTo>
                  <a:pt x="1037360" y="123441"/>
                </a:lnTo>
                <a:lnTo>
                  <a:pt x="1038080" y="123334"/>
                </a:lnTo>
                <a:lnTo>
                  <a:pt x="1038793" y="123215"/>
                </a:lnTo>
                <a:lnTo>
                  <a:pt x="1039498" y="123086"/>
                </a:lnTo>
                <a:lnTo>
                  <a:pt x="1040195" y="122945"/>
                </a:lnTo>
                <a:lnTo>
                  <a:pt x="1040884" y="122792"/>
                </a:lnTo>
                <a:lnTo>
                  <a:pt x="1041566" y="122629"/>
                </a:lnTo>
                <a:lnTo>
                  <a:pt x="1042239" y="122454"/>
                </a:lnTo>
                <a:lnTo>
                  <a:pt x="1042906" y="122268"/>
                </a:lnTo>
                <a:lnTo>
                  <a:pt x="1043564" y="122070"/>
                </a:lnTo>
                <a:lnTo>
                  <a:pt x="1044215" y="121862"/>
                </a:lnTo>
                <a:lnTo>
                  <a:pt x="1044858" y="121642"/>
                </a:lnTo>
                <a:lnTo>
                  <a:pt x="1045493" y="121410"/>
                </a:lnTo>
                <a:lnTo>
                  <a:pt x="1046121" y="121168"/>
                </a:lnTo>
                <a:lnTo>
                  <a:pt x="1046740" y="120914"/>
                </a:lnTo>
                <a:lnTo>
                  <a:pt x="1047352" y="120649"/>
                </a:lnTo>
                <a:lnTo>
                  <a:pt x="1047958" y="120373"/>
                </a:lnTo>
                <a:lnTo>
                  <a:pt x="1048556" y="120086"/>
                </a:lnTo>
                <a:lnTo>
                  <a:pt x="1049149" y="119789"/>
                </a:lnTo>
                <a:lnTo>
                  <a:pt x="1049736" y="119481"/>
                </a:lnTo>
                <a:lnTo>
                  <a:pt x="1050316" y="119162"/>
                </a:lnTo>
                <a:lnTo>
                  <a:pt x="1050890" y="118833"/>
                </a:lnTo>
                <a:lnTo>
                  <a:pt x="1051458" y="118493"/>
                </a:lnTo>
                <a:lnTo>
                  <a:pt x="1052020" y="118142"/>
                </a:lnTo>
                <a:lnTo>
                  <a:pt x="1052576" y="117781"/>
                </a:lnTo>
                <a:lnTo>
                  <a:pt x="1053125" y="117409"/>
                </a:lnTo>
                <a:lnTo>
                  <a:pt x="1053669" y="117026"/>
                </a:lnTo>
                <a:lnTo>
                  <a:pt x="1054206" y="116633"/>
                </a:lnTo>
                <a:lnTo>
                  <a:pt x="1054737" y="116229"/>
                </a:lnTo>
                <a:lnTo>
                  <a:pt x="1055262" y="115814"/>
                </a:lnTo>
                <a:lnTo>
                  <a:pt x="1055780" y="115389"/>
                </a:lnTo>
                <a:lnTo>
                  <a:pt x="1056293" y="114953"/>
                </a:lnTo>
                <a:lnTo>
                  <a:pt x="1056799" y="114506"/>
                </a:lnTo>
                <a:lnTo>
                  <a:pt x="1057299" y="114049"/>
                </a:lnTo>
                <a:lnTo>
                  <a:pt x="1057793" y="113581"/>
                </a:lnTo>
                <a:lnTo>
                  <a:pt x="1058280" y="113102"/>
                </a:lnTo>
                <a:lnTo>
                  <a:pt x="1058762" y="112613"/>
                </a:lnTo>
                <a:lnTo>
                  <a:pt x="1059237" y="112113"/>
                </a:lnTo>
                <a:lnTo>
                  <a:pt x="1059706" y="111602"/>
                </a:lnTo>
                <a:lnTo>
                  <a:pt x="1060169" y="111081"/>
                </a:lnTo>
                <a:lnTo>
                  <a:pt x="1060881" y="122296"/>
                </a:lnTo>
                <a:lnTo>
                  <a:pt x="1082955" y="122296"/>
                </a:lnTo>
                <a:lnTo>
                  <a:pt x="1082955" y="63290"/>
                </a:lnTo>
                <a:lnTo>
                  <a:pt x="1082950" y="62559"/>
                </a:lnTo>
                <a:lnTo>
                  <a:pt x="1082936" y="61839"/>
                </a:lnTo>
                <a:lnTo>
                  <a:pt x="1082912" y="61128"/>
                </a:lnTo>
                <a:lnTo>
                  <a:pt x="1082879" y="60428"/>
                </a:lnTo>
                <a:lnTo>
                  <a:pt x="1082835" y="59738"/>
                </a:lnTo>
                <a:lnTo>
                  <a:pt x="1082783" y="59058"/>
                </a:lnTo>
                <a:lnTo>
                  <a:pt x="1082720" y="58389"/>
                </a:lnTo>
                <a:lnTo>
                  <a:pt x="1082649" y="57729"/>
                </a:lnTo>
                <a:lnTo>
                  <a:pt x="1082567" y="57080"/>
                </a:lnTo>
                <a:lnTo>
                  <a:pt x="1082476" y="56441"/>
                </a:lnTo>
                <a:lnTo>
                  <a:pt x="1082376" y="55812"/>
                </a:lnTo>
                <a:lnTo>
                  <a:pt x="1082265" y="55193"/>
                </a:lnTo>
                <a:lnTo>
                  <a:pt x="1082146" y="54585"/>
                </a:lnTo>
                <a:lnTo>
                  <a:pt x="1082016" y="53986"/>
                </a:lnTo>
                <a:lnTo>
                  <a:pt x="1081877" y="53398"/>
                </a:lnTo>
                <a:lnTo>
                  <a:pt x="1081729" y="52820"/>
                </a:lnTo>
                <a:lnTo>
                  <a:pt x="1081571" y="52252"/>
                </a:lnTo>
                <a:lnTo>
                  <a:pt x="1081403" y="51694"/>
                </a:lnTo>
                <a:lnTo>
                  <a:pt x="1081226" y="51147"/>
                </a:lnTo>
                <a:lnTo>
                  <a:pt x="1081039" y="50610"/>
                </a:lnTo>
                <a:lnTo>
                  <a:pt x="1080843" y="50082"/>
                </a:lnTo>
                <a:lnTo>
                  <a:pt x="1080637" y="49565"/>
                </a:lnTo>
                <a:lnTo>
                  <a:pt x="1080421" y="49058"/>
                </a:lnTo>
                <a:lnTo>
                  <a:pt x="1080196" y="48562"/>
                </a:lnTo>
                <a:lnTo>
                  <a:pt x="1079962" y="48074"/>
                </a:lnTo>
                <a:lnTo>
                  <a:pt x="1079720" y="47595"/>
                </a:lnTo>
                <a:lnTo>
                  <a:pt x="1079471" y="47125"/>
                </a:lnTo>
                <a:lnTo>
                  <a:pt x="1079213" y="46663"/>
                </a:lnTo>
                <a:lnTo>
                  <a:pt x="1078948" y="46210"/>
                </a:lnTo>
                <a:lnTo>
                  <a:pt x="1078675" y="45766"/>
                </a:lnTo>
                <a:lnTo>
                  <a:pt x="1078393" y="45330"/>
                </a:lnTo>
                <a:lnTo>
                  <a:pt x="1078104" y="44903"/>
                </a:lnTo>
                <a:lnTo>
                  <a:pt x="1077807" y="44484"/>
                </a:lnTo>
                <a:lnTo>
                  <a:pt x="1077503" y="44074"/>
                </a:lnTo>
                <a:lnTo>
                  <a:pt x="1077190" y="43672"/>
                </a:lnTo>
                <a:lnTo>
                  <a:pt x="1076869" y="43280"/>
                </a:lnTo>
                <a:lnTo>
                  <a:pt x="1076541" y="42895"/>
                </a:lnTo>
                <a:lnTo>
                  <a:pt x="1076205" y="42520"/>
                </a:lnTo>
                <a:lnTo>
                  <a:pt x="1075860" y="42153"/>
                </a:lnTo>
                <a:lnTo>
                  <a:pt x="1075508" y="41795"/>
                </a:lnTo>
                <a:lnTo>
                  <a:pt x="1075148" y="41445"/>
                </a:lnTo>
                <a:lnTo>
                  <a:pt x="1074780" y="41104"/>
                </a:lnTo>
                <a:lnTo>
                  <a:pt x="1074405" y="40771"/>
                </a:lnTo>
                <a:lnTo>
                  <a:pt x="1074021" y="40448"/>
                </a:lnTo>
                <a:lnTo>
                  <a:pt x="1073630" y="40132"/>
                </a:lnTo>
                <a:lnTo>
                  <a:pt x="1073230" y="39826"/>
                </a:lnTo>
                <a:lnTo>
                  <a:pt x="1072823" y="39528"/>
                </a:lnTo>
                <a:lnTo>
                  <a:pt x="1072408" y="39238"/>
                </a:lnTo>
                <a:lnTo>
                  <a:pt x="1071986" y="38956"/>
                </a:lnTo>
                <a:lnTo>
                  <a:pt x="1071557" y="38682"/>
                </a:lnTo>
                <a:lnTo>
                  <a:pt x="1071122" y="38414"/>
                </a:lnTo>
                <a:lnTo>
                  <a:pt x="1070681" y="38153"/>
                </a:lnTo>
                <a:lnTo>
                  <a:pt x="1070233" y="37900"/>
                </a:lnTo>
                <a:lnTo>
                  <a:pt x="1069779" y="37653"/>
                </a:lnTo>
                <a:lnTo>
                  <a:pt x="1069319" y="37413"/>
                </a:lnTo>
                <a:lnTo>
                  <a:pt x="1068853" y="37181"/>
                </a:lnTo>
                <a:lnTo>
                  <a:pt x="1068380" y="36955"/>
                </a:lnTo>
                <a:lnTo>
                  <a:pt x="1067900" y="36737"/>
                </a:lnTo>
                <a:lnTo>
                  <a:pt x="1067415" y="36525"/>
                </a:lnTo>
                <a:lnTo>
                  <a:pt x="1066923" y="36321"/>
                </a:lnTo>
                <a:lnTo>
                  <a:pt x="1066425" y="36124"/>
                </a:lnTo>
                <a:lnTo>
                  <a:pt x="1065920" y="35934"/>
                </a:lnTo>
                <a:lnTo>
                  <a:pt x="1065409" y="35750"/>
                </a:lnTo>
                <a:lnTo>
                  <a:pt x="1064892" y="35574"/>
                </a:lnTo>
                <a:lnTo>
                  <a:pt x="1064368" y="35405"/>
                </a:lnTo>
                <a:lnTo>
                  <a:pt x="1063838" y="35243"/>
                </a:lnTo>
                <a:lnTo>
                  <a:pt x="1063302" y="35088"/>
                </a:lnTo>
                <a:lnTo>
                  <a:pt x="1062759" y="34940"/>
                </a:lnTo>
                <a:lnTo>
                  <a:pt x="1062210" y="34799"/>
                </a:lnTo>
                <a:lnTo>
                  <a:pt x="1061655" y="34665"/>
                </a:lnTo>
                <a:lnTo>
                  <a:pt x="1061093" y="34538"/>
                </a:lnTo>
                <a:lnTo>
                  <a:pt x="1060525" y="34418"/>
                </a:lnTo>
                <a:lnTo>
                  <a:pt x="1059952" y="34304"/>
                </a:lnTo>
                <a:lnTo>
                  <a:pt x="1059373" y="34195"/>
                </a:lnTo>
                <a:lnTo>
                  <a:pt x="1058790" y="34091"/>
                </a:lnTo>
                <a:lnTo>
                  <a:pt x="1058201" y="33991"/>
                </a:lnTo>
                <a:lnTo>
                  <a:pt x="1057608" y="33897"/>
                </a:lnTo>
                <a:lnTo>
                  <a:pt x="1057010" y="33807"/>
                </a:lnTo>
                <a:lnTo>
                  <a:pt x="1056406" y="33722"/>
                </a:lnTo>
                <a:lnTo>
                  <a:pt x="1055798" y="33642"/>
                </a:lnTo>
                <a:lnTo>
                  <a:pt x="1055185" y="33567"/>
                </a:lnTo>
                <a:lnTo>
                  <a:pt x="1054567" y="33497"/>
                </a:lnTo>
                <a:lnTo>
                  <a:pt x="1053944" y="33431"/>
                </a:lnTo>
                <a:lnTo>
                  <a:pt x="1053316" y="33371"/>
                </a:lnTo>
                <a:lnTo>
                  <a:pt x="1052683" y="33315"/>
                </a:lnTo>
                <a:lnTo>
                  <a:pt x="1052045" y="33264"/>
                </a:lnTo>
                <a:lnTo>
                  <a:pt x="1051402" y="33218"/>
                </a:lnTo>
                <a:lnTo>
                  <a:pt x="1050754" y="33177"/>
                </a:lnTo>
                <a:lnTo>
                  <a:pt x="1050102" y="33140"/>
                </a:lnTo>
                <a:lnTo>
                  <a:pt x="1049444" y="33109"/>
                </a:lnTo>
                <a:lnTo>
                  <a:pt x="1048781" y="33082"/>
                </a:lnTo>
                <a:lnTo>
                  <a:pt x="1048114" y="33060"/>
                </a:lnTo>
                <a:lnTo>
                  <a:pt x="1047441" y="33043"/>
                </a:lnTo>
                <a:lnTo>
                  <a:pt x="1046764" y="33031"/>
                </a:lnTo>
                <a:lnTo>
                  <a:pt x="1046082" y="33024"/>
                </a:lnTo>
                <a:lnTo>
                  <a:pt x="1045394" y="33022"/>
                </a:lnTo>
                <a:lnTo>
                  <a:pt x="1044457" y="33027"/>
                </a:lnTo>
                <a:lnTo>
                  <a:pt x="1043529" y="33042"/>
                </a:lnTo>
                <a:lnTo>
                  <a:pt x="1042611" y="33067"/>
                </a:lnTo>
                <a:lnTo>
                  <a:pt x="1041702" y="33102"/>
                </a:lnTo>
                <a:lnTo>
                  <a:pt x="1040802" y="33147"/>
                </a:lnTo>
                <a:lnTo>
                  <a:pt x="1039912" y="33202"/>
                </a:lnTo>
                <a:lnTo>
                  <a:pt x="1039031" y="33267"/>
                </a:lnTo>
                <a:lnTo>
                  <a:pt x="1038160" y="33342"/>
                </a:lnTo>
                <a:lnTo>
                  <a:pt x="1037298" y="33427"/>
                </a:lnTo>
                <a:lnTo>
                  <a:pt x="1036446" y="33522"/>
                </a:lnTo>
                <a:lnTo>
                  <a:pt x="1035603" y="33628"/>
                </a:lnTo>
                <a:lnTo>
                  <a:pt x="1034769" y="33743"/>
                </a:lnTo>
                <a:lnTo>
                  <a:pt x="1033945" y="33868"/>
                </a:lnTo>
                <a:lnTo>
                  <a:pt x="1033130" y="34003"/>
                </a:lnTo>
                <a:lnTo>
                  <a:pt x="1032325" y="34148"/>
                </a:lnTo>
                <a:lnTo>
                  <a:pt x="1031529" y="34304"/>
                </a:lnTo>
                <a:lnTo>
                  <a:pt x="1030742" y="34469"/>
                </a:lnTo>
                <a:lnTo>
                  <a:pt x="1029965" y="34644"/>
                </a:lnTo>
                <a:lnTo>
                  <a:pt x="1029198" y="34829"/>
                </a:lnTo>
                <a:lnTo>
                  <a:pt x="1028440" y="35025"/>
                </a:lnTo>
                <a:lnTo>
                  <a:pt x="1027691" y="35230"/>
                </a:lnTo>
                <a:lnTo>
                  <a:pt x="1026952" y="35445"/>
                </a:lnTo>
                <a:lnTo>
                  <a:pt x="1026222" y="35671"/>
                </a:lnTo>
                <a:lnTo>
                  <a:pt x="1025501" y="35906"/>
                </a:lnTo>
                <a:lnTo>
                  <a:pt x="1024792" y="36153"/>
                </a:lnTo>
                <a:lnTo>
                  <a:pt x="1024096" y="36412"/>
                </a:lnTo>
                <a:lnTo>
                  <a:pt x="1023412" y="36685"/>
                </a:lnTo>
                <a:lnTo>
                  <a:pt x="1022742" y="36970"/>
                </a:lnTo>
                <a:lnTo>
                  <a:pt x="1022085" y="37268"/>
                </a:lnTo>
                <a:lnTo>
                  <a:pt x="1021440" y="37579"/>
                </a:lnTo>
                <a:lnTo>
                  <a:pt x="1020809" y="37903"/>
                </a:lnTo>
                <a:lnTo>
                  <a:pt x="1020190" y="38240"/>
                </a:lnTo>
                <a:lnTo>
                  <a:pt x="1019585" y="38590"/>
                </a:lnTo>
                <a:lnTo>
                  <a:pt x="1018993" y="38952"/>
                </a:lnTo>
                <a:lnTo>
                  <a:pt x="1018413" y="39327"/>
                </a:lnTo>
                <a:lnTo>
                  <a:pt x="1017847" y="39715"/>
                </a:lnTo>
                <a:lnTo>
                  <a:pt x="1017293" y="40116"/>
                </a:lnTo>
                <a:lnTo>
                  <a:pt x="1016753" y="40530"/>
                </a:lnTo>
                <a:lnTo>
                  <a:pt x="1016225" y="40957"/>
                </a:lnTo>
                <a:lnTo>
                  <a:pt x="1015710" y="41396"/>
                </a:lnTo>
                <a:lnTo>
                  <a:pt x="1015209" y="41848"/>
                </a:lnTo>
                <a:lnTo>
                  <a:pt x="1014720" y="42313"/>
                </a:lnTo>
                <a:lnTo>
                  <a:pt x="1014245" y="42791"/>
                </a:lnTo>
                <a:lnTo>
                  <a:pt x="1013782" y="43282"/>
                </a:lnTo>
                <a:lnTo>
                  <a:pt x="1013332" y="43786"/>
                </a:lnTo>
                <a:lnTo>
                  <a:pt x="1012896" y="44303"/>
                </a:lnTo>
                <a:lnTo>
                  <a:pt x="1012472" y="44832"/>
                </a:lnTo>
                <a:lnTo>
                  <a:pt x="1012061" y="45374"/>
                </a:lnTo>
                <a:lnTo>
                  <a:pt x="1011665" y="45931"/>
                </a:lnTo>
                <a:lnTo>
                  <a:pt x="1011286" y="46503"/>
                </a:lnTo>
                <a:lnTo>
                  <a:pt x="1010924" y="47093"/>
                </a:lnTo>
                <a:lnTo>
                  <a:pt x="1010579" y="47698"/>
                </a:lnTo>
                <a:lnTo>
                  <a:pt x="1010250" y="48320"/>
                </a:lnTo>
                <a:lnTo>
                  <a:pt x="1009939" y="48958"/>
                </a:lnTo>
                <a:lnTo>
                  <a:pt x="1009644" y="49612"/>
                </a:lnTo>
                <a:lnTo>
                  <a:pt x="1009366" y="50282"/>
                </a:lnTo>
                <a:lnTo>
                  <a:pt x="1009105" y="50969"/>
                </a:lnTo>
                <a:lnTo>
                  <a:pt x="1008861" y="51672"/>
                </a:lnTo>
                <a:lnTo>
                  <a:pt x="1008633" y="52391"/>
                </a:lnTo>
                <a:lnTo>
                  <a:pt x="1008423" y="53127"/>
                </a:lnTo>
                <a:lnTo>
                  <a:pt x="1008229" y="53879"/>
                </a:lnTo>
                <a:lnTo>
                  <a:pt x="1008052" y="54647"/>
                </a:lnTo>
                <a:lnTo>
                  <a:pt x="1007892" y="55431"/>
                </a:lnTo>
                <a:lnTo>
                  <a:pt x="1007749" y="56232"/>
                </a:lnTo>
                <a:lnTo>
                  <a:pt x="1007623" y="57049"/>
                </a:lnTo>
                <a:lnTo>
                  <a:pt x="1007513" y="57882"/>
                </a:lnTo>
                <a:lnTo>
                  <a:pt x="1007421" y="58731"/>
                </a:lnTo>
                <a:lnTo>
                  <a:pt x="1007345" y="59597"/>
                </a:lnTo>
                <a:lnTo>
                  <a:pt x="1007286" y="60479"/>
                </a:lnTo>
                <a:lnTo>
                  <a:pt x="1007244" y="61377"/>
                </a:lnTo>
                <a:lnTo>
                  <a:pt x="1007219" y="62292"/>
                </a:lnTo>
                <a:lnTo>
                  <a:pt x="1007210" y="63223"/>
                </a:lnTo>
                <a:lnTo>
                  <a:pt x="1029284" y="63223"/>
                </a:lnTo>
                <a:lnTo>
                  <a:pt x="1029292" y="62590"/>
                </a:lnTo>
                <a:lnTo>
                  <a:pt x="1029315" y="61972"/>
                </a:lnTo>
                <a:lnTo>
                  <a:pt x="1029355" y="61369"/>
                </a:lnTo>
                <a:lnTo>
                  <a:pt x="1029410" y="60781"/>
                </a:lnTo>
                <a:lnTo>
                  <a:pt x="1029481" y="60208"/>
                </a:lnTo>
                <a:lnTo>
                  <a:pt x="1029568" y="59649"/>
                </a:lnTo>
                <a:lnTo>
                  <a:pt x="1029670" y="59105"/>
                </a:lnTo>
                <a:lnTo>
                  <a:pt x="1029788" y="58576"/>
                </a:lnTo>
                <a:lnTo>
                  <a:pt x="1029922" y="58061"/>
                </a:lnTo>
                <a:lnTo>
                  <a:pt x="1030072" y="57561"/>
                </a:lnTo>
                <a:lnTo>
                  <a:pt x="1030238" y="57077"/>
                </a:lnTo>
                <a:lnTo>
                  <a:pt x="1030419" y="56606"/>
                </a:lnTo>
                <a:lnTo>
                  <a:pt x="1030616" y="56151"/>
                </a:lnTo>
                <a:lnTo>
                  <a:pt x="1030829" y="55710"/>
                </a:lnTo>
                <a:lnTo>
                  <a:pt x="1031057" y="55285"/>
                </a:lnTo>
                <a:lnTo>
                  <a:pt x="1031301" y="54873"/>
                </a:lnTo>
                <a:lnTo>
                  <a:pt x="1031562" y="54477"/>
                </a:lnTo>
                <a:lnTo>
                  <a:pt x="1031837" y="54096"/>
                </a:lnTo>
                <a:lnTo>
                  <a:pt x="1032129" y="53729"/>
                </a:lnTo>
                <a:lnTo>
                  <a:pt x="1032436" y="53377"/>
                </a:lnTo>
                <a:lnTo>
                  <a:pt x="1032759" y="53040"/>
                </a:lnTo>
                <a:lnTo>
                  <a:pt x="1033098" y="52717"/>
                </a:lnTo>
                <a:lnTo>
                  <a:pt x="1033453" y="52409"/>
                </a:lnTo>
                <a:lnTo>
                  <a:pt x="1033823" y="52116"/>
                </a:lnTo>
                <a:lnTo>
                  <a:pt x="1034206" y="51837"/>
                </a:lnTo>
                <a:lnTo>
                  <a:pt x="1034597" y="51569"/>
                </a:lnTo>
                <a:lnTo>
                  <a:pt x="1034997" y="51313"/>
                </a:lnTo>
                <a:lnTo>
                  <a:pt x="1035406" y="51068"/>
                </a:lnTo>
                <a:lnTo>
                  <a:pt x="1035823" y="50836"/>
                </a:lnTo>
                <a:lnTo>
                  <a:pt x="1036249" y="50616"/>
                </a:lnTo>
                <a:lnTo>
                  <a:pt x="1036683" y="50408"/>
                </a:lnTo>
                <a:lnTo>
                  <a:pt x="1037126" y="50211"/>
                </a:lnTo>
                <a:lnTo>
                  <a:pt x="1037578" y="50027"/>
                </a:lnTo>
                <a:lnTo>
                  <a:pt x="1038039" y="49854"/>
                </a:lnTo>
                <a:lnTo>
                  <a:pt x="1038508" y="49693"/>
                </a:lnTo>
                <a:lnTo>
                  <a:pt x="1038986" y="49544"/>
                </a:lnTo>
                <a:lnTo>
                  <a:pt x="1039472" y="49407"/>
                </a:lnTo>
                <a:lnTo>
                  <a:pt x="1039967" y="49282"/>
                </a:lnTo>
                <a:lnTo>
                  <a:pt x="1040471" y="49169"/>
                </a:lnTo>
                <a:lnTo>
                  <a:pt x="1040983" y="49068"/>
                </a:lnTo>
                <a:lnTo>
                  <a:pt x="1041504" y="48979"/>
                </a:lnTo>
                <a:lnTo>
                  <a:pt x="1042034" y="48901"/>
                </a:lnTo>
                <a:lnTo>
                  <a:pt x="1042573" y="48836"/>
                </a:lnTo>
                <a:lnTo>
                  <a:pt x="1043120" y="48782"/>
                </a:lnTo>
                <a:lnTo>
                  <a:pt x="1043675" y="48740"/>
                </a:lnTo>
                <a:lnTo>
                  <a:pt x="1044240" y="48711"/>
                </a:lnTo>
                <a:lnTo>
                  <a:pt x="1044813" y="48693"/>
                </a:lnTo>
                <a:lnTo>
                  <a:pt x="1045394" y="48687"/>
                </a:lnTo>
                <a:lnTo>
                  <a:pt x="1045924" y="48692"/>
                </a:lnTo>
                <a:lnTo>
                  <a:pt x="1046446" y="48709"/>
                </a:lnTo>
                <a:lnTo>
                  <a:pt x="1046960" y="48737"/>
                </a:lnTo>
                <a:lnTo>
                  <a:pt x="1047465" y="48776"/>
                </a:lnTo>
                <a:lnTo>
                  <a:pt x="1047962" y="48826"/>
                </a:lnTo>
                <a:lnTo>
                  <a:pt x="1048451" y="48888"/>
                </a:lnTo>
                <a:lnTo>
                  <a:pt x="1048932" y="48960"/>
                </a:lnTo>
                <a:lnTo>
                  <a:pt x="1049404" y="49044"/>
                </a:lnTo>
                <a:lnTo>
                  <a:pt x="1049869" y="49139"/>
                </a:lnTo>
                <a:lnTo>
                  <a:pt x="1050325" y="49245"/>
                </a:lnTo>
                <a:lnTo>
                  <a:pt x="1050773" y="49362"/>
                </a:lnTo>
                <a:lnTo>
                  <a:pt x="1051213" y="49491"/>
                </a:lnTo>
                <a:lnTo>
                  <a:pt x="1051645" y="49630"/>
                </a:lnTo>
                <a:lnTo>
                  <a:pt x="1052068" y="49781"/>
                </a:lnTo>
                <a:lnTo>
                  <a:pt x="1052484" y="49943"/>
                </a:lnTo>
                <a:lnTo>
                  <a:pt x="1052891" y="50116"/>
                </a:lnTo>
                <a:lnTo>
                  <a:pt x="1053290" y="50300"/>
                </a:lnTo>
                <a:lnTo>
                  <a:pt x="1053680" y="50495"/>
                </a:lnTo>
                <a:lnTo>
                  <a:pt x="1054063" y="50702"/>
                </a:lnTo>
                <a:lnTo>
                  <a:pt x="1054437" y="50920"/>
                </a:lnTo>
                <a:lnTo>
                  <a:pt x="1054803" y="51149"/>
                </a:lnTo>
                <a:lnTo>
                  <a:pt x="1055161" y="51389"/>
                </a:lnTo>
                <a:lnTo>
                  <a:pt x="1055511" y="51640"/>
                </a:lnTo>
                <a:lnTo>
                  <a:pt x="1055853" y="51902"/>
                </a:lnTo>
                <a:lnTo>
                  <a:pt x="1056183" y="52180"/>
                </a:lnTo>
                <a:lnTo>
                  <a:pt x="1056499" y="52476"/>
                </a:lnTo>
                <a:lnTo>
                  <a:pt x="1056802" y="52792"/>
                </a:lnTo>
                <a:lnTo>
                  <a:pt x="1057090" y="53127"/>
                </a:lnTo>
                <a:lnTo>
                  <a:pt x="1057364" y="53481"/>
                </a:lnTo>
                <a:lnTo>
                  <a:pt x="1057624" y="53854"/>
                </a:lnTo>
                <a:lnTo>
                  <a:pt x="1057870" y="54247"/>
                </a:lnTo>
                <a:lnTo>
                  <a:pt x="1058102" y="54658"/>
                </a:lnTo>
                <a:lnTo>
                  <a:pt x="1058320" y="55089"/>
                </a:lnTo>
                <a:lnTo>
                  <a:pt x="1058524" y="55539"/>
                </a:lnTo>
                <a:lnTo>
                  <a:pt x="1058714" y="56008"/>
                </a:lnTo>
                <a:lnTo>
                  <a:pt x="1058890" y="56496"/>
                </a:lnTo>
                <a:lnTo>
                  <a:pt x="1059052" y="57003"/>
                </a:lnTo>
                <a:lnTo>
                  <a:pt x="1059199" y="57529"/>
                </a:lnTo>
                <a:lnTo>
                  <a:pt x="1059333" y="58075"/>
                </a:lnTo>
                <a:lnTo>
                  <a:pt x="1059452" y="58640"/>
                </a:lnTo>
                <a:lnTo>
                  <a:pt x="1059558" y="59223"/>
                </a:lnTo>
                <a:lnTo>
                  <a:pt x="1059649" y="59826"/>
                </a:lnTo>
                <a:lnTo>
                  <a:pt x="1059727" y="60448"/>
                </a:lnTo>
                <a:lnTo>
                  <a:pt x="1059790" y="61090"/>
                </a:lnTo>
                <a:lnTo>
                  <a:pt x="1059839" y="61750"/>
                </a:lnTo>
                <a:lnTo>
                  <a:pt x="1059874" y="62429"/>
                </a:lnTo>
                <a:lnTo>
                  <a:pt x="1059895" y="63128"/>
                </a:lnTo>
                <a:lnTo>
                  <a:pt x="1059902" y="63846"/>
                </a:lnTo>
                <a:lnTo>
                  <a:pt x="1059902" y="68622"/>
                </a:lnTo>
                <a:lnTo>
                  <a:pt x="1058478" y="68655"/>
                </a:lnTo>
                <a:lnTo>
                  <a:pt x="1057069" y="68694"/>
                </a:lnTo>
                <a:lnTo>
                  <a:pt x="1055674" y="68740"/>
                </a:lnTo>
                <a:lnTo>
                  <a:pt x="1054294" y="68792"/>
                </a:lnTo>
                <a:lnTo>
                  <a:pt x="1052928" y="68851"/>
                </a:lnTo>
                <a:lnTo>
                  <a:pt x="1051577" y="68916"/>
                </a:lnTo>
                <a:lnTo>
                  <a:pt x="1050241" y="68988"/>
                </a:lnTo>
                <a:lnTo>
                  <a:pt x="1048920" y="69066"/>
                </a:lnTo>
                <a:lnTo>
                  <a:pt x="1047613" y="69150"/>
                </a:lnTo>
                <a:lnTo>
                  <a:pt x="1046321" y="69241"/>
                </a:lnTo>
                <a:lnTo>
                  <a:pt x="1045044" y="69338"/>
                </a:lnTo>
                <a:lnTo>
                  <a:pt x="1043781" y="69441"/>
                </a:lnTo>
                <a:lnTo>
                  <a:pt x="1042533" y="69551"/>
                </a:lnTo>
                <a:lnTo>
                  <a:pt x="1041300" y="69668"/>
                </a:lnTo>
                <a:lnTo>
                  <a:pt x="1040081" y="69791"/>
                </a:lnTo>
                <a:lnTo>
                  <a:pt x="1038877" y="69920"/>
                </a:lnTo>
                <a:lnTo>
                  <a:pt x="1037688" y="70055"/>
                </a:lnTo>
                <a:lnTo>
                  <a:pt x="1036513" y="70197"/>
                </a:lnTo>
                <a:lnTo>
                  <a:pt x="1035353" y="70346"/>
                </a:lnTo>
                <a:lnTo>
                  <a:pt x="1034208" y="70500"/>
                </a:lnTo>
                <a:lnTo>
                  <a:pt x="1033077" y="70661"/>
                </a:lnTo>
                <a:lnTo>
                  <a:pt x="1031961" y="70829"/>
                </a:lnTo>
                <a:lnTo>
                  <a:pt x="1030860" y="71003"/>
                </a:lnTo>
                <a:lnTo>
                  <a:pt x="1029773" y="71183"/>
                </a:lnTo>
                <a:lnTo>
                  <a:pt x="1028704" y="71374"/>
                </a:lnTo>
                <a:lnTo>
                  <a:pt x="1027655" y="71578"/>
                </a:lnTo>
                <a:lnTo>
                  <a:pt x="1026626" y="71796"/>
                </a:lnTo>
                <a:lnTo>
                  <a:pt x="1025616" y="72028"/>
                </a:lnTo>
                <a:lnTo>
                  <a:pt x="1024627" y="72273"/>
                </a:lnTo>
                <a:lnTo>
                  <a:pt x="1023657" y="72532"/>
                </a:lnTo>
                <a:lnTo>
                  <a:pt x="1022707" y="72805"/>
                </a:lnTo>
                <a:lnTo>
                  <a:pt x="1021778" y="73091"/>
                </a:lnTo>
                <a:lnTo>
                  <a:pt x="1020868" y="73392"/>
                </a:lnTo>
                <a:lnTo>
                  <a:pt x="1019978" y="73706"/>
                </a:lnTo>
                <a:lnTo>
                  <a:pt x="1019108" y="74034"/>
                </a:lnTo>
                <a:lnTo>
                  <a:pt x="1018258" y="74375"/>
                </a:lnTo>
                <a:lnTo>
                  <a:pt x="1017428" y="74730"/>
                </a:lnTo>
                <a:lnTo>
                  <a:pt x="1016618" y="75099"/>
                </a:lnTo>
                <a:lnTo>
                  <a:pt x="1015828" y="75482"/>
                </a:lnTo>
                <a:lnTo>
                  <a:pt x="1015058" y="75878"/>
                </a:lnTo>
                <a:lnTo>
                  <a:pt x="1014307" y="76289"/>
                </a:lnTo>
                <a:lnTo>
                  <a:pt x="1013577" y="76713"/>
                </a:lnTo>
                <a:lnTo>
                  <a:pt x="1012867" y="77150"/>
                </a:lnTo>
                <a:lnTo>
                  <a:pt x="1012176" y="77602"/>
                </a:lnTo>
                <a:lnTo>
                  <a:pt x="1011505" y="78067"/>
                </a:lnTo>
                <a:lnTo>
                  <a:pt x="1010855" y="78546"/>
                </a:lnTo>
                <a:lnTo>
                  <a:pt x="1010224" y="79038"/>
                </a:lnTo>
                <a:lnTo>
                  <a:pt x="1009613" y="79544"/>
                </a:lnTo>
                <a:lnTo>
                  <a:pt x="1009025" y="80068"/>
                </a:lnTo>
                <a:lnTo>
                  <a:pt x="1008462" y="80612"/>
                </a:lnTo>
                <a:lnTo>
                  <a:pt x="1007924" y="81177"/>
                </a:lnTo>
                <a:lnTo>
                  <a:pt x="1007410" y="81762"/>
                </a:lnTo>
                <a:lnTo>
                  <a:pt x="1006922" y="82369"/>
                </a:lnTo>
                <a:lnTo>
                  <a:pt x="1006459" y="82996"/>
                </a:lnTo>
                <a:lnTo>
                  <a:pt x="1006021" y="83644"/>
                </a:lnTo>
                <a:lnTo>
                  <a:pt x="1005608" y="84312"/>
                </a:lnTo>
                <a:lnTo>
                  <a:pt x="1005220" y="85002"/>
                </a:lnTo>
                <a:lnTo>
                  <a:pt x="1004857" y="85712"/>
                </a:lnTo>
                <a:lnTo>
                  <a:pt x="1004519" y="86443"/>
                </a:lnTo>
                <a:lnTo>
                  <a:pt x="1004206" y="87194"/>
                </a:lnTo>
                <a:lnTo>
                  <a:pt x="1003918" y="87967"/>
                </a:lnTo>
                <a:lnTo>
                  <a:pt x="1003655" y="88760"/>
                </a:lnTo>
                <a:lnTo>
                  <a:pt x="1003418" y="89574"/>
                </a:lnTo>
                <a:lnTo>
                  <a:pt x="1003205" y="90408"/>
                </a:lnTo>
                <a:lnTo>
                  <a:pt x="1003017" y="91264"/>
                </a:lnTo>
                <a:lnTo>
                  <a:pt x="1002854" y="92140"/>
                </a:lnTo>
                <a:lnTo>
                  <a:pt x="1002717" y="93037"/>
                </a:lnTo>
                <a:lnTo>
                  <a:pt x="1002604" y="93954"/>
                </a:lnTo>
                <a:lnTo>
                  <a:pt x="1002516" y="94893"/>
                </a:lnTo>
                <a:lnTo>
                  <a:pt x="1002454" y="95852"/>
                </a:lnTo>
                <a:lnTo>
                  <a:pt x="1002416" y="96832"/>
                </a:lnTo>
                <a:lnTo>
                  <a:pt x="1002404" y="97833"/>
                </a:lnTo>
                <a:lnTo>
                  <a:pt x="1002411" y="98554"/>
                </a:lnTo>
                <a:lnTo>
                  <a:pt x="1002431" y="99265"/>
                </a:lnTo>
                <a:lnTo>
                  <a:pt x="1002466" y="99966"/>
                </a:lnTo>
                <a:lnTo>
                  <a:pt x="1002514" y="100657"/>
                </a:lnTo>
                <a:lnTo>
                  <a:pt x="1002576" y="101338"/>
                </a:lnTo>
                <a:lnTo>
                  <a:pt x="1002651" y="102009"/>
                </a:lnTo>
                <a:lnTo>
                  <a:pt x="1002741" y="102669"/>
                </a:lnTo>
                <a:lnTo>
                  <a:pt x="1002844" y="103320"/>
                </a:lnTo>
                <a:lnTo>
                  <a:pt x="1002961" y="103960"/>
                </a:lnTo>
                <a:lnTo>
                  <a:pt x="1003091" y="104590"/>
                </a:lnTo>
                <a:lnTo>
                  <a:pt x="1003236" y="105210"/>
                </a:lnTo>
                <a:lnTo>
                  <a:pt x="1003394" y="105820"/>
                </a:lnTo>
                <a:lnTo>
                  <a:pt x="1003566" y="106420"/>
                </a:lnTo>
                <a:lnTo>
                  <a:pt x="1003752" y="107010"/>
                </a:lnTo>
                <a:lnTo>
                  <a:pt x="1003951" y="107589"/>
                </a:lnTo>
                <a:lnTo>
                  <a:pt x="1004164" y="108159"/>
                </a:lnTo>
                <a:lnTo>
                  <a:pt x="1004391" y="108718"/>
                </a:lnTo>
                <a:lnTo>
                  <a:pt x="1004632" y="109267"/>
                </a:lnTo>
                <a:lnTo>
                  <a:pt x="1004886" y="109806"/>
                </a:lnTo>
                <a:lnTo>
                  <a:pt x="1005154" y="110335"/>
                </a:lnTo>
                <a:lnTo>
                  <a:pt x="1005436" y="110854"/>
                </a:lnTo>
                <a:lnTo>
                  <a:pt x="1005732" y="111362"/>
                </a:lnTo>
                <a:lnTo>
                  <a:pt x="1006041" y="111861"/>
                </a:lnTo>
                <a:lnTo>
                  <a:pt x="1006365" y="112349"/>
                </a:lnTo>
                <a:lnTo>
                  <a:pt x="1006699" y="112827"/>
                </a:lnTo>
                <a:lnTo>
                  <a:pt x="1007042" y="113295"/>
                </a:lnTo>
                <a:lnTo>
                  <a:pt x="1007393" y="113753"/>
                </a:lnTo>
                <a:lnTo>
                  <a:pt x="1007753" y="114200"/>
                </a:lnTo>
                <a:lnTo>
                  <a:pt x="1008121" y="114638"/>
                </a:lnTo>
                <a:lnTo>
                  <a:pt x="1008498" y="115065"/>
                </a:lnTo>
                <a:lnTo>
                  <a:pt x="1008883" y="115482"/>
                </a:lnTo>
                <a:lnTo>
                  <a:pt x="1009277" y="115889"/>
                </a:lnTo>
                <a:lnTo>
                  <a:pt x="1009679" y="116286"/>
                </a:lnTo>
                <a:lnTo>
                  <a:pt x="1010090" y="116673"/>
                </a:lnTo>
                <a:lnTo>
                  <a:pt x="1010510" y="117049"/>
                </a:lnTo>
                <a:lnTo>
                  <a:pt x="1010937" y="117416"/>
                </a:lnTo>
                <a:lnTo>
                  <a:pt x="1011374" y="117772"/>
                </a:lnTo>
                <a:lnTo>
                  <a:pt x="1011818" y="118118"/>
                </a:lnTo>
                <a:lnTo>
                  <a:pt x="1012272" y="118454"/>
                </a:lnTo>
                <a:lnTo>
                  <a:pt x="1012734" y="118780"/>
                </a:lnTo>
                <a:lnTo>
                  <a:pt x="1013204" y="119096"/>
                </a:lnTo>
                <a:lnTo>
                  <a:pt x="1013683" y="119401"/>
                </a:lnTo>
                <a:lnTo>
                  <a:pt x="1014170" y="119697"/>
                </a:lnTo>
                <a:lnTo>
                  <a:pt x="1014666" y="119982"/>
                </a:lnTo>
                <a:lnTo>
                  <a:pt x="1015170" y="120257"/>
                </a:lnTo>
                <a:lnTo>
                  <a:pt x="1015683" y="120522"/>
                </a:lnTo>
                <a:lnTo>
                  <a:pt x="1016204" y="120777"/>
                </a:lnTo>
                <a:lnTo>
                  <a:pt x="1016734" y="121022"/>
                </a:lnTo>
                <a:lnTo>
                  <a:pt x="1017270" y="121256"/>
                </a:lnTo>
                <a:lnTo>
                  <a:pt x="1017809" y="121481"/>
                </a:lnTo>
                <a:lnTo>
                  <a:pt x="1018351" y="121696"/>
                </a:lnTo>
                <a:lnTo>
                  <a:pt x="1018897" y="121901"/>
                </a:lnTo>
                <a:lnTo>
                  <a:pt x="1019447" y="122095"/>
                </a:lnTo>
                <a:lnTo>
                  <a:pt x="1019999" y="122280"/>
                </a:lnTo>
                <a:lnTo>
                  <a:pt x="1020556" y="122455"/>
                </a:lnTo>
                <a:lnTo>
                  <a:pt x="1021115" y="122620"/>
                </a:lnTo>
                <a:lnTo>
                  <a:pt x="1021678" y="122774"/>
                </a:lnTo>
                <a:lnTo>
                  <a:pt x="1022244" y="122919"/>
                </a:lnTo>
                <a:lnTo>
                  <a:pt x="1022814" y="123054"/>
                </a:lnTo>
                <a:lnTo>
                  <a:pt x="1023387" y="123179"/>
                </a:lnTo>
                <a:lnTo>
                  <a:pt x="1023964" y="123294"/>
                </a:lnTo>
                <a:lnTo>
                  <a:pt x="1024544" y="123398"/>
                </a:lnTo>
                <a:lnTo>
                  <a:pt x="1025127" y="123493"/>
                </a:lnTo>
                <a:lnTo>
                  <a:pt x="1025714" y="123578"/>
                </a:lnTo>
                <a:lnTo>
                  <a:pt x="1026304" y="123653"/>
                </a:lnTo>
                <a:lnTo>
                  <a:pt x="1026897" y="123718"/>
                </a:lnTo>
                <a:lnTo>
                  <a:pt x="1027494" y="123773"/>
                </a:lnTo>
                <a:lnTo>
                  <a:pt x="1028095" y="123818"/>
                </a:lnTo>
                <a:lnTo>
                  <a:pt x="1028698" y="123853"/>
                </a:lnTo>
                <a:lnTo>
                  <a:pt x="1029306" y="123878"/>
                </a:lnTo>
                <a:lnTo>
                  <a:pt x="1029916" y="123893"/>
                </a:lnTo>
                <a:lnTo>
                  <a:pt x="1030530" y="123898"/>
                </a:lnTo>
                <a:lnTo>
                  <a:pt x="1031320" y="123892"/>
                </a:lnTo>
                <a:lnTo>
                  <a:pt x="1032102" y="123875"/>
                </a:lnTo>
                <a:lnTo>
                  <a:pt x="1032876" y="123847"/>
                </a:lnTo>
                <a:lnTo>
                  <a:pt x="1033643" y="123808"/>
                </a:lnTo>
                <a:lnTo>
                  <a:pt x="1034402" y="123757"/>
                </a:lnTo>
                <a:lnTo>
                  <a:pt x="1035153" y="123695"/>
                </a:lnTo>
                <a:close/>
                <a:moveTo>
                  <a:pt x="1035684" y="107528"/>
                </a:moveTo>
                <a:lnTo>
                  <a:pt x="1035277" y="107467"/>
                </a:lnTo>
                <a:lnTo>
                  <a:pt x="1034877" y="107396"/>
                </a:lnTo>
                <a:lnTo>
                  <a:pt x="1034483" y="107315"/>
                </a:lnTo>
                <a:lnTo>
                  <a:pt x="1034097" y="107225"/>
                </a:lnTo>
                <a:lnTo>
                  <a:pt x="1033717" y="107126"/>
                </a:lnTo>
                <a:lnTo>
                  <a:pt x="1033345" y="107017"/>
                </a:lnTo>
                <a:lnTo>
                  <a:pt x="1032979" y="106899"/>
                </a:lnTo>
                <a:lnTo>
                  <a:pt x="1032621" y="106771"/>
                </a:lnTo>
                <a:lnTo>
                  <a:pt x="1032269" y="106634"/>
                </a:lnTo>
                <a:lnTo>
                  <a:pt x="1031924" y="106487"/>
                </a:lnTo>
                <a:lnTo>
                  <a:pt x="1031587" y="106331"/>
                </a:lnTo>
                <a:lnTo>
                  <a:pt x="1031256" y="106165"/>
                </a:lnTo>
                <a:lnTo>
                  <a:pt x="1030932" y="105990"/>
                </a:lnTo>
                <a:lnTo>
                  <a:pt x="1030615" y="105806"/>
                </a:lnTo>
                <a:lnTo>
                  <a:pt x="1030305" y="105612"/>
                </a:lnTo>
                <a:lnTo>
                  <a:pt x="1030003" y="105408"/>
                </a:lnTo>
                <a:lnTo>
                  <a:pt x="1029707" y="105195"/>
                </a:lnTo>
                <a:lnTo>
                  <a:pt x="1029417" y="104973"/>
                </a:lnTo>
                <a:lnTo>
                  <a:pt x="1029138" y="104740"/>
                </a:lnTo>
                <a:lnTo>
                  <a:pt x="1028870" y="104498"/>
                </a:lnTo>
                <a:lnTo>
                  <a:pt x="1028614" y="104246"/>
                </a:lnTo>
                <a:lnTo>
                  <a:pt x="1028370" y="103983"/>
                </a:lnTo>
                <a:lnTo>
                  <a:pt x="1028138" y="103711"/>
                </a:lnTo>
                <a:lnTo>
                  <a:pt x="1027918" y="103428"/>
                </a:lnTo>
                <a:lnTo>
                  <a:pt x="1027710" y="103135"/>
                </a:lnTo>
                <a:lnTo>
                  <a:pt x="1027514" y="102832"/>
                </a:lnTo>
                <a:lnTo>
                  <a:pt x="1027329" y="102519"/>
                </a:lnTo>
                <a:lnTo>
                  <a:pt x="1027157" y="102196"/>
                </a:lnTo>
                <a:lnTo>
                  <a:pt x="1026996" y="101863"/>
                </a:lnTo>
                <a:lnTo>
                  <a:pt x="1026847" y="101519"/>
                </a:lnTo>
                <a:lnTo>
                  <a:pt x="1026711" y="101166"/>
                </a:lnTo>
                <a:lnTo>
                  <a:pt x="1026586" y="100803"/>
                </a:lnTo>
                <a:lnTo>
                  <a:pt x="1026473" y="100429"/>
                </a:lnTo>
                <a:lnTo>
                  <a:pt x="1026371" y="100045"/>
                </a:lnTo>
                <a:lnTo>
                  <a:pt x="1026282" y="99651"/>
                </a:lnTo>
                <a:lnTo>
                  <a:pt x="1026205" y="99247"/>
                </a:lnTo>
                <a:lnTo>
                  <a:pt x="1026139" y="98833"/>
                </a:lnTo>
                <a:lnTo>
                  <a:pt x="1026086" y="98409"/>
                </a:lnTo>
                <a:lnTo>
                  <a:pt x="1026044" y="97975"/>
                </a:lnTo>
                <a:lnTo>
                  <a:pt x="1026014" y="97531"/>
                </a:lnTo>
                <a:lnTo>
                  <a:pt x="1025997" y="97076"/>
                </a:lnTo>
                <a:lnTo>
                  <a:pt x="1025991" y="96612"/>
                </a:lnTo>
                <a:lnTo>
                  <a:pt x="1026004" y="95968"/>
                </a:lnTo>
                <a:lnTo>
                  <a:pt x="1026043" y="95339"/>
                </a:lnTo>
                <a:lnTo>
                  <a:pt x="1026108" y="94725"/>
                </a:lnTo>
                <a:lnTo>
                  <a:pt x="1026198" y="94126"/>
                </a:lnTo>
                <a:lnTo>
                  <a:pt x="1026315" y="93542"/>
                </a:lnTo>
                <a:lnTo>
                  <a:pt x="1026458" y="92973"/>
                </a:lnTo>
                <a:lnTo>
                  <a:pt x="1026627" y="92420"/>
                </a:lnTo>
                <a:lnTo>
                  <a:pt x="1026821" y="91881"/>
                </a:lnTo>
                <a:lnTo>
                  <a:pt x="1027042" y="91357"/>
                </a:lnTo>
                <a:lnTo>
                  <a:pt x="1027289" y="90848"/>
                </a:lnTo>
                <a:lnTo>
                  <a:pt x="1027561" y="90354"/>
                </a:lnTo>
                <a:lnTo>
                  <a:pt x="1027860" y="89875"/>
                </a:lnTo>
                <a:lnTo>
                  <a:pt x="1028184" y="89411"/>
                </a:lnTo>
                <a:lnTo>
                  <a:pt x="1028535" y="88962"/>
                </a:lnTo>
                <a:lnTo>
                  <a:pt x="1028911" y="88528"/>
                </a:lnTo>
                <a:lnTo>
                  <a:pt x="1029314" y="88109"/>
                </a:lnTo>
                <a:lnTo>
                  <a:pt x="1029742" y="87705"/>
                </a:lnTo>
                <a:lnTo>
                  <a:pt x="1030196" y="87316"/>
                </a:lnTo>
                <a:lnTo>
                  <a:pt x="1030677" y="86942"/>
                </a:lnTo>
                <a:lnTo>
                  <a:pt x="1031183" y="86583"/>
                </a:lnTo>
                <a:lnTo>
                  <a:pt x="1031715" y="86239"/>
                </a:lnTo>
                <a:lnTo>
                  <a:pt x="1032273" y="85910"/>
                </a:lnTo>
                <a:lnTo>
                  <a:pt x="1032857" y="85596"/>
                </a:lnTo>
                <a:lnTo>
                  <a:pt x="1033467" y="85297"/>
                </a:lnTo>
                <a:lnTo>
                  <a:pt x="1034110" y="85011"/>
                </a:lnTo>
                <a:lnTo>
                  <a:pt x="1034791" y="84737"/>
                </a:lnTo>
                <a:lnTo>
                  <a:pt x="1035512" y="84475"/>
                </a:lnTo>
                <a:lnTo>
                  <a:pt x="1036271" y="84225"/>
                </a:lnTo>
                <a:lnTo>
                  <a:pt x="1037069" y="83986"/>
                </a:lnTo>
                <a:lnTo>
                  <a:pt x="1037907" y="83760"/>
                </a:lnTo>
                <a:lnTo>
                  <a:pt x="1038783" y="83545"/>
                </a:lnTo>
                <a:lnTo>
                  <a:pt x="1039698" y="83342"/>
                </a:lnTo>
                <a:lnTo>
                  <a:pt x="1040652" y="83151"/>
                </a:lnTo>
                <a:lnTo>
                  <a:pt x="1041645" y="82972"/>
                </a:lnTo>
                <a:lnTo>
                  <a:pt x="1042677" y="82805"/>
                </a:lnTo>
                <a:lnTo>
                  <a:pt x="1043748" y="82649"/>
                </a:lnTo>
                <a:lnTo>
                  <a:pt x="1044857" y="82506"/>
                </a:lnTo>
                <a:lnTo>
                  <a:pt x="1046006" y="82374"/>
                </a:lnTo>
                <a:lnTo>
                  <a:pt x="1047194" y="82254"/>
                </a:lnTo>
                <a:lnTo>
                  <a:pt x="1048420" y="82145"/>
                </a:lnTo>
                <a:lnTo>
                  <a:pt x="1049686" y="82049"/>
                </a:lnTo>
                <a:lnTo>
                  <a:pt x="1050991" y="81965"/>
                </a:lnTo>
                <a:lnTo>
                  <a:pt x="1052334" y="81892"/>
                </a:lnTo>
                <a:lnTo>
                  <a:pt x="1053716" y="81831"/>
                </a:lnTo>
                <a:lnTo>
                  <a:pt x="1055138" y="81782"/>
                </a:lnTo>
                <a:lnTo>
                  <a:pt x="1056598" y="81745"/>
                </a:lnTo>
                <a:lnTo>
                  <a:pt x="1058097" y="81719"/>
                </a:lnTo>
                <a:lnTo>
                  <a:pt x="1059635" y="81706"/>
                </a:lnTo>
                <a:lnTo>
                  <a:pt x="1059635" y="96066"/>
                </a:lnTo>
                <a:lnTo>
                  <a:pt x="1059350" y="96443"/>
                </a:lnTo>
                <a:lnTo>
                  <a:pt x="1059056" y="96817"/>
                </a:lnTo>
                <a:lnTo>
                  <a:pt x="1058754" y="97186"/>
                </a:lnTo>
                <a:lnTo>
                  <a:pt x="1058445" y="97553"/>
                </a:lnTo>
                <a:lnTo>
                  <a:pt x="1058128" y="97916"/>
                </a:lnTo>
                <a:lnTo>
                  <a:pt x="1057802" y="98275"/>
                </a:lnTo>
                <a:lnTo>
                  <a:pt x="1057469" y="98631"/>
                </a:lnTo>
                <a:lnTo>
                  <a:pt x="1057128" y="98984"/>
                </a:lnTo>
                <a:lnTo>
                  <a:pt x="1056779" y="99333"/>
                </a:lnTo>
                <a:lnTo>
                  <a:pt x="1056423" y="99679"/>
                </a:lnTo>
                <a:lnTo>
                  <a:pt x="1056058" y="100021"/>
                </a:lnTo>
                <a:lnTo>
                  <a:pt x="1055686" y="100360"/>
                </a:lnTo>
                <a:lnTo>
                  <a:pt x="1055305" y="100695"/>
                </a:lnTo>
                <a:lnTo>
                  <a:pt x="1054917" y="101027"/>
                </a:lnTo>
                <a:lnTo>
                  <a:pt x="1054521" y="101355"/>
                </a:lnTo>
                <a:lnTo>
                  <a:pt x="1054117" y="101680"/>
                </a:lnTo>
                <a:lnTo>
                  <a:pt x="1053705" y="102001"/>
                </a:lnTo>
                <a:lnTo>
                  <a:pt x="1053285" y="102319"/>
                </a:lnTo>
                <a:lnTo>
                  <a:pt x="1052858" y="102634"/>
                </a:lnTo>
                <a:lnTo>
                  <a:pt x="1052422" y="102945"/>
                </a:lnTo>
                <a:lnTo>
                  <a:pt x="1051979" y="103253"/>
                </a:lnTo>
                <a:lnTo>
                  <a:pt x="1051527" y="103557"/>
                </a:lnTo>
                <a:lnTo>
                  <a:pt x="1051068" y="103858"/>
                </a:lnTo>
                <a:lnTo>
                  <a:pt x="1050601" y="104155"/>
                </a:lnTo>
                <a:lnTo>
                  <a:pt x="1050128" y="104444"/>
                </a:lnTo>
                <a:lnTo>
                  <a:pt x="1049652" y="104721"/>
                </a:lnTo>
                <a:lnTo>
                  <a:pt x="1049172" y="104985"/>
                </a:lnTo>
                <a:lnTo>
                  <a:pt x="1048689" y="105238"/>
                </a:lnTo>
                <a:lnTo>
                  <a:pt x="1048202" y="105478"/>
                </a:lnTo>
                <a:lnTo>
                  <a:pt x="1047711" y="105705"/>
                </a:lnTo>
                <a:lnTo>
                  <a:pt x="1047217" y="105921"/>
                </a:lnTo>
                <a:lnTo>
                  <a:pt x="1046719" y="106124"/>
                </a:lnTo>
                <a:lnTo>
                  <a:pt x="1046218" y="106314"/>
                </a:lnTo>
                <a:lnTo>
                  <a:pt x="1045713" y="106493"/>
                </a:lnTo>
                <a:lnTo>
                  <a:pt x="1045205" y="106659"/>
                </a:lnTo>
                <a:lnTo>
                  <a:pt x="1044693" y="106813"/>
                </a:lnTo>
                <a:lnTo>
                  <a:pt x="1044178" y="106954"/>
                </a:lnTo>
                <a:lnTo>
                  <a:pt x="1043659" y="107083"/>
                </a:lnTo>
                <a:lnTo>
                  <a:pt x="1043136" y="107200"/>
                </a:lnTo>
                <a:lnTo>
                  <a:pt x="1042610" y="107305"/>
                </a:lnTo>
                <a:lnTo>
                  <a:pt x="1042081" y="107397"/>
                </a:lnTo>
                <a:lnTo>
                  <a:pt x="1041547" y="107477"/>
                </a:lnTo>
                <a:lnTo>
                  <a:pt x="1041011" y="107545"/>
                </a:lnTo>
                <a:lnTo>
                  <a:pt x="1040470" y="107600"/>
                </a:lnTo>
                <a:lnTo>
                  <a:pt x="1039927" y="107643"/>
                </a:lnTo>
                <a:lnTo>
                  <a:pt x="1039379" y="107674"/>
                </a:lnTo>
                <a:lnTo>
                  <a:pt x="1038828" y="107692"/>
                </a:lnTo>
                <a:lnTo>
                  <a:pt x="1038274" y="107699"/>
                </a:lnTo>
                <a:lnTo>
                  <a:pt x="1037825" y="107694"/>
                </a:lnTo>
                <a:lnTo>
                  <a:pt x="1037383" y="107680"/>
                </a:lnTo>
                <a:lnTo>
                  <a:pt x="1036948" y="107656"/>
                </a:lnTo>
                <a:lnTo>
                  <a:pt x="1036519" y="107623"/>
                </a:lnTo>
                <a:lnTo>
                  <a:pt x="1036098" y="107580"/>
                </a:lnTo>
                <a:lnTo>
                  <a:pt x="1035684" y="107528"/>
                </a:lnTo>
                <a:close/>
                <a:moveTo>
                  <a:pt x="1218013" y="123751"/>
                </a:moveTo>
                <a:lnTo>
                  <a:pt x="1218942" y="123686"/>
                </a:lnTo>
                <a:lnTo>
                  <a:pt x="1219862" y="123610"/>
                </a:lnTo>
                <a:lnTo>
                  <a:pt x="1220771" y="123522"/>
                </a:lnTo>
                <a:lnTo>
                  <a:pt x="1221669" y="123422"/>
                </a:lnTo>
                <a:lnTo>
                  <a:pt x="1222557" y="123311"/>
                </a:lnTo>
                <a:lnTo>
                  <a:pt x="1223435" y="123187"/>
                </a:lnTo>
                <a:lnTo>
                  <a:pt x="1224302" y="123052"/>
                </a:lnTo>
                <a:lnTo>
                  <a:pt x="1225159" y="122905"/>
                </a:lnTo>
                <a:lnTo>
                  <a:pt x="1226006" y="122747"/>
                </a:lnTo>
                <a:lnTo>
                  <a:pt x="1226843" y="122577"/>
                </a:lnTo>
                <a:lnTo>
                  <a:pt x="1227669" y="122395"/>
                </a:lnTo>
                <a:lnTo>
                  <a:pt x="1228484" y="122201"/>
                </a:lnTo>
                <a:lnTo>
                  <a:pt x="1229290" y="121995"/>
                </a:lnTo>
                <a:lnTo>
                  <a:pt x="1230084" y="121778"/>
                </a:lnTo>
                <a:lnTo>
                  <a:pt x="1230869" y="121549"/>
                </a:lnTo>
                <a:lnTo>
                  <a:pt x="1231643" y="121308"/>
                </a:lnTo>
                <a:lnTo>
                  <a:pt x="1232407" y="121056"/>
                </a:lnTo>
                <a:lnTo>
                  <a:pt x="1233161" y="120792"/>
                </a:lnTo>
                <a:lnTo>
                  <a:pt x="1233904" y="120516"/>
                </a:lnTo>
                <a:lnTo>
                  <a:pt x="1234636" y="120228"/>
                </a:lnTo>
                <a:lnTo>
                  <a:pt x="1235354" y="119928"/>
                </a:lnTo>
                <a:lnTo>
                  <a:pt x="1236060" y="119616"/>
                </a:lnTo>
                <a:lnTo>
                  <a:pt x="1236752" y="119292"/>
                </a:lnTo>
                <a:lnTo>
                  <a:pt x="1237432" y="118956"/>
                </a:lnTo>
                <a:lnTo>
                  <a:pt x="1238098" y="118607"/>
                </a:lnTo>
                <a:lnTo>
                  <a:pt x="1238752" y="118247"/>
                </a:lnTo>
                <a:lnTo>
                  <a:pt x="1239393" y="117875"/>
                </a:lnTo>
                <a:lnTo>
                  <a:pt x="1240020" y="117491"/>
                </a:lnTo>
                <a:lnTo>
                  <a:pt x="1240635" y="117094"/>
                </a:lnTo>
                <a:lnTo>
                  <a:pt x="1241237" y="116686"/>
                </a:lnTo>
                <a:lnTo>
                  <a:pt x="1241826" y="116265"/>
                </a:lnTo>
                <a:lnTo>
                  <a:pt x="1242401" y="115833"/>
                </a:lnTo>
                <a:lnTo>
                  <a:pt x="1242964" y="115388"/>
                </a:lnTo>
                <a:lnTo>
                  <a:pt x="1243514" y="114932"/>
                </a:lnTo>
                <a:lnTo>
                  <a:pt x="1244051" y="114463"/>
                </a:lnTo>
                <a:lnTo>
                  <a:pt x="1244575" y="113982"/>
                </a:lnTo>
                <a:lnTo>
                  <a:pt x="1245085" y="113490"/>
                </a:lnTo>
                <a:lnTo>
                  <a:pt x="1245583" y="112985"/>
                </a:lnTo>
                <a:lnTo>
                  <a:pt x="1246068" y="112468"/>
                </a:lnTo>
                <a:lnTo>
                  <a:pt x="1246540" y="111939"/>
                </a:lnTo>
                <a:lnTo>
                  <a:pt x="1246999" y="111398"/>
                </a:lnTo>
                <a:lnTo>
                  <a:pt x="1247445" y="110845"/>
                </a:lnTo>
                <a:lnTo>
                  <a:pt x="1247878" y="110280"/>
                </a:lnTo>
                <a:lnTo>
                  <a:pt x="1248296" y="109703"/>
                </a:lnTo>
                <a:lnTo>
                  <a:pt x="1248699" y="109114"/>
                </a:lnTo>
                <a:lnTo>
                  <a:pt x="1249085" y="108513"/>
                </a:lnTo>
                <a:lnTo>
                  <a:pt x="1249454" y="107900"/>
                </a:lnTo>
                <a:lnTo>
                  <a:pt x="1249808" y="107275"/>
                </a:lnTo>
                <a:lnTo>
                  <a:pt x="1250145" y="106639"/>
                </a:lnTo>
                <a:lnTo>
                  <a:pt x="1250466" y="105990"/>
                </a:lnTo>
                <a:lnTo>
                  <a:pt x="1250771" y="105330"/>
                </a:lnTo>
                <a:lnTo>
                  <a:pt x="1251059" y="104658"/>
                </a:lnTo>
                <a:lnTo>
                  <a:pt x="1251332" y="103974"/>
                </a:lnTo>
                <a:lnTo>
                  <a:pt x="1251588" y="103277"/>
                </a:lnTo>
                <a:lnTo>
                  <a:pt x="1251828" y="102569"/>
                </a:lnTo>
                <a:lnTo>
                  <a:pt x="1252051" y="101850"/>
                </a:lnTo>
                <a:lnTo>
                  <a:pt x="1252259" y="101118"/>
                </a:lnTo>
                <a:lnTo>
                  <a:pt x="1252450" y="100374"/>
                </a:lnTo>
                <a:lnTo>
                  <a:pt x="1252625" y="99619"/>
                </a:lnTo>
                <a:lnTo>
                  <a:pt x="1252784" y="98851"/>
                </a:lnTo>
                <a:lnTo>
                  <a:pt x="1252926" y="98072"/>
                </a:lnTo>
                <a:lnTo>
                  <a:pt x="1253053" y="97281"/>
                </a:lnTo>
                <a:lnTo>
                  <a:pt x="1253163" y="96477"/>
                </a:lnTo>
                <a:lnTo>
                  <a:pt x="1253257" y="95662"/>
                </a:lnTo>
                <a:lnTo>
                  <a:pt x="1253334" y="94835"/>
                </a:lnTo>
                <a:lnTo>
                  <a:pt x="1253396" y="93997"/>
                </a:lnTo>
                <a:lnTo>
                  <a:pt x="1253441" y="93146"/>
                </a:lnTo>
                <a:lnTo>
                  <a:pt x="1230210" y="93146"/>
                </a:lnTo>
                <a:lnTo>
                  <a:pt x="1230195" y="93706"/>
                </a:lnTo>
                <a:lnTo>
                  <a:pt x="1230164" y="94254"/>
                </a:lnTo>
                <a:lnTo>
                  <a:pt x="1230117" y="94790"/>
                </a:lnTo>
                <a:lnTo>
                  <a:pt x="1230054" y="95315"/>
                </a:lnTo>
                <a:lnTo>
                  <a:pt x="1229976" y="95828"/>
                </a:lnTo>
                <a:lnTo>
                  <a:pt x="1229882" y="96330"/>
                </a:lnTo>
                <a:lnTo>
                  <a:pt x="1229772" y="96820"/>
                </a:lnTo>
                <a:lnTo>
                  <a:pt x="1229646" y="97298"/>
                </a:lnTo>
                <a:lnTo>
                  <a:pt x="1229505" y="97765"/>
                </a:lnTo>
                <a:lnTo>
                  <a:pt x="1229348" y="98220"/>
                </a:lnTo>
                <a:lnTo>
                  <a:pt x="1229175" y="98664"/>
                </a:lnTo>
                <a:lnTo>
                  <a:pt x="1228986" y="99095"/>
                </a:lnTo>
                <a:lnTo>
                  <a:pt x="1228782" y="99516"/>
                </a:lnTo>
                <a:lnTo>
                  <a:pt x="1228562" y="99924"/>
                </a:lnTo>
                <a:lnTo>
                  <a:pt x="1228326" y="100321"/>
                </a:lnTo>
                <a:lnTo>
                  <a:pt x="1228074" y="100707"/>
                </a:lnTo>
                <a:lnTo>
                  <a:pt x="1227807" y="101080"/>
                </a:lnTo>
                <a:lnTo>
                  <a:pt x="1227523" y="101442"/>
                </a:lnTo>
                <a:lnTo>
                  <a:pt x="1227224" y="101793"/>
                </a:lnTo>
                <a:lnTo>
                  <a:pt x="1226910" y="102132"/>
                </a:lnTo>
                <a:lnTo>
                  <a:pt x="1226579" y="102459"/>
                </a:lnTo>
                <a:lnTo>
                  <a:pt x="1226233" y="102774"/>
                </a:lnTo>
                <a:lnTo>
                  <a:pt x="1225871" y="103078"/>
                </a:lnTo>
                <a:lnTo>
                  <a:pt x="1225493" y="103371"/>
                </a:lnTo>
                <a:lnTo>
                  <a:pt x="1225102" y="103651"/>
                </a:lnTo>
                <a:lnTo>
                  <a:pt x="1224700" y="103920"/>
                </a:lnTo>
                <a:lnTo>
                  <a:pt x="1224288" y="104176"/>
                </a:lnTo>
                <a:lnTo>
                  <a:pt x="1223866" y="104421"/>
                </a:lnTo>
                <a:lnTo>
                  <a:pt x="1223433" y="104654"/>
                </a:lnTo>
                <a:lnTo>
                  <a:pt x="1222989" y="104875"/>
                </a:lnTo>
                <a:lnTo>
                  <a:pt x="1222536" y="105084"/>
                </a:lnTo>
                <a:lnTo>
                  <a:pt x="1222071" y="105280"/>
                </a:lnTo>
                <a:lnTo>
                  <a:pt x="1221596" y="105466"/>
                </a:lnTo>
                <a:lnTo>
                  <a:pt x="1221110" y="105639"/>
                </a:lnTo>
                <a:lnTo>
                  <a:pt x="1220614" y="105800"/>
                </a:lnTo>
                <a:lnTo>
                  <a:pt x="1220108" y="105949"/>
                </a:lnTo>
                <a:lnTo>
                  <a:pt x="1219591" y="106086"/>
                </a:lnTo>
                <a:lnTo>
                  <a:pt x="1219063" y="106212"/>
                </a:lnTo>
                <a:lnTo>
                  <a:pt x="1218525" y="106325"/>
                </a:lnTo>
                <a:lnTo>
                  <a:pt x="1217977" y="106426"/>
                </a:lnTo>
                <a:lnTo>
                  <a:pt x="1217418" y="106516"/>
                </a:lnTo>
                <a:lnTo>
                  <a:pt x="1216848" y="106594"/>
                </a:lnTo>
                <a:lnTo>
                  <a:pt x="1216268" y="106659"/>
                </a:lnTo>
                <a:lnTo>
                  <a:pt x="1215677" y="106713"/>
                </a:lnTo>
                <a:lnTo>
                  <a:pt x="1215076" y="106755"/>
                </a:lnTo>
                <a:lnTo>
                  <a:pt x="1214465" y="106785"/>
                </a:lnTo>
                <a:lnTo>
                  <a:pt x="1213842" y="106802"/>
                </a:lnTo>
                <a:lnTo>
                  <a:pt x="1213210" y="106808"/>
                </a:lnTo>
                <a:lnTo>
                  <a:pt x="1212599" y="106803"/>
                </a:lnTo>
                <a:lnTo>
                  <a:pt x="1211998" y="106785"/>
                </a:lnTo>
                <a:lnTo>
                  <a:pt x="1211407" y="106757"/>
                </a:lnTo>
                <a:lnTo>
                  <a:pt x="1210826" y="106716"/>
                </a:lnTo>
                <a:lnTo>
                  <a:pt x="1210255" y="106664"/>
                </a:lnTo>
                <a:lnTo>
                  <a:pt x="1209694" y="106601"/>
                </a:lnTo>
                <a:lnTo>
                  <a:pt x="1209143" y="106526"/>
                </a:lnTo>
                <a:lnTo>
                  <a:pt x="1208601" y="106439"/>
                </a:lnTo>
                <a:lnTo>
                  <a:pt x="1208070" y="106341"/>
                </a:lnTo>
                <a:lnTo>
                  <a:pt x="1207548" y="106232"/>
                </a:lnTo>
                <a:lnTo>
                  <a:pt x="1207036" y="106111"/>
                </a:lnTo>
                <a:lnTo>
                  <a:pt x="1206534" y="105978"/>
                </a:lnTo>
                <a:lnTo>
                  <a:pt x="1206042" y="105834"/>
                </a:lnTo>
                <a:lnTo>
                  <a:pt x="1205560" y="105678"/>
                </a:lnTo>
                <a:lnTo>
                  <a:pt x="1205088" y="105511"/>
                </a:lnTo>
                <a:lnTo>
                  <a:pt x="1204626" y="105332"/>
                </a:lnTo>
                <a:lnTo>
                  <a:pt x="1204173" y="105142"/>
                </a:lnTo>
                <a:lnTo>
                  <a:pt x="1203731" y="104940"/>
                </a:lnTo>
                <a:lnTo>
                  <a:pt x="1203298" y="104727"/>
                </a:lnTo>
                <a:lnTo>
                  <a:pt x="1202875" y="104502"/>
                </a:lnTo>
                <a:lnTo>
                  <a:pt x="1202462" y="104266"/>
                </a:lnTo>
                <a:lnTo>
                  <a:pt x="1202059" y="104018"/>
                </a:lnTo>
                <a:lnTo>
                  <a:pt x="1201666" y="103758"/>
                </a:lnTo>
                <a:lnTo>
                  <a:pt x="1201283" y="103487"/>
                </a:lnTo>
                <a:lnTo>
                  <a:pt x="1200909" y="103207"/>
                </a:lnTo>
                <a:lnTo>
                  <a:pt x="1200543" y="102919"/>
                </a:lnTo>
                <a:lnTo>
                  <a:pt x="1200186" y="102623"/>
                </a:lnTo>
                <a:lnTo>
                  <a:pt x="1199838" y="102320"/>
                </a:lnTo>
                <a:lnTo>
                  <a:pt x="1199498" y="102010"/>
                </a:lnTo>
                <a:lnTo>
                  <a:pt x="1199166" y="101692"/>
                </a:lnTo>
                <a:lnTo>
                  <a:pt x="1198843" y="101366"/>
                </a:lnTo>
                <a:lnTo>
                  <a:pt x="1198529" y="101034"/>
                </a:lnTo>
                <a:lnTo>
                  <a:pt x="1198223" y="100694"/>
                </a:lnTo>
                <a:lnTo>
                  <a:pt x="1197925" y="100346"/>
                </a:lnTo>
                <a:lnTo>
                  <a:pt x="1197636" y="99991"/>
                </a:lnTo>
                <a:lnTo>
                  <a:pt x="1197355" y="99629"/>
                </a:lnTo>
                <a:lnTo>
                  <a:pt x="1197083" y="99259"/>
                </a:lnTo>
                <a:lnTo>
                  <a:pt x="1196820" y="98882"/>
                </a:lnTo>
                <a:lnTo>
                  <a:pt x="1196565" y="98497"/>
                </a:lnTo>
                <a:lnTo>
                  <a:pt x="1196318" y="98105"/>
                </a:lnTo>
                <a:lnTo>
                  <a:pt x="1196080" y="97705"/>
                </a:lnTo>
                <a:lnTo>
                  <a:pt x="1195851" y="97298"/>
                </a:lnTo>
                <a:lnTo>
                  <a:pt x="1195630" y="96884"/>
                </a:lnTo>
                <a:lnTo>
                  <a:pt x="1195417" y="96462"/>
                </a:lnTo>
                <a:lnTo>
                  <a:pt x="1195213" y="96033"/>
                </a:lnTo>
                <a:lnTo>
                  <a:pt x="1195017" y="95596"/>
                </a:lnTo>
                <a:lnTo>
                  <a:pt x="1194830" y="95152"/>
                </a:lnTo>
                <a:lnTo>
                  <a:pt x="1194652" y="94701"/>
                </a:lnTo>
                <a:lnTo>
                  <a:pt x="1194481" y="94244"/>
                </a:lnTo>
                <a:lnTo>
                  <a:pt x="1194317" y="93785"/>
                </a:lnTo>
                <a:lnTo>
                  <a:pt x="1194159" y="93322"/>
                </a:lnTo>
                <a:lnTo>
                  <a:pt x="1194008" y="92857"/>
                </a:lnTo>
                <a:lnTo>
                  <a:pt x="1193863" y="92389"/>
                </a:lnTo>
                <a:lnTo>
                  <a:pt x="1193726" y="91918"/>
                </a:lnTo>
                <a:lnTo>
                  <a:pt x="1193595" y="91444"/>
                </a:lnTo>
                <a:lnTo>
                  <a:pt x="1193470" y="90968"/>
                </a:lnTo>
                <a:lnTo>
                  <a:pt x="1193352" y="90488"/>
                </a:lnTo>
                <a:lnTo>
                  <a:pt x="1193241" y="90006"/>
                </a:lnTo>
                <a:lnTo>
                  <a:pt x="1193137" y="89521"/>
                </a:lnTo>
                <a:lnTo>
                  <a:pt x="1193039" y="89033"/>
                </a:lnTo>
                <a:lnTo>
                  <a:pt x="1192947" y="88542"/>
                </a:lnTo>
                <a:lnTo>
                  <a:pt x="1192863" y="88048"/>
                </a:lnTo>
                <a:lnTo>
                  <a:pt x="1192785" y="87552"/>
                </a:lnTo>
                <a:lnTo>
                  <a:pt x="1192714" y="87052"/>
                </a:lnTo>
                <a:lnTo>
                  <a:pt x="1192649" y="86550"/>
                </a:lnTo>
                <a:lnTo>
                  <a:pt x="1192591" y="86045"/>
                </a:lnTo>
                <a:lnTo>
                  <a:pt x="1192539" y="85537"/>
                </a:lnTo>
                <a:lnTo>
                  <a:pt x="1192495" y="85026"/>
                </a:lnTo>
                <a:lnTo>
                  <a:pt x="1192457" y="84513"/>
                </a:lnTo>
                <a:lnTo>
                  <a:pt x="1192425" y="83996"/>
                </a:lnTo>
                <a:lnTo>
                  <a:pt x="1192400" y="83477"/>
                </a:lnTo>
                <a:lnTo>
                  <a:pt x="1192382" y="82955"/>
                </a:lnTo>
                <a:lnTo>
                  <a:pt x="1253352" y="82955"/>
                </a:lnTo>
                <a:lnTo>
                  <a:pt x="1253367" y="82871"/>
                </a:lnTo>
                <a:lnTo>
                  <a:pt x="1253381" y="82784"/>
                </a:lnTo>
                <a:lnTo>
                  <a:pt x="1253395" y="82694"/>
                </a:lnTo>
                <a:lnTo>
                  <a:pt x="1253409" y="82601"/>
                </a:lnTo>
                <a:lnTo>
                  <a:pt x="1253422" y="82505"/>
                </a:lnTo>
                <a:lnTo>
                  <a:pt x="1253435" y="82406"/>
                </a:lnTo>
                <a:lnTo>
                  <a:pt x="1253448" y="82304"/>
                </a:lnTo>
                <a:lnTo>
                  <a:pt x="1253461" y="82200"/>
                </a:lnTo>
                <a:lnTo>
                  <a:pt x="1253473" y="82092"/>
                </a:lnTo>
                <a:lnTo>
                  <a:pt x="1253485" y="81981"/>
                </a:lnTo>
                <a:lnTo>
                  <a:pt x="1253497" y="81867"/>
                </a:lnTo>
                <a:lnTo>
                  <a:pt x="1253508" y="81751"/>
                </a:lnTo>
                <a:lnTo>
                  <a:pt x="1253519" y="81631"/>
                </a:lnTo>
                <a:lnTo>
                  <a:pt x="1253529" y="81509"/>
                </a:lnTo>
                <a:lnTo>
                  <a:pt x="1253540" y="81383"/>
                </a:lnTo>
                <a:lnTo>
                  <a:pt x="1253550" y="81255"/>
                </a:lnTo>
                <a:lnTo>
                  <a:pt x="1253560" y="81123"/>
                </a:lnTo>
                <a:lnTo>
                  <a:pt x="1253569" y="80989"/>
                </a:lnTo>
                <a:lnTo>
                  <a:pt x="1253578" y="80852"/>
                </a:lnTo>
                <a:lnTo>
                  <a:pt x="1253587" y="80711"/>
                </a:lnTo>
                <a:lnTo>
                  <a:pt x="1253595" y="80568"/>
                </a:lnTo>
                <a:lnTo>
                  <a:pt x="1253604" y="80422"/>
                </a:lnTo>
                <a:lnTo>
                  <a:pt x="1253611" y="80272"/>
                </a:lnTo>
                <a:lnTo>
                  <a:pt x="1253619" y="80120"/>
                </a:lnTo>
                <a:lnTo>
                  <a:pt x="1253626" y="79968"/>
                </a:lnTo>
                <a:lnTo>
                  <a:pt x="1253633" y="79818"/>
                </a:lnTo>
                <a:lnTo>
                  <a:pt x="1253640" y="79671"/>
                </a:lnTo>
                <a:lnTo>
                  <a:pt x="1253646" y="79527"/>
                </a:lnTo>
                <a:lnTo>
                  <a:pt x="1253652" y="79385"/>
                </a:lnTo>
                <a:lnTo>
                  <a:pt x="1253658" y="79246"/>
                </a:lnTo>
                <a:lnTo>
                  <a:pt x="1253663" y="79110"/>
                </a:lnTo>
                <a:lnTo>
                  <a:pt x="1253668" y="78976"/>
                </a:lnTo>
                <a:lnTo>
                  <a:pt x="1253673" y="78845"/>
                </a:lnTo>
                <a:lnTo>
                  <a:pt x="1253678" y="78716"/>
                </a:lnTo>
                <a:lnTo>
                  <a:pt x="1253682" y="78590"/>
                </a:lnTo>
                <a:lnTo>
                  <a:pt x="1253686" y="78467"/>
                </a:lnTo>
                <a:lnTo>
                  <a:pt x="1253689" y="78347"/>
                </a:lnTo>
                <a:lnTo>
                  <a:pt x="1253693" y="78229"/>
                </a:lnTo>
                <a:lnTo>
                  <a:pt x="1253696" y="78114"/>
                </a:lnTo>
                <a:lnTo>
                  <a:pt x="1253698" y="78001"/>
                </a:lnTo>
                <a:lnTo>
                  <a:pt x="1253700" y="77892"/>
                </a:lnTo>
                <a:lnTo>
                  <a:pt x="1253702" y="77784"/>
                </a:lnTo>
                <a:lnTo>
                  <a:pt x="1253704" y="77680"/>
                </a:lnTo>
                <a:lnTo>
                  <a:pt x="1253706" y="77578"/>
                </a:lnTo>
                <a:lnTo>
                  <a:pt x="1253707" y="77479"/>
                </a:lnTo>
                <a:lnTo>
                  <a:pt x="1253707" y="77382"/>
                </a:lnTo>
                <a:lnTo>
                  <a:pt x="1253708" y="77288"/>
                </a:lnTo>
                <a:lnTo>
                  <a:pt x="1253708" y="77197"/>
                </a:lnTo>
                <a:lnTo>
                  <a:pt x="1253689" y="75444"/>
                </a:lnTo>
                <a:lnTo>
                  <a:pt x="1253630" y="73726"/>
                </a:lnTo>
                <a:lnTo>
                  <a:pt x="1253532" y="72041"/>
                </a:lnTo>
                <a:lnTo>
                  <a:pt x="1253395" y="70390"/>
                </a:lnTo>
                <a:lnTo>
                  <a:pt x="1253219" y="68773"/>
                </a:lnTo>
                <a:lnTo>
                  <a:pt x="1253004" y="67190"/>
                </a:lnTo>
                <a:lnTo>
                  <a:pt x="1252750" y="65641"/>
                </a:lnTo>
                <a:lnTo>
                  <a:pt x="1252457" y="64126"/>
                </a:lnTo>
                <a:lnTo>
                  <a:pt x="1252125" y="62645"/>
                </a:lnTo>
                <a:lnTo>
                  <a:pt x="1251753" y="61197"/>
                </a:lnTo>
                <a:lnTo>
                  <a:pt x="1251343" y="59784"/>
                </a:lnTo>
                <a:lnTo>
                  <a:pt x="1250893" y="58404"/>
                </a:lnTo>
                <a:lnTo>
                  <a:pt x="1250405" y="57058"/>
                </a:lnTo>
                <a:lnTo>
                  <a:pt x="1249877" y="55746"/>
                </a:lnTo>
                <a:lnTo>
                  <a:pt x="1249310" y="54468"/>
                </a:lnTo>
                <a:lnTo>
                  <a:pt x="1248704" y="53224"/>
                </a:lnTo>
                <a:lnTo>
                  <a:pt x="1248059" y="52014"/>
                </a:lnTo>
                <a:lnTo>
                  <a:pt x="1247375" y="50838"/>
                </a:lnTo>
                <a:lnTo>
                  <a:pt x="1246651" y="49696"/>
                </a:lnTo>
                <a:lnTo>
                  <a:pt x="1245889" y="48587"/>
                </a:lnTo>
                <a:lnTo>
                  <a:pt x="1245088" y="47513"/>
                </a:lnTo>
                <a:lnTo>
                  <a:pt x="1244247" y="46472"/>
                </a:lnTo>
                <a:lnTo>
                  <a:pt x="1243367" y="45465"/>
                </a:lnTo>
                <a:lnTo>
                  <a:pt x="1242449" y="44492"/>
                </a:lnTo>
                <a:lnTo>
                  <a:pt x="1241496" y="43556"/>
                </a:lnTo>
                <a:lnTo>
                  <a:pt x="1240516" y="42660"/>
                </a:lnTo>
                <a:lnTo>
                  <a:pt x="1239507" y="41804"/>
                </a:lnTo>
                <a:lnTo>
                  <a:pt x="1238469" y="40987"/>
                </a:lnTo>
                <a:lnTo>
                  <a:pt x="1237404" y="40211"/>
                </a:lnTo>
                <a:lnTo>
                  <a:pt x="1236310" y="39474"/>
                </a:lnTo>
                <a:lnTo>
                  <a:pt x="1235188" y="38777"/>
                </a:lnTo>
                <a:lnTo>
                  <a:pt x="1234037" y="38120"/>
                </a:lnTo>
                <a:lnTo>
                  <a:pt x="1232859" y="37502"/>
                </a:lnTo>
                <a:lnTo>
                  <a:pt x="1231652" y="36925"/>
                </a:lnTo>
                <a:lnTo>
                  <a:pt x="1230417" y="36387"/>
                </a:lnTo>
                <a:lnTo>
                  <a:pt x="1229153" y="35889"/>
                </a:lnTo>
                <a:lnTo>
                  <a:pt x="1227861" y="35431"/>
                </a:lnTo>
                <a:lnTo>
                  <a:pt x="1226541" y="35013"/>
                </a:lnTo>
                <a:lnTo>
                  <a:pt x="1225193" y="34635"/>
                </a:lnTo>
                <a:lnTo>
                  <a:pt x="1223817" y="34296"/>
                </a:lnTo>
                <a:lnTo>
                  <a:pt x="1222412" y="33997"/>
                </a:lnTo>
                <a:lnTo>
                  <a:pt x="1220978" y="33739"/>
                </a:lnTo>
                <a:lnTo>
                  <a:pt x="1219517" y="33519"/>
                </a:lnTo>
                <a:lnTo>
                  <a:pt x="1218027" y="33340"/>
                </a:lnTo>
                <a:lnTo>
                  <a:pt x="1216509" y="33201"/>
                </a:lnTo>
                <a:lnTo>
                  <a:pt x="1214963" y="33101"/>
                </a:lnTo>
                <a:lnTo>
                  <a:pt x="1213389" y="33042"/>
                </a:lnTo>
                <a:lnTo>
                  <a:pt x="1211786" y="33022"/>
                </a:lnTo>
                <a:lnTo>
                  <a:pt x="1210629" y="33031"/>
                </a:lnTo>
                <a:lnTo>
                  <a:pt x="1209487" y="33059"/>
                </a:lnTo>
                <a:lnTo>
                  <a:pt x="1208361" y="33107"/>
                </a:lnTo>
                <a:lnTo>
                  <a:pt x="1207250" y="33173"/>
                </a:lnTo>
                <a:lnTo>
                  <a:pt x="1206154" y="33258"/>
                </a:lnTo>
                <a:lnTo>
                  <a:pt x="1205074" y="33362"/>
                </a:lnTo>
                <a:lnTo>
                  <a:pt x="1204009" y="33485"/>
                </a:lnTo>
                <a:lnTo>
                  <a:pt x="1202959" y="33627"/>
                </a:lnTo>
                <a:lnTo>
                  <a:pt x="1201925" y="33788"/>
                </a:lnTo>
                <a:lnTo>
                  <a:pt x="1200906" y="33968"/>
                </a:lnTo>
                <a:lnTo>
                  <a:pt x="1199902" y="34166"/>
                </a:lnTo>
                <a:lnTo>
                  <a:pt x="1198913" y="34384"/>
                </a:lnTo>
                <a:lnTo>
                  <a:pt x="1197940" y="34620"/>
                </a:lnTo>
                <a:lnTo>
                  <a:pt x="1196982" y="34876"/>
                </a:lnTo>
                <a:lnTo>
                  <a:pt x="1196039" y="35150"/>
                </a:lnTo>
                <a:lnTo>
                  <a:pt x="1195112" y="35443"/>
                </a:lnTo>
                <a:lnTo>
                  <a:pt x="1194200" y="35756"/>
                </a:lnTo>
                <a:lnTo>
                  <a:pt x="1193303" y="36087"/>
                </a:lnTo>
                <a:lnTo>
                  <a:pt x="1192421" y="36437"/>
                </a:lnTo>
                <a:lnTo>
                  <a:pt x="1191555" y="36806"/>
                </a:lnTo>
                <a:lnTo>
                  <a:pt x="1190704" y="37193"/>
                </a:lnTo>
                <a:lnTo>
                  <a:pt x="1189869" y="37600"/>
                </a:lnTo>
                <a:lnTo>
                  <a:pt x="1189048" y="38026"/>
                </a:lnTo>
                <a:lnTo>
                  <a:pt x="1188243" y="38471"/>
                </a:lnTo>
                <a:lnTo>
                  <a:pt x="1187454" y="38933"/>
                </a:lnTo>
                <a:lnTo>
                  <a:pt x="1186681" y="39411"/>
                </a:lnTo>
                <a:lnTo>
                  <a:pt x="1185924" y="39905"/>
                </a:lnTo>
                <a:lnTo>
                  <a:pt x="1185183" y="40416"/>
                </a:lnTo>
                <a:lnTo>
                  <a:pt x="1184457" y="40942"/>
                </a:lnTo>
                <a:lnTo>
                  <a:pt x="1183749" y="41485"/>
                </a:lnTo>
                <a:lnTo>
                  <a:pt x="1183056" y="42044"/>
                </a:lnTo>
                <a:lnTo>
                  <a:pt x="1182379" y="42619"/>
                </a:lnTo>
                <a:lnTo>
                  <a:pt x="1181718" y="43210"/>
                </a:lnTo>
                <a:lnTo>
                  <a:pt x="1181073" y="43817"/>
                </a:lnTo>
                <a:lnTo>
                  <a:pt x="1180445" y="44440"/>
                </a:lnTo>
                <a:lnTo>
                  <a:pt x="1179832" y="45079"/>
                </a:lnTo>
                <a:lnTo>
                  <a:pt x="1179236" y="45735"/>
                </a:lnTo>
                <a:lnTo>
                  <a:pt x="1178655" y="46406"/>
                </a:lnTo>
                <a:lnTo>
                  <a:pt x="1178091" y="47094"/>
                </a:lnTo>
                <a:lnTo>
                  <a:pt x="1177543" y="47798"/>
                </a:lnTo>
                <a:lnTo>
                  <a:pt x="1177011" y="48518"/>
                </a:lnTo>
                <a:lnTo>
                  <a:pt x="1176494" y="49254"/>
                </a:lnTo>
                <a:lnTo>
                  <a:pt x="1175994" y="50006"/>
                </a:lnTo>
                <a:lnTo>
                  <a:pt x="1175510" y="50774"/>
                </a:lnTo>
                <a:lnTo>
                  <a:pt x="1175043" y="51558"/>
                </a:lnTo>
                <a:lnTo>
                  <a:pt x="1174591" y="52359"/>
                </a:lnTo>
                <a:lnTo>
                  <a:pt x="1174155" y="53175"/>
                </a:lnTo>
                <a:lnTo>
                  <a:pt x="1173735" y="54008"/>
                </a:lnTo>
                <a:lnTo>
                  <a:pt x="1173332" y="54855"/>
                </a:lnTo>
                <a:lnTo>
                  <a:pt x="1172946" y="55716"/>
                </a:lnTo>
                <a:lnTo>
                  <a:pt x="1172577" y="56590"/>
                </a:lnTo>
                <a:lnTo>
                  <a:pt x="1172226" y="57477"/>
                </a:lnTo>
                <a:lnTo>
                  <a:pt x="1171891" y="58378"/>
                </a:lnTo>
                <a:lnTo>
                  <a:pt x="1171574" y="59293"/>
                </a:lnTo>
                <a:lnTo>
                  <a:pt x="1171274" y="60221"/>
                </a:lnTo>
                <a:lnTo>
                  <a:pt x="1170991" y="61162"/>
                </a:lnTo>
                <a:lnTo>
                  <a:pt x="1170725" y="62117"/>
                </a:lnTo>
                <a:lnTo>
                  <a:pt x="1170476" y="63085"/>
                </a:lnTo>
                <a:lnTo>
                  <a:pt x="1170245" y="64067"/>
                </a:lnTo>
                <a:lnTo>
                  <a:pt x="1170030" y="65062"/>
                </a:lnTo>
                <a:lnTo>
                  <a:pt x="1169833" y="66071"/>
                </a:lnTo>
                <a:lnTo>
                  <a:pt x="1169653" y="67093"/>
                </a:lnTo>
                <a:lnTo>
                  <a:pt x="1169490" y="68128"/>
                </a:lnTo>
                <a:lnTo>
                  <a:pt x="1169344" y="69177"/>
                </a:lnTo>
                <a:lnTo>
                  <a:pt x="1169216" y="70240"/>
                </a:lnTo>
                <a:lnTo>
                  <a:pt x="1169104" y="71316"/>
                </a:lnTo>
                <a:lnTo>
                  <a:pt x="1169010" y="72405"/>
                </a:lnTo>
                <a:lnTo>
                  <a:pt x="1168933" y="73508"/>
                </a:lnTo>
                <a:lnTo>
                  <a:pt x="1168873" y="74624"/>
                </a:lnTo>
                <a:lnTo>
                  <a:pt x="1168830" y="75754"/>
                </a:lnTo>
                <a:lnTo>
                  <a:pt x="1168804" y="76897"/>
                </a:lnTo>
                <a:lnTo>
                  <a:pt x="1168795" y="78054"/>
                </a:lnTo>
                <a:lnTo>
                  <a:pt x="1168804" y="79247"/>
                </a:lnTo>
                <a:lnTo>
                  <a:pt x="1168831" y="80427"/>
                </a:lnTo>
                <a:lnTo>
                  <a:pt x="1168875" y="81592"/>
                </a:lnTo>
                <a:lnTo>
                  <a:pt x="1168936" y="82742"/>
                </a:lnTo>
                <a:lnTo>
                  <a:pt x="1169016" y="83878"/>
                </a:lnTo>
                <a:lnTo>
                  <a:pt x="1169112" y="85000"/>
                </a:lnTo>
                <a:lnTo>
                  <a:pt x="1169227" y="86108"/>
                </a:lnTo>
                <a:lnTo>
                  <a:pt x="1169359" y="87201"/>
                </a:lnTo>
                <a:lnTo>
                  <a:pt x="1169509" y="88279"/>
                </a:lnTo>
                <a:lnTo>
                  <a:pt x="1169676" y="89344"/>
                </a:lnTo>
                <a:lnTo>
                  <a:pt x="1169861" y="90393"/>
                </a:lnTo>
                <a:lnTo>
                  <a:pt x="1170064" y="91429"/>
                </a:lnTo>
                <a:lnTo>
                  <a:pt x="1170284" y="92450"/>
                </a:lnTo>
                <a:lnTo>
                  <a:pt x="1170522" y="93457"/>
                </a:lnTo>
                <a:lnTo>
                  <a:pt x="1170777" y="94449"/>
                </a:lnTo>
                <a:lnTo>
                  <a:pt x="1171050" y="95427"/>
                </a:lnTo>
                <a:lnTo>
                  <a:pt x="1171341" y="96391"/>
                </a:lnTo>
                <a:lnTo>
                  <a:pt x="1171649" y="97340"/>
                </a:lnTo>
                <a:lnTo>
                  <a:pt x="1171975" y="98275"/>
                </a:lnTo>
                <a:lnTo>
                  <a:pt x="1172319" y="99195"/>
                </a:lnTo>
                <a:lnTo>
                  <a:pt x="1172680" y="100102"/>
                </a:lnTo>
                <a:lnTo>
                  <a:pt x="1173058" y="100993"/>
                </a:lnTo>
                <a:lnTo>
                  <a:pt x="1173455" y="101871"/>
                </a:lnTo>
                <a:lnTo>
                  <a:pt x="1173869" y="102734"/>
                </a:lnTo>
                <a:lnTo>
                  <a:pt x="1174300" y="103581"/>
                </a:lnTo>
                <a:lnTo>
                  <a:pt x="1174748" y="104411"/>
                </a:lnTo>
                <a:lnTo>
                  <a:pt x="1175212" y="105225"/>
                </a:lnTo>
                <a:lnTo>
                  <a:pt x="1175693" y="106022"/>
                </a:lnTo>
                <a:lnTo>
                  <a:pt x="1176191" y="106802"/>
                </a:lnTo>
                <a:lnTo>
                  <a:pt x="1176706" y="107566"/>
                </a:lnTo>
                <a:lnTo>
                  <a:pt x="1177237" y="108312"/>
                </a:lnTo>
                <a:lnTo>
                  <a:pt x="1177785" y="109043"/>
                </a:lnTo>
                <a:lnTo>
                  <a:pt x="1178350" y="109756"/>
                </a:lnTo>
                <a:lnTo>
                  <a:pt x="1178931" y="110453"/>
                </a:lnTo>
                <a:lnTo>
                  <a:pt x="1179529" y="111132"/>
                </a:lnTo>
                <a:lnTo>
                  <a:pt x="1180144" y="111796"/>
                </a:lnTo>
                <a:lnTo>
                  <a:pt x="1180775" y="112442"/>
                </a:lnTo>
                <a:lnTo>
                  <a:pt x="1181423" y="113072"/>
                </a:lnTo>
                <a:lnTo>
                  <a:pt x="1182088" y="113685"/>
                </a:lnTo>
                <a:lnTo>
                  <a:pt x="1182769" y="114281"/>
                </a:lnTo>
                <a:lnTo>
                  <a:pt x="1183468" y="114861"/>
                </a:lnTo>
                <a:lnTo>
                  <a:pt x="1184182" y="115423"/>
                </a:lnTo>
                <a:lnTo>
                  <a:pt x="1184914" y="115969"/>
                </a:lnTo>
                <a:lnTo>
                  <a:pt x="1185662" y="116499"/>
                </a:lnTo>
                <a:lnTo>
                  <a:pt x="1186427" y="117011"/>
                </a:lnTo>
                <a:lnTo>
                  <a:pt x="1187209" y="117507"/>
                </a:lnTo>
                <a:lnTo>
                  <a:pt x="1188007" y="117986"/>
                </a:lnTo>
                <a:lnTo>
                  <a:pt x="1188822" y="118449"/>
                </a:lnTo>
                <a:lnTo>
                  <a:pt x="1189653" y="118894"/>
                </a:lnTo>
                <a:lnTo>
                  <a:pt x="1190501" y="119319"/>
                </a:lnTo>
                <a:lnTo>
                  <a:pt x="1191364" y="119726"/>
                </a:lnTo>
                <a:lnTo>
                  <a:pt x="1192244" y="120114"/>
                </a:lnTo>
                <a:lnTo>
                  <a:pt x="1193139" y="120483"/>
                </a:lnTo>
                <a:lnTo>
                  <a:pt x="1194051" y="120833"/>
                </a:lnTo>
                <a:lnTo>
                  <a:pt x="1194979" y="121164"/>
                </a:lnTo>
                <a:lnTo>
                  <a:pt x="1195923" y="121476"/>
                </a:lnTo>
                <a:lnTo>
                  <a:pt x="1196883" y="121769"/>
                </a:lnTo>
                <a:lnTo>
                  <a:pt x="1197859" y="122044"/>
                </a:lnTo>
                <a:lnTo>
                  <a:pt x="1198851" y="122299"/>
                </a:lnTo>
                <a:lnTo>
                  <a:pt x="1199859" y="122536"/>
                </a:lnTo>
                <a:lnTo>
                  <a:pt x="1200883" y="122753"/>
                </a:lnTo>
                <a:lnTo>
                  <a:pt x="1201923" y="122952"/>
                </a:lnTo>
                <a:lnTo>
                  <a:pt x="1202980" y="123132"/>
                </a:lnTo>
                <a:lnTo>
                  <a:pt x="1204052" y="123292"/>
                </a:lnTo>
                <a:lnTo>
                  <a:pt x="1205141" y="123434"/>
                </a:lnTo>
                <a:lnTo>
                  <a:pt x="1206245" y="123557"/>
                </a:lnTo>
                <a:lnTo>
                  <a:pt x="1207366" y="123661"/>
                </a:lnTo>
                <a:lnTo>
                  <a:pt x="1208502" y="123746"/>
                </a:lnTo>
                <a:lnTo>
                  <a:pt x="1209655" y="123813"/>
                </a:lnTo>
                <a:lnTo>
                  <a:pt x="1210824" y="123860"/>
                </a:lnTo>
                <a:lnTo>
                  <a:pt x="1212009" y="123888"/>
                </a:lnTo>
                <a:lnTo>
                  <a:pt x="1213210" y="123898"/>
                </a:lnTo>
                <a:lnTo>
                  <a:pt x="1214191" y="123892"/>
                </a:lnTo>
                <a:lnTo>
                  <a:pt x="1215162" y="123874"/>
                </a:lnTo>
                <a:lnTo>
                  <a:pt x="1216123" y="123845"/>
                </a:lnTo>
                <a:lnTo>
                  <a:pt x="1217073" y="123804"/>
                </a:lnTo>
                <a:lnTo>
                  <a:pt x="1218013" y="123751"/>
                </a:lnTo>
                <a:close/>
                <a:moveTo>
                  <a:pt x="1193075" y="64408"/>
                </a:moveTo>
                <a:lnTo>
                  <a:pt x="1193208" y="63734"/>
                </a:lnTo>
                <a:lnTo>
                  <a:pt x="1193358" y="63075"/>
                </a:lnTo>
                <a:lnTo>
                  <a:pt x="1193524" y="62431"/>
                </a:lnTo>
                <a:lnTo>
                  <a:pt x="1193707" y="61802"/>
                </a:lnTo>
                <a:lnTo>
                  <a:pt x="1193906" y="61188"/>
                </a:lnTo>
                <a:lnTo>
                  <a:pt x="1194120" y="60589"/>
                </a:lnTo>
                <a:lnTo>
                  <a:pt x="1194351" y="60005"/>
                </a:lnTo>
                <a:lnTo>
                  <a:pt x="1194599" y="59436"/>
                </a:lnTo>
                <a:lnTo>
                  <a:pt x="1194862" y="58882"/>
                </a:lnTo>
                <a:lnTo>
                  <a:pt x="1195142" y="58343"/>
                </a:lnTo>
                <a:lnTo>
                  <a:pt x="1195438" y="57819"/>
                </a:lnTo>
                <a:lnTo>
                  <a:pt x="1195750" y="57309"/>
                </a:lnTo>
                <a:lnTo>
                  <a:pt x="1196079" y="56815"/>
                </a:lnTo>
                <a:lnTo>
                  <a:pt x="1196423" y="56336"/>
                </a:lnTo>
                <a:lnTo>
                  <a:pt x="1196784" y="55871"/>
                </a:lnTo>
                <a:lnTo>
                  <a:pt x="1197161" y="55422"/>
                </a:lnTo>
                <a:lnTo>
                  <a:pt x="1197555" y="54988"/>
                </a:lnTo>
                <a:lnTo>
                  <a:pt x="1197964" y="54568"/>
                </a:lnTo>
                <a:lnTo>
                  <a:pt x="1198390" y="54164"/>
                </a:lnTo>
                <a:lnTo>
                  <a:pt x="1198829" y="53775"/>
                </a:lnTo>
                <a:lnTo>
                  <a:pt x="1199279" y="53403"/>
                </a:lnTo>
                <a:lnTo>
                  <a:pt x="1199738" y="53047"/>
                </a:lnTo>
                <a:lnTo>
                  <a:pt x="1200209" y="52708"/>
                </a:lnTo>
                <a:lnTo>
                  <a:pt x="1200689" y="52385"/>
                </a:lnTo>
                <a:lnTo>
                  <a:pt x="1201180" y="52079"/>
                </a:lnTo>
                <a:lnTo>
                  <a:pt x="1201681" y="51790"/>
                </a:lnTo>
                <a:lnTo>
                  <a:pt x="1202193" y="51517"/>
                </a:lnTo>
                <a:lnTo>
                  <a:pt x="1202715" y="51260"/>
                </a:lnTo>
                <a:lnTo>
                  <a:pt x="1203247" y="51020"/>
                </a:lnTo>
                <a:lnTo>
                  <a:pt x="1203790" y="50797"/>
                </a:lnTo>
                <a:lnTo>
                  <a:pt x="1204343" y="50590"/>
                </a:lnTo>
                <a:lnTo>
                  <a:pt x="1204906" y="50400"/>
                </a:lnTo>
                <a:lnTo>
                  <a:pt x="1205480" y="50226"/>
                </a:lnTo>
                <a:lnTo>
                  <a:pt x="1206064" y="50069"/>
                </a:lnTo>
                <a:lnTo>
                  <a:pt x="1206658" y="49928"/>
                </a:lnTo>
                <a:lnTo>
                  <a:pt x="1207263" y="49804"/>
                </a:lnTo>
                <a:lnTo>
                  <a:pt x="1207878" y="49697"/>
                </a:lnTo>
                <a:lnTo>
                  <a:pt x="1208503" y="49606"/>
                </a:lnTo>
                <a:lnTo>
                  <a:pt x="1209139" y="49531"/>
                </a:lnTo>
                <a:lnTo>
                  <a:pt x="1209785" y="49473"/>
                </a:lnTo>
                <a:lnTo>
                  <a:pt x="1210442" y="49432"/>
                </a:lnTo>
                <a:lnTo>
                  <a:pt x="1211109" y="49407"/>
                </a:lnTo>
                <a:lnTo>
                  <a:pt x="1211786" y="49399"/>
                </a:lnTo>
                <a:lnTo>
                  <a:pt x="1212448" y="49407"/>
                </a:lnTo>
                <a:lnTo>
                  <a:pt x="1213101" y="49431"/>
                </a:lnTo>
                <a:lnTo>
                  <a:pt x="1213743" y="49471"/>
                </a:lnTo>
                <a:lnTo>
                  <a:pt x="1214376" y="49527"/>
                </a:lnTo>
                <a:lnTo>
                  <a:pt x="1214998" y="49600"/>
                </a:lnTo>
                <a:lnTo>
                  <a:pt x="1215610" y="49688"/>
                </a:lnTo>
                <a:lnTo>
                  <a:pt x="1216213" y="49793"/>
                </a:lnTo>
                <a:lnTo>
                  <a:pt x="1216805" y="49913"/>
                </a:lnTo>
                <a:lnTo>
                  <a:pt x="1217387" y="50050"/>
                </a:lnTo>
                <a:lnTo>
                  <a:pt x="1217959" y="50202"/>
                </a:lnTo>
                <a:lnTo>
                  <a:pt x="1218521" y="50371"/>
                </a:lnTo>
                <a:lnTo>
                  <a:pt x="1219073" y="50556"/>
                </a:lnTo>
                <a:lnTo>
                  <a:pt x="1219615" y="50757"/>
                </a:lnTo>
                <a:lnTo>
                  <a:pt x="1220147" y="50974"/>
                </a:lnTo>
                <a:lnTo>
                  <a:pt x="1220669" y="51207"/>
                </a:lnTo>
                <a:lnTo>
                  <a:pt x="1221181" y="51456"/>
                </a:lnTo>
                <a:lnTo>
                  <a:pt x="1221683" y="51721"/>
                </a:lnTo>
                <a:lnTo>
                  <a:pt x="1222175" y="52002"/>
                </a:lnTo>
                <a:lnTo>
                  <a:pt x="1222656" y="52300"/>
                </a:lnTo>
                <a:lnTo>
                  <a:pt x="1223128" y="52613"/>
                </a:lnTo>
                <a:lnTo>
                  <a:pt x="1223590" y="52942"/>
                </a:lnTo>
                <a:lnTo>
                  <a:pt x="1224041" y="53288"/>
                </a:lnTo>
                <a:lnTo>
                  <a:pt x="1224483" y="53650"/>
                </a:lnTo>
                <a:lnTo>
                  <a:pt x="1224914" y="54027"/>
                </a:lnTo>
                <a:lnTo>
                  <a:pt x="1225332" y="54421"/>
                </a:lnTo>
                <a:lnTo>
                  <a:pt x="1225734" y="54831"/>
                </a:lnTo>
                <a:lnTo>
                  <a:pt x="1226118" y="55258"/>
                </a:lnTo>
                <a:lnTo>
                  <a:pt x="1226485" y="55701"/>
                </a:lnTo>
                <a:lnTo>
                  <a:pt x="1226836" y="56161"/>
                </a:lnTo>
                <a:lnTo>
                  <a:pt x="1227170" y="56636"/>
                </a:lnTo>
                <a:lnTo>
                  <a:pt x="1227487" y="57128"/>
                </a:lnTo>
                <a:lnTo>
                  <a:pt x="1227787" y="57637"/>
                </a:lnTo>
                <a:lnTo>
                  <a:pt x="1228071" y="58162"/>
                </a:lnTo>
                <a:lnTo>
                  <a:pt x="1228337" y="58703"/>
                </a:lnTo>
                <a:lnTo>
                  <a:pt x="1228587" y="59261"/>
                </a:lnTo>
                <a:lnTo>
                  <a:pt x="1228819" y="59835"/>
                </a:lnTo>
                <a:lnTo>
                  <a:pt x="1229035" y="60425"/>
                </a:lnTo>
                <a:lnTo>
                  <a:pt x="1229235" y="61032"/>
                </a:lnTo>
                <a:lnTo>
                  <a:pt x="1229417" y="61655"/>
                </a:lnTo>
                <a:lnTo>
                  <a:pt x="1229582" y="62295"/>
                </a:lnTo>
                <a:lnTo>
                  <a:pt x="1229731" y="62951"/>
                </a:lnTo>
                <a:lnTo>
                  <a:pt x="1229863" y="63623"/>
                </a:lnTo>
                <a:lnTo>
                  <a:pt x="1229977" y="64312"/>
                </a:lnTo>
                <a:lnTo>
                  <a:pt x="1230075" y="65017"/>
                </a:lnTo>
                <a:lnTo>
                  <a:pt x="1230157" y="65739"/>
                </a:lnTo>
                <a:lnTo>
                  <a:pt x="1230221" y="66477"/>
                </a:lnTo>
                <a:lnTo>
                  <a:pt x="1230269" y="67231"/>
                </a:lnTo>
                <a:lnTo>
                  <a:pt x="1230299" y="68001"/>
                </a:lnTo>
                <a:lnTo>
                  <a:pt x="1192649" y="68001"/>
                </a:lnTo>
                <a:lnTo>
                  <a:pt x="1192702" y="67253"/>
                </a:lnTo>
                <a:lnTo>
                  <a:pt x="1192771" y="66519"/>
                </a:lnTo>
                <a:lnTo>
                  <a:pt x="1192856" y="65800"/>
                </a:lnTo>
                <a:lnTo>
                  <a:pt x="1192957" y="65097"/>
                </a:lnTo>
                <a:lnTo>
                  <a:pt x="1193075" y="64408"/>
                </a:lnTo>
                <a:close/>
                <a:moveTo>
                  <a:pt x="1537425" y="123695"/>
                </a:moveTo>
                <a:lnTo>
                  <a:pt x="1538168" y="123621"/>
                </a:lnTo>
                <a:lnTo>
                  <a:pt x="1538904" y="123537"/>
                </a:lnTo>
                <a:lnTo>
                  <a:pt x="1539632" y="123441"/>
                </a:lnTo>
                <a:lnTo>
                  <a:pt x="1540352" y="123334"/>
                </a:lnTo>
                <a:lnTo>
                  <a:pt x="1541065" y="123215"/>
                </a:lnTo>
                <a:lnTo>
                  <a:pt x="1541770" y="123086"/>
                </a:lnTo>
                <a:lnTo>
                  <a:pt x="1542467" y="122945"/>
                </a:lnTo>
                <a:lnTo>
                  <a:pt x="1543156" y="122792"/>
                </a:lnTo>
                <a:lnTo>
                  <a:pt x="1543838" y="122629"/>
                </a:lnTo>
                <a:lnTo>
                  <a:pt x="1544511" y="122454"/>
                </a:lnTo>
                <a:lnTo>
                  <a:pt x="1545178" y="122268"/>
                </a:lnTo>
                <a:lnTo>
                  <a:pt x="1545836" y="122070"/>
                </a:lnTo>
                <a:lnTo>
                  <a:pt x="1546487" y="121862"/>
                </a:lnTo>
                <a:lnTo>
                  <a:pt x="1547130" y="121642"/>
                </a:lnTo>
                <a:lnTo>
                  <a:pt x="1547765" y="121410"/>
                </a:lnTo>
                <a:lnTo>
                  <a:pt x="1548393" y="121168"/>
                </a:lnTo>
                <a:lnTo>
                  <a:pt x="1549012" y="120914"/>
                </a:lnTo>
                <a:lnTo>
                  <a:pt x="1549624" y="120649"/>
                </a:lnTo>
                <a:lnTo>
                  <a:pt x="1550230" y="120373"/>
                </a:lnTo>
                <a:lnTo>
                  <a:pt x="1550829" y="120086"/>
                </a:lnTo>
                <a:lnTo>
                  <a:pt x="1551421" y="119789"/>
                </a:lnTo>
                <a:lnTo>
                  <a:pt x="1552008" y="119481"/>
                </a:lnTo>
                <a:lnTo>
                  <a:pt x="1552588" y="119162"/>
                </a:lnTo>
                <a:lnTo>
                  <a:pt x="1553162" y="118833"/>
                </a:lnTo>
                <a:lnTo>
                  <a:pt x="1553731" y="118493"/>
                </a:lnTo>
                <a:lnTo>
                  <a:pt x="1554292" y="118142"/>
                </a:lnTo>
                <a:lnTo>
                  <a:pt x="1554848" y="117781"/>
                </a:lnTo>
                <a:lnTo>
                  <a:pt x="1555398" y="117409"/>
                </a:lnTo>
                <a:lnTo>
                  <a:pt x="1555941" y="117026"/>
                </a:lnTo>
                <a:lnTo>
                  <a:pt x="1556478" y="116633"/>
                </a:lnTo>
                <a:lnTo>
                  <a:pt x="1557009" y="116229"/>
                </a:lnTo>
                <a:lnTo>
                  <a:pt x="1557534" y="115814"/>
                </a:lnTo>
                <a:lnTo>
                  <a:pt x="1558052" y="115389"/>
                </a:lnTo>
                <a:lnTo>
                  <a:pt x="1558565" y="114953"/>
                </a:lnTo>
                <a:lnTo>
                  <a:pt x="1559071" y="114506"/>
                </a:lnTo>
                <a:lnTo>
                  <a:pt x="1559571" y="114049"/>
                </a:lnTo>
                <a:lnTo>
                  <a:pt x="1560065" y="113581"/>
                </a:lnTo>
                <a:lnTo>
                  <a:pt x="1560553" y="113102"/>
                </a:lnTo>
                <a:lnTo>
                  <a:pt x="1561034" y="112613"/>
                </a:lnTo>
                <a:lnTo>
                  <a:pt x="1561509" y="112113"/>
                </a:lnTo>
                <a:lnTo>
                  <a:pt x="1561978" y="111602"/>
                </a:lnTo>
                <a:lnTo>
                  <a:pt x="1562441" y="111081"/>
                </a:lnTo>
                <a:lnTo>
                  <a:pt x="1563154" y="122296"/>
                </a:lnTo>
                <a:lnTo>
                  <a:pt x="1585227" y="122296"/>
                </a:lnTo>
                <a:lnTo>
                  <a:pt x="1585227" y="63290"/>
                </a:lnTo>
                <a:lnTo>
                  <a:pt x="1585222" y="62559"/>
                </a:lnTo>
                <a:lnTo>
                  <a:pt x="1585208" y="61839"/>
                </a:lnTo>
                <a:lnTo>
                  <a:pt x="1585184" y="61128"/>
                </a:lnTo>
                <a:lnTo>
                  <a:pt x="1585151" y="60428"/>
                </a:lnTo>
                <a:lnTo>
                  <a:pt x="1585107" y="59738"/>
                </a:lnTo>
                <a:lnTo>
                  <a:pt x="1585055" y="59058"/>
                </a:lnTo>
                <a:lnTo>
                  <a:pt x="1584993" y="58389"/>
                </a:lnTo>
                <a:lnTo>
                  <a:pt x="1584921" y="57729"/>
                </a:lnTo>
                <a:lnTo>
                  <a:pt x="1584839" y="57080"/>
                </a:lnTo>
                <a:lnTo>
                  <a:pt x="1584748" y="56441"/>
                </a:lnTo>
                <a:lnTo>
                  <a:pt x="1584648" y="55812"/>
                </a:lnTo>
                <a:lnTo>
                  <a:pt x="1584537" y="55193"/>
                </a:lnTo>
                <a:lnTo>
                  <a:pt x="1584418" y="54585"/>
                </a:lnTo>
                <a:lnTo>
                  <a:pt x="1584288" y="53986"/>
                </a:lnTo>
                <a:lnTo>
                  <a:pt x="1584149" y="53398"/>
                </a:lnTo>
                <a:lnTo>
                  <a:pt x="1584001" y="52820"/>
                </a:lnTo>
                <a:lnTo>
                  <a:pt x="1583843" y="52252"/>
                </a:lnTo>
                <a:lnTo>
                  <a:pt x="1583675" y="51694"/>
                </a:lnTo>
                <a:lnTo>
                  <a:pt x="1583498" y="51147"/>
                </a:lnTo>
                <a:lnTo>
                  <a:pt x="1583311" y="50610"/>
                </a:lnTo>
                <a:lnTo>
                  <a:pt x="1583115" y="50082"/>
                </a:lnTo>
                <a:lnTo>
                  <a:pt x="1582909" y="49565"/>
                </a:lnTo>
                <a:lnTo>
                  <a:pt x="1582693" y="49058"/>
                </a:lnTo>
                <a:lnTo>
                  <a:pt x="1582468" y="48562"/>
                </a:lnTo>
                <a:lnTo>
                  <a:pt x="1582234" y="48074"/>
                </a:lnTo>
                <a:lnTo>
                  <a:pt x="1581992" y="47595"/>
                </a:lnTo>
                <a:lnTo>
                  <a:pt x="1581743" y="47125"/>
                </a:lnTo>
                <a:lnTo>
                  <a:pt x="1581485" y="46663"/>
                </a:lnTo>
                <a:lnTo>
                  <a:pt x="1581220" y="46210"/>
                </a:lnTo>
                <a:lnTo>
                  <a:pt x="1580947" y="45766"/>
                </a:lnTo>
                <a:lnTo>
                  <a:pt x="1580665" y="45330"/>
                </a:lnTo>
                <a:lnTo>
                  <a:pt x="1580376" y="44903"/>
                </a:lnTo>
                <a:lnTo>
                  <a:pt x="1580079" y="44484"/>
                </a:lnTo>
                <a:lnTo>
                  <a:pt x="1579775" y="44074"/>
                </a:lnTo>
                <a:lnTo>
                  <a:pt x="1579462" y="43672"/>
                </a:lnTo>
                <a:lnTo>
                  <a:pt x="1579141" y="43280"/>
                </a:lnTo>
                <a:lnTo>
                  <a:pt x="1578813" y="42895"/>
                </a:lnTo>
                <a:lnTo>
                  <a:pt x="1578477" y="42520"/>
                </a:lnTo>
                <a:lnTo>
                  <a:pt x="1578132" y="42153"/>
                </a:lnTo>
                <a:lnTo>
                  <a:pt x="1577780" y="41795"/>
                </a:lnTo>
                <a:lnTo>
                  <a:pt x="1577420" y="41445"/>
                </a:lnTo>
                <a:lnTo>
                  <a:pt x="1577053" y="41104"/>
                </a:lnTo>
                <a:lnTo>
                  <a:pt x="1576677" y="40771"/>
                </a:lnTo>
                <a:lnTo>
                  <a:pt x="1576293" y="40448"/>
                </a:lnTo>
                <a:lnTo>
                  <a:pt x="1575902" y="40132"/>
                </a:lnTo>
                <a:lnTo>
                  <a:pt x="1575502" y="39826"/>
                </a:lnTo>
                <a:lnTo>
                  <a:pt x="1575095" y="39528"/>
                </a:lnTo>
                <a:lnTo>
                  <a:pt x="1574680" y="39238"/>
                </a:lnTo>
                <a:lnTo>
                  <a:pt x="1574258" y="38956"/>
                </a:lnTo>
                <a:lnTo>
                  <a:pt x="1573829" y="38682"/>
                </a:lnTo>
                <a:lnTo>
                  <a:pt x="1573394" y="38414"/>
                </a:lnTo>
                <a:lnTo>
                  <a:pt x="1572953" y="38153"/>
                </a:lnTo>
                <a:lnTo>
                  <a:pt x="1572505" y="37900"/>
                </a:lnTo>
                <a:lnTo>
                  <a:pt x="1572051" y="37653"/>
                </a:lnTo>
                <a:lnTo>
                  <a:pt x="1571591" y="37413"/>
                </a:lnTo>
                <a:lnTo>
                  <a:pt x="1571125" y="37181"/>
                </a:lnTo>
                <a:lnTo>
                  <a:pt x="1570652" y="36955"/>
                </a:lnTo>
                <a:lnTo>
                  <a:pt x="1570172" y="36737"/>
                </a:lnTo>
                <a:lnTo>
                  <a:pt x="1569687" y="36525"/>
                </a:lnTo>
                <a:lnTo>
                  <a:pt x="1569195" y="36321"/>
                </a:lnTo>
                <a:lnTo>
                  <a:pt x="1568697" y="36124"/>
                </a:lnTo>
                <a:lnTo>
                  <a:pt x="1568192" y="35934"/>
                </a:lnTo>
                <a:lnTo>
                  <a:pt x="1567681" y="35750"/>
                </a:lnTo>
                <a:lnTo>
                  <a:pt x="1567164" y="35574"/>
                </a:lnTo>
                <a:lnTo>
                  <a:pt x="1566640" y="35405"/>
                </a:lnTo>
                <a:lnTo>
                  <a:pt x="1566110" y="35243"/>
                </a:lnTo>
                <a:lnTo>
                  <a:pt x="1565574" y="35088"/>
                </a:lnTo>
                <a:lnTo>
                  <a:pt x="1565031" y="34940"/>
                </a:lnTo>
                <a:lnTo>
                  <a:pt x="1564482" y="34799"/>
                </a:lnTo>
                <a:lnTo>
                  <a:pt x="1563927" y="34665"/>
                </a:lnTo>
                <a:lnTo>
                  <a:pt x="1563365" y="34538"/>
                </a:lnTo>
                <a:lnTo>
                  <a:pt x="1562797" y="34418"/>
                </a:lnTo>
                <a:lnTo>
                  <a:pt x="1562224" y="34304"/>
                </a:lnTo>
                <a:lnTo>
                  <a:pt x="1561645" y="34195"/>
                </a:lnTo>
                <a:lnTo>
                  <a:pt x="1561062" y="34091"/>
                </a:lnTo>
                <a:lnTo>
                  <a:pt x="1560473" y="33991"/>
                </a:lnTo>
                <a:lnTo>
                  <a:pt x="1559880" y="33897"/>
                </a:lnTo>
                <a:lnTo>
                  <a:pt x="1559282" y="33807"/>
                </a:lnTo>
                <a:lnTo>
                  <a:pt x="1558678" y="33722"/>
                </a:lnTo>
                <a:lnTo>
                  <a:pt x="1558070" y="33642"/>
                </a:lnTo>
                <a:lnTo>
                  <a:pt x="1557457" y="33567"/>
                </a:lnTo>
                <a:lnTo>
                  <a:pt x="1556839" y="33497"/>
                </a:lnTo>
                <a:lnTo>
                  <a:pt x="1556216" y="33431"/>
                </a:lnTo>
                <a:lnTo>
                  <a:pt x="1555588" y="33371"/>
                </a:lnTo>
                <a:lnTo>
                  <a:pt x="1554955" y="33315"/>
                </a:lnTo>
                <a:lnTo>
                  <a:pt x="1554317" y="33264"/>
                </a:lnTo>
                <a:lnTo>
                  <a:pt x="1553674" y="33218"/>
                </a:lnTo>
                <a:lnTo>
                  <a:pt x="1553026" y="33177"/>
                </a:lnTo>
                <a:lnTo>
                  <a:pt x="1552374" y="33140"/>
                </a:lnTo>
                <a:lnTo>
                  <a:pt x="1551716" y="33109"/>
                </a:lnTo>
                <a:lnTo>
                  <a:pt x="1551054" y="33082"/>
                </a:lnTo>
                <a:lnTo>
                  <a:pt x="1550386" y="33060"/>
                </a:lnTo>
                <a:lnTo>
                  <a:pt x="1549713" y="33043"/>
                </a:lnTo>
                <a:lnTo>
                  <a:pt x="1549036" y="33031"/>
                </a:lnTo>
                <a:lnTo>
                  <a:pt x="1548354" y="33024"/>
                </a:lnTo>
                <a:lnTo>
                  <a:pt x="1547666" y="33022"/>
                </a:lnTo>
                <a:lnTo>
                  <a:pt x="1546729" y="33027"/>
                </a:lnTo>
                <a:lnTo>
                  <a:pt x="1545801" y="33042"/>
                </a:lnTo>
                <a:lnTo>
                  <a:pt x="1544883" y="33067"/>
                </a:lnTo>
                <a:lnTo>
                  <a:pt x="1543974" y="33102"/>
                </a:lnTo>
                <a:lnTo>
                  <a:pt x="1543074" y="33147"/>
                </a:lnTo>
                <a:lnTo>
                  <a:pt x="1542184" y="33202"/>
                </a:lnTo>
                <a:lnTo>
                  <a:pt x="1541303" y="33267"/>
                </a:lnTo>
                <a:lnTo>
                  <a:pt x="1540432" y="33342"/>
                </a:lnTo>
                <a:lnTo>
                  <a:pt x="1539570" y="33427"/>
                </a:lnTo>
                <a:lnTo>
                  <a:pt x="1538718" y="33522"/>
                </a:lnTo>
                <a:lnTo>
                  <a:pt x="1537875" y="33628"/>
                </a:lnTo>
                <a:lnTo>
                  <a:pt x="1537041" y="33743"/>
                </a:lnTo>
                <a:lnTo>
                  <a:pt x="1536217" y="33868"/>
                </a:lnTo>
                <a:lnTo>
                  <a:pt x="1535402" y="34003"/>
                </a:lnTo>
                <a:lnTo>
                  <a:pt x="1534597" y="34148"/>
                </a:lnTo>
                <a:lnTo>
                  <a:pt x="1533801" y="34304"/>
                </a:lnTo>
                <a:lnTo>
                  <a:pt x="1533015" y="34469"/>
                </a:lnTo>
                <a:lnTo>
                  <a:pt x="1532237" y="34644"/>
                </a:lnTo>
                <a:lnTo>
                  <a:pt x="1531470" y="34829"/>
                </a:lnTo>
                <a:lnTo>
                  <a:pt x="1530712" y="35025"/>
                </a:lnTo>
                <a:lnTo>
                  <a:pt x="1529963" y="35230"/>
                </a:lnTo>
                <a:lnTo>
                  <a:pt x="1529224" y="35445"/>
                </a:lnTo>
                <a:lnTo>
                  <a:pt x="1528494" y="35671"/>
                </a:lnTo>
                <a:lnTo>
                  <a:pt x="1527773" y="35906"/>
                </a:lnTo>
                <a:lnTo>
                  <a:pt x="1527064" y="36153"/>
                </a:lnTo>
                <a:lnTo>
                  <a:pt x="1526368" y="36412"/>
                </a:lnTo>
                <a:lnTo>
                  <a:pt x="1525684" y="36685"/>
                </a:lnTo>
                <a:lnTo>
                  <a:pt x="1525014" y="36970"/>
                </a:lnTo>
                <a:lnTo>
                  <a:pt x="1524357" y="37268"/>
                </a:lnTo>
                <a:lnTo>
                  <a:pt x="1523712" y="37579"/>
                </a:lnTo>
                <a:lnTo>
                  <a:pt x="1523081" y="37903"/>
                </a:lnTo>
                <a:lnTo>
                  <a:pt x="1522462" y="38240"/>
                </a:lnTo>
                <a:lnTo>
                  <a:pt x="1521857" y="38590"/>
                </a:lnTo>
                <a:lnTo>
                  <a:pt x="1521265" y="38952"/>
                </a:lnTo>
                <a:lnTo>
                  <a:pt x="1520685" y="39327"/>
                </a:lnTo>
                <a:lnTo>
                  <a:pt x="1520119" y="39715"/>
                </a:lnTo>
                <a:lnTo>
                  <a:pt x="1519565" y="40116"/>
                </a:lnTo>
                <a:lnTo>
                  <a:pt x="1519025" y="40530"/>
                </a:lnTo>
                <a:lnTo>
                  <a:pt x="1518497" y="40957"/>
                </a:lnTo>
                <a:lnTo>
                  <a:pt x="1517982" y="41396"/>
                </a:lnTo>
                <a:lnTo>
                  <a:pt x="1517481" y="41848"/>
                </a:lnTo>
                <a:lnTo>
                  <a:pt x="1516992" y="42313"/>
                </a:lnTo>
                <a:lnTo>
                  <a:pt x="1516517" y="42791"/>
                </a:lnTo>
                <a:lnTo>
                  <a:pt x="1516054" y="43282"/>
                </a:lnTo>
                <a:lnTo>
                  <a:pt x="1515604" y="43786"/>
                </a:lnTo>
                <a:lnTo>
                  <a:pt x="1515168" y="44303"/>
                </a:lnTo>
                <a:lnTo>
                  <a:pt x="1514744" y="44832"/>
                </a:lnTo>
                <a:lnTo>
                  <a:pt x="1514333" y="45374"/>
                </a:lnTo>
                <a:lnTo>
                  <a:pt x="1513937" y="45931"/>
                </a:lnTo>
                <a:lnTo>
                  <a:pt x="1513558" y="46503"/>
                </a:lnTo>
                <a:lnTo>
                  <a:pt x="1513196" y="47093"/>
                </a:lnTo>
                <a:lnTo>
                  <a:pt x="1512851" y="47698"/>
                </a:lnTo>
                <a:lnTo>
                  <a:pt x="1512523" y="48320"/>
                </a:lnTo>
                <a:lnTo>
                  <a:pt x="1512211" y="48958"/>
                </a:lnTo>
                <a:lnTo>
                  <a:pt x="1511916" y="49612"/>
                </a:lnTo>
                <a:lnTo>
                  <a:pt x="1511638" y="50282"/>
                </a:lnTo>
                <a:lnTo>
                  <a:pt x="1511377" y="50969"/>
                </a:lnTo>
                <a:lnTo>
                  <a:pt x="1511133" y="51672"/>
                </a:lnTo>
                <a:lnTo>
                  <a:pt x="1510906" y="52391"/>
                </a:lnTo>
                <a:lnTo>
                  <a:pt x="1510695" y="53127"/>
                </a:lnTo>
                <a:lnTo>
                  <a:pt x="1510501" y="53879"/>
                </a:lnTo>
                <a:lnTo>
                  <a:pt x="1510324" y="54647"/>
                </a:lnTo>
                <a:lnTo>
                  <a:pt x="1510164" y="55431"/>
                </a:lnTo>
                <a:lnTo>
                  <a:pt x="1510021" y="56232"/>
                </a:lnTo>
                <a:lnTo>
                  <a:pt x="1509895" y="57049"/>
                </a:lnTo>
                <a:lnTo>
                  <a:pt x="1509785" y="57882"/>
                </a:lnTo>
                <a:lnTo>
                  <a:pt x="1509693" y="58731"/>
                </a:lnTo>
                <a:lnTo>
                  <a:pt x="1509617" y="59597"/>
                </a:lnTo>
                <a:lnTo>
                  <a:pt x="1509558" y="60479"/>
                </a:lnTo>
                <a:lnTo>
                  <a:pt x="1509516" y="61377"/>
                </a:lnTo>
                <a:lnTo>
                  <a:pt x="1509491" y="62292"/>
                </a:lnTo>
                <a:lnTo>
                  <a:pt x="1509482" y="63223"/>
                </a:lnTo>
                <a:lnTo>
                  <a:pt x="1531556" y="63223"/>
                </a:lnTo>
                <a:lnTo>
                  <a:pt x="1531564" y="62590"/>
                </a:lnTo>
                <a:lnTo>
                  <a:pt x="1531588" y="61972"/>
                </a:lnTo>
                <a:lnTo>
                  <a:pt x="1531627" y="61369"/>
                </a:lnTo>
                <a:lnTo>
                  <a:pt x="1531682" y="60781"/>
                </a:lnTo>
                <a:lnTo>
                  <a:pt x="1531753" y="60208"/>
                </a:lnTo>
                <a:lnTo>
                  <a:pt x="1531840" y="59649"/>
                </a:lnTo>
                <a:lnTo>
                  <a:pt x="1531942" y="59105"/>
                </a:lnTo>
                <a:lnTo>
                  <a:pt x="1532060" y="58576"/>
                </a:lnTo>
                <a:lnTo>
                  <a:pt x="1532194" y="58061"/>
                </a:lnTo>
                <a:lnTo>
                  <a:pt x="1532344" y="57561"/>
                </a:lnTo>
                <a:lnTo>
                  <a:pt x="1532510" y="57077"/>
                </a:lnTo>
                <a:lnTo>
                  <a:pt x="1532691" y="56606"/>
                </a:lnTo>
                <a:lnTo>
                  <a:pt x="1532888" y="56151"/>
                </a:lnTo>
                <a:lnTo>
                  <a:pt x="1533101" y="55710"/>
                </a:lnTo>
                <a:lnTo>
                  <a:pt x="1533329" y="55285"/>
                </a:lnTo>
                <a:lnTo>
                  <a:pt x="1533574" y="54873"/>
                </a:lnTo>
                <a:lnTo>
                  <a:pt x="1533834" y="54477"/>
                </a:lnTo>
                <a:lnTo>
                  <a:pt x="1534109" y="54096"/>
                </a:lnTo>
                <a:lnTo>
                  <a:pt x="1534401" y="53729"/>
                </a:lnTo>
                <a:lnTo>
                  <a:pt x="1534708" y="53377"/>
                </a:lnTo>
                <a:lnTo>
                  <a:pt x="1535031" y="53040"/>
                </a:lnTo>
                <a:lnTo>
                  <a:pt x="1535370" y="52717"/>
                </a:lnTo>
                <a:lnTo>
                  <a:pt x="1535725" y="52409"/>
                </a:lnTo>
                <a:lnTo>
                  <a:pt x="1536095" y="52116"/>
                </a:lnTo>
                <a:lnTo>
                  <a:pt x="1536478" y="51837"/>
                </a:lnTo>
                <a:lnTo>
                  <a:pt x="1536869" y="51569"/>
                </a:lnTo>
                <a:lnTo>
                  <a:pt x="1537269" y="51313"/>
                </a:lnTo>
                <a:lnTo>
                  <a:pt x="1537678" y="51068"/>
                </a:lnTo>
                <a:lnTo>
                  <a:pt x="1538095" y="50836"/>
                </a:lnTo>
                <a:lnTo>
                  <a:pt x="1538521" y="50616"/>
                </a:lnTo>
                <a:lnTo>
                  <a:pt x="1538955" y="50408"/>
                </a:lnTo>
                <a:lnTo>
                  <a:pt x="1539399" y="50211"/>
                </a:lnTo>
                <a:lnTo>
                  <a:pt x="1539850" y="50027"/>
                </a:lnTo>
                <a:lnTo>
                  <a:pt x="1540311" y="49854"/>
                </a:lnTo>
                <a:lnTo>
                  <a:pt x="1540780" y="49693"/>
                </a:lnTo>
                <a:lnTo>
                  <a:pt x="1541258" y="49544"/>
                </a:lnTo>
                <a:lnTo>
                  <a:pt x="1541744" y="49407"/>
                </a:lnTo>
                <a:lnTo>
                  <a:pt x="1542239" y="49282"/>
                </a:lnTo>
                <a:lnTo>
                  <a:pt x="1542743" y="49169"/>
                </a:lnTo>
                <a:lnTo>
                  <a:pt x="1543255" y="49068"/>
                </a:lnTo>
                <a:lnTo>
                  <a:pt x="1543777" y="48979"/>
                </a:lnTo>
                <a:lnTo>
                  <a:pt x="1544306" y="48901"/>
                </a:lnTo>
                <a:lnTo>
                  <a:pt x="1544845" y="48836"/>
                </a:lnTo>
                <a:lnTo>
                  <a:pt x="1545392" y="48782"/>
                </a:lnTo>
                <a:lnTo>
                  <a:pt x="1545947" y="48740"/>
                </a:lnTo>
                <a:lnTo>
                  <a:pt x="1546512" y="48711"/>
                </a:lnTo>
                <a:lnTo>
                  <a:pt x="1547085" y="48693"/>
                </a:lnTo>
                <a:lnTo>
                  <a:pt x="1547666" y="48687"/>
                </a:lnTo>
                <a:lnTo>
                  <a:pt x="1548196" y="48692"/>
                </a:lnTo>
                <a:lnTo>
                  <a:pt x="1548718" y="48709"/>
                </a:lnTo>
                <a:lnTo>
                  <a:pt x="1549232" y="48737"/>
                </a:lnTo>
                <a:lnTo>
                  <a:pt x="1549737" y="48776"/>
                </a:lnTo>
                <a:lnTo>
                  <a:pt x="1550234" y="48826"/>
                </a:lnTo>
                <a:lnTo>
                  <a:pt x="1550723" y="48888"/>
                </a:lnTo>
                <a:lnTo>
                  <a:pt x="1551204" y="48960"/>
                </a:lnTo>
                <a:lnTo>
                  <a:pt x="1551677" y="49044"/>
                </a:lnTo>
                <a:lnTo>
                  <a:pt x="1552141" y="49139"/>
                </a:lnTo>
                <a:lnTo>
                  <a:pt x="1552597" y="49245"/>
                </a:lnTo>
                <a:lnTo>
                  <a:pt x="1553045" y="49362"/>
                </a:lnTo>
                <a:lnTo>
                  <a:pt x="1553485" y="49491"/>
                </a:lnTo>
                <a:lnTo>
                  <a:pt x="1553917" y="49630"/>
                </a:lnTo>
                <a:lnTo>
                  <a:pt x="1554340" y="49781"/>
                </a:lnTo>
                <a:lnTo>
                  <a:pt x="1554756" y="49943"/>
                </a:lnTo>
                <a:lnTo>
                  <a:pt x="1555163" y="50116"/>
                </a:lnTo>
                <a:lnTo>
                  <a:pt x="1555562" y="50300"/>
                </a:lnTo>
                <a:lnTo>
                  <a:pt x="1555952" y="50495"/>
                </a:lnTo>
                <a:lnTo>
                  <a:pt x="1556335" y="50702"/>
                </a:lnTo>
                <a:lnTo>
                  <a:pt x="1556709" y="50920"/>
                </a:lnTo>
                <a:lnTo>
                  <a:pt x="1557075" y="51149"/>
                </a:lnTo>
                <a:lnTo>
                  <a:pt x="1557433" y="51389"/>
                </a:lnTo>
                <a:lnTo>
                  <a:pt x="1557783" y="51640"/>
                </a:lnTo>
                <a:lnTo>
                  <a:pt x="1558125" y="51902"/>
                </a:lnTo>
                <a:lnTo>
                  <a:pt x="1558455" y="52180"/>
                </a:lnTo>
                <a:lnTo>
                  <a:pt x="1558771" y="52476"/>
                </a:lnTo>
                <a:lnTo>
                  <a:pt x="1559074" y="52792"/>
                </a:lnTo>
                <a:lnTo>
                  <a:pt x="1559362" y="53127"/>
                </a:lnTo>
                <a:lnTo>
                  <a:pt x="1559636" y="53481"/>
                </a:lnTo>
                <a:lnTo>
                  <a:pt x="1559896" y="53854"/>
                </a:lnTo>
                <a:lnTo>
                  <a:pt x="1560142" y="54247"/>
                </a:lnTo>
                <a:lnTo>
                  <a:pt x="1560375" y="54658"/>
                </a:lnTo>
                <a:lnTo>
                  <a:pt x="1560592" y="55089"/>
                </a:lnTo>
                <a:lnTo>
                  <a:pt x="1560796" y="55539"/>
                </a:lnTo>
                <a:lnTo>
                  <a:pt x="1560986" y="56008"/>
                </a:lnTo>
                <a:lnTo>
                  <a:pt x="1561162" y="56496"/>
                </a:lnTo>
                <a:lnTo>
                  <a:pt x="1561324" y="57003"/>
                </a:lnTo>
                <a:lnTo>
                  <a:pt x="1561471" y="57529"/>
                </a:lnTo>
                <a:lnTo>
                  <a:pt x="1561605" y="58075"/>
                </a:lnTo>
                <a:lnTo>
                  <a:pt x="1561724" y="58640"/>
                </a:lnTo>
                <a:lnTo>
                  <a:pt x="1561830" y="59223"/>
                </a:lnTo>
                <a:lnTo>
                  <a:pt x="1561921" y="59826"/>
                </a:lnTo>
                <a:lnTo>
                  <a:pt x="1561999" y="60448"/>
                </a:lnTo>
                <a:lnTo>
                  <a:pt x="1562062" y="61090"/>
                </a:lnTo>
                <a:lnTo>
                  <a:pt x="1562111" y="61750"/>
                </a:lnTo>
                <a:lnTo>
                  <a:pt x="1562146" y="62429"/>
                </a:lnTo>
                <a:lnTo>
                  <a:pt x="1562167" y="63128"/>
                </a:lnTo>
                <a:lnTo>
                  <a:pt x="1562174" y="63846"/>
                </a:lnTo>
                <a:lnTo>
                  <a:pt x="1562174" y="68622"/>
                </a:lnTo>
                <a:lnTo>
                  <a:pt x="1560750" y="68655"/>
                </a:lnTo>
                <a:lnTo>
                  <a:pt x="1559341" y="68694"/>
                </a:lnTo>
                <a:lnTo>
                  <a:pt x="1557946" y="68740"/>
                </a:lnTo>
                <a:lnTo>
                  <a:pt x="1556566" y="68792"/>
                </a:lnTo>
                <a:lnTo>
                  <a:pt x="1555200" y="68851"/>
                </a:lnTo>
                <a:lnTo>
                  <a:pt x="1553849" y="68916"/>
                </a:lnTo>
                <a:lnTo>
                  <a:pt x="1552513" y="68988"/>
                </a:lnTo>
                <a:lnTo>
                  <a:pt x="1551192" y="69066"/>
                </a:lnTo>
                <a:lnTo>
                  <a:pt x="1549885" y="69150"/>
                </a:lnTo>
                <a:lnTo>
                  <a:pt x="1548593" y="69241"/>
                </a:lnTo>
                <a:lnTo>
                  <a:pt x="1547316" y="69338"/>
                </a:lnTo>
                <a:lnTo>
                  <a:pt x="1546053" y="69441"/>
                </a:lnTo>
                <a:lnTo>
                  <a:pt x="1544805" y="69551"/>
                </a:lnTo>
                <a:lnTo>
                  <a:pt x="1543572" y="69668"/>
                </a:lnTo>
                <a:lnTo>
                  <a:pt x="1542353" y="69791"/>
                </a:lnTo>
                <a:lnTo>
                  <a:pt x="1541149" y="69920"/>
                </a:lnTo>
                <a:lnTo>
                  <a:pt x="1539960" y="70055"/>
                </a:lnTo>
                <a:lnTo>
                  <a:pt x="1538785" y="70197"/>
                </a:lnTo>
                <a:lnTo>
                  <a:pt x="1537625" y="70346"/>
                </a:lnTo>
                <a:lnTo>
                  <a:pt x="1536480" y="70500"/>
                </a:lnTo>
                <a:lnTo>
                  <a:pt x="1535349" y="70661"/>
                </a:lnTo>
                <a:lnTo>
                  <a:pt x="1534233" y="70829"/>
                </a:lnTo>
                <a:lnTo>
                  <a:pt x="1533132" y="71003"/>
                </a:lnTo>
                <a:lnTo>
                  <a:pt x="1532046" y="71183"/>
                </a:lnTo>
                <a:lnTo>
                  <a:pt x="1530976" y="71374"/>
                </a:lnTo>
                <a:lnTo>
                  <a:pt x="1529927" y="71578"/>
                </a:lnTo>
                <a:lnTo>
                  <a:pt x="1528898" y="71796"/>
                </a:lnTo>
                <a:lnTo>
                  <a:pt x="1527888" y="72028"/>
                </a:lnTo>
                <a:lnTo>
                  <a:pt x="1526899" y="72273"/>
                </a:lnTo>
                <a:lnTo>
                  <a:pt x="1525929" y="72532"/>
                </a:lnTo>
                <a:lnTo>
                  <a:pt x="1524979" y="72805"/>
                </a:lnTo>
                <a:lnTo>
                  <a:pt x="1524050" y="73091"/>
                </a:lnTo>
                <a:lnTo>
                  <a:pt x="1523140" y="73392"/>
                </a:lnTo>
                <a:lnTo>
                  <a:pt x="1522250" y="73706"/>
                </a:lnTo>
                <a:lnTo>
                  <a:pt x="1521380" y="74034"/>
                </a:lnTo>
                <a:lnTo>
                  <a:pt x="1520530" y="74375"/>
                </a:lnTo>
                <a:lnTo>
                  <a:pt x="1519700" y="74730"/>
                </a:lnTo>
                <a:lnTo>
                  <a:pt x="1518890" y="75099"/>
                </a:lnTo>
                <a:lnTo>
                  <a:pt x="1518100" y="75482"/>
                </a:lnTo>
                <a:lnTo>
                  <a:pt x="1517330" y="75878"/>
                </a:lnTo>
                <a:lnTo>
                  <a:pt x="1516579" y="76289"/>
                </a:lnTo>
                <a:lnTo>
                  <a:pt x="1515849" y="76713"/>
                </a:lnTo>
                <a:lnTo>
                  <a:pt x="1515139" y="77150"/>
                </a:lnTo>
                <a:lnTo>
                  <a:pt x="1514448" y="77602"/>
                </a:lnTo>
                <a:lnTo>
                  <a:pt x="1513778" y="78067"/>
                </a:lnTo>
                <a:lnTo>
                  <a:pt x="1513127" y="78546"/>
                </a:lnTo>
                <a:lnTo>
                  <a:pt x="1512496" y="79038"/>
                </a:lnTo>
                <a:lnTo>
                  <a:pt x="1511885" y="79544"/>
                </a:lnTo>
                <a:lnTo>
                  <a:pt x="1511297" y="80068"/>
                </a:lnTo>
                <a:lnTo>
                  <a:pt x="1510734" y="80612"/>
                </a:lnTo>
                <a:lnTo>
                  <a:pt x="1510196" y="81177"/>
                </a:lnTo>
                <a:lnTo>
                  <a:pt x="1509683" y="81762"/>
                </a:lnTo>
                <a:lnTo>
                  <a:pt x="1509194" y="82369"/>
                </a:lnTo>
                <a:lnTo>
                  <a:pt x="1508731" y="82996"/>
                </a:lnTo>
                <a:lnTo>
                  <a:pt x="1508293" y="83644"/>
                </a:lnTo>
                <a:lnTo>
                  <a:pt x="1507880" y="84312"/>
                </a:lnTo>
                <a:lnTo>
                  <a:pt x="1507492" y="85002"/>
                </a:lnTo>
                <a:lnTo>
                  <a:pt x="1507129" y="85712"/>
                </a:lnTo>
                <a:lnTo>
                  <a:pt x="1506791" y="86443"/>
                </a:lnTo>
                <a:lnTo>
                  <a:pt x="1506478" y="87194"/>
                </a:lnTo>
                <a:lnTo>
                  <a:pt x="1506190" y="87967"/>
                </a:lnTo>
                <a:lnTo>
                  <a:pt x="1505928" y="88760"/>
                </a:lnTo>
                <a:lnTo>
                  <a:pt x="1505690" y="89574"/>
                </a:lnTo>
                <a:lnTo>
                  <a:pt x="1505477" y="90408"/>
                </a:lnTo>
                <a:lnTo>
                  <a:pt x="1505289" y="91264"/>
                </a:lnTo>
                <a:lnTo>
                  <a:pt x="1505126" y="92140"/>
                </a:lnTo>
                <a:lnTo>
                  <a:pt x="1504989" y="93037"/>
                </a:lnTo>
                <a:lnTo>
                  <a:pt x="1504876" y="93954"/>
                </a:lnTo>
                <a:lnTo>
                  <a:pt x="1504789" y="94893"/>
                </a:lnTo>
                <a:lnTo>
                  <a:pt x="1504726" y="95852"/>
                </a:lnTo>
                <a:lnTo>
                  <a:pt x="1504688" y="96832"/>
                </a:lnTo>
                <a:lnTo>
                  <a:pt x="1504676" y="97833"/>
                </a:lnTo>
                <a:lnTo>
                  <a:pt x="1504683" y="98554"/>
                </a:lnTo>
                <a:lnTo>
                  <a:pt x="1504703" y="99265"/>
                </a:lnTo>
                <a:lnTo>
                  <a:pt x="1504738" y="99966"/>
                </a:lnTo>
                <a:lnTo>
                  <a:pt x="1504786" y="100657"/>
                </a:lnTo>
                <a:lnTo>
                  <a:pt x="1504848" y="101338"/>
                </a:lnTo>
                <a:lnTo>
                  <a:pt x="1504923" y="102009"/>
                </a:lnTo>
                <a:lnTo>
                  <a:pt x="1505013" y="102669"/>
                </a:lnTo>
                <a:lnTo>
                  <a:pt x="1505116" y="103320"/>
                </a:lnTo>
                <a:lnTo>
                  <a:pt x="1505233" y="103960"/>
                </a:lnTo>
                <a:lnTo>
                  <a:pt x="1505364" y="104590"/>
                </a:lnTo>
                <a:lnTo>
                  <a:pt x="1505508" y="105210"/>
                </a:lnTo>
                <a:lnTo>
                  <a:pt x="1505666" y="105820"/>
                </a:lnTo>
                <a:lnTo>
                  <a:pt x="1505838" y="106420"/>
                </a:lnTo>
                <a:lnTo>
                  <a:pt x="1506024" y="107010"/>
                </a:lnTo>
                <a:lnTo>
                  <a:pt x="1506223" y="107589"/>
                </a:lnTo>
                <a:lnTo>
                  <a:pt x="1506436" y="108159"/>
                </a:lnTo>
                <a:lnTo>
                  <a:pt x="1506663" y="108718"/>
                </a:lnTo>
                <a:lnTo>
                  <a:pt x="1506904" y="109267"/>
                </a:lnTo>
                <a:lnTo>
                  <a:pt x="1507158" y="109806"/>
                </a:lnTo>
                <a:lnTo>
                  <a:pt x="1507426" y="110335"/>
                </a:lnTo>
                <a:lnTo>
                  <a:pt x="1507708" y="110854"/>
                </a:lnTo>
                <a:lnTo>
                  <a:pt x="1508004" y="111362"/>
                </a:lnTo>
                <a:lnTo>
                  <a:pt x="1508314" y="111861"/>
                </a:lnTo>
                <a:lnTo>
                  <a:pt x="1508637" y="112349"/>
                </a:lnTo>
                <a:lnTo>
                  <a:pt x="1508971" y="112827"/>
                </a:lnTo>
                <a:lnTo>
                  <a:pt x="1509314" y="113295"/>
                </a:lnTo>
                <a:lnTo>
                  <a:pt x="1509665" y="113753"/>
                </a:lnTo>
                <a:lnTo>
                  <a:pt x="1510025" y="114200"/>
                </a:lnTo>
                <a:lnTo>
                  <a:pt x="1510393" y="114638"/>
                </a:lnTo>
                <a:lnTo>
                  <a:pt x="1510770" y="115065"/>
                </a:lnTo>
                <a:lnTo>
                  <a:pt x="1511155" y="115482"/>
                </a:lnTo>
                <a:lnTo>
                  <a:pt x="1511549" y="115889"/>
                </a:lnTo>
                <a:lnTo>
                  <a:pt x="1511952" y="116286"/>
                </a:lnTo>
                <a:lnTo>
                  <a:pt x="1512362" y="116673"/>
                </a:lnTo>
                <a:lnTo>
                  <a:pt x="1512782" y="117049"/>
                </a:lnTo>
                <a:lnTo>
                  <a:pt x="1513209" y="117416"/>
                </a:lnTo>
                <a:lnTo>
                  <a:pt x="1513646" y="117772"/>
                </a:lnTo>
                <a:lnTo>
                  <a:pt x="1514091" y="118118"/>
                </a:lnTo>
                <a:lnTo>
                  <a:pt x="1514544" y="118454"/>
                </a:lnTo>
                <a:lnTo>
                  <a:pt x="1515006" y="118780"/>
                </a:lnTo>
                <a:lnTo>
                  <a:pt x="1515476" y="119096"/>
                </a:lnTo>
                <a:lnTo>
                  <a:pt x="1515955" y="119401"/>
                </a:lnTo>
                <a:lnTo>
                  <a:pt x="1516442" y="119697"/>
                </a:lnTo>
                <a:lnTo>
                  <a:pt x="1516938" y="119982"/>
                </a:lnTo>
                <a:lnTo>
                  <a:pt x="1517442" y="120257"/>
                </a:lnTo>
                <a:lnTo>
                  <a:pt x="1517955" y="120522"/>
                </a:lnTo>
                <a:lnTo>
                  <a:pt x="1518476" y="120777"/>
                </a:lnTo>
                <a:lnTo>
                  <a:pt x="1519006" y="121022"/>
                </a:lnTo>
                <a:lnTo>
                  <a:pt x="1519542" y="121256"/>
                </a:lnTo>
                <a:lnTo>
                  <a:pt x="1520081" y="121481"/>
                </a:lnTo>
                <a:lnTo>
                  <a:pt x="1520623" y="121696"/>
                </a:lnTo>
                <a:lnTo>
                  <a:pt x="1521169" y="121901"/>
                </a:lnTo>
                <a:lnTo>
                  <a:pt x="1521719" y="122095"/>
                </a:lnTo>
                <a:lnTo>
                  <a:pt x="1522271" y="122280"/>
                </a:lnTo>
                <a:lnTo>
                  <a:pt x="1522828" y="122455"/>
                </a:lnTo>
                <a:lnTo>
                  <a:pt x="1523387" y="122620"/>
                </a:lnTo>
                <a:lnTo>
                  <a:pt x="1523950" y="122774"/>
                </a:lnTo>
                <a:lnTo>
                  <a:pt x="1524516" y="122919"/>
                </a:lnTo>
                <a:lnTo>
                  <a:pt x="1525086" y="123054"/>
                </a:lnTo>
                <a:lnTo>
                  <a:pt x="1525659" y="123179"/>
                </a:lnTo>
                <a:lnTo>
                  <a:pt x="1526236" y="123294"/>
                </a:lnTo>
                <a:lnTo>
                  <a:pt x="1526816" y="123398"/>
                </a:lnTo>
                <a:lnTo>
                  <a:pt x="1527399" y="123493"/>
                </a:lnTo>
                <a:lnTo>
                  <a:pt x="1527986" y="123578"/>
                </a:lnTo>
                <a:lnTo>
                  <a:pt x="1528576" y="123653"/>
                </a:lnTo>
                <a:lnTo>
                  <a:pt x="1529170" y="123718"/>
                </a:lnTo>
                <a:lnTo>
                  <a:pt x="1529766" y="123773"/>
                </a:lnTo>
                <a:lnTo>
                  <a:pt x="1530367" y="123818"/>
                </a:lnTo>
                <a:lnTo>
                  <a:pt x="1530971" y="123853"/>
                </a:lnTo>
                <a:lnTo>
                  <a:pt x="1531578" y="123878"/>
                </a:lnTo>
                <a:lnTo>
                  <a:pt x="1532188" y="123893"/>
                </a:lnTo>
                <a:lnTo>
                  <a:pt x="1532802" y="123898"/>
                </a:lnTo>
                <a:lnTo>
                  <a:pt x="1533592" y="123892"/>
                </a:lnTo>
                <a:lnTo>
                  <a:pt x="1534374" y="123875"/>
                </a:lnTo>
                <a:lnTo>
                  <a:pt x="1535148" y="123847"/>
                </a:lnTo>
                <a:lnTo>
                  <a:pt x="1535915" y="123808"/>
                </a:lnTo>
                <a:lnTo>
                  <a:pt x="1536674" y="123757"/>
                </a:lnTo>
                <a:lnTo>
                  <a:pt x="1537425" y="123695"/>
                </a:lnTo>
                <a:close/>
                <a:moveTo>
                  <a:pt x="1537956" y="107528"/>
                </a:moveTo>
                <a:lnTo>
                  <a:pt x="1537549" y="107467"/>
                </a:lnTo>
                <a:lnTo>
                  <a:pt x="1537149" y="107396"/>
                </a:lnTo>
                <a:lnTo>
                  <a:pt x="1536755" y="107315"/>
                </a:lnTo>
                <a:lnTo>
                  <a:pt x="1536369" y="107225"/>
                </a:lnTo>
                <a:lnTo>
                  <a:pt x="1535989" y="107126"/>
                </a:lnTo>
                <a:lnTo>
                  <a:pt x="1535617" y="107017"/>
                </a:lnTo>
                <a:lnTo>
                  <a:pt x="1535251" y="106899"/>
                </a:lnTo>
                <a:lnTo>
                  <a:pt x="1534893" y="106771"/>
                </a:lnTo>
                <a:lnTo>
                  <a:pt x="1534541" y="106634"/>
                </a:lnTo>
                <a:lnTo>
                  <a:pt x="1534197" y="106487"/>
                </a:lnTo>
                <a:lnTo>
                  <a:pt x="1533859" y="106331"/>
                </a:lnTo>
                <a:lnTo>
                  <a:pt x="1533528" y="106165"/>
                </a:lnTo>
                <a:lnTo>
                  <a:pt x="1533204" y="105990"/>
                </a:lnTo>
                <a:lnTo>
                  <a:pt x="1532887" y="105806"/>
                </a:lnTo>
                <a:lnTo>
                  <a:pt x="1532578" y="105612"/>
                </a:lnTo>
                <a:lnTo>
                  <a:pt x="1532275" y="105408"/>
                </a:lnTo>
                <a:lnTo>
                  <a:pt x="1531979" y="105195"/>
                </a:lnTo>
                <a:lnTo>
                  <a:pt x="1531690" y="104973"/>
                </a:lnTo>
                <a:lnTo>
                  <a:pt x="1531410" y="104740"/>
                </a:lnTo>
                <a:lnTo>
                  <a:pt x="1531142" y="104498"/>
                </a:lnTo>
                <a:lnTo>
                  <a:pt x="1530886" y="104246"/>
                </a:lnTo>
                <a:lnTo>
                  <a:pt x="1530642" y="103983"/>
                </a:lnTo>
                <a:lnTo>
                  <a:pt x="1530410" y="103711"/>
                </a:lnTo>
                <a:lnTo>
                  <a:pt x="1530190" y="103428"/>
                </a:lnTo>
                <a:lnTo>
                  <a:pt x="1529982" y="103135"/>
                </a:lnTo>
                <a:lnTo>
                  <a:pt x="1529786" y="102832"/>
                </a:lnTo>
                <a:lnTo>
                  <a:pt x="1529601" y="102519"/>
                </a:lnTo>
                <a:lnTo>
                  <a:pt x="1529429" y="102196"/>
                </a:lnTo>
                <a:lnTo>
                  <a:pt x="1529268" y="101863"/>
                </a:lnTo>
                <a:lnTo>
                  <a:pt x="1529119" y="101519"/>
                </a:lnTo>
                <a:lnTo>
                  <a:pt x="1528983" y="101166"/>
                </a:lnTo>
                <a:lnTo>
                  <a:pt x="1528858" y="100803"/>
                </a:lnTo>
                <a:lnTo>
                  <a:pt x="1528745" y="100429"/>
                </a:lnTo>
                <a:lnTo>
                  <a:pt x="1528644" y="100045"/>
                </a:lnTo>
                <a:lnTo>
                  <a:pt x="1528554" y="99651"/>
                </a:lnTo>
                <a:lnTo>
                  <a:pt x="1528477" y="99247"/>
                </a:lnTo>
                <a:lnTo>
                  <a:pt x="1528411" y="98833"/>
                </a:lnTo>
                <a:lnTo>
                  <a:pt x="1528358" y="98409"/>
                </a:lnTo>
                <a:lnTo>
                  <a:pt x="1528316" y="97975"/>
                </a:lnTo>
                <a:lnTo>
                  <a:pt x="1528287" y="97531"/>
                </a:lnTo>
                <a:lnTo>
                  <a:pt x="1528269" y="97076"/>
                </a:lnTo>
                <a:lnTo>
                  <a:pt x="1528263" y="96612"/>
                </a:lnTo>
                <a:lnTo>
                  <a:pt x="1528276" y="95968"/>
                </a:lnTo>
                <a:lnTo>
                  <a:pt x="1528315" y="95339"/>
                </a:lnTo>
                <a:lnTo>
                  <a:pt x="1528380" y="94725"/>
                </a:lnTo>
                <a:lnTo>
                  <a:pt x="1528470" y="94126"/>
                </a:lnTo>
                <a:lnTo>
                  <a:pt x="1528587" y="93542"/>
                </a:lnTo>
                <a:lnTo>
                  <a:pt x="1528730" y="92973"/>
                </a:lnTo>
                <a:lnTo>
                  <a:pt x="1528899" y="92420"/>
                </a:lnTo>
                <a:lnTo>
                  <a:pt x="1529093" y="91881"/>
                </a:lnTo>
                <a:lnTo>
                  <a:pt x="1529314" y="91357"/>
                </a:lnTo>
                <a:lnTo>
                  <a:pt x="1529561" y="90848"/>
                </a:lnTo>
                <a:lnTo>
                  <a:pt x="1529833" y="90354"/>
                </a:lnTo>
                <a:lnTo>
                  <a:pt x="1530132" y="89875"/>
                </a:lnTo>
                <a:lnTo>
                  <a:pt x="1530456" y="89411"/>
                </a:lnTo>
                <a:lnTo>
                  <a:pt x="1530807" y="88962"/>
                </a:lnTo>
                <a:lnTo>
                  <a:pt x="1531183" y="88528"/>
                </a:lnTo>
                <a:lnTo>
                  <a:pt x="1531586" y="88109"/>
                </a:lnTo>
                <a:lnTo>
                  <a:pt x="1532014" y="87705"/>
                </a:lnTo>
                <a:lnTo>
                  <a:pt x="1532468" y="87316"/>
                </a:lnTo>
                <a:lnTo>
                  <a:pt x="1532949" y="86942"/>
                </a:lnTo>
                <a:lnTo>
                  <a:pt x="1533455" y="86583"/>
                </a:lnTo>
                <a:lnTo>
                  <a:pt x="1533987" y="86239"/>
                </a:lnTo>
                <a:lnTo>
                  <a:pt x="1534545" y="85910"/>
                </a:lnTo>
                <a:lnTo>
                  <a:pt x="1535129" y="85596"/>
                </a:lnTo>
                <a:lnTo>
                  <a:pt x="1535739" y="85297"/>
                </a:lnTo>
                <a:lnTo>
                  <a:pt x="1536382" y="85011"/>
                </a:lnTo>
                <a:lnTo>
                  <a:pt x="1537063" y="84737"/>
                </a:lnTo>
                <a:lnTo>
                  <a:pt x="1537784" y="84475"/>
                </a:lnTo>
                <a:lnTo>
                  <a:pt x="1538543" y="84225"/>
                </a:lnTo>
                <a:lnTo>
                  <a:pt x="1539341" y="83986"/>
                </a:lnTo>
                <a:lnTo>
                  <a:pt x="1540179" y="83760"/>
                </a:lnTo>
                <a:lnTo>
                  <a:pt x="1541055" y="83545"/>
                </a:lnTo>
                <a:lnTo>
                  <a:pt x="1541970" y="83342"/>
                </a:lnTo>
                <a:lnTo>
                  <a:pt x="1542924" y="83151"/>
                </a:lnTo>
                <a:lnTo>
                  <a:pt x="1543917" y="82972"/>
                </a:lnTo>
                <a:lnTo>
                  <a:pt x="1544949" y="82805"/>
                </a:lnTo>
                <a:lnTo>
                  <a:pt x="1546020" y="82649"/>
                </a:lnTo>
                <a:lnTo>
                  <a:pt x="1547129" y="82506"/>
                </a:lnTo>
                <a:lnTo>
                  <a:pt x="1548278" y="82374"/>
                </a:lnTo>
                <a:lnTo>
                  <a:pt x="1549466" y="82254"/>
                </a:lnTo>
                <a:lnTo>
                  <a:pt x="1550693" y="82145"/>
                </a:lnTo>
                <a:lnTo>
                  <a:pt x="1551958" y="82049"/>
                </a:lnTo>
                <a:lnTo>
                  <a:pt x="1553263" y="81965"/>
                </a:lnTo>
                <a:lnTo>
                  <a:pt x="1554606" y="81892"/>
                </a:lnTo>
                <a:lnTo>
                  <a:pt x="1555988" y="81831"/>
                </a:lnTo>
                <a:lnTo>
                  <a:pt x="1557410" y="81782"/>
                </a:lnTo>
                <a:lnTo>
                  <a:pt x="1558870" y="81745"/>
                </a:lnTo>
                <a:lnTo>
                  <a:pt x="1560369" y="81719"/>
                </a:lnTo>
                <a:lnTo>
                  <a:pt x="1561907" y="81706"/>
                </a:lnTo>
                <a:lnTo>
                  <a:pt x="1561907" y="96066"/>
                </a:lnTo>
                <a:lnTo>
                  <a:pt x="1561622" y="96443"/>
                </a:lnTo>
                <a:lnTo>
                  <a:pt x="1561328" y="96817"/>
                </a:lnTo>
                <a:lnTo>
                  <a:pt x="1561026" y="97186"/>
                </a:lnTo>
                <a:lnTo>
                  <a:pt x="1560717" y="97553"/>
                </a:lnTo>
                <a:lnTo>
                  <a:pt x="1560400" y="97916"/>
                </a:lnTo>
                <a:lnTo>
                  <a:pt x="1560074" y="98275"/>
                </a:lnTo>
                <a:lnTo>
                  <a:pt x="1559741" y="98631"/>
                </a:lnTo>
                <a:lnTo>
                  <a:pt x="1559400" y="98984"/>
                </a:lnTo>
                <a:lnTo>
                  <a:pt x="1559052" y="99333"/>
                </a:lnTo>
                <a:lnTo>
                  <a:pt x="1558695" y="99679"/>
                </a:lnTo>
                <a:lnTo>
                  <a:pt x="1558330" y="100021"/>
                </a:lnTo>
                <a:lnTo>
                  <a:pt x="1557958" y="100360"/>
                </a:lnTo>
                <a:lnTo>
                  <a:pt x="1557577" y="100695"/>
                </a:lnTo>
                <a:lnTo>
                  <a:pt x="1557189" y="101027"/>
                </a:lnTo>
                <a:lnTo>
                  <a:pt x="1556793" y="101355"/>
                </a:lnTo>
                <a:lnTo>
                  <a:pt x="1556389" y="101680"/>
                </a:lnTo>
                <a:lnTo>
                  <a:pt x="1555977" y="102001"/>
                </a:lnTo>
                <a:lnTo>
                  <a:pt x="1555557" y="102319"/>
                </a:lnTo>
                <a:lnTo>
                  <a:pt x="1555130" y="102634"/>
                </a:lnTo>
                <a:lnTo>
                  <a:pt x="1554694" y="102945"/>
                </a:lnTo>
                <a:lnTo>
                  <a:pt x="1554251" y="103253"/>
                </a:lnTo>
                <a:lnTo>
                  <a:pt x="1553799" y="103557"/>
                </a:lnTo>
                <a:lnTo>
                  <a:pt x="1553340" y="103858"/>
                </a:lnTo>
                <a:lnTo>
                  <a:pt x="1552873" y="104155"/>
                </a:lnTo>
                <a:lnTo>
                  <a:pt x="1552400" y="104444"/>
                </a:lnTo>
                <a:lnTo>
                  <a:pt x="1551924" y="104721"/>
                </a:lnTo>
                <a:lnTo>
                  <a:pt x="1551444" y="104985"/>
                </a:lnTo>
                <a:lnTo>
                  <a:pt x="1550961" y="105238"/>
                </a:lnTo>
                <a:lnTo>
                  <a:pt x="1550474" y="105478"/>
                </a:lnTo>
                <a:lnTo>
                  <a:pt x="1549983" y="105705"/>
                </a:lnTo>
                <a:lnTo>
                  <a:pt x="1549489" y="105921"/>
                </a:lnTo>
                <a:lnTo>
                  <a:pt x="1548992" y="106124"/>
                </a:lnTo>
                <a:lnTo>
                  <a:pt x="1548490" y="106314"/>
                </a:lnTo>
                <a:lnTo>
                  <a:pt x="1547986" y="106493"/>
                </a:lnTo>
                <a:lnTo>
                  <a:pt x="1547477" y="106659"/>
                </a:lnTo>
                <a:lnTo>
                  <a:pt x="1546965" y="106813"/>
                </a:lnTo>
                <a:lnTo>
                  <a:pt x="1546450" y="106954"/>
                </a:lnTo>
                <a:lnTo>
                  <a:pt x="1545931" y="107083"/>
                </a:lnTo>
                <a:lnTo>
                  <a:pt x="1545408" y="107200"/>
                </a:lnTo>
                <a:lnTo>
                  <a:pt x="1544882" y="107305"/>
                </a:lnTo>
                <a:lnTo>
                  <a:pt x="1544353" y="107397"/>
                </a:lnTo>
                <a:lnTo>
                  <a:pt x="1543820" y="107477"/>
                </a:lnTo>
                <a:lnTo>
                  <a:pt x="1543283" y="107545"/>
                </a:lnTo>
                <a:lnTo>
                  <a:pt x="1542742" y="107600"/>
                </a:lnTo>
                <a:lnTo>
                  <a:pt x="1542199" y="107643"/>
                </a:lnTo>
                <a:lnTo>
                  <a:pt x="1541651" y="107674"/>
                </a:lnTo>
                <a:lnTo>
                  <a:pt x="1541100" y="107692"/>
                </a:lnTo>
                <a:lnTo>
                  <a:pt x="1540546" y="107699"/>
                </a:lnTo>
                <a:lnTo>
                  <a:pt x="1540097" y="107694"/>
                </a:lnTo>
                <a:lnTo>
                  <a:pt x="1539655" y="107680"/>
                </a:lnTo>
                <a:lnTo>
                  <a:pt x="1539220" y="107656"/>
                </a:lnTo>
                <a:lnTo>
                  <a:pt x="1538792" y="107623"/>
                </a:lnTo>
                <a:lnTo>
                  <a:pt x="1538370" y="107580"/>
                </a:lnTo>
                <a:lnTo>
                  <a:pt x="1537956" y="107528"/>
                </a:lnTo>
                <a:close/>
                <a:moveTo>
                  <a:pt x="2203427" y="123695"/>
                </a:moveTo>
                <a:lnTo>
                  <a:pt x="2204170" y="123621"/>
                </a:lnTo>
                <a:lnTo>
                  <a:pt x="2204906" y="123537"/>
                </a:lnTo>
                <a:lnTo>
                  <a:pt x="2205634" y="123441"/>
                </a:lnTo>
                <a:lnTo>
                  <a:pt x="2206354" y="123334"/>
                </a:lnTo>
                <a:lnTo>
                  <a:pt x="2207067" y="123215"/>
                </a:lnTo>
                <a:lnTo>
                  <a:pt x="2207771" y="123086"/>
                </a:lnTo>
                <a:lnTo>
                  <a:pt x="2208468" y="122945"/>
                </a:lnTo>
                <a:lnTo>
                  <a:pt x="2209158" y="122792"/>
                </a:lnTo>
                <a:lnTo>
                  <a:pt x="2209839" y="122629"/>
                </a:lnTo>
                <a:lnTo>
                  <a:pt x="2210513" y="122454"/>
                </a:lnTo>
                <a:lnTo>
                  <a:pt x="2211179" y="122268"/>
                </a:lnTo>
                <a:lnTo>
                  <a:pt x="2211838" y="122070"/>
                </a:lnTo>
                <a:lnTo>
                  <a:pt x="2212489" y="121862"/>
                </a:lnTo>
                <a:lnTo>
                  <a:pt x="2213132" y="121642"/>
                </a:lnTo>
                <a:lnTo>
                  <a:pt x="2213767" y="121410"/>
                </a:lnTo>
                <a:lnTo>
                  <a:pt x="2214394" y="121168"/>
                </a:lnTo>
                <a:lnTo>
                  <a:pt x="2215014" y="120914"/>
                </a:lnTo>
                <a:lnTo>
                  <a:pt x="2215626" y="120649"/>
                </a:lnTo>
                <a:lnTo>
                  <a:pt x="2216231" y="120373"/>
                </a:lnTo>
                <a:lnTo>
                  <a:pt x="2216830" y="120086"/>
                </a:lnTo>
                <a:lnTo>
                  <a:pt x="2217423" y="119789"/>
                </a:lnTo>
                <a:lnTo>
                  <a:pt x="2218010" y="119481"/>
                </a:lnTo>
                <a:lnTo>
                  <a:pt x="2218590" y="119162"/>
                </a:lnTo>
                <a:lnTo>
                  <a:pt x="2219164" y="118833"/>
                </a:lnTo>
                <a:lnTo>
                  <a:pt x="2219732" y="118493"/>
                </a:lnTo>
                <a:lnTo>
                  <a:pt x="2220294" y="118142"/>
                </a:lnTo>
                <a:lnTo>
                  <a:pt x="2220850" y="117781"/>
                </a:lnTo>
                <a:lnTo>
                  <a:pt x="2221399" y="117409"/>
                </a:lnTo>
                <a:lnTo>
                  <a:pt x="2221943" y="117026"/>
                </a:lnTo>
                <a:lnTo>
                  <a:pt x="2222480" y="116633"/>
                </a:lnTo>
                <a:lnTo>
                  <a:pt x="2223011" y="116229"/>
                </a:lnTo>
                <a:lnTo>
                  <a:pt x="2223536" y="115814"/>
                </a:lnTo>
                <a:lnTo>
                  <a:pt x="2224054" y="115389"/>
                </a:lnTo>
                <a:lnTo>
                  <a:pt x="2224567" y="114953"/>
                </a:lnTo>
                <a:lnTo>
                  <a:pt x="2225073" y="114506"/>
                </a:lnTo>
                <a:lnTo>
                  <a:pt x="2225573" y="114049"/>
                </a:lnTo>
                <a:lnTo>
                  <a:pt x="2226067" y="113581"/>
                </a:lnTo>
                <a:lnTo>
                  <a:pt x="2226554" y="113102"/>
                </a:lnTo>
                <a:lnTo>
                  <a:pt x="2227036" y="112613"/>
                </a:lnTo>
                <a:lnTo>
                  <a:pt x="2227511" y="112113"/>
                </a:lnTo>
                <a:lnTo>
                  <a:pt x="2227980" y="111602"/>
                </a:lnTo>
                <a:lnTo>
                  <a:pt x="2228443" y="111081"/>
                </a:lnTo>
                <a:lnTo>
                  <a:pt x="2229155" y="122296"/>
                </a:lnTo>
                <a:lnTo>
                  <a:pt x="2251229" y="122296"/>
                </a:lnTo>
                <a:lnTo>
                  <a:pt x="2251229" y="63290"/>
                </a:lnTo>
                <a:lnTo>
                  <a:pt x="2251224" y="62559"/>
                </a:lnTo>
                <a:lnTo>
                  <a:pt x="2251210" y="61839"/>
                </a:lnTo>
                <a:lnTo>
                  <a:pt x="2251186" y="61128"/>
                </a:lnTo>
                <a:lnTo>
                  <a:pt x="2251152" y="60428"/>
                </a:lnTo>
                <a:lnTo>
                  <a:pt x="2251109" y="59738"/>
                </a:lnTo>
                <a:lnTo>
                  <a:pt x="2251057" y="59058"/>
                </a:lnTo>
                <a:lnTo>
                  <a:pt x="2250994" y="58389"/>
                </a:lnTo>
                <a:lnTo>
                  <a:pt x="2250922" y="57729"/>
                </a:lnTo>
                <a:lnTo>
                  <a:pt x="2250841" y="57080"/>
                </a:lnTo>
                <a:lnTo>
                  <a:pt x="2250750" y="56441"/>
                </a:lnTo>
                <a:lnTo>
                  <a:pt x="2250649" y="55812"/>
                </a:lnTo>
                <a:lnTo>
                  <a:pt x="2250539" y="55193"/>
                </a:lnTo>
                <a:lnTo>
                  <a:pt x="2250420" y="54585"/>
                </a:lnTo>
                <a:lnTo>
                  <a:pt x="2250290" y="53986"/>
                </a:lnTo>
                <a:lnTo>
                  <a:pt x="2250151" y="53398"/>
                </a:lnTo>
                <a:lnTo>
                  <a:pt x="2250003" y="52820"/>
                </a:lnTo>
                <a:lnTo>
                  <a:pt x="2249845" y="52252"/>
                </a:lnTo>
                <a:lnTo>
                  <a:pt x="2249677" y="51694"/>
                </a:lnTo>
                <a:lnTo>
                  <a:pt x="2249500" y="51147"/>
                </a:lnTo>
                <a:lnTo>
                  <a:pt x="2249313" y="50610"/>
                </a:lnTo>
                <a:lnTo>
                  <a:pt x="2249117" y="50082"/>
                </a:lnTo>
                <a:lnTo>
                  <a:pt x="2248911" y="49565"/>
                </a:lnTo>
                <a:lnTo>
                  <a:pt x="2248695" y="49058"/>
                </a:lnTo>
                <a:lnTo>
                  <a:pt x="2248470" y="48562"/>
                </a:lnTo>
                <a:lnTo>
                  <a:pt x="2248236" y="48074"/>
                </a:lnTo>
                <a:lnTo>
                  <a:pt x="2247994" y="47595"/>
                </a:lnTo>
                <a:lnTo>
                  <a:pt x="2247745" y="47125"/>
                </a:lnTo>
                <a:lnTo>
                  <a:pt x="2247487" y="46663"/>
                </a:lnTo>
                <a:lnTo>
                  <a:pt x="2247222" y="46210"/>
                </a:lnTo>
                <a:lnTo>
                  <a:pt x="2246948" y="45766"/>
                </a:lnTo>
                <a:lnTo>
                  <a:pt x="2246667" y="45330"/>
                </a:lnTo>
                <a:lnTo>
                  <a:pt x="2246378" y="44903"/>
                </a:lnTo>
                <a:lnTo>
                  <a:pt x="2246081" y="44484"/>
                </a:lnTo>
                <a:lnTo>
                  <a:pt x="2245776" y="44074"/>
                </a:lnTo>
                <a:lnTo>
                  <a:pt x="2245464" y="43672"/>
                </a:lnTo>
                <a:lnTo>
                  <a:pt x="2245143" y="43280"/>
                </a:lnTo>
                <a:lnTo>
                  <a:pt x="2244815" y="42895"/>
                </a:lnTo>
                <a:lnTo>
                  <a:pt x="2244478" y="42520"/>
                </a:lnTo>
                <a:lnTo>
                  <a:pt x="2244134" y="42153"/>
                </a:lnTo>
                <a:lnTo>
                  <a:pt x="2243782" y="41795"/>
                </a:lnTo>
                <a:lnTo>
                  <a:pt x="2243422" y="41445"/>
                </a:lnTo>
                <a:lnTo>
                  <a:pt x="2243054" y="41104"/>
                </a:lnTo>
                <a:lnTo>
                  <a:pt x="2242679" y="40771"/>
                </a:lnTo>
                <a:lnTo>
                  <a:pt x="2242295" y="40448"/>
                </a:lnTo>
                <a:lnTo>
                  <a:pt x="2241903" y="40132"/>
                </a:lnTo>
                <a:lnTo>
                  <a:pt x="2241504" y="39826"/>
                </a:lnTo>
                <a:lnTo>
                  <a:pt x="2241097" y="39528"/>
                </a:lnTo>
                <a:lnTo>
                  <a:pt x="2240682" y="39238"/>
                </a:lnTo>
                <a:lnTo>
                  <a:pt x="2240259" y="38956"/>
                </a:lnTo>
                <a:lnTo>
                  <a:pt x="2239831" y="38682"/>
                </a:lnTo>
                <a:lnTo>
                  <a:pt x="2239396" y="38414"/>
                </a:lnTo>
                <a:lnTo>
                  <a:pt x="2238955" y="38153"/>
                </a:lnTo>
                <a:lnTo>
                  <a:pt x="2238507" y="37900"/>
                </a:lnTo>
                <a:lnTo>
                  <a:pt x="2238053" y="37653"/>
                </a:lnTo>
                <a:lnTo>
                  <a:pt x="2237593" y="37413"/>
                </a:lnTo>
                <a:lnTo>
                  <a:pt x="2237126" y="37181"/>
                </a:lnTo>
                <a:lnTo>
                  <a:pt x="2236653" y="36955"/>
                </a:lnTo>
                <a:lnTo>
                  <a:pt x="2236174" y="36737"/>
                </a:lnTo>
                <a:lnTo>
                  <a:pt x="2235689" y="36525"/>
                </a:lnTo>
                <a:lnTo>
                  <a:pt x="2235197" y="36321"/>
                </a:lnTo>
                <a:lnTo>
                  <a:pt x="2234698" y="36124"/>
                </a:lnTo>
                <a:lnTo>
                  <a:pt x="2234194" y="35934"/>
                </a:lnTo>
                <a:lnTo>
                  <a:pt x="2233683" y="35750"/>
                </a:lnTo>
                <a:lnTo>
                  <a:pt x="2233166" y="35574"/>
                </a:lnTo>
                <a:lnTo>
                  <a:pt x="2232642" y="35405"/>
                </a:lnTo>
                <a:lnTo>
                  <a:pt x="2232112" y="35243"/>
                </a:lnTo>
                <a:lnTo>
                  <a:pt x="2231576" y="35088"/>
                </a:lnTo>
                <a:lnTo>
                  <a:pt x="2231033" y="34940"/>
                </a:lnTo>
                <a:lnTo>
                  <a:pt x="2230484" y="34799"/>
                </a:lnTo>
                <a:lnTo>
                  <a:pt x="2229929" y="34665"/>
                </a:lnTo>
                <a:lnTo>
                  <a:pt x="2229367" y="34538"/>
                </a:lnTo>
                <a:lnTo>
                  <a:pt x="2228799" y="34418"/>
                </a:lnTo>
                <a:lnTo>
                  <a:pt x="2228226" y="34304"/>
                </a:lnTo>
                <a:lnTo>
                  <a:pt x="2227647" y="34195"/>
                </a:lnTo>
                <a:lnTo>
                  <a:pt x="2227064" y="34091"/>
                </a:lnTo>
                <a:lnTo>
                  <a:pt x="2226475" y="33991"/>
                </a:lnTo>
                <a:lnTo>
                  <a:pt x="2225882" y="33897"/>
                </a:lnTo>
                <a:lnTo>
                  <a:pt x="2225284" y="33807"/>
                </a:lnTo>
                <a:lnTo>
                  <a:pt x="2224680" y="33722"/>
                </a:lnTo>
                <a:lnTo>
                  <a:pt x="2224072" y="33642"/>
                </a:lnTo>
                <a:lnTo>
                  <a:pt x="2223459" y="33567"/>
                </a:lnTo>
                <a:lnTo>
                  <a:pt x="2222841" y="33497"/>
                </a:lnTo>
                <a:lnTo>
                  <a:pt x="2222218" y="33431"/>
                </a:lnTo>
                <a:lnTo>
                  <a:pt x="2221590" y="33371"/>
                </a:lnTo>
                <a:lnTo>
                  <a:pt x="2220957" y="33315"/>
                </a:lnTo>
                <a:lnTo>
                  <a:pt x="2220319" y="33264"/>
                </a:lnTo>
                <a:lnTo>
                  <a:pt x="2219676" y="33218"/>
                </a:lnTo>
                <a:lnTo>
                  <a:pt x="2219028" y="33177"/>
                </a:lnTo>
                <a:lnTo>
                  <a:pt x="2218376" y="33140"/>
                </a:lnTo>
                <a:lnTo>
                  <a:pt x="2217718" y="33109"/>
                </a:lnTo>
                <a:lnTo>
                  <a:pt x="2217055" y="33082"/>
                </a:lnTo>
                <a:lnTo>
                  <a:pt x="2216388" y="33060"/>
                </a:lnTo>
                <a:lnTo>
                  <a:pt x="2215715" y="33043"/>
                </a:lnTo>
                <a:lnTo>
                  <a:pt x="2215038" y="33031"/>
                </a:lnTo>
                <a:lnTo>
                  <a:pt x="2214355" y="33024"/>
                </a:lnTo>
                <a:lnTo>
                  <a:pt x="2213668" y="33022"/>
                </a:lnTo>
                <a:lnTo>
                  <a:pt x="2212731" y="33027"/>
                </a:lnTo>
                <a:lnTo>
                  <a:pt x="2211803" y="33042"/>
                </a:lnTo>
                <a:lnTo>
                  <a:pt x="2210885" y="33067"/>
                </a:lnTo>
                <a:lnTo>
                  <a:pt x="2209976" y="33102"/>
                </a:lnTo>
                <a:lnTo>
                  <a:pt x="2209076" y="33147"/>
                </a:lnTo>
                <a:lnTo>
                  <a:pt x="2208186" y="33202"/>
                </a:lnTo>
                <a:lnTo>
                  <a:pt x="2207305" y="33267"/>
                </a:lnTo>
                <a:lnTo>
                  <a:pt x="2206434" y="33342"/>
                </a:lnTo>
                <a:lnTo>
                  <a:pt x="2205572" y="33427"/>
                </a:lnTo>
                <a:lnTo>
                  <a:pt x="2204719" y="33522"/>
                </a:lnTo>
                <a:lnTo>
                  <a:pt x="2203876" y="33628"/>
                </a:lnTo>
                <a:lnTo>
                  <a:pt x="2203043" y="33743"/>
                </a:lnTo>
                <a:lnTo>
                  <a:pt x="2202219" y="33868"/>
                </a:lnTo>
                <a:lnTo>
                  <a:pt x="2201404" y="34003"/>
                </a:lnTo>
                <a:lnTo>
                  <a:pt x="2200599" y="34148"/>
                </a:lnTo>
                <a:lnTo>
                  <a:pt x="2199803" y="34304"/>
                </a:lnTo>
                <a:lnTo>
                  <a:pt x="2199016" y="34469"/>
                </a:lnTo>
                <a:lnTo>
                  <a:pt x="2198239" y="34644"/>
                </a:lnTo>
                <a:lnTo>
                  <a:pt x="2197472" y="34829"/>
                </a:lnTo>
                <a:lnTo>
                  <a:pt x="2196714" y="35025"/>
                </a:lnTo>
                <a:lnTo>
                  <a:pt x="2195965" y="35230"/>
                </a:lnTo>
                <a:lnTo>
                  <a:pt x="2195225" y="35445"/>
                </a:lnTo>
                <a:lnTo>
                  <a:pt x="2194496" y="35671"/>
                </a:lnTo>
                <a:lnTo>
                  <a:pt x="2193775" y="35906"/>
                </a:lnTo>
                <a:lnTo>
                  <a:pt x="2193066" y="36153"/>
                </a:lnTo>
                <a:lnTo>
                  <a:pt x="2192369" y="36412"/>
                </a:lnTo>
                <a:lnTo>
                  <a:pt x="2191686" y="36685"/>
                </a:lnTo>
                <a:lnTo>
                  <a:pt x="2191016" y="36970"/>
                </a:lnTo>
                <a:lnTo>
                  <a:pt x="2190358" y="37268"/>
                </a:lnTo>
                <a:lnTo>
                  <a:pt x="2189714" y="37579"/>
                </a:lnTo>
                <a:lnTo>
                  <a:pt x="2189083" y="37903"/>
                </a:lnTo>
                <a:lnTo>
                  <a:pt x="2188464" y="38240"/>
                </a:lnTo>
                <a:lnTo>
                  <a:pt x="2187859" y="38590"/>
                </a:lnTo>
                <a:lnTo>
                  <a:pt x="2187266" y="38952"/>
                </a:lnTo>
                <a:lnTo>
                  <a:pt x="2186687" y="39327"/>
                </a:lnTo>
                <a:lnTo>
                  <a:pt x="2186120" y="39715"/>
                </a:lnTo>
                <a:lnTo>
                  <a:pt x="2185567" y="40116"/>
                </a:lnTo>
                <a:lnTo>
                  <a:pt x="2185026" y="40530"/>
                </a:lnTo>
                <a:lnTo>
                  <a:pt x="2184499" y="40957"/>
                </a:lnTo>
                <a:lnTo>
                  <a:pt x="2183984" y="41396"/>
                </a:lnTo>
                <a:lnTo>
                  <a:pt x="2183483" y="41848"/>
                </a:lnTo>
                <a:lnTo>
                  <a:pt x="2182994" y="42313"/>
                </a:lnTo>
                <a:lnTo>
                  <a:pt x="2182518" y="42791"/>
                </a:lnTo>
                <a:lnTo>
                  <a:pt x="2182056" y="43282"/>
                </a:lnTo>
                <a:lnTo>
                  <a:pt x="2181606" y="43786"/>
                </a:lnTo>
                <a:lnTo>
                  <a:pt x="2181169" y="44303"/>
                </a:lnTo>
                <a:lnTo>
                  <a:pt x="2180746" y="44832"/>
                </a:lnTo>
                <a:lnTo>
                  <a:pt x="2180335" y="45374"/>
                </a:lnTo>
                <a:lnTo>
                  <a:pt x="2179939" y="45931"/>
                </a:lnTo>
                <a:lnTo>
                  <a:pt x="2179560" y="46503"/>
                </a:lnTo>
                <a:lnTo>
                  <a:pt x="2179198" y="47093"/>
                </a:lnTo>
                <a:lnTo>
                  <a:pt x="2178853" y="47698"/>
                </a:lnTo>
                <a:lnTo>
                  <a:pt x="2178524" y="48320"/>
                </a:lnTo>
                <a:lnTo>
                  <a:pt x="2178213" y="48958"/>
                </a:lnTo>
                <a:lnTo>
                  <a:pt x="2177918" y="49612"/>
                </a:lnTo>
                <a:lnTo>
                  <a:pt x="2177640" y="50282"/>
                </a:lnTo>
                <a:lnTo>
                  <a:pt x="2177379" y="50969"/>
                </a:lnTo>
                <a:lnTo>
                  <a:pt x="2177135" y="51672"/>
                </a:lnTo>
                <a:lnTo>
                  <a:pt x="2176907" y="52391"/>
                </a:lnTo>
                <a:lnTo>
                  <a:pt x="2176697" y="53127"/>
                </a:lnTo>
                <a:lnTo>
                  <a:pt x="2176503" y="53879"/>
                </a:lnTo>
                <a:lnTo>
                  <a:pt x="2176326" y="54647"/>
                </a:lnTo>
                <a:lnTo>
                  <a:pt x="2176166" y="55431"/>
                </a:lnTo>
                <a:lnTo>
                  <a:pt x="2176023" y="56232"/>
                </a:lnTo>
                <a:lnTo>
                  <a:pt x="2175897" y="57049"/>
                </a:lnTo>
                <a:lnTo>
                  <a:pt x="2175787" y="57882"/>
                </a:lnTo>
                <a:lnTo>
                  <a:pt x="2175695" y="58731"/>
                </a:lnTo>
                <a:lnTo>
                  <a:pt x="2175619" y="59597"/>
                </a:lnTo>
                <a:lnTo>
                  <a:pt x="2175560" y="60479"/>
                </a:lnTo>
                <a:lnTo>
                  <a:pt x="2175518" y="61377"/>
                </a:lnTo>
                <a:lnTo>
                  <a:pt x="2175493" y="62292"/>
                </a:lnTo>
                <a:lnTo>
                  <a:pt x="2175484" y="63223"/>
                </a:lnTo>
                <a:lnTo>
                  <a:pt x="2197558" y="63223"/>
                </a:lnTo>
                <a:lnTo>
                  <a:pt x="2197566" y="62590"/>
                </a:lnTo>
                <a:lnTo>
                  <a:pt x="2197589" y="61972"/>
                </a:lnTo>
                <a:lnTo>
                  <a:pt x="2197629" y="61369"/>
                </a:lnTo>
                <a:lnTo>
                  <a:pt x="2197684" y="60781"/>
                </a:lnTo>
                <a:lnTo>
                  <a:pt x="2197755" y="60208"/>
                </a:lnTo>
                <a:lnTo>
                  <a:pt x="2197842" y="59649"/>
                </a:lnTo>
                <a:lnTo>
                  <a:pt x="2197944" y="59105"/>
                </a:lnTo>
                <a:lnTo>
                  <a:pt x="2198062" y="58576"/>
                </a:lnTo>
                <a:lnTo>
                  <a:pt x="2198196" y="58061"/>
                </a:lnTo>
                <a:lnTo>
                  <a:pt x="2198346" y="57561"/>
                </a:lnTo>
                <a:lnTo>
                  <a:pt x="2198511" y="57077"/>
                </a:lnTo>
                <a:lnTo>
                  <a:pt x="2198693" y="56606"/>
                </a:lnTo>
                <a:lnTo>
                  <a:pt x="2198890" y="56151"/>
                </a:lnTo>
                <a:lnTo>
                  <a:pt x="2199102" y="55710"/>
                </a:lnTo>
                <a:lnTo>
                  <a:pt x="2199331" y="55285"/>
                </a:lnTo>
                <a:lnTo>
                  <a:pt x="2199575" y="54873"/>
                </a:lnTo>
                <a:lnTo>
                  <a:pt x="2199835" y="54477"/>
                </a:lnTo>
                <a:lnTo>
                  <a:pt x="2200111" y="54096"/>
                </a:lnTo>
                <a:lnTo>
                  <a:pt x="2200403" y="53729"/>
                </a:lnTo>
                <a:lnTo>
                  <a:pt x="2200710" y="53377"/>
                </a:lnTo>
                <a:lnTo>
                  <a:pt x="2201033" y="53040"/>
                </a:lnTo>
                <a:lnTo>
                  <a:pt x="2201372" y="52717"/>
                </a:lnTo>
                <a:lnTo>
                  <a:pt x="2201727" y="52409"/>
                </a:lnTo>
                <a:lnTo>
                  <a:pt x="2202097" y="52116"/>
                </a:lnTo>
                <a:lnTo>
                  <a:pt x="2202480" y="51837"/>
                </a:lnTo>
                <a:lnTo>
                  <a:pt x="2202871" y="51569"/>
                </a:lnTo>
                <a:lnTo>
                  <a:pt x="2203271" y="51313"/>
                </a:lnTo>
                <a:lnTo>
                  <a:pt x="2203680" y="51068"/>
                </a:lnTo>
                <a:lnTo>
                  <a:pt x="2204097" y="50836"/>
                </a:lnTo>
                <a:lnTo>
                  <a:pt x="2204523" y="50616"/>
                </a:lnTo>
                <a:lnTo>
                  <a:pt x="2204957" y="50408"/>
                </a:lnTo>
                <a:lnTo>
                  <a:pt x="2205400" y="50211"/>
                </a:lnTo>
                <a:lnTo>
                  <a:pt x="2205852" y="50027"/>
                </a:lnTo>
                <a:lnTo>
                  <a:pt x="2206313" y="49854"/>
                </a:lnTo>
                <a:lnTo>
                  <a:pt x="2206782" y="49693"/>
                </a:lnTo>
                <a:lnTo>
                  <a:pt x="2207260" y="49544"/>
                </a:lnTo>
                <a:lnTo>
                  <a:pt x="2207746" y="49407"/>
                </a:lnTo>
                <a:lnTo>
                  <a:pt x="2208241" y="49282"/>
                </a:lnTo>
                <a:lnTo>
                  <a:pt x="2208745" y="49169"/>
                </a:lnTo>
                <a:lnTo>
                  <a:pt x="2209257" y="49068"/>
                </a:lnTo>
                <a:lnTo>
                  <a:pt x="2209778" y="48979"/>
                </a:lnTo>
                <a:lnTo>
                  <a:pt x="2210308" y="48901"/>
                </a:lnTo>
                <a:lnTo>
                  <a:pt x="2210846" y="48836"/>
                </a:lnTo>
                <a:lnTo>
                  <a:pt x="2211393" y="48782"/>
                </a:lnTo>
                <a:lnTo>
                  <a:pt x="2211949" y="48740"/>
                </a:lnTo>
                <a:lnTo>
                  <a:pt x="2212513" y="48711"/>
                </a:lnTo>
                <a:lnTo>
                  <a:pt x="2213086" y="48693"/>
                </a:lnTo>
                <a:lnTo>
                  <a:pt x="2213668" y="48687"/>
                </a:lnTo>
                <a:lnTo>
                  <a:pt x="2214198" y="48692"/>
                </a:lnTo>
                <a:lnTo>
                  <a:pt x="2214720" y="48709"/>
                </a:lnTo>
                <a:lnTo>
                  <a:pt x="2215233" y="48737"/>
                </a:lnTo>
                <a:lnTo>
                  <a:pt x="2215739" y="48776"/>
                </a:lnTo>
                <a:lnTo>
                  <a:pt x="2216236" y="48826"/>
                </a:lnTo>
                <a:lnTo>
                  <a:pt x="2216725" y="48888"/>
                </a:lnTo>
                <a:lnTo>
                  <a:pt x="2217206" y="48960"/>
                </a:lnTo>
                <a:lnTo>
                  <a:pt x="2217678" y="49044"/>
                </a:lnTo>
                <a:lnTo>
                  <a:pt x="2218143" y="49139"/>
                </a:lnTo>
                <a:lnTo>
                  <a:pt x="2218599" y="49245"/>
                </a:lnTo>
                <a:lnTo>
                  <a:pt x="2219047" y="49362"/>
                </a:lnTo>
                <a:lnTo>
                  <a:pt x="2219487" y="49491"/>
                </a:lnTo>
                <a:lnTo>
                  <a:pt x="2219919" y="49630"/>
                </a:lnTo>
                <a:lnTo>
                  <a:pt x="2220342" y="49781"/>
                </a:lnTo>
                <a:lnTo>
                  <a:pt x="2220757" y="49943"/>
                </a:lnTo>
                <a:lnTo>
                  <a:pt x="2221164" y="50116"/>
                </a:lnTo>
                <a:lnTo>
                  <a:pt x="2221563" y="50300"/>
                </a:lnTo>
                <a:lnTo>
                  <a:pt x="2221954" y="50495"/>
                </a:lnTo>
                <a:lnTo>
                  <a:pt x="2222337" y="50702"/>
                </a:lnTo>
                <a:lnTo>
                  <a:pt x="2222711" y="50920"/>
                </a:lnTo>
                <a:lnTo>
                  <a:pt x="2223077" y="51149"/>
                </a:lnTo>
                <a:lnTo>
                  <a:pt x="2223435" y="51389"/>
                </a:lnTo>
                <a:lnTo>
                  <a:pt x="2223785" y="51640"/>
                </a:lnTo>
                <a:lnTo>
                  <a:pt x="2224126" y="51902"/>
                </a:lnTo>
                <a:lnTo>
                  <a:pt x="2224457" y="52180"/>
                </a:lnTo>
                <a:lnTo>
                  <a:pt x="2224773" y="52476"/>
                </a:lnTo>
                <a:lnTo>
                  <a:pt x="2225076" y="52792"/>
                </a:lnTo>
                <a:lnTo>
                  <a:pt x="2225364" y="53127"/>
                </a:lnTo>
                <a:lnTo>
                  <a:pt x="2225638" y="53481"/>
                </a:lnTo>
                <a:lnTo>
                  <a:pt x="2225898" y="53854"/>
                </a:lnTo>
                <a:lnTo>
                  <a:pt x="2226144" y="54247"/>
                </a:lnTo>
                <a:lnTo>
                  <a:pt x="2226376" y="54658"/>
                </a:lnTo>
                <a:lnTo>
                  <a:pt x="2226594" y="55089"/>
                </a:lnTo>
                <a:lnTo>
                  <a:pt x="2226798" y="55539"/>
                </a:lnTo>
                <a:lnTo>
                  <a:pt x="2226988" y="56008"/>
                </a:lnTo>
                <a:lnTo>
                  <a:pt x="2227164" y="56496"/>
                </a:lnTo>
                <a:lnTo>
                  <a:pt x="2227326" y="57003"/>
                </a:lnTo>
                <a:lnTo>
                  <a:pt x="2227473" y="57529"/>
                </a:lnTo>
                <a:lnTo>
                  <a:pt x="2227607" y="58075"/>
                </a:lnTo>
                <a:lnTo>
                  <a:pt x="2227726" y="58640"/>
                </a:lnTo>
                <a:lnTo>
                  <a:pt x="2227832" y="59223"/>
                </a:lnTo>
                <a:lnTo>
                  <a:pt x="2227923" y="59826"/>
                </a:lnTo>
                <a:lnTo>
                  <a:pt x="2228000" y="60448"/>
                </a:lnTo>
                <a:lnTo>
                  <a:pt x="2228064" y="61090"/>
                </a:lnTo>
                <a:lnTo>
                  <a:pt x="2228113" y="61750"/>
                </a:lnTo>
                <a:lnTo>
                  <a:pt x="2228148" y="62429"/>
                </a:lnTo>
                <a:lnTo>
                  <a:pt x="2228169" y="63128"/>
                </a:lnTo>
                <a:lnTo>
                  <a:pt x="2228176" y="63846"/>
                </a:lnTo>
                <a:lnTo>
                  <a:pt x="2228176" y="68622"/>
                </a:lnTo>
                <a:lnTo>
                  <a:pt x="2226752" y="68655"/>
                </a:lnTo>
                <a:lnTo>
                  <a:pt x="2225343" y="68694"/>
                </a:lnTo>
                <a:lnTo>
                  <a:pt x="2223948" y="68740"/>
                </a:lnTo>
                <a:lnTo>
                  <a:pt x="2222568" y="68792"/>
                </a:lnTo>
                <a:lnTo>
                  <a:pt x="2221202" y="68851"/>
                </a:lnTo>
                <a:lnTo>
                  <a:pt x="2219851" y="68916"/>
                </a:lnTo>
                <a:lnTo>
                  <a:pt x="2218515" y="68988"/>
                </a:lnTo>
                <a:lnTo>
                  <a:pt x="2217194" y="69066"/>
                </a:lnTo>
                <a:lnTo>
                  <a:pt x="2215887" y="69150"/>
                </a:lnTo>
                <a:lnTo>
                  <a:pt x="2214595" y="69241"/>
                </a:lnTo>
                <a:lnTo>
                  <a:pt x="2213318" y="69338"/>
                </a:lnTo>
                <a:lnTo>
                  <a:pt x="2212055" y="69441"/>
                </a:lnTo>
                <a:lnTo>
                  <a:pt x="2210807" y="69551"/>
                </a:lnTo>
                <a:lnTo>
                  <a:pt x="2209573" y="69668"/>
                </a:lnTo>
                <a:lnTo>
                  <a:pt x="2208355" y="69791"/>
                </a:lnTo>
                <a:lnTo>
                  <a:pt x="2207151" y="69920"/>
                </a:lnTo>
                <a:lnTo>
                  <a:pt x="2205962" y="70055"/>
                </a:lnTo>
                <a:lnTo>
                  <a:pt x="2204787" y="70197"/>
                </a:lnTo>
                <a:lnTo>
                  <a:pt x="2203627" y="70346"/>
                </a:lnTo>
                <a:lnTo>
                  <a:pt x="2202482" y="70500"/>
                </a:lnTo>
                <a:lnTo>
                  <a:pt x="2201351" y="70661"/>
                </a:lnTo>
                <a:lnTo>
                  <a:pt x="2200235" y="70829"/>
                </a:lnTo>
                <a:lnTo>
                  <a:pt x="2199134" y="71003"/>
                </a:lnTo>
                <a:lnTo>
                  <a:pt x="2198047" y="71183"/>
                </a:lnTo>
                <a:lnTo>
                  <a:pt x="2196978" y="71374"/>
                </a:lnTo>
                <a:lnTo>
                  <a:pt x="2195929" y="71578"/>
                </a:lnTo>
                <a:lnTo>
                  <a:pt x="2194899" y="71796"/>
                </a:lnTo>
                <a:lnTo>
                  <a:pt x="2193890" y="72028"/>
                </a:lnTo>
                <a:lnTo>
                  <a:pt x="2192900" y="72273"/>
                </a:lnTo>
                <a:lnTo>
                  <a:pt x="2191931" y="72532"/>
                </a:lnTo>
                <a:lnTo>
                  <a:pt x="2190981" y="72805"/>
                </a:lnTo>
                <a:lnTo>
                  <a:pt x="2190052" y="73091"/>
                </a:lnTo>
                <a:lnTo>
                  <a:pt x="2189142" y="73392"/>
                </a:lnTo>
                <a:lnTo>
                  <a:pt x="2188252" y="73706"/>
                </a:lnTo>
                <a:lnTo>
                  <a:pt x="2187382" y="74034"/>
                </a:lnTo>
                <a:lnTo>
                  <a:pt x="2186532" y="74375"/>
                </a:lnTo>
                <a:lnTo>
                  <a:pt x="2185702" y="74730"/>
                </a:lnTo>
                <a:lnTo>
                  <a:pt x="2184892" y="75099"/>
                </a:lnTo>
                <a:lnTo>
                  <a:pt x="2184102" y="75482"/>
                </a:lnTo>
                <a:lnTo>
                  <a:pt x="2183332" y="75878"/>
                </a:lnTo>
                <a:lnTo>
                  <a:pt x="2182581" y="76289"/>
                </a:lnTo>
                <a:lnTo>
                  <a:pt x="2181851" y="76713"/>
                </a:lnTo>
                <a:lnTo>
                  <a:pt x="2181140" y="77150"/>
                </a:lnTo>
                <a:lnTo>
                  <a:pt x="2180450" y="77602"/>
                </a:lnTo>
                <a:lnTo>
                  <a:pt x="2179779" y="78067"/>
                </a:lnTo>
                <a:lnTo>
                  <a:pt x="2179129" y="78546"/>
                </a:lnTo>
                <a:lnTo>
                  <a:pt x="2178498" y="79038"/>
                </a:lnTo>
                <a:lnTo>
                  <a:pt x="2177887" y="79544"/>
                </a:lnTo>
                <a:lnTo>
                  <a:pt x="2177299" y="80068"/>
                </a:lnTo>
                <a:lnTo>
                  <a:pt x="2176736" y="80612"/>
                </a:lnTo>
                <a:lnTo>
                  <a:pt x="2176198" y="81177"/>
                </a:lnTo>
                <a:lnTo>
                  <a:pt x="2175684" y="81762"/>
                </a:lnTo>
                <a:lnTo>
                  <a:pt x="2175196" y="82369"/>
                </a:lnTo>
                <a:lnTo>
                  <a:pt x="2174733" y="82996"/>
                </a:lnTo>
                <a:lnTo>
                  <a:pt x="2174295" y="83644"/>
                </a:lnTo>
                <a:lnTo>
                  <a:pt x="2173882" y="84312"/>
                </a:lnTo>
                <a:lnTo>
                  <a:pt x="2173494" y="85002"/>
                </a:lnTo>
                <a:lnTo>
                  <a:pt x="2173131" y="85712"/>
                </a:lnTo>
                <a:lnTo>
                  <a:pt x="2172793" y="86443"/>
                </a:lnTo>
                <a:lnTo>
                  <a:pt x="2172480" y="87194"/>
                </a:lnTo>
                <a:lnTo>
                  <a:pt x="2172192" y="87967"/>
                </a:lnTo>
                <a:lnTo>
                  <a:pt x="2171929" y="88760"/>
                </a:lnTo>
                <a:lnTo>
                  <a:pt x="2171692" y="89574"/>
                </a:lnTo>
                <a:lnTo>
                  <a:pt x="2171479" y="90408"/>
                </a:lnTo>
                <a:lnTo>
                  <a:pt x="2171291" y="91264"/>
                </a:lnTo>
                <a:lnTo>
                  <a:pt x="2171128" y="92140"/>
                </a:lnTo>
                <a:lnTo>
                  <a:pt x="2170991" y="93037"/>
                </a:lnTo>
                <a:lnTo>
                  <a:pt x="2170878" y="93954"/>
                </a:lnTo>
                <a:lnTo>
                  <a:pt x="2170790" y="94893"/>
                </a:lnTo>
                <a:lnTo>
                  <a:pt x="2170728" y="95852"/>
                </a:lnTo>
                <a:lnTo>
                  <a:pt x="2170690" y="96832"/>
                </a:lnTo>
                <a:lnTo>
                  <a:pt x="2170678" y="97833"/>
                </a:lnTo>
                <a:lnTo>
                  <a:pt x="2170685" y="98554"/>
                </a:lnTo>
                <a:lnTo>
                  <a:pt x="2170705" y="99265"/>
                </a:lnTo>
                <a:lnTo>
                  <a:pt x="2170740" y="99966"/>
                </a:lnTo>
                <a:lnTo>
                  <a:pt x="2170788" y="100657"/>
                </a:lnTo>
                <a:lnTo>
                  <a:pt x="2170850" y="101338"/>
                </a:lnTo>
                <a:lnTo>
                  <a:pt x="2170925" y="102009"/>
                </a:lnTo>
                <a:lnTo>
                  <a:pt x="2171015" y="102669"/>
                </a:lnTo>
                <a:lnTo>
                  <a:pt x="2171118" y="103320"/>
                </a:lnTo>
                <a:lnTo>
                  <a:pt x="2171235" y="103960"/>
                </a:lnTo>
                <a:lnTo>
                  <a:pt x="2171365" y="104590"/>
                </a:lnTo>
                <a:lnTo>
                  <a:pt x="2171510" y="105210"/>
                </a:lnTo>
                <a:lnTo>
                  <a:pt x="2171668" y="105820"/>
                </a:lnTo>
                <a:lnTo>
                  <a:pt x="2171840" y="106420"/>
                </a:lnTo>
                <a:lnTo>
                  <a:pt x="2172025" y="107010"/>
                </a:lnTo>
                <a:lnTo>
                  <a:pt x="2172225" y="107589"/>
                </a:lnTo>
                <a:lnTo>
                  <a:pt x="2172438" y="108159"/>
                </a:lnTo>
                <a:lnTo>
                  <a:pt x="2172665" y="108718"/>
                </a:lnTo>
                <a:lnTo>
                  <a:pt x="2172906" y="109267"/>
                </a:lnTo>
                <a:lnTo>
                  <a:pt x="2173160" y="109806"/>
                </a:lnTo>
                <a:lnTo>
                  <a:pt x="2173428" y="110335"/>
                </a:lnTo>
                <a:lnTo>
                  <a:pt x="2173710" y="110854"/>
                </a:lnTo>
                <a:lnTo>
                  <a:pt x="2174006" y="111362"/>
                </a:lnTo>
                <a:lnTo>
                  <a:pt x="2174315" y="111861"/>
                </a:lnTo>
                <a:lnTo>
                  <a:pt x="2174639" y="112349"/>
                </a:lnTo>
                <a:lnTo>
                  <a:pt x="2174973" y="112827"/>
                </a:lnTo>
                <a:lnTo>
                  <a:pt x="2175316" y="113295"/>
                </a:lnTo>
                <a:lnTo>
                  <a:pt x="2175667" y="113753"/>
                </a:lnTo>
                <a:lnTo>
                  <a:pt x="2176027" y="114200"/>
                </a:lnTo>
                <a:lnTo>
                  <a:pt x="2176395" y="114638"/>
                </a:lnTo>
                <a:lnTo>
                  <a:pt x="2176772" y="115065"/>
                </a:lnTo>
                <a:lnTo>
                  <a:pt x="2177157" y="115482"/>
                </a:lnTo>
                <a:lnTo>
                  <a:pt x="2177551" y="115889"/>
                </a:lnTo>
                <a:lnTo>
                  <a:pt x="2177953" y="116286"/>
                </a:lnTo>
                <a:lnTo>
                  <a:pt x="2178364" y="116673"/>
                </a:lnTo>
                <a:lnTo>
                  <a:pt x="2178783" y="117049"/>
                </a:lnTo>
                <a:lnTo>
                  <a:pt x="2179211" y="117416"/>
                </a:lnTo>
                <a:lnTo>
                  <a:pt x="2179648" y="117772"/>
                </a:lnTo>
                <a:lnTo>
                  <a:pt x="2180092" y="118118"/>
                </a:lnTo>
                <a:lnTo>
                  <a:pt x="2180546" y="118454"/>
                </a:lnTo>
                <a:lnTo>
                  <a:pt x="2181007" y="118780"/>
                </a:lnTo>
                <a:lnTo>
                  <a:pt x="2181478" y="119096"/>
                </a:lnTo>
                <a:lnTo>
                  <a:pt x="2181957" y="119401"/>
                </a:lnTo>
                <a:lnTo>
                  <a:pt x="2182444" y="119697"/>
                </a:lnTo>
                <a:lnTo>
                  <a:pt x="2182940" y="119982"/>
                </a:lnTo>
                <a:lnTo>
                  <a:pt x="2183444" y="120257"/>
                </a:lnTo>
                <a:lnTo>
                  <a:pt x="2183957" y="120522"/>
                </a:lnTo>
                <a:lnTo>
                  <a:pt x="2184478" y="120777"/>
                </a:lnTo>
                <a:lnTo>
                  <a:pt x="2185008" y="121022"/>
                </a:lnTo>
                <a:lnTo>
                  <a:pt x="2185544" y="121256"/>
                </a:lnTo>
                <a:lnTo>
                  <a:pt x="2186083" y="121481"/>
                </a:lnTo>
                <a:lnTo>
                  <a:pt x="2186625" y="121696"/>
                </a:lnTo>
                <a:lnTo>
                  <a:pt x="2187171" y="121901"/>
                </a:lnTo>
                <a:lnTo>
                  <a:pt x="2187721" y="122095"/>
                </a:lnTo>
                <a:lnTo>
                  <a:pt x="2188273" y="122280"/>
                </a:lnTo>
                <a:lnTo>
                  <a:pt x="2188829" y="122455"/>
                </a:lnTo>
                <a:lnTo>
                  <a:pt x="2189389" y="122620"/>
                </a:lnTo>
                <a:lnTo>
                  <a:pt x="2189952" y="122774"/>
                </a:lnTo>
                <a:lnTo>
                  <a:pt x="2190518" y="122919"/>
                </a:lnTo>
                <a:lnTo>
                  <a:pt x="2191088" y="123054"/>
                </a:lnTo>
                <a:lnTo>
                  <a:pt x="2191661" y="123179"/>
                </a:lnTo>
                <a:lnTo>
                  <a:pt x="2192238" y="123294"/>
                </a:lnTo>
                <a:lnTo>
                  <a:pt x="2192818" y="123398"/>
                </a:lnTo>
                <a:lnTo>
                  <a:pt x="2193401" y="123493"/>
                </a:lnTo>
                <a:lnTo>
                  <a:pt x="2193988" y="123578"/>
                </a:lnTo>
                <a:lnTo>
                  <a:pt x="2194578" y="123653"/>
                </a:lnTo>
                <a:lnTo>
                  <a:pt x="2195171" y="123718"/>
                </a:lnTo>
                <a:lnTo>
                  <a:pt x="2195768" y="123773"/>
                </a:lnTo>
                <a:lnTo>
                  <a:pt x="2196369" y="123818"/>
                </a:lnTo>
                <a:lnTo>
                  <a:pt x="2196972" y="123853"/>
                </a:lnTo>
                <a:lnTo>
                  <a:pt x="2197579" y="123878"/>
                </a:lnTo>
                <a:lnTo>
                  <a:pt x="2198190" y="123893"/>
                </a:lnTo>
                <a:lnTo>
                  <a:pt x="2198804" y="123898"/>
                </a:lnTo>
                <a:lnTo>
                  <a:pt x="2199594" y="123892"/>
                </a:lnTo>
                <a:lnTo>
                  <a:pt x="2200376" y="123875"/>
                </a:lnTo>
                <a:lnTo>
                  <a:pt x="2201150" y="123847"/>
                </a:lnTo>
                <a:lnTo>
                  <a:pt x="2201917" y="123808"/>
                </a:lnTo>
                <a:lnTo>
                  <a:pt x="2202676" y="123757"/>
                </a:lnTo>
                <a:lnTo>
                  <a:pt x="2203427" y="123695"/>
                </a:lnTo>
                <a:close/>
                <a:moveTo>
                  <a:pt x="2203958" y="107528"/>
                </a:moveTo>
                <a:lnTo>
                  <a:pt x="2203551" y="107467"/>
                </a:lnTo>
                <a:lnTo>
                  <a:pt x="2203150" y="107396"/>
                </a:lnTo>
                <a:lnTo>
                  <a:pt x="2202757" y="107315"/>
                </a:lnTo>
                <a:lnTo>
                  <a:pt x="2202371" y="107225"/>
                </a:lnTo>
                <a:lnTo>
                  <a:pt x="2201991" y="107126"/>
                </a:lnTo>
                <a:lnTo>
                  <a:pt x="2201619" y="107017"/>
                </a:lnTo>
                <a:lnTo>
                  <a:pt x="2201253" y="106899"/>
                </a:lnTo>
                <a:lnTo>
                  <a:pt x="2200895" y="106771"/>
                </a:lnTo>
                <a:lnTo>
                  <a:pt x="2200543" y="106634"/>
                </a:lnTo>
                <a:lnTo>
                  <a:pt x="2200198" y="106487"/>
                </a:lnTo>
                <a:lnTo>
                  <a:pt x="2199861" y="106331"/>
                </a:lnTo>
                <a:lnTo>
                  <a:pt x="2199530" y="106165"/>
                </a:lnTo>
                <a:lnTo>
                  <a:pt x="2199206" y="105990"/>
                </a:lnTo>
                <a:lnTo>
                  <a:pt x="2198889" y="105806"/>
                </a:lnTo>
                <a:lnTo>
                  <a:pt x="2198579" y="105612"/>
                </a:lnTo>
                <a:lnTo>
                  <a:pt x="2198276" y="105408"/>
                </a:lnTo>
                <a:lnTo>
                  <a:pt x="2197980" y="105195"/>
                </a:lnTo>
                <a:lnTo>
                  <a:pt x="2197691" y="104973"/>
                </a:lnTo>
                <a:lnTo>
                  <a:pt x="2197412" y="104740"/>
                </a:lnTo>
                <a:lnTo>
                  <a:pt x="2197144" y="104498"/>
                </a:lnTo>
                <a:lnTo>
                  <a:pt x="2196888" y="104246"/>
                </a:lnTo>
                <a:lnTo>
                  <a:pt x="2196644" y="103983"/>
                </a:lnTo>
                <a:lnTo>
                  <a:pt x="2196412" y="103711"/>
                </a:lnTo>
                <a:lnTo>
                  <a:pt x="2196192" y="103428"/>
                </a:lnTo>
                <a:lnTo>
                  <a:pt x="2195984" y="103135"/>
                </a:lnTo>
                <a:lnTo>
                  <a:pt x="2195788" y="102832"/>
                </a:lnTo>
                <a:lnTo>
                  <a:pt x="2195603" y="102519"/>
                </a:lnTo>
                <a:lnTo>
                  <a:pt x="2195431" y="102196"/>
                </a:lnTo>
                <a:lnTo>
                  <a:pt x="2195270" y="101863"/>
                </a:lnTo>
                <a:lnTo>
                  <a:pt x="2195121" y="101519"/>
                </a:lnTo>
                <a:lnTo>
                  <a:pt x="2194984" y="101166"/>
                </a:lnTo>
                <a:lnTo>
                  <a:pt x="2194859" y="100803"/>
                </a:lnTo>
                <a:lnTo>
                  <a:pt x="2194746" y="100429"/>
                </a:lnTo>
                <a:lnTo>
                  <a:pt x="2194645" y="100045"/>
                </a:lnTo>
                <a:lnTo>
                  <a:pt x="2194556" y="99651"/>
                </a:lnTo>
                <a:lnTo>
                  <a:pt x="2194479" y="99247"/>
                </a:lnTo>
                <a:lnTo>
                  <a:pt x="2194413" y="98833"/>
                </a:lnTo>
                <a:lnTo>
                  <a:pt x="2194360" y="98409"/>
                </a:lnTo>
                <a:lnTo>
                  <a:pt x="2194318" y="97975"/>
                </a:lnTo>
                <a:lnTo>
                  <a:pt x="2194288" y="97531"/>
                </a:lnTo>
                <a:lnTo>
                  <a:pt x="2194271" y="97076"/>
                </a:lnTo>
                <a:lnTo>
                  <a:pt x="2194265" y="96612"/>
                </a:lnTo>
                <a:lnTo>
                  <a:pt x="2194278" y="95968"/>
                </a:lnTo>
                <a:lnTo>
                  <a:pt x="2194316" y="95339"/>
                </a:lnTo>
                <a:lnTo>
                  <a:pt x="2194381" y="94725"/>
                </a:lnTo>
                <a:lnTo>
                  <a:pt x="2194472" y="94126"/>
                </a:lnTo>
                <a:lnTo>
                  <a:pt x="2194589" y="93542"/>
                </a:lnTo>
                <a:lnTo>
                  <a:pt x="2194732" y="92973"/>
                </a:lnTo>
                <a:lnTo>
                  <a:pt x="2194901" y="92420"/>
                </a:lnTo>
                <a:lnTo>
                  <a:pt x="2195095" y="91881"/>
                </a:lnTo>
                <a:lnTo>
                  <a:pt x="2195316" y="91357"/>
                </a:lnTo>
                <a:lnTo>
                  <a:pt x="2195563" y="90848"/>
                </a:lnTo>
                <a:lnTo>
                  <a:pt x="2195835" y="90354"/>
                </a:lnTo>
                <a:lnTo>
                  <a:pt x="2196134" y="89875"/>
                </a:lnTo>
                <a:lnTo>
                  <a:pt x="2196458" y="89411"/>
                </a:lnTo>
                <a:lnTo>
                  <a:pt x="2196809" y="88962"/>
                </a:lnTo>
                <a:lnTo>
                  <a:pt x="2197185" y="88528"/>
                </a:lnTo>
                <a:lnTo>
                  <a:pt x="2197587" y="88109"/>
                </a:lnTo>
                <a:lnTo>
                  <a:pt x="2198016" y="87705"/>
                </a:lnTo>
                <a:lnTo>
                  <a:pt x="2198470" y="87316"/>
                </a:lnTo>
                <a:lnTo>
                  <a:pt x="2198950" y="86942"/>
                </a:lnTo>
                <a:lnTo>
                  <a:pt x="2199457" y="86583"/>
                </a:lnTo>
                <a:lnTo>
                  <a:pt x="2199989" y="86239"/>
                </a:lnTo>
                <a:lnTo>
                  <a:pt x="2200547" y="85910"/>
                </a:lnTo>
                <a:lnTo>
                  <a:pt x="2201131" y="85596"/>
                </a:lnTo>
                <a:lnTo>
                  <a:pt x="2201741" y="85297"/>
                </a:lnTo>
                <a:lnTo>
                  <a:pt x="2202384" y="85011"/>
                </a:lnTo>
                <a:lnTo>
                  <a:pt x="2203065" y="84737"/>
                </a:lnTo>
                <a:lnTo>
                  <a:pt x="2203786" y="84475"/>
                </a:lnTo>
                <a:lnTo>
                  <a:pt x="2204545" y="84225"/>
                </a:lnTo>
                <a:lnTo>
                  <a:pt x="2205343" y="83986"/>
                </a:lnTo>
                <a:lnTo>
                  <a:pt x="2206180" y="83760"/>
                </a:lnTo>
                <a:lnTo>
                  <a:pt x="2207057" y="83545"/>
                </a:lnTo>
                <a:lnTo>
                  <a:pt x="2207972" y="83342"/>
                </a:lnTo>
                <a:lnTo>
                  <a:pt x="2208926" y="83151"/>
                </a:lnTo>
                <a:lnTo>
                  <a:pt x="2209919" y="82972"/>
                </a:lnTo>
                <a:lnTo>
                  <a:pt x="2210951" y="82805"/>
                </a:lnTo>
                <a:lnTo>
                  <a:pt x="2212021" y="82649"/>
                </a:lnTo>
                <a:lnTo>
                  <a:pt x="2213131" y="82506"/>
                </a:lnTo>
                <a:lnTo>
                  <a:pt x="2214280" y="82374"/>
                </a:lnTo>
                <a:lnTo>
                  <a:pt x="2215468" y="82254"/>
                </a:lnTo>
                <a:lnTo>
                  <a:pt x="2216694" y="82145"/>
                </a:lnTo>
                <a:lnTo>
                  <a:pt x="2217960" y="82049"/>
                </a:lnTo>
                <a:lnTo>
                  <a:pt x="2219264" y="81965"/>
                </a:lnTo>
                <a:lnTo>
                  <a:pt x="2220608" y="81892"/>
                </a:lnTo>
                <a:lnTo>
                  <a:pt x="2221990" y="81831"/>
                </a:lnTo>
                <a:lnTo>
                  <a:pt x="2223412" y="81782"/>
                </a:lnTo>
                <a:lnTo>
                  <a:pt x="2224872" y="81745"/>
                </a:lnTo>
                <a:lnTo>
                  <a:pt x="2226371" y="81719"/>
                </a:lnTo>
                <a:lnTo>
                  <a:pt x="2227909" y="81706"/>
                </a:lnTo>
                <a:lnTo>
                  <a:pt x="2227909" y="96066"/>
                </a:lnTo>
                <a:lnTo>
                  <a:pt x="2227623" y="96443"/>
                </a:lnTo>
                <a:lnTo>
                  <a:pt x="2227330" y="96817"/>
                </a:lnTo>
                <a:lnTo>
                  <a:pt x="2227028" y="97186"/>
                </a:lnTo>
                <a:lnTo>
                  <a:pt x="2226719" y="97553"/>
                </a:lnTo>
                <a:lnTo>
                  <a:pt x="2226401" y="97916"/>
                </a:lnTo>
                <a:lnTo>
                  <a:pt x="2226076" y="98275"/>
                </a:lnTo>
                <a:lnTo>
                  <a:pt x="2225743" y="98631"/>
                </a:lnTo>
                <a:lnTo>
                  <a:pt x="2225402" y="98984"/>
                </a:lnTo>
                <a:lnTo>
                  <a:pt x="2225053" y="99333"/>
                </a:lnTo>
                <a:lnTo>
                  <a:pt x="2224697" y="99679"/>
                </a:lnTo>
                <a:lnTo>
                  <a:pt x="2224332" y="100021"/>
                </a:lnTo>
                <a:lnTo>
                  <a:pt x="2223960" y="100360"/>
                </a:lnTo>
                <a:lnTo>
                  <a:pt x="2223579" y="100695"/>
                </a:lnTo>
                <a:lnTo>
                  <a:pt x="2223191" y="101027"/>
                </a:lnTo>
                <a:lnTo>
                  <a:pt x="2222795" y="101355"/>
                </a:lnTo>
                <a:lnTo>
                  <a:pt x="2222391" y="101680"/>
                </a:lnTo>
                <a:lnTo>
                  <a:pt x="2221979" y="102001"/>
                </a:lnTo>
                <a:lnTo>
                  <a:pt x="2221559" y="102319"/>
                </a:lnTo>
                <a:lnTo>
                  <a:pt x="2221131" y="102634"/>
                </a:lnTo>
                <a:lnTo>
                  <a:pt x="2220696" y="102945"/>
                </a:lnTo>
                <a:lnTo>
                  <a:pt x="2220253" y="103253"/>
                </a:lnTo>
                <a:lnTo>
                  <a:pt x="2219801" y="103557"/>
                </a:lnTo>
                <a:lnTo>
                  <a:pt x="2219342" y="103858"/>
                </a:lnTo>
                <a:lnTo>
                  <a:pt x="2218875" y="104155"/>
                </a:lnTo>
                <a:lnTo>
                  <a:pt x="2218402" y="104444"/>
                </a:lnTo>
                <a:lnTo>
                  <a:pt x="2217926" y="104721"/>
                </a:lnTo>
                <a:lnTo>
                  <a:pt x="2217446" y="104985"/>
                </a:lnTo>
                <a:lnTo>
                  <a:pt x="2216963" y="105238"/>
                </a:lnTo>
                <a:lnTo>
                  <a:pt x="2216476" y="105478"/>
                </a:lnTo>
                <a:lnTo>
                  <a:pt x="2215985" y="105705"/>
                </a:lnTo>
                <a:lnTo>
                  <a:pt x="2215491" y="105921"/>
                </a:lnTo>
                <a:lnTo>
                  <a:pt x="2214993" y="106124"/>
                </a:lnTo>
                <a:lnTo>
                  <a:pt x="2214492" y="106314"/>
                </a:lnTo>
                <a:lnTo>
                  <a:pt x="2213987" y="106493"/>
                </a:lnTo>
                <a:lnTo>
                  <a:pt x="2213479" y="106659"/>
                </a:lnTo>
                <a:lnTo>
                  <a:pt x="2212967" y="106813"/>
                </a:lnTo>
                <a:lnTo>
                  <a:pt x="2212452" y="106954"/>
                </a:lnTo>
                <a:lnTo>
                  <a:pt x="2211933" y="107083"/>
                </a:lnTo>
                <a:lnTo>
                  <a:pt x="2211410" y="107200"/>
                </a:lnTo>
                <a:lnTo>
                  <a:pt x="2210884" y="107305"/>
                </a:lnTo>
                <a:lnTo>
                  <a:pt x="2210355" y="107397"/>
                </a:lnTo>
                <a:lnTo>
                  <a:pt x="2209821" y="107477"/>
                </a:lnTo>
                <a:lnTo>
                  <a:pt x="2209285" y="107545"/>
                </a:lnTo>
                <a:lnTo>
                  <a:pt x="2208744" y="107600"/>
                </a:lnTo>
                <a:lnTo>
                  <a:pt x="2208200" y="107643"/>
                </a:lnTo>
                <a:lnTo>
                  <a:pt x="2207653" y="107674"/>
                </a:lnTo>
                <a:lnTo>
                  <a:pt x="2207102" y="107692"/>
                </a:lnTo>
                <a:lnTo>
                  <a:pt x="2206548" y="107699"/>
                </a:lnTo>
                <a:lnTo>
                  <a:pt x="2206099" y="107694"/>
                </a:lnTo>
                <a:lnTo>
                  <a:pt x="2205657" y="107680"/>
                </a:lnTo>
                <a:lnTo>
                  <a:pt x="2205221" y="107656"/>
                </a:lnTo>
                <a:lnTo>
                  <a:pt x="2204793" y="107623"/>
                </a:lnTo>
                <a:lnTo>
                  <a:pt x="2204372" y="107580"/>
                </a:lnTo>
                <a:lnTo>
                  <a:pt x="2203958" y="107528"/>
                </a:lnTo>
                <a:close/>
                <a:moveTo>
                  <a:pt x="1632487" y="112015"/>
                </a:moveTo>
                <a:lnTo>
                  <a:pt x="1632865" y="112515"/>
                </a:lnTo>
                <a:lnTo>
                  <a:pt x="1633252" y="113004"/>
                </a:lnTo>
                <a:lnTo>
                  <a:pt x="1633648" y="113484"/>
                </a:lnTo>
                <a:lnTo>
                  <a:pt x="1634051" y="113954"/>
                </a:lnTo>
                <a:lnTo>
                  <a:pt x="1634464" y="114414"/>
                </a:lnTo>
                <a:lnTo>
                  <a:pt x="1634885" y="114864"/>
                </a:lnTo>
                <a:lnTo>
                  <a:pt x="1635314" y="115304"/>
                </a:lnTo>
                <a:lnTo>
                  <a:pt x="1635752" y="115734"/>
                </a:lnTo>
                <a:lnTo>
                  <a:pt x="1636198" y="116154"/>
                </a:lnTo>
                <a:lnTo>
                  <a:pt x="1636653" y="116565"/>
                </a:lnTo>
                <a:lnTo>
                  <a:pt x="1637116" y="116965"/>
                </a:lnTo>
                <a:lnTo>
                  <a:pt x="1637588" y="117356"/>
                </a:lnTo>
                <a:lnTo>
                  <a:pt x="1638069" y="117737"/>
                </a:lnTo>
                <a:lnTo>
                  <a:pt x="1638557" y="118107"/>
                </a:lnTo>
                <a:lnTo>
                  <a:pt x="1639055" y="118468"/>
                </a:lnTo>
                <a:lnTo>
                  <a:pt x="1639561" y="118819"/>
                </a:lnTo>
                <a:lnTo>
                  <a:pt x="1640075" y="119161"/>
                </a:lnTo>
                <a:lnTo>
                  <a:pt x="1640598" y="119492"/>
                </a:lnTo>
                <a:lnTo>
                  <a:pt x="1641129" y="119813"/>
                </a:lnTo>
                <a:lnTo>
                  <a:pt x="1641669" y="120125"/>
                </a:lnTo>
                <a:lnTo>
                  <a:pt x="1642217" y="120427"/>
                </a:lnTo>
                <a:lnTo>
                  <a:pt x="1642773" y="120717"/>
                </a:lnTo>
                <a:lnTo>
                  <a:pt x="1643335" y="120995"/>
                </a:lnTo>
                <a:lnTo>
                  <a:pt x="1643904" y="121260"/>
                </a:lnTo>
                <a:lnTo>
                  <a:pt x="1644478" y="121512"/>
                </a:lnTo>
                <a:lnTo>
                  <a:pt x="1645059" y="121752"/>
                </a:lnTo>
                <a:lnTo>
                  <a:pt x="1645647" y="121979"/>
                </a:lnTo>
                <a:lnTo>
                  <a:pt x="1646241" y="122193"/>
                </a:lnTo>
                <a:lnTo>
                  <a:pt x="1646841" y="122395"/>
                </a:lnTo>
                <a:lnTo>
                  <a:pt x="1647447" y="122584"/>
                </a:lnTo>
                <a:lnTo>
                  <a:pt x="1648060" y="122760"/>
                </a:lnTo>
                <a:lnTo>
                  <a:pt x="1648679" y="122923"/>
                </a:lnTo>
                <a:lnTo>
                  <a:pt x="1649304" y="123074"/>
                </a:lnTo>
                <a:lnTo>
                  <a:pt x="1649936" y="123213"/>
                </a:lnTo>
                <a:lnTo>
                  <a:pt x="1650574" y="123338"/>
                </a:lnTo>
                <a:lnTo>
                  <a:pt x="1651219" y="123451"/>
                </a:lnTo>
                <a:lnTo>
                  <a:pt x="1651870" y="123552"/>
                </a:lnTo>
                <a:lnTo>
                  <a:pt x="1652527" y="123639"/>
                </a:lnTo>
                <a:lnTo>
                  <a:pt x="1653190" y="123714"/>
                </a:lnTo>
                <a:lnTo>
                  <a:pt x="1653860" y="123776"/>
                </a:lnTo>
                <a:lnTo>
                  <a:pt x="1654536" y="123826"/>
                </a:lnTo>
                <a:lnTo>
                  <a:pt x="1655219" y="123863"/>
                </a:lnTo>
                <a:lnTo>
                  <a:pt x="1655907" y="123887"/>
                </a:lnTo>
                <a:lnTo>
                  <a:pt x="1656603" y="123899"/>
                </a:lnTo>
                <a:lnTo>
                  <a:pt x="1657304" y="123898"/>
                </a:lnTo>
                <a:lnTo>
                  <a:pt x="1658161" y="123882"/>
                </a:lnTo>
                <a:lnTo>
                  <a:pt x="1659011" y="123849"/>
                </a:lnTo>
                <a:lnTo>
                  <a:pt x="1659853" y="123800"/>
                </a:lnTo>
                <a:lnTo>
                  <a:pt x="1660689" y="123733"/>
                </a:lnTo>
                <a:lnTo>
                  <a:pt x="1661517" y="123650"/>
                </a:lnTo>
                <a:lnTo>
                  <a:pt x="1662338" y="123549"/>
                </a:lnTo>
                <a:lnTo>
                  <a:pt x="1663153" y="123432"/>
                </a:lnTo>
                <a:lnTo>
                  <a:pt x="1663960" y="123298"/>
                </a:lnTo>
                <a:lnTo>
                  <a:pt x="1664760" y="123147"/>
                </a:lnTo>
                <a:lnTo>
                  <a:pt x="1665553" y="122979"/>
                </a:lnTo>
                <a:lnTo>
                  <a:pt x="1666338" y="122794"/>
                </a:lnTo>
                <a:lnTo>
                  <a:pt x="1667117" y="122593"/>
                </a:lnTo>
                <a:lnTo>
                  <a:pt x="1667889" y="122374"/>
                </a:lnTo>
                <a:lnTo>
                  <a:pt x="1668653" y="122139"/>
                </a:lnTo>
                <a:lnTo>
                  <a:pt x="1669410" y="121886"/>
                </a:lnTo>
                <a:lnTo>
                  <a:pt x="1670161" y="121617"/>
                </a:lnTo>
                <a:lnTo>
                  <a:pt x="1670904" y="121331"/>
                </a:lnTo>
                <a:lnTo>
                  <a:pt x="1671640" y="121028"/>
                </a:lnTo>
                <a:lnTo>
                  <a:pt x="1672369" y="120708"/>
                </a:lnTo>
                <a:lnTo>
                  <a:pt x="1673090" y="120371"/>
                </a:lnTo>
                <a:lnTo>
                  <a:pt x="1673805" y="120017"/>
                </a:lnTo>
                <a:lnTo>
                  <a:pt x="1674513" y="119647"/>
                </a:lnTo>
                <a:lnTo>
                  <a:pt x="1675213" y="119259"/>
                </a:lnTo>
                <a:lnTo>
                  <a:pt x="1675906" y="118855"/>
                </a:lnTo>
                <a:lnTo>
                  <a:pt x="1676590" y="118434"/>
                </a:lnTo>
                <a:lnTo>
                  <a:pt x="1677262" y="117995"/>
                </a:lnTo>
                <a:lnTo>
                  <a:pt x="1677922" y="117539"/>
                </a:lnTo>
                <a:lnTo>
                  <a:pt x="1678570" y="117066"/>
                </a:lnTo>
                <a:lnTo>
                  <a:pt x="1679207" y="116576"/>
                </a:lnTo>
                <a:lnTo>
                  <a:pt x="1679831" y="116068"/>
                </a:lnTo>
                <a:lnTo>
                  <a:pt x="1680444" y="115544"/>
                </a:lnTo>
                <a:lnTo>
                  <a:pt x="1681044" y="115002"/>
                </a:lnTo>
                <a:lnTo>
                  <a:pt x="1681633" y="114443"/>
                </a:lnTo>
                <a:lnTo>
                  <a:pt x="1682210" y="113867"/>
                </a:lnTo>
                <a:lnTo>
                  <a:pt x="1682774" y="113273"/>
                </a:lnTo>
                <a:lnTo>
                  <a:pt x="1683327" y="112663"/>
                </a:lnTo>
                <a:lnTo>
                  <a:pt x="1683868" y="112035"/>
                </a:lnTo>
                <a:lnTo>
                  <a:pt x="1684398" y="111390"/>
                </a:lnTo>
                <a:lnTo>
                  <a:pt x="1684915" y="110728"/>
                </a:lnTo>
                <a:lnTo>
                  <a:pt x="1685420" y="110048"/>
                </a:lnTo>
                <a:lnTo>
                  <a:pt x="1685914" y="109352"/>
                </a:lnTo>
                <a:lnTo>
                  <a:pt x="1686395" y="108638"/>
                </a:lnTo>
                <a:lnTo>
                  <a:pt x="1686865" y="107907"/>
                </a:lnTo>
                <a:lnTo>
                  <a:pt x="1687323" y="107159"/>
                </a:lnTo>
                <a:lnTo>
                  <a:pt x="1687769" y="106393"/>
                </a:lnTo>
                <a:lnTo>
                  <a:pt x="1688203" y="105610"/>
                </a:lnTo>
                <a:lnTo>
                  <a:pt x="1688625" y="104811"/>
                </a:lnTo>
                <a:lnTo>
                  <a:pt x="1689035" y="103994"/>
                </a:lnTo>
                <a:lnTo>
                  <a:pt x="1689431" y="103159"/>
                </a:lnTo>
                <a:lnTo>
                  <a:pt x="1689810" y="102305"/>
                </a:lnTo>
                <a:lnTo>
                  <a:pt x="1690172" y="101434"/>
                </a:lnTo>
                <a:lnTo>
                  <a:pt x="1690517" y="100543"/>
                </a:lnTo>
                <a:lnTo>
                  <a:pt x="1690846" y="99635"/>
                </a:lnTo>
                <a:lnTo>
                  <a:pt x="1691157" y="98708"/>
                </a:lnTo>
                <a:lnTo>
                  <a:pt x="1691452" y="97762"/>
                </a:lnTo>
                <a:lnTo>
                  <a:pt x="1691730" y="96798"/>
                </a:lnTo>
                <a:lnTo>
                  <a:pt x="1691991" y="95816"/>
                </a:lnTo>
                <a:lnTo>
                  <a:pt x="1692235" y="94815"/>
                </a:lnTo>
                <a:lnTo>
                  <a:pt x="1692463" y="93796"/>
                </a:lnTo>
                <a:lnTo>
                  <a:pt x="1692673" y="92758"/>
                </a:lnTo>
                <a:lnTo>
                  <a:pt x="1692867" y="91702"/>
                </a:lnTo>
                <a:lnTo>
                  <a:pt x="1693044" y="90627"/>
                </a:lnTo>
                <a:lnTo>
                  <a:pt x="1693204" y="89534"/>
                </a:lnTo>
                <a:lnTo>
                  <a:pt x="1693347" y="88422"/>
                </a:lnTo>
                <a:lnTo>
                  <a:pt x="1693473" y="87292"/>
                </a:lnTo>
                <a:lnTo>
                  <a:pt x="1693583" y="86144"/>
                </a:lnTo>
                <a:lnTo>
                  <a:pt x="1693675" y="84977"/>
                </a:lnTo>
                <a:lnTo>
                  <a:pt x="1693751" y="83792"/>
                </a:lnTo>
                <a:lnTo>
                  <a:pt x="1693810" y="82588"/>
                </a:lnTo>
                <a:lnTo>
                  <a:pt x="1693852" y="81366"/>
                </a:lnTo>
                <a:lnTo>
                  <a:pt x="1693877" y="80125"/>
                </a:lnTo>
                <a:lnTo>
                  <a:pt x="1693886" y="78866"/>
                </a:lnTo>
                <a:lnTo>
                  <a:pt x="1693878" y="77562"/>
                </a:lnTo>
                <a:lnTo>
                  <a:pt x="1693855" y="76278"/>
                </a:lnTo>
                <a:lnTo>
                  <a:pt x="1693816" y="75014"/>
                </a:lnTo>
                <a:lnTo>
                  <a:pt x="1693761" y="73769"/>
                </a:lnTo>
                <a:lnTo>
                  <a:pt x="1693691" y="72544"/>
                </a:lnTo>
                <a:lnTo>
                  <a:pt x="1693605" y="71339"/>
                </a:lnTo>
                <a:lnTo>
                  <a:pt x="1693504" y="70154"/>
                </a:lnTo>
                <a:lnTo>
                  <a:pt x="1693386" y="68988"/>
                </a:lnTo>
                <a:lnTo>
                  <a:pt x="1693254" y="67842"/>
                </a:lnTo>
                <a:lnTo>
                  <a:pt x="1693106" y="66716"/>
                </a:lnTo>
                <a:lnTo>
                  <a:pt x="1692942" y="65609"/>
                </a:lnTo>
                <a:lnTo>
                  <a:pt x="1692762" y="64522"/>
                </a:lnTo>
                <a:lnTo>
                  <a:pt x="1692567" y="63455"/>
                </a:lnTo>
                <a:lnTo>
                  <a:pt x="1692356" y="62408"/>
                </a:lnTo>
                <a:lnTo>
                  <a:pt x="1692130" y="61380"/>
                </a:lnTo>
                <a:lnTo>
                  <a:pt x="1691888" y="60372"/>
                </a:lnTo>
                <a:lnTo>
                  <a:pt x="1691631" y="59384"/>
                </a:lnTo>
                <a:lnTo>
                  <a:pt x="1691358" y="58415"/>
                </a:lnTo>
                <a:lnTo>
                  <a:pt x="1691069" y="57466"/>
                </a:lnTo>
                <a:lnTo>
                  <a:pt x="1690764" y="56537"/>
                </a:lnTo>
                <a:lnTo>
                  <a:pt x="1690445" y="55628"/>
                </a:lnTo>
                <a:lnTo>
                  <a:pt x="1690109" y="54738"/>
                </a:lnTo>
                <a:lnTo>
                  <a:pt x="1689758" y="53868"/>
                </a:lnTo>
                <a:lnTo>
                  <a:pt x="1689391" y="53018"/>
                </a:lnTo>
                <a:lnTo>
                  <a:pt x="1689011" y="52186"/>
                </a:lnTo>
                <a:lnTo>
                  <a:pt x="1688618" y="51372"/>
                </a:lnTo>
                <a:lnTo>
                  <a:pt x="1688214" y="50576"/>
                </a:lnTo>
                <a:lnTo>
                  <a:pt x="1687799" y="49797"/>
                </a:lnTo>
                <a:lnTo>
                  <a:pt x="1687371" y="49037"/>
                </a:lnTo>
                <a:lnTo>
                  <a:pt x="1686932" y="48294"/>
                </a:lnTo>
                <a:lnTo>
                  <a:pt x="1686481" y="47569"/>
                </a:lnTo>
                <a:lnTo>
                  <a:pt x="1686019" y="46863"/>
                </a:lnTo>
                <a:lnTo>
                  <a:pt x="1685544" y="46173"/>
                </a:lnTo>
                <a:lnTo>
                  <a:pt x="1685058" y="45502"/>
                </a:lnTo>
                <a:lnTo>
                  <a:pt x="1684560" y="44849"/>
                </a:lnTo>
                <a:lnTo>
                  <a:pt x="1684051" y="44213"/>
                </a:lnTo>
                <a:lnTo>
                  <a:pt x="1683529" y="43595"/>
                </a:lnTo>
                <a:lnTo>
                  <a:pt x="1682996" y="42995"/>
                </a:lnTo>
                <a:lnTo>
                  <a:pt x="1682451" y="42413"/>
                </a:lnTo>
                <a:lnTo>
                  <a:pt x="1681895" y="41848"/>
                </a:lnTo>
                <a:lnTo>
                  <a:pt x="1681326" y="41302"/>
                </a:lnTo>
                <a:lnTo>
                  <a:pt x="1680746" y="40773"/>
                </a:lnTo>
                <a:lnTo>
                  <a:pt x="1680154" y="40262"/>
                </a:lnTo>
                <a:lnTo>
                  <a:pt x="1679551" y="39769"/>
                </a:lnTo>
                <a:lnTo>
                  <a:pt x="1678935" y="39294"/>
                </a:lnTo>
                <a:lnTo>
                  <a:pt x="1678308" y="38837"/>
                </a:lnTo>
                <a:lnTo>
                  <a:pt x="1677670" y="38397"/>
                </a:lnTo>
                <a:lnTo>
                  <a:pt x="1677019" y="37975"/>
                </a:lnTo>
                <a:lnTo>
                  <a:pt x="1676359" y="37571"/>
                </a:lnTo>
                <a:lnTo>
                  <a:pt x="1675690" y="37184"/>
                </a:lnTo>
                <a:lnTo>
                  <a:pt x="1675014" y="36814"/>
                </a:lnTo>
                <a:lnTo>
                  <a:pt x="1674330" y="36462"/>
                </a:lnTo>
                <a:lnTo>
                  <a:pt x="1673638" y="36126"/>
                </a:lnTo>
                <a:lnTo>
                  <a:pt x="1672939" y="35808"/>
                </a:lnTo>
                <a:lnTo>
                  <a:pt x="1672231" y="35507"/>
                </a:lnTo>
                <a:lnTo>
                  <a:pt x="1671515" y="35223"/>
                </a:lnTo>
                <a:lnTo>
                  <a:pt x="1670792" y="34957"/>
                </a:lnTo>
                <a:lnTo>
                  <a:pt x="1670061" y="34707"/>
                </a:lnTo>
                <a:lnTo>
                  <a:pt x="1669322" y="34475"/>
                </a:lnTo>
                <a:lnTo>
                  <a:pt x="1668575" y="34260"/>
                </a:lnTo>
                <a:lnTo>
                  <a:pt x="1667820" y="34062"/>
                </a:lnTo>
                <a:lnTo>
                  <a:pt x="1667057" y="33882"/>
                </a:lnTo>
                <a:lnTo>
                  <a:pt x="1666286" y="33718"/>
                </a:lnTo>
                <a:lnTo>
                  <a:pt x="1665507" y="33572"/>
                </a:lnTo>
                <a:lnTo>
                  <a:pt x="1664721" y="33443"/>
                </a:lnTo>
                <a:lnTo>
                  <a:pt x="1663927" y="33331"/>
                </a:lnTo>
                <a:lnTo>
                  <a:pt x="1663124" y="33237"/>
                </a:lnTo>
                <a:lnTo>
                  <a:pt x="1662314" y="33159"/>
                </a:lnTo>
                <a:lnTo>
                  <a:pt x="1661496" y="33099"/>
                </a:lnTo>
                <a:lnTo>
                  <a:pt x="1660670" y="33056"/>
                </a:lnTo>
                <a:lnTo>
                  <a:pt x="1659837" y="33030"/>
                </a:lnTo>
                <a:lnTo>
                  <a:pt x="1658995" y="33022"/>
                </a:lnTo>
                <a:lnTo>
                  <a:pt x="1658228" y="33028"/>
                </a:lnTo>
                <a:lnTo>
                  <a:pt x="1657470" y="33048"/>
                </a:lnTo>
                <a:lnTo>
                  <a:pt x="1656720" y="33081"/>
                </a:lnTo>
                <a:lnTo>
                  <a:pt x="1655979" y="33127"/>
                </a:lnTo>
                <a:lnTo>
                  <a:pt x="1655246" y="33186"/>
                </a:lnTo>
                <a:lnTo>
                  <a:pt x="1654523" y="33258"/>
                </a:lnTo>
                <a:lnTo>
                  <a:pt x="1653807" y="33343"/>
                </a:lnTo>
                <a:lnTo>
                  <a:pt x="1653101" y="33442"/>
                </a:lnTo>
                <a:lnTo>
                  <a:pt x="1652403" y="33554"/>
                </a:lnTo>
                <a:lnTo>
                  <a:pt x="1651714" y="33678"/>
                </a:lnTo>
                <a:lnTo>
                  <a:pt x="1651033" y="33816"/>
                </a:lnTo>
                <a:lnTo>
                  <a:pt x="1650361" y="33967"/>
                </a:lnTo>
                <a:lnTo>
                  <a:pt x="1649698" y="34131"/>
                </a:lnTo>
                <a:lnTo>
                  <a:pt x="1649044" y="34309"/>
                </a:lnTo>
                <a:lnTo>
                  <a:pt x="1648398" y="34499"/>
                </a:lnTo>
                <a:lnTo>
                  <a:pt x="1647760" y="34703"/>
                </a:lnTo>
                <a:lnTo>
                  <a:pt x="1647132" y="34920"/>
                </a:lnTo>
                <a:lnTo>
                  <a:pt x="1646512" y="35149"/>
                </a:lnTo>
                <a:lnTo>
                  <a:pt x="1645901" y="35392"/>
                </a:lnTo>
                <a:lnTo>
                  <a:pt x="1645298" y="35649"/>
                </a:lnTo>
                <a:lnTo>
                  <a:pt x="1644704" y="35918"/>
                </a:lnTo>
                <a:lnTo>
                  <a:pt x="1644119" y="36200"/>
                </a:lnTo>
                <a:lnTo>
                  <a:pt x="1643542" y="36496"/>
                </a:lnTo>
                <a:lnTo>
                  <a:pt x="1642974" y="36804"/>
                </a:lnTo>
                <a:lnTo>
                  <a:pt x="1642414" y="37125"/>
                </a:lnTo>
                <a:lnTo>
                  <a:pt x="1641860" y="37457"/>
                </a:lnTo>
                <a:lnTo>
                  <a:pt x="1641313" y="37801"/>
                </a:lnTo>
                <a:lnTo>
                  <a:pt x="1640773" y="38156"/>
                </a:lnTo>
                <a:lnTo>
                  <a:pt x="1640240" y="38522"/>
                </a:lnTo>
                <a:lnTo>
                  <a:pt x="1639714" y="38899"/>
                </a:lnTo>
                <a:lnTo>
                  <a:pt x="1639194" y="39287"/>
                </a:lnTo>
                <a:lnTo>
                  <a:pt x="1638682" y="39687"/>
                </a:lnTo>
                <a:lnTo>
                  <a:pt x="1638176" y="40098"/>
                </a:lnTo>
                <a:lnTo>
                  <a:pt x="1637677" y="40521"/>
                </a:lnTo>
                <a:lnTo>
                  <a:pt x="1637184" y="40954"/>
                </a:lnTo>
                <a:lnTo>
                  <a:pt x="1636699" y="41399"/>
                </a:lnTo>
                <a:lnTo>
                  <a:pt x="1636220" y="41856"/>
                </a:lnTo>
                <a:lnTo>
                  <a:pt x="1635748" y="42323"/>
                </a:lnTo>
                <a:lnTo>
                  <a:pt x="1635283" y="42802"/>
                </a:lnTo>
                <a:lnTo>
                  <a:pt x="1634825" y="43292"/>
                </a:lnTo>
                <a:lnTo>
                  <a:pt x="1634373" y="43793"/>
                </a:lnTo>
                <a:lnTo>
                  <a:pt x="1633929" y="44306"/>
                </a:lnTo>
                <a:lnTo>
                  <a:pt x="1633491" y="44830"/>
                </a:lnTo>
                <a:lnTo>
                  <a:pt x="1633059" y="45365"/>
                </a:lnTo>
                <a:lnTo>
                  <a:pt x="1632635" y="45912"/>
                </a:lnTo>
                <a:lnTo>
                  <a:pt x="1632218" y="46469"/>
                </a:lnTo>
                <a:lnTo>
                  <a:pt x="1631807" y="47038"/>
                </a:lnTo>
                <a:lnTo>
                  <a:pt x="1631403" y="47619"/>
                </a:lnTo>
                <a:lnTo>
                  <a:pt x="1630068" y="34357"/>
                </a:lnTo>
                <a:lnTo>
                  <a:pt x="1607816" y="34357"/>
                </a:lnTo>
                <a:lnTo>
                  <a:pt x="1607816" y="154160"/>
                </a:lnTo>
                <a:lnTo>
                  <a:pt x="1631403" y="154160"/>
                </a:lnTo>
                <a:lnTo>
                  <a:pt x="1631403" y="110458"/>
                </a:lnTo>
                <a:lnTo>
                  <a:pt x="1631756" y="110987"/>
                </a:lnTo>
                <a:lnTo>
                  <a:pt x="1632117" y="111506"/>
                </a:lnTo>
                <a:lnTo>
                  <a:pt x="1632487" y="112015"/>
                </a:lnTo>
                <a:close/>
                <a:moveTo>
                  <a:pt x="1648616" y="105648"/>
                </a:moveTo>
                <a:lnTo>
                  <a:pt x="1648072" y="105568"/>
                </a:lnTo>
                <a:lnTo>
                  <a:pt x="1647535" y="105474"/>
                </a:lnTo>
                <a:lnTo>
                  <a:pt x="1647004" y="105365"/>
                </a:lnTo>
                <a:lnTo>
                  <a:pt x="1646479" y="105242"/>
                </a:lnTo>
                <a:lnTo>
                  <a:pt x="1645961" y="105105"/>
                </a:lnTo>
                <a:lnTo>
                  <a:pt x="1645449" y="104952"/>
                </a:lnTo>
                <a:lnTo>
                  <a:pt x="1644943" y="104786"/>
                </a:lnTo>
                <a:lnTo>
                  <a:pt x="1644444" y="104604"/>
                </a:lnTo>
                <a:lnTo>
                  <a:pt x="1643951" y="104409"/>
                </a:lnTo>
                <a:lnTo>
                  <a:pt x="1643464" y="104199"/>
                </a:lnTo>
                <a:lnTo>
                  <a:pt x="1642984" y="103974"/>
                </a:lnTo>
                <a:lnTo>
                  <a:pt x="1642510" y="103735"/>
                </a:lnTo>
                <a:lnTo>
                  <a:pt x="1642042" y="103481"/>
                </a:lnTo>
                <a:lnTo>
                  <a:pt x="1641581" y="103213"/>
                </a:lnTo>
                <a:lnTo>
                  <a:pt x="1641126" y="102930"/>
                </a:lnTo>
                <a:lnTo>
                  <a:pt x="1640677" y="102633"/>
                </a:lnTo>
                <a:lnTo>
                  <a:pt x="1640235" y="102321"/>
                </a:lnTo>
                <a:lnTo>
                  <a:pt x="1639799" y="101995"/>
                </a:lnTo>
                <a:lnTo>
                  <a:pt x="1639369" y="101654"/>
                </a:lnTo>
                <a:lnTo>
                  <a:pt x="1638947" y="101304"/>
                </a:lnTo>
                <a:lnTo>
                  <a:pt x="1638532" y="100947"/>
                </a:lnTo>
                <a:lnTo>
                  <a:pt x="1638125" y="100585"/>
                </a:lnTo>
                <a:lnTo>
                  <a:pt x="1637726" y="100217"/>
                </a:lnTo>
                <a:lnTo>
                  <a:pt x="1637335" y="99844"/>
                </a:lnTo>
                <a:lnTo>
                  <a:pt x="1636952" y="99465"/>
                </a:lnTo>
                <a:lnTo>
                  <a:pt x="1636577" y="99080"/>
                </a:lnTo>
                <a:lnTo>
                  <a:pt x="1636209" y="98689"/>
                </a:lnTo>
                <a:lnTo>
                  <a:pt x="1635850" y="98293"/>
                </a:lnTo>
                <a:lnTo>
                  <a:pt x="1635498" y="97891"/>
                </a:lnTo>
                <a:lnTo>
                  <a:pt x="1635154" y="97484"/>
                </a:lnTo>
                <a:lnTo>
                  <a:pt x="1634819" y="97071"/>
                </a:lnTo>
                <a:lnTo>
                  <a:pt x="1634491" y="96652"/>
                </a:lnTo>
                <a:lnTo>
                  <a:pt x="1634171" y="96227"/>
                </a:lnTo>
                <a:lnTo>
                  <a:pt x="1633858" y="95797"/>
                </a:lnTo>
                <a:lnTo>
                  <a:pt x="1633554" y="95361"/>
                </a:lnTo>
                <a:lnTo>
                  <a:pt x="1633257" y="94919"/>
                </a:lnTo>
                <a:lnTo>
                  <a:pt x="1632969" y="94472"/>
                </a:lnTo>
                <a:lnTo>
                  <a:pt x="1632688" y="94019"/>
                </a:lnTo>
                <a:lnTo>
                  <a:pt x="1632415" y="93560"/>
                </a:lnTo>
                <a:lnTo>
                  <a:pt x="1632150" y="93096"/>
                </a:lnTo>
                <a:lnTo>
                  <a:pt x="1631893" y="92626"/>
                </a:lnTo>
                <a:lnTo>
                  <a:pt x="1631644" y="92150"/>
                </a:lnTo>
                <a:lnTo>
                  <a:pt x="1631403" y="91669"/>
                </a:lnTo>
                <a:lnTo>
                  <a:pt x="1631403" y="65526"/>
                </a:lnTo>
                <a:lnTo>
                  <a:pt x="1631616" y="65074"/>
                </a:lnTo>
                <a:lnTo>
                  <a:pt x="1631841" y="64624"/>
                </a:lnTo>
                <a:lnTo>
                  <a:pt x="1632076" y="64178"/>
                </a:lnTo>
                <a:lnTo>
                  <a:pt x="1632323" y="63734"/>
                </a:lnTo>
                <a:lnTo>
                  <a:pt x="1632580" y="63294"/>
                </a:lnTo>
                <a:lnTo>
                  <a:pt x="1632849" y="62857"/>
                </a:lnTo>
                <a:lnTo>
                  <a:pt x="1633129" y="62422"/>
                </a:lnTo>
                <a:lnTo>
                  <a:pt x="1633420" y="61991"/>
                </a:lnTo>
                <a:lnTo>
                  <a:pt x="1633723" y="61563"/>
                </a:lnTo>
                <a:lnTo>
                  <a:pt x="1634036" y="61137"/>
                </a:lnTo>
                <a:lnTo>
                  <a:pt x="1634361" y="60715"/>
                </a:lnTo>
                <a:lnTo>
                  <a:pt x="1634696" y="60295"/>
                </a:lnTo>
                <a:lnTo>
                  <a:pt x="1635043" y="59879"/>
                </a:lnTo>
                <a:lnTo>
                  <a:pt x="1635401" y="59465"/>
                </a:lnTo>
                <a:lnTo>
                  <a:pt x="1635770" y="59055"/>
                </a:lnTo>
                <a:lnTo>
                  <a:pt x="1636150" y="58648"/>
                </a:lnTo>
                <a:lnTo>
                  <a:pt x="1636541" y="58243"/>
                </a:lnTo>
                <a:lnTo>
                  <a:pt x="1636944" y="57842"/>
                </a:lnTo>
                <a:lnTo>
                  <a:pt x="1637357" y="57443"/>
                </a:lnTo>
                <a:lnTo>
                  <a:pt x="1637782" y="57048"/>
                </a:lnTo>
                <a:lnTo>
                  <a:pt x="1638218" y="56655"/>
                </a:lnTo>
                <a:lnTo>
                  <a:pt x="1638664" y="56266"/>
                </a:lnTo>
                <a:lnTo>
                  <a:pt x="1639122" y="55879"/>
                </a:lnTo>
                <a:lnTo>
                  <a:pt x="1639592" y="55496"/>
                </a:lnTo>
                <a:lnTo>
                  <a:pt x="1640070" y="55122"/>
                </a:lnTo>
                <a:lnTo>
                  <a:pt x="1640557" y="54764"/>
                </a:lnTo>
                <a:lnTo>
                  <a:pt x="1641052" y="54422"/>
                </a:lnTo>
                <a:lnTo>
                  <a:pt x="1641555" y="54095"/>
                </a:lnTo>
                <a:lnTo>
                  <a:pt x="1642066" y="53785"/>
                </a:lnTo>
                <a:lnTo>
                  <a:pt x="1642584" y="53490"/>
                </a:lnTo>
                <a:lnTo>
                  <a:pt x="1643111" y="53212"/>
                </a:lnTo>
                <a:lnTo>
                  <a:pt x="1643646" y="52949"/>
                </a:lnTo>
                <a:lnTo>
                  <a:pt x="1644189" y="52703"/>
                </a:lnTo>
                <a:lnTo>
                  <a:pt x="1644740" y="52472"/>
                </a:lnTo>
                <a:lnTo>
                  <a:pt x="1645299" y="52257"/>
                </a:lnTo>
                <a:lnTo>
                  <a:pt x="1645867" y="52058"/>
                </a:lnTo>
                <a:lnTo>
                  <a:pt x="1646442" y="51875"/>
                </a:lnTo>
                <a:lnTo>
                  <a:pt x="1647025" y="51708"/>
                </a:lnTo>
                <a:lnTo>
                  <a:pt x="1647616" y="51557"/>
                </a:lnTo>
                <a:lnTo>
                  <a:pt x="1648215" y="51421"/>
                </a:lnTo>
                <a:lnTo>
                  <a:pt x="1648823" y="51302"/>
                </a:lnTo>
                <a:lnTo>
                  <a:pt x="1649438" y="51199"/>
                </a:lnTo>
                <a:lnTo>
                  <a:pt x="1650061" y="51111"/>
                </a:lnTo>
                <a:lnTo>
                  <a:pt x="1650693" y="51039"/>
                </a:lnTo>
                <a:lnTo>
                  <a:pt x="1651332" y="50984"/>
                </a:lnTo>
                <a:lnTo>
                  <a:pt x="1651980" y="50944"/>
                </a:lnTo>
                <a:lnTo>
                  <a:pt x="1652635" y="50920"/>
                </a:lnTo>
                <a:lnTo>
                  <a:pt x="1653299" y="50912"/>
                </a:lnTo>
                <a:lnTo>
                  <a:pt x="1653931" y="50924"/>
                </a:lnTo>
                <a:lnTo>
                  <a:pt x="1654552" y="50959"/>
                </a:lnTo>
                <a:lnTo>
                  <a:pt x="1655162" y="51018"/>
                </a:lnTo>
                <a:lnTo>
                  <a:pt x="1655760" y="51101"/>
                </a:lnTo>
                <a:lnTo>
                  <a:pt x="1656347" y="51208"/>
                </a:lnTo>
                <a:lnTo>
                  <a:pt x="1656923" y="51338"/>
                </a:lnTo>
                <a:lnTo>
                  <a:pt x="1657487" y="51491"/>
                </a:lnTo>
                <a:lnTo>
                  <a:pt x="1658041" y="51669"/>
                </a:lnTo>
                <a:lnTo>
                  <a:pt x="1658583" y="51870"/>
                </a:lnTo>
                <a:lnTo>
                  <a:pt x="1659113" y="52094"/>
                </a:lnTo>
                <a:lnTo>
                  <a:pt x="1659633" y="52342"/>
                </a:lnTo>
                <a:lnTo>
                  <a:pt x="1660141" y="52614"/>
                </a:lnTo>
                <a:lnTo>
                  <a:pt x="1660638" y="52910"/>
                </a:lnTo>
                <a:lnTo>
                  <a:pt x="1661124" y="53229"/>
                </a:lnTo>
                <a:lnTo>
                  <a:pt x="1661598" y="53572"/>
                </a:lnTo>
                <a:lnTo>
                  <a:pt x="1662061" y="53938"/>
                </a:lnTo>
                <a:lnTo>
                  <a:pt x="1662513" y="54328"/>
                </a:lnTo>
                <a:lnTo>
                  <a:pt x="1662953" y="54742"/>
                </a:lnTo>
                <a:lnTo>
                  <a:pt x="1663382" y="55179"/>
                </a:lnTo>
                <a:lnTo>
                  <a:pt x="1663800" y="55641"/>
                </a:lnTo>
                <a:lnTo>
                  <a:pt x="1664207" y="56125"/>
                </a:lnTo>
                <a:lnTo>
                  <a:pt x="1664602" y="56634"/>
                </a:lnTo>
                <a:lnTo>
                  <a:pt x="1664986" y="57165"/>
                </a:lnTo>
                <a:lnTo>
                  <a:pt x="1665359" y="57721"/>
                </a:lnTo>
                <a:lnTo>
                  <a:pt x="1665719" y="58301"/>
                </a:lnTo>
                <a:lnTo>
                  <a:pt x="1666063" y="58906"/>
                </a:lnTo>
                <a:lnTo>
                  <a:pt x="1666392" y="59536"/>
                </a:lnTo>
                <a:lnTo>
                  <a:pt x="1666705" y="60192"/>
                </a:lnTo>
                <a:lnTo>
                  <a:pt x="1667004" y="60872"/>
                </a:lnTo>
                <a:lnTo>
                  <a:pt x="1667287" y="61578"/>
                </a:lnTo>
                <a:lnTo>
                  <a:pt x="1667554" y="62309"/>
                </a:lnTo>
                <a:lnTo>
                  <a:pt x="1667807" y="63066"/>
                </a:lnTo>
                <a:lnTo>
                  <a:pt x="1668044" y="63847"/>
                </a:lnTo>
                <a:lnTo>
                  <a:pt x="1668266" y="64654"/>
                </a:lnTo>
                <a:lnTo>
                  <a:pt x="1668472" y="65486"/>
                </a:lnTo>
                <a:lnTo>
                  <a:pt x="1668664" y="66344"/>
                </a:lnTo>
                <a:lnTo>
                  <a:pt x="1668839" y="67226"/>
                </a:lnTo>
                <a:lnTo>
                  <a:pt x="1669000" y="68134"/>
                </a:lnTo>
                <a:lnTo>
                  <a:pt x="1669145" y="69067"/>
                </a:lnTo>
                <a:lnTo>
                  <a:pt x="1669275" y="70025"/>
                </a:lnTo>
                <a:lnTo>
                  <a:pt x="1669390" y="71008"/>
                </a:lnTo>
                <a:lnTo>
                  <a:pt x="1669490" y="72017"/>
                </a:lnTo>
                <a:lnTo>
                  <a:pt x="1669574" y="73051"/>
                </a:lnTo>
                <a:lnTo>
                  <a:pt x="1669643" y="74110"/>
                </a:lnTo>
                <a:lnTo>
                  <a:pt x="1669696" y="75194"/>
                </a:lnTo>
                <a:lnTo>
                  <a:pt x="1669734" y="76304"/>
                </a:lnTo>
                <a:lnTo>
                  <a:pt x="1669757" y="77439"/>
                </a:lnTo>
                <a:lnTo>
                  <a:pt x="1669765" y="78599"/>
                </a:lnTo>
                <a:lnTo>
                  <a:pt x="1669757" y="79692"/>
                </a:lnTo>
                <a:lnTo>
                  <a:pt x="1669732" y="80764"/>
                </a:lnTo>
                <a:lnTo>
                  <a:pt x="1669691" y="81814"/>
                </a:lnTo>
                <a:lnTo>
                  <a:pt x="1669634" y="82842"/>
                </a:lnTo>
                <a:lnTo>
                  <a:pt x="1669560" y="83848"/>
                </a:lnTo>
                <a:lnTo>
                  <a:pt x="1669470" y="84833"/>
                </a:lnTo>
                <a:lnTo>
                  <a:pt x="1669364" y="85796"/>
                </a:lnTo>
                <a:lnTo>
                  <a:pt x="1669241" y="86737"/>
                </a:lnTo>
                <a:lnTo>
                  <a:pt x="1669102" y="87656"/>
                </a:lnTo>
                <a:lnTo>
                  <a:pt x="1668946" y="88554"/>
                </a:lnTo>
                <a:lnTo>
                  <a:pt x="1668774" y="89430"/>
                </a:lnTo>
                <a:lnTo>
                  <a:pt x="1668586" y="90284"/>
                </a:lnTo>
                <a:lnTo>
                  <a:pt x="1668381" y="91117"/>
                </a:lnTo>
                <a:lnTo>
                  <a:pt x="1668160" y="91928"/>
                </a:lnTo>
                <a:lnTo>
                  <a:pt x="1667922" y="92717"/>
                </a:lnTo>
                <a:lnTo>
                  <a:pt x="1667668" y="93484"/>
                </a:lnTo>
                <a:lnTo>
                  <a:pt x="1667398" y="94229"/>
                </a:lnTo>
                <a:lnTo>
                  <a:pt x="1667111" y="94953"/>
                </a:lnTo>
                <a:lnTo>
                  <a:pt x="1666808" y="95655"/>
                </a:lnTo>
                <a:lnTo>
                  <a:pt x="1666489" y="96336"/>
                </a:lnTo>
                <a:lnTo>
                  <a:pt x="1666153" y="96994"/>
                </a:lnTo>
                <a:lnTo>
                  <a:pt x="1665801" y="97631"/>
                </a:lnTo>
                <a:lnTo>
                  <a:pt x="1665433" y="98246"/>
                </a:lnTo>
                <a:lnTo>
                  <a:pt x="1665048" y="98840"/>
                </a:lnTo>
                <a:lnTo>
                  <a:pt x="1664647" y="99410"/>
                </a:lnTo>
                <a:lnTo>
                  <a:pt x="1664232" y="99956"/>
                </a:lnTo>
                <a:lnTo>
                  <a:pt x="1663803" y="100478"/>
                </a:lnTo>
                <a:lnTo>
                  <a:pt x="1663359" y="100975"/>
                </a:lnTo>
                <a:lnTo>
                  <a:pt x="1662900" y="101449"/>
                </a:lnTo>
                <a:lnTo>
                  <a:pt x="1662427" y="101898"/>
                </a:lnTo>
                <a:lnTo>
                  <a:pt x="1661940" y="102322"/>
                </a:lnTo>
                <a:lnTo>
                  <a:pt x="1661438" y="102723"/>
                </a:lnTo>
                <a:lnTo>
                  <a:pt x="1660921" y="103099"/>
                </a:lnTo>
                <a:lnTo>
                  <a:pt x="1660390" y="103451"/>
                </a:lnTo>
                <a:lnTo>
                  <a:pt x="1659845" y="103779"/>
                </a:lnTo>
                <a:lnTo>
                  <a:pt x="1659284" y="104082"/>
                </a:lnTo>
                <a:lnTo>
                  <a:pt x="1658710" y="104361"/>
                </a:lnTo>
                <a:lnTo>
                  <a:pt x="1658121" y="104616"/>
                </a:lnTo>
                <a:lnTo>
                  <a:pt x="1657517" y="104846"/>
                </a:lnTo>
                <a:lnTo>
                  <a:pt x="1656899" y="105053"/>
                </a:lnTo>
                <a:lnTo>
                  <a:pt x="1656266" y="105235"/>
                </a:lnTo>
                <a:lnTo>
                  <a:pt x="1655618" y="105392"/>
                </a:lnTo>
                <a:lnTo>
                  <a:pt x="1654957" y="105526"/>
                </a:lnTo>
                <a:lnTo>
                  <a:pt x="1654280" y="105635"/>
                </a:lnTo>
                <a:lnTo>
                  <a:pt x="1653589" y="105720"/>
                </a:lnTo>
                <a:lnTo>
                  <a:pt x="1652884" y="105781"/>
                </a:lnTo>
                <a:lnTo>
                  <a:pt x="1652164" y="105817"/>
                </a:lnTo>
                <a:lnTo>
                  <a:pt x="1651430" y="105829"/>
                </a:lnTo>
                <a:lnTo>
                  <a:pt x="1650854" y="105822"/>
                </a:lnTo>
                <a:lnTo>
                  <a:pt x="1650285" y="105800"/>
                </a:lnTo>
                <a:lnTo>
                  <a:pt x="1649722" y="105764"/>
                </a:lnTo>
                <a:lnTo>
                  <a:pt x="1649166" y="105713"/>
                </a:lnTo>
                <a:lnTo>
                  <a:pt x="1648616" y="105648"/>
                </a:lnTo>
                <a:close/>
                <a:moveTo>
                  <a:pt x="2342378" y="22758"/>
                </a:moveTo>
                <a:lnTo>
                  <a:pt x="2342850" y="22684"/>
                </a:lnTo>
                <a:lnTo>
                  <a:pt x="2343312" y="22598"/>
                </a:lnTo>
                <a:lnTo>
                  <a:pt x="2343762" y="22501"/>
                </a:lnTo>
                <a:lnTo>
                  <a:pt x="2344203" y="22392"/>
                </a:lnTo>
                <a:lnTo>
                  <a:pt x="2344632" y="22272"/>
                </a:lnTo>
                <a:lnTo>
                  <a:pt x="2345051" y="22140"/>
                </a:lnTo>
                <a:lnTo>
                  <a:pt x="2345459" y="21998"/>
                </a:lnTo>
                <a:lnTo>
                  <a:pt x="2345857" y="21843"/>
                </a:lnTo>
                <a:lnTo>
                  <a:pt x="2346243" y="21677"/>
                </a:lnTo>
                <a:lnTo>
                  <a:pt x="2346620" y="21500"/>
                </a:lnTo>
                <a:lnTo>
                  <a:pt x="2346985" y="21311"/>
                </a:lnTo>
                <a:lnTo>
                  <a:pt x="2347340" y="21111"/>
                </a:lnTo>
                <a:lnTo>
                  <a:pt x="2347684" y="20900"/>
                </a:lnTo>
                <a:lnTo>
                  <a:pt x="2348018" y="20677"/>
                </a:lnTo>
                <a:lnTo>
                  <a:pt x="2348341" y="20442"/>
                </a:lnTo>
                <a:lnTo>
                  <a:pt x="2348653" y="20197"/>
                </a:lnTo>
                <a:lnTo>
                  <a:pt x="2348954" y="19939"/>
                </a:lnTo>
                <a:lnTo>
                  <a:pt x="2349245" y="19671"/>
                </a:lnTo>
                <a:lnTo>
                  <a:pt x="2349525" y="19393"/>
                </a:lnTo>
                <a:lnTo>
                  <a:pt x="2349793" y="19111"/>
                </a:lnTo>
                <a:lnTo>
                  <a:pt x="2350049" y="18822"/>
                </a:lnTo>
                <a:lnTo>
                  <a:pt x="2350292" y="18528"/>
                </a:lnTo>
                <a:lnTo>
                  <a:pt x="2350524" y="18229"/>
                </a:lnTo>
                <a:lnTo>
                  <a:pt x="2350745" y="17924"/>
                </a:lnTo>
                <a:lnTo>
                  <a:pt x="2350953" y="17613"/>
                </a:lnTo>
                <a:lnTo>
                  <a:pt x="2351149" y="17297"/>
                </a:lnTo>
                <a:lnTo>
                  <a:pt x="2351334" y="16975"/>
                </a:lnTo>
                <a:lnTo>
                  <a:pt x="2351506" y="16648"/>
                </a:lnTo>
                <a:lnTo>
                  <a:pt x="2351667" y="16315"/>
                </a:lnTo>
                <a:lnTo>
                  <a:pt x="2351815" y="15977"/>
                </a:lnTo>
                <a:lnTo>
                  <a:pt x="2351952" y="15633"/>
                </a:lnTo>
                <a:lnTo>
                  <a:pt x="2352077" y="15283"/>
                </a:lnTo>
                <a:lnTo>
                  <a:pt x="2352190" y="14928"/>
                </a:lnTo>
                <a:lnTo>
                  <a:pt x="2352291" y="14567"/>
                </a:lnTo>
                <a:lnTo>
                  <a:pt x="2352381" y="14201"/>
                </a:lnTo>
                <a:lnTo>
                  <a:pt x="2352458" y="13829"/>
                </a:lnTo>
                <a:lnTo>
                  <a:pt x="2352523" y="13452"/>
                </a:lnTo>
                <a:lnTo>
                  <a:pt x="2352577" y="13069"/>
                </a:lnTo>
                <a:lnTo>
                  <a:pt x="2352619" y="12681"/>
                </a:lnTo>
                <a:lnTo>
                  <a:pt x="2352648" y="12287"/>
                </a:lnTo>
                <a:lnTo>
                  <a:pt x="2352666" y="11887"/>
                </a:lnTo>
                <a:lnTo>
                  <a:pt x="2352672" y="11482"/>
                </a:lnTo>
                <a:lnTo>
                  <a:pt x="2352666" y="11070"/>
                </a:lnTo>
                <a:lnTo>
                  <a:pt x="2352648" y="10663"/>
                </a:lnTo>
                <a:lnTo>
                  <a:pt x="2352619" y="10263"/>
                </a:lnTo>
                <a:lnTo>
                  <a:pt x="2352577" y="9869"/>
                </a:lnTo>
                <a:lnTo>
                  <a:pt x="2352523" y="9480"/>
                </a:lnTo>
                <a:lnTo>
                  <a:pt x="2352458" y="9098"/>
                </a:lnTo>
                <a:lnTo>
                  <a:pt x="2352381" y="8722"/>
                </a:lnTo>
                <a:lnTo>
                  <a:pt x="2352291" y="8352"/>
                </a:lnTo>
                <a:lnTo>
                  <a:pt x="2352190" y="7988"/>
                </a:lnTo>
                <a:lnTo>
                  <a:pt x="2352077" y="7630"/>
                </a:lnTo>
                <a:lnTo>
                  <a:pt x="2351952" y="7277"/>
                </a:lnTo>
                <a:lnTo>
                  <a:pt x="2351815" y="6931"/>
                </a:lnTo>
                <a:lnTo>
                  <a:pt x="2351667" y="6591"/>
                </a:lnTo>
                <a:lnTo>
                  <a:pt x="2351506" y="6257"/>
                </a:lnTo>
                <a:lnTo>
                  <a:pt x="2351334" y="5929"/>
                </a:lnTo>
                <a:lnTo>
                  <a:pt x="2351149" y="5607"/>
                </a:lnTo>
                <a:lnTo>
                  <a:pt x="2350953" y="5292"/>
                </a:lnTo>
                <a:lnTo>
                  <a:pt x="2350745" y="4982"/>
                </a:lnTo>
                <a:lnTo>
                  <a:pt x="2350524" y="4678"/>
                </a:lnTo>
                <a:lnTo>
                  <a:pt x="2350292" y="4380"/>
                </a:lnTo>
                <a:lnTo>
                  <a:pt x="2350049" y="4088"/>
                </a:lnTo>
                <a:lnTo>
                  <a:pt x="2349793" y="3802"/>
                </a:lnTo>
                <a:lnTo>
                  <a:pt x="2349525" y="3522"/>
                </a:lnTo>
                <a:lnTo>
                  <a:pt x="2349245" y="3249"/>
                </a:lnTo>
                <a:lnTo>
                  <a:pt x="2348954" y="2984"/>
                </a:lnTo>
                <a:lnTo>
                  <a:pt x="2348653" y="2730"/>
                </a:lnTo>
                <a:lnTo>
                  <a:pt x="2348341" y="2487"/>
                </a:lnTo>
                <a:lnTo>
                  <a:pt x="2348018" y="2256"/>
                </a:lnTo>
                <a:lnTo>
                  <a:pt x="2347684" y="2036"/>
                </a:lnTo>
                <a:lnTo>
                  <a:pt x="2347340" y="1827"/>
                </a:lnTo>
                <a:lnTo>
                  <a:pt x="2346985" y="1630"/>
                </a:lnTo>
                <a:lnTo>
                  <a:pt x="2346620" y="1444"/>
                </a:lnTo>
                <a:lnTo>
                  <a:pt x="2346243" y="1269"/>
                </a:lnTo>
                <a:lnTo>
                  <a:pt x="2345857" y="1105"/>
                </a:lnTo>
                <a:lnTo>
                  <a:pt x="2345459" y="953"/>
                </a:lnTo>
                <a:lnTo>
                  <a:pt x="2345051" y="812"/>
                </a:lnTo>
                <a:lnTo>
                  <a:pt x="2344632" y="682"/>
                </a:lnTo>
                <a:lnTo>
                  <a:pt x="2344203" y="564"/>
                </a:lnTo>
                <a:lnTo>
                  <a:pt x="2343762" y="457"/>
                </a:lnTo>
                <a:lnTo>
                  <a:pt x="2343312" y="361"/>
                </a:lnTo>
                <a:lnTo>
                  <a:pt x="2342850" y="276"/>
                </a:lnTo>
                <a:lnTo>
                  <a:pt x="2342378" y="203"/>
                </a:lnTo>
                <a:lnTo>
                  <a:pt x="2341895" y="141"/>
                </a:lnTo>
                <a:lnTo>
                  <a:pt x="2341402" y="90"/>
                </a:lnTo>
                <a:lnTo>
                  <a:pt x="2340898" y="51"/>
                </a:lnTo>
                <a:lnTo>
                  <a:pt x="2340383" y="23"/>
                </a:lnTo>
                <a:lnTo>
                  <a:pt x="2339857" y="6"/>
                </a:lnTo>
                <a:lnTo>
                  <a:pt x="2339321" y="0"/>
                </a:lnTo>
                <a:lnTo>
                  <a:pt x="2338785" y="6"/>
                </a:lnTo>
                <a:lnTo>
                  <a:pt x="2338260" y="23"/>
                </a:lnTo>
                <a:lnTo>
                  <a:pt x="2337745" y="51"/>
                </a:lnTo>
                <a:lnTo>
                  <a:pt x="2337241" y="90"/>
                </a:lnTo>
                <a:lnTo>
                  <a:pt x="2336747" y="141"/>
                </a:lnTo>
                <a:lnTo>
                  <a:pt x="2336264" y="203"/>
                </a:lnTo>
                <a:lnTo>
                  <a:pt x="2335792" y="276"/>
                </a:lnTo>
                <a:lnTo>
                  <a:pt x="2335331" y="361"/>
                </a:lnTo>
                <a:lnTo>
                  <a:pt x="2334880" y="457"/>
                </a:lnTo>
                <a:lnTo>
                  <a:pt x="2334440" y="564"/>
                </a:lnTo>
                <a:lnTo>
                  <a:pt x="2334010" y="682"/>
                </a:lnTo>
                <a:lnTo>
                  <a:pt x="2333591" y="812"/>
                </a:lnTo>
                <a:lnTo>
                  <a:pt x="2333183" y="953"/>
                </a:lnTo>
                <a:lnTo>
                  <a:pt x="2332786" y="1105"/>
                </a:lnTo>
                <a:lnTo>
                  <a:pt x="2332399" y="1269"/>
                </a:lnTo>
                <a:lnTo>
                  <a:pt x="2332023" y="1444"/>
                </a:lnTo>
                <a:lnTo>
                  <a:pt x="2331657" y="1630"/>
                </a:lnTo>
                <a:lnTo>
                  <a:pt x="2331302" y="1827"/>
                </a:lnTo>
                <a:lnTo>
                  <a:pt x="2330958" y="2036"/>
                </a:lnTo>
                <a:lnTo>
                  <a:pt x="2330624" y="2256"/>
                </a:lnTo>
                <a:lnTo>
                  <a:pt x="2330301" y="2487"/>
                </a:lnTo>
                <a:lnTo>
                  <a:pt x="2329989" y="2730"/>
                </a:lnTo>
                <a:lnTo>
                  <a:pt x="2329688" y="2984"/>
                </a:lnTo>
                <a:lnTo>
                  <a:pt x="2329397" y="3249"/>
                </a:lnTo>
                <a:lnTo>
                  <a:pt x="2329117" y="3522"/>
                </a:lnTo>
                <a:lnTo>
                  <a:pt x="2328849" y="3802"/>
                </a:lnTo>
                <a:lnTo>
                  <a:pt x="2328594" y="4088"/>
                </a:lnTo>
                <a:lnTo>
                  <a:pt x="2328350" y="4380"/>
                </a:lnTo>
                <a:lnTo>
                  <a:pt x="2328118" y="4678"/>
                </a:lnTo>
                <a:lnTo>
                  <a:pt x="2327898" y="4982"/>
                </a:lnTo>
                <a:lnTo>
                  <a:pt x="2327689" y="5292"/>
                </a:lnTo>
                <a:lnTo>
                  <a:pt x="2327493" y="5607"/>
                </a:lnTo>
                <a:lnTo>
                  <a:pt x="2327309" y="5929"/>
                </a:lnTo>
                <a:lnTo>
                  <a:pt x="2327136" y="6257"/>
                </a:lnTo>
                <a:lnTo>
                  <a:pt x="2326975" y="6591"/>
                </a:lnTo>
                <a:lnTo>
                  <a:pt x="2326827" y="6931"/>
                </a:lnTo>
                <a:lnTo>
                  <a:pt x="2326690" y="7277"/>
                </a:lnTo>
                <a:lnTo>
                  <a:pt x="2326565" y="7630"/>
                </a:lnTo>
                <a:lnTo>
                  <a:pt x="2326452" y="7988"/>
                </a:lnTo>
                <a:lnTo>
                  <a:pt x="2326351" y="8352"/>
                </a:lnTo>
                <a:lnTo>
                  <a:pt x="2326262" y="8722"/>
                </a:lnTo>
                <a:lnTo>
                  <a:pt x="2326184" y="9098"/>
                </a:lnTo>
                <a:lnTo>
                  <a:pt x="2326119" y="9480"/>
                </a:lnTo>
                <a:lnTo>
                  <a:pt x="2326065" y="9869"/>
                </a:lnTo>
                <a:lnTo>
                  <a:pt x="2326024" y="10263"/>
                </a:lnTo>
                <a:lnTo>
                  <a:pt x="2325994" y="10663"/>
                </a:lnTo>
                <a:lnTo>
                  <a:pt x="2325976" y="11070"/>
                </a:lnTo>
                <a:lnTo>
                  <a:pt x="2325970" y="11482"/>
                </a:lnTo>
                <a:lnTo>
                  <a:pt x="2325976" y="11887"/>
                </a:lnTo>
                <a:lnTo>
                  <a:pt x="2325994" y="12287"/>
                </a:lnTo>
                <a:lnTo>
                  <a:pt x="2326024" y="12681"/>
                </a:lnTo>
                <a:lnTo>
                  <a:pt x="2326065" y="13069"/>
                </a:lnTo>
                <a:lnTo>
                  <a:pt x="2326119" y="13452"/>
                </a:lnTo>
                <a:lnTo>
                  <a:pt x="2326184" y="13829"/>
                </a:lnTo>
                <a:lnTo>
                  <a:pt x="2326262" y="14201"/>
                </a:lnTo>
                <a:lnTo>
                  <a:pt x="2326351" y="14567"/>
                </a:lnTo>
                <a:lnTo>
                  <a:pt x="2326452" y="14928"/>
                </a:lnTo>
                <a:lnTo>
                  <a:pt x="2326565" y="15283"/>
                </a:lnTo>
                <a:lnTo>
                  <a:pt x="2326690" y="15633"/>
                </a:lnTo>
                <a:lnTo>
                  <a:pt x="2326827" y="15977"/>
                </a:lnTo>
                <a:lnTo>
                  <a:pt x="2326975" y="16315"/>
                </a:lnTo>
                <a:lnTo>
                  <a:pt x="2327136" y="16648"/>
                </a:lnTo>
                <a:lnTo>
                  <a:pt x="2327309" y="16975"/>
                </a:lnTo>
                <a:lnTo>
                  <a:pt x="2327493" y="17297"/>
                </a:lnTo>
                <a:lnTo>
                  <a:pt x="2327689" y="17613"/>
                </a:lnTo>
                <a:lnTo>
                  <a:pt x="2327898" y="17924"/>
                </a:lnTo>
                <a:lnTo>
                  <a:pt x="2328118" y="18229"/>
                </a:lnTo>
                <a:lnTo>
                  <a:pt x="2328350" y="18528"/>
                </a:lnTo>
                <a:lnTo>
                  <a:pt x="2328594" y="18822"/>
                </a:lnTo>
                <a:lnTo>
                  <a:pt x="2328849" y="19111"/>
                </a:lnTo>
                <a:lnTo>
                  <a:pt x="2329117" y="19393"/>
                </a:lnTo>
                <a:lnTo>
                  <a:pt x="2329397" y="19671"/>
                </a:lnTo>
                <a:lnTo>
                  <a:pt x="2329688" y="19939"/>
                </a:lnTo>
                <a:lnTo>
                  <a:pt x="2329989" y="20197"/>
                </a:lnTo>
                <a:lnTo>
                  <a:pt x="2330301" y="20442"/>
                </a:lnTo>
                <a:lnTo>
                  <a:pt x="2330624" y="20677"/>
                </a:lnTo>
                <a:lnTo>
                  <a:pt x="2330958" y="20900"/>
                </a:lnTo>
                <a:lnTo>
                  <a:pt x="2331302" y="21111"/>
                </a:lnTo>
                <a:lnTo>
                  <a:pt x="2331657" y="21311"/>
                </a:lnTo>
                <a:lnTo>
                  <a:pt x="2332023" y="21500"/>
                </a:lnTo>
                <a:lnTo>
                  <a:pt x="2332399" y="21677"/>
                </a:lnTo>
                <a:lnTo>
                  <a:pt x="2332786" y="21843"/>
                </a:lnTo>
                <a:lnTo>
                  <a:pt x="2333183" y="21998"/>
                </a:lnTo>
                <a:lnTo>
                  <a:pt x="2333591" y="22140"/>
                </a:lnTo>
                <a:lnTo>
                  <a:pt x="2334010" y="22272"/>
                </a:lnTo>
                <a:lnTo>
                  <a:pt x="2334440" y="22392"/>
                </a:lnTo>
                <a:lnTo>
                  <a:pt x="2334880" y="22501"/>
                </a:lnTo>
                <a:lnTo>
                  <a:pt x="2335331" y="22598"/>
                </a:lnTo>
                <a:lnTo>
                  <a:pt x="2335792" y="22684"/>
                </a:lnTo>
                <a:lnTo>
                  <a:pt x="2336264" y="22758"/>
                </a:lnTo>
                <a:lnTo>
                  <a:pt x="2336747" y="22821"/>
                </a:lnTo>
                <a:lnTo>
                  <a:pt x="2337241" y="22872"/>
                </a:lnTo>
                <a:lnTo>
                  <a:pt x="2337745" y="22912"/>
                </a:lnTo>
                <a:lnTo>
                  <a:pt x="2338260" y="22941"/>
                </a:lnTo>
                <a:lnTo>
                  <a:pt x="2338785" y="22958"/>
                </a:lnTo>
                <a:lnTo>
                  <a:pt x="2339321" y="22964"/>
                </a:lnTo>
                <a:lnTo>
                  <a:pt x="2339857" y="22958"/>
                </a:lnTo>
                <a:lnTo>
                  <a:pt x="2340383" y="22941"/>
                </a:lnTo>
                <a:lnTo>
                  <a:pt x="2340898" y="22912"/>
                </a:lnTo>
                <a:lnTo>
                  <a:pt x="2341402" y="22872"/>
                </a:lnTo>
                <a:lnTo>
                  <a:pt x="2341895" y="22821"/>
                </a:lnTo>
                <a:lnTo>
                  <a:pt x="2342378" y="22758"/>
                </a:lnTo>
                <a:close/>
                <a:moveTo>
                  <a:pt x="2638702" y="22758"/>
                </a:moveTo>
                <a:lnTo>
                  <a:pt x="2639174" y="22684"/>
                </a:lnTo>
                <a:lnTo>
                  <a:pt x="2639636" y="22598"/>
                </a:lnTo>
                <a:lnTo>
                  <a:pt x="2640087" y="22501"/>
                </a:lnTo>
                <a:lnTo>
                  <a:pt x="2640527" y="22392"/>
                </a:lnTo>
                <a:lnTo>
                  <a:pt x="2640956" y="22272"/>
                </a:lnTo>
                <a:lnTo>
                  <a:pt x="2641375" y="22140"/>
                </a:lnTo>
                <a:lnTo>
                  <a:pt x="2641783" y="21998"/>
                </a:lnTo>
                <a:lnTo>
                  <a:pt x="2642181" y="21843"/>
                </a:lnTo>
                <a:lnTo>
                  <a:pt x="2642568" y="21677"/>
                </a:lnTo>
                <a:lnTo>
                  <a:pt x="2642944" y="21500"/>
                </a:lnTo>
                <a:lnTo>
                  <a:pt x="2643309" y="21311"/>
                </a:lnTo>
                <a:lnTo>
                  <a:pt x="2643664" y="21111"/>
                </a:lnTo>
                <a:lnTo>
                  <a:pt x="2644008" y="20900"/>
                </a:lnTo>
                <a:lnTo>
                  <a:pt x="2644342" y="20677"/>
                </a:lnTo>
                <a:lnTo>
                  <a:pt x="2644665" y="20442"/>
                </a:lnTo>
                <a:lnTo>
                  <a:pt x="2644977" y="20197"/>
                </a:lnTo>
                <a:lnTo>
                  <a:pt x="2645279" y="19939"/>
                </a:lnTo>
                <a:lnTo>
                  <a:pt x="2645570" y="19671"/>
                </a:lnTo>
                <a:lnTo>
                  <a:pt x="2645849" y="19393"/>
                </a:lnTo>
                <a:lnTo>
                  <a:pt x="2646117" y="19111"/>
                </a:lnTo>
                <a:lnTo>
                  <a:pt x="2646373" y="18822"/>
                </a:lnTo>
                <a:lnTo>
                  <a:pt x="2646617" y="18528"/>
                </a:lnTo>
                <a:lnTo>
                  <a:pt x="2646849" y="18229"/>
                </a:lnTo>
                <a:lnTo>
                  <a:pt x="2647069" y="17924"/>
                </a:lnTo>
                <a:lnTo>
                  <a:pt x="2647277" y="17613"/>
                </a:lnTo>
                <a:lnTo>
                  <a:pt x="2647473" y="17297"/>
                </a:lnTo>
                <a:lnTo>
                  <a:pt x="2647658" y="16975"/>
                </a:lnTo>
                <a:lnTo>
                  <a:pt x="2647830" y="16648"/>
                </a:lnTo>
                <a:lnTo>
                  <a:pt x="2647991" y="16315"/>
                </a:lnTo>
                <a:lnTo>
                  <a:pt x="2648140" y="15977"/>
                </a:lnTo>
                <a:lnTo>
                  <a:pt x="2648276" y="15633"/>
                </a:lnTo>
                <a:lnTo>
                  <a:pt x="2648401" y="15283"/>
                </a:lnTo>
                <a:lnTo>
                  <a:pt x="2648514" y="14928"/>
                </a:lnTo>
                <a:lnTo>
                  <a:pt x="2648616" y="14567"/>
                </a:lnTo>
                <a:lnTo>
                  <a:pt x="2648705" y="14201"/>
                </a:lnTo>
                <a:lnTo>
                  <a:pt x="2648782" y="13829"/>
                </a:lnTo>
                <a:lnTo>
                  <a:pt x="2648848" y="13452"/>
                </a:lnTo>
                <a:lnTo>
                  <a:pt x="2648901" y="13069"/>
                </a:lnTo>
                <a:lnTo>
                  <a:pt x="2648943" y="12681"/>
                </a:lnTo>
                <a:lnTo>
                  <a:pt x="2648973" y="12287"/>
                </a:lnTo>
                <a:lnTo>
                  <a:pt x="2648990" y="11887"/>
                </a:lnTo>
                <a:lnTo>
                  <a:pt x="2648996" y="11482"/>
                </a:lnTo>
                <a:lnTo>
                  <a:pt x="2648990" y="11070"/>
                </a:lnTo>
                <a:lnTo>
                  <a:pt x="2648973" y="10663"/>
                </a:lnTo>
                <a:lnTo>
                  <a:pt x="2648943" y="10263"/>
                </a:lnTo>
                <a:lnTo>
                  <a:pt x="2648901" y="9869"/>
                </a:lnTo>
                <a:lnTo>
                  <a:pt x="2648848" y="9480"/>
                </a:lnTo>
                <a:lnTo>
                  <a:pt x="2648782" y="9098"/>
                </a:lnTo>
                <a:lnTo>
                  <a:pt x="2648705" y="8722"/>
                </a:lnTo>
                <a:lnTo>
                  <a:pt x="2648616" y="8352"/>
                </a:lnTo>
                <a:lnTo>
                  <a:pt x="2648514" y="7988"/>
                </a:lnTo>
                <a:lnTo>
                  <a:pt x="2648401" y="7630"/>
                </a:lnTo>
                <a:lnTo>
                  <a:pt x="2648276" y="7277"/>
                </a:lnTo>
                <a:lnTo>
                  <a:pt x="2648140" y="6931"/>
                </a:lnTo>
                <a:lnTo>
                  <a:pt x="2647991" y="6591"/>
                </a:lnTo>
                <a:lnTo>
                  <a:pt x="2647830" y="6257"/>
                </a:lnTo>
                <a:lnTo>
                  <a:pt x="2647658" y="5929"/>
                </a:lnTo>
                <a:lnTo>
                  <a:pt x="2647473" y="5607"/>
                </a:lnTo>
                <a:lnTo>
                  <a:pt x="2647277" y="5292"/>
                </a:lnTo>
                <a:lnTo>
                  <a:pt x="2647069" y="4982"/>
                </a:lnTo>
                <a:lnTo>
                  <a:pt x="2646849" y="4678"/>
                </a:lnTo>
                <a:lnTo>
                  <a:pt x="2646617" y="4380"/>
                </a:lnTo>
                <a:lnTo>
                  <a:pt x="2646373" y="4088"/>
                </a:lnTo>
                <a:lnTo>
                  <a:pt x="2646117" y="3802"/>
                </a:lnTo>
                <a:lnTo>
                  <a:pt x="2645849" y="3522"/>
                </a:lnTo>
                <a:lnTo>
                  <a:pt x="2645570" y="3249"/>
                </a:lnTo>
                <a:lnTo>
                  <a:pt x="2645279" y="2984"/>
                </a:lnTo>
                <a:lnTo>
                  <a:pt x="2644977" y="2730"/>
                </a:lnTo>
                <a:lnTo>
                  <a:pt x="2644665" y="2487"/>
                </a:lnTo>
                <a:lnTo>
                  <a:pt x="2644342" y="2256"/>
                </a:lnTo>
                <a:lnTo>
                  <a:pt x="2644008" y="2036"/>
                </a:lnTo>
                <a:lnTo>
                  <a:pt x="2643664" y="1827"/>
                </a:lnTo>
                <a:lnTo>
                  <a:pt x="2643309" y="1630"/>
                </a:lnTo>
                <a:lnTo>
                  <a:pt x="2642944" y="1444"/>
                </a:lnTo>
                <a:lnTo>
                  <a:pt x="2642568" y="1269"/>
                </a:lnTo>
                <a:lnTo>
                  <a:pt x="2642181" y="1105"/>
                </a:lnTo>
                <a:lnTo>
                  <a:pt x="2641783" y="953"/>
                </a:lnTo>
                <a:lnTo>
                  <a:pt x="2641375" y="812"/>
                </a:lnTo>
                <a:lnTo>
                  <a:pt x="2640956" y="682"/>
                </a:lnTo>
                <a:lnTo>
                  <a:pt x="2640527" y="564"/>
                </a:lnTo>
                <a:lnTo>
                  <a:pt x="2640087" y="457"/>
                </a:lnTo>
                <a:lnTo>
                  <a:pt x="2639636" y="361"/>
                </a:lnTo>
                <a:lnTo>
                  <a:pt x="2639174" y="276"/>
                </a:lnTo>
                <a:lnTo>
                  <a:pt x="2638702" y="203"/>
                </a:lnTo>
                <a:lnTo>
                  <a:pt x="2638219" y="141"/>
                </a:lnTo>
                <a:lnTo>
                  <a:pt x="2637726" y="90"/>
                </a:lnTo>
                <a:lnTo>
                  <a:pt x="2637222" y="51"/>
                </a:lnTo>
                <a:lnTo>
                  <a:pt x="2636707" y="23"/>
                </a:lnTo>
                <a:lnTo>
                  <a:pt x="2636181" y="6"/>
                </a:lnTo>
                <a:lnTo>
                  <a:pt x="2635645" y="0"/>
                </a:lnTo>
                <a:lnTo>
                  <a:pt x="2635109" y="6"/>
                </a:lnTo>
                <a:lnTo>
                  <a:pt x="2634584" y="23"/>
                </a:lnTo>
                <a:lnTo>
                  <a:pt x="2634069" y="51"/>
                </a:lnTo>
                <a:lnTo>
                  <a:pt x="2633565" y="90"/>
                </a:lnTo>
                <a:lnTo>
                  <a:pt x="2633071" y="141"/>
                </a:lnTo>
                <a:lnTo>
                  <a:pt x="2632588" y="203"/>
                </a:lnTo>
                <a:lnTo>
                  <a:pt x="2632116" y="276"/>
                </a:lnTo>
                <a:lnTo>
                  <a:pt x="2631655" y="361"/>
                </a:lnTo>
                <a:lnTo>
                  <a:pt x="2631204" y="457"/>
                </a:lnTo>
                <a:lnTo>
                  <a:pt x="2630764" y="564"/>
                </a:lnTo>
                <a:lnTo>
                  <a:pt x="2630334" y="682"/>
                </a:lnTo>
                <a:lnTo>
                  <a:pt x="2629915" y="812"/>
                </a:lnTo>
                <a:lnTo>
                  <a:pt x="2629507" y="953"/>
                </a:lnTo>
                <a:lnTo>
                  <a:pt x="2629110" y="1105"/>
                </a:lnTo>
                <a:lnTo>
                  <a:pt x="2628723" y="1269"/>
                </a:lnTo>
                <a:lnTo>
                  <a:pt x="2628347" y="1444"/>
                </a:lnTo>
                <a:lnTo>
                  <a:pt x="2627981" y="1630"/>
                </a:lnTo>
                <a:lnTo>
                  <a:pt x="2627626" y="1827"/>
                </a:lnTo>
                <a:lnTo>
                  <a:pt x="2627282" y="2036"/>
                </a:lnTo>
                <a:lnTo>
                  <a:pt x="2626949" y="2256"/>
                </a:lnTo>
                <a:lnTo>
                  <a:pt x="2626626" y="2487"/>
                </a:lnTo>
                <a:lnTo>
                  <a:pt x="2626313" y="2730"/>
                </a:lnTo>
                <a:lnTo>
                  <a:pt x="2626012" y="2984"/>
                </a:lnTo>
                <a:lnTo>
                  <a:pt x="2625721" y="3249"/>
                </a:lnTo>
                <a:lnTo>
                  <a:pt x="2625441" y="3522"/>
                </a:lnTo>
                <a:lnTo>
                  <a:pt x="2625174" y="3802"/>
                </a:lnTo>
                <a:lnTo>
                  <a:pt x="2624918" y="4088"/>
                </a:lnTo>
                <a:lnTo>
                  <a:pt x="2624674" y="4380"/>
                </a:lnTo>
                <a:lnTo>
                  <a:pt x="2624442" y="4678"/>
                </a:lnTo>
                <a:lnTo>
                  <a:pt x="2624222" y="4982"/>
                </a:lnTo>
                <a:lnTo>
                  <a:pt x="2624014" y="5292"/>
                </a:lnTo>
                <a:lnTo>
                  <a:pt x="2623817" y="5607"/>
                </a:lnTo>
                <a:lnTo>
                  <a:pt x="2623633" y="5929"/>
                </a:lnTo>
                <a:lnTo>
                  <a:pt x="2623460" y="6257"/>
                </a:lnTo>
                <a:lnTo>
                  <a:pt x="2623300" y="6591"/>
                </a:lnTo>
                <a:lnTo>
                  <a:pt x="2623151" y="6931"/>
                </a:lnTo>
                <a:lnTo>
                  <a:pt x="2623014" y="7277"/>
                </a:lnTo>
                <a:lnTo>
                  <a:pt x="2622889" y="7630"/>
                </a:lnTo>
                <a:lnTo>
                  <a:pt x="2622776" y="7988"/>
                </a:lnTo>
                <a:lnTo>
                  <a:pt x="2622675" y="8352"/>
                </a:lnTo>
                <a:lnTo>
                  <a:pt x="2622586" y="8722"/>
                </a:lnTo>
                <a:lnTo>
                  <a:pt x="2622508" y="9098"/>
                </a:lnTo>
                <a:lnTo>
                  <a:pt x="2622443" y="9480"/>
                </a:lnTo>
                <a:lnTo>
                  <a:pt x="2622389" y="9869"/>
                </a:lnTo>
                <a:lnTo>
                  <a:pt x="2622348" y="10263"/>
                </a:lnTo>
                <a:lnTo>
                  <a:pt x="2622318" y="10663"/>
                </a:lnTo>
                <a:lnTo>
                  <a:pt x="2622300" y="11070"/>
                </a:lnTo>
                <a:lnTo>
                  <a:pt x="2622294" y="11482"/>
                </a:lnTo>
                <a:lnTo>
                  <a:pt x="2622300" y="11887"/>
                </a:lnTo>
                <a:lnTo>
                  <a:pt x="2622318" y="12287"/>
                </a:lnTo>
                <a:lnTo>
                  <a:pt x="2622348" y="12681"/>
                </a:lnTo>
                <a:lnTo>
                  <a:pt x="2622389" y="13069"/>
                </a:lnTo>
                <a:lnTo>
                  <a:pt x="2622443" y="13452"/>
                </a:lnTo>
                <a:lnTo>
                  <a:pt x="2622508" y="13829"/>
                </a:lnTo>
                <a:lnTo>
                  <a:pt x="2622586" y="14201"/>
                </a:lnTo>
                <a:lnTo>
                  <a:pt x="2622675" y="14567"/>
                </a:lnTo>
                <a:lnTo>
                  <a:pt x="2622776" y="14928"/>
                </a:lnTo>
                <a:lnTo>
                  <a:pt x="2622889" y="15283"/>
                </a:lnTo>
                <a:lnTo>
                  <a:pt x="2623014" y="15633"/>
                </a:lnTo>
                <a:lnTo>
                  <a:pt x="2623151" y="15977"/>
                </a:lnTo>
                <a:lnTo>
                  <a:pt x="2623300" y="16315"/>
                </a:lnTo>
                <a:lnTo>
                  <a:pt x="2623460" y="16648"/>
                </a:lnTo>
                <a:lnTo>
                  <a:pt x="2623633" y="16975"/>
                </a:lnTo>
                <a:lnTo>
                  <a:pt x="2623817" y="17297"/>
                </a:lnTo>
                <a:lnTo>
                  <a:pt x="2624014" y="17613"/>
                </a:lnTo>
                <a:lnTo>
                  <a:pt x="2624222" y="17924"/>
                </a:lnTo>
                <a:lnTo>
                  <a:pt x="2624442" y="18229"/>
                </a:lnTo>
                <a:lnTo>
                  <a:pt x="2624674" y="18528"/>
                </a:lnTo>
                <a:lnTo>
                  <a:pt x="2624918" y="18822"/>
                </a:lnTo>
                <a:lnTo>
                  <a:pt x="2625174" y="19111"/>
                </a:lnTo>
                <a:lnTo>
                  <a:pt x="2625441" y="19393"/>
                </a:lnTo>
                <a:lnTo>
                  <a:pt x="2625721" y="19671"/>
                </a:lnTo>
                <a:lnTo>
                  <a:pt x="2626012" y="19939"/>
                </a:lnTo>
                <a:lnTo>
                  <a:pt x="2626313" y="20197"/>
                </a:lnTo>
                <a:lnTo>
                  <a:pt x="2626626" y="20442"/>
                </a:lnTo>
                <a:lnTo>
                  <a:pt x="2626949" y="20677"/>
                </a:lnTo>
                <a:lnTo>
                  <a:pt x="2627282" y="20900"/>
                </a:lnTo>
                <a:lnTo>
                  <a:pt x="2627626" y="21111"/>
                </a:lnTo>
                <a:lnTo>
                  <a:pt x="2627981" y="21311"/>
                </a:lnTo>
                <a:lnTo>
                  <a:pt x="2628347" y="21500"/>
                </a:lnTo>
                <a:lnTo>
                  <a:pt x="2628723" y="21677"/>
                </a:lnTo>
                <a:lnTo>
                  <a:pt x="2629110" y="21843"/>
                </a:lnTo>
                <a:lnTo>
                  <a:pt x="2629507" y="21998"/>
                </a:lnTo>
                <a:lnTo>
                  <a:pt x="2629915" y="22140"/>
                </a:lnTo>
                <a:lnTo>
                  <a:pt x="2630334" y="22272"/>
                </a:lnTo>
                <a:lnTo>
                  <a:pt x="2630764" y="22392"/>
                </a:lnTo>
                <a:lnTo>
                  <a:pt x="2631204" y="22501"/>
                </a:lnTo>
                <a:lnTo>
                  <a:pt x="2631655" y="22598"/>
                </a:lnTo>
                <a:lnTo>
                  <a:pt x="2632116" y="22684"/>
                </a:lnTo>
                <a:lnTo>
                  <a:pt x="2632588" y="22758"/>
                </a:lnTo>
                <a:lnTo>
                  <a:pt x="2633071" y="22821"/>
                </a:lnTo>
                <a:lnTo>
                  <a:pt x="2633565" y="22872"/>
                </a:lnTo>
                <a:lnTo>
                  <a:pt x="2634069" y="22912"/>
                </a:lnTo>
                <a:lnTo>
                  <a:pt x="2634584" y="22941"/>
                </a:lnTo>
                <a:lnTo>
                  <a:pt x="2635109" y="22958"/>
                </a:lnTo>
                <a:lnTo>
                  <a:pt x="2635645" y="22964"/>
                </a:lnTo>
                <a:lnTo>
                  <a:pt x="2636181" y="22958"/>
                </a:lnTo>
                <a:lnTo>
                  <a:pt x="2636707" y="22941"/>
                </a:lnTo>
                <a:lnTo>
                  <a:pt x="2637222" y="22912"/>
                </a:lnTo>
                <a:lnTo>
                  <a:pt x="2637726" y="22872"/>
                </a:lnTo>
                <a:lnTo>
                  <a:pt x="2638219" y="22821"/>
                </a:lnTo>
                <a:lnTo>
                  <a:pt x="2638702" y="22758"/>
                </a:lnTo>
                <a:close/>
                <a:moveTo>
                  <a:pt x="2305999" y="103849"/>
                </a:moveTo>
                <a:lnTo>
                  <a:pt x="2305471" y="103821"/>
                </a:lnTo>
                <a:lnTo>
                  <a:pt x="2304960" y="103782"/>
                </a:lnTo>
                <a:lnTo>
                  <a:pt x="2304467" y="103732"/>
                </a:lnTo>
                <a:lnTo>
                  <a:pt x="2303991" y="103671"/>
                </a:lnTo>
                <a:lnTo>
                  <a:pt x="2303533" y="103599"/>
                </a:lnTo>
                <a:lnTo>
                  <a:pt x="2303091" y="103515"/>
                </a:lnTo>
                <a:lnTo>
                  <a:pt x="2302667" y="103421"/>
                </a:lnTo>
                <a:lnTo>
                  <a:pt x="2302261" y="103315"/>
                </a:lnTo>
                <a:lnTo>
                  <a:pt x="2301871" y="103198"/>
                </a:lnTo>
                <a:lnTo>
                  <a:pt x="2301499" y="103070"/>
                </a:lnTo>
                <a:lnTo>
                  <a:pt x="2301144" y="102931"/>
                </a:lnTo>
                <a:lnTo>
                  <a:pt x="2300807" y="102781"/>
                </a:lnTo>
                <a:lnTo>
                  <a:pt x="2300487" y="102620"/>
                </a:lnTo>
                <a:lnTo>
                  <a:pt x="2300184" y="102447"/>
                </a:lnTo>
                <a:lnTo>
                  <a:pt x="2299898" y="102264"/>
                </a:lnTo>
                <a:lnTo>
                  <a:pt x="2299630" y="102069"/>
                </a:lnTo>
                <a:lnTo>
                  <a:pt x="2299379" y="101863"/>
                </a:lnTo>
                <a:lnTo>
                  <a:pt x="2299145" y="101646"/>
                </a:lnTo>
                <a:lnTo>
                  <a:pt x="2298929" y="101418"/>
                </a:lnTo>
                <a:lnTo>
                  <a:pt x="2298730" y="101179"/>
                </a:lnTo>
                <a:lnTo>
                  <a:pt x="2298548" y="100928"/>
                </a:lnTo>
                <a:lnTo>
                  <a:pt x="2298384" y="100667"/>
                </a:lnTo>
                <a:lnTo>
                  <a:pt x="2298231" y="100394"/>
                </a:lnTo>
                <a:lnTo>
                  <a:pt x="2298085" y="100108"/>
                </a:lnTo>
                <a:lnTo>
                  <a:pt x="2297946" y="99809"/>
                </a:lnTo>
                <a:lnTo>
                  <a:pt x="2297813" y="99497"/>
                </a:lnTo>
                <a:lnTo>
                  <a:pt x="2297686" y="99173"/>
                </a:lnTo>
                <a:lnTo>
                  <a:pt x="2297566" y="98837"/>
                </a:lnTo>
                <a:lnTo>
                  <a:pt x="2297453" y="98487"/>
                </a:lnTo>
                <a:lnTo>
                  <a:pt x="2297345" y="98125"/>
                </a:lnTo>
                <a:lnTo>
                  <a:pt x="2297245" y="97751"/>
                </a:lnTo>
                <a:lnTo>
                  <a:pt x="2297151" y="97363"/>
                </a:lnTo>
                <a:lnTo>
                  <a:pt x="2297063" y="96963"/>
                </a:lnTo>
                <a:lnTo>
                  <a:pt x="2296982" y="96550"/>
                </a:lnTo>
                <a:lnTo>
                  <a:pt x="2296907" y="96125"/>
                </a:lnTo>
                <a:lnTo>
                  <a:pt x="2296839" y="95687"/>
                </a:lnTo>
                <a:lnTo>
                  <a:pt x="2296778" y="95236"/>
                </a:lnTo>
                <a:lnTo>
                  <a:pt x="2296722" y="94773"/>
                </a:lnTo>
                <a:lnTo>
                  <a:pt x="2296674" y="94297"/>
                </a:lnTo>
                <a:lnTo>
                  <a:pt x="2296632" y="93808"/>
                </a:lnTo>
                <a:lnTo>
                  <a:pt x="2296596" y="93306"/>
                </a:lnTo>
                <a:lnTo>
                  <a:pt x="2296567" y="92792"/>
                </a:lnTo>
                <a:lnTo>
                  <a:pt x="2296544" y="92266"/>
                </a:lnTo>
                <a:lnTo>
                  <a:pt x="2296528" y="91726"/>
                </a:lnTo>
                <a:lnTo>
                  <a:pt x="2296518" y="91174"/>
                </a:lnTo>
                <a:lnTo>
                  <a:pt x="2296515" y="90609"/>
                </a:lnTo>
                <a:lnTo>
                  <a:pt x="2296515" y="2492"/>
                </a:lnTo>
                <a:lnTo>
                  <a:pt x="2273017" y="2492"/>
                </a:lnTo>
                <a:lnTo>
                  <a:pt x="2273017" y="92033"/>
                </a:lnTo>
                <a:lnTo>
                  <a:pt x="2273022" y="92916"/>
                </a:lnTo>
                <a:lnTo>
                  <a:pt x="2273037" y="93785"/>
                </a:lnTo>
                <a:lnTo>
                  <a:pt x="2273061" y="94640"/>
                </a:lnTo>
                <a:lnTo>
                  <a:pt x="2273096" y="95481"/>
                </a:lnTo>
                <a:lnTo>
                  <a:pt x="2273140" y="96308"/>
                </a:lnTo>
                <a:lnTo>
                  <a:pt x="2273195" y="97121"/>
                </a:lnTo>
                <a:lnTo>
                  <a:pt x="2273259" y="97919"/>
                </a:lnTo>
                <a:lnTo>
                  <a:pt x="2273333" y="98704"/>
                </a:lnTo>
                <a:lnTo>
                  <a:pt x="2273417" y="99474"/>
                </a:lnTo>
                <a:lnTo>
                  <a:pt x="2273511" y="100231"/>
                </a:lnTo>
                <a:lnTo>
                  <a:pt x="2273615" y="100973"/>
                </a:lnTo>
                <a:lnTo>
                  <a:pt x="2273729" y="101702"/>
                </a:lnTo>
                <a:lnTo>
                  <a:pt x="2273853" y="102416"/>
                </a:lnTo>
                <a:lnTo>
                  <a:pt x="2273986" y="103116"/>
                </a:lnTo>
                <a:lnTo>
                  <a:pt x="2274129" y="103802"/>
                </a:lnTo>
                <a:lnTo>
                  <a:pt x="2274283" y="104474"/>
                </a:lnTo>
                <a:lnTo>
                  <a:pt x="2274446" y="105133"/>
                </a:lnTo>
                <a:lnTo>
                  <a:pt x="2274619" y="105777"/>
                </a:lnTo>
                <a:lnTo>
                  <a:pt x="2274802" y="106406"/>
                </a:lnTo>
                <a:lnTo>
                  <a:pt x="2274995" y="107022"/>
                </a:lnTo>
                <a:lnTo>
                  <a:pt x="2275198" y="107624"/>
                </a:lnTo>
                <a:lnTo>
                  <a:pt x="2275410" y="108212"/>
                </a:lnTo>
                <a:lnTo>
                  <a:pt x="2275633" y="108786"/>
                </a:lnTo>
                <a:lnTo>
                  <a:pt x="2275865" y="109345"/>
                </a:lnTo>
                <a:lnTo>
                  <a:pt x="2276110" y="109892"/>
                </a:lnTo>
                <a:lnTo>
                  <a:pt x="2276370" y="110426"/>
                </a:lnTo>
                <a:lnTo>
                  <a:pt x="2276645" y="110949"/>
                </a:lnTo>
                <a:lnTo>
                  <a:pt x="2276936" y="111459"/>
                </a:lnTo>
                <a:lnTo>
                  <a:pt x="2277241" y="111957"/>
                </a:lnTo>
                <a:lnTo>
                  <a:pt x="2277562" y="112444"/>
                </a:lnTo>
                <a:lnTo>
                  <a:pt x="2277898" y="112918"/>
                </a:lnTo>
                <a:lnTo>
                  <a:pt x="2278248" y="113380"/>
                </a:lnTo>
                <a:lnTo>
                  <a:pt x="2278615" y="113830"/>
                </a:lnTo>
                <a:lnTo>
                  <a:pt x="2278996" y="114268"/>
                </a:lnTo>
                <a:lnTo>
                  <a:pt x="2279392" y="114694"/>
                </a:lnTo>
                <a:lnTo>
                  <a:pt x="2279804" y="115108"/>
                </a:lnTo>
                <a:lnTo>
                  <a:pt x="2280230" y="115510"/>
                </a:lnTo>
                <a:lnTo>
                  <a:pt x="2280672" y="115900"/>
                </a:lnTo>
                <a:lnTo>
                  <a:pt x="2281129" y="116278"/>
                </a:lnTo>
                <a:lnTo>
                  <a:pt x="2281601" y="116644"/>
                </a:lnTo>
                <a:lnTo>
                  <a:pt x="2282088" y="116997"/>
                </a:lnTo>
                <a:lnTo>
                  <a:pt x="2282591" y="117339"/>
                </a:lnTo>
                <a:lnTo>
                  <a:pt x="2283108" y="117669"/>
                </a:lnTo>
                <a:lnTo>
                  <a:pt x="2283641" y="117986"/>
                </a:lnTo>
                <a:lnTo>
                  <a:pt x="2284189" y="118292"/>
                </a:lnTo>
                <a:lnTo>
                  <a:pt x="2284752" y="118585"/>
                </a:lnTo>
                <a:lnTo>
                  <a:pt x="2285330" y="118867"/>
                </a:lnTo>
                <a:lnTo>
                  <a:pt x="2285923" y="119136"/>
                </a:lnTo>
                <a:lnTo>
                  <a:pt x="2286534" y="119394"/>
                </a:lnTo>
                <a:lnTo>
                  <a:pt x="2287166" y="119641"/>
                </a:lnTo>
                <a:lnTo>
                  <a:pt x="2287820" y="119876"/>
                </a:lnTo>
                <a:lnTo>
                  <a:pt x="2288494" y="120101"/>
                </a:lnTo>
                <a:lnTo>
                  <a:pt x="2289190" y="120315"/>
                </a:lnTo>
                <a:lnTo>
                  <a:pt x="2289906" y="120518"/>
                </a:lnTo>
                <a:lnTo>
                  <a:pt x="2290643" y="120710"/>
                </a:lnTo>
                <a:lnTo>
                  <a:pt x="2291402" y="120891"/>
                </a:lnTo>
                <a:lnTo>
                  <a:pt x="2292181" y="121061"/>
                </a:lnTo>
                <a:lnTo>
                  <a:pt x="2292982" y="121220"/>
                </a:lnTo>
                <a:lnTo>
                  <a:pt x="2293803" y="121369"/>
                </a:lnTo>
                <a:lnTo>
                  <a:pt x="2294646" y="121506"/>
                </a:lnTo>
                <a:lnTo>
                  <a:pt x="2295509" y="121632"/>
                </a:lnTo>
                <a:lnTo>
                  <a:pt x="2296394" y="121747"/>
                </a:lnTo>
                <a:lnTo>
                  <a:pt x="2297299" y="121851"/>
                </a:lnTo>
                <a:lnTo>
                  <a:pt x="2298226" y="121945"/>
                </a:lnTo>
                <a:lnTo>
                  <a:pt x="2299173" y="122027"/>
                </a:lnTo>
                <a:lnTo>
                  <a:pt x="2300142" y="122098"/>
                </a:lnTo>
                <a:lnTo>
                  <a:pt x="2301131" y="122159"/>
                </a:lnTo>
                <a:lnTo>
                  <a:pt x="2302142" y="122208"/>
                </a:lnTo>
                <a:lnTo>
                  <a:pt x="2303174" y="122246"/>
                </a:lnTo>
                <a:lnTo>
                  <a:pt x="2304226" y="122274"/>
                </a:lnTo>
                <a:lnTo>
                  <a:pt x="2305300" y="122290"/>
                </a:lnTo>
                <a:lnTo>
                  <a:pt x="2306394" y="122296"/>
                </a:lnTo>
                <a:lnTo>
                  <a:pt x="2312536" y="122296"/>
                </a:lnTo>
                <a:lnTo>
                  <a:pt x="2312536" y="103871"/>
                </a:lnTo>
                <a:lnTo>
                  <a:pt x="2307107" y="103871"/>
                </a:lnTo>
                <a:lnTo>
                  <a:pt x="2306544" y="103866"/>
                </a:lnTo>
                <a:lnTo>
                  <a:pt x="2305999" y="103849"/>
                </a:lnTo>
                <a:close/>
                <a:moveTo>
                  <a:pt x="2972754" y="122296"/>
                </a:moveTo>
                <a:lnTo>
                  <a:pt x="3048321" y="122296"/>
                </a:lnTo>
                <a:lnTo>
                  <a:pt x="3048321" y="100311"/>
                </a:lnTo>
                <a:lnTo>
                  <a:pt x="2997765" y="100311"/>
                </a:lnTo>
                <a:lnTo>
                  <a:pt x="2997765" y="2492"/>
                </a:lnTo>
                <a:lnTo>
                  <a:pt x="2972754" y="2492"/>
                </a:lnTo>
                <a:lnTo>
                  <a:pt x="2972754" y="122296"/>
                </a:lnTo>
                <a:close/>
                <a:moveTo>
                  <a:pt x="3220847" y="2492"/>
                </a:moveTo>
                <a:lnTo>
                  <a:pt x="3195836" y="2492"/>
                </a:lnTo>
                <a:lnTo>
                  <a:pt x="3195836" y="122296"/>
                </a:lnTo>
                <a:lnTo>
                  <a:pt x="3220847" y="122296"/>
                </a:lnTo>
                <a:lnTo>
                  <a:pt x="3220847" y="2492"/>
                </a:lnTo>
                <a:close/>
                <a:moveTo>
                  <a:pt x="3126415" y="123608"/>
                </a:moveTo>
                <a:lnTo>
                  <a:pt x="3127766" y="123481"/>
                </a:lnTo>
                <a:lnTo>
                  <a:pt x="3129098" y="123330"/>
                </a:lnTo>
                <a:lnTo>
                  <a:pt x="3130412" y="123156"/>
                </a:lnTo>
                <a:lnTo>
                  <a:pt x="3131707" y="122959"/>
                </a:lnTo>
                <a:lnTo>
                  <a:pt x="3132983" y="122739"/>
                </a:lnTo>
                <a:lnTo>
                  <a:pt x="3134240" y="122495"/>
                </a:lnTo>
                <a:lnTo>
                  <a:pt x="3135479" y="122229"/>
                </a:lnTo>
                <a:lnTo>
                  <a:pt x="3136699" y="121939"/>
                </a:lnTo>
                <a:lnTo>
                  <a:pt x="3137900" y="121626"/>
                </a:lnTo>
                <a:lnTo>
                  <a:pt x="3139083" y="121290"/>
                </a:lnTo>
                <a:lnTo>
                  <a:pt x="3140247" y="120931"/>
                </a:lnTo>
                <a:lnTo>
                  <a:pt x="3141392" y="120548"/>
                </a:lnTo>
                <a:lnTo>
                  <a:pt x="3142519" y="120143"/>
                </a:lnTo>
                <a:lnTo>
                  <a:pt x="3143627" y="119714"/>
                </a:lnTo>
                <a:lnTo>
                  <a:pt x="3144716" y="119262"/>
                </a:lnTo>
                <a:lnTo>
                  <a:pt x="3145786" y="118787"/>
                </a:lnTo>
                <a:lnTo>
                  <a:pt x="3146838" y="118288"/>
                </a:lnTo>
                <a:lnTo>
                  <a:pt x="3147871" y="117767"/>
                </a:lnTo>
                <a:lnTo>
                  <a:pt x="3148886" y="117222"/>
                </a:lnTo>
                <a:lnTo>
                  <a:pt x="3149881" y="116657"/>
                </a:lnTo>
                <a:lnTo>
                  <a:pt x="3150856" y="116074"/>
                </a:lnTo>
                <a:lnTo>
                  <a:pt x="3151810" y="115473"/>
                </a:lnTo>
                <a:lnTo>
                  <a:pt x="3152745" y="114854"/>
                </a:lnTo>
                <a:lnTo>
                  <a:pt x="3153660" y="114217"/>
                </a:lnTo>
                <a:lnTo>
                  <a:pt x="3154554" y="113562"/>
                </a:lnTo>
                <a:lnTo>
                  <a:pt x="3155429" y="112889"/>
                </a:lnTo>
                <a:lnTo>
                  <a:pt x="3156283" y="112198"/>
                </a:lnTo>
                <a:lnTo>
                  <a:pt x="3157117" y="111490"/>
                </a:lnTo>
                <a:lnTo>
                  <a:pt x="3157932" y="110763"/>
                </a:lnTo>
                <a:lnTo>
                  <a:pt x="3158726" y="110019"/>
                </a:lnTo>
                <a:lnTo>
                  <a:pt x="3159500" y="109256"/>
                </a:lnTo>
                <a:lnTo>
                  <a:pt x="3160254" y="108476"/>
                </a:lnTo>
                <a:lnTo>
                  <a:pt x="3160988" y="107677"/>
                </a:lnTo>
                <a:lnTo>
                  <a:pt x="3161701" y="106861"/>
                </a:lnTo>
                <a:lnTo>
                  <a:pt x="3162395" y="106027"/>
                </a:lnTo>
                <a:lnTo>
                  <a:pt x="3163069" y="105175"/>
                </a:lnTo>
                <a:lnTo>
                  <a:pt x="3163722" y="104305"/>
                </a:lnTo>
                <a:lnTo>
                  <a:pt x="3164355" y="103417"/>
                </a:lnTo>
                <a:lnTo>
                  <a:pt x="3164969" y="102511"/>
                </a:lnTo>
                <a:lnTo>
                  <a:pt x="3165562" y="101588"/>
                </a:lnTo>
                <a:lnTo>
                  <a:pt x="3166135" y="100646"/>
                </a:lnTo>
                <a:lnTo>
                  <a:pt x="3166688" y="99686"/>
                </a:lnTo>
                <a:lnTo>
                  <a:pt x="3167221" y="98709"/>
                </a:lnTo>
                <a:lnTo>
                  <a:pt x="3167733" y="97716"/>
                </a:lnTo>
                <a:lnTo>
                  <a:pt x="3168223" y="96710"/>
                </a:lnTo>
                <a:lnTo>
                  <a:pt x="3168692" y="95691"/>
                </a:lnTo>
                <a:lnTo>
                  <a:pt x="3169139" y="94659"/>
                </a:lnTo>
                <a:lnTo>
                  <a:pt x="3169563" y="93614"/>
                </a:lnTo>
                <a:lnTo>
                  <a:pt x="3169966" y="92556"/>
                </a:lnTo>
                <a:lnTo>
                  <a:pt x="3170348" y="91485"/>
                </a:lnTo>
                <a:lnTo>
                  <a:pt x="3170707" y="90401"/>
                </a:lnTo>
                <a:lnTo>
                  <a:pt x="3171045" y="89305"/>
                </a:lnTo>
                <a:lnTo>
                  <a:pt x="3171361" y="88195"/>
                </a:lnTo>
                <a:lnTo>
                  <a:pt x="3171655" y="87072"/>
                </a:lnTo>
                <a:lnTo>
                  <a:pt x="3171927" y="85936"/>
                </a:lnTo>
                <a:lnTo>
                  <a:pt x="3172178" y="84788"/>
                </a:lnTo>
                <a:lnTo>
                  <a:pt x="3172407" y="83626"/>
                </a:lnTo>
                <a:lnTo>
                  <a:pt x="3172614" y="82451"/>
                </a:lnTo>
                <a:lnTo>
                  <a:pt x="3172799" y="81263"/>
                </a:lnTo>
                <a:lnTo>
                  <a:pt x="3172962" y="80063"/>
                </a:lnTo>
                <a:lnTo>
                  <a:pt x="3173104" y="78849"/>
                </a:lnTo>
                <a:lnTo>
                  <a:pt x="3173224" y="77622"/>
                </a:lnTo>
                <a:lnTo>
                  <a:pt x="3173322" y="76383"/>
                </a:lnTo>
                <a:lnTo>
                  <a:pt x="3173398" y="75130"/>
                </a:lnTo>
                <a:lnTo>
                  <a:pt x="3173453" y="73865"/>
                </a:lnTo>
                <a:lnTo>
                  <a:pt x="3173485" y="72586"/>
                </a:lnTo>
                <a:lnTo>
                  <a:pt x="3173496" y="71295"/>
                </a:lnTo>
                <a:lnTo>
                  <a:pt x="3173496" y="59101"/>
                </a:lnTo>
                <a:lnTo>
                  <a:pt x="3120003" y="59101"/>
                </a:lnTo>
                <a:lnTo>
                  <a:pt x="3120003" y="79038"/>
                </a:lnTo>
                <a:lnTo>
                  <a:pt x="3148396" y="79038"/>
                </a:lnTo>
                <a:lnTo>
                  <a:pt x="3148347" y="79629"/>
                </a:lnTo>
                <a:lnTo>
                  <a:pt x="3148286" y="80213"/>
                </a:lnTo>
                <a:lnTo>
                  <a:pt x="3148216" y="80792"/>
                </a:lnTo>
                <a:lnTo>
                  <a:pt x="3148135" y="81365"/>
                </a:lnTo>
                <a:lnTo>
                  <a:pt x="3148044" y="81932"/>
                </a:lnTo>
                <a:lnTo>
                  <a:pt x="3147943" y="82493"/>
                </a:lnTo>
                <a:lnTo>
                  <a:pt x="3147831" y="83048"/>
                </a:lnTo>
                <a:lnTo>
                  <a:pt x="3147709" y="83597"/>
                </a:lnTo>
                <a:lnTo>
                  <a:pt x="3147576" y="84141"/>
                </a:lnTo>
                <a:lnTo>
                  <a:pt x="3147433" y="84678"/>
                </a:lnTo>
                <a:lnTo>
                  <a:pt x="3147280" y="85210"/>
                </a:lnTo>
                <a:lnTo>
                  <a:pt x="3147117" y="85736"/>
                </a:lnTo>
                <a:lnTo>
                  <a:pt x="3146943" y="86256"/>
                </a:lnTo>
                <a:lnTo>
                  <a:pt x="3146759" y="86770"/>
                </a:lnTo>
                <a:lnTo>
                  <a:pt x="3146564" y="87278"/>
                </a:lnTo>
                <a:lnTo>
                  <a:pt x="3146359" y="87781"/>
                </a:lnTo>
                <a:lnTo>
                  <a:pt x="3146144" y="88277"/>
                </a:lnTo>
                <a:lnTo>
                  <a:pt x="3145918" y="88768"/>
                </a:lnTo>
                <a:lnTo>
                  <a:pt x="3145682" y="89253"/>
                </a:lnTo>
                <a:lnTo>
                  <a:pt x="3145435" y="89731"/>
                </a:lnTo>
                <a:lnTo>
                  <a:pt x="3145179" y="90204"/>
                </a:lnTo>
                <a:lnTo>
                  <a:pt x="3144912" y="90672"/>
                </a:lnTo>
                <a:lnTo>
                  <a:pt x="3144634" y="91133"/>
                </a:lnTo>
                <a:lnTo>
                  <a:pt x="3144346" y="91588"/>
                </a:lnTo>
                <a:lnTo>
                  <a:pt x="3144049" y="92037"/>
                </a:lnTo>
                <a:lnTo>
                  <a:pt x="3143741" y="92477"/>
                </a:lnTo>
                <a:lnTo>
                  <a:pt x="3143424" y="92909"/>
                </a:lnTo>
                <a:lnTo>
                  <a:pt x="3143098" y="93333"/>
                </a:lnTo>
                <a:lnTo>
                  <a:pt x="3142762" y="93748"/>
                </a:lnTo>
                <a:lnTo>
                  <a:pt x="3142416" y="94156"/>
                </a:lnTo>
                <a:lnTo>
                  <a:pt x="3142061" y="94555"/>
                </a:lnTo>
                <a:lnTo>
                  <a:pt x="3141696" y="94946"/>
                </a:lnTo>
                <a:lnTo>
                  <a:pt x="3141322" y="95329"/>
                </a:lnTo>
                <a:lnTo>
                  <a:pt x="3140938" y="95703"/>
                </a:lnTo>
                <a:lnTo>
                  <a:pt x="3140544" y="96070"/>
                </a:lnTo>
                <a:lnTo>
                  <a:pt x="3140141" y="96428"/>
                </a:lnTo>
                <a:lnTo>
                  <a:pt x="3139728" y="96778"/>
                </a:lnTo>
                <a:lnTo>
                  <a:pt x="3139306" y="97120"/>
                </a:lnTo>
                <a:lnTo>
                  <a:pt x="3138874" y="97454"/>
                </a:lnTo>
                <a:lnTo>
                  <a:pt x="3138432" y="97779"/>
                </a:lnTo>
                <a:lnTo>
                  <a:pt x="3137981" y="98096"/>
                </a:lnTo>
                <a:lnTo>
                  <a:pt x="3137521" y="98406"/>
                </a:lnTo>
                <a:lnTo>
                  <a:pt x="3137050" y="98707"/>
                </a:lnTo>
                <a:lnTo>
                  <a:pt x="3136571" y="98999"/>
                </a:lnTo>
                <a:lnTo>
                  <a:pt x="3136081" y="99284"/>
                </a:lnTo>
                <a:lnTo>
                  <a:pt x="3135582" y="99560"/>
                </a:lnTo>
                <a:lnTo>
                  <a:pt x="3135074" y="99828"/>
                </a:lnTo>
                <a:lnTo>
                  <a:pt x="3134556" y="100088"/>
                </a:lnTo>
                <a:lnTo>
                  <a:pt x="3134028" y="100339"/>
                </a:lnTo>
                <a:lnTo>
                  <a:pt x="3133492" y="100579"/>
                </a:lnTo>
                <a:lnTo>
                  <a:pt x="3132946" y="100808"/>
                </a:lnTo>
                <a:lnTo>
                  <a:pt x="3132391" y="101027"/>
                </a:lnTo>
                <a:lnTo>
                  <a:pt x="3131827" y="101235"/>
                </a:lnTo>
                <a:lnTo>
                  <a:pt x="3131254" y="101432"/>
                </a:lnTo>
                <a:lnTo>
                  <a:pt x="3130672" y="101618"/>
                </a:lnTo>
                <a:lnTo>
                  <a:pt x="3130081" y="101794"/>
                </a:lnTo>
                <a:lnTo>
                  <a:pt x="3129480" y="101960"/>
                </a:lnTo>
                <a:lnTo>
                  <a:pt x="3128871" y="102114"/>
                </a:lnTo>
                <a:lnTo>
                  <a:pt x="3128252" y="102258"/>
                </a:lnTo>
                <a:lnTo>
                  <a:pt x="3127624" y="102391"/>
                </a:lnTo>
                <a:lnTo>
                  <a:pt x="3126987" y="102514"/>
                </a:lnTo>
                <a:lnTo>
                  <a:pt x="3126341" y="102626"/>
                </a:lnTo>
                <a:lnTo>
                  <a:pt x="3125686" y="102727"/>
                </a:lnTo>
                <a:lnTo>
                  <a:pt x="3125022" y="102818"/>
                </a:lnTo>
                <a:lnTo>
                  <a:pt x="3124349" y="102898"/>
                </a:lnTo>
                <a:lnTo>
                  <a:pt x="3123666" y="102967"/>
                </a:lnTo>
                <a:lnTo>
                  <a:pt x="3122975" y="103026"/>
                </a:lnTo>
                <a:lnTo>
                  <a:pt x="3122274" y="103074"/>
                </a:lnTo>
                <a:lnTo>
                  <a:pt x="3121564" y="103111"/>
                </a:lnTo>
                <a:lnTo>
                  <a:pt x="3120845" y="103138"/>
                </a:lnTo>
                <a:lnTo>
                  <a:pt x="3120117" y="103154"/>
                </a:lnTo>
                <a:lnTo>
                  <a:pt x="3119380" y="103159"/>
                </a:lnTo>
                <a:lnTo>
                  <a:pt x="3118387" y="103149"/>
                </a:lnTo>
                <a:lnTo>
                  <a:pt x="3117410" y="103120"/>
                </a:lnTo>
                <a:lnTo>
                  <a:pt x="3116450" y="103072"/>
                </a:lnTo>
                <a:lnTo>
                  <a:pt x="3115506" y="103003"/>
                </a:lnTo>
                <a:lnTo>
                  <a:pt x="3114578" y="102916"/>
                </a:lnTo>
                <a:lnTo>
                  <a:pt x="3113667" y="102809"/>
                </a:lnTo>
                <a:lnTo>
                  <a:pt x="3112772" y="102682"/>
                </a:lnTo>
                <a:lnTo>
                  <a:pt x="3111893" y="102536"/>
                </a:lnTo>
                <a:lnTo>
                  <a:pt x="3111031" y="102371"/>
                </a:lnTo>
                <a:lnTo>
                  <a:pt x="3110186" y="102186"/>
                </a:lnTo>
                <a:lnTo>
                  <a:pt x="3109356" y="101981"/>
                </a:lnTo>
                <a:lnTo>
                  <a:pt x="3108543" y="101757"/>
                </a:lnTo>
                <a:lnTo>
                  <a:pt x="3107747" y="101514"/>
                </a:lnTo>
                <a:lnTo>
                  <a:pt x="3106967" y="101251"/>
                </a:lnTo>
                <a:lnTo>
                  <a:pt x="3106203" y="100969"/>
                </a:lnTo>
                <a:lnTo>
                  <a:pt x="3105455" y="100667"/>
                </a:lnTo>
                <a:lnTo>
                  <a:pt x="3104724" y="100346"/>
                </a:lnTo>
                <a:lnTo>
                  <a:pt x="3104009" y="100005"/>
                </a:lnTo>
                <a:lnTo>
                  <a:pt x="3103311" y="99645"/>
                </a:lnTo>
                <a:lnTo>
                  <a:pt x="3102629" y="99265"/>
                </a:lnTo>
                <a:lnTo>
                  <a:pt x="3101964" y="98866"/>
                </a:lnTo>
                <a:lnTo>
                  <a:pt x="3101315" y="98447"/>
                </a:lnTo>
                <a:lnTo>
                  <a:pt x="3100682" y="98009"/>
                </a:lnTo>
                <a:lnTo>
                  <a:pt x="3100065" y="97552"/>
                </a:lnTo>
                <a:lnTo>
                  <a:pt x="3099464" y="97078"/>
                </a:lnTo>
                <a:lnTo>
                  <a:pt x="3098876" y="96592"/>
                </a:lnTo>
                <a:lnTo>
                  <a:pt x="3098303" y="96093"/>
                </a:lnTo>
                <a:lnTo>
                  <a:pt x="3097743" y="95581"/>
                </a:lnTo>
                <a:lnTo>
                  <a:pt x="3097196" y="95057"/>
                </a:lnTo>
                <a:lnTo>
                  <a:pt x="3096664" y="94520"/>
                </a:lnTo>
                <a:lnTo>
                  <a:pt x="3096145" y="93970"/>
                </a:lnTo>
                <a:lnTo>
                  <a:pt x="3095640" y="93408"/>
                </a:lnTo>
                <a:lnTo>
                  <a:pt x="3095148" y="92833"/>
                </a:lnTo>
                <a:lnTo>
                  <a:pt x="3094671" y="92245"/>
                </a:lnTo>
                <a:lnTo>
                  <a:pt x="3094207" y="91645"/>
                </a:lnTo>
                <a:lnTo>
                  <a:pt x="3093757" y="91032"/>
                </a:lnTo>
                <a:lnTo>
                  <a:pt x="3093321" y="90406"/>
                </a:lnTo>
                <a:lnTo>
                  <a:pt x="3092898" y="89768"/>
                </a:lnTo>
                <a:lnTo>
                  <a:pt x="3092489" y="89117"/>
                </a:lnTo>
                <a:lnTo>
                  <a:pt x="3092094" y="88453"/>
                </a:lnTo>
                <a:lnTo>
                  <a:pt x="3091713" y="87777"/>
                </a:lnTo>
                <a:lnTo>
                  <a:pt x="3091345" y="87088"/>
                </a:lnTo>
                <a:lnTo>
                  <a:pt x="3090992" y="86386"/>
                </a:lnTo>
                <a:lnTo>
                  <a:pt x="3090652" y="85672"/>
                </a:lnTo>
                <a:lnTo>
                  <a:pt x="3090325" y="84945"/>
                </a:lnTo>
                <a:lnTo>
                  <a:pt x="3090013" y="84205"/>
                </a:lnTo>
                <a:lnTo>
                  <a:pt x="3089714" y="83453"/>
                </a:lnTo>
                <a:lnTo>
                  <a:pt x="3089429" y="82688"/>
                </a:lnTo>
                <a:lnTo>
                  <a:pt x="3089157" y="81913"/>
                </a:lnTo>
                <a:lnTo>
                  <a:pt x="3088896" y="81133"/>
                </a:lnTo>
                <a:lnTo>
                  <a:pt x="3088647" y="80347"/>
                </a:lnTo>
                <a:lnTo>
                  <a:pt x="3088409" y="79555"/>
                </a:lnTo>
                <a:lnTo>
                  <a:pt x="3088183" y="78757"/>
                </a:lnTo>
                <a:lnTo>
                  <a:pt x="3087969" y="77953"/>
                </a:lnTo>
                <a:lnTo>
                  <a:pt x="3087766" y="77144"/>
                </a:lnTo>
                <a:lnTo>
                  <a:pt x="3087575" y="76328"/>
                </a:lnTo>
                <a:lnTo>
                  <a:pt x="3087395" y="75507"/>
                </a:lnTo>
                <a:lnTo>
                  <a:pt x="3087227" y="74680"/>
                </a:lnTo>
                <a:lnTo>
                  <a:pt x="3087071" y="73847"/>
                </a:lnTo>
                <a:lnTo>
                  <a:pt x="3086926" y="73008"/>
                </a:lnTo>
                <a:lnTo>
                  <a:pt x="3086792" y="72163"/>
                </a:lnTo>
                <a:lnTo>
                  <a:pt x="3086671" y="71313"/>
                </a:lnTo>
                <a:lnTo>
                  <a:pt x="3086561" y="70456"/>
                </a:lnTo>
                <a:lnTo>
                  <a:pt x="3086462" y="69594"/>
                </a:lnTo>
                <a:lnTo>
                  <a:pt x="3086375" y="68725"/>
                </a:lnTo>
                <a:lnTo>
                  <a:pt x="3086300" y="67851"/>
                </a:lnTo>
                <a:lnTo>
                  <a:pt x="3086236" y="66971"/>
                </a:lnTo>
                <a:lnTo>
                  <a:pt x="3086184" y="66085"/>
                </a:lnTo>
                <a:lnTo>
                  <a:pt x="3086143" y="65193"/>
                </a:lnTo>
                <a:lnTo>
                  <a:pt x="3086114" y="64296"/>
                </a:lnTo>
                <a:lnTo>
                  <a:pt x="3086097" y="63392"/>
                </a:lnTo>
                <a:lnTo>
                  <a:pt x="3086091" y="62483"/>
                </a:lnTo>
                <a:lnTo>
                  <a:pt x="3086097" y="61566"/>
                </a:lnTo>
                <a:lnTo>
                  <a:pt x="3086114" y="60656"/>
                </a:lnTo>
                <a:lnTo>
                  <a:pt x="3086143" y="59752"/>
                </a:lnTo>
                <a:lnTo>
                  <a:pt x="3086183" y="58855"/>
                </a:lnTo>
                <a:lnTo>
                  <a:pt x="3086234" y="57963"/>
                </a:lnTo>
                <a:lnTo>
                  <a:pt x="3086297" y="57079"/>
                </a:lnTo>
                <a:lnTo>
                  <a:pt x="3086371" y="56200"/>
                </a:lnTo>
                <a:lnTo>
                  <a:pt x="3086457" y="55328"/>
                </a:lnTo>
                <a:lnTo>
                  <a:pt x="3086554" y="54462"/>
                </a:lnTo>
                <a:lnTo>
                  <a:pt x="3086663" y="53602"/>
                </a:lnTo>
                <a:lnTo>
                  <a:pt x="3086783" y="52749"/>
                </a:lnTo>
                <a:lnTo>
                  <a:pt x="3086915" y="51902"/>
                </a:lnTo>
                <a:lnTo>
                  <a:pt x="3087058" y="51062"/>
                </a:lnTo>
                <a:lnTo>
                  <a:pt x="3087212" y="50227"/>
                </a:lnTo>
                <a:lnTo>
                  <a:pt x="3087378" y="49400"/>
                </a:lnTo>
                <a:lnTo>
                  <a:pt x="3087555" y="48578"/>
                </a:lnTo>
                <a:lnTo>
                  <a:pt x="3087744" y="47763"/>
                </a:lnTo>
                <a:lnTo>
                  <a:pt x="3087944" y="46954"/>
                </a:lnTo>
                <a:lnTo>
                  <a:pt x="3088155" y="46151"/>
                </a:lnTo>
                <a:lnTo>
                  <a:pt x="3088378" y="45355"/>
                </a:lnTo>
                <a:lnTo>
                  <a:pt x="3088613" y="44565"/>
                </a:lnTo>
                <a:lnTo>
                  <a:pt x="3088859" y="43782"/>
                </a:lnTo>
                <a:lnTo>
                  <a:pt x="3089116" y="43005"/>
                </a:lnTo>
                <a:lnTo>
                  <a:pt x="3089385" y="42234"/>
                </a:lnTo>
                <a:lnTo>
                  <a:pt x="3089666" y="41472"/>
                </a:lnTo>
                <a:lnTo>
                  <a:pt x="3089961" y="40723"/>
                </a:lnTo>
                <a:lnTo>
                  <a:pt x="3090269" y="39986"/>
                </a:lnTo>
                <a:lnTo>
                  <a:pt x="3090591" y="39262"/>
                </a:lnTo>
                <a:lnTo>
                  <a:pt x="3090927" y="38550"/>
                </a:lnTo>
                <a:lnTo>
                  <a:pt x="3091276" y="37850"/>
                </a:lnTo>
                <a:lnTo>
                  <a:pt x="3091639" y="37163"/>
                </a:lnTo>
                <a:lnTo>
                  <a:pt x="3092015" y="36488"/>
                </a:lnTo>
                <a:lnTo>
                  <a:pt x="3092405" y="35825"/>
                </a:lnTo>
                <a:lnTo>
                  <a:pt x="3092809" y="35175"/>
                </a:lnTo>
                <a:lnTo>
                  <a:pt x="3093226" y="34537"/>
                </a:lnTo>
                <a:lnTo>
                  <a:pt x="3093657" y="33912"/>
                </a:lnTo>
                <a:lnTo>
                  <a:pt x="3094101" y="33299"/>
                </a:lnTo>
                <a:lnTo>
                  <a:pt x="3094559" y="32698"/>
                </a:lnTo>
                <a:lnTo>
                  <a:pt x="3095031" y="32109"/>
                </a:lnTo>
                <a:lnTo>
                  <a:pt x="3095516" y="31533"/>
                </a:lnTo>
                <a:lnTo>
                  <a:pt x="3096015" y="30970"/>
                </a:lnTo>
                <a:lnTo>
                  <a:pt x="3096527" y="30418"/>
                </a:lnTo>
                <a:lnTo>
                  <a:pt x="3097053" y="29879"/>
                </a:lnTo>
                <a:lnTo>
                  <a:pt x="3097593" y="29353"/>
                </a:lnTo>
                <a:lnTo>
                  <a:pt x="3098146" y="28838"/>
                </a:lnTo>
                <a:lnTo>
                  <a:pt x="3098713" y="28336"/>
                </a:lnTo>
                <a:lnTo>
                  <a:pt x="3099293" y="27847"/>
                </a:lnTo>
                <a:lnTo>
                  <a:pt x="3099887" y="27370"/>
                </a:lnTo>
                <a:lnTo>
                  <a:pt x="3100496" y="26908"/>
                </a:lnTo>
                <a:lnTo>
                  <a:pt x="3101120" y="26467"/>
                </a:lnTo>
                <a:lnTo>
                  <a:pt x="3101761" y="26045"/>
                </a:lnTo>
                <a:lnTo>
                  <a:pt x="3102417" y="25643"/>
                </a:lnTo>
                <a:lnTo>
                  <a:pt x="3103088" y="25260"/>
                </a:lnTo>
                <a:lnTo>
                  <a:pt x="3103776" y="24897"/>
                </a:lnTo>
                <a:lnTo>
                  <a:pt x="3104479" y="24553"/>
                </a:lnTo>
                <a:lnTo>
                  <a:pt x="3105198" y="24230"/>
                </a:lnTo>
                <a:lnTo>
                  <a:pt x="3105933" y="23926"/>
                </a:lnTo>
                <a:lnTo>
                  <a:pt x="3106683" y="23641"/>
                </a:lnTo>
                <a:lnTo>
                  <a:pt x="3107450" y="23376"/>
                </a:lnTo>
                <a:lnTo>
                  <a:pt x="3108232" y="23131"/>
                </a:lnTo>
                <a:lnTo>
                  <a:pt x="3109030" y="22905"/>
                </a:lnTo>
                <a:lnTo>
                  <a:pt x="3109843" y="22699"/>
                </a:lnTo>
                <a:lnTo>
                  <a:pt x="3110673" y="22513"/>
                </a:lnTo>
                <a:lnTo>
                  <a:pt x="3111518" y="22346"/>
                </a:lnTo>
                <a:lnTo>
                  <a:pt x="3112378" y="22199"/>
                </a:lnTo>
                <a:lnTo>
                  <a:pt x="3113255" y="22071"/>
                </a:lnTo>
                <a:lnTo>
                  <a:pt x="3114147" y="21963"/>
                </a:lnTo>
                <a:lnTo>
                  <a:pt x="3115056" y="21875"/>
                </a:lnTo>
                <a:lnTo>
                  <a:pt x="3115980" y="21806"/>
                </a:lnTo>
                <a:lnTo>
                  <a:pt x="3116919" y="21757"/>
                </a:lnTo>
                <a:lnTo>
                  <a:pt x="3117875" y="21728"/>
                </a:lnTo>
                <a:lnTo>
                  <a:pt x="3118846" y="21718"/>
                </a:lnTo>
                <a:lnTo>
                  <a:pt x="3119524" y="21722"/>
                </a:lnTo>
                <a:lnTo>
                  <a:pt x="3120195" y="21736"/>
                </a:lnTo>
                <a:lnTo>
                  <a:pt x="3120857" y="21758"/>
                </a:lnTo>
                <a:lnTo>
                  <a:pt x="3121511" y="21789"/>
                </a:lnTo>
                <a:lnTo>
                  <a:pt x="3122157" y="21830"/>
                </a:lnTo>
                <a:lnTo>
                  <a:pt x="3122796" y="21879"/>
                </a:lnTo>
                <a:lnTo>
                  <a:pt x="3123426" y="21937"/>
                </a:lnTo>
                <a:lnTo>
                  <a:pt x="3124048" y="22005"/>
                </a:lnTo>
                <a:lnTo>
                  <a:pt x="3124662" y="22081"/>
                </a:lnTo>
                <a:lnTo>
                  <a:pt x="3125268" y="22166"/>
                </a:lnTo>
                <a:lnTo>
                  <a:pt x="3125866" y="22260"/>
                </a:lnTo>
                <a:lnTo>
                  <a:pt x="3126456" y="22363"/>
                </a:lnTo>
                <a:lnTo>
                  <a:pt x="3127038" y="22475"/>
                </a:lnTo>
                <a:lnTo>
                  <a:pt x="3127612" y="22596"/>
                </a:lnTo>
                <a:lnTo>
                  <a:pt x="3128178" y="22726"/>
                </a:lnTo>
                <a:lnTo>
                  <a:pt x="3128736" y="22865"/>
                </a:lnTo>
                <a:lnTo>
                  <a:pt x="3129285" y="23013"/>
                </a:lnTo>
                <a:lnTo>
                  <a:pt x="3129827" y="23170"/>
                </a:lnTo>
                <a:lnTo>
                  <a:pt x="3130361" y="23335"/>
                </a:lnTo>
                <a:lnTo>
                  <a:pt x="3130887" y="23510"/>
                </a:lnTo>
                <a:lnTo>
                  <a:pt x="3131404" y="23694"/>
                </a:lnTo>
                <a:lnTo>
                  <a:pt x="3131914" y="23887"/>
                </a:lnTo>
                <a:lnTo>
                  <a:pt x="3132415" y="24088"/>
                </a:lnTo>
                <a:lnTo>
                  <a:pt x="3132909" y="24299"/>
                </a:lnTo>
                <a:lnTo>
                  <a:pt x="3133394" y="24517"/>
                </a:lnTo>
                <a:lnTo>
                  <a:pt x="3133871" y="24743"/>
                </a:lnTo>
                <a:lnTo>
                  <a:pt x="3134339" y="24975"/>
                </a:lnTo>
                <a:lnTo>
                  <a:pt x="3134798" y="25214"/>
                </a:lnTo>
                <a:lnTo>
                  <a:pt x="3135248" y="25459"/>
                </a:lnTo>
                <a:lnTo>
                  <a:pt x="3135690" y="25712"/>
                </a:lnTo>
                <a:lnTo>
                  <a:pt x="3136124" y="25971"/>
                </a:lnTo>
                <a:lnTo>
                  <a:pt x="3136548" y="26237"/>
                </a:lnTo>
                <a:lnTo>
                  <a:pt x="3136964" y="26510"/>
                </a:lnTo>
                <a:lnTo>
                  <a:pt x="3137372" y="26790"/>
                </a:lnTo>
                <a:lnTo>
                  <a:pt x="3137770" y="27076"/>
                </a:lnTo>
                <a:lnTo>
                  <a:pt x="3138160" y="27370"/>
                </a:lnTo>
                <a:lnTo>
                  <a:pt x="3138542" y="27670"/>
                </a:lnTo>
                <a:lnTo>
                  <a:pt x="3138914" y="27977"/>
                </a:lnTo>
                <a:lnTo>
                  <a:pt x="3139279" y="28290"/>
                </a:lnTo>
                <a:lnTo>
                  <a:pt x="3139634" y="28611"/>
                </a:lnTo>
                <a:lnTo>
                  <a:pt x="3139981" y="28938"/>
                </a:lnTo>
                <a:lnTo>
                  <a:pt x="3140319" y="29272"/>
                </a:lnTo>
                <a:lnTo>
                  <a:pt x="3140648" y="29613"/>
                </a:lnTo>
                <a:lnTo>
                  <a:pt x="3140969" y="29961"/>
                </a:lnTo>
                <a:lnTo>
                  <a:pt x="3141281" y="30315"/>
                </a:lnTo>
                <a:lnTo>
                  <a:pt x="3141585" y="30677"/>
                </a:lnTo>
                <a:lnTo>
                  <a:pt x="3141880" y="31045"/>
                </a:lnTo>
                <a:lnTo>
                  <a:pt x="3142166" y="31419"/>
                </a:lnTo>
                <a:lnTo>
                  <a:pt x="3142443" y="31800"/>
                </a:lnTo>
                <a:lnTo>
                  <a:pt x="3142711" y="32185"/>
                </a:lnTo>
                <a:lnTo>
                  <a:pt x="3142970" y="32575"/>
                </a:lnTo>
                <a:lnTo>
                  <a:pt x="3143219" y="32970"/>
                </a:lnTo>
                <a:lnTo>
                  <a:pt x="3143459" y="33369"/>
                </a:lnTo>
                <a:lnTo>
                  <a:pt x="3143690" y="33773"/>
                </a:lnTo>
                <a:lnTo>
                  <a:pt x="3143912" y="34181"/>
                </a:lnTo>
                <a:lnTo>
                  <a:pt x="3144124" y="34594"/>
                </a:lnTo>
                <a:lnTo>
                  <a:pt x="3144327" y="35012"/>
                </a:lnTo>
                <a:lnTo>
                  <a:pt x="3144521" y="35434"/>
                </a:lnTo>
                <a:lnTo>
                  <a:pt x="3144705" y="35861"/>
                </a:lnTo>
                <a:lnTo>
                  <a:pt x="3144880" y="36293"/>
                </a:lnTo>
                <a:lnTo>
                  <a:pt x="3145046" y="36729"/>
                </a:lnTo>
                <a:lnTo>
                  <a:pt x="3145203" y="37170"/>
                </a:lnTo>
                <a:lnTo>
                  <a:pt x="3145350" y="37615"/>
                </a:lnTo>
                <a:lnTo>
                  <a:pt x="3145489" y="38065"/>
                </a:lnTo>
                <a:lnTo>
                  <a:pt x="3145618" y="38520"/>
                </a:lnTo>
                <a:lnTo>
                  <a:pt x="3145737" y="38980"/>
                </a:lnTo>
                <a:lnTo>
                  <a:pt x="3145847" y="39444"/>
                </a:lnTo>
                <a:lnTo>
                  <a:pt x="3145948" y="39912"/>
                </a:lnTo>
                <a:lnTo>
                  <a:pt x="3146040" y="40386"/>
                </a:lnTo>
                <a:lnTo>
                  <a:pt x="3146123" y="40863"/>
                </a:lnTo>
                <a:lnTo>
                  <a:pt x="3146196" y="41346"/>
                </a:lnTo>
                <a:lnTo>
                  <a:pt x="3146260" y="41833"/>
                </a:lnTo>
                <a:lnTo>
                  <a:pt x="3171805" y="41833"/>
                </a:lnTo>
                <a:lnTo>
                  <a:pt x="3171717" y="40956"/>
                </a:lnTo>
                <a:lnTo>
                  <a:pt x="3171615" y="40088"/>
                </a:lnTo>
                <a:lnTo>
                  <a:pt x="3171500" y="39230"/>
                </a:lnTo>
                <a:lnTo>
                  <a:pt x="3171372" y="38382"/>
                </a:lnTo>
                <a:lnTo>
                  <a:pt x="3171231" y="37544"/>
                </a:lnTo>
                <a:lnTo>
                  <a:pt x="3171076" y="36715"/>
                </a:lnTo>
                <a:lnTo>
                  <a:pt x="3170908" y="35897"/>
                </a:lnTo>
                <a:lnTo>
                  <a:pt x="3170727" y="35089"/>
                </a:lnTo>
                <a:lnTo>
                  <a:pt x="3170533" y="34290"/>
                </a:lnTo>
                <a:lnTo>
                  <a:pt x="3170325" y="33501"/>
                </a:lnTo>
                <a:lnTo>
                  <a:pt x="3170104" y="32722"/>
                </a:lnTo>
                <a:lnTo>
                  <a:pt x="3169869" y="31954"/>
                </a:lnTo>
                <a:lnTo>
                  <a:pt x="3169621" y="31194"/>
                </a:lnTo>
                <a:lnTo>
                  <a:pt x="3169360" y="30445"/>
                </a:lnTo>
                <a:lnTo>
                  <a:pt x="3169086" y="29706"/>
                </a:lnTo>
                <a:lnTo>
                  <a:pt x="3168799" y="28977"/>
                </a:lnTo>
                <a:lnTo>
                  <a:pt x="3168498" y="28257"/>
                </a:lnTo>
                <a:lnTo>
                  <a:pt x="3168184" y="27548"/>
                </a:lnTo>
                <a:lnTo>
                  <a:pt x="3167856" y="26848"/>
                </a:lnTo>
                <a:lnTo>
                  <a:pt x="3167515" y="26158"/>
                </a:lnTo>
                <a:lnTo>
                  <a:pt x="3167161" y="25478"/>
                </a:lnTo>
                <a:lnTo>
                  <a:pt x="3166794" y="24808"/>
                </a:lnTo>
                <a:lnTo>
                  <a:pt x="3166413" y="24148"/>
                </a:lnTo>
                <a:lnTo>
                  <a:pt x="3166020" y="23498"/>
                </a:lnTo>
                <a:lnTo>
                  <a:pt x="3165615" y="22857"/>
                </a:lnTo>
                <a:lnTo>
                  <a:pt x="3165201" y="22226"/>
                </a:lnTo>
                <a:lnTo>
                  <a:pt x="3164778" y="21604"/>
                </a:lnTo>
                <a:lnTo>
                  <a:pt x="3164346" y="20992"/>
                </a:lnTo>
                <a:lnTo>
                  <a:pt x="3163905" y="20389"/>
                </a:lnTo>
                <a:lnTo>
                  <a:pt x="3163455" y="19796"/>
                </a:lnTo>
                <a:lnTo>
                  <a:pt x="3162996" y="19212"/>
                </a:lnTo>
                <a:lnTo>
                  <a:pt x="3162529" y="18637"/>
                </a:lnTo>
                <a:lnTo>
                  <a:pt x="3162052" y="18072"/>
                </a:lnTo>
                <a:lnTo>
                  <a:pt x="3161566" y="17516"/>
                </a:lnTo>
                <a:lnTo>
                  <a:pt x="3161072" y="16970"/>
                </a:lnTo>
                <a:lnTo>
                  <a:pt x="3160568" y="16433"/>
                </a:lnTo>
                <a:lnTo>
                  <a:pt x="3160055" y="15905"/>
                </a:lnTo>
                <a:lnTo>
                  <a:pt x="3159534" y="15387"/>
                </a:lnTo>
                <a:lnTo>
                  <a:pt x="3159003" y="14879"/>
                </a:lnTo>
                <a:lnTo>
                  <a:pt x="3158464" y="14380"/>
                </a:lnTo>
                <a:lnTo>
                  <a:pt x="3157915" y="13890"/>
                </a:lnTo>
                <a:lnTo>
                  <a:pt x="3157358" y="13409"/>
                </a:lnTo>
                <a:lnTo>
                  <a:pt x="3156792" y="12939"/>
                </a:lnTo>
                <a:lnTo>
                  <a:pt x="3156216" y="12477"/>
                </a:lnTo>
                <a:lnTo>
                  <a:pt x="3155632" y="12025"/>
                </a:lnTo>
                <a:lnTo>
                  <a:pt x="3155039" y="11582"/>
                </a:lnTo>
                <a:lnTo>
                  <a:pt x="3154437" y="11149"/>
                </a:lnTo>
                <a:lnTo>
                  <a:pt x="3153826" y="10725"/>
                </a:lnTo>
                <a:lnTo>
                  <a:pt x="3153207" y="10311"/>
                </a:lnTo>
                <a:lnTo>
                  <a:pt x="3152584" y="9905"/>
                </a:lnTo>
                <a:lnTo>
                  <a:pt x="3151955" y="9509"/>
                </a:lnTo>
                <a:lnTo>
                  <a:pt x="3151321" y="9122"/>
                </a:lnTo>
                <a:lnTo>
                  <a:pt x="3150682" y="8744"/>
                </a:lnTo>
                <a:lnTo>
                  <a:pt x="3150037" y="8375"/>
                </a:lnTo>
                <a:lnTo>
                  <a:pt x="3149387" y="8015"/>
                </a:lnTo>
                <a:lnTo>
                  <a:pt x="3148732" y="7664"/>
                </a:lnTo>
                <a:lnTo>
                  <a:pt x="3148072" y="7323"/>
                </a:lnTo>
                <a:lnTo>
                  <a:pt x="3147407" y="6990"/>
                </a:lnTo>
                <a:lnTo>
                  <a:pt x="3146736" y="6667"/>
                </a:lnTo>
                <a:lnTo>
                  <a:pt x="3146060" y="6353"/>
                </a:lnTo>
                <a:lnTo>
                  <a:pt x="3145378" y="6048"/>
                </a:lnTo>
                <a:lnTo>
                  <a:pt x="3144692" y="5752"/>
                </a:lnTo>
                <a:lnTo>
                  <a:pt x="3144000" y="5465"/>
                </a:lnTo>
                <a:lnTo>
                  <a:pt x="3143303" y="5187"/>
                </a:lnTo>
                <a:lnTo>
                  <a:pt x="3142601" y="4918"/>
                </a:lnTo>
                <a:lnTo>
                  <a:pt x="3141893" y="4659"/>
                </a:lnTo>
                <a:lnTo>
                  <a:pt x="3141180" y="4409"/>
                </a:lnTo>
                <a:lnTo>
                  <a:pt x="3140462" y="4167"/>
                </a:lnTo>
                <a:lnTo>
                  <a:pt x="3139739" y="3935"/>
                </a:lnTo>
                <a:lnTo>
                  <a:pt x="3139010" y="3712"/>
                </a:lnTo>
                <a:lnTo>
                  <a:pt x="3138276" y="3498"/>
                </a:lnTo>
                <a:lnTo>
                  <a:pt x="3137537" y="3293"/>
                </a:lnTo>
                <a:lnTo>
                  <a:pt x="3136795" y="3097"/>
                </a:lnTo>
                <a:lnTo>
                  <a:pt x="3136051" y="2909"/>
                </a:lnTo>
                <a:lnTo>
                  <a:pt x="3135307" y="2730"/>
                </a:lnTo>
                <a:lnTo>
                  <a:pt x="3134561" y="2559"/>
                </a:lnTo>
                <a:lnTo>
                  <a:pt x="3133813" y="2396"/>
                </a:lnTo>
                <a:lnTo>
                  <a:pt x="3133065" y="2242"/>
                </a:lnTo>
                <a:lnTo>
                  <a:pt x="3132315" y="2096"/>
                </a:lnTo>
                <a:lnTo>
                  <a:pt x="3131564" y="1958"/>
                </a:lnTo>
                <a:lnTo>
                  <a:pt x="3130812" y="1829"/>
                </a:lnTo>
                <a:lnTo>
                  <a:pt x="3130058" y="1708"/>
                </a:lnTo>
                <a:lnTo>
                  <a:pt x="3129304" y="1595"/>
                </a:lnTo>
                <a:lnTo>
                  <a:pt x="3128548" y="1491"/>
                </a:lnTo>
                <a:lnTo>
                  <a:pt x="3127790" y="1395"/>
                </a:lnTo>
                <a:lnTo>
                  <a:pt x="3127032" y="1307"/>
                </a:lnTo>
                <a:lnTo>
                  <a:pt x="3126272" y="1228"/>
                </a:lnTo>
                <a:lnTo>
                  <a:pt x="3125511" y="1157"/>
                </a:lnTo>
                <a:lnTo>
                  <a:pt x="3124749" y="1095"/>
                </a:lnTo>
                <a:lnTo>
                  <a:pt x="3123986" y="1040"/>
                </a:lnTo>
                <a:lnTo>
                  <a:pt x="3123221" y="994"/>
                </a:lnTo>
                <a:lnTo>
                  <a:pt x="3122456" y="957"/>
                </a:lnTo>
                <a:lnTo>
                  <a:pt x="3121689" y="928"/>
                </a:lnTo>
                <a:lnTo>
                  <a:pt x="3120920" y="907"/>
                </a:lnTo>
                <a:lnTo>
                  <a:pt x="3120151" y="894"/>
                </a:lnTo>
                <a:lnTo>
                  <a:pt x="3119380" y="890"/>
                </a:lnTo>
                <a:lnTo>
                  <a:pt x="3117854" y="903"/>
                </a:lnTo>
                <a:lnTo>
                  <a:pt x="3116346" y="943"/>
                </a:lnTo>
                <a:lnTo>
                  <a:pt x="3114856" y="1009"/>
                </a:lnTo>
                <a:lnTo>
                  <a:pt x="3113384" y="1101"/>
                </a:lnTo>
                <a:lnTo>
                  <a:pt x="3111931" y="1220"/>
                </a:lnTo>
                <a:lnTo>
                  <a:pt x="3110496" y="1366"/>
                </a:lnTo>
                <a:lnTo>
                  <a:pt x="3109079" y="1537"/>
                </a:lnTo>
                <a:lnTo>
                  <a:pt x="3107680" y="1736"/>
                </a:lnTo>
                <a:lnTo>
                  <a:pt x="3106300" y="1960"/>
                </a:lnTo>
                <a:lnTo>
                  <a:pt x="3104938" y="2211"/>
                </a:lnTo>
                <a:lnTo>
                  <a:pt x="3103594" y="2489"/>
                </a:lnTo>
                <a:lnTo>
                  <a:pt x="3102268" y="2793"/>
                </a:lnTo>
                <a:lnTo>
                  <a:pt x="3100961" y="3123"/>
                </a:lnTo>
                <a:lnTo>
                  <a:pt x="3099672" y="3480"/>
                </a:lnTo>
                <a:lnTo>
                  <a:pt x="3098401" y="3863"/>
                </a:lnTo>
                <a:lnTo>
                  <a:pt x="3097148" y="4272"/>
                </a:lnTo>
                <a:lnTo>
                  <a:pt x="3095913" y="4708"/>
                </a:lnTo>
                <a:lnTo>
                  <a:pt x="3094697" y="5171"/>
                </a:lnTo>
                <a:lnTo>
                  <a:pt x="3093499" y="5660"/>
                </a:lnTo>
                <a:lnTo>
                  <a:pt x="3092319" y="6175"/>
                </a:lnTo>
                <a:lnTo>
                  <a:pt x="3091158" y="6717"/>
                </a:lnTo>
                <a:lnTo>
                  <a:pt x="3090014" y="7285"/>
                </a:lnTo>
                <a:lnTo>
                  <a:pt x="3088889" y="7879"/>
                </a:lnTo>
                <a:lnTo>
                  <a:pt x="3087782" y="8500"/>
                </a:lnTo>
                <a:lnTo>
                  <a:pt x="3086695" y="9145"/>
                </a:lnTo>
                <a:lnTo>
                  <a:pt x="3085629" y="9812"/>
                </a:lnTo>
                <a:lnTo>
                  <a:pt x="3084584" y="10500"/>
                </a:lnTo>
                <a:lnTo>
                  <a:pt x="3083561" y="11210"/>
                </a:lnTo>
                <a:lnTo>
                  <a:pt x="3082558" y="11941"/>
                </a:lnTo>
                <a:lnTo>
                  <a:pt x="3081577" y="12695"/>
                </a:lnTo>
                <a:lnTo>
                  <a:pt x="3080617" y="13469"/>
                </a:lnTo>
                <a:lnTo>
                  <a:pt x="3079678" y="14266"/>
                </a:lnTo>
                <a:lnTo>
                  <a:pt x="3078760" y="15084"/>
                </a:lnTo>
                <a:lnTo>
                  <a:pt x="3077863" y="15924"/>
                </a:lnTo>
                <a:lnTo>
                  <a:pt x="3076988" y="16785"/>
                </a:lnTo>
                <a:lnTo>
                  <a:pt x="3076134" y="17668"/>
                </a:lnTo>
                <a:lnTo>
                  <a:pt x="3075300" y="18572"/>
                </a:lnTo>
                <a:lnTo>
                  <a:pt x="3074489" y="19499"/>
                </a:lnTo>
                <a:lnTo>
                  <a:pt x="3073698" y="20447"/>
                </a:lnTo>
                <a:lnTo>
                  <a:pt x="3072928" y="21416"/>
                </a:lnTo>
                <a:lnTo>
                  <a:pt x="3072180" y="22407"/>
                </a:lnTo>
                <a:lnTo>
                  <a:pt x="3071452" y="23420"/>
                </a:lnTo>
                <a:lnTo>
                  <a:pt x="3070746" y="24454"/>
                </a:lnTo>
                <a:lnTo>
                  <a:pt x="3070061" y="25510"/>
                </a:lnTo>
                <a:lnTo>
                  <a:pt x="3069398" y="26588"/>
                </a:lnTo>
                <a:lnTo>
                  <a:pt x="3068755" y="27687"/>
                </a:lnTo>
                <a:lnTo>
                  <a:pt x="3068134" y="28808"/>
                </a:lnTo>
                <a:lnTo>
                  <a:pt x="3067533" y="29951"/>
                </a:lnTo>
                <a:lnTo>
                  <a:pt x="3066956" y="31113"/>
                </a:lnTo>
                <a:lnTo>
                  <a:pt x="3066403" y="32291"/>
                </a:lnTo>
                <a:lnTo>
                  <a:pt x="3065875" y="33487"/>
                </a:lnTo>
                <a:lnTo>
                  <a:pt x="3065371" y="34699"/>
                </a:lnTo>
                <a:lnTo>
                  <a:pt x="3064892" y="35928"/>
                </a:lnTo>
                <a:lnTo>
                  <a:pt x="3064438" y="37174"/>
                </a:lnTo>
                <a:lnTo>
                  <a:pt x="3064008" y="38437"/>
                </a:lnTo>
                <a:lnTo>
                  <a:pt x="3063602" y="39717"/>
                </a:lnTo>
                <a:lnTo>
                  <a:pt x="3063221" y="41013"/>
                </a:lnTo>
                <a:lnTo>
                  <a:pt x="3062865" y="42327"/>
                </a:lnTo>
                <a:lnTo>
                  <a:pt x="3062533" y="43657"/>
                </a:lnTo>
                <a:lnTo>
                  <a:pt x="3062226" y="45004"/>
                </a:lnTo>
                <a:lnTo>
                  <a:pt x="3061944" y="46368"/>
                </a:lnTo>
                <a:lnTo>
                  <a:pt x="3061686" y="47749"/>
                </a:lnTo>
                <a:lnTo>
                  <a:pt x="3061452" y="49146"/>
                </a:lnTo>
                <a:lnTo>
                  <a:pt x="3061243" y="50561"/>
                </a:lnTo>
                <a:lnTo>
                  <a:pt x="3061059" y="51992"/>
                </a:lnTo>
                <a:lnTo>
                  <a:pt x="3060899" y="53440"/>
                </a:lnTo>
                <a:lnTo>
                  <a:pt x="3060764" y="54905"/>
                </a:lnTo>
                <a:lnTo>
                  <a:pt x="3060654" y="56387"/>
                </a:lnTo>
                <a:lnTo>
                  <a:pt x="3060568" y="57886"/>
                </a:lnTo>
                <a:lnTo>
                  <a:pt x="3060506" y="59401"/>
                </a:lnTo>
                <a:lnTo>
                  <a:pt x="3060470" y="60934"/>
                </a:lnTo>
                <a:lnTo>
                  <a:pt x="3060457" y="62483"/>
                </a:lnTo>
                <a:lnTo>
                  <a:pt x="3060470" y="64025"/>
                </a:lnTo>
                <a:lnTo>
                  <a:pt x="3060506" y="65550"/>
                </a:lnTo>
                <a:lnTo>
                  <a:pt x="3060568" y="67058"/>
                </a:lnTo>
                <a:lnTo>
                  <a:pt x="3060654" y="68550"/>
                </a:lnTo>
                <a:lnTo>
                  <a:pt x="3060764" y="70025"/>
                </a:lnTo>
                <a:lnTo>
                  <a:pt x="3060899" y="71484"/>
                </a:lnTo>
                <a:lnTo>
                  <a:pt x="3061059" y="72925"/>
                </a:lnTo>
                <a:lnTo>
                  <a:pt x="3061243" y="74351"/>
                </a:lnTo>
                <a:lnTo>
                  <a:pt x="3061452" y="75759"/>
                </a:lnTo>
                <a:lnTo>
                  <a:pt x="3061686" y="77151"/>
                </a:lnTo>
                <a:lnTo>
                  <a:pt x="3061944" y="78526"/>
                </a:lnTo>
                <a:lnTo>
                  <a:pt x="3062226" y="79884"/>
                </a:lnTo>
                <a:lnTo>
                  <a:pt x="3062533" y="81225"/>
                </a:lnTo>
                <a:lnTo>
                  <a:pt x="3062865" y="82550"/>
                </a:lnTo>
                <a:lnTo>
                  <a:pt x="3063221" y="83859"/>
                </a:lnTo>
                <a:lnTo>
                  <a:pt x="3063602" y="85150"/>
                </a:lnTo>
                <a:lnTo>
                  <a:pt x="3064008" y="86425"/>
                </a:lnTo>
                <a:lnTo>
                  <a:pt x="3064438" y="87683"/>
                </a:lnTo>
                <a:lnTo>
                  <a:pt x="3064892" y="88925"/>
                </a:lnTo>
                <a:lnTo>
                  <a:pt x="3065371" y="90149"/>
                </a:lnTo>
                <a:lnTo>
                  <a:pt x="3065875" y="91357"/>
                </a:lnTo>
                <a:lnTo>
                  <a:pt x="3066403" y="92549"/>
                </a:lnTo>
                <a:lnTo>
                  <a:pt x="3066956" y="93723"/>
                </a:lnTo>
                <a:lnTo>
                  <a:pt x="3067533" y="94881"/>
                </a:lnTo>
                <a:lnTo>
                  <a:pt x="3068134" y="96020"/>
                </a:lnTo>
                <a:lnTo>
                  <a:pt x="3068755" y="97138"/>
                </a:lnTo>
                <a:lnTo>
                  <a:pt x="3069398" y="98234"/>
                </a:lnTo>
                <a:lnTo>
                  <a:pt x="3070061" y="99308"/>
                </a:lnTo>
                <a:lnTo>
                  <a:pt x="3070746" y="100361"/>
                </a:lnTo>
                <a:lnTo>
                  <a:pt x="3071452" y="101393"/>
                </a:lnTo>
                <a:lnTo>
                  <a:pt x="3072180" y="102403"/>
                </a:lnTo>
                <a:lnTo>
                  <a:pt x="3072928" y="103392"/>
                </a:lnTo>
                <a:lnTo>
                  <a:pt x="3073698" y="104359"/>
                </a:lnTo>
                <a:lnTo>
                  <a:pt x="3074489" y="105304"/>
                </a:lnTo>
                <a:lnTo>
                  <a:pt x="3075300" y="106228"/>
                </a:lnTo>
                <a:lnTo>
                  <a:pt x="3076134" y="107131"/>
                </a:lnTo>
                <a:lnTo>
                  <a:pt x="3076988" y="108012"/>
                </a:lnTo>
                <a:lnTo>
                  <a:pt x="3077863" y="108872"/>
                </a:lnTo>
                <a:lnTo>
                  <a:pt x="3078760" y="109710"/>
                </a:lnTo>
                <a:lnTo>
                  <a:pt x="3079678" y="110527"/>
                </a:lnTo>
                <a:lnTo>
                  <a:pt x="3080617" y="111322"/>
                </a:lnTo>
                <a:lnTo>
                  <a:pt x="3081577" y="112096"/>
                </a:lnTo>
                <a:lnTo>
                  <a:pt x="3082558" y="112848"/>
                </a:lnTo>
                <a:lnTo>
                  <a:pt x="3083561" y="113579"/>
                </a:lnTo>
                <a:lnTo>
                  <a:pt x="3084584" y="114289"/>
                </a:lnTo>
                <a:lnTo>
                  <a:pt x="3085629" y="114976"/>
                </a:lnTo>
                <a:lnTo>
                  <a:pt x="3086695" y="115643"/>
                </a:lnTo>
                <a:lnTo>
                  <a:pt x="3087782" y="116288"/>
                </a:lnTo>
                <a:lnTo>
                  <a:pt x="3088889" y="116909"/>
                </a:lnTo>
                <a:lnTo>
                  <a:pt x="3090014" y="117503"/>
                </a:lnTo>
                <a:lnTo>
                  <a:pt x="3091158" y="118071"/>
                </a:lnTo>
                <a:lnTo>
                  <a:pt x="3092319" y="118613"/>
                </a:lnTo>
                <a:lnTo>
                  <a:pt x="3093499" y="119128"/>
                </a:lnTo>
                <a:lnTo>
                  <a:pt x="3094697" y="119617"/>
                </a:lnTo>
                <a:lnTo>
                  <a:pt x="3095913" y="120080"/>
                </a:lnTo>
                <a:lnTo>
                  <a:pt x="3097148" y="120516"/>
                </a:lnTo>
                <a:lnTo>
                  <a:pt x="3098401" y="120925"/>
                </a:lnTo>
                <a:lnTo>
                  <a:pt x="3099672" y="121308"/>
                </a:lnTo>
                <a:lnTo>
                  <a:pt x="3100961" y="121665"/>
                </a:lnTo>
                <a:lnTo>
                  <a:pt x="3102268" y="121995"/>
                </a:lnTo>
                <a:lnTo>
                  <a:pt x="3103594" y="122299"/>
                </a:lnTo>
                <a:lnTo>
                  <a:pt x="3104938" y="122577"/>
                </a:lnTo>
                <a:lnTo>
                  <a:pt x="3106300" y="122828"/>
                </a:lnTo>
                <a:lnTo>
                  <a:pt x="3107680" y="123052"/>
                </a:lnTo>
                <a:lnTo>
                  <a:pt x="3109079" y="123250"/>
                </a:lnTo>
                <a:lnTo>
                  <a:pt x="3110496" y="123422"/>
                </a:lnTo>
                <a:lnTo>
                  <a:pt x="3111931" y="123567"/>
                </a:lnTo>
                <a:lnTo>
                  <a:pt x="3113384" y="123686"/>
                </a:lnTo>
                <a:lnTo>
                  <a:pt x="3114856" y="123779"/>
                </a:lnTo>
                <a:lnTo>
                  <a:pt x="3116346" y="123845"/>
                </a:lnTo>
                <a:lnTo>
                  <a:pt x="3117854" y="123885"/>
                </a:lnTo>
                <a:lnTo>
                  <a:pt x="3119380" y="123898"/>
                </a:lnTo>
                <a:lnTo>
                  <a:pt x="3120824" y="123886"/>
                </a:lnTo>
                <a:lnTo>
                  <a:pt x="3122250" y="123851"/>
                </a:lnTo>
                <a:lnTo>
                  <a:pt x="3123657" y="123793"/>
                </a:lnTo>
                <a:lnTo>
                  <a:pt x="3125045" y="123712"/>
                </a:lnTo>
                <a:lnTo>
                  <a:pt x="3126415" y="123608"/>
                </a:lnTo>
                <a:close/>
                <a:moveTo>
                  <a:pt x="2595143" y="103997"/>
                </a:moveTo>
                <a:lnTo>
                  <a:pt x="2594638" y="103956"/>
                </a:lnTo>
                <a:lnTo>
                  <a:pt x="2594150" y="103903"/>
                </a:lnTo>
                <a:lnTo>
                  <a:pt x="2593679" y="103839"/>
                </a:lnTo>
                <a:lnTo>
                  <a:pt x="2593225" y="103763"/>
                </a:lnTo>
                <a:lnTo>
                  <a:pt x="2592787" y="103676"/>
                </a:lnTo>
                <a:lnTo>
                  <a:pt x="2592367" y="103576"/>
                </a:lnTo>
                <a:lnTo>
                  <a:pt x="2591963" y="103465"/>
                </a:lnTo>
                <a:lnTo>
                  <a:pt x="2591576" y="103343"/>
                </a:lnTo>
                <a:lnTo>
                  <a:pt x="2591206" y="103209"/>
                </a:lnTo>
                <a:lnTo>
                  <a:pt x="2590853" y="103063"/>
                </a:lnTo>
                <a:lnTo>
                  <a:pt x="2590517" y="102905"/>
                </a:lnTo>
                <a:lnTo>
                  <a:pt x="2590197" y="102736"/>
                </a:lnTo>
                <a:lnTo>
                  <a:pt x="2589895" y="102555"/>
                </a:lnTo>
                <a:lnTo>
                  <a:pt x="2589609" y="102362"/>
                </a:lnTo>
                <a:lnTo>
                  <a:pt x="2589340" y="102158"/>
                </a:lnTo>
                <a:lnTo>
                  <a:pt x="2589088" y="101942"/>
                </a:lnTo>
                <a:lnTo>
                  <a:pt x="2588852" y="101714"/>
                </a:lnTo>
                <a:lnTo>
                  <a:pt x="2588634" y="101475"/>
                </a:lnTo>
                <a:lnTo>
                  <a:pt x="2588432" y="101224"/>
                </a:lnTo>
                <a:lnTo>
                  <a:pt x="2588248" y="100961"/>
                </a:lnTo>
                <a:lnTo>
                  <a:pt x="2588080" y="100686"/>
                </a:lnTo>
                <a:lnTo>
                  <a:pt x="2587924" y="100400"/>
                </a:lnTo>
                <a:lnTo>
                  <a:pt x="2587774" y="100101"/>
                </a:lnTo>
                <a:lnTo>
                  <a:pt x="2587631" y="99789"/>
                </a:lnTo>
                <a:lnTo>
                  <a:pt x="2587495" y="99465"/>
                </a:lnTo>
                <a:lnTo>
                  <a:pt x="2587366" y="99127"/>
                </a:lnTo>
                <a:lnTo>
                  <a:pt x="2587243" y="98778"/>
                </a:lnTo>
                <a:lnTo>
                  <a:pt x="2587126" y="98416"/>
                </a:lnTo>
                <a:lnTo>
                  <a:pt x="2587017" y="98041"/>
                </a:lnTo>
                <a:lnTo>
                  <a:pt x="2586914" y="97653"/>
                </a:lnTo>
                <a:lnTo>
                  <a:pt x="2586817" y="97253"/>
                </a:lnTo>
                <a:lnTo>
                  <a:pt x="2586728" y="96840"/>
                </a:lnTo>
                <a:lnTo>
                  <a:pt x="2586645" y="96415"/>
                </a:lnTo>
                <a:lnTo>
                  <a:pt x="2586568" y="95977"/>
                </a:lnTo>
                <a:lnTo>
                  <a:pt x="2586498" y="95526"/>
                </a:lnTo>
                <a:lnTo>
                  <a:pt x="2586435" y="95063"/>
                </a:lnTo>
                <a:lnTo>
                  <a:pt x="2586379" y="94587"/>
                </a:lnTo>
                <a:lnTo>
                  <a:pt x="2586329" y="94098"/>
                </a:lnTo>
                <a:lnTo>
                  <a:pt x="2586286" y="93597"/>
                </a:lnTo>
                <a:lnTo>
                  <a:pt x="2586249" y="93084"/>
                </a:lnTo>
                <a:lnTo>
                  <a:pt x="2586219" y="92557"/>
                </a:lnTo>
                <a:lnTo>
                  <a:pt x="2586196" y="92018"/>
                </a:lnTo>
                <a:lnTo>
                  <a:pt x="2586179" y="91467"/>
                </a:lnTo>
                <a:lnTo>
                  <a:pt x="2586169" y="90902"/>
                </a:lnTo>
                <a:lnTo>
                  <a:pt x="2586166" y="90325"/>
                </a:lnTo>
                <a:lnTo>
                  <a:pt x="2586166" y="52514"/>
                </a:lnTo>
                <a:lnTo>
                  <a:pt x="2605125" y="52514"/>
                </a:lnTo>
                <a:lnTo>
                  <a:pt x="2605125" y="34357"/>
                </a:lnTo>
                <a:lnTo>
                  <a:pt x="2586166" y="34357"/>
                </a:lnTo>
                <a:lnTo>
                  <a:pt x="2586166" y="13885"/>
                </a:lnTo>
                <a:lnTo>
                  <a:pt x="2562579" y="13885"/>
                </a:lnTo>
                <a:lnTo>
                  <a:pt x="2562579" y="34357"/>
                </a:lnTo>
                <a:lnTo>
                  <a:pt x="2548160" y="34357"/>
                </a:lnTo>
                <a:lnTo>
                  <a:pt x="2548160" y="52514"/>
                </a:lnTo>
                <a:lnTo>
                  <a:pt x="2562579" y="52514"/>
                </a:lnTo>
                <a:lnTo>
                  <a:pt x="2562579" y="91563"/>
                </a:lnTo>
                <a:lnTo>
                  <a:pt x="2562584" y="92460"/>
                </a:lnTo>
                <a:lnTo>
                  <a:pt x="2562599" y="93343"/>
                </a:lnTo>
                <a:lnTo>
                  <a:pt x="2562624" y="94211"/>
                </a:lnTo>
                <a:lnTo>
                  <a:pt x="2562658" y="95065"/>
                </a:lnTo>
                <a:lnTo>
                  <a:pt x="2562703" y="95905"/>
                </a:lnTo>
                <a:lnTo>
                  <a:pt x="2562757" y="96730"/>
                </a:lnTo>
                <a:lnTo>
                  <a:pt x="2562822" y="97541"/>
                </a:lnTo>
                <a:lnTo>
                  <a:pt x="2562896" y="98338"/>
                </a:lnTo>
                <a:lnTo>
                  <a:pt x="2562980" y="99120"/>
                </a:lnTo>
                <a:lnTo>
                  <a:pt x="2563074" y="99889"/>
                </a:lnTo>
                <a:lnTo>
                  <a:pt x="2563178" y="100643"/>
                </a:lnTo>
                <a:lnTo>
                  <a:pt x="2563291" y="101382"/>
                </a:lnTo>
                <a:lnTo>
                  <a:pt x="2563415" y="102108"/>
                </a:lnTo>
                <a:lnTo>
                  <a:pt x="2563549" y="102819"/>
                </a:lnTo>
                <a:lnTo>
                  <a:pt x="2563692" y="103516"/>
                </a:lnTo>
                <a:lnTo>
                  <a:pt x="2563845" y="104198"/>
                </a:lnTo>
                <a:lnTo>
                  <a:pt x="2564008" y="104867"/>
                </a:lnTo>
                <a:lnTo>
                  <a:pt x="2564181" y="105521"/>
                </a:lnTo>
                <a:lnTo>
                  <a:pt x="2564364" y="106161"/>
                </a:lnTo>
                <a:lnTo>
                  <a:pt x="2564557" y="106786"/>
                </a:lnTo>
                <a:lnTo>
                  <a:pt x="2564760" y="107397"/>
                </a:lnTo>
                <a:lnTo>
                  <a:pt x="2564973" y="107994"/>
                </a:lnTo>
                <a:lnTo>
                  <a:pt x="2565195" y="108577"/>
                </a:lnTo>
                <a:lnTo>
                  <a:pt x="2565428" y="109145"/>
                </a:lnTo>
                <a:lnTo>
                  <a:pt x="2565673" y="109700"/>
                </a:lnTo>
                <a:lnTo>
                  <a:pt x="2565933" y="110243"/>
                </a:lnTo>
                <a:lnTo>
                  <a:pt x="2566208" y="110773"/>
                </a:lnTo>
                <a:lnTo>
                  <a:pt x="2566499" y="111292"/>
                </a:lnTo>
                <a:lnTo>
                  <a:pt x="2566806" y="111798"/>
                </a:lnTo>
                <a:lnTo>
                  <a:pt x="2567127" y="112292"/>
                </a:lnTo>
                <a:lnTo>
                  <a:pt x="2567464" y="112773"/>
                </a:lnTo>
                <a:lnTo>
                  <a:pt x="2567816" y="113243"/>
                </a:lnTo>
                <a:lnTo>
                  <a:pt x="2568183" y="113700"/>
                </a:lnTo>
                <a:lnTo>
                  <a:pt x="2568566" y="114145"/>
                </a:lnTo>
                <a:lnTo>
                  <a:pt x="2568964" y="114577"/>
                </a:lnTo>
                <a:lnTo>
                  <a:pt x="2569377" y="114998"/>
                </a:lnTo>
                <a:lnTo>
                  <a:pt x="2569806" y="115406"/>
                </a:lnTo>
                <a:lnTo>
                  <a:pt x="2570250" y="115802"/>
                </a:lnTo>
                <a:lnTo>
                  <a:pt x="2570709" y="116186"/>
                </a:lnTo>
                <a:lnTo>
                  <a:pt x="2571183" y="116557"/>
                </a:lnTo>
                <a:lnTo>
                  <a:pt x="2571673" y="116916"/>
                </a:lnTo>
                <a:lnTo>
                  <a:pt x="2572178" y="117263"/>
                </a:lnTo>
                <a:lnTo>
                  <a:pt x="2572699" y="117598"/>
                </a:lnTo>
                <a:lnTo>
                  <a:pt x="2573234" y="117921"/>
                </a:lnTo>
                <a:lnTo>
                  <a:pt x="2573785" y="118231"/>
                </a:lnTo>
                <a:lnTo>
                  <a:pt x="2574351" y="118529"/>
                </a:lnTo>
                <a:lnTo>
                  <a:pt x="2574933" y="118815"/>
                </a:lnTo>
                <a:lnTo>
                  <a:pt x="2575530" y="119089"/>
                </a:lnTo>
                <a:lnTo>
                  <a:pt x="2576145" y="119350"/>
                </a:lnTo>
                <a:lnTo>
                  <a:pt x="2576780" y="119601"/>
                </a:lnTo>
                <a:lnTo>
                  <a:pt x="2577436" y="119840"/>
                </a:lnTo>
                <a:lnTo>
                  <a:pt x="2578112" y="120069"/>
                </a:lnTo>
                <a:lnTo>
                  <a:pt x="2578809" y="120286"/>
                </a:lnTo>
                <a:lnTo>
                  <a:pt x="2579527" y="120492"/>
                </a:lnTo>
                <a:lnTo>
                  <a:pt x="2580265" y="120687"/>
                </a:lnTo>
                <a:lnTo>
                  <a:pt x="2581024" y="120870"/>
                </a:lnTo>
                <a:lnTo>
                  <a:pt x="2581803" y="121043"/>
                </a:lnTo>
                <a:lnTo>
                  <a:pt x="2582602" y="121204"/>
                </a:lnTo>
                <a:lnTo>
                  <a:pt x="2583423" y="121355"/>
                </a:lnTo>
                <a:lnTo>
                  <a:pt x="2584264" y="121494"/>
                </a:lnTo>
                <a:lnTo>
                  <a:pt x="2585125" y="121622"/>
                </a:lnTo>
                <a:lnTo>
                  <a:pt x="2586007" y="121739"/>
                </a:lnTo>
                <a:lnTo>
                  <a:pt x="2586910" y="121845"/>
                </a:lnTo>
                <a:lnTo>
                  <a:pt x="2587833" y="121939"/>
                </a:lnTo>
                <a:lnTo>
                  <a:pt x="2588776" y="122023"/>
                </a:lnTo>
                <a:lnTo>
                  <a:pt x="2589740" y="122095"/>
                </a:lnTo>
                <a:lnTo>
                  <a:pt x="2590725" y="122156"/>
                </a:lnTo>
                <a:lnTo>
                  <a:pt x="2591730" y="122207"/>
                </a:lnTo>
                <a:lnTo>
                  <a:pt x="2592756" y="122246"/>
                </a:lnTo>
                <a:lnTo>
                  <a:pt x="2593803" y="122273"/>
                </a:lnTo>
                <a:lnTo>
                  <a:pt x="2594869" y="122290"/>
                </a:lnTo>
                <a:lnTo>
                  <a:pt x="2595957" y="122296"/>
                </a:lnTo>
                <a:lnTo>
                  <a:pt x="2605125" y="122296"/>
                </a:lnTo>
                <a:lnTo>
                  <a:pt x="2605125" y="104049"/>
                </a:lnTo>
                <a:lnTo>
                  <a:pt x="2596758" y="104049"/>
                </a:lnTo>
                <a:lnTo>
                  <a:pt x="2596203" y="104043"/>
                </a:lnTo>
                <a:lnTo>
                  <a:pt x="2595664" y="104026"/>
                </a:lnTo>
                <a:lnTo>
                  <a:pt x="2595143" y="103997"/>
                </a:lnTo>
                <a:close/>
                <a:moveTo>
                  <a:pt x="2950492" y="146457"/>
                </a:moveTo>
                <a:lnTo>
                  <a:pt x="2949830" y="145037"/>
                </a:lnTo>
                <a:lnTo>
                  <a:pt x="2949179" y="143609"/>
                </a:lnTo>
                <a:lnTo>
                  <a:pt x="2948541" y="142174"/>
                </a:lnTo>
                <a:lnTo>
                  <a:pt x="2947913" y="140731"/>
                </a:lnTo>
                <a:lnTo>
                  <a:pt x="2947298" y="139281"/>
                </a:lnTo>
                <a:lnTo>
                  <a:pt x="2946695" y="137824"/>
                </a:lnTo>
                <a:lnTo>
                  <a:pt x="2946103" y="136359"/>
                </a:lnTo>
                <a:lnTo>
                  <a:pt x="2945523" y="134886"/>
                </a:lnTo>
                <a:lnTo>
                  <a:pt x="2944954" y="133407"/>
                </a:lnTo>
                <a:lnTo>
                  <a:pt x="2944398" y="131920"/>
                </a:lnTo>
                <a:lnTo>
                  <a:pt x="2943853" y="130425"/>
                </a:lnTo>
                <a:lnTo>
                  <a:pt x="2943320" y="128923"/>
                </a:lnTo>
                <a:lnTo>
                  <a:pt x="2942798" y="127414"/>
                </a:lnTo>
                <a:lnTo>
                  <a:pt x="2942289" y="125897"/>
                </a:lnTo>
                <a:lnTo>
                  <a:pt x="2941791" y="124372"/>
                </a:lnTo>
                <a:lnTo>
                  <a:pt x="2941305" y="122841"/>
                </a:lnTo>
                <a:lnTo>
                  <a:pt x="2940830" y="121302"/>
                </a:lnTo>
                <a:lnTo>
                  <a:pt x="2940368" y="119755"/>
                </a:lnTo>
                <a:lnTo>
                  <a:pt x="2939917" y="118201"/>
                </a:lnTo>
                <a:lnTo>
                  <a:pt x="2939481" y="116643"/>
                </a:lnTo>
                <a:lnTo>
                  <a:pt x="2939064" y="115082"/>
                </a:lnTo>
                <a:lnTo>
                  <a:pt x="2938665" y="113519"/>
                </a:lnTo>
                <a:lnTo>
                  <a:pt x="2938285" y="111954"/>
                </a:lnTo>
                <a:lnTo>
                  <a:pt x="2937923" y="110386"/>
                </a:lnTo>
                <a:lnTo>
                  <a:pt x="2937580" y="108817"/>
                </a:lnTo>
                <a:lnTo>
                  <a:pt x="2937256" y="107245"/>
                </a:lnTo>
                <a:lnTo>
                  <a:pt x="2936950" y="105671"/>
                </a:lnTo>
                <a:lnTo>
                  <a:pt x="2936662" y="104095"/>
                </a:lnTo>
                <a:lnTo>
                  <a:pt x="2936394" y="102517"/>
                </a:lnTo>
                <a:lnTo>
                  <a:pt x="2936143" y="100937"/>
                </a:lnTo>
                <a:lnTo>
                  <a:pt x="2935911" y="99354"/>
                </a:lnTo>
                <a:lnTo>
                  <a:pt x="2935698" y="97769"/>
                </a:lnTo>
                <a:lnTo>
                  <a:pt x="2935503" y="96183"/>
                </a:lnTo>
                <a:lnTo>
                  <a:pt x="2935327" y="94594"/>
                </a:lnTo>
                <a:lnTo>
                  <a:pt x="2935170" y="93002"/>
                </a:lnTo>
                <a:lnTo>
                  <a:pt x="2935031" y="91409"/>
                </a:lnTo>
                <a:lnTo>
                  <a:pt x="2934910" y="89814"/>
                </a:lnTo>
                <a:lnTo>
                  <a:pt x="2934808" y="88216"/>
                </a:lnTo>
                <a:lnTo>
                  <a:pt x="2934725" y="86616"/>
                </a:lnTo>
                <a:lnTo>
                  <a:pt x="2934660" y="85014"/>
                </a:lnTo>
                <a:lnTo>
                  <a:pt x="2934613" y="83410"/>
                </a:lnTo>
                <a:lnTo>
                  <a:pt x="2934586" y="81804"/>
                </a:lnTo>
                <a:lnTo>
                  <a:pt x="2934576" y="80195"/>
                </a:lnTo>
                <a:lnTo>
                  <a:pt x="2934585" y="78483"/>
                </a:lnTo>
                <a:lnTo>
                  <a:pt x="2934611" y="76773"/>
                </a:lnTo>
                <a:lnTo>
                  <a:pt x="2934654" y="75066"/>
                </a:lnTo>
                <a:lnTo>
                  <a:pt x="2934714" y="73360"/>
                </a:lnTo>
                <a:lnTo>
                  <a:pt x="2934791" y="71657"/>
                </a:lnTo>
                <a:lnTo>
                  <a:pt x="2934885" y="69957"/>
                </a:lnTo>
                <a:lnTo>
                  <a:pt x="2934997" y="68258"/>
                </a:lnTo>
                <a:lnTo>
                  <a:pt x="2935125" y="66562"/>
                </a:lnTo>
                <a:lnTo>
                  <a:pt x="2935271" y="64869"/>
                </a:lnTo>
                <a:lnTo>
                  <a:pt x="2935434" y="63177"/>
                </a:lnTo>
                <a:lnTo>
                  <a:pt x="2935614" y="61488"/>
                </a:lnTo>
                <a:lnTo>
                  <a:pt x="2935811" y="59802"/>
                </a:lnTo>
                <a:lnTo>
                  <a:pt x="2936026" y="58117"/>
                </a:lnTo>
                <a:lnTo>
                  <a:pt x="2936257" y="56435"/>
                </a:lnTo>
                <a:lnTo>
                  <a:pt x="2936506" y="54755"/>
                </a:lnTo>
                <a:lnTo>
                  <a:pt x="2936772" y="53078"/>
                </a:lnTo>
                <a:lnTo>
                  <a:pt x="2937055" y="51403"/>
                </a:lnTo>
                <a:lnTo>
                  <a:pt x="2937355" y="49730"/>
                </a:lnTo>
                <a:lnTo>
                  <a:pt x="2937672" y="48059"/>
                </a:lnTo>
                <a:lnTo>
                  <a:pt x="2938007" y="46391"/>
                </a:lnTo>
                <a:lnTo>
                  <a:pt x="2938358" y="44725"/>
                </a:lnTo>
                <a:lnTo>
                  <a:pt x="2938727" y="43062"/>
                </a:lnTo>
                <a:lnTo>
                  <a:pt x="2939113" y="41401"/>
                </a:lnTo>
                <a:lnTo>
                  <a:pt x="2939516" y="39742"/>
                </a:lnTo>
                <a:lnTo>
                  <a:pt x="2939936" y="38087"/>
                </a:lnTo>
                <a:lnTo>
                  <a:pt x="2940371" y="36439"/>
                </a:lnTo>
                <a:lnTo>
                  <a:pt x="2940823" y="34797"/>
                </a:lnTo>
                <a:lnTo>
                  <a:pt x="2941290" y="33161"/>
                </a:lnTo>
                <a:lnTo>
                  <a:pt x="2941773" y="31532"/>
                </a:lnTo>
                <a:lnTo>
                  <a:pt x="2942273" y="29909"/>
                </a:lnTo>
                <a:lnTo>
                  <a:pt x="2942788" y="28293"/>
                </a:lnTo>
                <a:lnTo>
                  <a:pt x="2943319" y="26682"/>
                </a:lnTo>
                <a:lnTo>
                  <a:pt x="2943866" y="25078"/>
                </a:lnTo>
                <a:lnTo>
                  <a:pt x="2944429" y="23481"/>
                </a:lnTo>
                <a:lnTo>
                  <a:pt x="2945007" y="21890"/>
                </a:lnTo>
                <a:lnTo>
                  <a:pt x="2945602" y="20305"/>
                </a:lnTo>
                <a:lnTo>
                  <a:pt x="2946213" y="18726"/>
                </a:lnTo>
                <a:lnTo>
                  <a:pt x="2946839" y="17154"/>
                </a:lnTo>
                <a:lnTo>
                  <a:pt x="2947482" y="15588"/>
                </a:lnTo>
                <a:lnTo>
                  <a:pt x="2948140" y="14028"/>
                </a:lnTo>
                <a:lnTo>
                  <a:pt x="2948814" y="12475"/>
                </a:lnTo>
                <a:lnTo>
                  <a:pt x="2949504" y="10928"/>
                </a:lnTo>
                <a:lnTo>
                  <a:pt x="2950211" y="9388"/>
                </a:lnTo>
                <a:lnTo>
                  <a:pt x="2950933" y="7854"/>
                </a:lnTo>
                <a:lnTo>
                  <a:pt x="2951671" y="6326"/>
                </a:lnTo>
                <a:lnTo>
                  <a:pt x="2952424" y="4804"/>
                </a:lnTo>
                <a:lnTo>
                  <a:pt x="2953194" y="3289"/>
                </a:lnTo>
                <a:lnTo>
                  <a:pt x="2953980" y="1780"/>
                </a:lnTo>
                <a:lnTo>
                  <a:pt x="2934131" y="1780"/>
                </a:lnTo>
                <a:lnTo>
                  <a:pt x="2933527" y="2869"/>
                </a:lnTo>
                <a:lnTo>
                  <a:pt x="2932932" y="3955"/>
                </a:lnTo>
                <a:lnTo>
                  <a:pt x="2932346" y="5037"/>
                </a:lnTo>
                <a:lnTo>
                  <a:pt x="2931768" y="6117"/>
                </a:lnTo>
                <a:lnTo>
                  <a:pt x="2931198" y="7193"/>
                </a:lnTo>
                <a:lnTo>
                  <a:pt x="2930638" y="8267"/>
                </a:lnTo>
                <a:lnTo>
                  <a:pt x="2930086" y="9337"/>
                </a:lnTo>
                <a:lnTo>
                  <a:pt x="2929542" y="10404"/>
                </a:lnTo>
                <a:lnTo>
                  <a:pt x="2929008" y="11468"/>
                </a:lnTo>
                <a:lnTo>
                  <a:pt x="2928482" y="12529"/>
                </a:lnTo>
                <a:lnTo>
                  <a:pt x="2927964" y="13587"/>
                </a:lnTo>
                <a:lnTo>
                  <a:pt x="2927456" y="14642"/>
                </a:lnTo>
                <a:lnTo>
                  <a:pt x="2926956" y="15693"/>
                </a:lnTo>
                <a:lnTo>
                  <a:pt x="2926464" y="16742"/>
                </a:lnTo>
                <a:lnTo>
                  <a:pt x="2925982" y="17787"/>
                </a:lnTo>
                <a:lnTo>
                  <a:pt x="2925508" y="18830"/>
                </a:lnTo>
                <a:lnTo>
                  <a:pt x="2925042" y="19869"/>
                </a:lnTo>
                <a:lnTo>
                  <a:pt x="2924585" y="20906"/>
                </a:lnTo>
                <a:lnTo>
                  <a:pt x="2924137" y="21939"/>
                </a:lnTo>
                <a:lnTo>
                  <a:pt x="2923698" y="22969"/>
                </a:lnTo>
                <a:lnTo>
                  <a:pt x="2923267" y="23996"/>
                </a:lnTo>
                <a:lnTo>
                  <a:pt x="2922845" y="25020"/>
                </a:lnTo>
                <a:lnTo>
                  <a:pt x="2922431" y="26040"/>
                </a:lnTo>
                <a:lnTo>
                  <a:pt x="2922026" y="27058"/>
                </a:lnTo>
                <a:lnTo>
                  <a:pt x="2921630" y="28075"/>
                </a:lnTo>
                <a:lnTo>
                  <a:pt x="2921242" y="29094"/>
                </a:lnTo>
                <a:lnTo>
                  <a:pt x="2920863" y="30114"/>
                </a:lnTo>
                <a:lnTo>
                  <a:pt x="2920492" y="31135"/>
                </a:lnTo>
                <a:lnTo>
                  <a:pt x="2920130" y="32158"/>
                </a:lnTo>
                <a:lnTo>
                  <a:pt x="2919776" y="33183"/>
                </a:lnTo>
                <a:lnTo>
                  <a:pt x="2919431" y="34209"/>
                </a:lnTo>
                <a:lnTo>
                  <a:pt x="2919094" y="35237"/>
                </a:lnTo>
                <a:lnTo>
                  <a:pt x="2918766" y="36266"/>
                </a:lnTo>
                <a:lnTo>
                  <a:pt x="2918446" y="37297"/>
                </a:lnTo>
                <a:lnTo>
                  <a:pt x="2918135" y="38329"/>
                </a:lnTo>
                <a:lnTo>
                  <a:pt x="2917832" y="39363"/>
                </a:lnTo>
                <a:lnTo>
                  <a:pt x="2917538" y="40399"/>
                </a:lnTo>
                <a:lnTo>
                  <a:pt x="2917252" y="41436"/>
                </a:lnTo>
                <a:lnTo>
                  <a:pt x="2916974" y="42474"/>
                </a:lnTo>
                <a:lnTo>
                  <a:pt x="2916706" y="43515"/>
                </a:lnTo>
                <a:lnTo>
                  <a:pt x="2916445" y="44556"/>
                </a:lnTo>
                <a:lnTo>
                  <a:pt x="2916194" y="45599"/>
                </a:lnTo>
                <a:lnTo>
                  <a:pt x="2915950" y="46644"/>
                </a:lnTo>
                <a:lnTo>
                  <a:pt x="2915715" y="47690"/>
                </a:lnTo>
                <a:lnTo>
                  <a:pt x="2915489" y="48738"/>
                </a:lnTo>
                <a:lnTo>
                  <a:pt x="2915271" y="49788"/>
                </a:lnTo>
                <a:lnTo>
                  <a:pt x="2915062" y="50839"/>
                </a:lnTo>
                <a:lnTo>
                  <a:pt x="2914861" y="51891"/>
                </a:lnTo>
                <a:lnTo>
                  <a:pt x="2914669" y="52948"/>
                </a:lnTo>
                <a:lnTo>
                  <a:pt x="2914485" y="54012"/>
                </a:lnTo>
                <a:lnTo>
                  <a:pt x="2914308" y="55083"/>
                </a:lnTo>
                <a:lnTo>
                  <a:pt x="2914141" y="56161"/>
                </a:lnTo>
                <a:lnTo>
                  <a:pt x="2913981" y="57246"/>
                </a:lnTo>
                <a:lnTo>
                  <a:pt x="2913829" y="58339"/>
                </a:lnTo>
                <a:lnTo>
                  <a:pt x="2913686" y="59438"/>
                </a:lnTo>
                <a:lnTo>
                  <a:pt x="2913551" y="60545"/>
                </a:lnTo>
                <a:lnTo>
                  <a:pt x="2913424" y="61658"/>
                </a:lnTo>
                <a:lnTo>
                  <a:pt x="2913305" y="62779"/>
                </a:lnTo>
                <a:lnTo>
                  <a:pt x="2913195" y="63907"/>
                </a:lnTo>
                <a:lnTo>
                  <a:pt x="2913092" y="65042"/>
                </a:lnTo>
                <a:lnTo>
                  <a:pt x="2912998" y="66184"/>
                </a:lnTo>
                <a:lnTo>
                  <a:pt x="2912912" y="67333"/>
                </a:lnTo>
                <a:lnTo>
                  <a:pt x="2912834" y="68490"/>
                </a:lnTo>
                <a:lnTo>
                  <a:pt x="2912765" y="69653"/>
                </a:lnTo>
                <a:lnTo>
                  <a:pt x="2912703" y="70823"/>
                </a:lnTo>
                <a:lnTo>
                  <a:pt x="2912650" y="72001"/>
                </a:lnTo>
                <a:lnTo>
                  <a:pt x="2912605" y="73186"/>
                </a:lnTo>
                <a:lnTo>
                  <a:pt x="2912568" y="74378"/>
                </a:lnTo>
                <a:lnTo>
                  <a:pt x="2912539" y="75577"/>
                </a:lnTo>
                <a:lnTo>
                  <a:pt x="2912519" y="76783"/>
                </a:lnTo>
                <a:lnTo>
                  <a:pt x="2912507" y="77996"/>
                </a:lnTo>
                <a:lnTo>
                  <a:pt x="2912503" y="79216"/>
                </a:lnTo>
                <a:lnTo>
                  <a:pt x="2912507" y="80399"/>
                </a:lnTo>
                <a:lnTo>
                  <a:pt x="2912520" y="81575"/>
                </a:lnTo>
                <a:lnTo>
                  <a:pt x="2912542" y="82742"/>
                </a:lnTo>
                <a:lnTo>
                  <a:pt x="2912573" y="83903"/>
                </a:lnTo>
                <a:lnTo>
                  <a:pt x="2912613" y="85055"/>
                </a:lnTo>
                <a:lnTo>
                  <a:pt x="2912661" y="86201"/>
                </a:lnTo>
                <a:lnTo>
                  <a:pt x="2912718" y="87338"/>
                </a:lnTo>
                <a:lnTo>
                  <a:pt x="2912784" y="88468"/>
                </a:lnTo>
                <a:lnTo>
                  <a:pt x="2912859" y="89590"/>
                </a:lnTo>
                <a:lnTo>
                  <a:pt x="2912943" y="90705"/>
                </a:lnTo>
                <a:lnTo>
                  <a:pt x="2913035" y="91813"/>
                </a:lnTo>
                <a:lnTo>
                  <a:pt x="2913137" y="92912"/>
                </a:lnTo>
                <a:lnTo>
                  <a:pt x="2913247" y="94004"/>
                </a:lnTo>
                <a:lnTo>
                  <a:pt x="2913366" y="95089"/>
                </a:lnTo>
                <a:lnTo>
                  <a:pt x="2913493" y="96166"/>
                </a:lnTo>
                <a:lnTo>
                  <a:pt x="2913630" y="97235"/>
                </a:lnTo>
                <a:lnTo>
                  <a:pt x="2913775" y="98297"/>
                </a:lnTo>
                <a:lnTo>
                  <a:pt x="2913929" y="99351"/>
                </a:lnTo>
                <a:lnTo>
                  <a:pt x="2914092" y="100398"/>
                </a:lnTo>
                <a:lnTo>
                  <a:pt x="2914264" y="101437"/>
                </a:lnTo>
                <a:lnTo>
                  <a:pt x="2914445" y="102469"/>
                </a:lnTo>
                <a:lnTo>
                  <a:pt x="2914634" y="103493"/>
                </a:lnTo>
                <a:lnTo>
                  <a:pt x="2914832" y="104509"/>
                </a:lnTo>
                <a:lnTo>
                  <a:pt x="2915039" y="105518"/>
                </a:lnTo>
                <a:lnTo>
                  <a:pt x="2915255" y="106522"/>
                </a:lnTo>
                <a:lnTo>
                  <a:pt x="2915478" y="107524"/>
                </a:lnTo>
                <a:lnTo>
                  <a:pt x="2915710" y="108525"/>
                </a:lnTo>
                <a:lnTo>
                  <a:pt x="2915949" y="109523"/>
                </a:lnTo>
                <a:lnTo>
                  <a:pt x="2916197" y="110520"/>
                </a:lnTo>
                <a:lnTo>
                  <a:pt x="2916452" y="111515"/>
                </a:lnTo>
                <a:lnTo>
                  <a:pt x="2916716" y="112508"/>
                </a:lnTo>
                <a:lnTo>
                  <a:pt x="2916988" y="113499"/>
                </a:lnTo>
                <a:lnTo>
                  <a:pt x="2917267" y="114488"/>
                </a:lnTo>
                <a:lnTo>
                  <a:pt x="2917555" y="115475"/>
                </a:lnTo>
                <a:lnTo>
                  <a:pt x="2917851" y="116461"/>
                </a:lnTo>
                <a:lnTo>
                  <a:pt x="2918155" y="117445"/>
                </a:lnTo>
                <a:lnTo>
                  <a:pt x="2918466" y="118427"/>
                </a:lnTo>
                <a:lnTo>
                  <a:pt x="2918786" y="119407"/>
                </a:lnTo>
                <a:lnTo>
                  <a:pt x="2919114" y="120385"/>
                </a:lnTo>
                <a:lnTo>
                  <a:pt x="2919450" y="121361"/>
                </a:lnTo>
                <a:lnTo>
                  <a:pt x="2919794" y="122336"/>
                </a:lnTo>
                <a:lnTo>
                  <a:pt x="2920146" y="123308"/>
                </a:lnTo>
                <a:lnTo>
                  <a:pt x="2920506" y="124279"/>
                </a:lnTo>
                <a:lnTo>
                  <a:pt x="2920874" y="125248"/>
                </a:lnTo>
                <a:lnTo>
                  <a:pt x="2921250" y="126215"/>
                </a:lnTo>
                <a:lnTo>
                  <a:pt x="2921634" y="127180"/>
                </a:lnTo>
                <a:lnTo>
                  <a:pt x="2922027" y="128143"/>
                </a:lnTo>
                <a:lnTo>
                  <a:pt x="2922427" y="129105"/>
                </a:lnTo>
                <a:lnTo>
                  <a:pt x="2922835" y="130067"/>
                </a:lnTo>
                <a:lnTo>
                  <a:pt x="2923249" y="131035"/>
                </a:lnTo>
                <a:lnTo>
                  <a:pt x="2923671" y="132006"/>
                </a:lnTo>
                <a:lnTo>
                  <a:pt x="2924099" y="132983"/>
                </a:lnTo>
                <a:lnTo>
                  <a:pt x="2924535" y="133963"/>
                </a:lnTo>
                <a:lnTo>
                  <a:pt x="2924977" y="134949"/>
                </a:lnTo>
                <a:lnTo>
                  <a:pt x="2925427" y="135938"/>
                </a:lnTo>
                <a:lnTo>
                  <a:pt x="2925883" y="136932"/>
                </a:lnTo>
                <a:lnTo>
                  <a:pt x="2926347" y="137931"/>
                </a:lnTo>
                <a:lnTo>
                  <a:pt x="2926817" y="138934"/>
                </a:lnTo>
                <a:lnTo>
                  <a:pt x="2927294" y="139942"/>
                </a:lnTo>
                <a:lnTo>
                  <a:pt x="2927778" y="140954"/>
                </a:lnTo>
                <a:lnTo>
                  <a:pt x="2928270" y="141970"/>
                </a:lnTo>
                <a:lnTo>
                  <a:pt x="2928768" y="142991"/>
                </a:lnTo>
                <a:lnTo>
                  <a:pt x="2929273" y="144017"/>
                </a:lnTo>
                <a:lnTo>
                  <a:pt x="2929785" y="145047"/>
                </a:lnTo>
                <a:lnTo>
                  <a:pt x="2930304" y="146081"/>
                </a:lnTo>
                <a:lnTo>
                  <a:pt x="2930830" y="147120"/>
                </a:lnTo>
                <a:lnTo>
                  <a:pt x="2931363" y="148164"/>
                </a:lnTo>
                <a:lnTo>
                  <a:pt x="2931902" y="149212"/>
                </a:lnTo>
                <a:lnTo>
                  <a:pt x="2932449" y="150264"/>
                </a:lnTo>
                <a:lnTo>
                  <a:pt x="2933003" y="151321"/>
                </a:lnTo>
                <a:lnTo>
                  <a:pt x="2933564" y="152382"/>
                </a:lnTo>
                <a:lnTo>
                  <a:pt x="2934131" y="153448"/>
                </a:lnTo>
                <a:lnTo>
                  <a:pt x="2953980" y="153448"/>
                </a:lnTo>
                <a:lnTo>
                  <a:pt x="2953259" y="152065"/>
                </a:lnTo>
                <a:lnTo>
                  <a:pt x="2952550" y="150674"/>
                </a:lnTo>
                <a:lnTo>
                  <a:pt x="2951852" y="149276"/>
                </a:lnTo>
                <a:lnTo>
                  <a:pt x="2951166" y="147870"/>
                </a:lnTo>
                <a:lnTo>
                  <a:pt x="2950492" y="146457"/>
                </a:lnTo>
                <a:close/>
                <a:moveTo>
                  <a:pt x="3261390" y="149086"/>
                </a:moveTo>
                <a:lnTo>
                  <a:pt x="3261960" y="148004"/>
                </a:lnTo>
                <a:lnTo>
                  <a:pt x="3262522" y="146926"/>
                </a:lnTo>
                <a:lnTo>
                  <a:pt x="3263075" y="145851"/>
                </a:lnTo>
                <a:lnTo>
                  <a:pt x="3263619" y="144780"/>
                </a:lnTo>
                <a:lnTo>
                  <a:pt x="3264155" y="143712"/>
                </a:lnTo>
                <a:lnTo>
                  <a:pt x="3264682" y="142648"/>
                </a:lnTo>
                <a:lnTo>
                  <a:pt x="3265201" y="141588"/>
                </a:lnTo>
                <a:lnTo>
                  <a:pt x="3265712" y="140531"/>
                </a:lnTo>
                <a:lnTo>
                  <a:pt x="3266214" y="139478"/>
                </a:lnTo>
                <a:lnTo>
                  <a:pt x="3266707" y="138428"/>
                </a:lnTo>
                <a:lnTo>
                  <a:pt x="3267192" y="137382"/>
                </a:lnTo>
                <a:lnTo>
                  <a:pt x="3267669" y="136339"/>
                </a:lnTo>
                <a:lnTo>
                  <a:pt x="3268137" y="135300"/>
                </a:lnTo>
                <a:lnTo>
                  <a:pt x="3268596" y="134264"/>
                </a:lnTo>
                <a:lnTo>
                  <a:pt x="3269047" y="133232"/>
                </a:lnTo>
                <a:lnTo>
                  <a:pt x="3269490" y="132204"/>
                </a:lnTo>
                <a:lnTo>
                  <a:pt x="3269924" y="131179"/>
                </a:lnTo>
                <a:lnTo>
                  <a:pt x="3270349" y="130158"/>
                </a:lnTo>
                <a:lnTo>
                  <a:pt x="3270766" y="129140"/>
                </a:lnTo>
                <a:lnTo>
                  <a:pt x="3271175" y="128126"/>
                </a:lnTo>
                <a:lnTo>
                  <a:pt x="3271575" y="127112"/>
                </a:lnTo>
                <a:lnTo>
                  <a:pt x="3271966" y="126097"/>
                </a:lnTo>
                <a:lnTo>
                  <a:pt x="3272349" y="125080"/>
                </a:lnTo>
                <a:lnTo>
                  <a:pt x="3272724" y="124061"/>
                </a:lnTo>
                <a:lnTo>
                  <a:pt x="3273090" y="123040"/>
                </a:lnTo>
                <a:lnTo>
                  <a:pt x="3273447" y="122018"/>
                </a:lnTo>
                <a:lnTo>
                  <a:pt x="3273796" y="120993"/>
                </a:lnTo>
                <a:lnTo>
                  <a:pt x="3274137" y="119967"/>
                </a:lnTo>
                <a:lnTo>
                  <a:pt x="3274469" y="118938"/>
                </a:lnTo>
                <a:lnTo>
                  <a:pt x="3274792" y="117908"/>
                </a:lnTo>
                <a:lnTo>
                  <a:pt x="3275107" y="116876"/>
                </a:lnTo>
                <a:lnTo>
                  <a:pt x="3275414" y="115843"/>
                </a:lnTo>
                <a:lnTo>
                  <a:pt x="3275712" y="114807"/>
                </a:lnTo>
                <a:lnTo>
                  <a:pt x="3276001" y="113770"/>
                </a:lnTo>
                <a:lnTo>
                  <a:pt x="3276282" y="112730"/>
                </a:lnTo>
                <a:lnTo>
                  <a:pt x="3276555" y="111689"/>
                </a:lnTo>
                <a:lnTo>
                  <a:pt x="3276819" y="110646"/>
                </a:lnTo>
                <a:lnTo>
                  <a:pt x="3277074" y="109601"/>
                </a:lnTo>
                <a:lnTo>
                  <a:pt x="3277321" y="108554"/>
                </a:lnTo>
                <a:lnTo>
                  <a:pt x="3277560" y="107506"/>
                </a:lnTo>
                <a:lnTo>
                  <a:pt x="3277790" y="106455"/>
                </a:lnTo>
                <a:lnTo>
                  <a:pt x="3278011" y="105403"/>
                </a:lnTo>
                <a:lnTo>
                  <a:pt x="3278224" y="104349"/>
                </a:lnTo>
                <a:lnTo>
                  <a:pt x="3278429" y="103293"/>
                </a:lnTo>
                <a:lnTo>
                  <a:pt x="3278625" y="102232"/>
                </a:lnTo>
                <a:lnTo>
                  <a:pt x="3278813" y="101165"/>
                </a:lnTo>
                <a:lnTo>
                  <a:pt x="3278992" y="100090"/>
                </a:lnTo>
                <a:lnTo>
                  <a:pt x="3279163" y="99009"/>
                </a:lnTo>
                <a:lnTo>
                  <a:pt x="3279326" y="97921"/>
                </a:lnTo>
                <a:lnTo>
                  <a:pt x="3279480" y="96826"/>
                </a:lnTo>
                <a:lnTo>
                  <a:pt x="3279626" y="95724"/>
                </a:lnTo>
                <a:lnTo>
                  <a:pt x="3279764" y="94614"/>
                </a:lnTo>
                <a:lnTo>
                  <a:pt x="3279893" y="93498"/>
                </a:lnTo>
                <a:lnTo>
                  <a:pt x="3280014" y="92375"/>
                </a:lnTo>
                <a:lnTo>
                  <a:pt x="3280127" y="91245"/>
                </a:lnTo>
                <a:lnTo>
                  <a:pt x="3280231" y="90108"/>
                </a:lnTo>
                <a:lnTo>
                  <a:pt x="3280327" y="88965"/>
                </a:lnTo>
                <a:lnTo>
                  <a:pt x="3280415" y="87814"/>
                </a:lnTo>
                <a:lnTo>
                  <a:pt x="3280494" y="86656"/>
                </a:lnTo>
                <a:lnTo>
                  <a:pt x="3280565" y="85491"/>
                </a:lnTo>
                <a:lnTo>
                  <a:pt x="3280628" y="84320"/>
                </a:lnTo>
                <a:lnTo>
                  <a:pt x="3280682" y="83141"/>
                </a:lnTo>
                <a:lnTo>
                  <a:pt x="3280728" y="81955"/>
                </a:lnTo>
                <a:lnTo>
                  <a:pt x="3280765" y="80763"/>
                </a:lnTo>
                <a:lnTo>
                  <a:pt x="3280794" y="79563"/>
                </a:lnTo>
                <a:lnTo>
                  <a:pt x="3280815" y="78357"/>
                </a:lnTo>
                <a:lnTo>
                  <a:pt x="3280828" y="77143"/>
                </a:lnTo>
                <a:lnTo>
                  <a:pt x="3280832" y="75923"/>
                </a:lnTo>
                <a:lnTo>
                  <a:pt x="3280827" y="74740"/>
                </a:lnTo>
                <a:lnTo>
                  <a:pt x="3280814" y="73565"/>
                </a:lnTo>
                <a:lnTo>
                  <a:pt x="3280792" y="72397"/>
                </a:lnTo>
                <a:lnTo>
                  <a:pt x="3280760" y="71237"/>
                </a:lnTo>
                <a:lnTo>
                  <a:pt x="3280720" y="70084"/>
                </a:lnTo>
                <a:lnTo>
                  <a:pt x="3280671" y="68939"/>
                </a:lnTo>
                <a:lnTo>
                  <a:pt x="3280612" y="67801"/>
                </a:lnTo>
                <a:lnTo>
                  <a:pt x="3280545" y="66671"/>
                </a:lnTo>
                <a:lnTo>
                  <a:pt x="3280469" y="65549"/>
                </a:lnTo>
                <a:lnTo>
                  <a:pt x="3280384" y="64434"/>
                </a:lnTo>
                <a:lnTo>
                  <a:pt x="3280290" y="63327"/>
                </a:lnTo>
                <a:lnTo>
                  <a:pt x="3280187" y="62227"/>
                </a:lnTo>
                <a:lnTo>
                  <a:pt x="3280075" y="61135"/>
                </a:lnTo>
                <a:lnTo>
                  <a:pt x="3279954" y="60050"/>
                </a:lnTo>
                <a:lnTo>
                  <a:pt x="3279824" y="58973"/>
                </a:lnTo>
                <a:lnTo>
                  <a:pt x="3279685" y="57904"/>
                </a:lnTo>
                <a:lnTo>
                  <a:pt x="3279537" y="56842"/>
                </a:lnTo>
                <a:lnTo>
                  <a:pt x="3279380" y="55788"/>
                </a:lnTo>
                <a:lnTo>
                  <a:pt x="3279214" y="54741"/>
                </a:lnTo>
                <a:lnTo>
                  <a:pt x="3279039" y="53702"/>
                </a:lnTo>
                <a:lnTo>
                  <a:pt x="3278856" y="52671"/>
                </a:lnTo>
                <a:lnTo>
                  <a:pt x="3278663" y="51647"/>
                </a:lnTo>
                <a:lnTo>
                  <a:pt x="3278461" y="50630"/>
                </a:lnTo>
                <a:lnTo>
                  <a:pt x="3278251" y="49621"/>
                </a:lnTo>
                <a:lnTo>
                  <a:pt x="3278032" y="48617"/>
                </a:lnTo>
                <a:lnTo>
                  <a:pt x="3277805" y="47615"/>
                </a:lnTo>
                <a:lnTo>
                  <a:pt x="3277570" y="46615"/>
                </a:lnTo>
                <a:lnTo>
                  <a:pt x="3277327" y="45616"/>
                </a:lnTo>
                <a:lnTo>
                  <a:pt x="3277077" y="44619"/>
                </a:lnTo>
                <a:lnTo>
                  <a:pt x="3276818" y="43625"/>
                </a:lnTo>
                <a:lnTo>
                  <a:pt x="3276552" y="42632"/>
                </a:lnTo>
                <a:lnTo>
                  <a:pt x="3276278" y="41640"/>
                </a:lnTo>
                <a:lnTo>
                  <a:pt x="3275996" y="40651"/>
                </a:lnTo>
                <a:lnTo>
                  <a:pt x="3275706" y="39664"/>
                </a:lnTo>
                <a:lnTo>
                  <a:pt x="3275408" y="38678"/>
                </a:lnTo>
                <a:lnTo>
                  <a:pt x="3275102" y="37694"/>
                </a:lnTo>
                <a:lnTo>
                  <a:pt x="3274789" y="36713"/>
                </a:lnTo>
                <a:lnTo>
                  <a:pt x="3274467" y="35733"/>
                </a:lnTo>
                <a:lnTo>
                  <a:pt x="3274138" y="34754"/>
                </a:lnTo>
                <a:lnTo>
                  <a:pt x="3273800" y="33778"/>
                </a:lnTo>
                <a:lnTo>
                  <a:pt x="3273455" y="32804"/>
                </a:lnTo>
                <a:lnTo>
                  <a:pt x="3273102" y="31831"/>
                </a:lnTo>
                <a:lnTo>
                  <a:pt x="3272741" y="30860"/>
                </a:lnTo>
                <a:lnTo>
                  <a:pt x="3272373" y="29892"/>
                </a:lnTo>
                <a:lnTo>
                  <a:pt x="3271996" y="28925"/>
                </a:lnTo>
                <a:lnTo>
                  <a:pt x="3271611" y="27959"/>
                </a:lnTo>
                <a:lnTo>
                  <a:pt x="3271219" y="26996"/>
                </a:lnTo>
                <a:lnTo>
                  <a:pt x="3270819" y="26035"/>
                </a:lnTo>
                <a:lnTo>
                  <a:pt x="3270411" y="25072"/>
                </a:lnTo>
                <a:lnTo>
                  <a:pt x="3269996" y="24105"/>
                </a:lnTo>
                <a:lnTo>
                  <a:pt x="3269573" y="23134"/>
                </a:lnTo>
                <a:lnTo>
                  <a:pt x="3269144" y="22159"/>
                </a:lnTo>
                <a:lnTo>
                  <a:pt x="3268707" y="21180"/>
                </a:lnTo>
                <a:lnTo>
                  <a:pt x="3268262" y="20196"/>
                </a:lnTo>
                <a:lnTo>
                  <a:pt x="3267811" y="19209"/>
                </a:lnTo>
                <a:lnTo>
                  <a:pt x="3267352" y="18217"/>
                </a:lnTo>
                <a:lnTo>
                  <a:pt x="3266886" y="17221"/>
                </a:lnTo>
                <a:lnTo>
                  <a:pt x="3266413" y="16221"/>
                </a:lnTo>
                <a:lnTo>
                  <a:pt x="3265933" y="15216"/>
                </a:lnTo>
                <a:lnTo>
                  <a:pt x="3265445" y="14208"/>
                </a:lnTo>
                <a:lnTo>
                  <a:pt x="3264950" y="13195"/>
                </a:lnTo>
                <a:lnTo>
                  <a:pt x="3264448" y="12178"/>
                </a:lnTo>
                <a:lnTo>
                  <a:pt x="3263938" y="11157"/>
                </a:lnTo>
                <a:lnTo>
                  <a:pt x="3263421" y="10132"/>
                </a:lnTo>
                <a:lnTo>
                  <a:pt x="3262897" y="9103"/>
                </a:lnTo>
                <a:lnTo>
                  <a:pt x="3262366" y="8069"/>
                </a:lnTo>
                <a:lnTo>
                  <a:pt x="3261827" y="7031"/>
                </a:lnTo>
                <a:lnTo>
                  <a:pt x="3261281" y="5989"/>
                </a:lnTo>
                <a:lnTo>
                  <a:pt x="3260728" y="4943"/>
                </a:lnTo>
                <a:lnTo>
                  <a:pt x="3260168" y="3893"/>
                </a:lnTo>
                <a:lnTo>
                  <a:pt x="3259600" y="2839"/>
                </a:lnTo>
                <a:lnTo>
                  <a:pt x="3259025" y="1780"/>
                </a:lnTo>
                <a:lnTo>
                  <a:pt x="3239355" y="1780"/>
                </a:lnTo>
                <a:lnTo>
                  <a:pt x="3240076" y="3163"/>
                </a:lnTo>
                <a:lnTo>
                  <a:pt x="3240785" y="4554"/>
                </a:lnTo>
                <a:lnTo>
                  <a:pt x="3241482" y="5952"/>
                </a:lnTo>
                <a:lnTo>
                  <a:pt x="3242167" y="7357"/>
                </a:lnTo>
                <a:lnTo>
                  <a:pt x="3242840" y="8769"/>
                </a:lnTo>
                <a:lnTo>
                  <a:pt x="3243502" y="10189"/>
                </a:lnTo>
                <a:lnTo>
                  <a:pt x="3244151" y="11615"/>
                </a:lnTo>
                <a:lnTo>
                  <a:pt x="3244789" y="13049"/>
                </a:lnTo>
                <a:lnTo>
                  <a:pt x="3245415" y="14491"/>
                </a:lnTo>
                <a:lnTo>
                  <a:pt x="3246029" y="15939"/>
                </a:lnTo>
                <a:lnTo>
                  <a:pt x="3246631" y="17395"/>
                </a:lnTo>
                <a:lnTo>
                  <a:pt x="3247221" y="18858"/>
                </a:lnTo>
                <a:lnTo>
                  <a:pt x="3247799" y="20329"/>
                </a:lnTo>
                <a:lnTo>
                  <a:pt x="3248365" y="21806"/>
                </a:lnTo>
                <a:lnTo>
                  <a:pt x="3248919" y="23291"/>
                </a:lnTo>
                <a:lnTo>
                  <a:pt x="3249462" y="24784"/>
                </a:lnTo>
                <a:lnTo>
                  <a:pt x="3249992" y="26283"/>
                </a:lnTo>
                <a:lnTo>
                  <a:pt x="3250511" y="27790"/>
                </a:lnTo>
                <a:lnTo>
                  <a:pt x="3251018" y="29304"/>
                </a:lnTo>
                <a:lnTo>
                  <a:pt x="3251513" y="30825"/>
                </a:lnTo>
                <a:lnTo>
                  <a:pt x="3251996" y="32353"/>
                </a:lnTo>
                <a:lnTo>
                  <a:pt x="3252467" y="33889"/>
                </a:lnTo>
                <a:lnTo>
                  <a:pt x="3252926" y="35432"/>
                </a:lnTo>
                <a:lnTo>
                  <a:pt x="3253373" y="36982"/>
                </a:lnTo>
                <a:lnTo>
                  <a:pt x="3253805" y="38537"/>
                </a:lnTo>
                <a:lnTo>
                  <a:pt x="3254219" y="40095"/>
                </a:lnTo>
                <a:lnTo>
                  <a:pt x="3254615" y="41655"/>
                </a:lnTo>
                <a:lnTo>
                  <a:pt x="3254991" y="43217"/>
                </a:lnTo>
                <a:lnTo>
                  <a:pt x="3255350" y="44781"/>
                </a:lnTo>
                <a:lnTo>
                  <a:pt x="3255690" y="46348"/>
                </a:lnTo>
                <a:lnTo>
                  <a:pt x="3256012" y="47917"/>
                </a:lnTo>
                <a:lnTo>
                  <a:pt x="3256315" y="49488"/>
                </a:lnTo>
                <a:lnTo>
                  <a:pt x="3256600" y="51062"/>
                </a:lnTo>
                <a:lnTo>
                  <a:pt x="3256867" y="52637"/>
                </a:lnTo>
                <a:lnTo>
                  <a:pt x="3257115" y="54216"/>
                </a:lnTo>
                <a:lnTo>
                  <a:pt x="3257345" y="55796"/>
                </a:lnTo>
                <a:lnTo>
                  <a:pt x="3257557" y="57379"/>
                </a:lnTo>
                <a:lnTo>
                  <a:pt x="3257750" y="58964"/>
                </a:lnTo>
                <a:lnTo>
                  <a:pt x="3257924" y="60552"/>
                </a:lnTo>
                <a:lnTo>
                  <a:pt x="3258081" y="62142"/>
                </a:lnTo>
                <a:lnTo>
                  <a:pt x="3258219" y="63734"/>
                </a:lnTo>
                <a:lnTo>
                  <a:pt x="3258338" y="65328"/>
                </a:lnTo>
                <a:lnTo>
                  <a:pt x="3258439" y="66925"/>
                </a:lnTo>
                <a:lnTo>
                  <a:pt x="3258522" y="68524"/>
                </a:lnTo>
                <a:lnTo>
                  <a:pt x="3258586" y="70126"/>
                </a:lnTo>
                <a:lnTo>
                  <a:pt x="3258632" y="71729"/>
                </a:lnTo>
                <a:lnTo>
                  <a:pt x="3258660" y="73336"/>
                </a:lnTo>
                <a:lnTo>
                  <a:pt x="3258669" y="74944"/>
                </a:lnTo>
                <a:lnTo>
                  <a:pt x="3258661" y="76663"/>
                </a:lnTo>
                <a:lnTo>
                  <a:pt x="3258635" y="78380"/>
                </a:lnTo>
                <a:lnTo>
                  <a:pt x="3258592" y="80095"/>
                </a:lnTo>
                <a:lnTo>
                  <a:pt x="3258532" y="81806"/>
                </a:lnTo>
                <a:lnTo>
                  <a:pt x="3258455" y="83515"/>
                </a:lnTo>
                <a:lnTo>
                  <a:pt x="3258360" y="85221"/>
                </a:lnTo>
                <a:lnTo>
                  <a:pt x="3258249" y="86925"/>
                </a:lnTo>
                <a:lnTo>
                  <a:pt x="3258120" y="88626"/>
                </a:lnTo>
                <a:lnTo>
                  <a:pt x="3257975" y="90325"/>
                </a:lnTo>
                <a:lnTo>
                  <a:pt x="3257812" y="92021"/>
                </a:lnTo>
                <a:lnTo>
                  <a:pt x="3257631" y="93714"/>
                </a:lnTo>
                <a:lnTo>
                  <a:pt x="3257434" y="95404"/>
                </a:lnTo>
                <a:lnTo>
                  <a:pt x="3257220" y="97092"/>
                </a:lnTo>
                <a:lnTo>
                  <a:pt x="3256988" y="98778"/>
                </a:lnTo>
                <a:lnTo>
                  <a:pt x="3256740" y="100460"/>
                </a:lnTo>
                <a:lnTo>
                  <a:pt x="3256474" y="102141"/>
                </a:lnTo>
                <a:lnTo>
                  <a:pt x="3256191" y="103818"/>
                </a:lnTo>
                <a:lnTo>
                  <a:pt x="3255891" y="105493"/>
                </a:lnTo>
                <a:lnTo>
                  <a:pt x="3255573" y="107165"/>
                </a:lnTo>
                <a:lnTo>
                  <a:pt x="3255239" y="108835"/>
                </a:lnTo>
                <a:lnTo>
                  <a:pt x="3254887" y="110502"/>
                </a:lnTo>
                <a:lnTo>
                  <a:pt x="3254518" y="112166"/>
                </a:lnTo>
                <a:lnTo>
                  <a:pt x="3254132" y="113828"/>
                </a:lnTo>
                <a:lnTo>
                  <a:pt x="3253729" y="115487"/>
                </a:lnTo>
                <a:lnTo>
                  <a:pt x="3253310" y="117141"/>
                </a:lnTo>
                <a:lnTo>
                  <a:pt x="3252875" y="118789"/>
                </a:lnTo>
                <a:lnTo>
                  <a:pt x="3252424" y="120431"/>
                </a:lnTo>
                <a:lnTo>
                  <a:pt x="3251958" y="122067"/>
                </a:lnTo>
                <a:lnTo>
                  <a:pt x="3251476" y="123696"/>
                </a:lnTo>
                <a:lnTo>
                  <a:pt x="3250978" y="125319"/>
                </a:lnTo>
                <a:lnTo>
                  <a:pt x="3250465" y="126936"/>
                </a:lnTo>
                <a:lnTo>
                  <a:pt x="3249937" y="128546"/>
                </a:lnTo>
                <a:lnTo>
                  <a:pt x="3249392" y="130150"/>
                </a:lnTo>
                <a:lnTo>
                  <a:pt x="3248832" y="131747"/>
                </a:lnTo>
                <a:lnTo>
                  <a:pt x="3248257" y="133339"/>
                </a:lnTo>
                <a:lnTo>
                  <a:pt x="3247666" y="134924"/>
                </a:lnTo>
                <a:lnTo>
                  <a:pt x="3247059" y="136502"/>
                </a:lnTo>
                <a:lnTo>
                  <a:pt x="3246437" y="138074"/>
                </a:lnTo>
                <a:lnTo>
                  <a:pt x="3245799" y="139640"/>
                </a:lnTo>
                <a:lnTo>
                  <a:pt x="3245145" y="141200"/>
                </a:lnTo>
                <a:lnTo>
                  <a:pt x="3244476" y="142753"/>
                </a:lnTo>
                <a:lnTo>
                  <a:pt x="3243791" y="144300"/>
                </a:lnTo>
                <a:lnTo>
                  <a:pt x="3243091" y="145840"/>
                </a:lnTo>
                <a:lnTo>
                  <a:pt x="3242375" y="147375"/>
                </a:lnTo>
                <a:lnTo>
                  <a:pt x="3241643" y="148903"/>
                </a:lnTo>
                <a:lnTo>
                  <a:pt x="3240896" y="150424"/>
                </a:lnTo>
                <a:lnTo>
                  <a:pt x="3240133" y="151939"/>
                </a:lnTo>
                <a:lnTo>
                  <a:pt x="3239355" y="153448"/>
                </a:lnTo>
                <a:lnTo>
                  <a:pt x="3259025" y="153448"/>
                </a:lnTo>
                <a:lnTo>
                  <a:pt x="3259629" y="152352"/>
                </a:lnTo>
                <a:lnTo>
                  <a:pt x="3260225" y="151260"/>
                </a:lnTo>
                <a:lnTo>
                  <a:pt x="3260812" y="150171"/>
                </a:lnTo>
                <a:lnTo>
                  <a:pt x="3261390" y="149086"/>
                </a:lnTo>
                <a:close/>
                <a:moveTo>
                  <a:pt x="2801213" y="61826"/>
                </a:moveTo>
                <a:lnTo>
                  <a:pt x="2801545" y="61449"/>
                </a:lnTo>
                <a:lnTo>
                  <a:pt x="2801881" y="61077"/>
                </a:lnTo>
                <a:lnTo>
                  <a:pt x="2802222" y="60710"/>
                </a:lnTo>
                <a:lnTo>
                  <a:pt x="2802567" y="60348"/>
                </a:lnTo>
                <a:lnTo>
                  <a:pt x="2802917" y="59991"/>
                </a:lnTo>
                <a:lnTo>
                  <a:pt x="2803271" y="59639"/>
                </a:lnTo>
                <a:lnTo>
                  <a:pt x="2803629" y="59292"/>
                </a:lnTo>
                <a:lnTo>
                  <a:pt x="2803992" y="58950"/>
                </a:lnTo>
                <a:lnTo>
                  <a:pt x="2804360" y="58614"/>
                </a:lnTo>
                <a:lnTo>
                  <a:pt x="2804732" y="58282"/>
                </a:lnTo>
                <a:lnTo>
                  <a:pt x="2805109" y="57955"/>
                </a:lnTo>
                <a:lnTo>
                  <a:pt x="2805489" y="57633"/>
                </a:lnTo>
                <a:lnTo>
                  <a:pt x="2805875" y="57317"/>
                </a:lnTo>
                <a:lnTo>
                  <a:pt x="2806265" y="57005"/>
                </a:lnTo>
                <a:lnTo>
                  <a:pt x="2806659" y="56698"/>
                </a:lnTo>
                <a:lnTo>
                  <a:pt x="2807058" y="56396"/>
                </a:lnTo>
                <a:lnTo>
                  <a:pt x="2807462" y="56100"/>
                </a:lnTo>
                <a:lnTo>
                  <a:pt x="2807869" y="55808"/>
                </a:lnTo>
                <a:lnTo>
                  <a:pt x="2808282" y="55522"/>
                </a:lnTo>
                <a:lnTo>
                  <a:pt x="2808699" y="55240"/>
                </a:lnTo>
                <a:lnTo>
                  <a:pt x="2809121" y="54967"/>
                </a:lnTo>
                <a:lnTo>
                  <a:pt x="2809551" y="54705"/>
                </a:lnTo>
                <a:lnTo>
                  <a:pt x="2809987" y="54455"/>
                </a:lnTo>
                <a:lnTo>
                  <a:pt x="2810431" y="54217"/>
                </a:lnTo>
                <a:lnTo>
                  <a:pt x="2810881" y="53990"/>
                </a:lnTo>
                <a:lnTo>
                  <a:pt x="2811338" y="53775"/>
                </a:lnTo>
                <a:lnTo>
                  <a:pt x="2811803" y="53571"/>
                </a:lnTo>
                <a:lnTo>
                  <a:pt x="2812274" y="53379"/>
                </a:lnTo>
                <a:lnTo>
                  <a:pt x="2812752" y="53199"/>
                </a:lnTo>
                <a:lnTo>
                  <a:pt x="2813237" y="53031"/>
                </a:lnTo>
                <a:lnTo>
                  <a:pt x="2813729" y="52874"/>
                </a:lnTo>
                <a:lnTo>
                  <a:pt x="2814228" y="52728"/>
                </a:lnTo>
                <a:lnTo>
                  <a:pt x="2814734" y="52595"/>
                </a:lnTo>
                <a:lnTo>
                  <a:pt x="2815247" y="52473"/>
                </a:lnTo>
                <a:lnTo>
                  <a:pt x="2815767" y="52362"/>
                </a:lnTo>
                <a:lnTo>
                  <a:pt x="2816294" y="52263"/>
                </a:lnTo>
                <a:lnTo>
                  <a:pt x="2816828" y="52176"/>
                </a:lnTo>
                <a:lnTo>
                  <a:pt x="2817369" y="52100"/>
                </a:lnTo>
                <a:lnTo>
                  <a:pt x="2817916" y="52036"/>
                </a:lnTo>
                <a:lnTo>
                  <a:pt x="2818471" y="51984"/>
                </a:lnTo>
                <a:lnTo>
                  <a:pt x="2819033" y="51943"/>
                </a:lnTo>
                <a:lnTo>
                  <a:pt x="2819601" y="51914"/>
                </a:lnTo>
                <a:lnTo>
                  <a:pt x="2820177" y="51897"/>
                </a:lnTo>
                <a:lnTo>
                  <a:pt x="2820759" y="51891"/>
                </a:lnTo>
                <a:lnTo>
                  <a:pt x="2821149" y="51895"/>
                </a:lnTo>
                <a:lnTo>
                  <a:pt x="2821533" y="51905"/>
                </a:lnTo>
                <a:lnTo>
                  <a:pt x="2821910" y="51922"/>
                </a:lnTo>
                <a:lnTo>
                  <a:pt x="2822281" y="51946"/>
                </a:lnTo>
                <a:lnTo>
                  <a:pt x="2822646" y="51978"/>
                </a:lnTo>
                <a:lnTo>
                  <a:pt x="2823004" y="52016"/>
                </a:lnTo>
                <a:lnTo>
                  <a:pt x="2823356" y="52061"/>
                </a:lnTo>
                <a:lnTo>
                  <a:pt x="2823701" y="52112"/>
                </a:lnTo>
                <a:lnTo>
                  <a:pt x="2824041" y="52171"/>
                </a:lnTo>
                <a:lnTo>
                  <a:pt x="2824374" y="52237"/>
                </a:lnTo>
                <a:lnTo>
                  <a:pt x="2824700" y="52309"/>
                </a:lnTo>
                <a:lnTo>
                  <a:pt x="2825020" y="52389"/>
                </a:lnTo>
                <a:lnTo>
                  <a:pt x="2825334" y="52475"/>
                </a:lnTo>
                <a:lnTo>
                  <a:pt x="2825642" y="52569"/>
                </a:lnTo>
                <a:lnTo>
                  <a:pt x="2825943" y="52669"/>
                </a:lnTo>
                <a:lnTo>
                  <a:pt x="2826238" y="52776"/>
                </a:lnTo>
                <a:lnTo>
                  <a:pt x="2826527" y="52890"/>
                </a:lnTo>
                <a:lnTo>
                  <a:pt x="2826809" y="53011"/>
                </a:lnTo>
                <a:lnTo>
                  <a:pt x="2827085" y="53139"/>
                </a:lnTo>
                <a:lnTo>
                  <a:pt x="2827354" y="53274"/>
                </a:lnTo>
                <a:lnTo>
                  <a:pt x="2827618" y="53416"/>
                </a:lnTo>
                <a:lnTo>
                  <a:pt x="2827874" y="53565"/>
                </a:lnTo>
                <a:lnTo>
                  <a:pt x="2828125" y="53720"/>
                </a:lnTo>
                <a:lnTo>
                  <a:pt x="2828369" y="53883"/>
                </a:lnTo>
                <a:lnTo>
                  <a:pt x="2828608" y="54051"/>
                </a:lnTo>
                <a:lnTo>
                  <a:pt x="2828841" y="54226"/>
                </a:lnTo>
                <a:lnTo>
                  <a:pt x="2829068" y="54406"/>
                </a:lnTo>
                <a:lnTo>
                  <a:pt x="2829290" y="54592"/>
                </a:lnTo>
                <a:lnTo>
                  <a:pt x="2829507" y="54783"/>
                </a:lnTo>
                <a:lnTo>
                  <a:pt x="2829718" y="54980"/>
                </a:lnTo>
                <a:lnTo>
                  <a:pt x="2829924" y="55183"/>
                </a:lnTo>
                <a:lnTo>
                  <a:pt x="2830125" y="55391"/>
                </a:lnTo>
                <a:lnTo>
                  <a:pt x="2830320" y="55605"/>
                </a:lnTo>
                <a:lnTo>
                  <a:pt x="2830509" y="55825"/>
                </a:lnTo>
                <a:lnTo>
                  <a:pt x="2830694" y="56050"/>
                </a:lnTo>
                <a:lnTo>
                  <a:pt x="2830873" y="56281"/>
                </a:lnTo>
                <a:lnTo>
                  <a:pt x="2831046" y="56518"/>
                </a:lnTo>
                <a:lnTo>
                  <a:pt x="2831214" y="56760"/>
                </a:lnTo>
                <a:lnTo>
                  <a:pt x="2831377" y="57008"/>
                </a:lnTo>
                <a:lnTo>
                  <a:pt x="2831534" y="57261"/>
                </a:lnTo>
                <a:lnTo>
                  <a:pt x="2831686" y="57520"/>
                </a:lnTo>
                <a:lnTo>
                  <a:pt x="2831832" y="57785"/>
                </a:lnTo>
                <a:lnTo>
                  <a:pt x="2831973" y="58056"/>
                </a:lnTo>
                <a:lnTo>
                  <a:pt x="2832109" y="58332"/>
                </a:lnTo>
                <a:lnTo>
                  <a:pt x="2832239" y="58614"/>
                </a:lnTo>
                <a:lnTo>
                  <a:pt x="2832364" y="58901"/>
                </a:lnTo>
                <a:lnTo>
                  <a:pt x="2832483" y="59194"/>
                </a:lnTo>
                <a:lnTo>
                  <a:pt x="2832597" y="59493"/>
                </a:lnTo>
                <a:lnTo>
                  <a:pt x="2832706" y="59796"/>
                </a:lnTo>
                <a:lnTo>
                  <a:pt x="2832810" y="60104"/>
                </a:lnTo>
                <a:lnTo>
                  <a:pt x="2832910" y="60416"/>
                </a:lnTo>
                <a:lnTo>
                  <a:pt x="2833005" y="60732"/>
                </a:lnTo>
                <a:lnTo>
                  <a:pt x="2833095" y="61052"/>
                </a:lnTo>
                <a:lnTo>
                  <a:pt x="2833181" y="61376"/>
                </a:lnTo>
                <a:lnTo>
                  <a:pt x="2833262" y="61704"/>
                </a:lnTo>
                <a:lnTo>
                  <a:pt x="2833339" y="62036"/>
                </a:lnTo>
                <a:lnTo>
                  <a:pt x="2833411" y="62373"/>
                </a:lnTo>
                <a:lnTo>
                  <a:pt x="2833478" y="62713"/>
                </a:lnTo>
                <a:lnTo>
                  <a:pt x="2833540" y="63058"/>
                </a:lnTo>
                <a:lnTo>
                  <a:pt x="2833598" y="63406"/>
                </a:lnTo>
                <a:lnTo>
                  <a:pt x="2833652" y="63759"/>
                </a:lnTo>
                <a:lnTo>
                  <a:pt x="2833700" y="64116"/>
                </a:lnTo>
                <a:lnTo>
                  <a:pt x="2833744" y="64477"/>
                </a:lnTo>
                <a:lnTo>
                  <a:pt x="2833784" y="64842"/>
                </a:lnTo>
                <a:lnTo>
                  <a:pt x="2833819" y="65211"/>
                </a:lnTo>
                <a:lnTo>
                  <a:pt x="2833849" y="65584"/>
                </a:lnTo>
                <a:lnTo>
                  <a:pt x="2833874" y="65962"/>
                </a:lnTo>
                <a:lnTo>
                  <a:pt x="2833895" y="66343"/>
                </a:lnTo>
                <a:lnTo>
                  <a:pt x="2833911" y="66729"/>
                </a:lnTo>
                <a:lnTo>
                  <a:pt x="2833923" y="67118"/>
                </a:lnTo>
                <a:lnTo>
                  <a:pt x="2833930" y="67512"/>
                </a:lnTo>
                <a:lnTo>
                  <a:pt x="2833932" y="67910"/>
                </a:lnTo>
                <a:lnTo>
                  <a:pt x="2833932" y="122296"/>
                </a:lnTo>
                <a:lnTo>
                  <a:pt x="2857341" y="122296"/>
                </a:lnTo>
                <a:lnTo>
                  <a:pt x="2857341" y="65034"/>
                </a:lnTo>
                <a:lnTo>
                  <a:pt x="2857328" y="63739"/>
                </a:lnTo>
                <a:lnTo>
                  <a:pt x="2857290" y="62471"/>
                </a:lnTo>
                <a:lnTo>
                  <a:pt x="2857227" y="61229"/>
                </a:lnTo>
                <a:lnTo>
                  <a:pt x="2857138" y="60013"/>
                </a:lnTo>
                <a:lnTo>
                  <a:pt x="2857024" y="58823"/>
                </a:lnTo>
                <a:lnTo>
                  <a:pt x="2856885" y="57659"/>
                </a:lnTo>
                <a:lnTo>
                  <a:pt x="2856720" y="56521"/>
                </a:lnTo>
                <a:lnTo>
                  <a:pt x="2856530" y="55410"/>
                </a:lnTo>
                <a:lnTo>
                  <a:pt x="2856315" y="54325"/>
                </a:lnTo>
                <a:lnTo>
                  <a:pt x="2856074" y="53266"/>
                </a:lnTo>
                <a:lnTo>
                  <a:pt x="2855808" y="52233"/>
                </a:lnTo>
                <a:lnTo>
                  <a:pt x="2855516" y="51226"/>
                </a:lnTo>
                <a:lnTo>
                  <a:pt x="2855200" y="50245"/>
                </a:lnTo>
                <a:lnTo>
                  <a:pt x="2854857" y="49290"/>
                </a:lnTo>
                <a:lnTo>
                  <a:pt x="2854490" y="48362"/>
                </a:lnTo>
                <a:lnTo>
                  <a:pt x="2854097" y="47460"/>
                </a:lnTo>
                <a:lnTo>
                  <a:pt x="2853679" y="46583"/>
                </a:lnTo>
                <a:lnTo>
                  <a:pt x="2853236" y="45733"/>
                </a:lnTo>
                <a:lnTo>
                  <a:pt x="2852767" y="44910"/>
                </a:lnTo>
                <a:lnTo>
                  <a:pt x="2852273" y="44112"/>
                </a:lnTo>
                <a:lnTo>
                  <a:pt x="2851753" y="43340"/>
                </a:lnTo>
                <a:lnTo>
                  <a:pt x="2851208" y="42595"/>
                </a:lnTo>
                <a:lnTo>
                  <a:pt x="2850638" y="41876"/>
                </a:lnTo>
                <a:lnTo>
                  <a:pt x="2850042" y="41182"/>
                </a:lnTo>
                <a:lnTo>
                  <a:pt x="2849424" y="40517"/>
                </a:lnTo>
                <a:lnTo>
                  <a:pt x="2848785" y="39879"/>
                </a:lnTo>
                <a:lnTo>
                  <a:pt x="2848125" y="39270"/>
                </a:lnTo>
                <a:lnTo>
                  <a:pt x="2847444" y="38689"/>
                </a:lnTo>
                <a:lnTo>
                  <a:pt x="2846743" y="38136"/>
                </a:lnTo>
                <a:lnTo>
                  <a:pt x="2846020" y="37612"/>
                </a:lnTo>
                <a:lnTo>
                  <a:pt x="2845278" y="37116"/>
                </a:lnTo>
                <a:lnTo>
                  <a:pt x="2844514" y="36649"/>
                </a:lnTo>
                <a:lnTo>
                  <a:pt x="2843730" y="36209"/>
                </a:lnTo>
                <a:lnTo>
                  <a:pt x="2842925" y="35799"/>
                </a:lnTo>
                <a:lnTo>
                  <a:pt x="2842099" y="35416"/>
                </a:lnTo>
                <a:lnTo>
                  <a:pt x="2841253" y="35062"/>
                </a:lnTo>
                <a:lnTo>
                  <a:pt x="2840386" y="34736"/>
                </a:lnTo>
                <a:lnTo>
                  <a:pt x="2839498" y="34438"/>
                </a:lnTo>
                <a:lnTo>
                  <a:pt x="2838590" y="34169"/>
                </a:lnTo>
                <a:lnTo>
                  <a:pt x="2837661" y="33928"/>
                </a:lnTo>
                <a:lnTo>
                  <a:pt x="2836711" y="33716"/>
                </a:lnTo>
                <a:lnTo>
                  <a:pt x="2835740" y="33532"/>
                </a:lnTo>
                <a:lnTo>
                  <a:pt x="2834749" y="33376"/>
                </a:lnTo>
                <a:lnTo>
                  <a:pt x="2833737" y="33248"/>
                </a:lnTo>
                <a:lnTo>
                  <a:pt x="2832704" y="33149"/>
                </a:lnTo>
                <a:lnTo>
                  <a:pt x="2831651" y="33078"/>
                </a:lnTo>
                <a:lnTo>
                  <a:pt x="2830577" y="33036"/>
                </a:lnTo>
                <a:lnTo>
                  <a:pt x="2829482" y="33022"/>
                </a:lnTo>
                <a:lnTo>
                  <a:pt x="2828540" y="33029"/>
                </a:lnTo>
                <a:lnTo>
                  <a:pt x="2827613" y="33052"/>
                </a:lnTo>
                <a:lnTo>
                  <a:pt x="2826700" y="33089"/>
                </a:lnTo>
                <a:lnTo>
                  <a:pt x="2825803" y="33142"/>
                </a:lnTo>
                <a:lnTo>
                  <a:pt x="2824920" y="33209"/>
                </a:lnTo>
                <a:lnTo>
                  <a:pt x="2824052" y="33291"/>
                </a:lnTo>
                <a:lnTo>
                  <a:pt x="2823199" y="33389"/>
                </a:lnTo>
                <a:lnTo>
                  <a:pt x="2822361" y="33501"/>
                </a:lnTo>
                <a:lnTo>
                  <a:pt x="2821538" y="33629"/>
                </a:lnTo>
                <a:lnTo>
                  <a:pt x="2820729" y="33771"/>
                </a:lnTo>
                <a:lnTo>
                  <a:pt x="2819936" y="33928"/>
                </a:lnTo>
                <a:lnTo>
                  <a:pt x="2819157" y="34101"/>
                </a:lnTo>
                <a:lnTo>
                  <a:pt x="2818393" y="34288"/>
                </a:lnTo>
                <a:lnTo>
                  <a:pt x="2817644" y="34491"/>
                </a:lnTo>
                <a:lnTo>
                  <a:pt x="2816910" y="34708"/>
                </a:lnTo>
                <a:lnTo>
                  <a:pt x="2816190" y="34940"/>
                </a:lnTo>
                <a:lnTo>
                  <a:pt x="2815485" y="35188"/>
                </a:lnTo>
                <a:lnTo>
                  <a:pt x="2814796" y="35450"/>
                </a:lnTo>
                <a:lnTo>
                  <a:pt x="2814121" y="35727"/>
                </a:lnTo>
                <a:lnTo>
                  <a:pt x="2813461" y="36019"/>
                </a:lnTo>
                <a:lnTo>
                  <a:pt x="2812815" y="36327"/>
                </a:lnTo>
                <a:lnTo>
                  <a:pt x="2812185" y="36649"/>
                </a:lnTo>
                <a:lnTo>
                  <a:pt x="2811569" y="36986"/>
                </a:lnTo>
                <a:lnTo>
                  <a:pt x="2810968" y="37338"/>
                </a:lnTo>
                <a:lnTo>
                  <a:pt x="2810380" y="37700"/>
                </a:lnTo>
                <a:lnTo>
                  <a:pt x="2809801" y="38067"/>
                </a:lnTo>
                <a:lnTo>
                  <a:pt x="2809231" y="38438"/>
                </a:lnTo>
                <a:lnTo>
                  <a:pt x="2808671" y="38813"/>
                </a:lnTo>
                <a:lnTo>
                  <a:pt x="2808121" y="39193"/>
                </a:lnTo>
                <a:lnTo>
                  <a:pt x="2807581" y="39578"/>
                </a:lnTo>
                <a:lnTo>
                  <a:pt x="2807049" y="39966"/>
                </a:lnTo>
                <a:lnTo>
                  <a:pt x="2806528" y="40360"/>
                </a:lnTo>
                <a:lnTo>
                  <a:pt x="2806016" y="40758"/>
                </a:lnTo>
                <a:lnTo>
                  <a:pt x="2805514" y="41160"/>
                </a:lnTo>
                <a:lnTo>
                  <a:pt x="2805021" y="41567"/>
                </a:lnTo>
                <a:lnTo>
                  <a:pt x="2804538" y="41978"/>
                </a:lnTo>
                <a:lnTo>
                  <a:pt x="2804064" y="42394"/>
                </a:lnTo>
                <a:lnTo>
                  <a:pt x="2803600" y="42814"/>
                </a:lnTo>
                <a:lnTo>
                  <a:pt x="2803145" y="43239"/>
                </a:lnTo>
                <a:lnTo>
                  <a:pt x="2802701" y="43668"/>
                </a:lnTo>
                <a:lnTo>
                  <a:pt x="2802265" y="44102"/>
                </a:lnTo>
                <a:lnTo>
                  <a:pt x="2801840" y="44540"/>
                </a:lnTo>
                <a:lnTo>
                  <a:pt x="2801423" y="44982"/>
                </a:lnTo>
                <a:lnTo>
                  <a:pt x="2801017" y="45429"/>
                </a:lnTo>
                <a:lnTo>
                  <a:pt x="2800620" y="45881"/>
                </a:lnTo>
                <a:lnTo>
                  <a:pt x="2800233" y="46337"/>
                </a:lnTo>
                <a:lnTo>
                  <a:pt x="2799855" y="46798"/>
                </a:lnTo>
                <a:lnTo>
                  <a:pt x="2799486" y="47263"/>
                </a:lnTo>
                <a:lnTo>
                  <a:pt x="2799041" y="34357"/>
                </a:lnTo>
                <a:lnTo>
                  <a:pt x="2776345" y="34357"/>
                </a:lnTo>
                <a:lnTo>
                  <a:pt x="2776345" y="122296"/>
                </a:lnTo>
                <a:lnTo>
                  <a:pt x="2799931" y="122296"/>
                </a:lnTo>
                <a:lnTo>
                  <a:pt x="2799931" y="63384"/>
                </a:lnTo>
                <a:lnTo>
                  <a:pt x="2800245" y="62987"/>
                </a:lnTo>
                <a:lnTo>
                  <a:pt x="2800564" y="62595"/>
                </a:lnTo>
                <a:lnTo>
                  <a:pt x="2800886" y="62208"/>
                </a:lnTo>
                <a:lnTo>
                  <a:pt x="2801213" y="61826"/>
                </a:lnTo>
                <a:close/>
                <a:moveTo>
                  <a:pt x="2351070" y="34357"/>
                </a:moveTo>
                <a:lnTo>
                  <a:pt x="2327483" y="34357"/>
                </a:lnTo>
                <a:lnTo>
                  <a:pt x="2327483" y="122296"/>
                </a:lnTo>
                <a:lnTo>
                  <a:pt x="2351070" y="122296"/>
                </a:lnTo>
                <a:lnTo>
                  <a:pt x="2351070" y="34357"/>
                </a:lnTo>
                <a:close/>
                <a:moveTo>
                  <a:pt x="2372916" y="34357"/>
                </a:moveTo>
                <a:lnTo>
                  <a:pt x="2372916" y="52514"/>
                </a:lnTo>
                <a:lnTo>
                  <a:pt x="2410566" y="52514"/>
                </a:lnTo>
                <a:lnTo>
                  <a:pt x="2369356" y="104995"/>
                </a:lnTo>
                <a:lnTo>
                  <a:pt x="2369356" y="122296"/>
                </a:lnTo>
                <a:lnTo>
                  <a:pt x="2441274" y="122296"/>
                </a:lnTo>
                <a:lnTo>
                  <a:pt x="2441274" y="104049"/>
                </a:lnTo>
                <a:lnTo>
                  <a:pt x="2397126" y="104049"/>
                </a:lnTo>
                <a:lnTo>
                  <a:pt x="2438425" y="51026"/>
                </a:lnTo>
                <a:lnTo>
                  <a:pt x="2438425" y="34357"/>
                </a:lnTo>
                <a:lnTo>
                  <a:pt x="2372916" y="34357"/>
                </a:lnTo>
                <a:close/>
                <a:moveTo>
                  <a:pt x="2647394" y="34357"/>
                </a:moveTo>
                <a:lnTo>
                  <a:pt x="2623807" y="34357"/>
                </a:lnTo>
                <a:lnTo>
                  <a:pt x="2623807" y="122296"/>
                </a:lnTo>
                <a:lnTo>
                  <a:pt x="2647394" y="122296"/>
                </a:lnTo>
                <a:lnTo>
                  <a:pt x="2647394" y="34357"/>
                </a:lnTo>
                <a:close/>
                <a:moveTo>
                  <a:pt x="2488449" y="123695"/>
                </a:moveTo>
                <a:lnTo>
                  <a:pt x="2489193" y="123621"/>
                </a:lnTo>
                <a:lnTo>
                  <a:pt x="2489929" y="123537"/>
                </a:lnTo>
                <a:lnTo>
                  <a:pt x="2490657" y="123441"/>
                </a:lnTo>
                <a:lnTo>
                  <a:pt x="2491377" y="123334"/>
                </a:lnTo>
                <a:lnTo>
                  <a:pt x="2492089" y="123215"/>
                </a:lnTo>
                <a:lnTo>
                  <a:pt x="2492794" y="123086"/>
                </a:lnTo>
                <a:lnTo>
                  <a:pt x="2493491" y="122945"/>
                </a:lnTo>
                <a:lnTo>
                  <a:pt x="2494181" y="122792"/>
                </a:lnTo>
                <a:lnTo>
                  <a:pt x="2494862" y="122629"/>
                </a:lnTo>
                <a:lnTo>
                  <a:pt x="2495536" y="122454"/>
                </a:lnTo>
                <a:lnTo>
                  <a:pt x="2496202" y="122268"/>
                </a:lnTo>
                <a:lnTo>
                  <a:pt x="2496861" y="122070"/>
                </a:lnTo>
                <a:lnTo>
                  <a:pt x="2497511" y="121862"/>
                </a:lnTo>
                <a:lnTo>
                  <a:pt x="2498154" y="121642"/>
                </a:lnTo>
                <a:lnTo>
                  <a:pt x="2498790" y="121410"/>
                </a:lnTo>
                <a:lnTo>
                  <a:pt x="2499417" y="121168"/>
                </a:lnTo>
                <a:lnTo>
                  <a:pt x="2500037" y="120914"/>
                </a:lnTo>
                <a:lnTo>
                  <a:pt x="2500649" y="120649"/>
                </a:lnTo>
                <a:lnTo>
                  <a:pt x="2501254" y="120373"/>
                </a:lnTo>
                <a:lnTo>
                  <a:pt x="2501853" y="120086"/>
                </a:lnTo>
                <a:lnTo>
                  <a:pt x="2502446" y="119789"/>
                </a:lnTo>
                <a:lnTo>
                  <a:pt x="2503032" y="119481"/>
                </a:lnTo>
                <a:lnTo>
                  <a:pt x="2503613" y="119162"/>
                </a:lnTo>
                <a:lnTo>
                  <a:pt x="2504187" y="118833"/>
                </a:lnTo>
                <a:lnTo>
                  <a:pt x="2504755" y="118493"/>
                </a:lnTo>
                <a:lnTo>
                  <a:pt x="2505317" y="118142"/>
                </a:lnTo>
                <a:lnTo>
                  <a:pt x="2505873" y="117781"/>
                </a:lnTo>
                <a:lnTo>
                  <a:pt x="2506422" y="117409"/>
                </a:lnTo>
                <a:lnTo>
                  <a:pt x="2506965" y="117026"/>
                </a:lnTo>
                <a:lnTo>
                  <a:pt x="2507503" y="116633"/>
                </a:lnTo>
                <a:lnTo>
                  <a:pt x="2508034" y="116229"/>
                </a:lnTo>
                <a:lnTo>
                  <a:pt x="2508558" y="115814"/>
                </a:lnTo>
                <a:lnTo>
                  <a:pt x="2509077" y="115389"/>
                </a:lnTo>
                <a:lnTo>
                  <a:pt x="2509589" y="114953"/>
                </a:lnTo>
                <a:lnTo>
                  <a:pt x="2510096" y="114506"/>
                </a:lnTo>
                <a:lnTo>
                  <a:pt x="2510596" y="114049"/>
                </a:lnTo>
                <a:lnTo>
                  <a:pt x="2511089" y="113581"/>
                </a:lnTo>
                <a:lnTo>
                  <a:pt x="2511577" y="113102"/>
                </a:lnTo>
                <a:lnTo>
                  <a:pt x="2512059" y="112613"/>
                </a:lnTo>
                <a:lnTo>
                  <a:pt x="2512534" y="112113"/>
                </a:lnTo>
                <a:lnTo>
                  <a:pt x="2513003" y="111602"/>
                </a:lnTo>
                <a:lnTo>
                  <a:pt x="2513466" y="111081"/>
                </a:lnTo>
                <a:lnTo>
                  <a:pt x="2514178" y="122296"/>
                </a:lnTo>
                <a:lnTo>
                  <a:pt x="2536252" y="122296"/>
                </a:lnTo>
                <a:lnTo>
                  <a:pt x="2536252" y="63290"/>
                </a:lnTo>
                <a:lnTo>
                  <a:pt x="2536247" y="62559"/>
                </a:lnTo>
                <a:lnTo>
                  <a:pt x="2536233" y="61839"/>
                </a:lnTo>
                <a:lnTo>
                  <a:pt x="2536209" y="61128"/>
                </a:lnTo>
                <a:lnTo>
                  <a:pt x="2536175" y="60428"/>
                </a:lnTo>
                <a:lnTo>
                  <a:pt x="2536132" y="59738"/>
                </a:lnTo>
                <a:lnTo>
                  <a:pt x="2536079" y="59058"/>
                </a:lnTo>
                <a:lnTo>
                  <a:pt x="2536017" y="58389"/>
                </a:lnTo>
                <a:lnTo>
                  <a:pt x="2535945" y="57729"/>
                </a:lnTo>
                <a:lnTo>
                  <a:pt x="2535864" y="57080"/>
                </a:lnTo>
                <a:lnTo>
                  <a:pt x="2535773" y="56441"/>
                </a:lnTo>
                <a:lnTo>
                  <a:pt x="2535672" y="55812"/>
                </a:lnTo>
                <a:lnTo>
                  <a:pt x="2535562" y="55193"/>
                </a:lnTo>
                <a:lnTo>
                  <a:pt x="2535442" y="54585"/>
                </a:lnTo>
                <a:lnTo>
                  <a:pt x="2535313" y="53986"/>
                </a:lnTo>
                <a:lnTo>
                  <a:pt x="2535174" y="53398"/>
                </a:lnTo>
                <a:lnTo>
                  <a:pt x="2535026" y="52820"/>
                </a:lnTo>
                <a:lnTo>
                  <a:pt x="2534867" y="52252"/>
                </a:lnTo>
                <a:lnTo>
                  <a:pt x="2534700" y="51694"/>
                </a:lnTo>
                <a:lnTo>
                  <a:pt x="2534523" y="51147"/>
                </a:lnTo>
                <a:lnTo>
                  <a:pt x="2534336" y="50610"/>
                </a:lnTo>
                <a:lnTo>
                  <a:pt x="2534139" y="50082"/>
                </a:lnTo>
                <a:lnTo>
                  <a:pt x="2533933" y="49565"/>
                </a:lnTo>
                <a:lnTo>
                  <a:pt x="2533718" y="49058"/>
                </a:lnTo>
                <a:lnTo>
                  <a:pt x="2533493" y="48562"/>
                </a:lnTo>
                <a:lnTo>
                  <a:pt x="2533259" y="48074"/>
                </a:lnTo>
                <a:lnTo>
                  <a:pt x="2533017" y="47595"/>
                </a:lnTo>
                <a:lnTo>
                  <a:pt x="2532767" y="47125"/>
                </a:lnTo>
                <a:lnTo>
                  <a:pt x="2532510" y="46663"/>
                </a:lnTo>
                <a:lnTo>
                  <a:pt x="2532244" y="46210"/>
                </a:lnTo>
                <a:lnTo>
                  <a:pt x="2531971" y="45766"/>
                </a:lnTo>
                <a:lnTo>
                  <a:pt x="2531690" y="45330"/>
                </a:lnTo>
                <a:lnTo>
                  <a:pt x="2531401" y="44903"/>
                </a:lnTo>
                <a:lnTo>
                  <a:pt x="2531104" y="44484"/>
                </a:lnTo>
                <a:lnTo>
                  <a:pt x="2530799" y="44074"/>
                </a:lnTo>
                <a:lnTo>
                  <a:pt x="2530487" y="43672"/>
                </a:lnTo>
                <a:lnTo>
                  <a:pt x="2530166" y="43280"/>
                </a:lnTo>
                <a:lnTo>
                  <a:pt x="2529838" y="42895"/>
                </a:lnTo>
                <a:lnTo>
                  <a:pt x="2529501" y="42520"/>
                </a:lnTo>
                <a:lnTo>
                  <a:pt x="2529157" y="42153"/>
                </a:lnTo>
                <a:lnTo>
                  <a:pt x="2528805" y="41795"/>
                </a:lnTo>
                <a:lnTo>
                  <a:pt x="2528445" y="41445"/>
                </a:lnTo>
                <a:lnTo>
                  <a:pt x="2528077" y="41104"/>
                </a:lnTo>
                <a:lnTo>
                  <a:pt x="2527701" y="40771"/>
                </a:lnTo>
                <a:lnTo>
                  <a:pt x="2527318" y="40448"/>
                </a:lnTo>
                <a:lnTo>
                  <a:pt x="2526926" y="40132"/>
                </a:lnTo>
                <a:lnTo>
                  <a:pt x="2526527" y="39826"/>
                </a:lnTo>
                <a:lnTo>
                  <a:pt x="2526120" y="39528"/>
                </a:lnTo>
                <a:lnTo>
                  <a:pt x="2525705" y="39238"/>
                </a:lnTo>
                <a:lnTo>
                  <a:pt x="2525282" y="38956"/>
                </a:lnTo>
                <a:lnTo>
                  <a:pt x="2524854" y="38682"/>
                </a:lnTo>
                <a:lnTo>
                  <a:pt x="2524419" y="38414"/>
                </a:lnTo>
                <a:lnTo>
                  <a:pt x="2523978" y="38153"/>
                </a:lnTo>
                <a:lnTo>
                  <a:pt x="2523530" y="37900"/>
                </a:lnTo>
                <a:lnTo>
                  <a:pt x="2523076" y="37653"/>
                </a:lnTo>
                <a:lnTo>
                  <a:pt x="2522616" y="37413"/>
                </a:lnTo>
                <a:lnTo>
                  <a:pt x="2522149" y="37181"/>
                </a:lnTo>
                <a:lnTo>
                  <a:pt x="2521676" y="36955"/>
                </a:lnTo>
                <a:lnTo>
                  <a:pt x="2521197" y="36737"/>
                </a:lnTo>
                <a:lnTo>
                  <a:pt x="2520711" y="36525"/>
                </a:lnTo>
                <a:lnTo>
                  <a:pt x="2520219" y="36321"/>
                </a:lnTo>
                <a:lnTo>
                  <a:pt x="2519721" y="36124"/>
                </a:lnTo>
                <a:lnTo>
                  <a:pt x="2519217" y="35934"/>
                </a:lnTo>
                <a:lnTo>
                  <a:pt x="2518706" y="35750"/>
                </a:lnTo>
                <a:lnTo>
                  <a:pt x="2518188" y="35574"/>
                </a:lnTo>
                <a:lnTo>
                  <a:pt x="2517665" y="35405"/>
                </a:lnTo>
                <a:lnTo>
                  <a:pt x="2517135" y="35243"/>
                </a:lnTo>
                <a:lnTo>
                  <a:pt x="2516599" y="35088"/>
                </a:lnTo>
                <a:lnTo>
                  <a:pt x="2516056" y="34940"/>
                </a:lnTo>
                <a:lnTo>
                  <a:pt x="2515507" y="34799"/>
                </a:lnTo>
                <a:lnTo>
                  <a:pt x="2514952" y="34665"/>
                </a:lnTo>
                <a:lnTo>
                  <a:pt x="2514390" y="34538"/>
                </a:lnTo>
                <a:lnTo>
                  <a:pt x="2513822" y="34418"/>
                </a:lnTo>
                <a:lnTo>
                  <a:pt x="2513248" y="34304"/>
                </a:lnTo>
                <a:lnTo>
                  <a:pt x="2512670" y="34195"/>
                </a:lnTo>
                <a:lnTo>
                  <a:pt x="2512086" y="34091"/>
                </a:lnTo>
                <a:lnTo>
                  <a:pt x="2511498" y="33991"/>
                </a:lnTo>
                <a:lnTo>
                  <a:pt x="2510905" y="33897"/>
                </a:lnTo>
                <a:lnTo>
                  <a:pt x="2510306" y="33807"/>
                </a:lnTo>
                <a:lnTo>
                  <a:pt x="2509703" y="33722"/>
                </a:lnTo>
                <a:lnTo>
                  <a:pt x="2509095" y="33642"/>
                </a:lnTo>
                <a:lnTo>
                  <a:pt x="2508482" y="33567"/>
                </a:lnTo>
                <a:lnTo>
                  <a:pt x="2507864" y="33497"/>
                </a:lnTo>
                <a:lnTo>
                  <a:pt x="2507240" y="33431"/>
                </a:lnTo>
                <a:lnTo>
                  <a:pt x="2506612" y="33371"/>
                </a:lnTo>
                <a:lnTo>
                  <a:pt x="2505980" y="33315"/>
                </a:lnTo>
                <a:lnTo>
                  <a:pt x="2505342" y="33264"/>
                </a:lnTo>
                <a:lnTo>
                  <a:pt x="2504699" y="33218"/>
                </a:lnTo>
                <a:lnTo>
                  <a:pt x="2504051" y="33177"/>
                </a:lnTo>
                <a:lnTo>
                  <a:pt x="2503398" y="33140"/>
                </a:lnTo>
                <a:lnTo>
                  <a:pt x="2502741" y="33109"/>
                </a:lnTo>
                <a:lnTo>
                  <a:pt x="2502078" y="33082"/>
                </a:lnTo>
                <a:lnTo>
                  <a:pt x="2501411" y="33060"/>
                </a:lnTo>
                <a:lnTo>
                  <a:pt x="2500738" y="33043"/>
                </a:lnTo>
                <a:lnTo>
                  <a:pt x="2500061" y="33031"/>
                </a:lnTo>
                <a:lnTo>
                  <a:pt x="2499378" y="33024"/>
                </a:lnTo>
                <a:lnTo>
                  <a:pt x="2498691" y="33022"/>
                </a:lnTo>
                <a:lnTo>
                  <a:pt x="2497754" y="33027"/>
                </a:lnTo>
                <a:lnTo>
                  <a:pt x="2496826" y="33042"/>
                </a:lnTo>
                <a:lnTo>
                  <a:pt x="2495907" y="33067"/>
                </a:lnTo>
                <a:lnTo>
                  <a:pt x="2494998" y="33102"/>
                </a:lnTo>
                <a:lnTo>
                  <a:pt x="2494099" y="33147"/>
                </a:lnTo>
                <a:lnTo>
                  <a:pt x="2493209" y="33202"/>
                </a:lnTo>
                <a:lnTo>
                  <a:pt x="2492328" y="33267"/>
                </a:lnTo>
                <a:lnTo>
                  <a:pt x="2491457" y="33342"/>
                </a:lnTo>
                <a:lnTo>
                  <a:pt x="2490595" y="33427"/>
                </a:lnTo>
                <a:lnTo>
                  <a:pt x="2489742" y="33522"/>
                </a:lnTo>
                <a:lnTo>
                  <a:pt x="2488899" y="33628"/>
                </a:lnTo>
                <a:lnTo>
                  <a:pt x="2488066" y="33743"/>
                </a:lnTo>
                <a:lnTo>
                  <a:pt x="2487241" y="33868"/>
                </a:lnTo>
                <a:lnTo>
                  <a:pt x="2486427" y="34003"/>
                </a:lnTo>
                <a:lnTo>
                  <a:pt x="2485621" y="34148"/>
                </a:lnTo>
                <a:lnTo>
                  <a:pt x="2484826" y="34304"/>
                </a:lnTo>
                <a:lnTo>
                  <a:pt x="2484039" y="34469"/>
                </a:lnTo>
                <a:lnTo>
                  <a:pt x="2483262" y="34644"/>
                </a:lnTo>
                <a:lnTo>
                  <a:pt x="2482494" y="34829"/>
                </a:lnTo>
                <a:lnTo>
                  <a:pt x="2481736" y="35025"/>
                </a:lnTo>
                <a:lnTo>
                  <a:pt x="2480988" y="35230"/>
                </a:lnTo>
                <a:lnTo>
                  <a:pt x="2480248" y="35445"/>
                </a:lnTo>
                <a:lnTo>
                  <a:pt x="2479518" y="35671"/>
                </a:lnTo>
                <a:lnTo>
                  <a:pt x="2478798" y="35906"/>
                </a:lnTo>
                <a:lnTo>
                  <a:pt x="2478089" y="36153"/>
                </a:lnTo>
                <a:lnTo>
                  <a:pt x="2477392" y="36412"/>
                </a:lnTo>
                <a:lnTo>
                  <a:pt x="2476709" y="36685"/>
                </a:lnTo>
                <a:lnTo>
                  <a:pt x="2476039" y="36970"/>
                </a:lnTo>
                <a:lnTo>
                  <a:pt x="2475381" y="37268"/>
                </a:lnTo>
                <a:lnTo>
                  <a:pt x="2474737" y="37579"/>
                </a:lnTo>
                <a:lnTo>
                  <a:pt x="2474105" y="37903"/>
                </a:lnTo>
                <a:lnTo>
                  <a:pt x="2473487" y="38240"/>
                </a:lnTo>
                <a:lnTo>
                  <a:pt x="2472882" y="38590"/>
                </a:lnTo>
                <a:lnTo>
                  <a:pt x="2472289" y="38952"/>
                </a:lnTo>
                <a:lnTo>
                  <a:pt x="2471710" y="39327"/>
                </a:lnTo>
                <a:lnTo>
                  <a:pt x="2471143" y="39715"/>
                </a:lnTo>
                <a:lnTo>
                  <a:pt x="2470590" y="40116"/>
                </a:lnTo>
                <a:lnTo>
                  <a:pt x="2470049" y="40530"/>
                </a:lnTo>
                <a:lnTo>
                  <a:pt x="2469522" y="40957"/>
                </a:lnTo>
                <a:lnTo>
                  <a:pt x="2469007" y="41396"/>
                </a:lnTo>
                <a:lnTo>
                  <a:pt x="2468505" y="41848"/>
                </a:lnTo>
                <a:lnTo>
                  <a:pt x="2468017" y="42313"/>
                </a:lnTo>
                <a:lnTo>
                  <a:pt x="2467541" y="42791"/>
                </a:lnTo>
                <a:lnTo>
                  <a:pt x="2467079" y="43282"/>
                </a:lnTo>
                <a:lnTo>
                  <a:pt x="2466629" y="43786"/>
                </a:lnTo>
                <a:lnTo>
                  <a:pt x="2466192" y="44303"/>
                </a:lnTo>
                <a:lnTo>
                  <a:pt x="2465768" y="44832"/>
                </a:lnTo>
                <a:lnTo>
                  <a:pt x="2465358" y="45374"/>
                </a:lnTo>
                <a:lnTo>
                  <a:pt x="2464962" y="45931"/>
                </a:lnTo>
                <a:lnTo>
                  <a:pt x="2464583" y="46503"/>
                </a:lnTo>
                <a:lnTo>
                  <a:pt x="2464221" y="47093"/>
                </a:lnTo>
                <a:lnTo>
                  <a:pt x="2463876" y="47698"/>
                </a:lnTo>
                <a:lnTo>
                  <a:pt x="2463547" y="48320"/>
                </a:lnTo>
                <a:lnTo>
                  <a:pt x="2463235" y="48958"/>
                </a:lnTo>
                <a:lnTo>
                  <a:pt x="2462941" y="49612"/>
                </a:lnTo>
                <a:lnTo>
                  <a:pt x="2462663" y="50282"/>
                </a:lnTo>
                <a:lnTo>
                  <a:pt x="2462402" y="50969"/>
                </a:lnTo>
                <a:lnTo>
                  <a:pt x="2462158" y="51672"/>
                </a:lnTo>
                <a:lnTo>
                  <a:pt x="2461930" y="52391"/>
                </a:lnTo>
                <a:lnTo>
                  <a:pt x="2461720" y="53127"/>
                </a:lnTo>
                <a:lnTo>
                  <a:pt x="2461526" y="53879"/>
                </a:lnTo>
                <a:lnTo>
                  <a:pt x="2461349" y="54647"/>
                </a:lnTo>
                <a:lnTo>
                  <a:pt x="2461189" y="55431"/>
                </a:lnTo>
                <a:lnTo>
                  <a:pt x="2461046" y="56232"/>
                </a:lnTo>
                <a:lnTo>
                  <a:pt x="2460920" y="57049"/>
                </a:lnTo>
                <a:lnTo>
                  <a:pt x="2460810" y="57882"/>
                </a:lnTo>
                <a:lnTo>
                  <a:pt x="2460717" y="58731"/>
                </a:lnTo>
                <a:lnTo>
                  <a:pt x="2460642" y="59597"/>
                </a:lnTo>
                <a:lnTo>
                  <a:pt x="2460583" y="60479"/>
                </a:lnTo>
                <a:lnTo>
                  <a:pt x="2460541" y="61377"/>
                </a:lnTo>
                <a:lnTo>
                  <a:pt x="2460515" y="62292"/>
                </a:lnTo>
                <a:lnTo>
                  <a:pt x="2460507" y="63223"/>
                </a:lnTo>
                <a:lnTo>
                  <a:pt x="2482581" y="63223"/>
                </a:lnTo>
                <a:lnTo>
                  <a:pt x="2482588" y="62590"/>
                </a:lnTo>
                <a:lnTo>
                  <a:pt x="2482612" y="61972"/>
                </a:lnTo>
                <a:lnTo>
                  <a:pt x="2482652" y="61369"/>
                </a:lnTo>
                <a:lnTo>
                  <a:pt x="2482707" y="60781"/>
                </a:lnTo>
                <a:lnTo>
                  <a:pt x="2482778" y="60208"/>
                </a:lnTo>
                <a:lnTo>
                  <a:pt x="2482864" y="59649"/>
                </a:lnTo>
                <a:lnTo>
                  <a:pt x="2482967" y="59105"/>
                </a:lnTo>
                <a:lnTo>
                  <a:pt x="2483085" y="58576"/>
                </a:lnTo>
                <a:lnTo>
                  <a:pt x="2483219" y="58061"/>
                </a:lnTo>
                <a:lnTo>
                  <a:pt x="2483369" y="57561"/>
                </a:lnTo>
                <a:lnTo>
                  <a:pt x="2483534" y="57077"/>
                </a:lnTo>
                <a:lnTo>
                  <a:pt x="2483715" y="56606"/>
                </a:lnTo>
                <a:lnTo>
                  <a:pt x="2483912" y="56151"/>
                </a:lnTo>
                <a:lnTo>
                  <a:pt x="2484125" y="55710"/>
                </a:lnTo>
                <a:lnTo>
                  <a:pt x="2484354" y="55285"/>
                </a:lnTo>
                <a:lnTo>
                  <a:pt x="2484598" y="54873"/>
                </a:lnTo>
                <a:lnTo>
                  <a:pt x="2484858" y="54477"/>
                </a:lnTo>
                <a:lnTo>
                  <a:pt x="2485134" y="54096"/>
                </a:lnTo>
                <a:lnTo>
                  <a:pt x="2485426" y="53729"/>
                </a:lnTo>
                <a:lnTo>
                  <a:pt x="2485733" y="53377"/>
                </a:lnTo>
                <a:lnTo>
                  <a:pt x="2486056" y="53040"/>
                </a:lnTo>
                <a:lnTo>
                  <a:pt x="2486395" y="52717"/>
                </a:lnTo>
                <a:lnTo>
                  <a:pt x="2486750" y="52409"/>
                </a:lnTo>
                <a:lnTo>
                  <a:pt x="2487120" y="52116"/>
                </a:lnTo>
                <a:lnTo>
                  <a:pt x="2487503" y="51837"/>
                </a:lnTo>
                <a:lnTo>
                  <a:pt x="2487894" y="51569"/>
                </a:lnTo>
                <a:lnTo>
                  <a:pt x="2488294" y="51313"/>
                </a:lnTo>
                <a:lnTo>
                  <a:pt x="2488702" y="51068"/>
                </a:lnTo>
                <a:lnTo>
                  <a:pt x="2489120" y="50836"/>
                </a:lnTo>
                <a:lnTo>
                  <a:pt x="2489545" y="50616"/>
                </a:lnTo>
                <a:lnTo>
                  <a:pt x="2489980" y="50408"/>
                </a:lnTo>
                <a:lnTo>
                  <a:pt x="2490423" y="50211"/>
                </a:lnTo>
                <a:lnTo>
                  <a:pt x="2490875" y="50027"/>
                </a:lnTo>
                <a:lnTo>
                  <a:pt x="2491335" y="49854"/>
                </a:lnTo>
                <a:lnTo>
                  <a:pt x="2491805" y="49693"/>
                </a:lnTo>
                <a:lnTo>
                  <a:pt x="2492282" y="49544"/>
                </a:lnTo>
                <a:lnTo>
                  <a:pt x="2492769" y="49407"/>
                </a:lnTo>
                <a:lnTo>
                  <a:pt x="2493264" y="49282"/>
                </a:lnTo>
                <a:lnTo>
                  <a:pt x="2493768" y="49169"/>
                </a:lnTo>
                <a:lnTo>
                  <a:pt x="2494280" y="49068"/>
                </a:lnTo>
                <a:lnTo>
                  <a:pt x="2494801" y="48979"/>
                </a:lnTo>
                <a:lnTo>
                  <a:pt x="2495331" y="48901"/>
                </a:lnTo>
                <a:lnTo>
                  <a:pt x="2495869" y="48836"/>
                </a:lnTo>
                <a:lnTo>
                  <a:pt x="2496416" y="48782"/>
                </a:lnTo>
                <a:lnTo>
                  <a:pt x="2496972" y="48740"/>
                </a:lnTo>
                <a:lnTo>
                  <a:pt x="2497536" y="48711"/>
                </a:lnTo>
                <a:lnTo>
                  <a:pt x="2498109" y="48693"/>
                </a:lnTo>
                <a:lnTo>
                  <a:pt x="2498691" y="48687"/>
                </a:lnTo>
                <a:lnTo>
                  <a:pt x="2499221" y="48692"/>
                </a:lnTo>
                <a:lnTo>
                  <a:pt x="2499743" y="48709"/>
                </a:lnTo>
                <a:lnTo>
                  <a:pt x="2500256" y="48737"/>
                </a:lnTo>
                <a:lnTo>
                  <a:pt x="2500762" y="48776"/>
                </a:lnTo>
                <a:lnTo>
                  <a:pt x="2501259" y="48826"/>
                </a:lnTo>
                <a:lnTo>
                  <a:pt x="2501748" y="48888"/>
                </a:lnTo>
                <a:lnTo>
                  <a:pt x="2502229" y="48960"/>
                </a:lnTo>
                <a:lnTo>
                  <a:pt x="2502701" y="49044"/>
                </a:lnTo>
                <a:lnTo>
                  <a:pt x="2503166" y="49139"/>
                </a:lnTo>
                <a:lnTo>
                  <a:pt x="2503622" y="49245"/>
                </a:lnTo>
                <a:lnTo>
                  <a:pt x="2504070" y="49362"/>
                </a:lnTo>
                <a:lnTo>
                  <a:pt x="2504510" y="49491"/>
                </a:lnTo>
                <a:lnTo>
                  <a:pt x="2504941" y="49630"/>
                </a:lnTo>
                <a:lnTo>
                  <a:pt x="2505365" y="49781"/>
                </a:lnTo>
                <a:lnTo>
                  <a:pt x="2505780" y="49943"/>
                </a:lnTo>
                <a:lnTo>
                  <a:pt x="2506187" y="50116"/>
                </a:lnTo>
                <a:lnTo>
                  <a:pt x="2506586" y="50300"/>
                </a:lnTo>
                <a:lnTo>
                  <a:pt x="2506977" y="50495"/>
                </a:lnTo>
                <a:lnTo>
                  <a:pt x="2507359" y="50702"/>
                </a:lnTo>
                <a:lnTo>
                  <a:pt x="2507734" y="50920"/>
                </a:lnTo>
                <a:lnTo>
                  <a:pt x="2508100" y="51149"/>
                </a:lnTo>
                <a:lnTo>
                  <a:pt x="2508458" y="51389"/>
                </a:lnTo>
                <a:lnTo>
                  <a:pt x="2508808" y="51640"/>
                </a:lnTo>
                <a:lnTo>
                  <a:pt x="2509149" y="51902"/>
                </a:lnTo>
                <a:lnTo>
                  <a:pt x="2509480" y="52180"/>
                </a:lnTo>
                <a:lnTo>
                  <a:pt x="2509796" y="52476"/>
                </a:lnTo>
                <a:lnTo>
                  <a:pt x="2510098" y="52792"/>
                </a:lnTo>
                <a:lnTo>
                  <a:pt x="2510387" y="53127"/>
                </a:lnTo>
                <a:lnTo>
                  <a:pt x="2510661" y="53481"/>
                </a:lnTo>
                <a:lnTo>
                  <a:pt x="2510921" y="53854"/>
                </a:lnTo>
                <a:lnTo>
                  <a:pt x="2511167" y="54247"/>
                </a:lnTo>
                <a:lnTo>
                  <a:pt x="2511399" y="54658"/>
                </a:lnTo>
                <a:lnTo>
                  <a:pt x="2511617" y="55089"/>
                </a:lnTo>
                <a:lnTo>
                  <a:pt x="2511821" y="55539"/>
                </a:lnTo>
                <a:lnTo>
                  <a:pt x="2512011" y="56008"/>
                </a:lnTo>
                <a:lnTo>
                  <a:pt x="2512187" y="56496"/>
                </a:lnTo>
                <a:lnTo>
                  <a:pt x="2512348" y="57003"/>
                </a:lnTo>
                <a:lnTo>
                  <a:pt x="2512496" y="57529"/>
                </a:lnTo>
                <a:lnTo>
                  <a:pt x="2512630" y="58075"/>
                </a:lnTo>
                <a:lnTo>
                  <a:pt x="2512749" y="58640"/>
                </a:lnTo>
                <a:lnTo>
                  <a:pt x="2512854" y="59223"/>
                </a:lnTo>
                <a:lnTo>
                  <a:pt x="2512946" y="59826"/>
                </a:lnTo>
                <a:lnTo>
                  <a:pt x="2513023" y="60448"/>
                </a:lnTo>
                <a:lnTo>
                  <a:pt x="2513087" y="61090"/>
                </a:lnTo>
                <a:lnTo>
                  <a:pt x="2513136" y="61750"/>
                </a:lnTo>
                <a:lnTo>
                  <a:pt x="2513171" y="62429"/>
                </a:lnTo>
                <a:lnTo>
                  <a:pt x="2513192" y="63128"/>
                </a:lnTo>
                <a:lnTo>
                  <a:pt x="2513199" y="63846"/>
                </a:lnTo>
                <a:lnTo>
                  <a:pt x="2513199" y="68622"/>
                </a:lnTo>
                <a:lnTo>
                  <a:pt x="2511775" y="68655"/>
                </a:lnTo>
                <a:lnTo>
                  <a:pt x="2510365" y="68694"/>
                </a:lnTo>
                <a:lnTo>
                  <a:pt x="2508970" y="68740"/>
                </a:lnTo>
                <a:lnTo>
                  <a:pt x="2507590" y="68792"/>
                </a:lnTo>
                <a:lnTo>
                  <a:pt x="2506225" y="68851"/>
                </a:lnTo>
                <a:lnTo>
                  <a:pt x="2504874" y="68916"/>
                </a:lnTo>
                <a:lnTo>
                  <a:pt x="2503538" y="68988"/>
                </a:lnTo>
                <a:lnTo>
                  <a:pt x="2502217" y="69066"/>
                </a:lnTo>
                <a:lnTo>
                  <a:pt x="2500910" y="69150"/>
                </a:lnTo>
                <a:lnTo>
                  <a:pt x="2499618" y="69241"/>
                </a:lnTo>
                <a:lnTo>
                  <a:pt x="2498340" y="69338"/>
                </a:lnTo>
                <a:lnTo>
                  <a:pt x="2497078" y="69441"/>
                </a:lnTo>
                <a:lnTo>
                  <a:pt x="2495830" y="69551"/>
                </a:lnTo>
                <a:lnTo>
                  <a:pt x="2494596" y="69668"/>
                </a:lnTo>
                <a:lnTo>
                  <a:pt x="2493378" y="69791"/>
                </a:lnTo>
                <a:lnTo>
                  <a:pt x="2492174" y="69920"/>
                </a:lnTo>
                <a:lnTo>
                  <a:pt x="2490984" y="70055"/>
                </a:lnTo>
                <a:lnTo>
                  <a:pt x="2489810" y="70197"/>
                </a:lnTo>
                <a:lnTo>
                  <a:pt x="2488650" y="70346"/>
                </a:lnTo>
                <a:lnTo>
                  <a:pt x="2487504" y="70500"/>
                </a:lnTo>
                <a:lnTo>
                  <a:pt x="2486374" y="70661"/>
                </a:lnTo>
                <a:lnTo>
                  <a:pt x="2485258" y="70829"/>
                </a:lnTo>
                <a:lnTo>
                  <a:pt x="2484157" y="71003"/>
                </a:lnTo>
                <a:lnTo>
                  <a:pt x="2483070" y="71183"/>
                </a:lnTo>
                <a:lnTo>
                  <a:pt x="2482001" y="71374"/>
                </a:lnTo>
                <a:lnTo>
                  <a:pt x="2480952" y="71578"/>
                </a:lnTo>
                <a:lnTo>
                  <a:pt x="2479922" y="71796"/>
                </a:lnTo>
                <a:lnTo>
                  <a:pt x="2478913" y="72028"/>
                </a:lnTo>
                <a:lnTo>
                  <a:pt x="2477923" y="72273"/>
                </a:lnTo>
                <a:lnTo>
                  <a:pt x="2476954" y="72532"/>
                </a:lnTo>
                <a:lnTo>
                  <a:pt x="2476004" y="72805"/>
                </a:lnTo>
                <a:lnTo>
                  <a:pt x="2475074" y="73091"/>
                </a:lnTo>
                <a:lnTo>
                  <a:pt x="2474165" y="73392"/>
                </a:lnTo>
                <a:lnTo>
                  <a:pt x="2473275" y="73706"/>
                </a:lnTo>
                <a:lnTo>
                  <a:pt x="2472405" y="74034"/>
                </a:lnTo>
                <a:lnTo>
                  <a:pt x="2471555" y="74375"/>
                </a:lnTo>
                <a:lnTo>
                  <a:pt x="2470725" y="74730"/>
                </a:lnTo>
                <a:lnTo>
                  <a:pt x="2469915" y="75099"/>
                </a:lnTo>
                <a:lnTo>
                  <a:pt x="2469125" y="75482"/>
                </a:lnTo>
                <a:lnTo>
                  <a:pt x="2468354" y="75878"/>
                </a:lnTo>
                <a:lnTo>
                  <a:pt x="2467604" y="76289"/>
                </a:lnTo>
                <a:lnTo>
                  <a:pt x="2466874" y="76713"/>
                </a:lnTo>
                <a:lnTo>
                  <a:pt x="2466163" y="77150"/>
                </a:lnTo>
                <a:lnTo>
                  <a:pt x="2465473" y="77602"/>
                </a:lnTo>
                <a:lnTo>
                  <a:pt x="2464802" y="78067"/>
                </a:lnTo>
                <a:lnTo>
                  <a:pt x="2464152" y="78546"/>
                </a:lnTo>
                <a:lnTo>
                  <a:pt x="2463521" y="79038"/>
                </a:lnTo>
                <a:lnTo>
                  <a:pt x="2462910" y="79544"/>
                </a:lnTo>
                <a:lnTo>
                  <a:pt x="2462322" y="80068"/>
                </a:lnTo>
                <a:lnTo>
                  <a:pt x="2461759" y="80612"/>
                </a:lnTo>
                <a:lnTo>
                  <a:pt x="2461220" y="81177"/>
                </a:lnTo>
                <a:lnTo>
                  <a:pt x="2460707" y="81762"/>
                </a:lnTo>
                <a:lnTo>
                  <a:pt x="2460219" y="82369"/>
                </a:lnTo>
                <a:lnTo>
                  <a:pt x="2459756" y="82996"/>
                </a:lnTo>
                <a:lnTo>
                  <a:pt x="2459318" y="83644"/>
                </a:lnTo>
                <a:lnTo>
                  <a:pt x="2458905" y="84312"/>
                </a:lnTo>
                <a:lnTo>
                  <a:pt x="2458517" y="85002"/>
                </a:lnTo>
                <a:lnTo>
                  <a:pt x="2458154" y="85712"/>
                </a:lnTo>
                <a:lnTo>
                  <a:pt x="2457816" y="86443"/>
                </a:lnTo>
                <a:lnTo>
                  <a:pt x="2457503" y="87194"/>
                </a:lnTo>
                <a:lnTo>
                  <a:pt x="2457215" y="87967"/>
                </a:lnTo>
                <a:lnTo>
                  <a:pt x="2456952" y="88760"/>
                </a:lnTo>
                <a:lnTo>
                  <a:pt x="2456714" y="89574"/>
                </a:lnTo>
                <a:lnTo>
                  <a:pt x="2456502" y="90408"/>
                </a:lnTo>
                <a:lnTo>
                  <a:pt x="2456314" y="91264"/>
                </a:lnTo>
                <a:lnTo>
                  <a:pt x="2456151" y="92140"/>
                </a:lnTo>
                <a:lnTo>
                  <a:pt x="2456013" y="93037"/>
                </a:lnTo>
                <a:lnTo>
                  <a:pt x="2455901" y="93954"/>
                </a:lnTo>
                <a:lnTo>
                  <a:pt x="2455813" y="94893"/>
                </a:lnTo>
                <a:lnTo>
                  <a:pt x="2455751" y="95852"/>
                </a:lnTo>
                <a:lnTo>
                  <a:pt x="2455713" y="96832"/>
                </a:lnTo>
                <a:lnTo>
                  <a:pt x="2455700" y="97833"/>
                </a:lnTo>
                <a:lnTo>
                  <a:pt x="2455707" y="98554"/>
                </a:lnTo>
                <a:lnTo>
                  <a:pt x="2455728" y="99265"/>
                </a:lnTo>
                <a:lnTo>
                  <a:pt x="2455762" y="99966"/>
                </a:lnTo>
                <a:lnTo>
                  <a:pt x="2455810" y="100657"/>
                </a:lnTo>
                <a:lnTo>
                  <a:pt x="2455872" y="101338"/>
                </a:lnTo>
                <a:lnTo>
                  <a:pt x="2455948" y="102009"/>
                </a:lnTo>
                <a:lnTo>
                  <a:pt x="2456037" y="102669"/>
                </a:lnTo>
                <a:lnTo>
                  <a:pt x="2456141" y="103320"/>
                </a:lnTo>
                <a:lnTo>
                  <a:pt x="2456257" y="103960"/>
                </a:lnTo>
                <a:lnTo>
                  <a:pt x="2456388" y="104590"/>
                </a:lnTo>
                <a:lnTo>
                  <a:pt x="2456533" y="105210"/>
                </a:lnTo>
                <a:lnTo>
                  <a:pt x="2456691" y="105820"/>
                </a:lnTo>
                <a:lnTo>
                  <a:pt x="2456863" y="106420"/>
                </a:lnTo>
                <a:lnTo>
                  <a:pt x="2457048" y="107010"/>
                </a:lnTo>
                <a:lnTo>
                  <a:pt x="2457248" y="107589"/>
                </a:lnTo>
                <a:lnTo>
                  <a:pt x="2457461" y="108159"/>
                </a:lnTo>
                <a:lnTo>
                  <a:pt x="2457688" y="108718"/>
                </a:lnTo>
                <a:lnTo>
                  <a:pt x="2457928" y="109267"/>
                </a:lnTo>
                <a:lnTo>
                  <a:pt x="2458183" y="109806"/>
                </a:lnTo>
                <a:lnTo>
                  <a:pt x="2458451" y="110335"/>
                </a:lnTo>
                <a:lnTo>
                  <a:pt x="2458733" y="110854"/>
                </a:lnTo>
                <a:lnTo>
                  <a:pt x="2459029" y="111362"/>
                </a:lnTo>
                <a:lnTo>
                  <a:pt x="2459338" y="111861"/>
                </a:lnTo>
                <a:lnTo>
                  <a:pt x="2459661" y="112349"/>
                </a:lnTo>
                <a:lnTo>
                  <a:pt x="2459996" y="112827"/>
                </a:lnTo>
                <a:lnTo>
                  <a:pt x="2460338" y="113295"/>
                </a:lnTo>
                <a:lnTo>
                  <a:pt x="2460690" y="113753"/>
                </a:lnTo>
                <a:lnTo>
                  <a:pt x="2461050" y="114200"/>
                </a:lnTo>
                <a:lnTo>
                  <a:pt x="2461418" y="114638"/>
                </a:lnTo>
                <a:lnTo>
                  <a:pt x="2461795" y="115065"/>
                </a:lnTo>
                <a:lnTo>
                  <a:pt x="2462180" y="115482"/>
                </a:lnTo>
                <a:lnTo>
                  <a:pt x="2462574" y="115889"/>
                </a:lnTo>
                <a:lnTo>
                  <a:pt x="2462976" y="116286"/>
                </a:lnTo>
                <a:lnTo>
                  <a:pt x="2463387" y="116673"/>
                </a:lnTo>
                <a:lnTo>
                  <a:pt x="2463806" y="117049"/>
                </a:lnTo>
                <a:lnTo>
                  <a:pt x="2464234" y="117416"/>
                </a:lnTo>
                <a:lnTo>
                  <a:pt x="2464670" y="117772"/>
                </a:lnTo>
                <a:lnTo>
                  <a:pt x="2465115" y="118118"/>
                </a:lnTo>
                <a:lnTo>
                  <a:pt x="2465568" y="118454"/>
                </a:lnTo>
                <a:lnTo>
                  <a:pt x="2466030" y="118780"/>
                </a:lnTo>
                <a:lnTo>
                  <a:pt x="2466501" y="119096"/>
                </a:lnTo>
                <a:lnTo>
                  <a:pt x="2466979" y="119401"/>
                </a:lnTo>
                <a:lnTo>
                  <a:pt x="2467467" y="119697"/>
                </a:lnTo>
                <a:lnTo>
                  <a:pt x="2467962" y="119982"/>
                </a:lnTo>
                <a:lnTo>
                  <a:pt x="2468467" y="120257"/>
                </a:lnTo>
                <a:lnTo>
                  <a:pt x="2468980" y="120522"/>
                </a:lnTo>
                <a:lnTo>
                  <a:pt x="2469501" y="120777"/>
                </a:lnTo>
                <a:lnTo>
                  <a:pt x="2470031" y="121022"/>
                </a:lnTo>
                <a:lnTo>
                  <a:pt x="2470566" y="121256"/>
                </a:lnTo>
                <a:lnTo>
                  <a:pt x="2471105" y="121481"/>
                </a:lnTo>
                <a:lnTo>
                  <a:pt x="2471648" y="121696"/>
                </a:lnTo>
                <a:lnTo>
                  <a:pt x="2472194" y="121901"/>
                </a:lnTo>
                <a:lnTo>
                  <a:pt x="2472743" y="122095"/>
                </a:lnTo>
                <a:lnTo>
                  <a:pt x="2473296" y="122280"/>
                </a:lnTo>
                <a:lnTo>
                  <a:pt x="2473852" y="122455"/>
                </a:lnTo>
                <a:lnTo>
                  <a:pt x="2474412" y="122620"/>
                </a:lnTo>
                <a:lnTo>
                  <a:pt x="2474975" y="122774"/>
                </a:lnTo>
                <a:lnTo>
                  <a:pt x="2475541" y="122919"/>
                </a:lnTo>
                <a:lnTo>
                  <a:pt x="2476111" y="123054"/>
                </a:lnTo>
                <a:lnTo>
                  <a:pt x="2476684" y="123179"/>
                </a:lnTo>
                <a:lnTo>
                  <a:pt x="2477260" y="123294"/>
                </a:lnTo>
                <a:lnTo>
                  <a:pt x="2477840" y="123398"/>
                </a:lnTo>
                <a:lnTo>
                  <a:pt x="2478424" y="123493"/>
                </a:lnTo>
                <a:lnTo>
                  <a:pt x="2479010" y="123578"/>
                </a:lnTo>
                <a:lnTo>
                  <a:pt x="2479601" y="123653"/>
                </a:lnTo>
                <a:lnTo>
                  <a:pt x="2480194" y="123718"/>
                </a:lnTo>
                <a:lnTo>
                  <a:pt x="2480791" y="123773"/>
                </a:lnTo>
                <a:lnTo>
                  <a:pt x="2481391" y="123818"/>
                </a:lnTo>
                <a:lnTo>
                  <a:pt x="2481995" y="123853"/>
                </a:lnTo>
                <a:lnTo>
                  <a:pt x="2482602" y="123878"/>
                </a:lnTo>
                <a:lnTo>
                  <a:pt x="2483213" y="123893"/>
                </a:lnTo>
                <a:lnTo>
                  <a:pt x="2483827" y="123898"/>
                </a:lnTo>
                <a:lnTo>
                  <a:pt x="2484616" y="123892"/>
                </a:lnTo>
                <a:lnTo>
                  <a:pt x="2485399" y="123875"/>
                </a:lnTo>
                <a:lnTo>
                  <a:pt x="2486173" y="123847"/>
                </a:lnTo>
                <a:lnTo>
                  <a:pt x="2486939" y="123808"/>
                </a:lnTo>
                <a:lnTo>
                  <a:pt x="2487698" y="123757"/>
                </a:lnTo>
                <a:lnTo>
                  <a:pt x="2488449" y="123695"/>
                </a:lnTo>
                <a:close/>
                <a:moveTo>
                  <a:pt x="2488981" y="107528"/>
                </a:moveTo>
                <a:lnTo>
                  <a:pt x="2488574" y="107467"/>
                </a:lnTo>
                <a:lnTo>
                  <a:pt x="2488173" y="107396"/>
                </a:lnTo>
                <a:lnTo>
                  <a:pt x="2487780" y="107315"/>
                </a:lnTo>
                <a:lnTo>
                  <a:pt x="2487393" y="107225"/>
                </a:lnTo>
                <a:lnTo>
                  <a:pt x="2487014" y="107126"/>
                </a:lnTo>
                <a:lnTo>
                  <a:pt x="2486642" y="107017"/>
                </a:lnTo>
                <a:lnTo>
                  <a:pt x="2486276" y="106899"/>
                </a:lnTo>
                <a:lnTo>
                  <a:pt x="2485917" y="106771"/>
                </a:lnTo>
                <a:lnTo>
                  <a:pt x="2485566" y="106634"/>
                </a:lnTo>
                <a:lnTo>
                  <a:pt x="2485221" y="106487"/>
                </a:lnTo>
                <a:lnTo>
                  <a:pt x="2484883" y="106331"/>
                </a:lnTo>
                <a:lnTo>
                  <a:pt x="2484553" y="106165"/>
                </a:lnTo>
                <a:lnTo>
                  <a:pt x="2484229" y="105990"/>
                </a:lnTo>
                <a:lnTo>
                  <a:pt x="2483912" y="105806"/>
                </a:lnTo>
                <a:lnTo>
                  <a:pt x="2483602" y="105612"/>
                </a:lnTo>
                <a:lnTo>
                  <a:pt x="2483299" y="105408"/>
                </a:lnTo>
                <a:lnTo>
                  <a:pt x="2483003" y="105195"/>
                </a:lnTo>
                <a:lnTo>
                  <a:pt x="2482714" y="104973"/>
                </a:lnTo>
                <a:lnTo>
                  <a:pt x="2482434" y="104740"/>
                </a:lnTo>
                <a:lnTo>
                  <a:pt x="2482167" y="104498"/>
                </a:lnTo>
                <a:lnTo>
                  <a:pt x="2481911" y="104246"/>
                </a:lnTo>
                <a:lnTo>
                  <a:pt x="2481667" y="103983"/>
                </a:lnTo>
                <a:lnTo>
                  <a:pt x="2481435" y="103711"/>
                </a:lnTo>
                <a:lnTo>
                  <a:pt x="2481215" y="103428"/>
                </a:lnTo>
                <a:lnTo>
                  <a:pt x="2481007" y="103135"/>
                </a:lnTo>
                <a:lnTo>
                  <a:pt x="2480810" y="102832"/>
                </a:lnTo>
                <a:lnTo>
                  <a:pt x="2480626" y="102519"/>
                </a:lnTo>
                <a:lnTo>
                  <a:pt x="2480453" y="102196"/>
                </a:lnTo>
                <a:lnTo>
                  <a:pt x="2480293" y="101863"/>
                </a:lnTo>
                <a:lnTo>
                  <a:pt x="2480144" y="101519"/>
                </a:lnTo>
                <a:lnTo>
                  <a:pt x="2480007" y="101166"/>
                </a:lnTo>
                <a:lnTo>
                  <a:pt x="2479882" y="100803"/>
                </a:lnTo>
                <a:lnTo>
                  <a:pt x="2479769" y="100429"/>
                </a:lnTo>
                <a:lnTo>
                  <a:pt x="2479668" y="100045"/>
                </a:lnTo>
                <a:lnTo>
                  <a:pt x="2479579" y="99651"/>
                </a:lnTo>
                <a:lnTo>
                  <a:pt x="2479502" y="99247"/>
                </a:lnTo>
                <a:lnTo>
                  <a:pt x="2479436" y="98833"/>
                </a:lnTo>
                <a:lnTo>
                  <a:pt x="2479383" y="98409"/>
                </a:lnTo>
                <a:lnTo>
                  <a:pt x="2479341" y="97975"/>
                </a:lnTo>
                <a:lnTo>
                  <a:pt x="2479311" y="97531"/>
                </a:lnTo>
                <a:lnTo>
                  <a:pt x="2479293" y="97076"/>
                </a:lnTo>
                <a:lnTo>
                  <a:pt x="2479287" y="96612"/>
                </a:lnTo>
                <a:lnTo>
                  <a:pt x="2479300" y="95968"/>
                </a:lnTo>
                <a:lnTo>
                  <a:pt x="2479339" y="95339"/>
                </a:lnTo>
                <a:lnTo>
                  <a:pt x="2479404" y="94725"/>
                </a:lnTo>
                <a:lnTo>
                  <a:pt x="2479495" y="94126"/>
                </a:lnTo>
                <a:lnTo>
                  <a:pt x="2479612" y="93542"/>
                </a:lnTo>
                <a:lnTo>
                  <a:pt x="2479755" y="92973"/>
                </a:lnTo>
                <a:lnTo>
                  <a:pt x="2479923" y="92420"/>
                </a:lnTo>
                <a:lnTo>
                  <a:pt x="2480118" y="91881"/>
                </a:lnTo>
                <a:lnTo>
                  <a:pt x="2480339" y="91357"/>
                </a:lnTo>
                <a:lnTo>
                  <a:pt x="2480585" y="90848"/>
                </a:lnTo>
                <a:lnTo>
                  <a:pt x="2480858" y="90354"/>
                </a:lnTo>
                <a:lnTo>
                  <a:pt x="2481156" y="89875"/>
                </a:lnTo>
                <a:lnTo>
                  <a:pt x="2481481" y="89411"/>
                </a:lnTo>
                <a:lnTo>
                  <a:pt x="2481831" y="88962"/>
                </a:lnTo>
                <a:lnTo>
                  <a:pt x="2482208" y="88528"/>
                </a:lnTo>
                <a:lnTo>
                  <a:pt x="2482610" y="88109"/>
                </a:lnTo>
                <a:lnTo>
                  <a:pt x="2483039" y="87705"/>
                </a:lnTo>
                <a:lnTo>
                  <a:pt x="2483493" y="87316"/>
                </a:lnTo>
                <a:lnTo>
                  <a:pt x="2483973" y="86942"/>
                </a:lnTo>
                <a:lnTo>
                  <a:pt x="2484479" y="86583"/>
                </a:lnTo>
                <a:lnTo>
                  <a:pt x="2485012" y="86239"/>
                </a:lnTo>
                <a:lnTo>
                  <a:pt x="2485570" y="85910"/>
                </a:lnTo>
                <a:lnTo>
                  <a:pt x="2486154" y="85596"/>
                </a:lnTo>
                <a:lnTo>
                  <a:pt x="2486764" y="85297"/>
                </a:lnTo>
                <a:lnTo>
                  <a:pt x="2487406" y="85011"/>
                </a:lnTo>
                <a:lnTo>
                  <a:pt x="2488088" y="84737"/>
                </a:lnTo>
                <a:lnTo>
                  <a:pt x="2488808" y="84475"/>
                </a:lnTo>
                <a:lnTo>
                  <a:pt x="2489568" y="84225"/>
                </a:lnTo>
                <a:lnTo>
                  <a:pt x="2490366" y="83986"/>
                </a:lnTo>
                <a:lnTo>
                  <a:pt x="2491203" y="83760"/>
                </a:lnTo>
                <a:lnTo>
                  <a:pt x="2492079" y="83545"/>
                </a:lnTo>
                <a:lnTo>
                  <a:pt x="2492994" y="83342"/>
                </a:lnTo>
                <a:lnTo>
                  <a:pt x="2493948" y="83151"/>
                </a:lnTo>
                <a:lnTo>
                  <a:pt x="2494941" y="82972"/>
                </a:lnTo>
                <a:lnTo>
                  <a:pt x="2495973" y="82805"/>
                </a:lnTo>
                <a:lnTo>
                  <a:pt x="2497044" y="82649"/>
                </a:lnTo>
                <a:lnTo>
                  <a:pt x="2498154" y="82506"/>
                </a:lnTo>
                <a:lnTo>
                  <a:pt x="2499303" y="82374"/>
                </a:lnTo>
                <a:lnTo>
                  <a:pt x="2500490" y="82254"/>
                </a:lnTo>
                <a:lnTo>
                  <a:pt x="2501717" y="82145"/>
                </a:lnTo>
                <a:lnTo>
                  <a:pt x="2502983" y="82049"/>
                </a:lnTo>
                <a:lnTo>
                  <a:pt x="2504287" y="81965"/>
                </a:lnTo>
                <a:lnTo>
                  <a:pt x="2505631" y="81892"/>
                </a:lnTo>
                <a:lnTo>
                  <a:pt x="2507013" y="81831"/>
                </a:lnTo>
                <a:lnTo>
                  <a:pt x="2508434" y="81782"/>
                </a:lnTo>
                <a:lnTo>
                  <a:pt x="2509895" y="81745"/>
                </a:lnTo>
                <a:lnTo>
                  <a:pt x="2511394" y="81719"/>
                </a:lnTo>
                <a:lnTo>
                  <a:pt x="2512932" y="81706"/>
                </a:lnTo>
                <a:lnTo>
                  <a:pt x="2512932" y="96066"/>
                </a:lnTo>
                <a:lnTo>
                  <a:pt x="2512646" y="96443"/>
                </a:lnTo>
                <a:lnTo>
                  <a:pt x="2512353" y="96817"/>
                </a:lnTo>
                <a:lnTo>
                  <a:pt x="2512051" y="97186"/>
                </a:lnTo>
                <a:lnTo>
                  <a:pt x="2511742" y="97553"/>
                </a:lnTo>
                <a:lnTo>
                  <a:pt x="2511424" y="97916"/>
                </a:lnTo>
                <a:lnTo>
                  <a:pt x="2511099" y="98275"/>
                </a:lnTo>
                <a:lnTo>
                  <a:pt x="2510766" y="98631"/>
                </a:lnTo>
                <a:lnTo>
                  <a:pt x="2510425" y="98984"/>
                </a:lnTo>
                <a:lnTo>
                  <a:pt x="2510076" y="99333"/>
                </a:lnTo>
                <a:lnTo>
                  <a:pt x="2509719" y="99679"/>
                </a:lnTo>
                <a:lnTo>
                  <a:pt x="2509355" y="100021"/>
                </a:lnTo>
                <a:lnTo>
                  <a:pt x="2508982" y="100360"/>
                </a:lnTo>
                <a:lnTo>
                  <a:pt x="2508602" y="100695"/>
                </a:lnTo>
                <a:lnTo>
                  <a:pt x="2508214" y="101027"/>
                </a:lnTo>
                <a:lnTo>
                  <a:pt x="2507818" y="101355"/>
                </a:lnTo>
                <a:lnTo>
                  <a:pt x="2507414" y="101680"/>
                </a:lnTo>
                <a:lnTo>
                  <a:pt x="2507002" y="102001"/>
                </a:lnTo>
                <a:lnTo>
                  <a:pt x="2506582" y="102319"/>
                </a:lnTo>
                <a:lnTo>
                  <a:pt x="2506154" y="102634"/>
                </a:lnTo>
                <a:lnTo>
                  <a:pt x="2505719" y="102945"/>
                </a:lnTo>
                <a:lnTo>
                  <a:pt x="2505275" y="103253"/>
                </a:lnTo>
                <a:lnTo>
                  <a:pt x="2504824" y="103557"/>
                </a:lnTo>
                <a:lnTo>
                  <a:pt x="2504365" y="103858"/>
                </a:lnTo>
                <a:lnTo>
                  <a:pt x="2503898" y="104155"/>
                </a:lnTo>
                <a:lnTo>
                  <a:pt x="2503425" y="104444"/>
                </a:lnTo>
                <a:lnTo>
                  <a:pt x="2502949" y="104721"/>
                </a:lnTo>
                <a:lnTo>
                  <a:pt x="2502469" y="104985"/>
                </a:lnTo>
                <a:lnTo>
                  <a:pt x="2501985" y="105238"/>
                </a:lnTo>
                <a:lnTo>
                  <a:pt x="2501498" y="105478"/>
                </a:lnTo>
                <a:lnTo>
                  <a:pt x="2501008" y="105705"/>
                </a:lnTo>
                <a:lnTo>
                  <a:pt x="2500514" y="105921"/>
                </a:lnTo>
                <a:lnTo>
                  <a:pt x="2500016" y="106124"/>
                </a:lnTo>
                <a:lnTo>
                  <a:pt x="2499515" y="106314"/>
                </a:lnTo>
                <a:lnTo>
                  <a:pt x="2499010" y="106493"/>
                </a:lnTo>
                <a:lnTo>
                  <a:pt x="2498502" y="106659"/>
                </a:lnTo>
                <a:lnTo>
                  <a:pt x="2497990" y="106813"/>
                </a:lnTo>
                <a:lnTo>
                  <a:pt x="2497475" y="106954"/>
                </a:lnTo>
                <a:lnTo>
                  <a:pt x="2496956" y="107083"/>
                </a:lnTo>
                <a:lnTo>
                  <a:pt x="2496433" y="107200"/>
                </a:lnTo>
                <a:lnTo>
                  <a:pt x="2495907" y="107305"/>
                </a:lnTo>
                <a:lnTo>
                  <a:pt x="2495377" y="107397"/>
                </a:lnTo>
                <a:lnTo>
                  <a:pt x="2494844" y="107477"/>
                </a:lnTo>
                <a:lnTo>
                  <a:pt x="2494307" y="107545"/>
                </a:lnTo>
                <a:lnTo>
                  <a:pt x="2493767" y="107600"/>
                </a:lnTo>
                <a:lnTo>
                  <a:pt x="2493223" y="107643"/>
                </a:lnTo>
                <a:lnTo>
                  <a:pt x="2492676" y="107674"/>
                </a:lnTo>
                <a:lnTo>
                  <a:pt x="2492125" y="107692"/>
                </a:lnTo>
                <a:lnTo>
                  <a:pt x="2491570" y="107699"/>
                </a:lnTo>
                <a:lnTo>
                  <a:pt x="2491121" y="107694"/>
                </a:lnTo>
                <a:lnTo>
                  <a:pt x="2490679" y="107680"/>
                </a:lnTo>
                <a:lnTo>
                  <a:pt x="2490244" y="107656"/>
                </a:lnTo>
                <a:lnTo>
                  <a:pt x="2489816" y="107623"/>
                </a:lnTo>
                <a:lnTo>
                  <a:pt x="2489395" y="107580"/>
                </a:lnTo>
                <a:lnTo>
                  <a:pt x="2488981" y="107528"/>
                </a:lnTo>
                <a:close/>
                <a:moveTo>
                  <a:pt x="2717713" y="123566"/>
                </a:moveTo>
                <a:lnTo>
                  <a:pt x="2718749" y="123446"/>
                </a:lnTo>
                <a:lnTo>
                  <a:pt x="2719772" y="123307"/>
                </a:lnTo>
                <a:lnTo>
                  <a:pt x="2720783" y="123151"/>
                </a:lnTo>
                <a:lnTo>
                  <a:pt x="2721783" y="122975"/>
                </a:lnTo>
                <a:lnTo>
                  <a:pt x="2722771" y="122782"/>
                </a:lnTo>
                <a:lnTo>
                  <a:pt x="2723746" y="122570"/>
                </a:lnTo>
                <a:lnTo>
                  <a:pt x="2724710" y="122339"/>
                </a:lnTo>
                <a:lnTo>
                  <a:pt x="2725662" y="122090"/>
                </a:lnTo>
                <a:lnTo>
                  <a:pt x="2726602" y="121823"/>
                </a:lnTo>
                <a:lnTo>
                  <a:pt x="2727530" y="121537"/>
                </a:lnTo>
                <a:lnTo>
                  <a:pt x="2728447" y="121232"/>
                </a:lnTo>
                <a:lnTo>
                  <a:pt x="2729351" y="120909"/>
                </a:lnTo>
                <a:lnTo>
                  <a:pt x="2730244" y="120568"/>
                </a:lnTo>
                <a:lnTo>
                  <a:pt x="2731124" y="120208"/>
                </a:lnTo>
                <a:lnTo>
                  <a:pt x="2731993" y="119830"/>
                </a:lnTo>
                <a:lnTo>
                  <a:pt x="2732850" y="119434"/>
                </a:lnTo>
                <a:lnTo>
                  <a:pt x="2733694" y="119019"/>
                </a:lnTo>
                <a:lnTo>
                  <a:pt x="2734527" y="118585"/>
                </a:lnTo>
                <a:lnTo>
                  <a:pt x="2735347" y="118134"/>
                </a:lnTo>
                <a:lnTo>
                  <a:pt x="2736151" y="117666"/>
                </a:lnTo>
                <a:lnTo>
                  <a:pt x="2736940" y="117182"/>
                </a:lnTo>
                <a:lnTo>
                  <a:pt x="2737713" y="116681"/>
                </a:lnTo>
                <a:lnTo>
                  <a:pt x="2738471" y="116163"/>
                </a:lnTo>
                <a:lnTo>
                  <a:pt x="2739214" y="115629"/>
                </a:lnTo>
                <a:lnTo>
                  <a:pt x="2739942" y="115079"/>
                </a:lnTo>
                <a:lnTo>
                  <a:pt x="2740654" y="114512"/>
                </a:lnTo>
                <a:lnTo>
                  <a:pt x="2741351" y="113928"/>
                </a:lnTo>
                <a:lnTo>
                  <a:pt x="2742033" y="113328"/>
                </a:lnTo>
                <a:lnTo>
                  <a:pt x="2742699" y="112711"/>
                </a:lnTo>
                <a:lnTo>
                  <a:pt x="2743350" y="112077"/>
                </a:lnTo>
                <a:lnTo>
                  <a:pt x="2743986" y="111427"/>
                </a:lnTo>
                <a:lnTo>
                  <a:pt x="2744606" y="110761"/>
                </a:lnTo>
                <a:lnTo>
                  <a:pt x="2745212" y="110078"/>
                </a:lnTo>
                <a:lnTo>
                  <a:pt x="2745802" y="109378"/>
                </a:lnTo>
                <a:lnTo>
                  <a:pt x="2746376" y="108662"/>
                </a:lnTo>
                <a:lnTo>
                  <a:pt x="2746936" y="107929"/>
                </a:lnTo>
                <a:lnTo>
                  <a:pt x="2747480" y="107179"/>
                </a:lnTo>
                <a:lnTo>
                  <a:pt x="2748008" y="106414"/>
                </a:lnTo>
                <a:lnTo>
                  <a:pt x="2748522" y="105631"/>
                </a:lnTo>
                <a:lnTo>
                  <a:pt x="2749020" y="104832"/>
                </a:lnTo>
                <a:lnTo>
                  <a:pt x="2749503" y="104016"/>
                </a:lnTo>
                <a:lnTo>
                  <a:pt x="2749970" y="103184"/>
                </a:lnTo>
                <a:lnTo>
                  <a:pt x="2750420" y="102336"/>
                </a:lnTo>
                <a:lnTo>
                  <a:pt x="2750852" y="101473"/>
                </a:lnTo>
                <a:lnTo>
                  <a:pt x="2751263" y="100596"/>
                </a:lnTo>
                <a:lnTo>
                  <a:pt x="2751656" y="99704"/>
                </a:lnTo>
                <a:lnTo>
                  <a:pt x="2752030" y="98797"/>
                </a:lnTo>
                <a:lnTo>
                  <a:pt x="2752384" y="97875"/>
                </a:lnTo>
                <a:lnTo>
                  <a:pt x="2752720" y="96939"/>
                </a:lnTo>
                <a:lnTo>
                  <a:pt x="2753036" y="95988"/>
                </a:lnTo>
                <a:lnTo>
                  <a:pt x="2753333" y="95023"/>
                </a:lnTo>
                <a:lnTo>
                  <a:pt x="2753611" y="94042"/>
                </a:lnTo>
                <a:lnTo>
                  <a:pt x="2753869" y="93047"/>
                </a:lnTo>
                <a:lnTo>
                  <a:pt x="2754109" y="92037"/>
                </a:lnTo>
                <a:lnTo>
                  <a:pt x="2754329" y="91013"/>
                </a:lnTo>
                <a:lnTo>
                  <a:pt x="2754530" y="89974"/>
                </a:lnTo>
                <a:lnTo>
                  <a:pt x="2754712" y="88920"/>
                </a:lnTo>
                <a:lnTo>
                  <a:pt x="2754875" y="87851"/>
                </a:lnTo>
                <a:lnTo>
                  <a:pt x="2755019" y="86768"/>
                </a:lnTo>
                <a:lnTo>
                  <a:pt x="2755144" y="85670"/>
                </a:lnTo>
                <a:lnTo>
                  <a:pt x="2755249" y="84558"/>
                </a:lnTo>
                <a:lnTo>
                  <a:pt x="2755335" y="83430"/>
                </a:lnTo>
                <a:lnTo>
                  <a:pt x="2755402" y="82288"/>
                </a:lnTo>
                <a:lnTo>
                  <a:pt x="2755450" y="81132"/>
                </a:lnTo>
                <a:lnTo>
                  <a:pt x="2755479" y="79960"/>
                </a:lnTo>
                <a:lnTo>
                  <a:pt x="2755489" y="78774"/>
                </a:lnTo>
                <a:lnTo>
                  <a:pt x="2755479" y="77566"/>
                </a:lnTo>
                <a:lnTo>
                  <a:pt x="2755450" y="76373"/>
                </a:lnTo>
                <a:lnTo>
                  <a:pt x="2755402" y="75195"/>
                </a:lnTo>
                <a:lnTo>
                  <a:pt x="2755335" y="74032"/>
                </a:lnTo>
                <a:lnTo>
                  <a:pt x="2755249" y="72885"/>
                </a:lnTo>
                <a:lnTo>
                  <a:pt x="2755144" y="71753"/>
                </a:lnTo>
                <a:lnTo>
                  <a:pt x="2755019" y="70635"/>
                </a:lnTo>
                <a:lnTo>
                  <a:pt x="2754875" y="69533"/>
                </a:lnTo>
                <a:lnTo>
                  <a:pt x="2754712" y="68446"/>
                </a:lnTo>
                <a:lnTo>
                  <a:pt x="2754530" y="67375"/>
                </a:lnTo>
                <a:lnTo>
                  <a:pt x="2754329" y="66318"/>
                </a:lnTo>
                <a:lnTo>
                  <a:pt x="2754109" y="65277"/>
                </a:lnTo>
                <a:lnTo>
                  <a:pt x="2753869" y="64251"/>
                </a:lnTo>
                <a:lnTo>
                  <a:pt x="2753611" y="63240"/>
                </a:lnTo>
                <a:lnTo>
                  <a:pt x="2753333" y="62244"/>
                </a:lnTo>
                <a:lnTo>
                  <a:pt x="2753036" y="61263"/>
                </a:lnTo>
                <a:lnTo>
                  <a:pt x="2752720" y="60298"/>
                </a:lnTo>
                <a:lnTo>
                  <a:pt x="2752384" y="59347"/>
                </a:lnTo>
                <a:lnTo>
                  <a:pt x="2752030" y="58412"/>
                </a:lnTo>
                <a:lnTo>
                  <a:pt x="2751656" y="57492"/>
                </a:lnTo>
                <a:lnTo>
                  <a:pt x="2751263" y="56587"/>
                </a:lnTo>
                <a:lnTo>
                  <a:pt x="2750852" y="55697"/>
                </a:lnTo>
                <a:lnTo>
                  <a:pt x="2750420" y="54823"/>
                </a:lnTo>
                <a:lnTo>
                  <a:pt x="2749970" y="53963"/>
                </a:lnTo>
                <a:lnTo>
                  <a:pt x="2749503" y="53120"/>
                </a:lnTo>
                <a:lnTo>
                  <a:pt x="2749020" y="52293"/>
                </a:lnTo>
                <a:lnTo>
                  <a:pt x="2748522" y="51483"/>
                </a:lnTo>
                <a:lnTo>
                  <a:pt x="2748008" y="50690"/>
                </a:lnTo>
                <a:lnTo>
                  <a:pt x="2747480" y="49914"/>
                </a:lnTo>
                <a:lnTo>
                  <a:pt x="2746936" y="49155"/>
                </a:lnTo>
                <a:lnTo>
                  <a:pt x="2746376" y="48413"/>
                </a:lnTo>
                <a:lnTo>
                  <a:pt x="2745802" y="47688"/>
                </a:lnTo>
                <a:lnTo>
                  <a:pt x="2745212" y="46979"/>
                </a:lnTo>
                <a:lnTo>
                  <a:pt x="2744606" y="46288"/>
                </a:lnTo>
                <a:lnTo>
                  <a:pt x="2743986" y="45613"/>
                </a:lnTo>
                <a:lnTo>
                  <a:pt x="2743350" y="44956"/>
                </a:lnTo>
                <a:lnTo>
                  <a:pt x="2742699" y="44315"/>
                </a:lnTo>
                <a:lnTo>
                  <a:pt x="2742033" y="43691"/>
                </a:lnTo>
                <a:lnTo>
                  <a:pt x="2741351" y="43084"/>
                </a:lnTo>
                <a:lnTo>
                  <a:pt x="2740654" y="42494"/>
                </a:lnTo>
                <a:lnTo>
                  <a:pt x="2739942" y="41921"/>
                </a:lnTo>
                <a:lnTo>
                  <a:pt x="2739214" y="41364"/>
                </a:lnTo>
                <a:lnTo>
                  <a:pt x="2738471" y="40825"/>
                </a:lnTo>
                <a:lnTo>
                  <a:pt x="2737713" y="40302"/>
                </a:lnTo>
                <a:lnTo>
                  <a:pt x="2736940" y="39797"/>
                </a:lnTo>
                <a:lnTo>
                  <a:pt x="2736151" y="39308"/>
                </a:lnTo>
                <a:lnTo>
                  <a:pt x="2735347" y="38836"/>
                </a:lnTo>
                <a:lnTo>
                  <a:pt x="2734527" y="38382"/>
                </a:lnTo>
                <a:lnTo>
                  <a:pt x="2733694" y="37944"/>
                </a:lnTo>
                <a:lnTo>
                  <a:pt x="2732850" y="37525"/>
                </a:lnTo>
                <a:lnTo>
                  <a:pt x="2731993" y="37125"/>
                </a:lnTo>
                <a:lnTo>
                  <a:pt x="2731124" y="36744"/>
                </a:lnTo>
                <a:lnTo>
                  <a:pt x="2730244" y="36381"/>
                </a:lnTo>
                <a:lnTo>
                  <a:pt x="2729351" y="36037"/>
                </a:lnTo>
                <a:lnTo>
                  <a:pt x="2728447" y="35711"/>
                </a:lnTo>
                <a:lnTo>
                  <a:pt x="2727530" y="35404"/>
                </a:lnTo>
                <a:lnTo>
                  <a:pt x="2726602" y="35115"/>
                </a:lnTo>
                <a:lnTo>
                  <a:pt x="2725662" y="34845"/>
                </a:lnTo>
                <a:lnTo>
                  <a:pt x="2724710" y="34594"/>
                </a:lnTo>
                <a:lnTo>
                  <a:pt x="2723746" y="34362"/>
                </a:lnTo>
                <a:lnTo>
                  <a:pt x="2722771" y="34148"/>
                </a:lnTo>
                <a:lnTo>
                  <a:pt x="2721783" y="33952"/>
                </a:lnTo>
                <a:lnTo>
                  <a:pt x="2720783" y="33775"/>
                </a:lnTo>
                <a:lnTo>
                  <a:pt x="2719772" y="33617"/>
                </a:lnTo>
                <a:lnTo>
                  <a:pt x="2718749" y="33478"/>
                </a:lnTo>
                <a:lnTo>
                  <a:pt x="2717713" y="33357"/>
                </a:lnTo>
                <a:lnTo>
                  <a:pt x="2716666" y="33254"/>
                </a:lnTo>
                <a:lnTo>
                  <a:pt x="2715607" y="33170"/>
                </a:lnTo>
                <a:lnTo>
                  <a:pt x="2714536" y="33105"/>
                </a:lnTo>
                <a:lnTo>
                  <a:pt x="2713453" y="33059"/>
                </a:lnTo>
                <a:lnTo>
                  <a:pt x="2712359" y="33031"/>
                </a:lnTo>
                <a:lnTo>
                  <a:pt x="2711252" y="33022"/>
                </a:lnTo>
                <a:lnTo>
                  <a:pt x="2710160" y="33031"/>
                </a:lnTo>
                <a:lnTo>
                  <a:pt x="2709079" y="33059"/>
                </a:lnTo>
                <a:lnTo>
                  <a:pt x="2708010" y="33105"/>
                </a:lnTo>
                <a:lnTo>
                  <a:pt x="2706951" y="33170"/>
                </a:lnTo>
                <a:lnTo>
                  <a:pt x="2705904" y="33254"/>
                </a:lnTo>
                <a:lnTo>
                  <a:pt x="2704869" y="33357"/>
                </a:lnTo>
                <a:lnTo>
                  <a:pt x="2703844" y="33478"/>
                </a:lnTo>
                <a:lnTo>
                  <a:pt x="2702831" y="33617"/>
                </a:lnTo>
                <a:lnTo>
                  <a:pt x="2701829" y="33775"/>
                </a:lnTo>
                <a:lnTo>
                  <a:pt x="2700839" y="33952"/>
                </a:lnTo>
                <a:lnTo>
                  <a:pt x="2699859" y="34148"/>
                </a:lnTo>
                <a:lnTo>
                  <a:pt x="2698891" y="34362"/>
                </a:lnTo>
                <a:lnTo>
                  <a:pt x="2697934" y="34594"/>
                </a:lnTo>
                <a:lnTo>
                  <a:pt x="2696989" y="34845"/>
                </a:lnTo>
                <a:lnTo>
                  <a:pt x="2696055" y="35115"/>
                </a:lnTo>
                <a:lnTo>
                  <a:pt x="2695132" y="35404"/>
                </a:lnTo>
                <a:lnTo>
                  <a:pt x="2694220" y="35711"/>
                </a:lnTo>
                <a:lnTo>
                  <a:pt x="2693320" y="36037"/>
                </a:lnTo>
                <a:lnTo>
                  <a:pt x="2692431" y="36381"/>
                </a:lnTo>
                <a:lnTo>
                  <a:pt x="2691553" y="36744"/>
                </a:lnTo>
                <a:lnTo>
                  <a:pt x="2690687" y="37125"/>
                </a:lnTo>
                <a:lnTo>
                  <a:pt x="2689831" y="37525"/>
                </a:lnTo>
                <a:lnTo>
                  <a:pt x="2688987" y="37944"/>
                </a:lnTo>
                <a:lnTo>
                  <a:pt x="2688155" y="38382"/>
                </a:lnTo>
                <a:lnTo>
                  <a:pt x="2687335" y="38836"/>
                </a:lnTo>
                <a:lnTo>
                  <a:pt x="2686532" y="39308"/>
                </a:lnTo>
                <a:lnTo>
                  <a:pt x="2685744" y="39797"/>
                </a:lnTo>
                <a:lnTo>
                  <a:pt x="2684971" y="40302"/>
                </a:lnTo>
                <a:lnTo>
                  <a:pt x="2684215" y="40825"/>
                </a:lnTo>
                <a:lnTo>
                  <a:pt x="2683474" y="41364"/>
                </a:lnTo>
                <a:lnTo>
                  <a:pt x="2682748" y="41921"/>
                </a:lnTo>
                <a:lnTo>
                  <a:pt x="2682038" y="42494"/>
                </a:lnTo>
                <a:lnTo>
                  <a:pt x="2681344" y="43084"/>
                </a:lnTo>
                <a:lnTo>
                  <a:pt x="2680665" y="43691"/>
                </a:lnTo>
                <a:lnTo>
                  <a:pt x="2680002" y="44315"/>
                </a:lnTo>
                <a:lnTo>
                  <a:pt x="2679354" y="44956"/>
                </a:lnTo>
                <a:lnTo>
                  <a:pt x="2678722" y="45613"/>
                </a:lnTo>
                <a:lnTo>
                  <a:pt x="2678106" y="46288"/>
                </a:lnTo>
                <a:lnTo>
                  <a:pt x="2677505" y="46979"/>
                </a:lnTo>
                <a:lnTo>
                  <a:pt x="2676920" y="47688"/>
                </a:lnTo>
                <a:lnTo>
                  <a:pt x="2676351" y="48413"/>
                </a:lnTo>
                <a:lnTo>
                  <a:pt x="2675797" y="49155"/>
                </a:lnTo>
                <a:lnTo>
                  <a:pt x="2675258" y="49914"/>
                </a:lnTo>
                <a:lnTo>
                  <a:pt x="2674736" y="50690"/>
                </a:lnTo>
                <a:lnTo>
                  <a:pt x="2674229" y="51483"/>
                </a:lnTo>
                <a:lnTo>
                  <a:pt x="2673737" y="52293"/>
                </a:lnTo>
                <a:lnTo>
                  <a:pt x="2673261" y="53120"/>
                </a:lnTo>
                <a:lnTo>
                  <a:pt x="2672801" y="53963"/>
                </a:lnTo>
                <a:lnTo>
                  <a:pt x="2672358" y="54823"/>
                </a:lnTo>
                <a:lnTo>
                  <a:pt x="2671934" y="55697"/>
                </a:lnTo>
                <a:lnTo>
                  <a:pt x="2671528" y="56587"/>
                </a:lnTo>
                <a:lnTo>
                  <a:pt x="2671142" y="57492"/>
                </a:lnTo>
                <a:lnTo>
                  <a:pt x="2670774" y="58412"/>
                </a:lnTo>
                <a:lnTo>
                  <a:pt x="2670426" y="59347"/>
                </a:lnTo>
                <a:lnTo>
                  <a:pt x="2670096" y="60298"/>
                </a:lnTo>
                <a:lnTo>
                  <a:pt x="2669785" y="61263"/>
                </a:lnTo>
                <a:lnTo>
                  <a:pt x="2669492" y="62244"/>
                </a:lnTo>
                <a:lnTo>
                  <a:pt x="2669219" y="63240"/>
                </a:lnTo>
                <a:lnTo>
                  <a:pt x="2668965" y="64251"/>
                </a:lnTo>
                <a:lnTo>
                  <a:pt x="2668729" y="65277"/>
                </a:lnTo>
                <a:lnTo>
                  <a:pt x="2668512" y="66318"/>
                </a:lnTo>
                <a:lnTo>
                  <a:pt x="2668314" y="67375"/>
                </a:lnTo>
                <a:lnTo>
                  <a:pt x="2668135" y="68446"/>
                </a:lnTo>
                <a:lnTo>
                  <a:pt x="2667975" y="69533"/>
                </a:lnTo>
                <a:lnTo>
                  <a:pt x="2667833" y="70635"/>
                </a:lnTo>
                <a:lnTo>
                  <a:pt x="2667711" y="71753"/>
                </a:lnTo>
                <a:lnTo>
                  <a:pt x="2667607" y="72885"/>
                </a:lnTo>
                <a:lnTo>
                  <a:pt x="2667522" y="74032"/>
                </a:lnTo>
                <a:lnTo>
                  <a:pt x="2667456" y="75195"/>
                </a:lnTo>
                <a:lnTo>
                  <a:pt x="2667409" y="76373"/>
                </a:lnTo>
                <a:lnTo>
                  <a:pt x="2667381" y="77566"/>
                </a:lnTo>
                <a:lnTo>
                  <a:pt x="2667372" y="78774"/>
                </a:lnTo>
                <a:lnTo>
                  <a:pt x="2667381" y="79960"/>
                </a:lnTo>
                <a:lnTo>
                  <a:pt x="2667409" y="81132"/>
                </a:lnTo>
                <a:lnTo>
                  <a:pt x="2667456" y="82288"/>
                </a:lnTo>
                <a:lnTo>
                  <a:pt x="2667522" y="83430"/>
                </a:lnTo>
                <a:lnTo>
                  <a:pt x="2667607" y="84558"/>
                </a:lnTo>
                <a:lnTo>
                  <a:pt x="2667711" y="85670"/>
                </a:lnTo>
                <a:lnTo>
                  <a:pt x="2667833" y="86768"/>
                </a:lnTo>
                <a:lnTo>
                  <a:pt x="2667975" y="87851"/>
                </a:lnTo>
                <a:lnTo>
                  <a:pt x="2668135" y="88920"/>
                </a:lnTo>
                <a:lnTo>
                  <a:pt x="2668314" y="89974"/>
                </a:lnTo>
                <a:lnTo>
                  <a:pt x="2668512" y="91013"/>
                </a:lnTo>
                <a:lnTo>
                  <a:pt x="2668729" y="92037"/>
                </a:lnTo>
                <a:lnTo>
                  <a:pt x="2668965" y="93047"/>
                </a:lnTo>
                <a:lnTo>
                  <a:pt x="2669219" y="94042"/>
                </a:lnTo>
                <a:lnTo>
                  <a:pt x="2669492" y="95023"/>
                </a:lnTo>
                <a:lnTo>
                  <a:pt x="2669785" y="95988"/>
                </a:lnTo>
                <a:lnTo>
                  <a:pt x="2670096" y="96939"/>
                </a:lnTo>
                <a:lnTo>
                  <a:pt x="2670426" y="97875"/>
                </a:lnTo>
                <a:lnTo>
                  <a:pt x="2670774" y="98797"/>
                </a:lnTo>
                <a:lnTo>
                  <a:pt x="2671142" y="99704"/>
                </a:lnTo>
                <a:lnTo>
                  <a:pt x="2671528" y="100596"/>
                </a:lnTo>
                <a:lnTo>
                  <a:pt x="2671934" y="101473"/>
                </a:lnTo>
                <a:lnTo>
                  <a:pt x="2672358" y="102336"/>
                </a:lnTo>
                <a:lnTo>
                  <a:pt x="2672801" y="103184"/>
                </a:lnTo>
                <a:lnTo>
                  <a:pt x="2673261" y="104016"/>
                </a:lnTo>
                <a:lnTo>
                  <a:pt x="2673737" y="104832"/>
                </a:lnTo>
                <a:lnTo>
                  <a:pt x="2674229" y="105631"/>
                </a:lnTo>
                <a:lnTo>
                  <a:pt x="2674736" y="106414"/>
                </a:lnTo>
                <a:lnTo>
                  <a:pt x="2675258" y="107179"/>
                </a:lnTo>
                <a:lnTo>
                  <a:pt x="2675797" y="107929"/>
                </a:lnTo>
                <a:lnTo>
                  <a:pt x="2676351" y="108662"/>
                </a:lnTo>
                <a:lnTo>
                  <a:pt x="2676920" y="109378"/>
                </a:lnTo>
                <a:lnTo>
                  <a:pt x="2677505" y="110078"/>
                </a:lnTo>
                <a:lnTo>
                  <a:pt x="2678106" y="110761"/>
                </a:lnTo>
                <a:lnTo>
                  <a:pt x="2678722" y="111427"/>
                </a:lnTo>
                <a:lnTo>
                  <a:pt x="2679354" y="112077"/>
                </a:lnTo>
                <a:lnTo>
                  <a:pt x="2680002" y="112711"/>
                </a:lnTo>
                <a:lnTo>
                  <a:pt x="2680665" y="113328"/>
                </a:lnTo>
                <a:lnTo>
                  <a:pt x="2681344" y="113928"/>
                </a:lnTo>
                <a:lnTo>
                  <a:pt x="2682038" y="114512"/>
                </a:lnTo>
                <a:lnTo>
                  <a:pt x="2682748" y="115079"/>
                </a:lnTo>
                <a:lnTo>
                  <a:pt x="2683474" y="115629"/>
                </a:lnTo>
                <a:lnTo>
                  <a:pt x="2684215" y="116163"/>
                </a:lnTo>
                <a:lnTo>
                  <a:pt x="2684971" y="116681"/>
                </a:lnTo>
                <a:lnTo>
                  <a:pt x="2685744" y="117182"/>
                </a:lnTo>
                <a:lnTo>
                  <a:pt x="2686532" y="117666"/>
                </a:lnTo>
                <a:lnTo>
                  <a:pt x="2687335" y="118134"/>
                </a:lnTo>
                <a:lnTo>
                  <a:pt x="2688155" y="118585"/>
                </a:lnTo>
                <a:lnTo>
                  <a:pt x="2688987" y="119019"/>
                </a:lnTo>
                <a:lnTo>
                  <a:pt x="2689831" y="119434"/>
                </a:lnTo>
                <a:lnTo>
                  <a:pt x="2690687" y="119830"/>
                </a:lnTo>
                <a:lnTo>
                  <a:pt x="2691553" y="120208"/>
                </a:lnTo>
                <a:lnTo>
                  <a:pt x="2692431" y="120568"/>
                </a:lnTo>
                <a:lnTo>
                  <a:pt x="2693320" y="120909"/>
                </a:lnTo>
                <a:lnTo>
                  <a:pt x="2694220" y="121232"/>
                </a:lnTo>
                <a:lnTo>
                  <a:pt x="2695132" y="121537"/>
                </a:lnTo>
                <a:lnTo>
                  <a:pt x="2696055" y="121823"/>
                </a:lnTo>
                <a:lnTo>
                  <a:pt x="2696989" y="122090"/>
                </a:lnTo>
                <a:lnTo>
                  <a:pt x="2697934" y="122339"/>
                </a:lnTo>
                <a:lnTo>
                  <a:pt x="2698891" y="122570"/>
                </a:lnTo>
                <a:lnTo>
                  <a:pt x="2699859" y="122782"/>
                </a:lnTo>
                <a:lnTo>
                  <a:pt x="2700839" y="122975"/>
                </a:lnTo>
                <a:lnTo>
                  <a:pt x="2701829" y="123151"/>
                </a:lnTo>
                <a:lnTo>
                  <a:pt x="2702831" y="123307"/>
                </a:lnTo>
                <a:lnTo>
                  <a:pt x="2703844" y="123446"/>
                </a:lnTo>
                <a:lnTo>
                  <a:pt x="2704869" y="123566"/>
                </a:lnTo>
                <a:lnTo>
                  <a:pt x="2705904" y="123667"/>
                </a:lnTo>
                <a:lnTo>
                  <a:pt x="2706951" y="123750"/>
                </a:lnTo>
                <a:lnTo>
                  <a:pt x="2708010" y="123815"/>
                </a:lnTo>
                <a:lnTo>
                  <a:pt x="2709079" y="123861"/>
                </a:lnTo>
                <a:lnTo>
                  <a:pt x="2710160" y="123889"/>
                </a:lnTo>
                <a:lnTo>
                  <a:pt x="2711252" y="123898"/>
                </a:lnTo>
                <a:lnTo>
                  <a:pt x="2712359" y="123889"/>
                </a:lnTo>
                <a:lnTo>
                  <a:pt x="2713453" y="123861"/>
                </a:lnTo>
                <a:lnTo>
                  <a:pt x="2714536" y="123815"/>
                </a:lnTo>
                <a:lnTo>
                  <a:pt x="2715607" y="123750"/>
                </a:lnTo>
                <a:lnTo>
                  <a:pt x="2716666" y="123667"/>
                </a:lnTo>
                <a:lnTo>
                  <a:pt x="2717713" y="123566"/>
                </a:lnTo>
                <a:close/>
                <a:moveTo>
                  <a:pt x="2707672" y="105689"/>
                </a:moveTo>
                <a:lnTo>
                  <a:pt x="2707115" y="105606"/>
                </a:lnTo>
                <a:lnTo>
                  <a:pt x="2706569" y="105510"/>
                </a:lnTo>
                <a:lnTo>
                  <a:pt x="2706035" y="105401"/>
                </a:lnTo>
                <a:lnTo>
                  <a:pt x="2705511" y="105280"/>
                </a:lnTo>
                <a:lnTo>
                  <a:pt x="2704999" y="105146"/>
                </a:lnTo>
                <a:lnTo>
                  <a:pt x="2704499" y="104999"/>
                </a:lnTo>
                <a:lnTo>
                  <a:pt x="2704009" y="104839"/>
                </a:lnTo>
                <a:lnTo>
                  <a:pt x="2703531" y="104667"/>
                </a:lnTo>
                <a:lnTo>
                  <a:pt x="2703064" y="104482"/>
                </a:lnTo>
                <a:lnTo>
                  <a:pt x="2702608" y="104284"/>
                </a:lnTo>
                <a:lnTo>
                  <a:pt x="2702164" y="104073"/>
                </a:lnTo>
                <a:lnTo>
                  <a:pt x="2701731" y="103850"/>
                </a:lnTo>
                <a:lnTo>
                  <a:pt x="2701309" y="103614"/>
                </a:lnTo>
                <a:lnTo>
                  <a:pt x="2700899" y="103365"/>
                </a:lnTo>
                <a:lnTo>
                  <a:pt x="2700500" y="103103"/>
                </a:lnTo>
                <a:lnTo>
                  <a:pt x="2700112" y="102829"/>
                </a:lnTo>
                <a:lnTo>
                  <a:pt x="2699735" y="102541"/>
                </a:lnTo>
                <a:lnTo>
                  <a:pt x="2699370" y="102241"/>
                </a:lnTo>
                <a:lnTo>
                  <a:pt x="2699014" y="101931"/>
                </a:lnTo>
                <a:lnTo>
                  <a:pt x="2698668" y="101611"/>
                </a:lnTo>
                <a:lnTo>
                  <a:pt x="2698330" y="101283"/>
                </a:lnTo>
                <a:lnTo>
                  <a:pt x="2698001" y="100946"/>
                </a:lnTo>
                <a:lnTo>
                  <a:pt x="2697681" y="100601"/>
                </a:lnTo>
                <a:lnTo>
                  <a:pt x="2697370" y="100247"/>
                </a:lnTo>
                <a:lnTo>
                  <a:pt x="2697067" y="99884"/>
                </a:lnTo>
                <a:lnTo>
                  <a:pt x="2696774" y="99513"/>
                </a:lnTo>
                <a:lnTo>
                  <a:pt x="2696489" y="99133"/>
                </a:lnTo>
                <a:lnTo>
                  <a:pt x="2696213" y="98744"/>
                </a:lnTo>
                <a:lnTo>
                  <a:pt x="2695945" y="98346"/>
                </a:lnTo>
                <a:lnTo>
                  <a:pt x="2695687" y="97940"/>
                </a:lnTo>
                <a:lnTo>
                  <a:pt x="2695437" y="97526"/>
                </a:lnTo>
                <a:lnTo>
                  <a:pt x="2695196" y="97102"/>
                </a:lnTo>
                <a:lnTo>
                  <a:pt x="2694964" y="96670"/>
                </a:lnTo>
                <a:lnTo>
                  <a:pt x="2694741" y="96230"/>
                </a:lnTo>
                <a:lnTo>
                  <a:pt x="2694527" y="95780"/>
                </a:lnTo>
                <a:lnTo>
                  <a:pt x="2694321" y="95322"/>
                </a:lnTo>
                <a:lnTo>
                  <a:pt x="2694124" y="94855"/>
                </a:lnTo>
                <a:lnTo>
                  <a:pt x="2693936" y="94380"/>
                </a:lnTo>
                <a:lnTo>
                  <a:pt x="2693757" y="93896"/>
                </a:lnTo>
                <a:lnTo>
                  <a:pt x="2693587" y="93403"/>
                </a:lnTo>
                <a:lnTo>
                  <a:pt x="2693425" y="92902"/>
                </a:lnTo>
                <a:lnTo>
                  <a:pt x="2693273" y="92392"/>
                </a:lnTo>
                <a:lnTo>
                  <a:pt x="2693127" y="91876"/>
                </a:lnTo>
                <a:lnTo>
                  <a:pt x="2692988" y="91355"/>
                </a:lnTo>
                <a:lnTo>
                  <a:pt x="2692855" y="90829"/>
                </a:lnTo>
                <a:lnTo>
                  <a:pt x="2692729" y="90299"/>
                </a:lnTo>
                <a:lnTo>
                  <a:pt x="2692608" y="89765"/>
                </a:lnTo>
                <a:lnTo>
                  <a:pt x="2692494" y="89227"/>
                </a:lnTo>
                <a:lnTo>
                  <a:pt x="2692386" y="88684"/>
                </a:lnTo>
                <a:lnTo>
                  <a:pt x="2692284" y="88136"/>
                </a:lnTo>
                <a:lnTo>
                  <a:pt x="2692188" y="87584"/>
                </a:lnTo>
                <a:lnTo>
                  <a:pt x="2692098" y="87028"/>
                </a:lnTo>
                <a:lnTo>
                  <a:pt x="2692015" y="86467"/>
                </a:lnTo>
                <a:lnTo>
                  <a:pt x="2691938" y="85902"/>
                </a:lnTo>
                <a:lnTo>
                  <a:pt x="2691866" y="85333"/>
                </a:lnTo>
                <a:lnTo>
                  <a:pt x="2691802" y="84759"/>
                </a:lnTo>
                <a:lnTo>
                  <a:pt x="2691743" y="84180"/>
                </a:lnTo>
                <a:lnTo>
                  <a:pt x="2691690" y="83598"/>
                </a:lnTo>
                <a:lnTo>
                  <a:pt x="2691644" y="83011"/>
                </a:lnTo>
                <a:lnTo>
                  <a:pt x="2691604" y="82419"/>
                </a:lnTo>
                <a:lnTo>
                  <a:pt x="2691570" y="81823"/>
                </a:lnTo>
                <a:lnTo>
                  <a:pt x="2691542" y="81223"/>
                </a:lnTo>
                <a:lnTo>
                  <a:pt x="2691520" y="80618"/>
                </a:lnTo>
                <a:lnTo>
                  <a:pt x="2691505" y="80008"/>
                </a:lnTo>
                <a:lnTo>
                  <a:pt x="2691496" y="79395"/>
                </a:lnTo>
                <a:lnTo>
                  <a:pt x="2691492" y="78777"/>
                </a:lnTo>
                <a:lnTo>
                  <a:pt x="2691496" y="78144"/>
                </a:lnTo>
                <a:lnTo>
                  <a:pt x="2691505" y="77515"/>
                </a:lnTo>
                <a:lnTo>
                  <a:pt x="2691520" y="76891"/>
                </a:lnTo>
                <a:lnTo>
                  <a:pt x="2691542" y="76272"/>
                </a:lnTo>
                <a:lnTo>
                  <a:pt x="2691570" y="75658"/>
                </a:lnTo>
                <a:lnTo>
                  <a:pt x="2691604" y="75049"/>
                </a:lnTo>
                <a:lnTo>
                  <a:pt x="2691644" y="74444"/>
                </a:lnTo>
                <a:lnTo>
                  <a:pt x="2691690" y="73844"/>
                </a:lnTo>
                <a:lnTo>
                  <a:pt x="2691743" y="73248"/>
                </a:lnTo>
                <a:lnTo>
                  <a:pt x="2691802" y="72658"/>
                </a:lnTo>
                <a:lnTo>
                  <a:pt x="2691866" y="72072"/>
                </a:lnTo>
                <a:lnTo>
                  <a:pt x="2691938" y="71491"/>
                </a:lnTo>
                <a:lnTo>
                  <a:pt x="2692015" y="70914"/>
                </a:lnTo>
                <a:lnTo>
                  <a:pt x="2692098" y="70343"/>
                </a:lnTo>
                <a:lnTo>
                  <a:pt x="2692188" y="69776"/>
                </a:lnTo>
                <a:lnTo>
                  <a:pt x="2692284" y="69213"/>
                </a:lnTo>
                <a:lnTo>
                  <a:pt x="2692386" y="68656"/>
                </a:lnTo>
                <a:lnTo>
                  <a:pt x="2692494" y="68103"/>
                </a:lnTo>
                <a:lnTo>
                  <a:pt x="2692608" y="67555"/>
                </a:lnTo>
                <a:lnTo>
                  <a:pt x="2692729" y="67012"/>
                </a:lnTo>
                <a:lnTo>
                  <a:pt x="2692855" y="66473"/>
                </a:lnTo>
                <a:lnTo>
                  <a:pt x="2692988" y="65940"/>
                </a:lnTo>
                <a:lnTo>
                  <a:pt x="2693127" y="65410"/>
                </a:lnTo>
                <a:lnTo>
                  <a:pt x="2693273" y="64886"/>
                </a:lnTo>
                <a:lnTo>
                  <a:pt x="2693425" y="64369"/>
                </a:lnTo>
                <a:lnTo>
                  <a:pt x="2693587" y="63860"/>
                </a:lnTo>
                <a:lnTo>
                  <a:pt x="2693757" y="63360"/>
                </a:lnTo>
                <a:lnTo>
                  <a:pt x="2693936" y="62869"/>
                </a:lnTo>
                <a:lnTo>
                  <a:pt x="2694124" y="62387"/>
                </a:lnTo>
                <a:lnTo>
                  <a:pt x="2694321" y="61913"/>
                </a:lnTo>
                <a:lnTo>
                  <a:pt x="2694527" y="61448"/>
                </a:lnTo>
                <a:lnTo>
                  <a:pt x="2694741" y="60993"/>
                </a:lnTo>
                <a:lnTo>
                  <a:pt x="2694964" y="60546"/>
                </a:lnTo>
                <a:lnTo>
                  <a:pt x="2695196" y="60108"/>
                </a:lnTo>
                <a:lnTo>
                  <a:pt x="2695437" y="59678"/>
                </a:lnTo>
                <a:lnTo>
                  <a:pt x="2695687" y="59258"/>
                </a:lnTo>
                <a:lnTo>
                  <a:pt x="2695945" y="58846"/>
                </a:lnTo>
                <a:lnTo>
                  <a:pt x="2696213" y="58443"/>
                </a:lnTo>
                <a:lnTo>
                  <a:pt x="2696489" y="58049"/>
                </a:lnTo>
                <a:lnTo>
                  <a:pt x="2696774" y="57664"/>
                </a:lnTo>
                <a:lnTo>
                  <a:pt x="2697067" y="57288"/>
                </a:lnTo>
                <a:lnTo>
                  <a:pt x="2697370" y="56920"/>
                </a:lnTo>
                <a:lnTo>
                  <a:pt x="2697681" y="56562"/>
                </a:lnTo>
                <a:lnTo>
                  <a:pt x="2698001" y="56212"/>
                </a:lnTo>
                <a:lnTo>
                  <a:pt x="2698330" y="55871"/>
                </a:lnTo>
                <a:lnTo>
                  <a:pt x="2698668" y="55539"/>
                </a:lnTo>
                <a:lnTo>
                  <a:pt x="2699014" y="55215"/>
                </a:lnTo>
                <a:lnTo>
                  <a:pt x="2699370" y="54901"/>
                </a:lnTo>
                <a:lnTo>
                  <a:pt x="2699735" y="54597"/>
                </a:lnTo>
                <a:lnTo>
                  <a:pt x="2700112" y="54306"/>
                </a:lnTo>
                <a:lnTo>
                  <a:pt x="2700500" y="54028"/>
                </a:lnTo>
                <a:lnTo>
                  <a:pt x="2700899" y="53763"/>
                </a:lnTo>
                <a:lnTo>
                  <a:pt x="2701309" y="53512"/>
                </a:lnTo>
                <a:lnTo>
                  <a:pt x="2701731" y="53272"/>
                </a:lnTo>
                <a:lnTo>
                  <a:pt x="2702164" y="53046"/>
                </a:lnTo>
                <a:lnTo>
                  <a:pt x="2702608" y="52833"/>
                </a:lnTo>
                <a:lnTo>
                  <a:pt x="2703064" y="52633"/>
                </a:lnTo>
                <a:lnTo>
                  <a:pt x="2703531" y="52445"/>
                </a:lnTo>
                <a:lnTo>
                  <a:pt x="2704009" y="52271"/>
                </a:lnTo>
                <a:lnTo>
                  <a:pt x="2704499" y="52109"/>
                </a:lnTo>
                <a:lnTo>
                  <a:pt x="2704999" y="51961"/>
                </a:lnTo>
                <a:lnTo>
                  <a:pt x="2705511" y="51825"/>
                </a:lnTo>
                <a:lnTo>
                  <a:pt x="2706035" y="51702"/>
                </a:lnTo>
                <a:lnTo>
                  <a:pt x="2706569" y="51593"/>
                </a:lnTo>
                <a:lnTo>
                  <a:pt x="2707115" y="51496"/>
                </a:lnTo>
                <a:lnTo>
                  <a:pt x="2707672" y="51412"/>
                </a:lnTo>
                <a:lnTo>
                  <a:pt x="2708241" y="51341"/>
                </a:lnTo>
                <a:lnTo>
                  <a:pt x="2708820" y="51282"/>
                </a:lnTo>
                <a:lnTo>
                  <a:pt x="2709411" y="51237"/>
                </a:lnTo>
                <a:lnTo>
                  <a:pt x="2710014" y="51205"/>
                </a:lnTo>
                <a:lnTo>
                  <a:pt x="2710627" y="51186"/>
                </a:lnTo>
                <a:lnTo>
                  <a:pt x="2711252" y="51179"/>
                </a:lnTo>
                <a:lnTo>
                  <a:pt x="2711892" y="51186"/>
                </a:lnTo>
                <a:lnTo>
                  <a:pt x="2712519" y="51205"/>
                </a:lnTo>
                <a:lnTo>
                  <a:pt x="2713136" y="51237"/>
                </a:lnTo>
                <a:lnTo>
                  <a:pt x="2713741" y="51282"/>
                </a:lnTo>
                <a:lnTo>
                  <a:pt x="2714334" y="51341"/>
                </a:lnTo>
                <a:lnTo>
                  <a:pt x="2714915" y="51412"/>
                </a:lnTo>
                <a:lnTo>
                  <a:pt x="2715485" y="51496"/>
                </a:lnTo>
                <a:lnTo>
                  <a:pt x="2716044" y="51593"/>
                </a:lnTo>
                <a:lnTo>
                  <a:pt x="2716590" y="51702"/>
                </a:lnTo>
                <a:lnTo>
                  <a:pt x="2717126" y="51825"/>
                </a:lnTo>
                <a:lnTo>
                  <a:pt x="2717649" y="51961"/>
                </a:lnTo>
                <a:lnTo>
                  <a:pt x="2718161" y="52109"/>
                </a:lnTo>
                <a:lnTo>
                  <a:pt x="2718662" y="52271"/>
                </a:lnTo>
                <a:lnTo>
                  <a:pt x="2719150" y="52445"/>
                </a:lnTo>
                <a:lnTo>
                  <a:pt x="2719628" y="52633"/>
                </a:lnTo>
                <a:lnTo>
                  <a:pt x="2720093" y="52833"/>
                </a:lnTo>
                <a:lnTo>
                  <a:pt x="2720547" y="53046"/>
                </a:lnTo>
                <a:lnTo>
                  <a:pt x="2720990" y="53272"/>
                </a:lnTo>
                <a:lnTo>
                  <a:pt x="2721421" y="53512"/>
                </a:lnTo>
                <a:lnTo>
                  <a:pt x="2721840" y="53763"/>
                </a:lnTo>
                <a:lnTo>
                  <a:pt x="2722248" y="54028"/>
                </a:lnTo>
                <a:lnTo>
                  <a:pt x="2722644" y="54306"/>
                </a:lnTo>
                <a:lnTo>
                  <a:pt x="2723029" y="54597"/>
                </a:lnTo>
                <a:lnTo>
                  <a:pt x="2723401" y="54901"/>
                </a:lnTo>
                <a:lnTo>
                  <a:pt x="2723764" y="55215"/>
                </a:lnTo>
                <a:lnTo>
                  <a:pt x="2724118" y="55539"/>
                </a:lnTo>
                <a:lnTo>
                  <a:pt x="2724463" y="55871"/>
                </a:lnTo>
                <a:lnTo>
                  <a:pt x="2724798" y="56212"/>
                </a:lnTo>
                <a:lnTo>
                  <a:pt x="2725125" y="56562"/>
                </a:lnTo>
                <a:lnTo>
                  <a:pt x="2725443" y="56920"/>
                </a:lnTo>
                <a:lnTo>
                  <a:pt x="2725752" y="57288"/>
                </a:lnTo>
                <a:lnTo>
                  <a:pt x="2726052" y="57664"/>
                </a:lnTo>
                <a:lnTo>
                  <a:pt x="2726343" y="58049"/>
                </a:lnTo>
                <a:lnTo>
                  <a:pt x="2726625" y="58443"/>
                </a:lnTo>
                <a:lnTo>
                  <a:pt x="2726898" y="58846"/>
                </a:lnTo>
                <a:lnTo>
                  <a:pt x="2727162" y="59258"/>
                </a:lnTo>
                <a:lnTo>
                  <a:pt x="2727417" y="59678"/>
                </a:lnTo>
                <a:lnTo>
                  <a:pt x="2727663" y="60108"/>
                </a:lnTo>
                <a:lnTo>
                  <a:pt x="2727901" y="60546"/>
                </a:lnTo>
                <a:lnTo>
                  <a:pt x="2728129" y="60993"/>
                </a:lnTo>
                <a:lnTo>
                  <a:pt x="2728348" y="61448"/>
                </a:lnTo>
                <a:lnTo>
                  <a:pt x="2728558" y="61913"/>
                </a:lnTo>
                <a:lnTo>
                  <a:pt x="2728760" y="62387"/>
                </a:lnTo>
                <a:lnTo>
                  <a:pt x="2728952" y="62869"/>
                </a:lnTo>
                <a:lnTo>
                  <a:pt x="2729135" y="63360"/>
                </a:lnTo>
                <a:lnTo>
                  <a:pt x="2729310" y="63860"/>
                </a:lnTo>
                <a:lnTo>
                  <a:pt x="2729475" y="64369"/>
                </a:lnTo>
                <a:lnTo>
                  <a:pt x="2729632" y="64886"/>
                </a:lnTo>
                <a:lnTo>
                  <a:pt x="2729781" y="65410"/>
                </a:lnTo>
                <a:lnTo>
                  <a:pt x="2729923" y="65940"/>
                </a:lnTo>
                <a:lnTo>
                  <a:pt x="2730060" y="66473"/>
                </a:lnTo>
                <a:lnTo>
                  <a:pt x="2730190" y="67012"/>
                </a:lnTo>
                <a:lnTo>
                  <a:pt x="2730313" y="67555"/>
                </a:lnTo>
                <a:lnTo>
                  <a:pt x="2730430" y="68103"/>
                </a:lnTo>
                <a:lnTo>
                  <a:pt x="2730541" y="68656"/>
                </a:lnTo>
                <a:lnTo>
                  <a:pt x="2730646" y="69213"/>
                </a:lnTo>
                <a:lnTo>
                  <a:pt x="2730744" y="69776"/>
                </a:lnTo>
                <a:lnTo>
                  <a:pt x="2730836" y="70343"/>
                </a:lnTo>
                <a:lnTo>
                  <a:pt x="2730921" y="70914"/>
                </a:lnTo>
                <a:lnTo>
                  <a:pt x="2731000" y="71491"/>
                </a:lnTo>
                <a:lnTo>
                  <a:pt x="2731073" y="72072"/>
                </a:lnTo>
                <a:lnTo>
                  <a:pt x="2731140" y="72658"/>
                </a:lnTo>
                <a:lnTo>
                  <a:pt x="2731200" y="73248"/>
                </a:lnTo>
                <a:lnTo>
                  <a:pt x="2731254" y="73844"/>
                </a:lnTo>
                <a:lnTo>
                  <a:pt x="2731301" y="74444"/>
                </a:lnTo>
                <a:lnTo>
                  <a:pt x="2731343" y="75049"/>
                </a:lnTo>
                <a:lnTo>
                  <a:pt x="2731377" y="75658"/>
                </a:lnTo>
                <a:lnTo>
                  <a:pt x="2731406" y="76272"/>
                </a:lnTo>
                <a:lnTo>
                  <a:pt x="2731428" y="76891"/>
                </a:lnTo>
                <a:lnTo>
                  <a:pt x="2731444" y="77515"/>
                </a:lnTo>
                <a:lnTo>
                  <a:pt x="2731453" y="78144"/>
                </a:lnTo>
                <a:lnTo>
                  <a:pt x="2731457" y="78777"/>
                </a:lnTo>
                <a:lnTo>
                  <a:pt x="2731453" y="79395"/>
                </a:lnTo>
                <a:lnTo>
                  <a:pt x="2731444" y="80008"/>
                </a:lnTo>
                <a:lnTo>
                  <a:pt x="2731428" y="80618"/>
                </a:lnTo>
                <a:lnTo>
                  <a:pt x="2731406" y="81223"/>
                </a:lnTo>
                <a:lnTo>
                  <a:pt x="2731377" y="81823"/>
                </a:lnTo>
                <a:lnTo>
                  <a:pt x="2731343" y="82419"/>
                </a:lnTo>
                <a:lnTo>
                  <a:pt x="2731301" y="83011"/>
                </a:lnTo>
                <a:lnTo>
                  <a:pt x="2731254" y="83598"/>
                </a:lnTo>
                <a:lnTo>
                  <a:pt x="2731200" y="84180"/>
                </a:lnTo>
                <a:lnTo>
                  <a:pt x="2731140" y="84759"/>
                </a:lnTo>
                <a:lnTo>
                  <a:pt x="2731073" y="85333"/>
                </a:lnTo>
                <a:lnTo>
                  <a:pt x="2731000" y="85902"/>
                </a:lnTo>
                <a:lnTo>
                  <a:pt x="2730921" y="86467"/>
                </a:lnTo>
                <a:lnTo>
                  <a:pt x="2730836" y="87028"/>
                </a:lnTo>
                <a:lnTo>
                  <a:pt x="2730744" y="87584"/>
                </a:lnTo>
                <a:lnTo>
                  <a:pt x="2730646" y="88136"/>
                </a:lnTo>
                <a:lnTo>
                  <a:pt x="2730541" y="88684"/>
                </a:lnTo>
                <a:lnTo>
                  <a:pt x="2730430" y="89227"/>
                </a:lnTo>
                <a:lnTo>
                  <a:pt x="2730313" y="89765"/>
                </a:lnTo>
                <a:lnTo>
                  <a:pt x="2730190" y="90299"/>
                </a:lnTo>
                <a:lnTo>
                  <a:pt x="2730060" y="90829"/>
                </a:lnTo>
                <a:lnTo>
                  <a:pt x="2729923" y="91355"/>
                </a:lnTo>
                <a:lnTo>
                  <a:pt x="2729781" y="91876"/>
                </a:lnTo>
                <a:lnTo>
                  <a:pt x="2729632" y="92392"/>
                </a:lnTo>
                <a:lnTo>
                  <a:pt x="2729475" y="92902"/>
                </a:lnTo>
                <a:lnTo>
                  <a:pt x="2729310" y="93403"/>
                </a:lnTo>
                <a:lnTo>
                  <a:pt x="2729135" y="93896"/>
                </a:lnTo>
                <a:lnTo>
                  <a:pt x="2728952" y="94380"/>
                </a:lnTo>
                <a:lnTo>
                  <a:pt x="2728760" y="94855"/>
                </a:lnTo>
                <a:lnTo>
                  <a:pt x="2728558" y="95322"/>
                </a:lnTo>
                <a:lnTo>
                  <a:pt x="2728348" y="95780"/>
                </a:lnTo>
                <a:lnTo>
                  <a:pt x="2728129" y="96230"/>
                </a:lnTo>
                <a:lnTo>
                  <a:pt x="2727901" y="96670"/>
                </a:lnTo>
                <a:lnTo>
                  <a:pt x="2727663" y="97102"/>
                </a:lnTo>
                <a:lnTo>
                  <a:pt x="2727417" y="97526"/>
                </a:lnTo>
                <a:lnTo>
                  <a:pt x="2727162" y="97940"/>
                </a:lnTo>
                <a:lnTo>
                  <a:pt x="2726898" y="98346"/>
                </a:lnTo>
                <a:lnTo>
                  <a:pt x="2726625" y="98744"/>
                </a:lnTo>
                <a:lnTo>
                  <a:pt x="2726343" y="99133"/>
                </a:lnTo>
                <a:lnTo>
                  <a:pt x="2726052" y="99513"/>
                </a:lnTo>
                <a:lnTo>
                  <a:pt x="2725752" y="99884"/>
                </a:lnTo>
                <a:lnTo>
                  <a:pt x="2725443" y="100247"/>
                </a:lnTo>
                <a:lnTo>
                  <a:pt x="2725125" y="100601"/>
                </a:lnTo>
                <a:lnTo>
                  <a:pt x="2724798" y="100946"/>
                </a:lnTo>
                <a:lnTo>
                  <a:pt x="2724463" y="101283"/>
                </a:lnTo>
                <a:lnTo>
                  <a:pt x="2724118" y="101611"/>
                </a:lnTo>
                <a:lnTo>
                  <a:pt x="2723764" y="101931"/>
                </a:lnTo>
                <a:lnTo>
                  <a:pt x="2723401" y="102241"/>
                </a:lnTo>
                <a:lnTo>
                  <a:pt x="2723029" y="102541"/>
                </a:lnTo>
                <a:lnTo>
                  <a:pt x="2722644" y="102829"/>
                </a:lnTo>
                <a:lnTo>
                  <a:pt x="2722248" y="103103"/>
                </a:lnTo>
                <a:lnTo>
                  <a:pt x="2721840" y="103365"/>
                </a:lnTo>
                <a:lnTo>
                  <a:pt x="2721421" y="103614"/>
                </a:lnTo>
                <a:lnTo>
                  <a:pt x="2720990" y="103850"/>
                </a:lnTo>
                <a:lnTo>
                  <a:pt x="2720547" y="104073"/>
                </a:lnTo>
                <a:lnTo>
                  <a:pt x="2720093" y="104284"/>
                </a:lnTo>
                <a:lnTo>
                  <a:pt x="2719628" y="104482"/>
                </a:lnTo>
                <a:lnTo>
                  <a:pt x="2719150" y="104667"/>
                </a:lnTo>
                <a:lnTo>
                  <a:pt x="2718662" y="104839"/>
                </a:lnTo>
                <a:lnTo>
                  <a:pt x="2718161" y="104999"/>
                </a:lnTo>
                <a:lnTo>
                  <a:pt x="2717649" y="105146"/>
                </a:lnTo>
                <a:lnTo>
                  <a:pt x="2717126" y="105280"/>
                </a:lnTo>
                <a:lnTo>
                  <a:pt x="2716590" y="105401"/>
                </a:lnTo>
                <a:lnTo>
                  <a:pt x="2716044" y="105510"/>
                </a:lnTo>
                <a:lnTo>
                  <a:pt x="2715485" y="105606"/>
                </a:lnTo>
                <a:lnTo>
                  <a:pt x="2714915" y="105689"/>
                </a:lnTo>
                <a:lnTo>
                  <a:pt x="2714334" y="105759"/>
                </a:lnTo>
                <a:lnTo>
                  <a:pt x="2713741" y="105816"/>
                </a:lnTo>
                <a:lnTo>
                  <a:pt x="2713136" y="105861"/>
                </a:lnTo>
                <a:lnTo>
                  <a:pt x="2712519" y="105893"/>
                </a:lnTo>
                <a:lnTo>
                  <a:pt x="2711892" y="105912"/>
                </a:lnTo>
                <a:lnTo>
                  <a:pt x="2711252" y="105918"/>
                </a:lnTo>
                <a:lnTo>
                  <a:pt x="2710627" y="105912"/>
                </a:lnTo>
                <a:lnTo>
                  <a:pt x="2710014" y="105893"/>
                </a:lnTo>
                <a:lnTo>
                  <a:pt x="2709411" y="105861"/>
                </a:lnTo>
                <a:lnTo>
                  <a:pt x="2708820" y="105816"/>
                </a:lnTo>
                <a:lnTo>
                  <a:pt x="2708241" y="105759"/>
                </a:lnTo>
                <a:lnTo>
                  <a:pt x="2707672" y="1056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EA8A8B-5CF9-432A-A849-51DA3448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778" y="4707322"/>
            <a:ext cx="90322" cy="181276"/>
          </a:xfrm>
          <a:custGeom xmlns:a="http://schemas.openxmlformats.org/drawingml/2006/main">
            <a:pathLst>
              <a:path w="90322" h="181276">
                <a:moveTo>
                  <a:pt x="36692" y="0"/>
                </a:moveTo>
                <a:lnTo>
                  <a:pt x="36694" y="127647"/>
                </a:lnTo>
                <a:lnTo>
                  <a:pt x="0" y="90954"/>
                </a:lnTo>
                <a:lnTo>
                  <a:pt x="45162" y="181276"/>
                </a:lnTo>
                <a:lnTo>
                  <a:pt x="90322" y="90953"/>
                </a:lnTo>
                <a:lnTo>
                  <a:pt x="53629" y="127647"/>
                </a:lnTo>
                <a:lnTo>
                  <a:pt x="53628" y="0"/>
                </a:lnTo>
                <a:lnTo>
                  <a:pt x="36692" y="0"/>
                </a:lnTo>
                <a:close/>
                <a:moveTo>
                  <a:pt x="45162" y="136114"/>
                </a:moveTo>
                <a:lnTo>
                  <a:pt x="45161" y="136114"/>
                </a:lnTo>
                <a:lnTo>
                  <a:pt x="45161" y="136114"/>
                </a:lnTo>
                <a:lnTo>
                  <a:pt x="45162" y="1361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E7DFD-91C1-4DAC-8CC2-53AD1401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022" y="3744160"/>
            <a:ext cx="980405" cy="182287"/>
          </a:xfrm>
          <a:custGeom xmlns:a="http://schemas.openxmlformats.org/drawingml/2006/main">
            <a:pathLst>
              <a:path w="980405" h="182287" fill="none">
                <a:moveTo>
                  <a:pt x="0" y="13287"/>
                </a:moveTo>
                <a:cubicBezTo>
                  <a:pt x="0" y="5949"/>
                  <a:pt x="5949" y="0"/>
                  <a:pt x="13287" y="0"/>
                </a:cubicBezTo>
                <a:lnTo>
                  <a:pt x="967119" y="0"/>
                </a:lnTo>
                <a:cubicBezTo>
                  <a:pt x="974457" y="0"/>
                  <a:pt x="980405" y="5949"/>
                  <a:pt x="980405" y="13287"/>
                </a:cubicBezTo>
                <a:lnTo>
                  <a:pt x="980405" y="169000"/>
                </a:lnTo>
                <a:cubicBezTo>
                  <a:pt x="980405" y="176338"/>
                  <a:pt x="974457" y="182287"/>
                  <a:pt x="967119" y="182287"/>
                </a:cubicBezTo>
                <a:lnTo>
                  <a:pt x="13287" y="182287"/>
                </a:lnTo>
                <a:cubicBezTo>
                  <a:pt x="5949" y="182287"/>
                  <a:pt x="0" y="176338"/>
                  <a:pt x="0" y="169000"/>
                </a:cubicBezTo>
                <a:lnTo>
                  <a:pt x="0" y="132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746EFC-ECFD-4ED0-A5F4-A4D6E057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580" y="3773721"/>
            <a:ext cx="128095" cy="128092"/>
          </a:xfrm>
          <a:custGeom xmlns:a="http://schemas.openxmlformats.org/drawingml/2006/main">
            <a:pathLst>
              <a:path w="128095" h="128092">
                <a:moveTo>
                  <a:pt x="0" y="0"/>
                </a:moveTo>
                <a:lnTo>
                  <a:pt x="128095" y="0"/>
                </a:lnTo>
                <a:lnTo>
                  <a:pt x="128095" y="128092"/>
                </a:lnTo>
                <a:lnTo>
                  <a:pt x="0" y="1280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D1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0A4E06-A18D-49E5-A0A8-F528F427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579" y="3773721"/>
            <a:ext cx="128094" cy="128092"/>
          </a:xfrm>
          <a:custGeom xmlns:a="http://schemas.openxmlformats.org/drawingml/2006/main">
            <a:pathLst>
              <a:path w="128094" h="128092" fill="none">
                <a:moveTo>
                  <a:pt x="0" y="0"/>
                </a:moveTo>
                <a:lnTo>
                  <a:pt x="128094" y="0"/>
                </a:lnTo>
                <a:lnTo>
                  <a:pt x="128094" y="128092"/>
                </a:lnTo>
                <a:lnTo>
                  <a:pt x="0" y="1280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1389A6-59C0-4244-AA6F-A3F18946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235" y="3773721"/>
            <a:ext cx="133020" cy="128092"/>
          </a:xfrm>
          <a:custGeom xmlns:a="http://schemas.openxmlformats.org/drawingml/2006/main">
            <a:pathLst>
              <a:path w="133020" h="128092">
                <a:moveTo>
                  <a:pt x="0" y="0"/>
                </a:moveTo>
                <a:lnTo>
                  <a:pt x="133020" y="0"/>
                </a:lnTo>
                <a:lnTo>
                  <a:pt x="133020" y="128092"/>
                </a:lnTo>
                <a:lnTo>
                  <a:pt x="0" y="1280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D1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2D0775-7782-468F-8ACE-905D063D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235" y="3773721"/>
            <a:ext cx="133021" cy="128092"/>
          </a:xfrm>
          <a:custGeom xmlns:a="http://schemas.openxmlformats.org/drawingml/2006/main">
            <a:pathLst>
              <a:path w="133021" h="128092" fill="none">
                <a:moveTo>
                  <a:pt x="0" y="0"/>
                </a:moveTo>
                <a:lnTo>
                  <a:pt x="133021" y="0"/>
                </a:lnTo>
                <a:lnTo>
                  <a:pt x="133021" y="128092"/>
                </a:lnTo>
                <a:lnTo>
                  <a:pt x="0" y="1280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0F833F-F0C8-4FF8-9B8D-BACCB564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15" y="3773721"/>
            <a:ext cx="128093" cy="128092"/>
          </a:xfrm>
          <a:custGeom xmlns:a="http://schemas.openxmlformats.org/drawingml/2006/main">
            <a:pathLst>
              <a:path w="128093" h="128092">
                <a:moveTo>
                  <a:pt x="0" y="0"/>
                </a:moveTo>
                <a:lnTo>
                  <a:pt x="128093" y="0"/>
                </a:lnTo>
                <a:lnTo>
                  <a:pt x="128093" y="128092"/>
                </a:lnTo>
                <a:lnTo>
                  <a:pt x="0" y="1280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D1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3BF3BB-C97E-47AD-A609-211BB0A5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15" y="3773721"/>
            <a:ext cx="128094" cy="128092"/>
          </a:xfrm>
          <a:custGeom xmlns:a="http://schemas.openxmlformats.org/drawingml/2006/main">
            <a:pathLst>
              <a:path w="128094" h="128092" fill="none">
                <a:moveTo>
                  <a:pt x="0" y="0"/>
                </a:moveTo>
                <a:lnTo>
                  <a:pt x="128094" y="0"/>
                </a:lnTo>
                <a:lnTo>
                  <a:pt x="128094" y="128092"/>
                </a:lnTo>
                <a:lnTo>
                  <a:pt x="0" y="1280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EFB8B-C0E1-4340-A444-24F0DF11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7467" y="3773721"/>
            <a:ext cx="128093" cy="128092"/>
          </a:xfrm>
          <a:custGeom xmlns:a="http://schemas.openxmlformats.org/drawingml/2006/main">
            <a:pathLst>
              <a:path w="128093" h="128092">
                <a:moveTo>
                  <a:pt x="0" y="0"/>
                </a:moveTo>
                <a:lnTo>
                  <a:pt x="128093" y="0"/>
                </a:lnTo>
                <a:lnTo>
                  <a:pt x="128093" y="128092"/>
                </a:lnTo>
                <a:lnTo>
                  <a:pt x="0" y="1280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D1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88BD2-790E-4151-BB2D-BB6E03E4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7467" y="3773721"/>
            <a:ext cx="128094" cy="128092"/>
          </a:xfrm>
          <a:custGeom xmlns:a="http://schemas.openxmlformats.org/drawingml/2006/main">
            <a:pathLst>
              <a:path w="128094" h="128092" fill="none">
                <a:moveTo>
                  <a:pt x="0" y="0"/>
                </a:moveTo>
                <a:lnTo>
                  <a:pt x="128094" y="0"/>
                </a:lnTo>
                <a:lnTo>
                  <a:pt x="128094" y="128092"/>
                </a:lnTo>
                <a:lnTo>
                  <a:pt x="0" y="1280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F4422B-A3C5-40B5-89AD-71C1F045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5120" y="3773721"/>
            <a:ext cx="133020" cy="128092"/>
          </a:xfrm>
          <a:custGeom xmlns:a="http://schemas.openxmlformats.org/drawingml/2006/main">
            <a:pathLst>
              <a:path w="133020" h="128092">
                <a:moveTo>
                  <a:pt x="0" y="0"/>
                </a:moveTo>
                <a:lnTo>
                  <a:pt x="133020" y="0"/>
                </a:lnTo>
                <a:lnTo>
                  <a:pt x="133020" y="128092"/>
                </a:lnTo>
                <a:lnTo>
                  <a:pt x="0" y="1280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D1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9A683D-52B9-4BB5-82C3-49019124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5121" y="3773721"/>
            <a:ext cx="133019" cy="128092"/>
          </a:xfrm>
          <a:custGeom xmlns:a="http://schemas.openxmlformats.org/drawingml/2006/main">
            <a:pathLst>
              <a:path w="133019" h="128092" fill="none">
                <a:moveTo>
                  <a:pt x="0" y="0"/>
                </a:moveTo>
                <a:lnTo>
                  <a:pt x="133019" y="0"/>
                </a:lnTo>
                <a:lnTo>
                  <a:pt x="133019" y="128092"/>
                </a:lnTo>
                <a:lnTo>
                  <a:pt x="0" y="1280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1C4E1-A96E-4B50-820A-1A66FE54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700" y="3773721"/>
            <a:ext cx="128093" cy="128092"/>
          </a:xfrm>
          <a:custGeom xmlns:a="http://schemas.openxmlformats.org/drawingml/2006/main">
            <a:pathLst>
              <a:path w="128093" h="128092">
                <a:moveTo>
                  <a:pt x="0" y="0"/>
                </a:moveTo>
                <a:lnTo>
                  <a:pt x="128093" y="0"/>
                </a:lnTo>
                <a:lnTo>
                  <a:pt x="128093" y="128092"/>
                </a:lnTo>
                <a:lnTo>
                  <a:pt x="0" y="1280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1D1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66936-5E4C-4112-8747-415D1BE6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701" y="3773721"/>
            <a:ext cx="128092" cy="128092"/>
          </a:xfrm>
          <a:custGeom xmlns:a="http://schemas.openxmlformats.org/drawingml/2006/main">
            <a:pathLst>
              <a:path w="128092" h="128092" fill="none">
                <a:moveTo>
                  <a:pt x="0" y="0"/>
                </a:moveTo>
                <a:lnTo>
                  <a:pt x="128092" y="0"/>
                </a:lnTo>
                <a:lnTo>
                  <a:pt x="128092" y="128092"/>
                </a:lnTo>
                <a:lnTo>
                  <a:pt x="0" y="1280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miter/>
          </a:ln>
        </p:spPr>
      </p:sp>
      <p:sp>
        <p:nvSpPr>
          <p:cNvPr id="334" name="Text 𝐡">
            <a:extLst xmlns:a="http://schemas.openxmlformats.org/drawingml/2006/main">
              <a:ext uri="{FF2B5EF4-FFF2-40B4-BE49-F238E27FC236}">
                <a16:creationId xmlns:a16="http://schemas.microsoft.com/office/drawing/2014/main" id="{4B9C498E-1946-4221-9E94-3FF994A3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230" y="3791168"/>
            <a:ext cx="84754" cy="110234"/>
          </a:xfrm>
          <a:custGeom xmlns:a="http://schemas.openxmlformats.org/drawingml/2006/main">
            <a:pathLst>
              <a:path w="84754" h="110234">
                <a:moveTo>
                  <a:pt x="31253" y="44032"/>
                </a:moveTo>
                <a:cubicBezTo>
                  <a:pt x="35924" y="39875"/>
                  <a:pt x="40093" y="36937"/>
                  <a:pt x="43763" y="35218"/>
                </a:cubicBezTo>
                <a:cubicBezTo>
                  <a:pt x="47432" y="33499"/>
                  <a:pt x="51191" y="32639"/>
                  <a:pt x="55040" y="32639"/>
                </a:cubicBezTo>
                <a:cubicBezTo>
                  <a:pt x="60685" y="32639"/>
                  <a:pt x="65047" y="33678"/>
                  <a:pt x="68126" y="35757"/>
                </a:cubicBezTo>
                <a:cubicBezTo>
                  <a:pt x="71206" y="37835"/>
                  <a:pt x="73451" y="40825"/>
                  <a:pt x="74862" y="44725"/>
                </a:cubicBezTo>
                <a:cubicBezTo>
                  <a:pt x="76273" y="48625"/>
                  <a:pt x="76979" y="53680"/>
                  <a:pt x="76979" y="59890"/>
                </a:cubicBezTo>
                <a:lnTo>
                  <a:pt x="76979" y="87987"/>
                </a:lnTo>
                <a:cubicBezTo>
                  <a:pt x="76979" y="92862"/>
                  <a:pt x="77133" y="96224"/>
                  <a:pt x="77441" y="98071"/>
                </a:cubicBezTo>
                <a:cubicBezTo>
                  <a:pt x="77749" y="99919"/>
                  <a:pt x="78390" y="101394"/>
                  <a:pt x="79365" y="102498"/>
                </a:cubicBezTo>
                <a:cubicBezTo>
                  <a:pt x="80340" y="103601"/>
                  <a:pt x="82137" y="104486"/>
                  <a:pt x="84754" y="105153"/>
                </a:cubicBezTo>
                <a:lnTo>
                  <a:pt x="84754" y="110234"/>
                </a:lnTo>
                <a:lnTo>
                  <a:pt x="47419" y="110234"/>
                </a:lnTo>
                <a:lnTo>
                  <a:pt x="47419" y="105153"/>
                </a:lnTo>
                <a:cubicBezTo>
                  <a:pt x="49831" y="104589"/>
                  <a:pt x="51486" y="103768"/>
                  <a:pt x="52384" y="102690"/>
                </a:cubicBezTo>
                <a:cubicBezTo>
                  <a:pt x="53282" y="101612"/>
                  <a:pt x="53898" y="100124"/>
                  <a:pt x="54232" y="98225"/>
                </a:cubicBezTo>
                <a:cubicBezTo>
                  <a:pt x="54565" y="96326"/>
                  <a:pt x="54732" y="92939"/>
                  <a:pt x="54732" y="88064"/>
                </a:cubicBezTo>
                <a:lnTo>
                  <a:pt x="54732" y="67973"/>
                </a:lnTo>
                <a:cubicBezTo>
                  <a:pt x="54732" y="62841"/>
                  <a:pt x="54565" y="58850"/>
                  <a:pt x="54232" y="56002"/>
                </a:cubicBezTo>
                <a:cubicBezTo>
                  <a:pt x="53898" y="53154"/>
                  <a:pt x="53334" y="50947"/>
                  <a:pt x="52538" y="49382"/>
                </a:cubicBezTo>
                <a:cubicBezTo>
                  <a:pt x="51743" y="47817"/>
                  <a:pt x="50716" y="46649"/>
                  <a:pt x="49459" y="45880"/>
                </a:cubicBezTo>
                <a:cubicBezTo>
                  <a:pt x="48202" y="45110"/>
                  <a:pt x="46547" y="44725"/>
                  <a:pt x="44494" y="44725"/>
                </a:cubicBezTo>
                <a:cubicBezTo>
                  <a:pt x="42544" y="44725"/>
                  <a:pt x="40504" y="45328"/>
                  <a:pt x="38374" y="46534"/>
                </a:cubicBezTo>
                <a:cubicBezTo>
                  <a:pt x="36244" y="47740"/>
                  <a:pt x="34474" y="49382"/>
                  <a:pt x="33063" y="51460"/>
                </a:cubicBezTo>
                <a:cubicBezTo>
                  <a:pt x="31651" y="53539"/>
                  <a:pt x="30946" y="55758"/>
                  <a:pt x="30946" y="58119"/>
                </a:cubicBezTo>
                <a:lnTo>
                  <a:pt x="30946" y="87987"/>
                </a:lnTo>
                <a:cubicBezTo>
                  <a:pt x="30946" y="92914"/>
                  <a:pt x="31087" y="96288"/>
                  <a:pt x="31369" y="98110"/>
                </a:cubicBezTo>
                <a:cubicBezTo>
                  <a:pt x="31651" y="99932"/>
                  <a:pt x="32280" y="101394"/>
                  <a:pt x="33255" y="102498"/>
                </a:cubicBezTo>
                <a:cubicBezTo>
                  <a:pt x="34230" y="103601"/>
                  <a:pt x="36026" y="104486"/>
                  <a:pt x="38643" y="105153"/>
                </a:cubicBezTo>
                <a:lnTo>
                  <a:pt x="38643" y="110234"/>
                </a:lnTo>
                <a:lnTo>
                  <a:pt x="924" y="110234"/>
                </a:lnTo>
                <a:lnTo>
                  <a:pt x="924" y="105153"/>
                </a:lnTo>
                <a:cubicBezTo>
                  <a:pt x="3541" y="104486"/>
                  <a:pt x="5337" y="103614"/>
                  <a:pt x="6312" y="102536"/>
                </a:cubicBezTo>
                <a:cubicBezTo>
                  <a:pt x="7287" y="101458"/>
                  <a:pt x="7929" y="100009"/>
                  <a:pt x="8237" y="98187"/>
                </a:cubicBezTo>
                <a:cubicBezTo>
                  <a:pt x="8545" y="96365"/>
                  <a:pt x="8699" y="92965"/>
                  <a:pt x="8699" y="87987"/>
                </a:cubicBezTo>
                <a:lnTo>
                  <a:pt x="8699" y="27943"/>
                </a:lnTo>
                <a:cubicBezTo>
                  <a:pt x="8699" y="22452"/>
                  <a:pt x="8622" y="18526"/>
                  <a:pt x="8468" y="16166"/>
                </a:cubicBezTo>
                <a:cubicBezTo>
                  <a:pt x="8314" y="13805"/>
                  <a:pt x="7993" y="12022"/>
                  <a:pt x="7505" y="10816"/>
                </a:cubicBezTo>
                <a:cubicBezTo>
                  <a:pt x="7018" y="9610"/>
                  <a:pt x="6299" y="8660"/>
                  <a:pt x="5350" y="7967"/>
                </a:cubicBezTo>
                <a:cubicBezTo>
                  <a:pt x="4401" y="7275"/>
                  <a:pt x="2617" y="6672"/>
                  <a:pt x="0" y="6158"/>
                </a:cubicBezTo>
                <a:lnTo>
                  <a:pt x="0" y="1078"/>
                </a:lnTo>
                <a:lnTo>
                  <a:pt x="21323" y="0"/>
                </a:lnTo>
                <a:lnTo>
                  <a:pt x="30946" y="0"/>
                </a:lnTo>
                <a:lnTo>
                  <a:pt x="30946" y="43955"/>
                </a:lnTo>
                <a:lnTo>
                  <a:pt x="31253" y="440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Text &amp;">
            <a:extLst xmlns:a="http://schemas.openxmlformats.org/drawingml/2006/main">
              <a:ext uri="{FF2B5EF4-FFF2-40B4-BE49-F238E27FC236}">
                <a16:creationId xmlns:a16="http://schemas.microsoft.com/office/drawing/2014/main" id="{14311D24-C11F-422A-BA4E-7024F773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4344" y="3884326"/>
            <a:ext cx="58427" cy="57431"/>
          </a:xfrm>
          <a:custGeom xmlns:a="http://schemas.openxmlformats.org/drawingml/2006/main">
            <a:pathLst>
              <a:path w="58427" h="57431">
                <a:moveTo>
                  <a:pt x="17041" y="57431"/>
                </a:moveTo>
                <a:cubicBezTo>
                  <a:pt x="15713" y="57431"/>
                  <a:pt x="14607" y="57164"/>
                  <a:pt x="13722" y="56629"/>
                </a:cubicBezTo>
                <a:cubicBezTo>
                  <a:pt x="12836" y="56094"/>
                  <a:pt x="12154" y="55338"/>
                  <a:pt x="11674" y="54360"/>
                </a:cubicBezTo>
                <a:cubicBezTo>
                  <a:pt x="11195" y="53383"/>
                  <a:pt x="10863" y="52230"/>
                  <a:pt x="10678" y="50902"/>
                </a:cubicBezTo>
                <a:cubicBezTo>
                  <a:pt x="10494" y="49575"/>
                  <a:pt x="10402" y="48118"/>
                  <a:pt x="10402" y="46531"/>
                </a:cubicBezTo>
                <a:cubicBezTo>
                  <a:pt x="10402" y="44429"/>
                  <a:pt x="10531" y="42179"/>
                  <a:pt x="10789" y="39781"/>
                </a:cubicBezTo>
                <a:cubicBezTo>
                  <a:pt x="11047" y="37384"/>
                  <a:pt x="11379" y="34968"/>
                  <a:pt x="11785" y="32533"/>
                </a:cubicBezTo>
                <a:cubicBezTo>
                  <a:pt x="13740" y="20693"/>
                  <a:pt x="14717" y="13814"/>
                  <a:pt x="14717" y="11896"/>
                </a:cubicBezTo>
                <a:cubicBezTo>
                  <a:pt x="14791" y="10531"/>
                  <a:pt x="14634" y="9600"/>
                  <a:pt x="14247" y="9102"/>
                </a:cubicBezTo>
                <a:cubicBezTo>
                  <a:pt x="13860" y="8604"/>
                  <a:pt x="13316" y="8355"/>
                  <a:pt x="12615" y="8355"/>
                </a:cubicBezTo>
                <a:cubicBezTo>
                  <a:pt x="11877" y="8355"/>
                  <a:pt x="11093" y="8558"/>
                  <a:pt x="10263" y="8963"/>
                </a:cubicBezTo>
                <a:cubicBezTo>
                  <a:pt x="9434" y="9369"/>
                  <a:pt x="8594" y="9885"/>
                  <a:pt x="7746" y="10512"/>
                </a:cubicBezTo>
                <a:cubicBezTo>
                  <a:pt x="6898" y="11140"/>
                  <a:pt x="6077" y="11813"/>
                  <a:pt x="5284" y="12532"/>
                </a:cubicBezTo>
                <a:cubicBezTo>
                  <a:pt x="4491" y="13251"/>
                  <a:pt x="3744" y="13924"/>
                  <a:pt x="3043" y="14551"/>
                </a:cubicBezTo>
                <a:lnTo>
                  <a:pt x="0" y="10844"/>
                </a:lnTo>
                <a:cubicBezTo>
                  <a:pt x="1217" y="9553"/>
                  <a:pt x="2517" y="8262"/>
                  <a:pt x="3901" y="6971"/>
                </a:cubicBezTo>
                <a:cubicBezTo>
                  <a:pt x="5284" y="5680"/>
                  <a:pt x="6750" y="4509"/>
                  <a:pt x="8299" y="3458"/>
                </a:cubicBezTo>
                <a:cubicBezTo>
                  <a:pt x="9849" y="2407"/>
                  <a:pt x="11471" y="1568"/>
                  <a:pt x="13168" y="941"/>
                </a:cubicBezTo>
                <a:cubicBezTo>
                  <a:pt x="14865" y="314"/>
                  <a:pt x="16580" y="0"/>
                  <a:pt x="18314" y="0"/>
                </a:cubicBezTo>
                <a:cubicBezTo>
                  <a:pt x="19900" y="0"/>
                  <a:pt x="21182" y="314"/>
                  <a:pt x="22159" y="941"/>
                </a:cubicBezTo>
                <a:cubicBezTo>
                  <a:pt x="23137" y="1568"/>
                  <a:pt x="23911" y="2388"/>
                  <a:pt x="24483" y="3403"/>
                </a:cubicBezTo>
                <a:cubicBezTo>
                  <a:pt x="25055" y="4417"/>
                  <a:pt x="25442" y="5533"/>
                  <a:pt x="25645" y="6750"/>
                </a:cubicBezTo>
                <a:cubicBezTo>
                  <a:pt x="25848" y="7967"/>
                  <a:pt x="25949" y="9166"/>
                  <a:pt x="25949" y="10346"/>
                </a:cubicBezTo>
                <a:cubicBezTo>
                  <a:pt x="25949" y="11047"/>
                  <a:pt x="25875" y="11988"/>
                  <a:pt x="25728" y="13168"/>
                </a:cubicBezTo>
                <a:lnTo>
                  <a:pt x="22242" y="33197"/>
                </a:lnTo>
                <a:cubicBezTo>
                  <a:pt x="21910" y="35115"/>
                  <a:pt x="21634" y="36996"/>
                  <a:pt x="21412" y="38841"/>
                </a:cubicBezTo>
                <a:cubicBezTo>
                  <a:pt x="21191" y="40685"/>
                  <a:pt x="21080" y="42308"/>
                  <a:pt x="21080" y="43710"/>
                </a:cubicBezTo>
                <a:cubicBezTo>
                  <a:pt x="21080" y="45111"/>
                  <a:pt x="21172" y="46255"/>
                  <a:pt x="21357" y="47140"/>
                </a:cubicBezTo>
                <a:cubicBezTo>
                  <a:pt x="21541" y="48025"/>
                  <a:pt x="21726" y="48468"/>
                  <a:pt x="21910" y="48468"/>
                </a:cubicBezTo>
                <a:cubicBezTo>
                  <a:pt x="23091" y="48468"/>
                  <a:pt x="24603" y="47998"/>
                  <a:pt x="26447" y="47057"/>
                </a:cubicBezTo>
                <a:cubicBezTo>
                  <a:pt x="28291" y="46116"/>
                  <a:pt x="30237" y="44825"/>
                  <a:pt x="32284" y="43184"/>
                </a:cubicBezTo>
                <a:cubicBezTo>
                  <a:pt x="34331" y="41543"/>
                  <a:pt x="36379" y="39597"/>
                  <a:pt x="38426" y="37347"/>
                </a:cubicBezTo>
                <a:cubicBezTo>
                  <a:pt x="40473" y="35097"/>
                  <a:pt x="42308" y="32653"/>
                  <a:pt x="43931" y="30016"/>
                </a:cubicBezTo>
                <a:cubicBezTo>
                  <a:pt x="45554" y="27378"/>
                  <a:pt x="46873" y="24612"/>
                  <a:pt x="47887" y="21717"/>
                </a:cubicBezTo>
                <a:cubicBezTo>
                  <a:pt x="48901" y="18821"/>
                  <a:pt x="49409" y="15898"/>
                  <a:pt x="49409" y="12947"/>
                </a:cubicBezTo>
                <a:cubicBezTo>
                  <a:pt x="49409" y="11213"/>
                  <a:pt x="49086" y="9959"/>
                  <a:pt x="48440" y="9185"/>
                </a:cubicBezTo>
                <a:cubicBezTo>
                  <a:pt x="47795" y="8410"/>
                  <a:pt x="46919" y="8023"/>
                  <a:pt x="45812" y="8023"/>
                </a:cubicBezTo>
                <a:cubicBezTo>
                  <a:pt x="44632" y="8023"/>
                  <a:pt x="43378" y="8585"/>
                  <a:pt x="42050" y="9710"/>
                </a:cubicBezTo>
                <a:cubicBezTo>
                  <a:pt x="40722" y="10835"/>
                  <a:pt x="39339" y="12301"/>
                  <a:pt x="37900" y="14109"/>
                </a:cubicBezTo>
                <a:lnTo>
                  <a:pt x="34636" y="10844"/>
                </a:lnTo>
                <a:cubicBezTo>
                  <a:pt x="35521" y="9406"/>
                  <a:pt x="36572" y="8032"/>
                  <a:pt x="37789" y="6722"/>
                </a:cubicBezTo>
                <a:cubicBezTo>
                  <a:pt x="39007" y="5413"/>
                  <a:pt x="40298" y="4260"/>
                  <a:pt x="41663" y="3264"/>
                </a:cubicBezTo>
                <a:cubicBezTo>
                  <a:pt x="43027" y="2268"/>
                  <a:pt x="44438" y="1475"/>
                  <a:pt x="45895" y="885"/>
                </a:cubicBezTo>
                <a:cubicBezTo>
                  <a:pt x="47352" y="295"/>
                  <a:pt x="48781" y="0"/>
                  <a:pt x="50183" y="0"/>
                </a:cubicBezTo>
                <a:cubicBezTo>
                  <a:pt x="53097" y="0"/>
                  <a:pt x="55200" y="913"/>
                  <a:pt x="56491" y="2739"/>
                </a:cubicBezTo>
                <a:cubicBezTo>
                  <a:pt x="57782" y="4565"/>
                  <a:pt x="58427" y="7008"/>
                  <a:pt x="58427" y="10070"/>
                </a:cubicBezTo>
                <a:cubicBezTo>
                  <a:pt x="58427" y="11840"/>
                  <a:pt x="58104" y="13869"/>
                  <a:pt x="57459" y="16156"/>
                </a:cubicBezTo>
                <a:cubicBezTo>
                  <a:pt x="56813" y="18443"/>
                  <a:pt x="55900" y="20859"/>
                  <a:pt x="54720" y="23404"/>
                </a:cubicBezTo>
                <a:cubicBezTo>
                  <a:pt x="53540" y="25949"/>
                  <a:pt x="52138" y="28559"/>
                  <a:pt x="50515" y="31233"/>
                </a:cubicBezTo>
                <a:cubicBezTo>
                  <a:pt x="48892" y="33907"/>
                  <a:pt x="47094" y="36508"/>
                  <a:pt x="45121" y="39034"/>
                </a:cubicBezTo>
                <a:cubicBezTo>
                  <a:pt x="43147" y="41561"/>
                  <a:pt x="41045" y="43940"/>
                  <a:pt x="38813" y="46172"/>
                </a:cubicBezTo>
                <a:cubicBezTo>
                  <a:pt x="36581" y="48403"/>
                  <a:pt x="34258" y="50349"/>
                  <a:pt x="31842" y="52009"/>
                </a:cubicBezTo>
                <a:cubicBezTo>
                  <a:pt x="29426" y="53669"/>
                  <a:pt x="26973" y="54987"/>
                  <a:pt x="24483" y="55965"/>
                </a:cubicBezTo>
                <a:cubicBezTo>
                  <a:pt x="21993" y="56942"/>
                  <a:pt x="19513" y="57431"/>
                  <a:pt x="17041" y="574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Text !&quot;&quot;#">
            <a:extLst xmlns:a="http://schemas.openxmlformats.org/drawingml/2006/main">
              <a:ext uri="{FF2B5EF4-FFF2-40B4-BE49-F238E27FC236}">
                <a16:creationId xmlns:a16="http://schemas.microsoft.com/office/drawing/2014/main" id="{561A1B48-DB42-4ACC-91D8-5A21EBC9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733" y="3906443"/>
            <a:ext cx="206177" cy="59967"/>
          </a:xfrm>
          <a:custGeom xmlns:a="http://schemas.openxmlformats.org/drawingml/2006/main">
            <a:pathLst>
              <a:path w="206177" h="59967">
                <a:moveTo>
                  <a:pt x="15723" y="19654"/>
                </a:moveTo>
                <a:lnTo>
                  <a:pt x="16180" y="19882"/>
                </a:lnTo>
                <a:cubicBezTo>
                  <a:pt x="18587" y="17323"/>
                  <a:pt x="20606" y="15479"/>
                  <a:pt x="22236" y="14352"/>
                </a:cubicBezTo>
                <a:cubicBezTo>
                  <a:pt x="23866" y="13224"/>
                  <a:pt x="25565" y="12371"/>
                  <a:pt x="27332" y="11792"/>
                </a:cubicBezTo>
                <a:cubicBezTo>
                  <a:pt x="29100" y="11213"/>
                  <a:pt x="31065" y="10924"/>
                  <a:pt x="33228" y="10924"/>
                </a:cubicBezTo>
                <a:cubicBezTo>
                  <a:pt x="35209" y="10924"/>
                  <a:pt x="37174" y="11137"/>
                  <a:pt x="39125" y="11564"/>
                </a:cubicBezTo>
                <a:lnTo>
                  <a:pt x="39125" y="23447"/>
                </a:lnTo>
                <a:lnTo>
                  <a:pt x="32634" y="23447"/>
                </a:lnTo>
                <a:cubicBezTo>
                  <a:pt x="32086" y="21710"/>
                  <a:pt x="31347" y="20415"/>
                  <a:pt x="30418" y="19562"/>
                </a:cubicBezTo>
                <a:cubicBezTo>
                  <a:pt x="29488" y="18709"/>
                  <a:pt x="28094" y="18283"/>
                  <a:pt x="26235" y="18283"/>
                </a:cubicBezTo>
                <a:cubicBezTo>
                  <a:pt x="25291" y="18283"/>
                  <a:pt x="24270" y="18557"/>
                  <a:pt x="23173" y="19105"/>
                </a:cubicBezTo>
                <a:cubicBezTo>
                  <a:pt x="22076" y="19654"/>
                  <a:pt x="20842" y="20568"/>
                  <a:pt x="19471" y="21848"/>
                </a:cubicBezTo>
                <a:cubicBezTo>
                  <a:pt x="18100" y="23127"/>
                  <a:pt x="17239" y="24232"/>
                  <a:pt x="16888" y="25161"/>
                </a:cubicBezTo>
                <a:cubicBezTo>
                  <a:pt x="16538" y="26091"/>
                  <a:pt x="16363" y="27256"/>
                  <a:pt x="16363" y="28658"/>
                </a:cubicBezTo>
                <a:lnTo>
                  <a:pt x="16363" y="47306"/>
                </a:lnTo>
                <a:cubicBezTo>
                  <a:pt x="16363" y="49805"/>
                  <a:pt x="16561" y="51526"/>
                  <a:pt x="16957" y="52471"/>
                </a:cubicBezTo>
                <a:cubicBezTo>
                  <a:pt x="17353" y="53415"/>
                  <a:pt x="17978" y="54101"/>
                  <a:pt x="18831" y="54528"/>
                </a:cubicBezTo>
                <a:cubicBezTo>
                  <a:pt x="19684" y="54954"/>
                  <a:pt x="21010" y="55320"/>
                  <a:pt x="22807" y="55625"/>
                </a:cubicBezTo>
                <a:lnTo>
                  <a:pt x="22807" y="59007"/>
                </a:lnTo>
                <a:lnTo>
                  <a:pt x="731" y="59007"/>
                </a:lnTo>
                <a:lnTo>
                  <a:pt x="731" y="55625"/>
                </a:lnTo>
                <a:cubicBezTo>
                  <a:pt x="2590" y="55168"/>
                  <a:pt x="3832" y="54718"/>
                  <a:pt x="4456" y="54276"/>
                </a:cubicBezTo>
                <a:cubicBezTo>
                  <a:pt x="5081" y="53834"/>
                  <a:pt x="5553" y="53141"/>
                  <a:pt x="5873" y="52197"/>
                </a:cubicBezTo>
                <a:cubicBezTo>
                  <a:pt x="6193" y="51252"/>
                  <a:pt x="6353" y="49668"/>
                  <a:pt x="6353" y="47443"/>
                </a:cubicBezTo>
                <a:lnTo>
                  <a:pt x="6353" y="24681"/>
                </a:lnTo>
                <a:cubicBezTo>
                  <a:pt x="6353" y="22213"/>
                  <a:pt x="6285" y="20492"/>
                  <a:pt x="6147" y="19517"/>
                </a:cubicBezTo>
                <a:cubicBezTo>
                  <a:pt x="6010" y="18542"/>
                  <a:pt x="5614" y="17734"/>
                  <a:pt x="4959" y="17094"/>
                </a:cubicBezTo>
                <a:cubicBezTo>
                  <a:pt x="4304" y="16454"/>
                  <a:pt x="2651" y="15906"/>
                  <a:pt x="0" y="15449"/>
                </a:cubicBezTo>
                <a:lnTo>
                  <a:pt x="0" y="11929"/>
                </a:lnTo>
                <a:lnTo>
                  <a:pt x="12752" y="11381"/>
                </a:lnTo>
                <a:lnTo>
                  <a:pt x="16409" y="11381"/>
                </a:lnTo>
                <a:lnTo>
                  <a:pt x="15723" y="19654"/>
                </a:lnTo>
                <a:close/>
                <a:moveTo>
                  <a:pt x="71979" y="59967"/>
                </a:moveTo>
                <a:cubicBezTo>
                  <a:pt x="67377" y="59967"/>
                  <a:pt x="63363" y="59106"/>
                  <a:pt x="59935" y="57384"/>
                </a:cubicBezTo>
                <a:cubicBezTo>
                  <a:pt x="56507" y="55663"/>
                  <a:pt x="53848" y="53004"/>
                  <a:pt x="51959" y="49409"/>
                </a:cubicBezTo>
                <a:cubicBezTo>
                  <a:pt x="50070" y="45813"/>
                  <a:pt x="49125" y="41319"/>
                  <a:pt x="49125" y="35925"/>
                </a:cubicBezTo>
                <a:cubicBezTo>
                  <a:pt x="49125" y="30623"/>
                  <a:pt x="50169" y="26083"/>
                  <a:pt x="52256" y="22305"/>
                </a:cubicBezTo>
                <a:cubicBezTo>
                  <a:pt x="54344" y="18526"/>
                  <a:pt x="57177" y="15685"/>
                  <a:pt x="60758" y="13780"/>
                </a:cubicBezTo>
                <a:cubicBezTo>
                  <a:pt x="64338" y="11876"/>
                  <a:pt x="68353" y="10924"/>
                  <a:pt x="72801" y="10924"/>
                </a:cubicBezTo>
                <a:cubicBezTo>
                  <a:pt x="77037" y="10924"/>
                  <a:pt x="80617" y="11541"/>
                  <a:pt x="83542" y="12775"/>
                </a:cubicBezTo>
                <a:cubicBezTo>
                  <a:pt x="86467" y="14009"/>
                  <a:pt x="88859" y="15700"/>
                  <a:pt x="90718" y="17848"/>
                </a:cubicBezTo>
                <a:cubicBezTo>
                  <a:pt x="92577" y="19997"/>
                  <a:pt x="93918" y="22533"/>
                  <a:pt x="94740" y="25458"/>
                </a:cubicBezTo>
                <a:cubicBezTo>
                  <a:pt x="95563" y="28384"/>
                  <a:pt x="95974" y="31522"/>
                  <a:pt x="95974" y="34874"/>
                </a:cubicBezTo>
                <a:cubicBezTo>
                  <a:pt x="95974" y="40206"/>
                  <a:pt x="94984" y="44762"/>
                  <a:pt x="93003" y="48540"/>
                </a:cubicBezTo>
                <a:cubicBezTo>
                  <a:pt x="91023" y="52318"/>
                  <a:pt x="88220" y="55168"/>
                  <a:pt x="84594" y="57087"/>
                </a:cubicBezTo>
                <a:cubicBezTo>
                  <a:pt x="80968" y="59007"/>
                  <a:pt x="76763" y="59967"/>
                  <a:pt x="71979" y="59967"/>
                </a:cubicBezTo>
                <a:moveTo>
                  <a:pt x="59912" y="34920"/>
                </a:moveTo>
                <a:cubicBezTo>
                  <a:pt x="59912" y="41288"/>
                  <a:pt x="61047" y="46232"/>
                  <a:pt x="63317" y="49751"/>
                </a:cubicBezTo>
                <a:cubicBezTo>
                  <a:pt x="65587" y="53271"/>
                  <a:pt x="68718" y="55030"/>
                  <a:pt x="72710" y="55030"/>
                </a:cubicBezTo>
                <a:cubicBezTo>
                  <a:pt x="74965" y="55030"/>
                  <a:pt x="76884" y="54528"/>
                  <a:pt x="78469" y="53522"/>
                </a:cubicBezTo>
                <a:cubicBezTo>
                  <a:pt x="80053" y="52517"/>
                  <a:pt x="81341" y="51153"/>
                  <a:pt x="82331" y="49431"/>
                </a:cubicBezTo>
                <a:cubicBezTo>
                  <a:pt x="83321" y="47710"/>
                  <a:pt x="84045" y="45714"/>
                  <a:pt x="84502" y="43444"/>
                </a:cubicBezTo>
                <a:cubicBezTo>
                  <a:pt x="84959" y="41174"/>
                  <a:pt x="85188" y="38789"/>
                  <a:pt x="85188" y="36291"/>
                </a:cubicBezTo>
                <a:cubicBezTo>
                  <a:pt x="85188" y="31629"/>
                  <a:pt x="84624" y="27767"/>
                  <a:pt x="83497" y="24704"/>
                </a:cubicBezTo>
                <a:cubicBezTo>
                  <a:pt x="82369" y="21642"/>
                  <a:pt x="80868" y="19410"/>
                  <a:pt x="78995" y="18008"/>
                </a:cubicBezTo>
                <a:cubicBezTo>
                  <a:pt x="77121" y="16607"/>
                  <a:pt x="74980" y="15906"/>
                  <a:pt x="72573" y="15906"/>
                </a:cubicBezTo>
                <a:cubicBezTo>
                  <a:pt x="68581" y="15906"/>
                  <a:pt x="65473" y="17589"/>
                  <a:pt x="63249" y="20956"/>
                </a:cubicBezTo>
                <a:cubicBezTo>
                  <a:pt x="61024" y="24323"/>
                  <a:pt x="59912" y="28978"/>
                  <a:pt x="59912" y="34920"/>
                </a:cubicBezTo>
                <a:close/>
                <a:moveTo>
                  <a:pt x="134096" y="59967"/>
                </a:moveTo>
                <a:cubicBezTo>
                  <a:pt x="129495" y="59967"/>
                  <a:pt x="125480" y="59106"/>
                  <a:pt x="122052" y="57384"/>
                </a:cubicBezTo>
                <a:cubicBezTo>
                  <a:pt x="118624" y="55663"/>
                  <a:pt x="115966" y="53004"/>
                  <a:pt x="114077" y="49409"/>
                </a:cubicBezTo>
                <a:cubicBezTo>
                  <a:pt x="112187" y="45813"/>
                  <a:pt x="111243" y="41319"/>
                  <a:pt x="111243" y="35925"/>
                </a:cubicBezTo>
                <a:cubicBezTo>
                  <a:pt x="111243" y="30623"/>
                  <a:pt x="112286" y="26083"/>
                  <a:pt x="114374" y="22305"/>
                </a:cubicBezTo>
                <a:cubicBezTo>
                  <a:pt x="116461" y="18526"/>
                  <a:pt x="119295" y="15685"/>
                  <a:pt x="122875" y="13780"/>
                </a:cubicBezTo>
                <a:cubicBezTo>
                  <a:pt x="126455" y="11876"/>
                  <a:pt x="130470" y="10924"/>
                  <a:pt x="134919" y="10924"/>
                </a:cubicBezTo>
                <a:cubicBezTo>
                  <a:pt x="139154" y="10924"/>
                  <a:pt x="142734" y="11541"/>
                  <a:pt x="145660" y="12775"/>
                </a:cubicBezTo>
                <a:cubicBezTo>
                  <a:pt x="148585" y="14009"/>
                  <a:pt x="150977" y="15700"/>
                  <a:pt x="152836" y="17848"/>
                </a:cubicBezTo>
                <a:cubicBezTo>
                  <a:pt x="154694" y="19997"/>
                  <a:pt x="156035" y="22533"/>
                  <a:pt x="156858" y="25458"/>
                </a:cubicBezTo>
                <a:cubicBezTo>
                  <a:pt x="157680" y="28384"/>
                  <a:pt x="158092" y="31522"/>
                  <a:pt x="158092" y="34874"/>
                </a:cubicBezTo>
                <a:cubicBezTo>
                  <a:pt x="158092" y="40206"/>
                  <a:pt x="157102" y="44762"/>
                  <a:pt x="155121" y="48540"/>
                </a:cubicBezTo>
                <a:cubicBezTo>
                  <a:pt x="153140" y="52318"/>
                  <a:pt x="150337" y="55168"/>
                  <a:pt x="146711" y="57087"/>
                </a:cubicBezTo>
                <a:cubicBezTo>
                  <a:pt x="143085" y="59007"/>
                  <a:pt x="138880" y="59967"/>
                  <a:pt x="134096" y="59967"/>
                </a:cubicBezTo>
                <a:moveTo>
                  <a:pt x="122030" y="34920"/>
                </a:moveTo>
                <a:cubicBezTo>
                  <a:pt x="122030" y="41288"/>
                  <a:pt x="123165" y="46232"/>
                  <a:pt x="125435" y="49751"/>
                </a:cubicBezTo>
                <a:cubicBezTo>
                  <a:pt x="127705" y="53271"/>
                  <a:pt x="130836" y="55030"/>
                  <a:pt x="134827" y="55030"/>
                </a:cubicBezTo>
                <a:cubicBezTo>
                  <a:pt x="137082" y="55030"/>
                  <a:pt x="139002" y="54528"/>
                  <a:pt x="140586" y="53522"/>
                </a:cubicBezTo>
                <a:cubicBezTo>
                  <a:pt x="142171" y="52517"/>
                  <a:pt x="143458" y="51153"/>
                  <a:pt x="144448" y="49431"/>
                </a:cubicBezTo>
                <a:cubicBezTo>
                  <a:pt x="145439" y="47710"/>
                  <a:pt x="146162" y="45714"/>
                  <a:pt x="146620" y="43444"/>
                </a:cubicBezTo>
                <a:cubicBezTo>
                  <a:pt x="147077" y="41174"/>
                  <a:pt x="147305" y="38789"/>
                  <a:pt x="147305" y="36291"/>
                </a:cubicBezTo>
                <a:cubicBezTo>
                  <a:pt x="147305" y="31629"/>
                  <a:pt x="146741" y="27767"/>
                  <a:pt x="145614" y="24704"/>
                </a:cubicBezTo>
                <a:cubicBezTo>
                  <a:pt x="144487" y="21642"/>
                  <a:pt x="142986" y="19410"/>
                  <a:pt x="141112" y="18008"/>
                </a:cubicBezTo>
                <a:cubicBezTo>
                  <a:pt x="139238" y="16607"/>
                  <a:pt x="137097" y="15906"/>
                  <a:pt x="134690" y="15906"/>
                </a:cubicBezTo>
                <a:cubicBezTo>
                  <a:pt x="130699" y="15906"/>
                  <a:pt x="127590" y="17589"/>
                  <a:pt x="125366" y="20956"/>
                </a:cubicBezTo>
                <a:cubicBezTo>
                  <a:pt x="123142" y="24323"/>
                  <a:pt x="122030" y="28978"/>
                  <a:pt x="122030" y="34920"/>
                </a:cubicBezTo>
                <a:close/>
                <a:moveTo>
                  <a:pt x="169795" y="14032"/>
                </a:moveTo>
                <a:cubicBezTo>
                  <a:pt x="171867" y="13727"/>
                  <a:pt x="173489" y="13209"/>
                  <a:pt x="174663" y="12478"/>
                </a:cubicBezTo>
                <a:cubicBezTo>
                  <a:pt x="175836" y="11747"/>
                  <a:pt x="176742" y="10596"/>
                  <a:pt x="177382" y="9027"/>
                </a:cubicBezTo>
                <a:cubicBezTo>
                  <a:pt x="178022" y="7458"/>
                  <a:pt x="178631" y="4449"/>
                  <a:pt x="179210" y="0"/>
                </a:cubicBezTo>
                <a:lnTo>
                  <a:pt x="187529" y="0"/>
                </a:lnTo>
                <a:lnTo>
                  <a:pt x="187529" y="11929"/>
                </a:lnTo>
                <a:lnTo>
                  <a:pt x="204394" y="11929"/>
                </a:lnTo>
                <a:lnTo>
                  <a:pt x="204394" y="17368"/>
                </a:lnTo>
                <a:lnTo>
                  <a:pt x="187529" y="17368"/>
                </a:lnTo>
                <a:lnTo>
                  <a:pt x="187529" y="40176"/>
                </a:lnTo>
                <a:cubicBezTo>
                  <a:pt x="187529" y="42979"/>
                  <a:pt x="187666" y="45204"/>
                  <a:pt x="187940" y="46849"/>
                </a:cubicBezTo>
                <a:cubicBezTo>
                  <a:pt x="188214" y="48494"/>
                  <a:pt x="188649" y="49736"/>
                  <a:pt x="189243" y="50574"/>
                </a:cubicBezTo>
                <a:cubicBezTo>
                  <a:pt x="189837" y="51412"/>
                  <a:pt x="190599" y="52052"/>
                  <a:pt x="191528" y="52494"/>
                </a:cubicBezTo>
                <a:cubicBezTo>
                  <a:pt x="192458" y="52936"/>
                  <a:pt x="193745" y="53156"/>
                  <a:pt x="195390" y="53156"/>
                </a:cubicBezTo>
                <a:cubicBezTo>
                  <a:pt x="196731" y="53156"/>
                  <a:pt x="198140" y="52829"/>
                  <a:pt x="199618" y="52174"/>
                </a:cubicBezTo>
                <a:cubicBezTo>
                  <a:pt x="201096" y="51519"/>
                  <a:pt x="202460" y="50704"/>
                  <a:pt x="203709" y="49728"/>
                </a:cubicBezTo>
                <a:lnTo>
                  <a:pt x="206177" y="53385"/>
                </a:lnTo>
                <a:cubicBezTo>
                  <a:pt x="203496" y="55670"/>
                  <a:pt x="200967" y="57339"/>
                  <a:pt x="198590" y="58390"/>
                </a:cubicBezTo>
                <a:cubicBezTo>
                  <a:pt x="196213" y="59441"/>
                  <a:pt x="193821" y="59967"/>
                  <a:pt x="191414" y="59967"/>
                </a:cubicBezTo>
                <a:cubicBezTo>
                  <a:pt x="186752" y="59967"/>
                  <a:pt x="183271" y="58748"/>
                  <a:pt x="180970" y="56310"/>
                </a:cubicBezTo>
                <a:cubicBezTo>
                  <a:pt x="178669" y="53873"/>
                  <a:pt x="177519" y="50048"/>
                  <a:pt x="177519" y="44838"/>
                </a:cubicBezTo>
                <a:lnTo>
                  <a:pt x="177519" y="17368"/>
                </a:lnTo>
                <a:lnTo>
                  <a:pt x="169795" y="17368"/>
                </a:lnTo>
                <a:lnTo>
                  <a:pt x="169795" y="140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Text (()">
            <a:extLst xmlns:a="http://schemas.openxmlformats.org/drawingml/2006/main">
              <a:ext uri="{FF2B5EF4-FFF2-40B4-BE49-F238E27FC236}">
                <a16:creationId xmlns:a16="http://schemas.microsoft.com/office/drawing/2014/main" id="{AAE722D6-A20F-4F59-B8B8-8EEB1F67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1537" y="3737699"/>
            <a:ext cx="140240" cy="104959"/>
          </a:xfrm>
          <a:custGeom xmlns:a="http://schemas.openxmlformats.org/drawingml/2006/main">
            <a:pathLst>
              <a:path w="140240" h="104959">
                <a:moveTo>
                  <a:pt x="9572" y="51954"/>
                </a:moveTo>
                <a:cubicBezTo>
                  <a:pt x="9572" y="64864"/>
                  <a:pt x="11647" y="75505"/>
                  <a:pt x="15796" y="83878"/>
                </a:cubicBezTo>
                <a:cubicBezTo>
                  <a:pt x="19946" y="92251"/>
                  <a:pt x="26281" y="97858"/>
                  <a:pt x="34802" y="100698"/>
                </a:cubicBezTo>
                <a:lnTo>
                  <a:pt x="33474" y="104959"/>
                </a:lnTo>
                <a:cubicBezTo>
                  <a:pt x="22666" y="102118"/>
                  <a:pt x="14385" y="96004"/>
                  <a:pt x="8631" y="86617"/>
                </a:cubicBezTo>
                <a:cubicBezTo>
                  <a:pt x="2877" y="77230"/>
                  <a:pt x="0" y="65860"/>
                  <a:pt x="0" y="52507"/>
                </a:cubicBezTo>
                <a:cubicBezTo>
                  <a:pt x="0" y="39191"/>
                  <a:pt x="2886" y="27821"/>
                  <a:pt x="8659" y="18397"/>
                </a:cubicBezTo>
                <a:cubicBezTo>
                  <a:pt x="14432" y="8972"/>
                  <a:pt x="22703" y="2840"/>
                  <a:pt x="33474" y="0"/>
                </a:cubicBezTo>
                <a:lnTo>
                  <a:pt x="34968" y="4260"/>
                </a:lnTo>
                <a:cubicBezTo>
                  <a:pt x="26336" y="7101"/>
                  <a:pt x="19946" y="12643"/>
                  <a:pt x="15796" y="20887"/>
                </a:cubicBezTo>
                <a:cubicBezTo>
                  <a:pt x="11647" y="29131"/>
                  <a:pt x="9572" y="39486"/>
                  <a:pt x="9572" y="51954"/>
                </a:cubicBezTo>
                <a:close/>
                <a:moveTo>
                  <a:pt x="59326" y="23736"/>
                </a:moveTo>
                <a:cubicBezTo>
                  <a:pt x="59695" y="22113"/>
                  <a:pt x="59972" y="20674"/>
                  <a:pt x="60156" y="19420"/>
                </a:cubicBezTo>
                <a:cubicBezTo>
                  <a:pt x="60341" y="18166"/>
                  <a:pt x="60433" y="17097"/>
                  <a:pt x="60433" y="16211"/>
                </a:cubicBezTo>
                <a:cubicBezTo>
                  <a:pt x="60433" y="14588"/>
                  <a:pt x="60009" y="13436"/>
                  <a:pt x="59160" y="12753"/>
                </a:cubicBezTo>
                <a:cubicBezTo>
                  <a:pt x="58312" y="12071"/>
                  <a:pt x="56763" y="11711"/>
                  <a:pt x="54513" y="11674"/>
                </a:cubicBezTo>
                <a:lnTo>
                  <a:pt x="55343" y="8189"/>
                </a:lnTo>
                <a:lnTo>
                  <a:pt x="78691" y="8189"/>
                </a:lnTo>
                <a:lnTo>
                  <a:pt x="78083" y="11508"/>
                </a:lnTo>
                <a:cubicBezTo>
                  <a:pt x="76792" y="11840"/>
                  <a:pt x="75768" y="12126"/>
                  <a:pt x="75012" y="12366"/>
                </a:cubicBezTo>
                <a:cubicBezTo>
                  <a:pt x="74256" y="12606"/>
                  <a:pt x="73610" y="13113"/>
                  <a:pt x="73075" y="13888"/>
                </a:cubicBezTo>
                <a:cubicBezTo>
                  <a:pt x="72541" y="14662"/>
                  <a:pt x="72061" y="15815"/>
                  <a:pt x="71637" y="17346"/>
                </a:cubicBezTo>
                <a:cubicBezTo>
                  <a:pt x="71213" y="18876"/>
                  <a:pt x="70669" y="21117"/>
                  <a:pt x="70005" y="24068"/>
                </a:cubicBezTo>
                <a:lnTo>
                  <a:pt x="58773" y="74085"/>
                </a:lnTo>
                <a:lnTo>
                  <a:pt x="73214" y="74085"/>
                </a:lnTo>
                <a:cubicBezTo>
                  <a:pt x="75242" y="74085"/>
                  <a:pt x="76995" y="73910"/>
                  <a:pt x="78470" y="73559"/>
                </a:cubicBezTo>
                <a:cubicBezTo>
                  <a:pt x="79945" y="73209"/>
                  <a:pt x="81310" y="72471"/>
                  <a:pt x="82564" y="71346"/>
                </a:cubicBezTo>
                <a:cubicBezTo>
                  <a:pt x="83818" y="70221"/>
                  <a:pt x="85026" y="68626"/>
                  <a:pt x="86188" y="66560"/>
                </a:cubicBezTo>
                <a:cubicBezTo>
                  <a:pt x="87350" y="64495"/>
                  <a:pt x="88632" y="61747"/>
                  <a:pt x="90034" y="58316"/>
                </a:cubicBezTo>
                <a:lnTo>
                  <a:pt x="96120" y="58316"/>
                </a:lnTo>
                <a:lnTo>
                  <a:pt x="90421" y="79950"/>
                </a:lnTo>
                <a:lnTo>
                  <a:pt x="41676" y="79950"/>
                </a:lnTo>
                <a:lnTo>
                  <a:pt x="42285" y="76575"/>
                </a:lnTo>
                <a:cubicBezTo>
                  <a:pt x="43428" y="76390"/>
                  <a:pt x="44369" y="76160"/>
                  <a:pt x="45107" y="75883"/>
                </a:cubicBezTo>
                <a:cubicBezTo>
                  <a:pt x="45844" y="75607"/>
                  <a:pt x="46499" y="75072"/>
                  <a:pt x="47071" y="74279"/>
                </a:cubicBezTo>
                <a:cubicBezTo>
                  <a:pt x="47643" y="73486"/>
                  <a:pt x="48159" y="72296"/>
                  <a:pt x="48620" y="70710"/>
                </a:cubicBezTo>
                <a:cubicBezTo>
                  <a:pt x="49081" y="69124"/>
                  <a:pt x="49625" y="66911"/>
                  <a:pt x="50252" y="64071"/>
                </a:cubicBezTo>
                <a:lnTo>
                  <a:pt x="59326" y="23736"/>
                </a:lnTo>
                <a:close/>
                <a:moveTo>
                  <a:pt x="130668" y="51954"/>
                </a:moveTo>
                <a:cubicBezTo>
                  <a:pt x="130668" y="39486"/>
                  <a:pt x="128602" y="29131"/>
                  <a:pt x="124471" y="20887"/>
                </a:cubicBezTo>
                <a:cubicBezTo>
                  <a:pt x="120340" y="12643"/>
                  <a:pt x="113940" y="7101"/>
                  <a:pt x="105272" y="4260"/>
                </a:cubicBezTo>
                <a:lnTo>
                  <a:pt x="106766" y="0"/>
                </a:lnTo>
                <a:cubicBezTo>
                  <a:pt x="117537" y="2840"/>
                  <a:pt x="125808" y="8972"/>
                  <a:pt x="131581" y="18397"/>
                </a:cubicBezTo>
                <a:cubicBezTo>
                  <a:pt x="137354" y="27821"/>
                  <a:pt x="140240" y="39191"/>
                  <a:pt x="140240" y="52507"/>
                </a:cubicBezTo>
                <a:cubicBezTo>
                  <a:pt x="140240" y="65860"/>
                  <a:pt x="137363" y="77230"/>
                  <a:pt x="131609" y="86617"/>
                </a:cubicBezTo>
                <a:cubicBezTo>
                  <a:pt x="125854" y="96004"/>
                  <a:pt x="117574" y="102118"/>
                  <a:pt x="106766" y="104959"/>
                </a:cubicBezTo>
                <a:lnTo>
                  <a:pt x="105438" y="100698"/>
                </a:lnTo>
                <a:cubicBezTo>
                  <a:pt x="113959" y="97858"/>
                  <a:pt x="120294" y="92251"/>
                  <a:pt x="124443" y="83878"/>
                </a:cubicBezTo>
                <a:cubicBezTo>
                  <a:pt x="128593" y="75505"/>
                  <a:pt x="130668" y="64864"/>
                  <a:pt x="130668" y="519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34AB47-B22B-4488-B708-733C0BAB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192" y="4111196"/>
            <a:ext cx="891723" cy="216773"/>
          </a:xfrm>
          <a:custGeom xmlns:a="http://schemas.openxmlformats.org/drawingml/2006/main">
            <a:pathLst>
              <a:path w="891723" h="216773">
                <a:moveTo>
                  <a:pt x="0" y="36129"/>
                </a:moveTo>
                <a:cubicBezTo>
                  <a:pt x="0" y="16176"/>
                  <a:pt x="16174" y="0"/>
                  <a:pt x="36129" y="0"/>
                </a:cubicBezTo>
                <a:lnTo>
                  <a:pt x="855594" y="0"/>
                </a:lnTo>
                <a:cubicBezTo>
                  <a:pt x="875548" y="0"/>
                  <a:pt x="891723" y="16176"/>
                  <a:pt x="891723" y="36129"/>
                </a:cubicBezTo>
                <a:lnTo>
                  <a:pt x="891723" y="180644"/>
                </a:lnTo>
                <a:cubicBezTo>
                  <a:pt x="891723" y="200597"/>
                  <a:pt x="875548" y="216773"/>
                  <a:pt x="855594" y="216773"/>
                </a:cubicBezTo>
                <a:lnTo>
                  <a:pt x="36129" y="216773"/>
                </a:lnTo>
                <a:cubicBezTo>
                  <a:pt x="16174" y="216773"/>
                  <a:pt x="0" y="200597"/>
                  <a:pt x="0" y="180644"/>
                </a:cubicBezTo>
                <a:lnTo>
                  <a:pt x="0" y="36129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3F8A17-7BB3-4EA1-9F83-0DA949B9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191" y="4111196"/>
            <a:ext cx="891724" cy="216773"/>
          </a:xfrm>
          <a:custGeom xmlns:a="http://schemas.openxmlformats.org/drawingml/2006/main">
            <a:pathLst>
              <a:path w="891724" h="216773" fill="none">
                <a:moveTo>
                  <a:pt x="0" y="36129"/>
                </a:moveTo>
                <a:cubicBezTo>
                  <a:pt x="0" y="16176"/>
                  <a:pt x="16176" y="0"/>
                  <a:pt x="36129" y="0"/>
                </a:cubicBezTo>
                <a:lnTo>
                  <a:pt x="855595" y="0"/>
                </a:lnTo>
                <a:cubicBezTo>
                  <a:pt x="875549" y="0"/>
                  <a:pt x="891724" y="16176"/>
                  <a:pt x="891724" y="36129"/>
                </a:cubicBezTo>
                <a:lnTo>
                  <a:pt x="891724" y="180644"/>
                </a:lnTo>
                <a:cubicBezTo>
                  <a:pt x="891724" y="200597"/>
                  <a:pt x="875549" y="216773"/>
                  <a:pt x="855595" y="216773"/>
                </a:cubicBezTo>
                <a:lnTo>
                  <a:pt x="36129" y="216773"/>
                </a:lnTo>
                <a:cubicBezTo>
                  <a:pt x="16176" y="216773"/>
                  <a:pt x="0" y="200597"/>
                  <a:pt x="0" y="180644"/>
                </a:cubicBezTo>
                <a:lnTo>
                  <a:pt x="0" y="361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35" cap="flat">
            <a:solidFill>
              <a:srgbClr val="042433"/>
            </a:solidFill>
            <a:miter/>
          </a:ln>
        </p:spPr>
      </p:sp>
      <p:sp>
        <p:nvSpPr>
          <p:cNvPr id="340" name="Text Classifier">
            <a:extLst xmlns:a="http://schemas.openxmlformats.org/drawingml/2006/main">
              <a:ext uri="{FF2B5EF4-FFF2-40B4-BE49-F238E27FC236}">
                <a16:creationId xmlns:a16="http://schemas.microsoft.com/office/drawing/2014/main" id="{C7F3A302-5891-45C2-AB58-E85FA4DA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7169" y="4142968"/>
            <a:ext cx="725568" cy="124610"/>
          </a:xfrm>
          <a:custGeom xmlns:a="http://schemas.openxmlformats.org/drawingml/2006/main">
            <a:pathLst>
              <a:path w="725568" h="124610">
                <a:moveTo>
                  <a:pt x="57143" y="124610"/>
                </a:moveTo>
                <a:cubicBezTo>
                  <a:pt x="44741" y="124610"/>
                  <a:pt x="34297" y="121999"/>
                  <a:pt x="25812" y="116777"/>
                </a:cubicBezTo>
                <a:cubicBezTo>
                  <a:pt x="17327" y="111555"/>
                  <a:pt x="10903" y="104346"/>
                  <a:pt x="6542" y="95149"/>
                </a:cubicBezTo>
                <a:cubicBezTo>
                  <a:pt x="2181" y="85951"/>
                  <a:pt x="0" y="75300"/>
                  <a:pt x="0" y="63195"/>
                </a:cubicBezTo>
                <a:cubicBezTo>
                  <a:pt x="0" y="51090"/>
                  <a:pt x="2181" y="40409"/>
                  <a:pt x="6542" y="31152"/>
                </a:cubicBezTo>
                <a:cubicBezTo>
                  <a:pt x="10903" y="21896"/>
                  <a:pt x="17327" y="14656"/>
                  <a:pt x="25812" y="9435"/>
                </a:cubicBezTo>
                <a:cubicBezTo>
                  <a:pt x="34297" y="4213"/>
                  <a:pt x="44741" y="1602"/>
                  <a:pt x="57143" y="1602"/>
                </a:cubicBezTo>
                <a:cubicBezTo>
                  <a:pt x="65331" y="1602"/>
                  <a:pt x="73060" y="3026"/>
                  <a:pt x="80329" y="5874"/>
                </a:cubicBezTo>
                <a:cubicBezTo>
                  <a:pt x="87598" y="8723"/>
                  <a:pt x="93650" y="13069"/>
                  <a:pt x="98486" y="18914"/>
                </a:cubicBezTo>
                <a:cubicBezTo>
                  <a:pt x="103322" y="24759"/>
                  <a:pt x="106156" y="32132"/>
                  <a:pt x="106986" y="41032"/>
                </a:cubicBezTo>
                <a:lnTo>
                  <a:pt x="90876" y="41032"/>
                </a:lnTo>
                <a:cubicBezTo>
                  <a:pt x="90164" y="35039"/>
                  <a:pt x="88161" y="30099"/>
                  <a:pt x="84868" y="26213"/>
                </a:cubicBezTo>
                <a:cubicBezTo>
                  <a:pt x="81575" y="22326"/>
                  <a:pt x="77510" y="19433"/>
                  <a:pt x="72674" y="17534"/>
                </a:cubicBezTo>
                <a:cubicBezTo>
                  <a:pt x="67838" y="15636"/>
                  <a:pt x="62661" y="14686"/>
                  <a:pt x="57143" y="14686"/>
                </a:cubicBezTo>
                <a:cubicBezTo>
                  <a:pt x="47530" y="14686"/>
                  <a:pt x="39742" y="16882"/>
                  <a:pt x="33778" y="21273"/>
                </a:cubicBezTo>
                <a:cubicBezTo>
                  <a:pt x="27815" y="25664"/>
                  <a:pt x="23468" y="31508"/>
                  <a:pt x="20739" y="38807"/>
                </a:cubicBezTo>
                <a:cubicBezTo>
                  <a:pt x="18009" y="46106"/>
                  <a:pt x="16644" y="54235"/>
                  <a:pt x="16644" y="63195"/>
                </a:cubicBezTo>
                <a:cubicBezTo>
                  <a:pt x="16644" y="72096"/>
                  <a:pt x="18009" y="80195"/>
                  <a:pt x="20739" y="87494"/>
                </a:cubicBezTo>
                <a:cubicBezTo>
                  <a:pt x="23468" y="94792"/>
                  <a:pt x="27815" y="100593"/>
                  <a:pt x="33778" y="104895"/>
                </a:cubicBezTo>
                <a:cubicBezTo>
                  <a:pt x="39742" y="109197"/>
                  <a:pt x="47530" y="111348"/>
                  <a:pt x="57143" y="111348"/>
                </a:cubicBezTo>
                <a:cubicBezTo>
                  <a:pt x="66874" y="111348"/>
                  <a:pt x="74766" y="108945"/>
                  <a:pt x="80818" y="104138"/>
                </a:cubicBezTo>
                <a:cubicBezTo>
                  <a:pt x="86871" y="99332"/>
                  <a:pt x="90372" y="92152"/>
                  <a:pt x="91321" y="82599"/>
                </a:cubicBezTo>
                <a:lnTo>
                  <a:pt x="107520" y="82599"/>
                </a:lnTo>
                <a:cubicBezTo>
                  <a:pt x="106571" y="92033"/>
                  <a:pt x="103812" y="99851"/>
                  <a:pt x="99243" y="106052"/>
                </a:cubicBezTo>
                <a:cubicBezTo>
                  <a:pt x="94674" y="112253"/>
                  <a:pt x="88770" y="116896"/>
                  <a:pt x="81530" y="119981"/>
                </a:cubicBezTo>
                <a:cubicBezTo>
                  <a:pt x="74291" y="123067"/>
                  <a:pt x="66162" y="124610"/>
                  <a:pt x="57143" y="124610"/>
                </a:cubicBezTo>
                <a:close/>
                <a:moveTo>
                  <a:pt x="153832" y="123008"/>
                </a:moveTo>
                <a:cubicBezTo>
                  <a:pt x="146770" y="123008"/>
                  <a:pt x="141371" y="121895"/>
                  <a:pt x="137632" y="119670"/>
                </a:cubicBezTo>
                <a:cubicBezTo>
                  <a:pt x="133894" y="117445"/>
                  <a:pt x="131343" y="114241"/>
                  <a:pt x="129978" y="110057"/>
                </a:cubicBezTo>
                <a:cubicBezTo>
                  <a:pt x="128613" y="105874"/>
                  <a:pt x="127931" y="100845"/>
                  <a:pt x="127931" y="94970"/>
                </a:cubicBezTo>
                <a:lnTo>
                  <a:pt x="127931" y="3204"/>
                </a:lnTo>
                <a:lnTo>
                  <a:pt x="142706" y="3204"/>
                </a:lnTo>
                <a:lnTo>
                  <a:pt x="142706" y="94258"/>
                </a:lnTo>
                <a:cubicBezTo>
                  <a:pt x="142706" y="99658"/>
                  <a:pt x="143403" y="103782"/>
                  <a:pt x="144797" y="106630"/>
                </a:cubicBezTo>
                <a:cubicBezTo>
                  <a:pt x="146192" y="109479"/>
                  <a:pt x="149530" y="110903"/>
                  <a:pt x="154811" y="110903"/>
                </a:cubicBezTo>
                <a:lnTo>
                  <a:pt x="158816" y="110903"/>
                </a:lnTo>
                <a:lnTo>
                  <a:pt x="158816" y="123008"/>
                </a:lnTo>
                <a:lnTo>
                  <a:pt x="153832" y="123008"/>
                </a:lnTo>
                <a:close/>
                <a:moveTo>
                  <a:pt x="199246" y="124610"/>
                </a:moveTo>
                <a:cubicBezTo>
                  <a:pt x="194262" y="124610"/>
                  <a:pt x="189708" y="123637"/>
                  <a:pt x="185584" y="121692"/>
                </a:cubicBezTo>
                <a:cubicBezTo>
                  <a:pt x="181460" y="119747"/>
                  <a:pt x="178167" y="116875"/>
                  <a:pt x="175704" y="113075"/>
                </a:cubicBezTo>
                <a:cubicBezTo>
                  <a:pt x="173242" y="109276"/>
                  <a:pt x="172010" y="104580"/>
                  <a:pt x="172010" y="98987"/>
                </a:cubicBezTo>
                <a:cubicBezTo>
                  <a:pt x="172010" y="91025"/>
                  <a:pt x="174443" y="84977"/>
                  <a:pt x="179309" y="80843"/>
                </a:cubicBezTo>
                <a:cubicBezTo>
                  <a:pt x="184175" y="76710"/>
                  <a:pt x="191058" y="73899"/>
                  <a:pt x="199958" y="72410"/>
                </a:cubicBezTo>
                <a:cubicBezTo>
                  <a:pt x="208859" y="70921"/>
                  <a:pt x="219273" y="70115"/>
                  <a:pt x="231200" y="69993"/>
                </a:cubicBezTo>
                <a:lnTo>
                  <a:pt x="231200" y="63615"/>
                </a:lnTo>
                <a:cubicBezTo>
                  <a:pt x="231200" y="55799"/>
                  <a:pt x="229360" y="50437"/>
                  <a:pt x="225682" y="47530"/>
                </a:cubicBezTo>
                <a:cubicBezTo>
                  <a:pt x="222003" y="44622"/>
                  <a:pt x="217345" y="43168"/>
                  <a:pt x="211707" y="43168"/>
                </a:cubicBezTo>
                <a:cubicBezTo>
                  <a:pt x="205714" y="43168"/>
                  <a:pt x="200671" y="44753"/>
                  <a:pt x="196576" y="47922"/>
                </a:cubicBezTo>
                <a:cubicBezTo>
                  <a:pt x="192482" y="51091"/>
                  <a:pt x="190435" y="56093"/>
                  <a:pt x="190435" y="62928"/>
                </a:cubicBezTo>
                <a:lnTo>
                  <a:pt x="176016" y="62928"/>
                </a:lnTo>
                <a:cubicBezTo>
                  <a:pt x="176016" y="55596"/>
                  <a:pt x="177544" y="49670"/>
                  <a:pt x="180599" y="45149"/>
                </a:cubicBezTo>
                <a:cubicBezTo>
                  <a:pt x="183655" y="40626"/>
                  <a:pt x="187868" y="37326"/>
                  <a:pt x="193238" y="35250"/>
                </a:cubicBezTo>
                <a:cubicBezTo>
                  <a:pt x="198609" y="33171"/>
                  <a:pt x="204765" y="32132"/>
                  <a:pt x="211707" y="32132"/>
                </a:cubicBezTo>
                <a:cubicBezTo>
                  <a:pt x="216158" y="32132"/>
                  <a:pt x="220415" y="32560"/>
                  <a:pt x="224480" y="33417"/>
                </a:cubicBezTo>
                <a:cubicBezTo>
                  <a:pt x="228545" y="34271"/>
                  <a:pt x="232194" y="35830"/>
                  <a:pt x="235428" y="38092"/>
                </a:cubicBezTo>
                <a:cubicBezTo>
                  <a:pt x="238662" y="40354"/>
                  <a:pt x="241228" y="43519"/>
                  <a:pt x="243127" y="47585"/>
                </a:cubicBezTo>
                <a:cubicBezTo>
                  <a:pt x="245026" y="51650"/>
                  <a:pt x="245975" y="56891"/>
                  <a:pt x="245975" y="63309"/>
                </a:cubicBezTo>
                <a:lnTo>
                  <a:pt x="245975" y="123008"/>
                </a:lnTo>
                <a:lnTo>
                  <a:pt x="232090" y="123008"/>
                </a:lnTo>
                <a:lnTo>
                  <a:pt x="231467" y="109835"/>
                </a:lnTo>
                <a:cubicBezTo>
                  <a:pt x="227491" y="114285"/>
                  <a:pt x="222878" y="117860"/>
                  <a:pt x="217626" y="120560"/>
                </a:cubicBezTo>
                <a:cubicBezTo>
                  <a:pt x="212375" y="123260"/>
                  <a:pt x="206248" y="124610"/>
                  <a:pt x="199246" y="124610"/>
                </a:cubicBezTo>
                <a:moveTo>
                  <a:pt x="203163" y="113217"/>
                </a:moveTo>
                <a:cubicBezTo>
                  <a:pt x="209097" y="113217"/>
                  <a:pt x="214437" y="111767"/>
                  <a:pt x="219184" y="108867"/>
                </a:cubicBezTo>
                <a:cubicBezTo>
                  <a:pt x="223931" y="105965"/>
                  <a:pt x="227907" y="102292"/>
                  <a:pt x="231111" y="97849"/>
                </a:cubicBezTo>
                <a:lnTo>
                  <a:pt x="231111" y="79517"/>
                </a:lnTo>
                <a:cubicBezTo>
                  <a:pt x="215327" y="79702"/>
                  <a:pt x="204008" y="81246"/>
                  <a:pt x="197155" y="84148"/>
                </a:cubicBezTo>
                <a:cubicBezTo>
                  <a:pt x="190301" y="87048"/>
                  <a:pt x="186874" y="91800"/>
                  <a:pt x="186874" y="98403"/>
                </a:cubicBezTo>
                <a:cubicBezTo>
                  <a:pt x="186874" y="102909"/>
                  <a:pt x="188254" y="106504"/>
                  <a:pt x="191013" y="109189"/>
                </a:cubicBezTo>
                <a:cubicBezTo>
                  <a:pt x="193773" y="111874"/>
                  <a:pt x="197822" y="113217"/>
                  <a:pt x="203163" y="113217"/>
                </a:cubicBezTo>
                <a:close/>
                <a:moveTo>
                  <a:pt x="303551" y="124610"/>
                </a:moveTo>
                <a:cubicBezTo>
                  <a:pt x="298685" y="124610"/>
                  <a:pt x="294072" y="124060"/>
                  <a:pt x="289710" y="122960"/>
                </a:cubicBezTo>
                <a:cubicBezTo>
                  <a:pt x="285349" y="121861"/>
                  <a:pt x="281507" y="120120"/>
                  <a:pt x="278184" y="117737"/>
                </a:cubicBezTo>
                <a:cubicBezTo>
                  <a:pt x="274861" y="115354"/>
                  <a:pt x="272265" y="112223"/>
                  <a:pt x="270396" y="108344"/>
                </a:cubicBezTo>
                <a:cubicBezTo>
                  <a:pt x="268527" y="104463"/>
                  <a:pt x="267592" y="99772"/>
                  <a:pt x="267592" y="94272"/>
                </a:cubicBezTo>
                <a:lnTo>
                  <a:pt x="281922" y="94272"/>
                </a:lnTo>
                <a:cubicBezTo>
                  <a:pt x="281922" y="101358"/>
                  <a:pt x="284014" y="106346"/>
                  <a:pt x="288197" y="109237"/>
                </a:cubicBezTo>
                <a:cubicBezTo>
                  <a:pt x="292380" y="112128"/>
                  <a:pt x="297617" y="113573"/>
                  <a:pt x="303907" y="113573"/>
                </a:cubicBezTo>
                <a:cubicBezTo>
                  <a:pt x="309544" y="113573"/>
                  <a:pt x="314187" y="112433"/>
                  <a:pt x="317836" y="110152"/>
                </a:cubicBezTo>
                <a:cubicBezTo>
                  <a:pt x="321486" y="107871"/>
                  <a:pt x="323310" y="104106"/>
                  <a:pt x="323310" y="98856"/>
                </a:cubicBezTo>
                <a:cubicBezTo>
                  <a:pt x="323310" y="94456"/>
                  <a:pt x="321664" y="91187"/>
                  <a:pt x="318370" y="89049"/>
                </a:cubicBezTo>
                <a:cubicBezTo>
                  <a:pt x="315077" y="86909"/>
                  <a:pt x="309277" y="84831"/>
                  <a:pt x="300970" y="82815"/>
                </a:cubicBezTo>
                <a:cubicBezTo>
                  <a:pt x="294205" y="81165"/>
                  <a:pt x="288509" y="79256"/>
                  <a:pt x="283880" y="77088"/>
                </a:cubicBezTo>
                <a:cubicBezTo>
                  <a:pt x="279252" y="74919"/>
                  <a:pt x="275781" y="72169"/>
                  <a:pt x="273466" y="68839"/>
                </a:cubicBezTo>
                <a:cubicBezTo>
                  <a:pt x="271152" y="65508"/>
                  <a:pt x="269995" y="61307"/>
                  <a:pt x="269995" y="56236"/>
                </a:cubicBezTo>
                <a:cubicBezTo>
                  <a:pt x="269995" y="52264"/>
                  <a:pt x="270811" y="48766"/>
                  <a:pt x="272443" y="45741"/>
                </a:cubicBezTo>
                <a:cubicBezTo>
                  <a:pt x="274075" y="42717"/>
                  <a:pt x="276359" y="40197"/>
                  <a:pt x="279296" y="38181"/>
                </a:cubicBezTo>
                <a:cubicBezTo>
                  <a:pt x="282234" y="36164"/>
                  <a:pt x="285690" y="34652"/>
                  <a:pt x="289666" y="33645"/>
                </a:cubicBezTo>
                <a:cubicBezTo>
                  <a:pt x="293641" y="32636"/>
                  <a:pt x="297943" y="32132"/>
                  <a:pt x="302572" y="32132"/>
                </a:cubicBezTo>
                <a:cubicBezTo>
                  <a:pt x="307141" y="32132"/>
                  <a:pt x="311428" y="32681"/>
                  <a:pt x="315433" y="33781"/>
                </a:cubicBezTo>
                <a:cubicBezTo>
                  <a:pt x="319439" y="34881"/>
                  <a:pt x="322969" y="36592"/>
                  <a:pt x="326025" y="38916"/>
                </a:cubicBezTo>
                <a:cubicBezTo>
                  <a:pt x="329081" y="41237"/>
                  <a:pt x="331499" y="44231"/>
                  <a:pt x="333279" y="47897"/>
                </a:cubicBezTo>
                <a:cubicBezTo>
                  <a:pt x="335059" y="51563"/>
                  <a:pt x="335949" y="55962"/>
                  <a:pt x="335949" y="61095"/>
                </a:cubicBezTo>
                <a:lnTo>
                  <a:pt x="321530" y="61095"/>
                </a:lnTo>
                <a:cubicBezTo>
                  <a:pt x="321530" y="54618"/>
                  <a:pt x="319691" y="50040"/>
                  <a:pt x="316012" y="47363"/>
                </a:cubicBezTo>
                <a:cubicBezTo>
                  <a:pt x="312333" y="44685"/>
                  <a:pt x="307853" y="43346"/>
                  <a:pt x="302572" y="43346"/>
                </a:cubicBezTo>
                <a:cubicBezTo>
                  <a:pt x="297231" y="43346"/>
                  <a:pt x="292900" y="44351"/>
                  <a:pt x="289577" y="46362"/>
                </a:cubicBezTo>
                <a:cubicBezTo>
                  <a:pt x="286254" y="48370"/>
                  <a:pt x="284592" y="51508"/>
                  <a:pt x="284592" y="55777"/>
                </a:cubicBezTo>
                <a:cubicBezTo>
                  <a:pt x="284592" y="58160"/>
                  <a:pt x="285334" y="60176"/>
                  <a:pt x="286817" y="61827"/>
                </a:cubicBezTo>
                <a:cubicBezTo>
                  <a:pt x="288301" y="63477"/>
                  <a:pt x="290793" y="64959"/>
                  <a:pt x="294294" y="66274"/>
                </a:cubicBezTo>
                <a:cubicBezTo>
                  <a:pt x="297795" y="67587"/>
                  <a:pt x="302512" y="68977"/>
                  <a:pt x="308446" y="70443"/>
                </a:cubicBezTo>
                <a:cubicBezTo>
                  <a:pt x="314914" y="72033"/>
                  <a:pt x="320343" y="73927"/>
                  <a:pt x="324734" y="76126"/>
                </a:cubicBezTo>
                <a:cubicBezTo>
                  <a:pt x="329125" y="78325"/>
                  <a:pt x="332434" y="81151"/>
                  <a:pt x="334659" y="84604"/>
                </a:cubicBezTo>
                <a:cubicBezTo>
                  <a:pt x="336884" y="88055"/>
                  <a:pt x="337997" y="92469"/>
                  <a:pt x="337997" y="97847"/>
                </a:cubicBezTo>
                <a:cubicBezTo>
                  <a:pt x="337997" y="102490"/>
                  <a:pt x="337121" y="106507"/>
                  <a:pt x="335371" y="109899"/>
                </a:cubicBezTo>
                <a:cubicBezTo>
                  <a:pt x="333620" y="113290"/>
                  <a:pt x="331187" y="116071"/>
                  <a:pt x="328072" y="118240"/>
                </a:cubicBezTo>
                <a:cubicBezTo>
                  <a:pt x="324957" y="120410"/>
                  <a:pt x="321308" y="122014"/>
                  <a:pt x="317124" y="123052"/>
                </a:cubicBezTo>
                <a:cubicBezTo>
                  <a:pt x="312941" y="124091"/>
                  <a:pt x="308417" y="124610"/>
                  <a:pt x="303551" y="124610"/>
                </a:cubicBezTo>
                <a:close/>
                <a:moveTo>
                  <a:pt x="391102" y="124610"/>
                </a:moveTo>
                <a:cubicBezTo>
                  <a:pt x="386237" y="124610"/>
                  <a:pt x="381623" y="124060"/>
                  <a:pt x="377262" y="122960"/>
                </a:cubicBezTo>
                <a:cubicBezTo>
                  <a:pt x="372901" y="121861"/>
                  <a:pt x="369058" y="120120"/>
                  <a:pt x="365735" y="117737"/>
                </a:cubicBezTo>
                <a:cubicBezTo>
                  <a:pt x="362413" y="115354"/>
                  <a:pt x="359816" y="112223"/>
                  <a:pt x="357947" y="108344"/>
                </a:cubicBezTo>
                <a:cubicBezTo>
                  <a:pt x="356078" y="104463"/>
                  <a:pt x="355144" y="99772"/>
                  <a:pt x="355144" y="94272"/>
                </a:cubicBezTo>
                <a:lnTo>
                  <a:pt x="369474" y="94272"/>
                </a:lnTo>
                <a:cubicBezTo>
                  <a:pt x="369474" y="101358"/>
                  <a:pt x="371565" y="106346"/>
                  <a:pt x="375749" y="109237"/>
                </a:cubicBezTo>
                <a:cubicBezTo>
                  <a:pt x="379932" y="112128"/>
                  <a:pt x="385169" y="113573"/>
                  <a:pt x="391458" y="113573"/>
                </a:cubicBezTo>
                <a:cubicBezTo>
                  <a:pt x="397096" y="113573"/>
                  <a:pt x="401739" y="112433"/>
                  <a:pt x="405388" y="110152"/>
                </a:cubicBezTo>
                <a:cubicBezTo>
                  <a:pt x="409037" y="107871"/>
                  <a:pt x="410862" y="104106"/>
                  <a:pt x="410862" y="98856"/>
                </a:cubicBezTo>
                <a:cubicBezTo>
                  <a:pt x="410862" y="94456"/>
                  <a:pt x="409215" y="91187"/>
                  <a:pt x="405922" y="89049"/>
                </a:cubicBezTo>
                <a:cubicBezTo>
                  <a:pt x="402629" y="86909"/>
                  <a:pt x="396829" y="84831"/>
                  <a:pt x="388521" y="82815"/>
                </a:cubicBezTo>
                <a:cubicBezTo>
                  <a:pt x="381757" y="81165"/>
                  <a:pt x="376060" y="79256"/>
                  <a:pt x="371432" y="77088"/>
                </a:cubicBezTo>
                <a:cubicBezTo>
                  <a:pt x="366804" y="74919"/>
                  <a:pt x="363332" y="72169"/>
                  <a:pt x="361018" y="68839"/>
                </a:cubicBezTo>
                <a:cubicBezTo>
                  <a:pt x="358704" y="65508"/>
                  <a:pt x="357547" y="61307"/>
                  <a:pt x="357547" y="56236"/>
                </a:cubicBezTo>
                <a:cubicBezTo>
                  <a:pt x="357547" y="52264"/>
                  <a:pt x="358363" y="48766"/>
                  <a:pt x="359995" y="45741"/>
                </a:cubicBezTo>
                <a:cubicBezTo>
                  <a:pt x="361626" y="42717"/>
                  <a:pt x="363911" y="40197"/>
                  <a:pt x="366848" y="38181"/>
                </a:cubicBezTo>
                <a:cubicBezTo>
                  <a:pt x="369785" y="36164"/>
                  <a:pt x="373242" y="34652"/>
                  <a:pt x="377217" y="33645"/>
                </a:cubicBezTo>
                <a:cubicBezTo>
                  <a:pt x="381193" y="32636"/>
                  <a:pt x="385495" y="32132"/>
                  <a:pt x="390123" y="32132"/>
                </a:cubicBezTo>
                <a:cubicBezTo>
                  <a:pt x="394692" y="32132"/>
                  <a:pt x="398980" y="32681"/>
                  <a:pt x="402985" y="33781"/>
                </a:cubicBezTo>
                <a:cubicBezTo>
                  <a:pt x="406990" y="34881"/>
                  <a:pt x="410521" y="36592"/>
                  <a:pt x="413577" y="38916"/>
                </a:cubicBezTo>
                <a:cubicBezTo>
                  <a:pt x="416633" y="41237"/>
                  <a:pt x="419051" y="44231"/>
                  <a:pt x="420831" y="47897"/>
                </a:cubicBezTo>
                <a:cubicBezTo>
                  <a:pt x="422611" y="51563"/>
                  <a:pt x="423501" y="55962"/>
                  <a:pt x="423501" y="61095"/>
                </a:cubicBezTo>
                <a:lnTo>
                  <a:pt x="409082" y="61095"/>
                </a:lnTo>
                <a:cubicBezTo>
                  <a:pt x="409082" y="54618"/>
                  <a:pt x="407242" y="50040"/>
                  <a:pt x="403563" y="47363"/>
                </a:cubicBezTo>
                <a:cubicBezTo>
                  <a:pt x="399884" y="44685"/>
                  <a:pt x="395404" y="43346"/>
                  <a:pt x="390123" y="43346"/>
                </a:cubicBezTo>
                <a:cubicBezTo>
                  <a:pt x="384783" y="43346"/>
                  <a:pt x="380451" y="44351"/>
                  <a:pt x="377128" y="46362"/>
                </a:cubicBezTo>
                <a:cubicBezTo>
                  <a:pt x="373805" y="48370"/>
                  <a:pt x="372144" y="51508"/>
                  <a:pt x="372144" y="55777"/>
                </a:cubicBezTo>
                <a:cubicBezTo>
                  <a:pt x="372144" y="58160"/>
                  <a:pt x="372886" y="60176"/>
                  <a:pt x="374369" y="61827"/>
                </a:cubicBezTo>
                <a:cubicBezTo>
                  <a:pt x="375853" y="63477"/>
                  <a:pt x="378345" y="64959"/>
                  <a:pt x="381846" y="66274"/>
                </a:cubicBezTo>
                <a:cubicBezTo>
                  <a:pt x="385347" y="67587"/>
                  <a:pt x="390064" y="68977"/>
                  <a:pt x="395998" y="70443"/>
                </a:cubicBezTo>
                <a:cubicBezTo>
                  <a:pt x="402466" y="72033"/>
                  <a:pt x="407895" y="73927"/>
                  <a:pt x="412286" y="76126"/>
                </a:cubicBezTo>
                <a:cubicBezTo>
                  <a:pt x="416677" y="78325"/>
                  <a:pt x="419985" y="81151"/>
                  <a:pt x="422210" y="84604"/>
                </a:cubicBezTo>
                <a:cubicBezTo>
                  <a:pt x="424436" y="88055"/>
                  <a:pt x="425548" y="92469"/>
                  <a:pt x="425548" y="97847"/>
                </a:cubicBezTo>
                <a:cubicBezTo>
                  <a:pt x="425548" y="102490"/>
                  <a:pt x="424673" y="106507"/>
                  <a:pt x="422922" y="109899"/>
                </a:cubicBezTo>
                <a:cubicBezTo>
                  <a:pt x="421172" y="113290"/>
                  <a:pt x="418739" y="116071"/>
                  <a:pt x="415624" y="118240"/>
                </a:cubicBezTo>
                <a:cubicBezTo>
                  <a:pt x="412509" y="120410"/>
                  <a:pt x="408859" y="122014"/>
                  <a:pt x="404676" y="123052"/>
                </a:cubicBezTo>
                <a:cubicBezTo>
                  <a:pt x="400493" y="124091"/>
                  <a:pt x="395968" y="124610"/>
                  <a:pt x="391102" y="124610"/>
                </a:cubicBezTo>
                <a:close/>
                <a:moveTo>
                  <a:pt x="447947" y="123008"/>
                </a:moveTo>
                <a:lnTo>
                  <a:pt x="447947" y="33645"/>
                </a:lnTo>
                <a:lnTo>
                  <a:pt x="462811" y="33645"/>
                </a:lnTo>
                <a:lnTo>
                  <a:pt x="462811" y="123008"/>
                </a:lnTo>
                <a:lnTo>
                  <a:pt x="447947" y="123008"/>
                </a:lnTo>
                <a:moveTo>
                  <a:pt x="455335" y="17267"/>
                </a:moveTo>
                <a:cubicBezTo>
                  <a:pt x="452546" y="17267"/>
                  <a:pt x="450306" y="16451"/>
                  <a:pt x="448615" y="14820"/>
                </a:cubicBezTo>
                <a:cubicBezTo>
                  <a:pt x="446923" y="13188"/>
                  <a:pt x="446078" y="11126"/>
                  <a:pt x="446078" y="8634"/>
                </a:cubicBezTo>
                <a:cubicBezTo>
                  <a:pt x="446078" y="6141"/>
                  <a:pt x="446923" y="4079"/>
                  <a:pt x="448615" y="2448"/>
                </a:cubicBezTo>
                <a:cubicBezTo>
                  <a:pt x="450306" y="816"/>
                  <a:pt x="452546" y="0"/>
                  <a:pt x="455335" y="0"/>
                </a:cubicBezTo>
                <a:cubicBezTo>
                  <a:pt x="458124" y="0"/>
                  <a:pt x="460378" y="816"/>
                  <a:pt x="462099" y="2448"/>
                </a:cubicBezTo>
                <a:cubicBezTo>
                  <a:pt x="463820" y="4079"/>
                  <a:pt x="464680" y="6141"/>
                  <a:pt x="464680" y="8634"/>
                </a:cubicBezTo>
                <a:cubicBezTo>
                  <a:pt x="464680" y="11126"/>
                  <a:pt x="463820" y="13188"/>
                  <a:pt x="462099" y="14820"/>
                </a:cubicBezTo>
                <a:cubicBezTo>
                  <a:pt x="460378" y="16451"/>
                  <a:pt x="458124" y="17267"/>
                  <a:pt x="455335" y="17267"/>
                </a:cubicBezTo>
                <a:close/>
                <a:moveTo>
                  <a:pt x="493319" y="123008"/>
                </a:moveTo>
                <a:lnTo>
                  <a:pt x="493319" y="45661"/>
                </a:lnTo>
                <a:lnTo>
                  <a:pt x="478810" y="45661"/>
                </a:lnTo>
                <a:lnTo>
                  <a:pt x="478810" y="33645"/>
                </a:lnTo>
                <a:lnTo>
                  <a:pt x="493319" y="33645"/>
                </a:lnTo>
                <a:lnTo>
                  <a:pt x="493319" y="29064"/>
                </a:lnTo>
                <a:cubicBezTo>
                  <a:pt x="493319" y="25025"/>
                  <a:pt x="493689" y="21397"/>
                  <a:pt x="494431" y="18180"/>
                </a:cubicBezTo>
                <a:cubicBezTo>
                  <a:pt x="495173" y="14961"/>
                  <a:pt x="496478" y="12247"/>
                  <a:pt x="498347" y="10038"/>
                </a:cubicBezTo>
                <a:cubicBezTo>
                  <a:pt x="500217" y="7828"/>
                  <a:pt x="502828" y="6137"/>
                  <a:pt x="506180" y="4965"/>
                </a:cubicBezTo>
                <a:cubicBezTo>
                  <a:pt x="509533" y="3791"/>
                  <a:pt x="513879" y="3204"/>
                  <a:pt x="519220" y="3204"/>
                </a:cubicBezTo>
                <a:lnTo>
                  <a:pt x="528209" y="3204"/>
                </a:lnTo>
                <a:lnTo>
                  <a:pt x="528209" y="14864"/>
                </a:lnTo>
                <a:lnTo>
                  <a:pt x="520199" y="14864"/>
                </a:lnTo>
                <a:cubicBezTo>
                  <a:pt x="514918" y="14864"/>
                  <a:pt x="511580" y="16111"/>
                  <a:pt x="510185" y="18605"/>
                </a:cubicBezTo>
                <a:cubicBezTo>
                  <a:pt x="508791" y="21099"/>
                  <a:pt x="508094" y="24710"/>
                  <a:pt x="508094" y="29436"/>
                </a:cubicBezTo>
                <a:lnTo>
                  <a:pt x="508094" y="33645"/>
                </a:lnTo>
                <a:lnTo>
                  <a:pt x="528298" y="33645"/>
                </a:lnTo>
                <a:lnTo>
                  <a:pt x="528298" y="45661"/>
                </a:lnTo>
                <a:lnTo>
                  <a:pt x="508094" y="45661"/>
                </a:lnTo>
                <a:lnTo>
                  <a:pt x="508094" y="123008"/>
                </a:lnTo>
                <a:lnTo>
                  <a:pt x="493319" y="123008"/>
                </a:lnTo>
                <a:close/>
                <a:moveTo>
                  <a:pt x="543939" y="123008"/>
                </a:moveTo>
                <a:lnTo>
                  <a:pt x="543939" y="33645"/>
                </a:lnTo>
                <a:lnTo>
                  <a:pt x="558804" y="33645"/>
                </a:lnTo>
                <a:lnTo>
                  <a:pt x="558804" y="123008"/>
                </a:lnTo>
                <a:lnTo>
                  <a:pt x="543939" y="123008"/>
                </a:lnTo>
                <a:moveTo>
                  <a:pt x="551327" y="17267"/>
                </a:moveTo>
                <a:cubicBezTo>
                  <a:pt x="548538" y="17267"/>
                  <a:pt x="546298" y="16451"/>
                  <a:pt x="544607" y="14820"/>
                </a:cubicBezTo>
                <a:cubicBezTo>
                  <a:pt x="542916" y="13188"/>
                  <a:pt x="542070" y="11126"/>
                  <a:pt x="542070" y="8634"/>
                </a:cubicBezTo>
                <a:cubicBezTo>
                  <a:pt x="542070" y="6141"/>
                  <a:pt x="542916" y="4079"/>
                  <a:pt x="544607" y="2448"/>
                </a:cubicBezTo>
                <a:cubicBezTo>
                  <a:pt x="546298" y="816"/>
                  <a:pt x="548538" y="0"/>
                  <a:pt x="551327" y="0"/>
                </a:cubicBezTo>
                <a:cubicBezTo>
                  <a:pt x="554116" y="0"/>
                  <a:pt x="556371" y="816"/>
                  <a:pt x="558092" y="2448"/>
                </a:cubicBezTo>
                <a:cubicBezTo>
                  <a:pt x="559812" y="4079"/>
                  <a:pt x="560673" y="6141"/>
                  <a:pt x="560673" y="8634"/>
                </a:cubicBezTo>
                <a:cubicBezTo>
                  <a:pt x="560673" y="11126"/>
                  <a:pt x="559812" y="13188"/>
                  <a:pt x="558092" y="14820"/>
                </a:cubicBezTo>
                <a:cubicBezTo>
                  <a:pt x="556371" y="16451"/>
                  <a:pt x="554116" y="17267"/>
                  <a:pt x="551327" y="17267"/>
                </a:cubicBezTo>
                <a:close/>
                <a:moveTo>
                  <a:pt x="622333" y="124610"/>
                </a:moveTo>
                <a:cubicBezTo>
                  <a:pt x="612898" y="124610"/>
                  <a:pt x="605169" y="122578"/>
                  <a:pt x="599147" y="118516"/>
                </a:cubicBezTo>
                <a:cubicBezTo>
                  <a:pt x="593124" y="114451"/>
                  <a:pt x="588659" y="108921"/>
                  <a:pt x="585751" y="101927"/>
                </a:cubicBezTo>
                <a:cubicBezTo>
                  <a:pt x="582843" y="94931"/>
                  <a:pt x="581390" y="87064"/>
                  <a:pt x="581390" y="78326"/>
                </a:cubicBezTo>
                <a:cubicBezTo>
                  <a:pt x="581390" y="69222"/>
                  <a:pt x="582799" y="61202"/>
                  <a:pt x="585618" y="54266"/>
                </a:cubicBezTo>
                <a:cubicBezTo>
                  <a:pt x="588436" y="47331"/>
                  <a:pt x="592738" y="41908"/>
                  <a:pt x="598524" y="37998"/>
                </a:cubicBezTo>
                <a:cubicBezTo>
                  <a:pt x="604309" y="34087"/>
                  <a:pt x="611652" y="32132"/>
                  <a:pt x="620553" y="32132"/>
                </a:cubicBezTo>
                <a:cubicBezTo>
                  <a:pt x="632361" y="32132"/>
                  <a:pt x="641618" y="35793"/>
                  <a:pt x="648323" y="43116"/>
                </a:cubicBezTo>
                <a:cubicBezTo>
                  <a:pt x="655028" y="50436"/>
                  <a:pt x="658381" y="60961"/>
                  <a:pt x="658381" y="74691"/>
                </a:cubicBezTo>
                <a:cubicBezTo>
                  <a:pt x="658381" y="75607"/>
                  <a:pt x="658351" y="76691"/>
                  <a:pt x="658292" y="77942"/>
                </a:cubicBezTo>
                <a:cubicBezTo>
                  <a:pt x="658232" y="79192"/>
                  <a:pt x="658143" y="80091"/>
                  <a:pt x="658025" y="80640"/>
                </a:cubicBezTo>
                <a:lnTo>
                  <a:pt x="596254" y="80640"/>
                </a:lnTo>
                <a:cubicBezTo>
                  <a:pt x="596313" y="86519"/>
                  <a:pt x="597218" y="91917"/>
                  <a:pt x="598969" y="96837"/>
                </a:cubicBezTo>
                <a:cubicBezTo>
                  <a:pt x="600719" y="101756"/>
                  <a:pt x="603493" y="105701"/>
                  <a:pt x="607291" y="108672"/>
                </a:cubicBezTo>
                <a:cubicBezTo>
                  <a:pt x="611088" y="111643"/>
                  <a:pt x="616102" y="113128"/>
                  <a:pt x="622333" y="113128"/>
                </a:cubicBezTo>
                <a:cubicBezTo>
                  <a:pt x="628979" y="113128"/>
                  <a:pt x="634171" y="111491"/>
                  <a:pt x="637909" y="108216"/>
                </a:cubicBezTo>
                <a:cubicBezTo>
                  <a:pt x="641647" y="104941"/>
                  <a:pt x="643606" y="100216"/>
                  <a:pt x="643784" y="94041"/>
                </a:cubicBezTo>
                <a:lnTo>
                  <a:pt x="658470" y="94041"/>
                </a:lnTo>
                <a:cubicBezTo>
                  <a:pt x="658292" y="100344"/>
                  <a:pt x="656719" y="105776"/>
                  <a:pt x="653752" y="110335"/>
                </a:cubicBezTo>
                <a:cubicBezTo>
                  <a:pt x="650785" y="114895"/>
                  <a:pt x="646632" y="118415"/>
                  <a:pt x="641291" y="120894"/>
                </a:cubicBezTo>
                <a:cubicBezTo>
                  <a:pt x="635951" y="123371"/>
                  <a:pt x="629631" y="124610"/>
                  <a:pt x="622333" y="124610"/>
                </a:cubicBezTo>
                <a:moveTo>
                  <a:pt x="596343" y="69782"/>
                </a:moveTo>
                <a:lnTo>
                  <a:pt x="643695" y="69782"/>
                </a:lnTo>
                <a:cubicBezTo>
                  <a:pt x="643517" y="61279"/>
                  <a:pt x="641410" y="54778"/>
                  <a:pt x="637375" y="50278"/>
                </a:cubicBezTo>
                <a:cubicBezTo>
                  <a:pt x="633340" y="45776"/>
                  <a:pt x="627733" y="43524"/>
                  <a:pt x="620553" y="43524"/>
                </a:cubicBezTo>
                <a:cubicBezTo>
                  <a:pt x="613314" y="43524"/>
                  <a:pt x="607632" y="45760"/>
                  <a:pt x="603508" y="50231"/>
                </a:cubicBezTo>
                <a:cubicBezTo>
                  <a:pt x="599384" y="54699"/>
                  <a:pt x="596996" y="61216"/>
                  <a:pt x="596343" y="69782"/>
                </a:cubicBezTo>
                <a:close/>
                <a:moveTo>
                  <a:pt x="682221" y="123008"/>
                </a:moveTo>
                <a:lnTo>
                  <a:pt x="682221" y="33645"/>
                </a:lnTo>
                <a:lnTo>
                  <a:pt x="696195" y="33645"/>
                </a:lnTo>
                <a:lnTo>
                  <a:pt x="696729" y="47975"/>
                </a:lnTo>
                <a:cubicBezTo>
                  <a:pt x="699162" y="43465"/>
                  <a:pt x="702545" y="39697"/>
                  <a:pt x="706876" y="36671"/>
                </a:cubicBezTo>
                <a:cubicBezTo>
                  <a:pt x="711208" y="33645"/>
                  <a:pt x="716845" y="32132"/>
                  <a:pt x="723788" y="32132"/>
                </a:cubicBezTo>
                <a:lnTo>
                  <a:pt x="725568" y="32132"/>
                </a:lnTo>
                <a:lnTo>
                  <a:pt x="725568" y="45750"/>
                </a:lnTo>
                <a:lnTo>
                  <a:pt x="723521" y="45750"/>
                </a:lnTo>
                <a:cubicBezTo>
                  <a:pt x="719189" y="45750"/>
                  <a:pt x="715391" y="46337"/>
                  <a:pt x="712128" y="47513"/>
                </a:cubicBezTo>
                <a:cubicBezTo>
                  <a:pt x="708864" y="48687"/>
                  <a:pt x="706016" y="50309"/>
                  <a:pt x="703583" y="52381"/>
                </a:cubicBezTo>
                <a:cubicBezTo>
                  <a:pt x="701150" y="54452"/>
                  <a:pt x="698984" y="56848"/>
                  <a:pt x="697086" y="59568"/>
                </a:cubicBezTo>
                <a:lnTo>
                  <a:pt x="697086" y="123008"/>
                </a:lnTo>
                <a:lnTo>
                  <a:pt x="682221" y="1230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3A0A7-FD59-4996-8ACC-3D67801F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4916" y="3933836"/>
            <a:ext cx="90322" cy="180614"/>
          </a:xfrm>
          <a:custGeom xmlns:a="http://schemas.openxmlformats.org/drawingml/2006/main">
            <a:pathLst>
              <a:path w="90322" h="180614">
                <a:moveTo>
                  <a:pt x="36693" y="0"/>
                </a:moveTo>
                <a:lnTo>
                  <a:pt x="36695" y="126986"/>
                </a:lnTo>
                <a:lnTo>
                  <a:pt x="0" y="90293"/>
                </a:lnTo>
                <a:lnTo>
                  <a:pt x="45163" y="180614"/>
                </a:lnTo>
                <a:lnTo>
                  <a:pt x="90322" y="90292"/>
                </a:lnTo>
                <a:lnTo>
                  <a:pt x="53631" y="126985"/>
                </a:lnTo>
                <a:lnTo>
                  <a:pt x="53629" y="0"/>
                </a:lnTo>
                <a:lnTo>
                  <a:pt x="36693" y="0"/>
                </a:lnTo>
                <a:close/>
                <a:moveTo>
                  <a:pt x="45163" y="135453"/>
                </a:moveTo>
                <a:lnTo>
                  <a:pt x="45163" y="135453"/>
                </a:lnTo>
                <a:lnTo>
                  <a:pt x="45163" y="135453"/>
                </a:lnTo>
                <a:lnTo>
                  <a:pt x="45163" y="1354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5ED96D-EF40-43BB-9C6B-7FF984F8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4916" y="4362455"/>
            <a:ext cx="90322" cy="180614"/>
          </a:xfrm>
          <a:custGeom xmlns:a="http://schemas.openxmlformats.org/drawingml/2006/main">
            <a:pathLst>
              <a:path w="90322" h="180614">
                <a:moveTo>
                  <a:pt x="53629" y="0"/>
                </a:moveTo>
                <a:lnTo>
                  <a:pt x="36693" y="0"/>
                </a:lnTo>
                <a:lnTo>
                  <a:pt x="36695" y="126986"/>
                </a:lnTo>
                <a:lnTo>
                  <a:pt x="0" y="90292"/>
                </a:lnTo>
                <a:lnTo>
                  <a:pt x="45163" y="180614"/>
                </a:lnTo>
                <a:lnTo>
                  <a:pt x="90322" y="90291"/>
                </a:lnTo>
                <a:lnTo>
                  <a:pt x="53631" y="126985"/>
                </a:lnTo>
                <a:lnTo>
                  <a:pt x="5362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52B478-D5BE-46C7-94AC-79F90A0C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658" y="715908"/>
            <a:ext cx="276713" cy="90322"/>
          </a:xfrm>
          <a:custGeom xmlns:a="http://schemas.openxmlformats.org/drawingml/2006/main">
            <a:pathLst>
              <a:path w="276713" h="90322">
                <a:moveTo>
                  <a:pt x="186391" y="90322"/>
                </a:moveTo>
                <a:lnTo>
                  <a:pt x="276713" y="45163"/>
                </a:lnTo>
                <a:lnTo>
                  <a:pt x="186391" y="0"/>
                </a:lnTo>
                <a:lnTo>
                  <a:pt x="223084" y="36693"/>
                </a:lnTo>
                <a:lnTo>
                  <a:pt x="0" y="36693"/>
                </a:lnTo>
                <a:lnTo>
                  <a:pt x="0" y="53629"/>
                </a:lnTo>
                <a:lnTo>
                  <a:pt x="223084" y="53629"/>
                </a:lnTo>
                <a:lnTo>
                  <a:pt x="186391" y="903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Text (d)GraphReadoutand">
            <a:extLst xmlns:a="http://schemas.openxmlformats.org/drawingml/2006/main">
              <a:ext uri="{FF2B5EF4-FFF2-40B4-BE49-F238E27FC236}">
                <a16:creationId xmlns:a16="http://schemas.microsoft.com/office/drawing/2014/main" id="{15F78639-F843-4B24-A6C9-0A01FCD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107" y="2681353"/>
            <a:ext cx="1819694" cy="153270"/>
          </a:xfrm>
          <a:custGeom xmlns:a="http://schemas.openxmlformats.org/drawingml/2006/main">
            <a:pathLst>
              <a:path w="1819694" h="153270">
                <a:moveTo>
                  <a:pt x="21629" y="152558"/>
                </a:moveTo>
                <a:cubicBezTo>
                  <a:pt x="17060" y="144013"/>
                  <a:pt x="13158" y="135899"/>
                  <a:pt x="9924" y="128215"/>
                </a:cubicBezTo>
                <a:cubicBezTo>
                  <a:pt x="6690" y="120530"/>
                  <a:pt x="4228" y="112668"/>
                  <a:pt x="2537" y="104628"/>
                </a:cubicBezTo>
                <a:cubicBezTo>
                  <a:pt x="846" y="96587"/>
                  <a:pt x="0" y="87820"/>
                  <a:pt x="0" y="78326"/>
                </a:cubicBezTo>
                <a:cubicBezTo>
                  <a:pt x="0" y="68535"/>
                  <a:pt x="786" y="59427"/>
                  <a:pt x="2359" y="51001"/>
                </a:cubicBezTo>
                <a:cubicBezTo>
                  <a:pt x="3931" y="42575"/>
                  <a:pt x="6319" y="34297"/>
                  <a:pt x="9524" y="26168"/>
                </a:cubicBezTo>
                <a:cubicBezTo>
                  <a:pt x="12728" y="18039"/>
                  <a:pt x="16763" y="9613"/>
                  <a:pt x="21629" y="890"/>
                </a:cubicBezTo>
                <a:lnTo>
                  <a:pt x="41477" y="890"/>
                </a:lnTo>
                <a:cubicBezTo>
                  <a:pt x="35128" y="12936"/>
                  <a:pt x="30307" y="25590"/>
                  <a:pt x="27014" y="38852"/>
                </a:cubicBezTo>
                <a:cubicBezTo>
                  <a:pt x="23720" y="52114"/>
                  <a:pt x="22074" y="65598"/>
                  <a:pt x="22074" y="79305"/>
                </a:cubicBezTo>
                <a:cubicBezTo>
                  <a:pt x="22074" y="92182"/>
                  <a:pt x="23854" y="104850"/>
                  <a:pt x="27414" y="117311"/>
                </a:cubicBezTo>
                <a:cubicBezTo>
                  <a:pt x="30974" y="129772"/>
                  <a:pt x="35662" y="141521"/>
                  <a:pt x="41477" y="152558"/>
                </a:cubicBezTo>
                <a:lnTo>
                  <a:pt x="21629" y="152558"/>
                </a:lnTo>
                <a:close/>
                <a:moveTo>
                  <a:pt x="88431" y="123008"/>
                </a:moveTo>
                <a:cubicBezTo>
                  <a:pt x="81903" y="123008"/>
                  <a:pt x="76044" y="121356"/>
                  <a:pt x="70852" y="118054"/>
                </a:cubicBezTo>
                <a:cubicBezTo>
                  <a:pt x="65660" y="114751"/>
                  <a:pt x="61565" y="109693"/>
                  <a:pt x="58569" y="102878"/>
                </a:cubicBezTo>
                <a:cubicBezTo>
                  <a:pt x="55572" y="96064"/>
                  <a:pt x="54074" y="87402"/>
                  <a:pt x="54074" y="76894"/>
                </a:cubicBezTo>
                <a:cubicBezTo>
                  <a:pt x="54074" y="66747"/>
                  <a:pt x="55691" y="58371"/>
                  <a:pt x="58925" y="51766"/>
                </a:cubicBezTo>
                <a:cubicBezTo>
                  <a:pt x="62159" y="45161"/>
                  <a:pt x="66535" y="40238"/>
                  <a:pt x="72053" y="36996"/>
                </a:cubicBezTo>
                <a:cubicBezTo>
                  <a:pt x="77572" y="33753"/>
                  <a:pt x="83773" y="32132"/>
                  <a:pt x="90656" y="32132"/>
                </a:cubicBezTo>
                <a:cubicBezTo>
                  <a:pt x="96708" y="32132"/>
                  <a:pt x="101900" y="33378"/>
                  <a:pt x="106232" y="35870"/>
                </a:cubicBezTo>
                <a:cubicBezTo>
                  <a:pt x="110564" y="38362"/>
                  <a:pt x="114005" y="41626"/>
                  <a:pt x="116557" y="45661"/>
                </a:cubicBezTo>
                <a:lnTo>
                  <a:pt x="116557" y="1602"/>
                </a:lnTo>
                <a:lnTo>
                  <a:pt x="140144" y="1602"/>
                </a:lnTo>
                <a:lnTo>
                  <a:pt x="140144" y="121406"/>
                </a:lnTo>
                <a:lnTo>
                  <a:pt x="117536" y="121406"/>
                </a:lnTo>
                <a:lnTo>
                  <a:pt x="116557" y="109123"/>
                </a:lnTo>
                <a:cubicBezTo>
                  <a:pt x="113471" y="113395"/>
                  <a:pt x="109644" y="116777"/>
                  <a:pt x="105075" y="119269"/>
                </a:cubicBezTo>
                <a:cubicBezTo>
                  <a:pt x="100506" y="121762"/>
                  <a:pt x="94958" y="123008"/>
                  <a:pt x="88431" y="123008"/>
                </a:cubicBezTo>
                <a:moveTo>
                  <a:pt x="95373" y="105028"/>
                </a:moveTo>
                <a:cubicBezTo>
                  <a:pt x="100358" y="105028"/>
                  <a:pt x="104660" y="103606"/>
                  <a:pt x="108279" y="100762"/>
                </a:cubicBezTo>
                <a:cubicBezTo>
                  <a:pt x="111899" y="97917"/>
                  <a:pt x="114658" y="94589"/>
                  <a:pt x="116557" y="90779"/>
                </a:cubicBezTo>
                <a:lnTo>
                  <a:pt x="116557" y="64908"/>
                </a:lnTo>
                <a:cubicBezTo>
                  <a:pt x="114717" y="60914"/>
                  <a:pt x="112136" y="57435"/>
                  <a:pt x="108813" y="54470"/>
                </a:cubicBezTo>
                <a:cubicBezTo>
                  <a:pt x="105490" y="51504"/>
                  <a:pt x="101396" y="50022"/>
                  <a:pt x="96530" y="50022"/>
                </a:cubicBezTo>
                <a:cubicBezTo>
                  <a:pt x="90715" y="50022"/>
                  <a:pt x="86205" y="52321"/>
                  <a:pt x="83001" y="56920"/>
                </a:cubicBezTo>
                <a:cubicBezTo>
                  <a:pt x="79797" y="61519"/>
                  <a:pt x="78195" y="68176"/>
                  <a:pt x="78195" y="76891"/>
                </a:cubicBezTo>
                <a:cubicBezTo>
                  <a:pt x="78195" y="86452"/>
                  <a:pt x="79723" y="93532"/>
                  <a:pt x="82779" y="98130"/>
                </a:cubicBezTo>
                <a:cubicBezTo>
                  <a:pt x="85835" y="102729"/>
                  <a:pt x="90033" y="105028"/>
                  <a:pt x="95373" y="105028"/>
                </a:cubicBezTo>
                <a:close/>
                <a:moveTo>
                  <a:pt x="157289" y="152558"/>
                </a:moveTo>
                <a:cubicBezTo>
                  <a:pt x="163579" y="140512"/>
                  <a:pt x="168370" y="127859"/>
                  <a:pt x="171664" y="114597"/>
                </a:cubicBezTo>
                <a:cubicBezTo>
                  <a:pt x="174957" y="101334"/>
                  <a:pt x="176604" y="87820"/>
                  <a:pt x="176604" y="74054"/>
                </a:cubicBezTo>
                <a:cubicBezTo>
                  <a:pt x="176604" y="61177"/>
                  <a:pt x="174838" y="48524"/>
                  <a:pt x="171308" y="36092"/>
                </a:cubicBezTo>
                <a:cubicBezTo>
                  <a:pt x="167777" y="23661"/>
                  <a:pt x="163104" y="11927"/>
                  <a:pt x="157289" y="890"/>
                </a:cubicBezTo>
                <a:lnTo>
                  <a:pt x="176960" y="890"/>
                </a:lnTo>
                <a:cubicBezTo>
                  <a:pt x="181588" y="9375"/>
                  <a:pt x="185519" y="17460"/>
                  <a:pt x="188753" y="25144"/>
                </a:cubicBezTo>
                <a:cubicBezTo>
                  <a:pt x="191987" y="32829"/>
                  <a:pt x="194464" y="40691"/>
                  <a:pt x="196185" y="48731"/>
                </a:cubicBezTo>
                <a:cubicBezTo>
                  <a:pt x="197906" y="56772"/>
                  <a:pt x="198766" y="65539"/>
                  <a:pt x="198766" y="75033"/>
                </a:cubicBezTo>
                <a:cubicBezTo>
                  <a:pt x="198766" y="84824"/>
                  <a:pt x="197965" y="93947"/>
                  <a:pt x="196363" y="102403"/>
                </a:cubicBezTo>
                <a:cubicBezTo>
                  <a:pt x="194761" y="110858"/>
                  <a:pt x="192343" y="119136"/>
                  <a:pt x="189109" y="127236"/>
                </a:cubicBezTo>
                <a:cubicBezTo>
                  <a:pt x="185875" y="135335"/>
                  <a:pt x="181825" y="143776"/>
                  <a:pt x="176960" y="152558"/>
                </a:cubicBezTo>
                <a:lnTo>
                  <a:pt x="157289" y="152558"/>
                </a:lnTo>
                <a:close/>
                <a:moveTo>
                  <a:pt x="311145" y="123008"/>
                </a:moveTo>
                <a:cubicBezTo>
                  <a:pt x="298862" y="123008"/>
                  <a:pt x="288330" y="120471"/>
                  <a:pt x="279547" y="115398"/>
                </a:cubicBezTo>
                <a:cubicBezTo>
                  <a:pt x="270765" y="110324"/>
                  <a:pt x="264016" y="103189"/>
                  <a:pt x="259298" y="93991"/>
                </a:cubicBezTo>
                <a:cubicBezTo>
                  <a:pt x="254581" y="84794"/>
                  <a:pt x="252222" y="73994"/>
                  <a:pt x="252222" y="61593"/>
                </a:cubicBezTo>
                <a:cubicBezTo>
                  <a:pt x="252222" y="49132"/>
                  <a:pt x="254581" y="38288"/>
                  <a:pt x="259298" y="29061"/>
                </a:cubicBezTo>
                <a:cubicBezTo>
                  <a:pt x="264016" y="19834"/>
                  <a:pt x="270765" y="12683"/>
                  <a:pt x="279547" y="7610"/>
                </a:cubicBezTo>
                <a:cubicBezTo>
                  <a:pt x="288330" y="2537"/>
                  <a:pt x="298862" y="0"/>
                  <a:pt x="311145" y="0"/>
                </a:cubicBezTo>
                <a:cubicBezTo>
                  <a:pt x="317316" y="0"/>
                  <a:pt x="323369" y="801"/>
                  <a:pt x="329302" y="2403"/>
                </a:cubicBezTo>
                <a:cubicBezTo>
                  <a:pt x="335236" y="4005"/>
                  <a:pt x="340666" y="6483"/>
                  <a:pt x="345591" y="9835"/>
                </a:cubicBezTo>
                <a:cubicBezTo>
                  <a:pt x="350516" y="13188"/>
                  <a:pt x="354580" y="17445"/>
                  <a:pt x="357785" y="22608"/>
                </a:cubicBezTo>
                <a:cubicBezTo>
                  <a:pt x="360989" y="27770"/>
                  <a:pt x="362917" y="33882"/>
                  <a:pt x="363570" y="40943"/>
                </a:cubicBezTo>
                <a:lnTo>
                  <a:pt x="338025" y="40943"/>
                </a:lnTo>
                <a:cubicBezTo>
                  <a:pt x="337550" y="37027"/>
                  <a:pt x="336186" y="33556"/>
                  <a:pt x="333931" y="30529"/>
                </a:cubicBezTo>
                <a:cubicBezTo>
                  <a:pt x="331676" y="27503"/>
                  <a:pt x="328590" y="25130"/>
                  <a:pt x="324674" y="23409"/>
                </a:cubicBezTo>
                <a:cubicBezTo>
                  <a:pt x="320758" y="21688"/>
                  <a:pt x="316070" y="20828"/>
                  <a:pt x="310611" y="20828"/>
                </a:cubicBezTo>
                <a:cubicBezTo>
                  <a:pt x="302778" y="20828"/>
                  <a:pt x="296459" y="22712"/>
                  <a:pt x="291652" y="26480"/>
                </a:cubicBezTo>
                <a:cubicBezTo>
                  <a:pt x="286846" y="30248"/>
                  <a:pt x="283345" y="35202"/>
                  <a:pt x="281150" y="41344"/>
                </a:cubicBezTo>
                <a:cubicBezTo>
                  <a:pt x="278954" y="47485"/>
                  <a:pt x="277856" y="54235"/>
                  <a:pt x="277856" y="61593"/>
                </a:cubicBezTo>
                <a:cubicBezTo>
                  <a:pt x="277856" y="68891"/>
                  <a:pt x="278969" y="75626"/>
                  <a:pt x="281194" y="81797"/>
                </a:cubicBezTo>
                <a:cubicBezTo>
                  <a:pt x="283419" y="87969"/>
                  <a:pt x="286965" y="92923"/>
                  <a:pt x="291830" y="96662"/>
                </a:cubicBezTo>
                <a:cubicBezTo>
                  <a:pt x="296696" y="100400"/>
                  <a:pt x="303134" y="102269"/>
                  <a:pt x="311145" y="102269"/>
                </a:cubicBezTo>
                <a:cubicBezTo>
                  <a:pt x="317079" y="102269"/>
                  <a:pt x="322137" y="101245"/>
                  <a:pt x="326321" y="99198"/>
                </a:cubicBezTo>
                <a:cubicBezTo>
                  <a:pt x="330504" y="97151"/>
                  <a:pt x="333768" y="94318"/>
                  <a:pt x="336111" y="90698"/>
                </a:cubicBezTo>
                <a:cubicBezTo>
                  <a:pt x="338455" y="87079"/>
                  <a:pt x="339805" y="82895"/>
                  <a:pt x="340161" y="78148"/>
                </a:cubicBezTo>
                <a:lnTo>
                  <a:pt x="311768" y="78148"/>
                </a:lnTo>
                <a:lnTo>
                  <a:pt x="311768" y="58211"/>
                </a:lnTo>
                <a:lnTo>
                  <a:pt x="365261" y="58211"/>
                </a:lnTo>
                <a:lnTo>
                  <a:pt x="365261" y="70405"/>
                </a:lnTo>
                <a:cubicBezTo>
                  <a:pt x="365261" y="80789"/>
                  <a:pt x="363170" y="89927"/>
                  <a:pt x="358986" y="97819"/>
                </a:cubicBezTo>
                <a:cubicBezTo>
                  <a:pt x="354803" y="105711"/>
                  <a:pt x="348691" y="111882"/>
                  <a:pt x="340651" y="116332"/>
                </a:cubicBezTo>
                <a:cubicBezTo>
                  <a:pt x="332611" y="120783"/>
                  <a:pt x="322775" y="123008"/>
                  <a:pt x="311145" y="123008"/>
                </a:cubicBezTo>
                <a:close/>
                <a:moveTo>
                  <a:pt x="385874" y="121406"/>
                </a:moveTo>
                <a:lnTo>
                  <a:pt x="385874" y="33467"/>
                </a:lnTo>
                <a:lnTo>
                  <a:pt x="408482" y="33467"/>
                </a:lnTo>
                <a:lnTo>
                  <a:pt x="408927" y="48331"/>
                </a:lnTo>
                <a:cubicBezTo>
                  <a:pt x="411181" y="43109"/>
                  <a:pt x="414564" y="39104"/>
                  <a:pt x="419073" y="36315"/>
                </a:cubicBezTo>
                <a:cubicBezTo>
                  <a:pt x="423583" y="33526"/>
                  <a:pt x="429042" y="32132"/>
                  <a:pt x="435451" y="32132"/>
                </a:cubicBezTo>
                <a:lnTo>
                  <a:pt x="437231" y="32132"/>
                </a:lnTo>
                <a:lnTo>
                  <a:pt x="437231" y="51980"/>
                </a:lnTo>
                <a:lnTo>
                  <a:pt x="435006" y="51980"/>
                </a:lnTo>
                <a:cubicBezTo>
                  <a:pt x="431505" y="51980"/>
                  <a:pt x="428152" y="52297"/>
                  <a:pt x="424948" y="52931"/>
                </a:cubicBezTo>
                <a:cubicBezTo>
                  <a:pt x="421744" y="53566"/>
                  <a:pt x="418836" y="54653"/>
                  <a:pt x="416225" y="56194"/>
                </a:cubicBezTo>
                <a:cubicBezTo>
                  <a:pt x="413614" y="57735"/>
                  <a:pt x="411359" y="59865"/>
                  <a:pt x="409461" y="62583"/>
                </a:cubicBezTo>
                <a:lnTo>
                  <a:pt x="409461" y="121406"/>
                </a:lnTo>
                <a:lnTo>
                  <a:pt x="385874" y="121406"/>
                </a:lnTo>
                <a:close/>
                <a:moveTo>
                  <a:pt x="477214" y="123008"/>
                </a:moveTo>
                <a:cubicBezTo>
                  <a:pt x="472289" y="123008"/>
                  <a:pt x="467691" y="122049"/>
                  <a:pt x="463418" y="120132"/>
                </a:cubicBezTo>
                <a:cubicBezTo>
                  <a:pt x="459146" y="118214"/>
                  <a:pt x="455690" y="115323"/>
                  <a:pt x="453049" y="111459"/>
                </a:cubicBezTo>
                <a:cubicBezTo>
                  <a:pt x="450409" y="107593"/>
                  <a:pt x="449088" y="102754"/>
                  <a:pt x="449088" y="96943"/>
                </a:cubicBezTo>
                <a:cubicBezTo>
                  <a:pt x="449088" y="88854"/>
                  <a:pt x="451491" y="82758"/>
                  <a:pt x="456298" y="78654"/>
                </a:cubicBezTo>
                <a:cubicBezTo>
                  <a:pt x="461104" y="74549"/>
                  <a:pt x="467824" y="71762"/>
                  <a:pt x="476458" y="70293"/>
                </a:cubicBezTo>
                <a:cubicBezTo>
                  <a:pt x="485092" y="68825"/>
                  <a:pt x="495135" y="67971"/>
                  <a:pt x="506587" y="67732"/>
                </a:cubicBezTo>
                <a:lnTo>
                  <a:pt x="506587" y="62956"/>
                </a:lnTo>
                <a:cubicBezTo>
                  <a:pt x="506587" y="57137"/>
                  <a:pt x="505237" y="53156"/>
                  <a:pt x="502537" y="51012"/>
                </a:cubicBezTo>
                <a:cubicBezTo>
                  <a:pt x="499837" y="48869"/>
                  <a:pt x="496351" y="47797"/>
                  <a:pt x="492079" y="47797"/>
                </a:cubicBezTo>
                <a:cubicBezTo>
                  <a:pt x="487391" y="47797"/>
                  <a:pt x="483534" y="48940"/>
                  <a:pt x="480508" y="51226"/>
                </a:cubicBezTo>
                <a:cubicBezTo>
                  <a:pt x="477481" y="53511"/>
                  <a:pt x="475968" y="57213"/>
                  <a:pt x="475968" y="62333"/>
                </a:cubicBezTo>
                <a:lnTo>
                  <a:pt x="453895" y="62333"/>
                </a:lnTo>
                <a:cubicBezTo>
                  <a:pt x="453895" y="54821"/>
                  <a:pt x="455512" y="48871"/>
                  <a:pt x="458746" y="44484"/>
                </a:cubicBezTo>
                <a:cubicBezTo>
                  <a:pt x="461979" y="40095"/>
                  <a:pt x="466459" y="36939"/>
                  <a:pt x="472186" y="35016"/>
                </a:cubicBezTo>
                <a:cubicBezTo>
                  <a:pt x="477912" y="33093"/>
                  <a:pt x="484543" y="32132"/>
                  <a:pt x="492079" y="32132"/>
                </a:cubicBezTo>
                <a:cubicBezTo>
                  <a:pt x="497597" y="32132"/>
                  <a:pt x="502641" y="32597"/>
                  <a:pt x="507210" y="33528"/>
                </a:cubicBezTo>
                <a:cubicBezTo>
                  <a:pt x="511779" y="34459"/>
                  <a:pt x="515740" y="36065"/>
                  <a:pt x="519092" y="38348"/>
                </a:cubicBezTo>
                <a:cubicBezTo>
                  <a:pt x="522445" y="40629"/>
                  <a:pt x="525041" y="43737"/>
                  <a:pt x="526880" y="47672"/>
                </a:cubicBezTo>
                <a:cubicBezTo>
                  <a:pt x="528720" y="51605"/>
                  <a:pt x="529640" y="56514"/>
                  <a:pt x="529640" y="62399"/>
                </a:cubicBezTo>
                <a:lnTo>
                  <a:pt x="529640" y="121406"/>
                </a:lnTo>
                <a:lnTo>
                  <a:pt x="507566" y="121406"/>
                </a:lnTo>
                <a:lnTo>
                  <a:pt x="506854" y="110191"/>
                </a:lnTo>
                <a:cubicBezTo>
                  <a:pt x="503175" y="114404"/>
                  <a:pt x="498903" y="117593"/>
                  <a:pt x="494037" y="119759"/>
                </a:cubicBezTo>
                <a:cubicBezTo>
                  <a:pt x="489171" y="121925"/>
                  <a:pt x="483564" y="123008"/>
                  <a:pt x="477214" y="123008"/>
                </a:cubicBezTo>
                <a:moveTo>
                  <a:pt x="484958" y="106808"/>
                </a:moveTo>
                <a:cubicBezTo>
                  <a:pt x="489408" y="106808"/>
                  <a:pt x="493518" y="105627"/>
                  <a:pt x="497286" y="103265"/>
                </a:cubicBezTo>
                <a:cubicBezTo>
                  <a:pt x="501054" y="100901"/>
                  <a:pt x="504065" y="98204"/>
                  <a:pt x="506320" y="95176"/>
                </a:cubicBezTo>
                <a:lnTo>
                  <a:pt x="506320" y="80816"/>
                </a:lnTo>
                <a:cubicBezTo>
                  <a:pt x="493859" y="80877"/>
                  <a:pt x="485136" y="82074"/>
                  <a:pt x="480152" y="84406"/>
                </a:cubicBezTo>
                <a:cubicBezTo>
                  <a:pt x="475167" y="86739"/>
                  <a:pt x="472675" y="90511"/>
                  <a:pt x="472675" y="95721"/>
                </a:cubicBezTo>
                <a:cubicBezTo>
                  <a:pt x="472675" y="99478"/>
                  <a:pt x="473817" y="102265"/>
                  <a:pt x="476102" y="104083"/>
                </a:cubicBezTo>
                <a:cubicBezTo>
                  <a:pt x="478386" y="105900"/>
                  <a:pt x="481338" y="106808"/>
                  <a:pt x="484958" y="106808"/>
                </a:cubicBezTo>
                <a:close/>
                <a:moveTo>
                  <a:pt x="552374" y="153270"/>
                </a:moveTo>
                <a:lnTo>
                  <a:pt x="552374" y="33467"/>
                </a:lnTo>
                <a:lnTo>
                  <a:pt x="574626" y="33467"/>
                </a:lnTo>
                <a:lnTo>
                  <a:pt x="575961" y="46729"/>
                </a:lnTo>
                <a:cubicBezTo>
                  <a:pt x="579165" y="42041"/>
                  <a:pt x="583022" y="38436"/>
                  <a:pt x="587532" y="35914"/>
                </a:cubicBezTo>
                <a:cubicBezTo>
                  <a:pt x="592042" y="33392"/>
                  <a:pt x="597382" y="32132"/>
                  <a:pt x="603553" y="32132"/>
                </a:cubicBezTo>
                <a:cubicBezTo>
                  <a:pt x="610318" y="32132"/>
                  <a:pt x="616326" y="33783"/>
                  <a:pt x="621577" y="37085"/>
                </a:cubicBezTo>
                <a:cubicBezTo>
                  <a:pt x="626829" y="40388"/>
                  <a:pt x="630953" y="45402"/>
                  <a:pt x="633949" y="52128"/>
                </a:cubicBezTo>
                <a:cubicBezTo>
                  <a:pt x="636946" y="58851"/>
                  <a:pt x="638444" y="67467"/>
                  <a:pt x="638444" y="77976"/>
                </a:cubicBezTo>
                <a:cubicBezTo>
                  <a:pt x="638444" y="88123"/>
                  <a:pt x="636827" y="96498"/>
                  <a:pt x="633593" y="103104"/>
                </a:cubicBezTo>
                <a:cubicBezTo>
                  <a:pt x="630359" y="109709"/>
                  <a:pt x="625983" y="114662"/>
                  <a:pt x="620465" y="117965"/>
                </a:cubicBezTo>
                <a:cubicBezTo>
                  <a:pt x="614946" y="121267"/>
                  <a:pt x="608745" y="122948"/>
                  <a:pt x="601862" y="123008"/>
                </a:cubicBezTo>
                <a:cubicBezTo>
                  <a:pt x="596225" y="123067"/>
                  <a:pt x="591196" y="121910"/>
                  <a:pt x="586775" y="119536"/>
                </a:cubicBezTo>
                <a:cubicBezTo>
                  <a:pt x="582355" y="117163"/>
                  <a:pt x="578750" y="113840"/>
                  <a:pt x="575961" y="109568"/>
                </a:cubicBezTo>
                <a:lnTo>
                  <a:pt x="575961" y="153270"/>
                </a:lnTo>
                <a:lnTo>
                  <a:pt x="552374" y="153270"/>
                </a:lnTo>
                <a:moveTo>
                  <a:pt x="595988" y="104939"/>
                </a:moveTo>
                <a:cubicBezTo>
                  <a:pt x="601921" y="104939"/>
                  <a:pt x="606461" y="102609"/>
                  <a:pt x="609606" y="97949"/>
                </a:cubicBezTo>
                <a:cubicBezTo>
                  <a:pt x="612751" y="93290"/>
                  <a:pt x="614323" y="86543"/>
                  <a:pt x="614323" y="77709"/>
                </a:cubicBezTo>
                <a:cubicBezTo>
                  <a:pt x="614323" y="68328"/>
                  <a:pt x="612854" y="61368"/>
                  <a:pt x="609917" y="56831"/>
                </a:cubicBezTo>
                <a:cubicBezTo>
                  <a:pt x="606980" y="52292"/>
                  <a:pt x="602960" y="50022"/>
                  <a:pt x="597857" y="50022"/>
                </a:cubicBezTo>
                <a:cubicBezTo>
                  <a:pt x="592516" y="50022"/>
                  <a:pt x="587947" y="51550"/>
                  <a:pt x="584150" y="54606"/>
                </a:cubicBezTo>
                <a:cubicBezTo>
                  <a:pt x="580352" y="57662"/>
                  <a:pt x="577622" y="61005"/>
                  <a:pt x="575961" y="64636"/>
                </a:cubicBezTo>
                <a:lnTo>
                  <a:pt x="575961" y="90779"/>
                </a:lnTo>
                <a:cubicBezTo>
                  <a:pt x="577860" y="94652"/>
                  <a:pt x="580515" y="97981"/>
                  <a:pt x="583927" y="100764"/>
                </a:cubicBezTo>
                <a:cubicBezTo>
                  <a:pt x="587339" y="103548"/>
                  <a:pt x="591359" y="104939"/>
                  <a:pt x="595988" y="104939"/>
                </a:cubicBezTo>
                <a:close/>
                <a:moveTo>
                  <a:pt x="659595" y="121406"/>
                </a:moveTo>
                <a:lnTo>
                  <a:pt x="659595" y="1602"/>
                </a:lnTo>
                <a:lnTo>
                  <a:pt x="682737" y="1602"/>
                </a:lnTo>
                <a:lnTo>
                  <a:pt x="682737" y="46373"/>
                </a:lnTo>
                <a:cubicBezTo>
                  <a:pt x="685644" y="42634"/>
                  <a:pt x="689472" y="39326"/>
                  <a:pt x="694219" y="36448"/>
                </a:cubicBezTo>
                <a:cubicBezTo>
                  <a:pt x="698966" y="33570"/>
                  <a:pt x="705078" y="32132"/>
                  <a:pt x="712554" y="32132"/>
                </a:cubicBezTo>
                <a:cubicBezTo>
                  <a:pt x="721574" y="32132"/>
                  <a:pt x="728501" y="34822"/>
                  <a:pt x="733337" y="40203"/>
                </a:cubicBezTo>
                <a:cubicBezTo>
                  <a:pt x="738173" y="45583"/>
                  <a:pt x="740591" y="53563"/>
                  <a:pt x="740591" y="64143"/>
                </a:cubicBezTo>
                <a:lnTo>
                  <a:pt x="740591" y="121406"/>
                </a:lnTo>
                <a:lnTo>
                  <a:pt x="717005" y="121406"/>
                </a:lnTo>
                <a:lnTo>
                  <a:pt x="717005" y="66928"/>
                </a:lnTo>
                <a:cubicBezTo>
                  <a:pt x="717005" y="63790"/>
                  <a:pt x="716574" y="61015"/>
                  <a:pt x="715714" y="58603"/>
                </a:cubicBezTo>
                <a:cubicBezTo>
                  <a:pt x="714854" y="56190"/>
                  <a:pt x="713474" y="54320"/>
                  <a:pt x="711575" y="52993"/>
                </a:cubicBezTo>
                <a:cubicBezTo>
                  <a:pt x="709676" y="51665"/>
                  <a:pt x="707154" y="51001"/>
                  <a:pt x="704010" y="51001"/>
                </a:cubicBezTo>
                <a:cubicBezTo>
                  <a:pt x="699322" y="51001"/>
                  <a:pt x="695302" y="52117"/>
                  <a:pt x="691949" y="54350"/>
                </a:cubicBezTo>
                <a:cubicBezTo>
                  <a:pt x="688597" y="56582"/>
                  <a:pt x="685674" y="59297"/>
                  <a:pt x="683182" y="62494"/>
                </a:cubicBezTo>
                <a:lnTo>
                  <a:pt x="683182" y="121406"/>
                </a:lnTo>
                <a:lnTo>
                  <a:pt x="659595" y="121406"/>
                </a:lnTo>
                <a:close/>
                <a:moveTo>
                  <a:pt x="802449" y="121406"/>
                </a:moveTo>
                <a:lnTo>
                  <a:pt x="802449" y="1602"/>
                </a:lnTo>
                <a:lnTo>
                  <a:pt x="851759" y="1602"/>
                </a:lnTo>
                <a:cubicBezTo>
                  <a:pt x="859473" y="1602"/>
                  <a:pt x="866356" y="2684"/>
                  <a:pt x="872409" y="4848"/>
                </a:cubicBezTo>
                <a:cubicBezTo>
                  <a:pt x="878461" y="7010"/>
                  <a:pt x="883253" y="10506"/>
                  <a:pt x="886783" y="15334"/>
                </a:cubicBezTo>
                <a:cubicBezTo>
                  <a:pt x="890314" y="20163"/>
                  <a:pt x="892079" y="26577"/>
                  <a:pt x="892079" y="34576"/>
                </a:cubicBezTo>
                <a:cubicBezTo>
                  <a:pt x="892079" y="42162"/>
                  <a:pt x="890047" y="48592"/>
                  <a:pt x="885982" y="53866"/>
                </a:cubicBezTo>
                <a:cubicBezTo>
                  <a:pt x="881918" y="59140"/>
                  <a:pt x="875761" y="62902"/>
                  <a:pt x="867513" y="65153"/>
                </a:cubicBezTo>
                <a:cubicBezTo>
                  <a:pt x="872557" y="65926"/>
                  <a:pt x="876592" y="67457"/>
                  <a:pt x="879618" y="69745"/>
                </a:cubicBezTo>
                <a:cubicBezTo>
                  <a:pt x="882645" y="72034"/>
                  <a:pt x="885092" y="75109"/>
                  <a:pt x="886961" y="78971"/>
                </a:cubicBezTo>
                <a:cubicBezTo>
                  <a:pt x="888831" y="82834"/>
                  <a:pt x="890536" y="87588"/>
                  <a:pt x="892079" y="93235"/>
                </a:cubicBezTo>
                <a:lnTo>
                  <a:pt x="900001" y="121406"/>
                </a:lnTo>
                <a:lnTo>
                  <a:pt x="873833" y="121406"/>
                </a:lnTo>
                <a:lnTo>
                  <a:pt x="868225" y="98219"/>
                </a:lnTo>
                <a:cubicBezTo>
                  <a:pt x="867039" y="92986"/>
                  <a:pt x="865674" y="88706"/>
                  <a:pt x="864131" y="85377"/>
                </a:cubicBezTo>
                <a:cubicBezTo>
                  <a:pt x="862588" y="82047"/>
                  <a:pt x="860497" y="79565"/>
                  <a:pt x="857856" y="77931"/>
                </a:cubicBezTo>
                <a:cubicBezTo>
                  <a:pt x="855216" y="76296"/>
                  <a:pt x="851581" y="75478"/>
                  <a:pt x="846953" y="75478"/>
                </a:cubicBezTo>
                <a:lnTo>
                  <a:pt x="827460" y="75478"/>
                </a:lnTo>
                <a:lnTo>
                  <a:pt x="827460" y="121406"/>
                </a:lnTo>
                <a:lnTo>
                  <a:pt x="802449" y="121406"/>
                </a:lnTo>
                <a:moveTo>
                  <a:pt x="827460" y="54828"/>
                </a:moveTo>
                <a:lnTo>
                  <a:pt x="847576" y="54828"/>
                </a:lnTo>
                <a:cubicBezTo>
                  <a:pt x="851492" y="54828"/>
                  <a:pt x="854860" y="54207"/>
                  <a:pt x="857678" y="52965"/>
                </a:cubicBezTo>
                <a:cubicBezTo>
                  <a:pt x="860497" y="51722"/>
                  <a:pt x="862677" y="49859"/>
                  <a:pt x="864220" y="47374"/>
                </a:cubicBezTo>
                <a:cubicBezTo>
                  <a:pt x="865763" y="44887"/>
                  <a:pt x="866534" y="41839"/>
                  <a:pt x="866534" y="38229"/>
                </a:cubicBezTo>
                <a:cubicBezTo>
                  <a:pt x="866534" y="32962"/>
                  <a:pt x="864932" y="28998"/>
                  <a:pt x="861728" y="26335"/>
                </a:cubicBezTo>
                <a:cubicBezTo>
                  <a:pt x="858524" y="23672"/>
                  <a:pt x="854281" y="22341"/>
                  <a:pt x="849000" y="22341"/>
                </a:cubicBezTo>
                <a:lnTo>
                  <a:pt x="827460" y="22341"/>
                </a:lnTo>
                <a:lnTo>
                  <a:pt x="827460" y="54828"/>
                </a:lnTo>
                <a:close/>
                <a:moveTo>
                  <a:pt x="956510" y="123008"/>
                </a:moveTo>
                <a:cubicBezTo>
                  <a:pt x="946838" y="123008"/>
                  <a:pt x="938709" y="121191"/>
                  <a:pt x="932122" y="117559"/>
                </a:cubicBezTo>
                <a:cubicBezTo>
                  <a:pt x="925535" y="113926"/>
                  <a:pt x="920551" y="108688"/>
                  <a:pt x="917169" y="101844"/>
                </a:cubicBezTo>
                <a:cubicBezTo>
                  <a:pt x="913787" y="94997"/>
                  <a:pt x="912095" y="86771"/>
                  <a:pt x="912095" y="77164"/>
                </a:cubicBezTo>
                <a:cubicBezTo>
                  <a:pt x="912095" y="67857"/>
                  <a:pt x="913742" y="59841"/>
                  <a:pt x="917035" y="53118"/>
                </a:cubicBezTo>
                <a:cubicBezTo>
                  <a:pt x="920329" y="46392"/>
                  <a:pt x="925165" y="41213"/>
                  <a:pt x="931543" y="37580"/>
                </a:cubicBezTo>
                <a:cubicBezTo>
                  <a:pt x="937922" y="33948"/>
                  <a:pt x="945770" y="32132"/>
                  <a:pt x="955086" y="32132"/>
                </a:cubicBezTo>
                <a:cubicBezTo>
                  <a:pt x="968021" y="32132"/>
                  <a:pt x="978242" y="35955"/>
                  <a:pt x="985749" y="43602"/>
                </a:cubicBezTo>
                <a:cubicBezTo>
                  <a:pt x="993255" y="51249"/>
                  <a:pt x="997008" y="62151"/>
                  <a:pt x="997008" y="76307"/>
                </a:cubicBezTo>
                <a:cubicBezTo>
                  <a:pt x="997008" y="77026"/>
                  <a:pt x="996978" y="78001"/>
                  <a:pt x="996919" y="79230"/>
                </a:cubicBezTo>
                <a:cubicBezTo>
                  <a:pt x="996860" y="80460"/>
                  <a:pt x="996771" y="81404"/>
                  <a:pt x="996652" y="82064"/>
                </a:cubicBezTo>
                <a:lnTo>
                  <a:pt x="935682" y="82064"/>
                </a:lnTo>
                <a:cubicBezTo>
                  <a:pt x="935801" y="86253"/>
                  <a:pt x="936558" y="90169"/>
                  <a:pt x="937952" y="93811"/>
                </a:cubicBezTo>
                <a:cubicBezTo>
                  <a:pt x="939346" y="97452"/>
                  <a:pt x="941557" y="100381"/>
                  <a:pt x="944583" y="102597"/>
                </a:cubicBezTo>
                <a:cubicBezTo>
                  <a:pt x="947609" y="104811"/>
                  <a:pt x="951585" y="105918"/>
                  <a:pt x="956510" y="105918"/>
                </a:cubicBezTo>
                <a:cubicBezTo>
                  <a:pt x="961613" y="105918"/>
                  <a:pt x="965707" y="104772"/>
                  <a:pt x="968793" y="102480"/>
                </a:cubicBezTo>
                <a:cubicBezTo>
                  <a:pt x="971878" y="100189"/>
                  <a:pt x="973451" y="96780"/>
                  <a:pt x="973510" y="92256"/>
                </a:cubicBezTo>
                <a:lnTo>
                  <a:pt x="996741" y="92256"/>
                </a:lnTo>
                <a:cubicBezTo>
                  <a:pt x="996444" y="99109"/>
                  <a:pt x="994590" y="104821"/>
                  <a:pt x="991178" y="109390"/>
                </a:cubicBezTo>
                <a:cubicBezTo>
                  <a:pt x="987766" y="113959"/>
                  <a:pt x="983108" y="117371"/>
                  <a:pt x="977204" y="119625"/>
                </a:cubicBezTo>
                <a:cubicBezTo>
                  <a:pt x="971300" y="121880"/>
                  <a:pt x="964402" y="123008"/>
                  <a:pt x="956510" y="123008"/>
                </a:cubicBezTo>
                <a:moveTo>
                  <a:pt x="935949" y="67111"/>
                </a:moveTo>
                <a:lnTo>
                  <a:pt x="973599" y="67111"/>
                </a:lnTo>
                <a:cubicBezTo>
                  <a:pt x="973421" y="60881"/>
                  <a:pt x="971626" y="56223"/>
                  <a:pt x="968214" y="53137"/>
                </a:cubicBezTo>
                <a:cubicBezTo>
                  <a:pt x="964802" y="50052"/>
                  <a:pt x="960426" y="48509"/>
                  <a:pt x="955086" y="48509"/>
                </a:cubicBezTo>
                <a:cubicBezTo>
                  <a:pt x="949627" y="48509"/>
                  <a:pt x="945162" y="50097"/>
                  <a:pt x="941690" y="53273"/>
                </a:cubicBezTo>
                <a:cubicBezTo>
                  <a:pt x="938219" y="56450"/>
                  <a:pt x="936305" y="61063"/>
                  <a:pt x="935949" y="67111"/>
                </a:cubicBezTo>
                <a:close/>
                <a:moveTo>
                  <a:pt x="1041792" y="123008"/>
                </a:moveTo>
                <a:cubicBezTo>
                  <a:pt x="1036867" y="123008"/>
                  <a:pt x="1032268" y="122049"/>
                  <a:pt x="1027996" y="120132"/>
                </a:cubicBezTo>
                <a:cubicBezTo>
                  <a:pt x="1023723" y="118214"/>
                  <a:pt x="1020267" y="115323"/>
                  <a:pt x="1017626" y="111459"/>
                </a:cubicBezTo>
                <a:cubicBezTo>
                  <a:pt x="1014986" y="107593"/>
                  <a:pt x="1013666" y="102754"/>
                  <a:pt x="1013666" y="96943"/>
                </a:cubicBezTo>
                <a:cubicBezTo>
                  <a:pt x="1013666" y="88854"/>
                  <a:pt x="1016069" y="82758"/>
                  <a:pt x="1020875" y="78654"/>
                </a:cubicBezTo>
                <a:cubicBezTo>
                  <a:pt x="1025682" y="74549"/>
                  <a:pt x="1032402" y="71762"/>
                  <a:pt x="1041035" y="70293"/>
                </a:cubicBezTo>
                <a:cubicBezTo>
                  <a:pt x="1049669" y="68825"/>
                  <a:pt x="1059712" y="67971"/>
                  <a:pt x="1071164" y="67732"/>
                </a:cubicBezTo>
                <a:lnTo>
                  <a:pt x="1071164" y="62956"/>
                </a:lnTo>
                <a:cubicBezTo>
                  <a:pt x="1071164" y="57137"/>
                  <a:pt x="1069814" y="53156"/>
                  <a:pt x="1067114" y="51012"/>
                </a:cubicBezTo>
                <a:cubicBezTo>
                  <a:pt x="1064414" y="48869"/>
                  <a:pt x="1060928" y="47797"/>
                  <a:pt x="1056656" y="47797"/>
                </a:cubicBezTo>
                <a:cubicBezTo>
                  <a:pt x="1051968" y="47797"/>
                  <a:pt x="1048111" y="48940"/>
                  <a:pt x="1045085" y="51226"/>
                </a:cubicBezTo>
                <a:cubicBezTo>
                  <a:pt x="1042059" y="53511"/>
                  <a:pt x="1040546" y="57213"/>
                  <a:pt x="1040546" y="62333"/>
                </a:cubicBezTo>
                <a:lnTo>
                  <a:pt x="1018472" y="62333"/>
                </a:lnTo>
                <a:cubicBezTo>
                  <a:pt x="1018472" y="54821"/>
                  <a:pt x="1020089" y="48871"/>
                  <a:pt x="1023323" y="44484"/>
                </a:cubicBezTo>
                <a:cubicBezTo>
                  <a:pt x="1026557" y="40095"/>
                  <a:pt x="1031037" y="36939"/>
                  <a:pt x="1036763" y="35016"/>
                </a:cubicBezTo>
                <a:cubicBezTo>
                  <a:pt x="1042489" y="33093"/>
                  <a:pt x="1049120" y="32132"/>
                  <a:pt x="1056656" y="32132"/>
                </a:cubicBezTo>
                <a:cubicBezTo>
                  <a:pt x="1062174" y="32132"/>
                  <a:pt x="1067218" y="32597"/>
                  <a:pt x="1071787" y="33528"/>
                </a:cubicBezTo>
                <a:cubicBezTo>
                  <a:pt x="1076356" y="34459"/>
                  <a:pt x="1080317" y="36065"/>
                  <a:pt x="1083670" y="38348"/>
                </a:cubicBezTo>
                <a:cubicBezTo>
                  <a:pt x="1087022" y="40629"/>
                  <a:pt x="1089618" y="43737"/>
                  <a:pt x="1091458" y="47672"/>
                </a:cubicBezTo>
                <a:cubicBezTo>
                  <a:pt x="1093297" y="51605"/>
                  <a:pt x="1094217" y="56514"/>
                  <a:pt x="1094217" y="62399"/>
                </a:cubicBezTo>
                <a:lnTo>
                  <a:pt x="1094217" y="121406"/>
                </a:lnTo>
                <a:lnTo>
                  <a:pt x="1072143" y="121406"/>
                </a:lnTo>
                <a:lnTo>
                  <a:pt x="1071431" y="110191"/>
                </a:lnTo>
                <a:cubicBezTo>
                  <a:pt x="1067752" y="114404"/>
                  <a:pt x="1063480" y="117593"/>
                  <a:pt x="1058614" y="119759"/>
                </a:cubicBezTo>
                <a:cubicBezTo>
                  <a:pt x="1053748" y="121925"/>
                  <a:pt x="1048141" y="123008"/>
                  <a:pt x="1041792" y="123008"/>
                </a:cubicBezTo>
                <a:moveTo>
                  <a:pt x="1049535" y="106808"/>
                </a:moveTo>
                <a:cubicBezTo>
                  <a:pt x="1053986" y="106808"/>
                  <a:pt x="1058095" y="105627"/>
                  <a:pt x="1061863" y="103265"/>
                </a:cubicBezTo>
                <a:cubicBezTo>
                  <a:pt x="1065631" y="100901"/>
                  <a:pt x="1068642" y="98204"/>
                  <a:pt x="1070897" y="95176"/>
                </a:cubicBezTo>
                <a:lnTo>
                  <a:pt x="1070897" y="80816"/>
                </a:lnTo>
                <a:cubicBezTo>
                  <a:pt x="1058436" y="80877"/>
                  <a:pt x="1049713" y="82074"/>
                  <a:pt x="1044729" y="84406"/>
                </a:cubicBezTo>
                <a:cubicBezTo>
                  <a:pt x="1039745" y="86739"/>
                  <a:pt x="1037252" y="90511"/>
                  <a:pt x="1037252" y="95721"/>
                </a:cubicBezTo>
                <a:cubicBezTo>
                  <a:pt x="1037252" y="99478"/>
                  <a:pt x="1038395" y="102265"/>
                  <a:pt x="1040679" y="104083"/>
                </a:cubicBezTo>
                <a:cubicBezTo>
                  <a:pt x="1042964" y="105900"/>
                  <a:pt x="1045916" y="106808"/>
                  <a:pt x="1049535" y="106808"/>
                </a:cubicBezTo>
                <a:close/>
                <a:moveTo>
                  <a:pt x="1146858" y="123008"/>
                </a:moveTo>
                <a:cubicBezTo>
                  <a:pt x="1140331" y="123008"/>
                  <a:pt x="1134471" y="121356"/>
                  <a:pt x="1129279" y="118054"/>
                </a:cubicBezTo>
                <a:cubicBezTo>
                  <a:pt x="1124087" y="114751"/>
                  <a:pt x="1119993" y="109693"/>
                  <a:pt x="1116996" y="102878"/>
                </a:cubicBezTo>
                <a:cubicBezTo>
                  <a:pt x="1114000" y="96064"/>
                  <a:pt x="1112502" y="87402"/>
                  <a:pt x="1112502" y="76894"/>
                </a:cubicBezTo>
                <a:cubicBezTo>
                  <a:pt x="1112502" y="66747"/>
                  <a:pt x="1114118" y="58371"/>
                  <a:pt x="1117352" y="51766"/>
                </a:cubicBezTo>
                <a:cubicBezTo>
                  <a:pt x="1120586" y="45161"/>
                  <a:pt x="1124963" y="40238"/>
                  <a:pt x="1130481" y="36996"/>
                </a:cubicBezTo>
                <a:cubicBezTo>
                  <a:pt x="1135999" y="33753"/>
                  <a:pt x="1142200" y="32132"/>
                  <a:pt x="1149083" y="32132"/>
                </a:cubicBezTo>
                <a:cubicBezTo>
                  <a:pt x="1155136" y="32132"/>
                  <a:pt x="1160328" y="33378"/>
                  <a:pt x="1164660" y="35870"/>
                </a:cubicBezTo>
                <a:cubicBezTo>
                  <a:pt x="1168991" y="38362"/>
                  <a:pt x="1172433" y="41626"/>
                  <a:pt x="1174984" y="45661"/>
                </a:cubicBezTo>
                <a:lnTo>
                  <a:pt x="1174984" y="1602"/>
                </a:lnTo>
                <a:lnTo>
                  <a:pt x="1198571" y="1602"/>
                </a:lnTo>
                <a:lnTo>
                  <a:pt x="1198571" y="121406"/>
                </a:lnTo>
                <a:lnTo>
                  <a:pt x="1175964" y="121406"/>
                </a:lnTo>
                <a:lnTo>
                  <a:pt x="1174984" y="109123"/>
                </a:lnTo>
                <a:cubicBezTo>
                  <a:pt x="1171899" y="113395"/>
                  <a:pt x="1168072" y="116777"/>
                  <a:pt x="1163503" y="119269"/>
                </a:cubicBezTo>
                <a:cubicBezTo>
                  <a:pt x="1158934" y="121762"/>
                  <a:pt x="1153385" y="123008"/>
                  <a:pt x="1146858" y="123008"/>
                </a:cubicBezTo>
                <a:moveTo>
                  <a:pt x="1153801" y="105028"/>
                </a:moveTo>
                <a:cubicBezTo>
                  <a:pt x="1158785" y="105028"/>
                  <a:pt x="1163087" y="103606"/>
                  <a:pt x="1166707" y="100762"/>
                </a:cubicBezTo>
                <a:cubicBezTo>
                  <a:pt x="1170326" y="97917"/>
                  <a:pt x="1173086" y="94589"/>
                  <a:pt x="1174984" y="90779"/>
                </a:cubicBezTo>
                <a:lnTo>
                  <a:pt x="1174984" y="64908"/>
                </a:lnTo>
                <a:cubicBezTo>
                  <a:pt x="1173145" y="60914"/>
                  <a:pt x="1170564" y="57435"/>
                  <a:pt x="1167241" y="54470"/>
                </a:cubicBezTo>
                <a:cubicBezTo>
                  <a:pt x="1163918" y="51504"/>
                  <a:pt x="1159824" y="50022"/>
                  <a:pt x="1154958" y="50022"/>
                </a:cubicBezTo>
                <a:cubicBezTo>
                  <a:pt x="1149143" y="50022"/>
                  <a:pt x="1144633" y="52321"/>
                  <a:pt x="1141429" y="56920"/>
                </a:cubicBezTo>
                <a:cubicBezTo>
                  <a:pt x="1138225" y="61519"/>
                  <a:pt x="1136622" y="68176"/>
                  <a:pt x="1136622" y="76891"/>
                </a:cubicBezTo>
                <a:cubicBezTo>
                  <a:pt x="1136622" y="86452"/>
                  <a:pt x="1138150" y="93532"/>
                  <a:pt x="1141206" y="98130"/>
                </a:cubicBezTo>
                <a:cubicBezTo>
                  <a:pt x="1144262" y="102729"/>
                  <a:pt x="1148460" y="105028"/>
                  <a:pt x="1153801" y="105028"/>
                </a:cubicBezTo>
                <a:close/>
                <a:moveTo>
                  <a:pt x="1263603" y="123008"/>
                </a:moveTo>
                <a:cubicBezTo>
                  <a:pt x="1254821" y="123008"/>
                  <a:pt x="1247122" y="121237"/>
                  <a:pt x="1240506" y="117695"/>
                </a:cubicBezTo>
                <a:cubicBezTo>
                  <a:pt x="1233889" y="114152"/>
                  <a:pt x="1228771" y="109018"/>
                  <a:pt x="1225152" y="102294"/>
                </a:cubicBezTo>
                <a:cubicBezTo>
                  <a:pt x="1221532" y="95569"/>
                  <a:pt x="1219722" y="87432"/>
                  <a:pt x="1219722" y="77884"/>
                </a:cubicBezTo>
                <a:cubicBezTo>
                  <a:pt x="1219722" y="68158"/>
                  <a:pt x="1221532" y="59888"/>
                  <a:pt x="1225152" y="53073"/>
                </a:cubicBezTo>
                <a:cubicBezTo>
                  <a:pt x="1228771" y="46257"/>
                  <a:pt x="1233889" y="41063"/>
                  <a:pt x="1240506" y="37491"/>
                </a:cubicBezTo>
                <a:cubicBezTo>
                  <a:pt x="1247122" y="33918"/>
                  <a:pt x="1254821" y="32132"/>
                  <a:pt x="1263603" y="32132"/>
                </a:cubicBezTo>
                <a:cubicBezTo>
                  <a:pt x="1272504" y="32132"/>
                  <a:pt x="1280262" y="33918"/>
                  <a:pt x="1286878" y="37491"/>
                </a:cubicBezTo>
                <a:cubicBezTo>
                  <a:pt x="1293494" y="41063"/>
                  <a:pt x="1298642" y="46257"/>
                  <a:pt x="1302321" y="53073"/>
                </a:cubicBezTo>
                <a:cubicBezTo>
                  <a:pt x="1306000" y="59888"/>
                  <a:pt x="1307839" y="68158"/>
                  <a:pt x="1307839" y="77884"/>
                </a:cubicBezTo>
                <a:cubicBezTo>
                  <a:pt x="1307839" y="87432"/>
                  <a:pt x="1306000" y="95569"/>
                  <a:pt x="1302321" y="102294"/>
                </a:cubicBezTo>
                <a:cubicBezTo>
                  <a:pt x="1298642" y="109018"/>
                  <a:pt x="1293494" y="114152"/>
                  <a:pt x="1286878" y="117695"/>
                </a:cubicBezTo>
                <a:cubicBezTo>
                  <a:pt x="1280262" y="121237"/>
                  <a:pt x="1272504" y="123008"/>
                  <a:pt x="1263603" y="123008"/>
                </a:cubicBezTo>
                <a:moveTo>
                  <a:pt x="1263603" y="105028"/>
                </a:moveTo>
                <a:cubicBezTo>
                  <a:pt x="1268765" y="105028"/>
                  <a:pt x="1272815" y="103803"/>
                  <a:pt x="1275752" y="101351"/>
                </a:cubicBezTo>
                <a:cubicBezTo>
                  <a:pt x="1278690" y="98900"/>
                  <a:pt x="1280766" y="95617"/>
                  <a:pt x="1281983" y="91502"/>
                </a:cubicBezTo>
                <a:cubicBezTo>
                  <a:pt x="1283199" y="87387"/>
                  <a:pt x="1283807" y="82849"/>
                  <a:pt x="1283807" y="77887"/>
                </a:cubicBezTo>
                <a:cubicBezTo>
                  <a:pt x="1283807" y="72802"/>
                  <a:pt x="1283199" y="68172"/>
                  <a:pt x="1281983" y="63996"/>
                </a:cubicBezTo>
                <a:cubicBezTo>
                  <a:pt x="1280766" y="59820"/>
                  <a:pt x="1278690" y="56492"/>
                  <a:pt x="1275752" y="54011"/>
                </a:cubicBezTo>
                <a:cubicBezTo>
                  <a:pt x="1272815" y="51530"/>
                  <a:pt x="1268765" y="50289"/>
                  <a:pt x="1263603" y="50289"/>
                </a:cubicBezTo>
                <a:cubicBezTo>
                  <a:pt x="1258559" y="50289"/>
                  <a:pt x="1254598" y="51530"/>
                  <a:pt x="1251720" y="54011"/>
                </a:cubicBezTo>
                <a:cubicBezTo>
                  <a:pt x="1248843" y="56492"/>
                  <a:pt x="1246810" y="59820"/>
                  <a:pt x="1245623" y="63996"/>
                </a:cubicBezTo>
                <a:cubicBezTo>
                  <a:pt x="1244437" y="68172"/>
                  <a:pt x="1243843" y="72802"/>
                  <a:pt x="1243843" y="77887"/>
                </a:cubicBezTo>
                <a:cubicBezTo>
                  <a:pt x="1243843" y="82849"/>
                  <a:pt x="1244437" y="87387"/>
                  <a:pt x="1245623" y="91502"/>
                </a:cubicBezTo>
                <a:cubicBezTo>
                  <a:pt x="1246810" y="95617"/>
                  <a:pt x="1248843" y="98900"/>
                  <a:pt x="1251720" y="101351"/>
                </a:cubicBezTo>
                <a:cubicBezTo>
                  <a:pt x="1254598" y="103803"/>
                  <a:pt x="1258559" y="105028"/>
                  <a:pt x="1263603" y="105028"/>
                </a:cubicBezTo>
                <a:close/>
                <a:moveTo>
                  <a:pt x="1355451" y="123008"/>
                </a:moveTo>
                <a:cubicBezTo>
                  <a:pt x="1346669" y="123008"/>
                  <a:pt x="1339875" y="120247"/>
                  <a:pt x="1335068" y="114724"/>
                </a:cubicBezTo>
                <a:cubicBezTo>
                  <a:pt x="1330262" y="109200"/>
                  <a:pt x="1327859" y="101338"/>
                  <a:pt x="1327859" y="91138"/>
                </a:cubicBezTo>
                <a:lnTo>
                  <a:pt x="1327859" y="33467"/>
                </a:lnTo>
                <a:lnTo>
                  <a:pt x="1351446" y="33467"/>
                </a:lnTo>
                <a:lnTo>
                  <a:pt x="1351446" y="88498"/>
                </a:lnTo>
                <a:cubicBezTo>
                  <a:pt x="1351446" y="91530"/>
                  <a:pt x="1351876" y="94213"/>
                  <a:pt x="1352736" y="96548"/>
                </a:cubicBezTo>
                <a:cubicBezTo>
                  <a:pt x="1353597" y="98882"/>
                  <a:pt x="1355021" y="100686"/>
                  <a:pt x="1357009" y="101960"/>
                </a:cubicBezTo>
                <a:cubicBezTo>
                  <a:pt x="1358996" y="103234"/>
                  <a:pt x="1361622" y="103871"/>
                  <a:pt x="1364886" y="103871"/>
                </a:cubicBezTo>
                <a:cubicBezTo>
                  <a:pt x="1369633" y="103871"/>
                  <a:pt x="1373682" y="102795"/>
                  <a:pt x="1377035" y="100642"/>
                </a:cubicBezTo>
                <a:cubicBezTo>
                  <a:pt x="1380388" y="98489"/>
                  <a:pt x="1383310" y="95866"/>
                  <a:pt x="1385802" y="92773"/>
                </a:cubicBezTo>
                <a:lnTo>
                  <a:pt x="1385802" y="33467"/>
                </a:lnTo>
                <a:lnTo>
                  <a:pt x="1409389" y="33467"/>
                </a:lnTo>
                <a:lnTo>
                  <a:pt x="1409389" y="121406"/>
                </a:lnTo>
                <a:lnTo>
                  <a:pt x="1386603" y="121406"/>
                </a:lnTo>
                <a:lnTo>
                  <a:pt x="1386247" y="108767"/>
                </a:lnTo>
                <a:cubicBezTo>
                  <a:pt x="1383340" y="112446"/>
                  <a:pt x="1379364" y="115739"/>
                  <a:pt x="1374320" y="118646"/>
                </a:cubicBezTo>
                <a:cubicBezTo>
                  <a:pt x="1369277" y="121554"/>
                  <a:pt x="1362987" y="123008"/>
                  <a:pt x="1355451" y="123008"/>
                </a:cubicBezTo>
                <a:close/>
                <a:moveTo>
                  <a:pt x="1470262" y="121406"/>
                </a:moveTo>
                <a:cubicBezTo>
                  <a:pt x="1461480" y="121406"/>
                  <a:pt x="1454671" y="120337"/>
                  <a:pt x="1449834" y="118199"/>
                </a:cubicBezTo>
                <a:cubicBezTo>
                  <a:pt x="1444998" y="116059"/>
                  <a:pt x="1441631" y="112744"/>
                  <a:pt x="1439732" y="108255"/>
                </a:cubicBezTo>
                <a:cubicBezTo>
                  <a:pt x="1437833" y="103765"/>
                  <a:pt x="1436884" y="97905"/>
                  <a:pt x="1436884" y="90673"/>
                </a:cubicBezTo>
                <a:lnTo>
                  <a:pt x="1436884" y="51624"/>
                </a:lnTo>
                <a:lnTo>
                  <a:pt x="1422465" y="51624"/>
                </a:lnTo>
                <a:lnTo>
                  <a:pt x="1422465" y="33467"/>
                </a:lnTo>
                <a:lnTo>
                  <a:pt x="1436884" y="33467"/>
                </a:lnTo>
                <a:lnTo>
                  <a:pt x="1436884" y="12995"/>
                </a:lnTo>
                <a:lnTo>
                  <a:pt x="1460471" y="12995"/>
                </a:lnTo>
                <a:lnTo>
                  <a:pt x="1460471" y="33467"/>
                </a:lnTo>
                <a:lnTo>
                  <a:pt x="1479429" y="33467"/>
                </a:lnTo>
                <a:lnTo>
                  <a:pt x="1479429" y="51624"/>
                </a:lnTo>
                <a:lnTo>
                  <a:pt x="1460471" y="51624"/>
                </a:lnTo>
                <a:lnTo>
                  <a:pt x="1460471" y="89435"/>
                </a:lnTo>
                <a:cubicBezTo>
                  <a:pt x="1460471" y="94101"/>
                  <a:pt x="1461109" y="97554"/>
                  <a:pt x="1462384" y="99796"/>
                </a:cubicBezTo>
                <a:cubicBezTo>
                  <a:pt x="1463660" y="102038"/>
                  <a:pt x="1466553" y="103159"/>
                  <a:pt x="1471063" y="103159"/>
                </a:cubicBezTo>
                <a:lnTo>
                  <a:pt x="1479429" y="103159"/>
                </a:lnTo>
                <a:lnTo>
                  <a:pt x="1479429" y="121406"/>
                </a:lnTo>
                <a:lnTo>
                  <a:pt x="1470262" y="121406"/>
                </a:lnTo>
                <a:close/>
                <a:moveTo>
                  <a:pt x="1558428" y="123008"/>
                </a:moveTo>
                <a:cubicBezTo>
                  <a:pt x="1553503" y="123008"/>
                  <a:pt x="1548904" y="122049"/>
                  <a:pt x="1544632" y="120132"/>
                </a:cubicBezTo>
                <a:cubicBezTo>
                  <a:pt x="1540360" y="118214"/>
                  <a:pt x="1536903" y="115323"/>
                  <a:pt x="1534263" y="111459"/>
                </a:cubicBezTo>
                <a:cubicBezTo>
                  <a:pt x="1531622" y="107593"/>
                  <a:pt x="1530302" y="102754"/>
                  <a:pt x="1530302" y="96943"/>
                </a:cubicBezTo>
                <a:cubicBezTo>
                  <a:pt x="1530302" y="88854"/>
                  <a:pt x="1532705" y="82758"/>
                  <a:pt x="1537512" y="78654"/>
                </a:cubicBezTo>
                <a:cubicBezTo>
                  <a:pt x="1542318" y="74549"/>
                  <a:pt x="1549038" y="71762"/>
                  <a:pt x="1557672" y="70293"/>
                </a:cubicBezTo>
                <a:cubicBezTo>
                  <a:pt x="1566305" y="68825"/>
                  <a:pt x="1576348" y="67971"/>
                  <a:pt x="1587800" y="67732"/>
                </a:cubicBezTo>
                <a:lnTo>
                  <a:pt x="1587800" y="62956"/>
                </a:lnTo>
                <a:cubicBezTo>
                  <a:pt x="1587800" y="57137"/>
                  <a:pt x="1586451" y="53156"/>
                  <a:pt x="1583751" y="51012"/>
                </a:cubicBezTo>
                <a:cubicBezTo>
                  <a:pt x="1581051" y="48869"/>
                  <a:pt x="1577565" y="47797"/>
                  <a:pt x="1573292" y="47797"/>
                </a:cubicBezTo>
                <a:cubicBezTo>
                  <a:pt x="1568605" y="47797"/>
                  <a:pt x="1564748" y="48940"/>
                  <a:pt x="1561721" y="51226"/>
                </a:cubicBezTo>
                <a:cubicBezTo>
                  <a:pt x="1558695" y="53511"/>
                  <a:pt x="1557182" y="57213"/>
                  <a:pt x="1557182" y="62333"/>
                </a:cubicBezTo>
                <a:lnTo>
                  <a:pt x="1535108" y="62333"/>
                </a:lnTo>
                <a:cubicBezTo>
                  <a:pt x="1535108" y="54821"/>
                  <a:pt x="1536725" y="48871"/>
                  <a:pt x="1539959" y="44484"/>
                </a:cubicBezTo>
                <a:cubicBezTo>
                  <a:pt x="1543193" y="40095"/>
                  <a:pt x="1547673" y="36939"/>
                  <a:pt x="1553399" y="35016"/>
                </a:cubicBezTo>
                <a:cubicBezTo>
                  <a:pt x="1559125" y="33093"/>
                  <a:pt x="1565756" y="32132"/>
                  <a:pt x="1573292" y="32132"/>
                </a:cubicBezTo>
                <a:cubicBezTo>
                  <a:pt x="1578811" y="32132"/>
                  <a:pt x="1583855" y="32597"/>
                  <a:pt x="1588424" y="33528"/>
                </a:cubicBezTo>
                <a:cubicBezTo>
                  <a:pt x="1592993" y="34459"/>
                  <a:pt x="1596953" y="36065"/>
                  <a:pt x="1600306" y="38348"/>
                </a:cubicBezTo>
                <a:cubicBezTo>
                  <a:pt x="1603659" y="40629"/>
                  <a:pt x="1606255" y="43737"/>
                  <a:pt x="1608094" y="47672"/>
                </a:cubicBezTo>
                <a:cubicBezTo>
                  <a:pt x="1609934" y="51605"/>
                  <a:pt x="1610853" y="56514"/>
                  <a:pt x="1610853" y="62399"/>
                </a:cubicBezTo>
                <a:lnTo>
                  <a:pt x="1610853" y="121406"/>
                </a:lnTo>
                <a:lnTo>
                  <a:pt x="1588780" y="121406"/>
                </a:lnTo>
                <a:lnTo>
                  <a:pt x="1588068" y="110191"/>
                </a:lnTo>
                <a:cubicBezTo>
                  <a:pt x="1584389" y="114404"/>
                  <a:pt x="1580116" y="117593"/>
                  <a:pt x="1575251" y="119759"/>
                </a:cubicBezTo>
                <a:cubicBezTo>
                  <a:pt x="1570385" y="121925"/>
                  <a:pt x="1564777" y="123008"/>
                  <a:pt x="1558428" y="123008"/>
                </a:cubicBezTo>
                <a:moveTo>
                  <a:pt x="1566172" y="106808"/>
                </a:moveTo>
                <a:cubicBezTo>
                  <a:pt x="1570622" y="106808"/>
                  <a:pt x="1574731" y="105627"/>
                  <a:pt x="1578499" y="103265"/>
                </a:cubicBezTo>
                <a:cubicBezTo>
                  <a:pt x="1582267" y="100901"/>
                  <a:pt x="1585279" y="98204"/>
                  <a:pt x="1587533" y="95176"/>
                </a:cubicBezTo>
                <a:lnTo>
                  <a:pt x="1587533" y="80816"/>
                </a:lnTo>
                <a:cubicBezTo>
                  <a:pt x="1575072" y="80877"/>
                  <a:pt x="1566350" y="82074"/>
                  <a:pt x="1561365" y="84406"/>
                </a:cubicBezTo>
                <a:cubicBezTo>
                  <a:pt x="1556381" y="86739"/>
                  <a:pt x="1553889" y="90511"/>
                  <a:pt x="1553889" y="95721"/>
                </a:cubicBezTo>
                <a:cubicBezTo>
                  <a:pt x="1553889" y="99478"/>
                  <a:pt x="1555031" y="102265"/>
                  <a:pt x="1557316" y="104083"/>
                </a:cubicBezTo>
                <a:cubicBezTo>
                  <a:pt x="1559600" y="105900"/>
                  <a:pt x="1562552" y="106808"/>
                  <a:pt x="1566172" y="106808"/>
                </a:cubicBezTo>
                <a:close/>
                <a:moveTo>
                  <a:pt x="1633589" y="121406"/>
                </a:moveTo>
                <a:lnTo>
                  <a:pt x="1633589" y="33467"/>
                </a:lnTo>
                <a:lnTo>
                  <a:pt x="1656285" y="33467"/>
                </a:lnTo>
                <a:lnTo>
                  <a:pt x="1656730" y="46373"/>
                </a:lnTo>
                <a:cubicBezTo>
                  <a:pt x="1659638" y="42634"/>
                  <a:pt x="1663465" y="39326"/>
                  <a:pt x="1668212" y="36448"/>
                </a:cubicBezTo>
                <a:cubicBezTo>
                  <a:pt x="1672959" y="33570"/>
                  <a:pt x="1679131" y="32132"/>
                  <a:pt x="1686726" y="32132"/>
                </a:cubicBezTo>
                <a:cubicBezTo>
                  <a:pt x="1695567" y="32132"/>
                  <a:pt x="1702421" y="34852"/>
                  <a:pt x="1707286" y="40292"/>
                </a:cubicBezTo>
                <a:cubicBezTo>
                  <a:pt x="1712152" y="45733"/>
                  <a:pt x="1714585" y="53683"/>
                  <a:pt x="1714585" y="64143"/>
                </a:cubicBezTo>
                <a:lnTo>
                  <a:pt x="1714585" y="121406"/>
                </a:lnTo>
                <a:lnTo>
                  <a:pt x="1691176" y="121406"/>
                </a:lnTo>
                <a:lnTo>
                  <a:pt x="1691176" y="67020"/>
                </a:lnTo>
                <a:cubicBezTo>
                  <a:pt x="1691176" y="63821"/>
                  <a:pt x="1690731" y="61015"/>
                  <a:pt x="1689841" y="58603"/>
                </a:cubicBezTo>
                <a:cubicBezTo>
                  <a:pt x="1688951" y="56190"/>
                  <a:pt x="1687542" y="54320"/>
                  <a:pt x="1685613" y="52993"/>
                </a:cubicBezTo>
                <a:cubicBezTo>
                  <a:pt x="1683685" y="51665"/>
                  <a:pt x="1681148" y="51001"/>
                  <a:pt x="1678003" y="51001"/>
                </a:cubicBezTo>
                <a:cubicBezTo>
                  <a:pt x="1673315" y="51001"/>
                  <a:pt x="1669295" y="52117"/>
                  <a:pt x="1665943" y="54350"/>
                </a:cubicBezTo>
                <a:cubicBezTo>
                  <a:pt x="1662590" y="56582"/>
                  <a:pt x="1659668" y="59297"/>
                  <a:pt x="1657175" y="62494"/>
                </a:cubicBezTo>
                <a:lnTo>
                  <a:pt x="1657175" y="121406"/>
                </a:lnTo>
                <a:lnTo>
                  <a:pt x="1633589" y="121406"/>
                </a:lnTo>
                <a:close/>
                <a:moveTo>
                  <a:pt x="1767981" y="123008"/>
                </a:moveTo>
                <a:cubicBezTo>
                  <a:pt x="1761453" y="123008"/>
                  <a:pt x="1755594" y="121356"/>
                  <a:pt x="1750402" y="118054"/>
                </a:cubicBezTo>
                <a:cubicBezTo>
                  <a:pt x="1745210" y="114751"/>
                  <a:pt x="1741115" y="109693"/>
                  <a:pt x="1738119" y="102878"/>
                </a:cubicBezTo>
                <a:cubicBezTo>
                  <a:pt x="1735122" y="96064"/>
                  <a:pt x="1733624" y="87402"/>
                  <a:pt x="1733624" y="76894"/>
                </a:cubicBezTo>
                <a:cubicBezTo>
                  <a:pt x="1733624" y="66747"/>
                  <a:pt x="1735241" y="58371"/>
                  <a:pt x="1738475" y="51766"/>
                </a:cubicBezTo>
                <a:cubicBezTo>
                  <a:pt x="1741709" y="45161"/>
                  <a:pt x="1746085" y="40238"/>
                  <a:pt x="1751603" y="36996"/>
                </a:cubicBezTo>
                <a:cubicBezTo>
                  <a:pt x="1757122" y="33753"/>
                  <a:pt x="1763322" y="32132"/>
                  <a:pt x="1770206" y="32132"/>
                </a:cubicBezTo>
                <a:cubicBezTo>
                  <a:pt x="1776258" y="32132"/>
                  <a:pt x="1781450" y="33378"/>
                  <a:pt x="1785782" y="35870"/>
                </a:cubicBezTo>
                <a:cubicBezTo>
                  <a:pt x="1790114" y="38362"/>
                  <a:pt x="1793555" y="41626"/>
                  <a:pt x="1796107" y="45661"/>
                </a:cubicBezTo>
                <a:lnTo>
                  <a:pt x="1796107" y="1602"/>
                </a:lnTo>
                <a:lnTo>
                  <a:pt x="1819694" y="1602"/>
                </a:lnTo>
                <a:lnTo>
                  <a:pt x="1819694" y="121406"/>
                </a:lnTo>
                <a:lnTo>
                  <a:pt x="1797086" y="121406"/>
                </a:lnTo>
                <a:lnTo>
                  <a:pt x="1796107" y="109123"/>
                </a:lnTo>
                <a:cubicBezTo>
                  <a:pt x="1793021" y="113395"/>
                  <a:pt x="1789194" y="116777"/>
                  <a:pt x="1784625" y="119269"/>
                </a:cubicBezTo>
                <a:cubicBezTo>
                  <a:pt x="1780056" y="121762"/>
                  <a:pt x="1774508" y="123008"/>
                  <a:pt x="1767981" y="123008"/>
                </a:cubicBezTo>
                <a:moveTo>
                  <a:pt x="1774923" y="105028"/>
                </a:moveTo>
                <a:cubicBezTo>
                  <a:pt x="1779907" y="105028"/>
                  <a:pt x="1784209" y="103606"/>
                  <a:pt x="1787829" y="100762"/>
                </a:cubicBezTo>
                <a:cubicBezTo>
                  <a:pt x="1791449" y="97917"/>
                  <a:pt x="1794208" y="94589"/>
                  <a:pt x="1796107" y="90779"/>
                </a:cubicBezTo>
                <a:lnTo>
                  <a:pt x="1796107" y="64908"/>
                </a:lnTo>
                <a:cubicBezTo>
                  <a:pt x="1794267" y="60914"/>
                  <a:pt x="1791686" y="57435"/>
                  <a:pt x="1788363" y="54470"/>
                </a:cubicBezTo>
                <a:cubicBezTo>
                  <a:pt x="1785040" y="51504"/>
                  <a:pt x="1780946" y="50022"/>
                  <a:pt x="1776080" y="50022"/>
                </a:cubicBezTo>
                <a:cubicBezTo>
                  <a:pt x="1770265" y="50022"/>
                  <a:pt x="1765755" y="52321"/>
                  <a:pt x="1762551" y="56920"/>
                </a:cubicBezTo>
                <a:cubicBezTo>
                  <a:pt x="1759347" y="61519"/>
                  <a:pt x="1757745" y="68176"/>
                  <a:pt x="1757745" y="76891"/>
                </a:cubicBezTo>
                <a:cubicBezTo>
                  <a:pt x="1757745" y="86452"/>
                  <a:pt x="1759273" y="93532"/>
                  <a:pt x="1762329" y="98130"/>
                </a:cubicBezTo>
                <a:cubicBezTo>
                  <a:pt x="1765384" y="102729"/>
                  <a:pt x="1769583" y="105028"/>
                  <a:pt x="1774923" y="1050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Text Classification(CLS)">
            <a:extLst xmlns:a="http://schemas.openxmlformats.org/drawingml/2006/main">
              <a:ext uri="{FF2B5EF4-FFF2-40B4-BE49-F238E27FC236}">
                <a16:creationId xmlns:a16="http://schemas.microsoft.com/office/drawing/2014/main" id="{6771FFE2-C419-4A61-983B-C7C17411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15" y="2897236"/>
            <a:ext cx="1594340" cy="153448"/>
          </a:xfrm>
          <a:custGeom xmlns:a="http://schemas.openxmlformats.org/drawingml/2006/main">
            <a:pathLst>
              <a:path w="1594340" h="153448">
                <a:moveTo>
                  <a:pt x="58389" y="123898"/>
                </a:moveTo>
                <a:cubicBezTo>
                  <a:pt x="46284" y="123898"/>
                  <a:pt x="35870" y="121361"/>
                  <a:pt x="27147" y="116288"/>
                </a:cubicBezTo>
                <a:cubicBezTo>
                  <a:pt x="18424" y="111214"/>
                  <a:pt x="11719" y="104094"/>
                  <a:pt x="7032" y="94926"/>
                </a:cubicBezTo>
                <a:cubicBezTo>
                  <a:pt x="2344" y="85758"/>
                  <a:pt x="0" y="74944"/>
                  <a:pt x="0" y="62483"/>
                </a:cubicBezTo>
                <a:cubicBezTo>
                  <a:pt x="0" y="50022"/>
                  <a:pt x="2344" y="39178"/>
                  <a:pt x="7032" y="29951"/>
                </a:cubicBezTo>
                <a:cubicBezTo>
                  <a:pt x="11719" y="20724"/>
                  <a:pt x="18424" y="13574"/>
                  <a:pt x="27147" y="8500"/>
                </a:cubicBezTo>
                <a:cubicBezTo>
                  <a:pt x="35870" y="3427"/>
                  <a:pt x="46284" y="890"/>
                  <a:pt x="58389" y="890"/>
                </a:cubicBezTo>
                <a:cubicBezTo>
                  <a:pt x="67764" y="890"/>
                  <a:pt x="76398" y="2507"/>
                  <a:pt x="84290" y="5741"/>
                </a:cubicBezTo>
                <a:cubicBezTo>
                  <a:pt x="92182" y="8975"/>
                  <a:pt x="98590" y="13752"/>
                  <a:pt x="103515" y="20071"/>
                </a:cubicBezTo>
                <a:cubicBezTo>
                  <a:pt x="108440" y="26391"/>
                  <a:pt x="111140" y="34179"/>
                  <a:pt x="111615" y="43435"/>
                </a:cubicBezTo>
                <a:lnTo>
                  <a:pt x="85981" y="43435"/>
                </a:lnTo>
                <a:cubicBezTo>
                  <a:pt x="85328" y="38570"/>
                  <a:pt x="83741" y="34535"/>
                  <a:pt x="81219" y="31330"/>
                </a:cubicBezTo>
                <a:cubicBezTo>
                  <a:pt x="78697" y="28126"/>
                  <a:pt x="75478" y="25723"/>
                  <a:pt x="71562" y="24121"/>
                </a:cubicBezTo>
                <a:cubicBezTo>
                  <a:pt x="67645" y="22519"/>
                  <a:pt x="63254" y="21718"/>
                  <a:pt x="58389" y="21718"/>
                </a:cubicBezTo>
                <a:cubicBezTo>
                  <a:pt x="50556" y="21718"/>
                  <a:pt x="44251" y="23617"/>
                  <a:pt x="39475" y="27414"/>
                </a:cubicBezTo>
                <a:cubicBezTo>
                  <a:pt x="34698" y="31212"/>
                  <a:pt x="31227" y="36181"/>
                  <a:pt x="29061" y="42323"/>
                </a:cubicBezTo>
                <a:cubicBezTo>
                  <a:pt x="26895" y="48464"/>
                  <a:pt x="25812" y="55184"/>
                  <a:pt x="25812" y="62483"/>
                </a:cubicBezTo>
                <a:cubicBezTo>
                  <a:pt x="25812" y="69722"/>
                  <a:pt x="26895" y="76427"/>
                  <a:pt x="29061" y="82599"/>
                </a:cubicBezTo>
                <a:cubicBezTo>
                  <a:pt x="31227" y="88770"/>
                  <a:pt x="34698" y="93724"/>
                  <a:pt x="39475" y="97463"/>
                </a:cubicBezTo>
                <a:cubicBezTo>
                  <a:pt x="44251" y="101201"/>
                  <a:pt x="50556" y="103070"/>
                  <a:pt x="58389" y="103070"/>
                </a:cubicBezTo>
                <a:cubicBezTo>
                  <a:pt x="66637" y="103070"/>
                  <a:pt x="73149" y="100949"/>
                  <a:pt x="77926" y="96706"/>
                </a:cubicBezTo>
                <a:cubicBezTo>
                  <a:pt x="82702" y="92463"/>
                  <a:pt x="85447" y="86426"/>
                  <a:pt x="86159" y="78593"/>
                </a:cubicBezTo>
                <a:lnTo>
                  <a:pt x="111793" y="78593"/>
                </a:lnTo>
                <a:cubicBezTo>
                  <a:pt x="111081" y="88384"/>
                  <a:pt x="108500" y="96647"/>
                  <a:pt x="104049" y="103382"/>
                </a:cubicBezTo>
                <a:cubicBezTo>
                  <a:pt x="99599" y="110117"/>
                  <a:pt x="93517" y="115220"/>
                  <a:pt x="85803" y="118691"/>
                </a:cubicBezTo>
                <a:cubicBezTo>
                  <a:pt x="78089" y="122162"/>
                  <a:pt x="68951" y="123898"/>
                  <a:pt x="58389" y="123898"/>
                </a:cubicBezTo>
                <a:close/>
                <a:moveTo>
                  <a:pt x="163421" y="122296"/>
                </a:moveTo>
                <a:cubicBezTo>
                  <a:pt x="154579" y="122296"/>
                  <a:pt x="147756" y="121242"/>
                  <a:pt x="142949" y="119136"/>
                </a:cubicBezTo>
                <a:cubicBezTo>
                  <a:pt x="138143" y="117029"/>
                  <a:pt x="134790" y="113766"/>
                  <a:pt x="132891" y="109345"/>
                </a:cubicBezTo>
                <a:cubicBezTo>
                  <a:pt x="130993" y="104924"/>
                  <a:pt x="130043" y="99154"/>
                  <a:pt x="130043" y="92033"/>
                </a:cubicBezTo>
                <a:lnTo>
                  <a:pt x="130043" y="2492"/>
                </a:lnTo>
                <a:lnTo>
                  <a:pt x="153541" y="2492"/>
                </a:lnTo>
                <a:lnTo>
                  <a:pt x="153541" y="90609"/>
                </a:lnTo>
                <a:cubicBezTo>
                  <a:pt x="153541" y="95178"/>
                  <a:pt x="154164" y="98531"/>
                  <a:pt x="155410" y="100667"/>
                </a:cubicBezTo>
                <a:cubicBezTo>
                  <a:pt x="156656" y="102803"/>
                  <a:pt x="159564" y="103871"/>
                  <a:pt x="164133" y="103871"/>
                </a:cubicBezTo>
                <a:lnTo>
                  <a:pt x="169562" y="103871"/>
                </a:lnTo>
                <a:lnTo>
                  <a:pt x="169562" y="122296"/>
                </a:lnTo>
                <a:lnTo>
                  <a:pt x="163421" y="122296"/>
                </a:lnTo>
                <a:close/>
                <a:moveTo>
                  <a:pt x="208076" y="123898"/>
                </a:moveTo>
                <a:cubicBezTo>
                  <a:pt x="203151" y="123898"/>
                  <a:pt x="198553" y="122939"/>
                  <a:pt x="194280" y="121022"/>
                </a:cubicBezTo>
                <a:cubicBezTo>
                  <a:pt x="190008" y="119104"/>
                  <a:pt x="186552" y="116214"/>
                  <a:pt x="183911" y="112349"/>
                </a:cubicBezTo>
                <a:cubicBezTo>
                  <a:pt x="181271" y="108483"/>
                  <a:pt x="179950" y="103644"/>
                  <a:pt x="179950" y="97833"/>
                </a:cubicBezTo>
                <a:cubicBezTo>
                  <a:pt x="179950" y="89744"/>
                  <a:pt x="182353" y="83648"/>
                  <a:pt x="187160" y="79544"/>
                </a:cubicBezTo>
                <a:cubicBezTo>
                  <a:pt x="191966" y="75439"/>
                  <a:pt x="198686" y="72652"/>
                  <a:pt x="207320" y="71183"/>
                </a:cubicBezTo>
                <a:cubicBezTo>
                  <a:pt x="215954" y="69715"/>
                  <a:pt x="225997" y="68861"/>
                  <a:pt x="237449" y="68622"/>
                </a:cubicBezTo>
                <a:lnTo>
                  <a:pt x="237449" y="63846"/>
                </a:lnTo>
                <a:cubicBezTo>
                  <a:pt x="237449" y="58027"/>
                  <a:pt x="236099" y="54046"/>
                  <a:pt x="233399" y="51902"/>
                </a:cubicBezTo>
                <a:cubicBezTo>
                  <a:pt x="230699" y="49759"/>
                  <a:pt x="227213" y="48687"/>
                  <a:pt x="222941" y="48687"/>
                </a:cubicBezTo>
                <a:cubicBezTo>
                  <a:pt x="218253" y="48687"/>
                  <a:pt x="214396" y="49830"/>
                  <a:pt x="211370" y="52116"/>
                </a:cubicBezTo>
                <a:cubicBezTo>
                  <a:pt x="208343" y="54401"/>
                  <a:pt x="206830" y="58103"/>
                  <a:pt x="206830" y="63223"/>
                </a:cubicBezTo>
                <a:lnTo>
                  <a:pt x="184757" y="63223"/>
                </a:lnTo>
                <a:cubicBezTo>
                  <a:pt x="184757" y="55711"/>
                  <a:pt x="186374" y="49761"/>
                  <a:pt x="189607" y="45374"/>
                </a:cubicBezTo>
                <a:cubicBezTo>
                  <a:pt x="192841" y="40985"/>
                  <a:pt x="197321" y="37829"/>
                  <a:pt x="203048" y="35906"/>
                </a:cubicBezTo>
                <a:cubicBezTo>
                  <a:pt x="208774" y="33983"/>
                  <a:pt x="215405" y="33022"/>
                  <a:pt x="222941" y="33022"/>
                </a:cubicBezTo>
                <a:cubicBezTo>
                  <a:pt x="228459" y="33022"/>
                  <a:pt x="233503" y="33487"/>
                  <a:pt x="238072" y="34418"/>
                </a:cubicBezTo>
                <a:cubicBezTo>
                  <a:pt x="242641" y="35349"/>
                  <a:pt x="246602" y="36956"/>
                  <a:pt x="249954" y="39238"/>
                </a:cubicBezTo>
                <a:cubicBezTo>
                  <a:pt x="253307" y="41519"/>
                  <a:pt x="255903" y="44627"/>
                  <a:pt x="257742" y="48562"/>
                </a:cubicBezTo>
                <a:cubicBezTo>
                  <a:pt x="259582" y="52495"/>
                  <a:pt x="260502" y="57404"/>
                  <a:pt x="260502" y="63290"/>
                </a:cubicBezTo>
                <a:lnTo>
                  <a:pt x="260502" y="122296"/>
                </a:lnTo>
                <a:lnTo>
                  <a:pt x="238428" y="122296"/>
                </a:lnTo>
                <a:lnTo>
                  <a:pt x="237716" y="111081"/>
                </a:lnTo>
                <a:cubicBezTo>
                  <a:pt x="234037" y="115294"/>
                  <a:pt x="229765" y="118483"/>
                  <a:pt x="224899" y="120649"/>
                </a:cubicBezTo>
                <a:cubicBezTo>
                  <a:pt x="220033" y="122815"/>
                  <a:pt x="214426" y="123898"/>
                  <a:pt x="208076" y="123898"/>
                </a:cubicBezTo>
                <a:moveTo>
                  <a:pt x="215820" y="107699"/>
                </a:moveTo>
                <a:cubicBezTo>
                  <a:pt x="220270" y="107699"/>
                  <a:pt x="224380" y="106517"/>
                  <a:pt x="228148" y="104155"/>
                </a:cubicBezTo>
                <a:cubicBezTo>
                  <a:pt x="231916" y="101791"/>
                  <a:pt x="234927" y="99094"/>
                  <a:pt x="237182" y="96066"/>
                </a:cubicBezTo>
                <a:lnTo>
                  <a:pt x="237182" y="81706"/>
                </a:lnTo>
                <a:cubicBezTo>
                  <a:pt x="224721" y="81767"/>
                  <a:pt x="215998" y="82964"/>
                  <a:pt x="211014" y="85297"/>
                </a:cubicBezTo>
                <a:cubicBezTo>
                  <a:pt x="206029" y="87629"/>
                  <a:pt x="203537" y="91401"/>
                  <a:pt x="203537" y="96612"/>
                </a:cubicBezTo>
                <a:cubicBezTo>
                  <a:pt x="203537" y="100368"/>
                  <a:pt x="204679" y="103155"/>
                  <a:pt x="206964" y="104973"/>
                </a:cubicBezTo>
                <a:cubicBezTo>
                  <a:pt x="209248" y="106790"/>
                  <a:pt x="212200" y="107699"/>
                  <a:pt x="215820" y="107699"/>
                </a:cubicBezTo>
                <a:close/>
                <a:moveTo>
                  <a:pt x="318053" y="123898"/>
                </a:moveTo>
                <a:cubicBezTo>
                  <a:pt x="313247" y="123898"/>
                  <a:pt x="308530" y="123448"/>
                  <a:pt x="303901" y="122549"/>
                </a:cubicBezTo>
                <a:cubicBezTo>
                  <a:pt x="299273" y="121649"/>
                  <a:pt x="295090" y="120105"/>
                  <a:pt x="291351" y="117915"/>
                </a:cubicBezTo>
                <a:cubicBezTo>
                  <a:pt x="287613" y="115725"/>
                  <a:pt x="284646" y="112740"/>
                  <a:pt x="282451" y="108961"/>
                </a:cubicBezTo>
                <a:cubicBezTo>
                  <a:pt x="280255" y="105182"/>
                  <a:pt x="279157" y="100473"/>
                  <a:pt x="279157" y="94834"/>
                </a:cubicBezTo>
                <a:lnTo>
                  <a:pt x="301053" y="94834"/>
                </a:lnTo>
                <a:cubicBezTo>
                  <a:pt x="301053" y="99817"/>
                  <a:pt x="302759" y="103281"/>
                  <a:pt x="306171" y="105226"/>
                </a:cubicBezTo>
                <a:cubicBezTo>
                  <a:pt x="309583" y="107171"/>
                  <a:pt x="313573" y="108144"/>
                  <a:pt x="318142" y="108144"/>
                </a:cubicBezTo>
                <a:cubicBezTo>
                  <a:pt x="322652" y="108144"/>
                  <a:pt x="326153" y="107396"/>
                  <a:pt x="328645" y="105902"/>
                </a:cubicBezTo>
                <a:cubicBezTo>
                  <a:pt x="331137" y="104405"/>
                  <a:pt x="332383" y="101886"/>
                  <a:pt x="332383" y="98344"/>
                </a:cubicBezTo>
                <a:cubicBezTo>
                  <a:pt x="332383" y="95046"/>
                  <a:pt x="330915" y="92587"/>
                  <a:pt x="327978" y="90968"/>
                </a:cubicBezTo>
                <a:cubicBezTo>
                  <a:pt x="325040" y="89347"/>
                  <a:pt x="319893" y="87697"/>
                  <a:pt x="312535" y="86017"/>
                </a:cubicBezTo>
                <a:cubicBezTo>
                  <a:pt x="306364" y="84517"/>
                  <a:pt x="300860" y="82702"/>
                  <a:pt x="296024" y="80574"/>
                </a:cubicBezTo>
                <a:cubicBezTo>
                  <a:pt x="291188" y="78445"/>
                  <a:pt x="287405" y="75597"/>
                  <a:pt x="284676" y="72029"/>
                </a:cubicBezTo>
                <a:cubicBezTo>
                  <a:pt x="281946" y="68459"/>
                  <a:pt x="280581" y="63765"/>
                  <a:pt x="280581" y="57946"/>
                </a:cubicBezTo>
                <a:cubicBezTo>
                  <a:pt x="280581" y="53387"/>
                  <a:pt x="281620" y="49518"/>
                  <a:pt x="283697" y="46339"/>
                </a:cubicBezTo>
                <a:cubicBezTo>
                  <a:pt x="285773" y="43159"/>
                  <a:pt x="288547" y="40595"/>
                  <a:pt x="292019" y="38646"/>
                </a:cubicBezTo>
                <a:cubicBezTo>
                  <a:pt x="295490" y="36697"/>
                  <a:pt x="299406" y="35273"/>
                  <a:pt x="303768" y="34373"/>
                </a:cubicBezTo>
                <a:cubicBezTo>
                  <a:pt x="308129" y="33472"/>
                  <a:pt x="312594" y="33022"/>
                  <a:pt x="317163" y="33022"/>
                </a:cubicBezTo>
                <a:cubicBezTo>
                  <a:pt x="321614" y="33022"/>
                  <a:pt x="325975" y="33471"/>
                  <a:pt x="330247" y="34371"/>
                </a:cubicBezTo>
                <a:cubicBezTo>
                  <a:pt x="334520" y="35270"/>
                  <a:pt x="338377" y="36785"/>
                  <a:pt x="341818" y="38916"/>
                </a:cubicBezTo>
                <a:cubicBezTo>
                  <a:pt x="345260" y="41044"/>
                  <a:pt x="348019" y="43908"/>
                  <a:pt x="350096" y="47508"/>
                </a:cubicBezTo>
                <a:cubicBezTo>
                  <a:pt x="352173" y="51107"/>
                  <a:pt x="353211" y="55605"/>
                  <a:pt x="353211" y="61003"/>
                </a:cubicBezTo>
                <a:lnTo>
                  <a:pt x="331315" y="61003"/>
                </a:lnTo>
                <a:cubicBezTo>
                  <a:pt x="331315" y="56440"/>
                  <a:pt x="329906" y="53276"/>
                  <a:pt x="327088" y="51513"/>
                </a:cubicBezTo>
                <a:cubicBezTo>
                  <a:pt x="324269" y="49748"/>
                  <a:pt x="320961" y="48865"/>
                  <a:pt x="317163" y="48865"/>
                </a:cubicBezTo>
                <a:cubicBezTo>
                  <a:pt x="313069" y="48865"/>
                  <a:pt x="309850" y="49479"/>
                  <a:pt x="307506" y="50706"/>
                </a:cubicBezTo>
                <a:cubicBezTo>
                  <a:pt x="305162" y="51932"/>
                  <a:pt x="303990" y="53955"/>
                  <a:pt x="303990" y="56775"/>
                </a:cubicBezTo>
                <a:cubicBezTo>
                  <a:pt x="303990" y="58394"/>
                  <a:pt x="304732" y="59819"/>
                  <a:pt x="306215" y="61050"/>
                </a:cubicBezTo>
                <a:cubicBezTo>
                  <a:pt x="307699" y="62280"/>
                  <a:pt x="310072" y="63419"/>
                  <a:pt x="313336" y="64469"/>
                </a:cubicBezTo>
                <a:cubicBezTo>
                  <a:pt x="316600" y="65518"/>
                  <a:pt x="320902" y="66643"/>
                  <a:pt x="326242" y="67843"/>
                </a:cubicBezTo>
                <a:cubicBezTo>
                  <a:pt x="331879" y="69163"/>
                  <a:pt x="336923" y="70873"/>
                  <a:pt x="341373" y="72972"/>
                </a:cubicBezTo>
                <a:cubicBezTo>
                  <a:pt x="345824" y="75071"/>
                  <a:pt x="349354" y="77890"/>
                  <a:pt x="351965" y="81430"/>
                </a:cubicBezTo>
                <a:cubicBezTo>
                  <a:pt x="354576" y="84968"/>
                  <a:pt x="355881" y="89557"/>
                  <a:pt x="355881" y="95196"/>
                </a:cubicBezTo>
                <a:cubicBezTo>
                  <a:pt x="355881" y="100475"/>
                  <a:pt x="354828" y="104944"/>
                  <a:pt x="352722" y="108602"/>
                </a:cubicBezTo>
                <a:cubicBezTo>
                  <a:pt x="350615" y="112261"/>
                  <a:pt x="347797" y="115215"/>
                  <a:pt x="344266" y="117464"/>
                </a:cubicBezTo>
                <a:cubicBezTo>
                  <a:pt x="340735" y="119714"/>
                  <a:pt x="336700" y="121348"/>
                  <a:pt x="332161" y="122368"/>
                </a:cubicBezTo>
                <a:cubicBezTo>
                  <a:pt x="327622" y="123388"/>
                  <a:pt x="322919" y="123898"/>
                  <a:pt x="318053" y="123898"/>
                </a:cubicBezTo>
                <a:close/>
                <a:moveTo>
                  <a:pt x="411166" y="123898"/>
                </a:moveTo>
                <a:cubicBezTo>
                  <a:pt x="406359" y="123898"/>
                  <a:pt x="401642" y="123448"/>
                  <a:pt x="397014" y="122549"/>
                </a:cubicBezTo>
                <a:cubicBezTo>
                  <a:pt x="392385" y="121649"/>
                  <a:pt x="388202" y="120105"/>
                  <a:pt x="384464" y="117915"/>
                </a:cubicBezTo>
                <a:cubicBezTo>
                  <a:pt x="380725" y="115725"/>
                  <a:pt x="377758" y="112740"/>
                  <a:pt x="375563" y="108961"/>
                </a:cubicBezTo>
                <a:cubicBezTo>
                  <a:pt x="373367" y="105182"/>
                  <a:pt x="372270" y="100473"/>
                  <a:pt x="372270" y="94834"/>
                </a:cubicBezTo>
                <a:lnTo>
                  <a:pt x="394165" y="94834"/>
                </a:lnTo>
                <a:cubicBezTo>
                  <a:pt x="394165" y="99817"/>
                  <a:pt x="395871" y="103281"/>
                  <a:pt x="399283" y="105226"/>
                </a:cubicBezTo>
                <a:cubicBezTo>
                  <a:pt x="402695" y="107171"/>
                  <a:pt x="406686" y="108144"/>
                  <a:pt x="411255" y="108144"/>
                </a:cubicBezTo>
                <a:cubicBezTo>
                  <a:pt x="415764" y="108144"/>
                  <a:pt x="419265" y="107396"/>
                  <a:pt x="421758" y="105902"/>
                </a:cubicBezTo>
                <a:cubicBezTo>
                  <a:pt x="424250" y="104405"/>
                  <a:pt x="425496" y="101886"/>
                  <a:pt x="425496" y="98344"/>
                </a:cubicBezTo>
                <a:cubicBezTo>
                  <a:pt x="425496" y="95046"/>
                  <a:pt x="424027" y="92587"/>
                  <a:pt x="421090" y="90968"/>
                </a:cubicBezTo>
                <a:cubicBezTo>
                  <a:pt x="418153" y="89347"/>
                  <a:pt x="413005" y="87697"/>
                  <a:pt x="405647" y="86017"/>
                </a:cubicBezTo>
                <a:cubicBezTo>
                  <a:pt x="399476" y="84517"/>
                  <a:pt x="393972" y="82702"/>
                  <a:pt x="389136" y="80574"/>
                </a:cubicBezTo>
                <a:cubicBezTo>
                  <a:pt x="384300" y="78445"/>
                  <a:pt x="380518" y="75597"/>
                  <a:pt x="377788" y="72029"/>
                </a:cubicBezTo>
                <a:cubicBezTo>
                  <a:pt x="375058" y="68459"/>
                  <a:pt x="373694" y="63765"/>
                  <a:pt x="373694" y="57946"/>
                </a:cubicBezTo>
                <a:cubicBezTo>
                  <a:pt x="373694" y="53387"/>
                  <a:pt x="374732" y="49518"/>
                  <a:pt x="376809" y="46339"/>
                </a:cubicBezTo>
                <a:cubicBezTo>
                  <a:pt x="378886" y="43159"/>
                  <a:pt x="381660" y="40595"/>
                  <a:pt x="385131" y="38646"/>
                </a:cubicBezTo>
                <a:cubicBezTo>
                  <a:pt x="388602" y="36697"/>
                  <a:pt x="392519" y="35273"/>
                  <a:pt x="396880" y="34373"/>
                </a:cubicBezTo>
                <a:cubicBezTo>
                  <a:pt x="401241" y="33472"/>
                  <a:pt x="405707" y="33022"/>
                  <a:pt x="410276" y="33022"/>
                </a:cubicBezTo>
                <a:cubicBezTo>
                  <a:pt x="414726" y="33022"/>
                  <a:pt x="419087" y="33471"/>
                  <a:pt x="423360" y="34371"/>
                </a:cubicBezTo>
                <a:cubicBezTo>
                  <a:pt x="427632" y="35270"/>
                  <a:pt x="431489" y="36785"/>
                  <a:pt x="434931" y="38916"/>
                </a:cubicBezTo>
                <a:cubicBezTo>
                  <a:pt x="438372" y="41044"/>
                  <a:pt x="441131" y="43908"/>
                  <a:pt x="443208" y="47508"/>
                </a:cubicBezTo>
                <a:cubicBezTo>
                  <a:pt x="445285" y="51107"/>
                  <a:pt x="446323" y="55605"/>
                  <a:pt x="446323" y="61003"/>
                </a:cubicBezTo>
                <a:lnTo>
                  <a:pt x="424428" y="61003"/>
                </a:lnTo>
                <a:cubicBezTo>
                  <a:pt x="424428" y="56440"/>
                  <a:pt x="423018" y="53276"/>
                  <a:pt x="420200" y="51513"/>
                </a:cubicBezTo>
                <a:cubicBezTo>
                  <a:pt x="417381" y="49748"/>
                  <a:pt x="414073" y="48865"/>
                  <a:pt x="410276" y="48865"/>
                </a:cubicBezTo>
                <a:cubicBezTo>
                  <a:pt x="406181" y="48865"/>
                  <a:pt x="402962" y="49479"/>
                  <a:pt x="400618" y="50706"/>
                </a:cubicBezTo>
                <a:cubicBezTo>
                  <a:pt x="398274" y="51932"/>
                  <a:pt x="397103" y="53955"/>
                  <a:pt x="397103" y="56775"/>
                </a:cubicBezTo>
                <a:cubicBezTo>
                  <a:pt x="397103" y="58394"/>
                  <a:pt x="397844" y="59819"/>
                  <a:pt x="399328" y="61050"/>
                </a:cubicBezTo>
                <a:cubicBezTo>
                  <a:pt x="400811" y="62280"/>
                  <a:pt x="403185" y="63419"/>
                  <a:pt x="406448" y="64469"/>
                </a:cubicBezTo>
                <a:cubicBezTo>
                  <a:pt x="409712" y="65518"/>
                  <a:pt x="414014" y="66643"/>
                  <a:pt x="419354" y="67843"/>
                </a:cubicBezTo>
                <a:cubicBezTo>
                  <a:pt x="424991" y="69163"/>
                  <a:pt x="430035" y="70873"/>
                  <a:pt x="434486" y="72972"/>
                </a:cubicBezTo>
                <a:cubicBezTo>
                  <a:pt x="438936" y="75071"/>
                  <a:pt x="442466" y="77890"/>
                  <a:pt x="445077" y="81430"/>
                </a:cubicBezTo>
                <a:cubicBezTo>
                  <a:pt x="447688" y="84968"/>
                  <a:pt x="448994" y="89557"/>
                  <a:pt x="448994" y="95196"/>
                </a:cubicBezTo>
                <a:cubicBezTo>
                  <a:pt x="448994" y="100475"/>
                  <a:pt x="447940" y="104944"/>
                  <a:pt x="445834" y="108602"/>
                </a:cubicBezTo>
                <a:cubicBezTo>
                  <a:pt x="443727" y="112261"/>
                  <a:pt x="440909" y="115215"/>
                  <a:pt x="437378" y="117464"/>
                </a:cubicBezTo>
                <a:cubicBezTo>
                  <a:pt x="433848" y="119714"/>
                  <a:pt x="429813" y="121348"/>
                  <a:pt x="425273" y="122368"/>
                </a:cubicBezTo>
                <a:cubicBezTo>
                  <a:pt x="420734" y="123388"/>
                  <a:pt x="416031" y="123898"/>
                  <a:pt x="411166" y="123898"/>
                </a:cubicBezTo>
                <a:close/>
                <a:moveTo>
                  <a:pt x="469387" y="122296"/>
                </a:moveTo>
                <a:lnTo>
                  <a:pt x="469387" y="34357"/>
                </a:lnTo>
                <a:lnTo>
                  <a:pt x="492974" y="34357"/>
                </a:lnTo>
                <a:lnTo>
                  <a:pt x="492974" y="122296"/>
                </a:lnTo>
                <a:lnTo>
                  <a:pt x="469387" y="122296"/>
                </a:lnTo>
                <a:moveTo>
                  <a:pt x="481225" y="22964"/>
                </a:moveTo>
                <a:cubicBezTo>
                  <a:pt x="476893" y="22964"/>
                  <a:pt x="473585" y="21866"/>
                  <a:pt x="471301" y="19671"/>
                </a:cubicBezTo>
                <a:cubicBezTo>
                  <a:pt x="469016" y="17475"/>
                  <a:pt x="467874" y="14745"/>
                  <a:pt x="467874" y="11482"/>
                </a:cubicBezTo>
                <a:cubicBezTo>
                  <a:pt x="467874" y="8159"/>
                  <a:pt x="469016" y="5415"/>
                  <a:pt x="471301" y="3249"/>
                </a:cubicBezTo>
                <a:cubicBezTo>
                  <a:pt x="473585" y="1083"/>
                  <a:pt x="476893" y="0"/>
                  <a:pt x="481225" y="0"/>
                </a:cubicBezTo>
                <a:cubicBezTo>
                  <a:pt x="485557" y="0"/>
                  <a:pt x="488865" y="1083"/>
                  <a:pt x="491149" y="3249"/>
                </a:cubicBezTo>
                <a:cubicBezTo>
                  <a:pt x="493434" y="5415"/>
                  <a:pt x="494576" y="8159"/>
                  <a:pt x="494576" y="11482"/>
                </a:cubicBezTo>
                <a:cubicBezTo>
                  <a:pt x="494576" y="14745"/>
                  <a:pt x="493434" y="17475"/>
                  <a:pt x="491149" y="19671"/>
                </a:cubicBezTo>
                <a:cubicBezTo>
                  <a:pt x="488865" y="21866"/>
                  <a:pt x="485557" y="22964"/>
                  <a:pt x="481225" y="22964"/>
                </a:cubicBezTo>
                <a:close/>
                <a:moveTo>
                  <a:pt x="521030" y="122296"/>
                </a:moveTo>
                <a:lnTo>
                  <a:pt x="521030" y="52514"/>
                </a:lnTo>
                <a:lnTo>
                  <a:pt x="506611" y="52514"/>
                </a:lnTo>
                <a:lnTo>
                  <a:pt x="506611" y="34357"/>
                </a:lnTo>
                <a:lnTo>
                  <a:pt x="521030" y="34357"/>
                </a:lnTo>
                <a:lnTo>
                  <a:pt x="521030" y="31687"/>
                </a:lnTo>
                <a:cubicBezTo>
                  <a:pt x="521030" y="26635"/>
                  <a:pt x="521534" y="22258"/>
                  <a:pt x="522543" y="18555"/>
                </a:cubicBezTo>
                <a:cubicBezTo>
                  <a:pt x="523552" y="14850"/>
                  <a:pt x="525287" y="11821"/>
                  <a:pt x="527750" y="9468"/>
                </a:cubicBezTo>
                <a:cubicBezTo>
                  <a:pt x="530212" y="7113"/>
                  <a:pt x="533609" y="5362"/>
                  <a:pt x="537941" y="4214"/>
                </a:cubicBezTo>
                <a:cubicBezTo>
                  <a:pt x="542273" y="3066"/>
                  <a:pt x="547762" y="2492"/>
                  <a:pt x="554407" y="2492"/>
                </a:cubicBezTo>
                <a:lnTo>
                  <a:pt x="563041" y="2492"/>
                </a:lnTo>
                <a:lnTo>
                  <a:pt x="563041" y="19582"/>
                </a:lnTo>
                <a:lnTo>
                  <a:pt x="555208" y="19582"/>
                </a:lnTo>
                <a:cubicBezTo>
                  <a:pt x="550699" y="19582"/>
                  <a:pt x="547806" y="20550"/>
                  <a:pt x="546530" y="22488"/>
                </a:cubicBezTo>
                <a:cubicBezTo>
                  <a:pt x="545255" y="24424"/>
                  <a:pt x="544617" y="27523"/>
                  <a:pt x="544617" y="31784"/>
                </a:cubicBezTo>
                <a:lnTo>
                  <a:pt x="544617" y="34357"/>
                </a:lnTo>
                <a:lnTo>
                  <a:pt x="563130" y="34357"/>
                </a:lnTo>
                <a:lnTo>
                  <a:pt x="563130" y="52514"/>
                </a:lnTo>
                <a:lnTo>
                  <a:pt x="544617" y="52514"/>
                </a:lnTo>
                <a:lnTo>
                  <a:pt x="544617" y="122296"/>
                </a:lnTo>
                <a:lnTo>
                  <a:pt x="521030" y="122296"/>
                </a:lnTo>
                <a:close/>
                <a:moveTo>
                  <a:pt x="576499" y="122296"/>
                </a:moveTo>
                <a:lnTo>
                  <a:pt x="576499" y="34357"/>
                </a:lnTo>
                <a:lnTo>
                  <a:pt x="600085" y="34357"/>
                </a:lnTo>
                <a:lnTo>
                  <a:pt x="600085" y="122296"/>
                </a:lnTo>
                <a:lnTo>
                  <a:pt x="576499" y="122296"/>
                </a:lnTo>
                <a:moveTo>
                  <a:pt x="588336" y="22964"/>
                </a:moveTo>
                <a:cubicBezTo>
                  <a:pt x="584005" y="22964"/>
                  <a:pt x="580697" y="21866"/>
                  <a:pt x="578412" y="19671"/>
                </a:cubicBezTo>
                <a:cubicBezTo>
                  <a:pt x="576128" y="17475"/>
                  <a:pt x="574985" y="14745"/>
                  <a:pt x="574985" y="11482"/>
                </a:cubicBezTo>
                <a:cubicBezTo>
                  <a:pt x="574985" y="8159"/>
                  <a:pt x="576128" y="5415"/>
                  <a:pt x="578412" y="3249"/>
                </a:cubicBezTo>
                <a:cubicBezTo>
                  <a:pt x="580697" y="1083"/>
                  <a:pt x="584005" y="0"/>
                  <a:pt x="588336" y="0"/>
                </a:cubicBezTo>
                <a:cubicBezTo>
                  <a:pt x="592668" y="0"/>
                  <a:pt x="595976" y="1083"/>
                  <a:pt x="598261" y="3249"/>
                </a:cubicBezTo>
                <a:cubicBezTo>
                  <a:pt x="600545" y="5415"/>
                  <a:pt x="601688" y="8159"/>
                  <a:pt x="601688" y="11482"/>
                </a:cubicBezTo>
                <a:cubicBezTo>
                  <a:pt x="601688" y="14745"/>
                  <a:pt x="600545" y="17475"/>
                  <a:pt x="598261" y="19671"/>
                </a:cubicBezTo>
                <a:cubicBezTo>
                  <a:pt x="595976" y="21866"/>
                  <a:pt x="592668" y="22964"/>
                  <a:pt x="588336" y="22964"/>
                </a:cubicBezTo>
                <a:close/>
                <a:moveTo>
                  <a:pt x="663388" y="123898"/>
                </a:moveTo>
                <a:cubicBezTo>
                  <a:pt x="655318" y="123898"/>
                  <a:pt x="647990" y="122331"/>
                  <a:pt x="641403" y="119197"/>
                </a:cubicBezTo>
                <a:cubicBezTo>
                  <a:pt x="634817" y="116061"/>
                  <a:pt x="629595" y="111178"/>
                  <a:pt x="625738" y="104547"/>
                </a:cubicBezTo>
                <a:cubicBezTo>
                  <a:pt x="621881" y="97916"/>
                  <a:pt x="619953" y="89356"/>
                  <a:pt x="619953" y="78866"/>
                </a:cubicBezTo>
                <a:cubicBezTo>
                  <a:pt x="619953" y="68378"/>
                  <a:pt x="621792" y="59758"/>
                  <a:pt x="625471" y="53006"/>
                </a:cubicBezTo>
                <a:cubicBezTo>
                  <a:pt x="629150" y="46255"/>
                  <a:pt x="634268" y="41236"/>
                  <a:pt x="640825" y="37950"/>
                </a:cubicBezTo>
                <a:cubicBezTo>
                  <a:pt x="647382" y="34665"/>
                  <a:pt x="654903" y="33022"/>
                  <a:pt x="663388" y="33022"/>
                </a:cubicBezTo>
                <a:cubicBezTo>
                  <a:pt x="670746" y="33022"/>
                  <a:pt x="677392" y="34258"/>
                  <a:pt x="683326" y="36732"/>
                </a:cubicBezTo>
                <a:cubicBezTo>
                  <a:pt x="689260" y="39204"/>
                  <a:pt x="693977" y="42897"/>
                  <a:pt x="697478" y="47811"/>
                </a:cubicBezTo>
                <a:cubicBezTo>
                  <a:pt x="700979" y="52725"/>
                  <a:pt x="702759" y="58921"/>
                  <a:pt x="702818" y="66399"/>
                </a:cubicBezTo>
                <a:lnTo>
                  <a:pt x="679943" y="66399"/>
                </a:lnTo>
                <a:cubicBezTo>
                  <a:pt x="679825" y="61786"/>
                  <a:pt x="678341" y="58110"/>
                  <a:pt x="675493" y="55373"/>
                </a:cubicBezTo>
                <a:cubicBezTo>
                  <a:pt x="672645" y="52637"/>
                  <a:pt x="668640" y="51268"/>
                  <a:pt x="663477" y="51268"/>
                </a:cubicBezTo>
                <a:cubicBezTo>
                  <a:pt x="656653" y="51268"/>
                  <a:pt x="651713" y="53675"/>
                  <a:pt x="648657" y="58489"/>
                </a:cubicBezTo>
                <a:cubicBezTo>
                  <a:pt x="645602" y="63303"/>
                  <a:pt x="644074" y="70097"/>
                  <a:pt x="644074" y="78871"/>
                </a:cubicBezTo>
                <a:cubicBezTo>
                  <a:pt x="644074" y="84538"/>
                  <a:pt x="644741" y="89368"/>
                  <a:pt x="646076" y="93360"/>
                </a:cubicBezTo>
                <a:cubicBezTo>
                  <a:pt x="647411" y="97351"/>
                  <a:pt x="649518" y="100397"/>
                  <a:pt x="652396" y="102500"/>
                </a:cubicBezTo>
                <a:cubicBezTo>
                  <a:pt x="655274" y="104601"/>
                  <a:pt x="658967" y="105651"/>
                  <a:pt x="663477" y="105651"/>
                </a:cubicBezTo>
                <a:cubicBezTo>
                  <a:pt x="668758" y="105651"/>
                  <a:pt x="672927" y="104159"/>
                  <a:pt x="675983" y="101173"/>
                </a:cubicBezTo>
                <a:cubicBezTo>
                  <a:pt x="679039" y="98186"/>
                  <a:pt x="680626" y="93952"/>
                  <a:pt x="680745" y="88473"/>
                </a:cubicBezTo>
                <a:lnTo>
                  <a:pt x="703619" y="88473"/>
                </a:lnTo>
                <a:cubicBezTo>
                  <a:pt x="703441" y="96144"/>
                  <a:pt x="701617" y="102607"/>
                  <a:pt x="698145" y="107863"/>
                </a:cubicBezTo>
                <a:cubicBezTo>
                  <a:pt x="694674" y="113116"/>
                  <a:pt x="689942" y="117102"/>
                  <a:pt x="683949" y="119820"/>
                </a:cubicBezTo>
                <a:cubicBezTo>
                  <a:pt x="677956" y="122539"/>
                  <a:pt x="671102" y="123898"/>
                  <a:pt x="663388" y="123898"/>
                </a:cubicBezTo>
                <a:close/>
                <a:moveTo>
                  <a:pt x="746842" y="123898"/>
                </a:moveTo>
                <a:cubicBezTo>
                  <a:pt x="741917" y="123898"/>
                  <a:pt x="737318" y="122939"/>
                  <a:pt x="733046" y="121022"/>
                </a:cubicBezTo>
                <a:cubicBezTo>
                  <a:pt x="728774" y="119104"/>
                  <a:pt x="725317" y="116214"/>
                  <a:pt x="722677" y="112349"/>
                </a:cubicBezTo>
                <a:cubicBezTo>
                  <a:pt x="720036" y="108483"/>
                  <a:pt x="718716" y="103644"/>
                  <a:pt x="718716" y="97833"/>
                </a:cubicBezTo>
                <a:cubicBezTo>
                  <a:pt x="718716" y="89744"/>
                  <a:pt x="721119" y="83648"/>
                  <a:pt x="725925" y="79544"/>
                </a:cubicBezTo>
                <a:cubicBezTo>
                  <a:pt x="730732" y="75439"/>
                  <a:pt x="737452" y="72652"/>
                  <a:pt x="746085" y="71183"/>
                </a:cubicBezTo>
                <a:cubicBezTo>
                  <a:pt x="754719" y="69715"/>
                  <a:pt x="764762" y="68861"/>
                  <a:pt x="776214" y="68622"/>
                </a:cubicBezTo>
                <a:lnTo>
                  <a:pt x="776214" y="63846"/>
                </a:lnTo>
                <a:cubicBezTo>
                  <a:pt x="776214" y="58027"/>
                  <a:pt x="774864" y="54046"/>
                  <a:pt x="772165" y="51902"/>
                </a:cubicBezTo>
                <a:cubicBezTo>
                  <a:pt x="769465" y="49759"/>
                  <a:pt x="765979" y="48687"/>
                  <a:pt x="761706" y="48687"/>
                </a:cubicBezTo>
                <a:cubicBezTo>
                  <a:pt x="757018" y="48687"/>
                  <a:pt x="753162" y="49830"/>
                  <a:pt x="750135" y="52116"/>
                </a:cubicBezTo>
                <a:cubicBezTo>
                  <a:pt x="747109" y="54401"/>
                  <a:pt x="745596" y="58103"/>
                  <a:pt x="745596" y="63223"/>
                </a:cubicBezTo>
                <a:lnTo>
                  <a:pt x="723522" y="63223"/>
                </a:lnTo>
                <a:cubicBezTo>
                  <a:pt x="723522" y="55711"/>
                  <a:pt x="725139" y="49761"/>
                  <a:pt x="728373" y="45374"/>
                </a:cubicBezTo>
                <a:cubicBezTo>
                  <a:pt x="731607" y="40985"/>
                  <a:pt x="736087" y="37829"/>
                  <a:pt x="741813" y="35906"/>
                </a:cubicBezTo>
                <a:cubicBezTo>
                  <a:pt x="747539" y="33983"/>
                  <a:pt x="754170" y="33022"/>
                  <a:pt x="761706" y="33022"/>
                </a:cubicBezTo>
                <a:cubicBezTo>
                  <a:pt x="767225" y="33022"/>
                  <a:pt x="772268" y="33487"/>
                  <a:pt x="776837" y="34418"/>
                </a:cubicBezTo>
                <a:cubicBezTo>
                  <a:pt x="781406" y="35349"/>
                  <a:pt x="785367" y="36956"/>
                  <a:pt x="788720" y="39238"/>
                </a:cubicBezTo>
                <a:cubicBezTo>
                  <a:pt x="792072" y="41519"/>
                  <a:pt x="794668" y="44627"/>
                  <a:pt x="796508" y="48562"/>
                </a:cubicBezTo>
                <a:cubicBezTo>
                  <a:pt x="798347" y="52495"/>
                  <a:pt x="799267" y="57404"/>
                  <a:pt x="799267" y="63290"/>
                </a:cubicBezTo>
                <a:lnTo>
                  <a:pt x="799267" y="122296"/>
                </a:lnTo>
                <a:lnTo>
                  <a:pt x="777193" y="122296"/>
                </a:lnTo>
                <a:lnTo>
                  <a:pt x="776481" y="111081"/>
                </a:lnTo>
                <a:cubicBezTo>
                  <a:pt x="772802" y="115294"/>
                  <a:pt x="768530" y="118483"/>
                  <a:pt x="763664" y="120649"/>
                </a:cubicBezTo>
                <a:cubicBezTo>
                  <a:pt x="758799" y="122815"/>
                  <a:pt x="753191" y="123898"/>
                  <a:pt x="746842" y="123898"/>
                </a:cubicBezTo>
                <a:moveTo>
                  <a:pt x="754586" y="107699"/>
                </a:moveTo>
                <a:cubicBezTo>
                  <a:pt x="759036" y="107699"/>
                  <a:pt x="763145" y="106517"/>
                  <a:pt x="766913" y="104155"/>
                </a:cubicBezTo>
                <a:cubicBezTo>
                  <a:pt x="770681" y="101791"/>
                  <a:pt x="773692" y="99094"/>
                  <a:pt x="775947" y="96066"/>
                </a:cubicBezTo>
                <a:lnTo>
                  <a:pt x="775947" y="81706"/>
                </a:lnTo>
                <a:cubicBezTo>
                  <a:pt x="763486" y="81767"/>
                  <a:pt x="754764" y="82964"/>
                  <a:pt x="749779" y="85297"/>
                </a:cubicBezTo>
                <a:cubicBezTo>
                  <a:pt x="744795" y="87629"/>
                  <a:pt x="742303" y="91401"/>
                  <a:pt x="742303" y="96612"/>
                </a:cubicBezTo>
                <a:cubicBezTo>
                  <a:pt x="742303" y="100368"/>
                  <a:pt x="743445" y="103155"/>
                  <a:pt x="745729" y="104973"/>
                </a:cubicBezTo>
                <a:cubicBezTo>
                  <a:pt x="748014" y="106790"/>
                  <a:pt x="750966" y="107699"/>
                  <a:pt x="754586" y="107699"/>
                </a:cubicBezTo>
                <a:close/>
                <a:moveTo>
                  <a:pt x="859044" y="122296"/>
                </a:moveTo>
                <a:cubicBezTo>
                  <a:pt x="850262" y="122296"/>
                  <a:pt x="843453" y="121227"/>
                  <a:pt x="838617" y="119089"/>
                </a:cubicBezTo>
                <a:cubicBezTo>
                  <a:pt x="833781" y="116949"/>
                  <a:pt x="830414" y="113634"/>
                  <a:pt x="828515" y="109145"/>
                </a:cubicBezTo>
                <a:cubicBezTo>
                  <a:pt x="826616" y="104656"/>
                  <a:pt x="825667" y="98795"/>
                  <a:pt x="825667" y="91563"/>
                </a:cubicBezTo>
                <a:lnTo>
                  <a:pt x="825667" y="52514"/>
                </a:lnTo>
                <a:lnTo>
                  <a:pt x="811248" y="52514"/>
                </a:lnTo>
                <a:lnTo>
                  <a:pt x="811248" y="34357"/>
                </a:lnTo>
                <a:lnTo>
                  <a:pt x="825667" y="34357"/>
                </a:lnTo>
                <a:lnTo>
                  <a:pt x="825667" y="13885"/>
                </a:lnTo>
                <a:lnTo>
                  <a:pt x="849254" y="13885"/>
                </a:lnTo>
                <a:lnTo>
                  <a:pt x="849254" y="34357"/>
                </a:lnTo>
                <a:lnTo>
                  <a:pt x="868212" y="34357"/>
                </a:lnTo>
                <a:lnTo>
                  <a:pt x="868212" y="52514"/>
                </a:lnTo>
                <a:lnTo>
                  <a:pt x="849254" y="52514"/>
                </a:lnTo>
                <a:lnTo>
                  <a:pt x="849254" y="90325"/>
                </a:lnTo>
                <a:cubicBezTo>
                  <a:pt x="849254" y="94991"/>
                  <a:pt x="849892" y="98445"/>
                  <a:pt x="851167" y="100686"/>
                </a:cubicBezTo>
                <a:cubicBezTo>
                  <a:pt x="852443" y="102928"/>
                  <a:pt x="855336" y="104049"/>
                  <a:pt x="859845" y="104049"/>
                </a:cubicBezTo>
                <a:lnTo>
                  <a:pt x="868212" y="104049"/>
                </a:lnTo>
                <a:lnTo>
                  <a:pt x="868212" y="122296"/>
                </a:lnTo>
                <a:lnTo>
                  <a:pt x="859044" y="122296"/>
                </a:lnTo>
                <a:close/>
                <a:moveTo>
                  <a:pt x="886786" y="122296"/>
                </a:moveTo>
                <a:lnTo>
                  <a:pt x="886786" y="34357"/>
                </a:lnTo>
                <a:lnTo>
                  <a:pt x="910373" y="34357"/>
                </a:lnTo>
                <a:lnTo>
                  <a:pt x="910373" y="122296"/>
                </a:lnTo>
                <a:lnTo>
                  <a:pt x="886786" y="122296"/>
                </a:lnTo>
                <a:moveTo>
                  <a:pt x="898624" y="22964"/>
                </a:moveTo>
                <a:cubicBezTo>
                  <a:pt x="894292" y="22964"/>
                  <a:pt x="890984" y="21866"/>
                  <a:pt x="888700" y="19671"/>
                </a:cubicBezTo>
                <a:cubicBezTo>
                  <a:pt x="886415" y="17475"/>
                  <a:pt x="885273" y="14745"/>
                  <a:pt x="885273" y="11482"/>
                </a:cubicBezTo>
                <a:cubicBezTo>
                  <a:pt x="885273" y="8159"/>
                  <a:pt x="886415" y="5415"/>
                  <a:pt x="888700" y="3249"/>
                </a:cubicBezTo>
                <a:cubicBezTo>
                  <a:pt x="890984" y="1083"/>
                  <a:pt x="894292" y="0"/>
                  <a:pt x="898624" y="0"/>
                </a:cubicBezTo>
                <a:cubicBezTo>
                  <a:pt x="902955" y="0"/>
                  <a:pt x="906264" y="1083"/>
                  <a:pt x="908548" y="3249"/>
                </a:cubicBezTo>
                <a:cubicBezTo>
                  <a:pt x="910833" y="5415"/>
                  <a:pt x="911975" y="8159"/>
                  <a:pt x="911975" y="11482"/>
                </a:cubicBezTo>
                <a:cubicBezTo>
                  <a:pt x="911975" y="14745"/>
                  <a:pt x="910833" y="17475"/>
                  <a:pt x="908548" y="19671"/>
                </a:cubicBezTo>
                <a:cubicBezTo>
                  <a:pt x="906264" y="21866"/>
                  <a:pt x="902955" y="22964"/>
                  <a:pt x="898624" y="22964"/>
                </a:cubicBezTo>
                <a:close/>
                <a:moveTo>
                  <a:pt x="974121" y="123898"/>
                </a:moveTo>
                <a:cubicBezTo>
                  <a:pt x="965339" y="123898"/>
                  <a:pt x="957640" y="122127"/>
                  <a:pt x="951024" y="118585"/>
                </a:cubicBezTo>
                <a:cubicBezTo>
                  <a:pt x="944407" y="115042"/>
                  <a:pt x="939289" y="109908"/>
                  <a:pt x="935670" y="103184"/>
                </a:cubicBezTo>
                <a:cubicBezTo>
                  <a:pt x="932050" y="96459"/>
                  <a:pt x="930240" y="88322"/>
                  <a:pt x="930240" y="78774"/>
                </a:cubicBezTo>
                <a:cubicBezTo>
                  <a:pt x="930240" y="69048"/>
                  <a:pt x="932050" y="60778"/>
                  <a:pt x="935670" y="53963"/>
                </a:cubicBezTo>
                <a:cubicBezTo>
                  <a:pt x="939289" y="47147"/>
                  <a:pt x="944407" y="41953"/>
                  <a:pt x="951024" y="38382"/>
                </a:cubicBezTo>
                <a:cubicBezTo>
                  <a:pt x="957640" y="34808"/>
                  <a:pt x="965339" y="33022"/>
                  <a:pt x="974121" y="33022"/>
                </a:cubicBezTo>
                <a:cubicBezTo>
                  <a:pt x="983022" y="33022"/>
                  <a:pt x="990780" y="34808"/>
                  <a:pt x="997396" y="38382"/>
                </a:cubicBezTo>
                <a:cubicBezTo>
                  <a:pt x="1004012" y="41953"/>
                  <a:pt x="1009160" y="47147"/>
                  <a:pt x="1012839" y="53963"/>
                </a:cubicBezTo>
                <a:cubicBezTo>
                  <a:pt x="1016518" y="60778"/>
                  <a:pt x="1018357" y="69048"/>
                  <a:pt x="1018357" y="78774"/>
                </a:cubicBezTo>
                <a:cubicBezTo>
                  <a:pt x="1018357" y="88322"/>
                  <a:pt x="1016518" y="96459"/>
                  <a:pt x="1012839" y="103184"/>
                </a:cubicBezTo>
                <a:cubicBezTo>
                  <a:pt x="1009160" y="109908"/>
                  <a:pt x="1004012" y="115042"/>
                  <a:pt x="997396" y="118585"/>
                </a:cubicBezTo>
                <a:cubicBezTo>
                  <a:pt x="990780" y="122127"/>
                  <a:pt x="983022" y="123898"/>
                  <a:pt x="974121" y="123898"/>
                </a:cubicBezTo>
                <a:moveTo>
                  <a:pt x="974121" y="105918"/>
                </a:moveTo>
                <a:cubicBezTo>
                  <a:pt x="979283" y="105918"/>
                  <a:pt x="983333" y="104693"/>
                  <a:pt x="986270" y="102241"/>
                </a:cubicBezTo>
                <a:cubicBezTo>
                  <a:pt x="989208" y="99790"/>
                  <a:pt x="991284" y="96507"/>
                  <a:pt x="992501" y="92392"/>
                </a:cubicBezTo>
                <a:cubicBezTo>
                  <a:pt x="993717" y="88277"/>
                  <a:pt x="994325" y="83739"/>
                  <a:pt x="994325" y="78777"/>
                </a:cubicBezTo>
                <a:cubicBezTo>
                  <a:pt x="994325" y="73692"/>
                  <a:pt x="993717" y="69062"/>
                  <a:pt x="992501" y="64886"/>
                </a:cubicBezTo>
                <a:cubicBezTo>
                  <a:pt x="991284" y="60710"/>
                  <a:pt x="989208" y="57382"/>
                  <a:pt x="986270" y="54901"/>
                </a:cubicBezTo>
                <a:cubicBezTo>
                  <a:pt x="983333" y="52420"/>
                  <a:pt x="979283" y="51179"/>
                  <a:pt x="974121" y="51179"/>
                </a:cubicBezTo>
                <a:cubicBezTo>
                  <a:pt x="969077" y="51179"/>
                  <a:pt x="965116" y="52420"/>
                  <a:pt x="962238" y="54901"/>
                </a:cubicBezTo>
                <a:cubicBezTo>
                  <a:pt x="959361" y="57382"/>
                  <a:pt x="957328" y="60710"/>
                  <a:pt x="956141" y="64886"/>
                </a:cubicBezTo>
                <a:cubicBezTo>
                  <a:pt x="954955" y="69062"/>
                  <a:pt x="954361" y="73692"/>
                  <a:pt x="954361" y="78777"/>
                </a:cubicBezTo>
                <a:cubicBezTo>
                  <a:pt x="954361" y="83739"/>
                  <a:pt x="954955" y="88277"/>
                  <a:pt x="956141" y="92392"/>
                </a:cubicBezTo>
                <a:cubicBezTo>
                  <a:pt x="957328" y="96507"/>
                  <a:pt x="959361" y="99790"/>
                  <a:pt x="962238" y="102241"/>
                </a:cubicBezTo>
                <a:cubicBezTo>
                  <a:pt x="965116" y="104693"/>
                  <a:pt x="969077" y="105918"/>
                  <a:pt x="974121" y="105918"/>
                </a:cubicBezTo>
                <a:close/>
                <a:moveTo>
                  <a:pt x="1039104" y="122296"/>
                </a:moveTo>
                <a:lnTo>
                  <a:pt x="1039104" y="34357"/>
                </a:lnTo>
                <a:lnTo>
                  <a:pt x="1061801" y="34357"/>
                </a:lnTo>
                <a:lnTo>
                  <a:pt x="1062246" y="47263"/>
                </a:lnTo>
                <a:cubicBezTo>
                  <a:pt x="1065154" y="43524"/>
                  <a:pt x="1068981" y="40216"/>
                  <a:pt x="1073728" y="37338"/>
                </a:cubicBezTo>
                <a:cubicBezTo>
                  <a:pt x="1078475" y="34461"/>
                  <a:pt x="1084646" y="33022"/>
                  <a:pt x="1092241" y="33022"/>
                </a:cubicBezTo>
                <a:cubicBezTo>
                  <a:pt x="1101083" y="33022"/>
                  <a:pt x="1107936" y="35742"/>
                  <a:pt x="1112802" y="41182"/>
                </a:cubicBezTo>
                <a:cubicBezTo>
                  <a:pt x="1117668" y="46623"/>
                  <a:pt x="1120101" y="54573"/>
                  <a:pt x="1120101" y="65034"/>
                </a:cubicBezTo>
                <a:lnTo>
                  <a:pt x="1120101" y="122296"/>
                </a:lnTo>
                <a:lnTo>
                  <a:pt x="1096692" y="122296"/>
                </a:lnTo>
                <a:lnTo>
                  <a:pt x="1096692" y="67910"/>
                </a:lnTo>
                <a:cubicBezTo>
                  <a:pt x="1096692" y="64711"/>
                  <a:pt x="1096247" y="61905"/>
                  <a:pt x="1095357" y="59493"/>
                </a:cubicBezTo>
                <a:cubicBezTo>
                  <a:pt x="1094467" y="57080"/>
                  <a:pt x="1093057" y="55210"/>
                  <a:pt x="1091129" y="53883"/>
                </a:cubicBezTo>
                <a:cubicBezTo>
                  <a:pt x="1089200" y="52555"/>
                  <a:pt x="1086664" y="51891"/>
                  <a:pt x="1083519" y="51891"/>
                </a:cubicBezTo>
                <a:cubicBezTo>
                  <a:pt x="1078831" y="51891"/>
                  <a:pt x="1074811" y="53007"/>
                  <a:pt x="1071458" y="55240"/>
                </a:cubicBezTo>
                <a:cubicBezTo>
                  <a:pt x="1068106" y="57473"/>
                  <a:pt x="1065183" y="60187"/>
                  <a:pt x="1062691" y="63384"/>
                </a:cubicBezTo>
                <a:lnTo>
                  <a:pt x="1062691" y="122296"/>
                </a:lnTo>
                <a:lnTo>
                  <a:pt x="1039104" y="122296"/>
                </a:lnTo>
                <a:close/>
                <a:moveTo>
                  <a:pt x="1197037" y="153448"/>
                </a:moveTo>
                <a:cubicBezTo>
                  <a:pt x="1192468" y="144903"/>
                  <a:pt x="1188566" y="136789"/>
                  <a:pt x="1185332" y="129105"/>
                </a:cubicBezTo>
                <a:cubicBezTo>
                  <a:pt x="1182098" y="121420"/>
                  <a:pt x="1179636" y="113558"/>
                  <a:pt x="1177945" y="105518"/>
                </a:cubicBezTo>
                <a:cubicBezTo>
                  <a:pt x="1176253" y="97478"/>
                  <a:pt x="1175408" y="88710"/>
                  <a:pt x="1175408" y="79216"/>
                </a:cubicBezTo>
                <a:cubicBezTo>
                  <a:pt x="1175408" y="69425"/>
                  <a:pt x="1176194" y="60317"/>
                  <a:pt x="1177767" y="51891"/>
                </a:cubicBezTo>
                <a:cubicBezTo>
                  <a:pt x="1179339" y="43465"/>
                  <a:pt x="1181727" y="35187"/>
                  <a:pt x="1184932" y="27058"/>
                </a:cubicBezTo>
                <a:cubicBezTo>
                  <a:pt x="1188136" y="18929"/>
                  <a:pt x="1192171" y="10503"/>
                  <a:pt x="1197037" y="1780"/>
                </a:cubicBezTo>
                <a:lnTo>
                  <a:pt x="1216885" y="1780"/>
                </a:lnTo>
                <a:cubicBezTo>
                  <a:pt x="1210536" y="13826"/>
                  <a:pt x="1205715" y="26480"/>
                  <a:pt x="1202422" y="39742"/>
                </a:cubicBezTo>
                <a:cubicBezTo>
                  <a:pt x="1199128" y="53004"/>
                  <a:pt x="1197482" y="66488"/>
                  <a:pt x="1197482" y="80195"/>
                </a:cubicBezTo>
                <a:cubicBezTo>
                  <a:pt x="1197482" y="93072"/>
                  <a:pt x="1199262" y="105740"/>
                  <a:pt x="1202822" y="118201"/>
                </a:cubicBezTo>
                <a:cubicBezTo>
                  <a:pt x="1206382" y="130662"/>
                  <a:pt x="1211070" y="142411"/>
                  <a:pt x="1216885" y="153448"/>
                </a:cubicBezTo>
                <a:lnTo>
                  <a:pt x="1197037" y="153448"/>
                </a:lnTo>
                <a:close/>
                <a:moveTo>
                  <a:pt x="1288421" y="123898"/>
                </a:moveTo>
                <a:cubicBezTo>
                  <a:pt x="1276316" y="123898"/>
                  <a:pt x="1265902" y="121361"/>
                  <a:pt x="1257179" y="116288"/>
                </a:cubicBezTo>
                <a:cubicBezTo>
                  <a:pt x="1248457" y="111214"/>
                  <a:pt x="1241752" y="104094"/>
                  <a:pt x="1237064" y="94926"/>
                </a:cubicBezTo>
                <a:cubicBezTo>
                  <a:pt x="1232376" y="85758"/>
                  <a:pt x="1230032" y="74944"/>
                  <a:pt x="1230032" y="62483"/>
                </a:cubicBezTo>
                <a:cubicBezTo>
                  <a:pt x="1230032" y="50022"/>
                  <a:pt x="1232376" y="39178"/>
                  <a:pt x="1237064" y="29951"/>
                </a:cubicBezTo>
                <a:cubicBezTo>
                  <a:pt x="1241752" y="20724"/>
                  <a:pt x="1248457" y="13574"/>
                  <a:pt x="1257179" y="8500"/>
                </a:cubicBezTo>
                <a:cubicBezTo>
                  <a:pt x="1265902" y="3427"/>
                  <a:pt x="1276316" y="890"/>
                  <a:pt x="1288421" y="890"/>
                </a:cubicBezTo>
                <a:cubicBezTo>
                  <a:pt x="1297796" y="890"/>
                  <a:pt x="1306430" y="2507"/>
                  <a:pt x="1314322" y="5741"/>
                </a:cubicBezTo>
                <a:cubicBezTo>
                  <a:pt x="1322214" y="8975"/>
                  <a:pt x="1328622" y="13752"/>
                  <a:pt x="1333547" y="20071"/>
                </a:cubicBezTo>
                <a:cubicBezTo>
                  <a:pt x="1338473" y="26391"/>
                  <a:pt x="1341172" y="34179"/>
                  <a:pt x="1341647" y="43435"/>
                </a:cubicBezTo>
                <a:lnTo>
                  <a:pt x="1316013" y="43435"/>
                </a:lnTo>
                <a:cubicBezTo>
                  <a:pt x="1315360" y="38570"/>
                  <a:pt x="1313773" y="34535"/>
                  <a:pt x="1311251" y="31330"/>
                </a:cubicBezTo>
                <a:cubicBezTo>
                  <a:pt x="1308729" y="28126"/>
                  <a:pt x="1305510" y="25723"/>
                  <a:pt x="1301594" y="24121"/>
                </a:cubicBezTo>
                <a:cubicBezTo>
                  <a:pt x="1297678" y="22519"/>
                  <a:pt x="1293287" y="21718"/>
                  <a:pt x="1288421" y="21718"/>
                </a:cubicBezTo>
                <a:cubicBezTo>
                  <a:pt x="1280588" y="21718"/>
                  <a:pt x="1274284" y="23617"/>
                  <a:pt x="1269507" y="27414"/>
                </a:cubicBezTo>
                <a:cubicBezTo>
                  <a:pt x="1264730" y="31212"/>
                  <a:pt x="1261259" y="36181"/>
                  <a:pt x="1259093" y="42323"/>
                </a:cubicBezTo>
                <a:cubicBezTo>
                  <a:pt x="1256927" y="48464"/>
                  <a:pt x="1255844" y="55184"/>
                  <a:pt x="1255844" y="62483"/>
                </a:cubicBezTo>
                <a:cubicBezTo>
                  <a:pt x="1255844" y="69722"/>
                  <a:pt x="1256927" y="76427"/>
                  <a:pt x="1259093" y="82599"/>
                </a:cubicBezTo>
                <a:cubicBezTo>
                  <a:pt x="1261259" y="88770"/>
                  <a:pt x="1264730" y="93724"/>
                  <a:pt x="1269507" y="97463"/>
                </a:cubicBezTo>
                <a:cubicBezTo>
                  <a:pt x="1274284" y="101201"/>
                  <a:pt x="1280588" y="103070"/>
                  <a:pt x="1288421" y="103070"/>
                </a:cubicBezTo>
                <a:cubicBezTo>
                  <a:pt x="1296669" y="103070"/>
                  <a:pt x="1303181" y="100949"/>
                  <a:pt x="1307958" y="96706"/>
                </a:cubicBezTo>
                <a:cubicBezTo>
                  <a:pt x="1312735" y="92463"/>
                  <a:pt x="1315479" y="86426"/>
                  <a:pt x="1316191" y="78593"/>
                </a:cubicBezTo>
                <a:lnTo>
                  <a:pt x="1341825" y="78593"/>
                </a:lnTo>
                <a:cubicBezTo>
                  <a:pt x="1341113" y="88384"/>
                  <a:pt x="1338532" y="96647"/>
                  <a:pt x="1334082" y="103382"/>
                </a:cubicBezTo>
                <a:cubicBezTo>
                  <a:pt x="1329631" y="110117"/>
                  <a:pt x="1323549" y="115220"/>
                  <a:pt x="1315835" y="118691"/>
                </a:cubicBezTo>
                <a:cubicBezTo>
                  <a:pt x="1308121" y="122162"/>
                  <a:pt x="1298983" y="123898"/>
                  <a:pt x="1288421" y="123898"/>
                </a:cubicBezTo>
                <a:close/>
                <a:moveTo>
                  <a:pt x="1362568" y="122296"/>
                </a:moveTo>
                <a:lnTo>
                  <a:pt x="1362568" y="2492"/>
                </a:lnTo>
                <a:lnTo>
                  <a:pt x="1387579" y="2492"/>
                </a:lnTo>
                <a:lnTo>
                  <a:pt x="1387579" y="100311"/>
                </a:lnTo>
                <a:lnTo>
                  <a:pt x="1438135" y="100311"/>
                </a:lnTo>
                <a:lnTo>
                  <a:pt x="1438135" y="122296"/>
                </a:lnTo>
                <a:lnTo>
                  <a:pt x="1362568" y="122296"/>
                </a:lnTo>
                <a:close/>
                <a:moveTo>
                  <a:pt x="1496356" y="123898"/>
                </a:moveTo>
                <a:cubicBezTo>
                  <a:pt x="1487277" y="123898"/>
                  <a:pt x="1479103" y="122606"/>
                  <a:pt x="1471834" y="120023"/>
                </a:cubicBezTo>
                <a:cubicBezTo>
                  <a:pt x="1464566" y="117440"/>
                  <a:pt x="1458795" y="113328"/>
                  <a:pt x="1454523" y="107687"/>
                </a:cubicBezTo>
                <a:cubicBezTo>
                  <a:pt x="1450250" y="102047"/>
                  <a:pt x="1448114" y="94683"/>
                  <a:pt x="1448114" y="85597"/>
                </a:cubicBezTo>
                <a:lnTo>
                  <a:pt x="1473748" y="85597"/>
                </a:lnTo>
                <a:cubicBezTo>
                  <a:pt x="1473867" y="90233"/>
                  <a:pt x="1474935" y="93873"/>
                  <a:pt x="1476952" y="96517"/>
                </a:cubicBezTo>
                <a:cubicBezTo>
                  <a:pt x="1478970" y="99161"/>
                  <a:pt x="1481685" y="101048"/>
                  <a:pt x="1485097" y="102177"/>
                </a:cubicBezTo>
                <a:cubicBezTo>
                  <a:pt x="1488508" y="103307"/>
                  <a:pt x="1492410" y="103871"/>
                  <a:pt x="1496801" y="103871"/>
                </a:cubicBezTo>
                <a:cubicBezTo>
                  <a:pt x="1501014" y="103871"/>
                  <a:pt x="1504723" y="103366"/>
                  <a:pt x="1507927" y="102355"/>
                </a:cubicBezTo>
                <a:cubicBezTo>
                  <a:pt x="1511131" y="101345"/>
                  <a:pt x="1513638" y="99784"/>
                  <a:pt x="1515448" y="97674"/>
                </a:cubicBezTo>
                <a:cubicBezTo>
                  <a:pt x="1517258" y="95564"/>
                  <a:pt x="1518163" y="92874"/>
                  <a:pt x="1518163" y="89605"/>
                </a:cubicBezTo>
                <a:cubicBezTo>
                  <a:pt x="1518163" y="86458"/>
                  <a:pt x="1517391" y="83860"/>
                  <a:pt x="1515848" y="81811"/>
                </a:cubicBezTo>
                <a:cubicBezTo>
                  <a:pt x="1514306" y="79762"/>
                  <a:pt x="1511576" y="77892"/>
                  <a:pt x="1507660" y="76201"/>
                </a:cubicBezTo>
                <a:cubicBezTo>
                  <a:pt x="1503743" y="74508"/>
                  <a:pt x="1498255" y="72682"/>
                  <a:pt x="1491193" y="70722"/>
                </a:cubicBezTo>
                <a:cubicBezTo>
                  <a:pt x="1482946" y="68346"/>
                  <a:pt x="1475810" y="65734"/>
                  <a:pt x="1469787" y="62883"/>
                </a:cubicBezTo>
                <a:cubicBezTo>
                  <a:pt x="1463764" y="60033"/>
                  <a:pt x="1459106" y="56353"/>
                  <a:pt x="1455813" y="51841"/>
                </a:cubicBezTo>
                <a:cubicBezTo>
                  <a:pt x="1452520" y="47328"/>
                  <a:pt x="1450873" y="41449"/>
                  <a:pt x="1450873" y="34204"/>
                </a:cubicBezTo>
                <a:cubicBezTo>
                  <a:pt x="1450873" y="26425"/>
                  <a:pt x="1452757" y="20086"/>
                  <a:pt x="1456525" y="15187"/>
                </a:cubicBezTo>
                <a:cubicBezTo>
                  <a:pt x="1460293" y="10288"/>
                  <a:pt x="1465500" y="6680"/>
                  <a:pt x="1472146" y="4364"/>
                </a:cubicBezTo>
                <a:cubicBezTo>
                  <a:pt x="1478792" y="2048"/>
                  <a:pt x="1486417" y="890"/>
                  <a:pt x="1495021" y="890"/>
                </a:cubicBezTo>
                <a:cubicBezTo>
                  <a:pt x="1503209" y="890"/>
                  <a:pt x="1510731" y="2137"/>
                  <a:pt x="1517584" y="4631"/>
                </a:cubicBezTo>
                <a:cubicBezTo>
                  <a:pt x="1524438" y="7125"/>
                  <a:pt x="1529912" y="10926"/>
                  <a:pt x="1534006" y="16032"/>
                </a:cubicBezTo>
                <a:cubicBezTo>
                  <a:pt x="1538100" y="21139"/>
                  <a:pt x="1540147" y="27641"/>
                  <a:pt x="1540147" y="35539"/>
                </a:cubicBezTo>
                <a:lnTo>
                  <a:pt x="1514513" y="35539"/>
                </a:lnTo>
                <a:cubicBezTo>
                  <a:pt x="1514573" y="30426"/>
                  <a:pt x="1512674" y="26608"/>
                  <a:pt x="1508817" y="24082"/>
                </a:cubicBezTo>
                <a:cubicBezTo>
                  <a:pt x="1504960" y="21556"/>
                  <a:pt x="1500332" y="20294"/>
                  <a:pt x="1494932" y="20294"/>
                </a:cubicBezTo>
                <a:cubicBezTo>
                  <a:pt x="1489591" y="20294"/>
                  <a:pt x="1485171" y="21289"/>
                  <a:pt x="1481670" y="23281"/>
                </a:cubicBezTo>
                <a:cubicBezTo>
                  <a:pt x="1478169" y="25272"/>
                  <a:pt x="1476418" y="28349"/>
                  <a:pt x="1476418" y="32510"/>
                </a:cubicBezTo>
                <a:cubicBezTo>
                  <a:pt x="1476418" y="34885"/>
                  <a:pt x="1477160" y="36979"/>
                  <a:pt x="1478643" y="38790"/>
                </a:cubicBezTo>
                <a:cubicBezTo>
                  <a:pt x="1480127" y="40602"/>
                  <a:pt x="1482871" y="42369"/>
                  <a:pt x="1486877" y="44092"/>
                </a:cubicBezTo>
                <a:cubicBezTo>
                  <a:pt x="1490882" y="45813"/>
                  <a:pt x="1496682" y="47772"/>
                  <a:pt x="1504278" y="49969"/>
                </a:cubicBezTo>
                <a:cubicBezTo>
                  <a:pt x="1513356" y="52641"/>
                  <a:pt x="1520803" y="55447"/>
                  <a:pt x="1526618" y="58386"/>
                </a:cubicBezTo>
                <a:cubicBezTo>
                  <a:pt x="1532433" y="61325"/>
                  <a:pt x="1536750" y="65125"/>
                  <a:pt x="1539569" y="69787"/>
                </a:cubicBezTo>
                <a:cubicBezTo>
                  <a:pt x="1542387" y="74449"/>
                  <a:pt x="1543797" y="80580"/>
                  <a:pt x="1543797" y="88181"/>
                </a:cubicBezTo>
                <a:cubicBezTo>
                  <a:pt x="1543797" y="96672"/>
                  <a:pt x="1541720" y="103530"/>
                  <a:pt x="1537566" y="108755"/>
                </a:cubicBezTo>
                <a:cubicBezTo>
                  <a:pt x="1533412" y="113981"/>
                  <a:pt x="1527761" y="117811"/>
                  <a:pt x="1520610" y="120246"/>
                </a:cubicBezTo>
                <a:cubicBezTo>
                  <a:pt x="1513460" y="122680"/>
                  <a:pt x="1505375" y="123898"/>
                  <a:pt x="1496356" y="123898"/>
                </a:cubicBezTo>
                <a:close/>
                <a:moveTo>
                  <a:pt x="1552863" y="153448"/>
                </a:moveTo>
                <a:cubicBezTo>
                  <a:pt x="1559153" y="141403"/>
                  <a:pt x="1563944" y="128749"/>
                  <a:pt x="1567237" y="115487"/>
                </a:cubicBezTo>
                <a:cubicBezTo>
                  <a:pt x="1570531" y="102225"/>
                  <a:pt x="1572177" y="88710"/>
                  <a:pt x="1572177" y="74944"/>
                </a:cubicBezTo>
                <a:cubicBezTo>
                  <a:pt x="1572177" y="62068"/>
                  <a:pt x="1570412" y="49414"/>
                  <a:pt x="1566881" y="36982"/>
                </a:cubicBezTo>
                <a:cubicBezTo>
                  <a:pt x="1563351" y="24551"/>
                  <a:pt x="1558678" y="12817"/>
                  <a:pt x="1552863" y="1780"/>
                </a:cubicBezTo>
                <a:lnTo>
                  <a:pt x="1572533" y="1780"/>
                </a:lnTo>
                <a:cubicBezTo>
                  <a:pt x="1577162" y="10265"/>
                  <a:pt x="1581093" y="18350"/>
                  <a:pt x="1584327" y="26035"/>
                </a:cubicBezTo>
                <a:cubicBezTo>
                  <a:pt x="1587561" y="33719"/>
                  <a:pt x="1590038" y="41581"/>
                  <a:pt x="1591759" y="49621"/>
                </a:cubicBezTo>
                <a:cubicBezTo>
                  <a:pt x="1593480" y="57662"/>
                  <a:pt x="1594340" y="66429"/>
                  <a:pt x="1594340" y="75923"/>
                </a:cubicBezTo>
                <a:cubicBezTo>
                  <a:pt x="1594340" y="85714"/>
                  <a:pt x="1593539" y="94837"/>
                  <a:pt x="1591937" y="103293"/>
                </a:cubicBezTo>
                <a:cubicBezTo>
                  <a:pt x="1590335" y="111748"/>
                  <a:pt x="1587917" y="120026"/>
                  <a:pt x="1584683" y="128126"/>
                </a:cubicBezTo>
                <a:cubicBezTo>
                  <a:pt x="1581449" y="136225"/>
                  <a:pt x="1577399" y="144666"/>
                  <a:pt x="1572533" y="153448"/>
                </a:cubicBezTo>
                <a:lnTo>
                  <a:pt x="1552863" y="1534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742600e37469b"/>
          <a:stretch xmlns:a="http://schemas.openxmlformats.org/drawingml/2006/main"/>
        </p:blipFill>
        <p:spPr>
          <a:xfrm xmlns:a="http://schemas.openxmlformats.org/drawingml/2006/main">
            <a:off x="2864201" y="580834"/>
            <a:ext cx="615832" cy="389206"/>
          </a:xfrm>
          <a:prstGeom xmlns:a="http://schemas.openxmlformats.org/drawingml/2006/main" prst="rect">
            <a:avLst/>
          </a:prstGeom>
        </p:spPr>
      </p:pic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1E6438-F775-499B-8ED9-8C9CE4C7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109" y="632974"/>
            <a:ext cx="512375" cy="285747"/>
          </a:xfrm>
          <a:custGeom xmlns:a="http://schemas.openxmlformats.org/drawingml/2006/main">
            <a:pathLst>
              <a:path w="512375" h="285747">
                <a:moveTo>
                  <a:pt x="0" y="67328"/>
                </a:moveTo>
                <a:cubicBezTo>
                  <a:pt x="0" y="30145"/>
                  <a:pt x="30145" y="0"/>
                  <a:pt x="67328" y="0"/>
                </a:cubicBezTo>
                <a:lnTo>
                  <a:pt x="445046" y="0"/>
                </a:lnTo>
                <a:cubicBezTo>
                  <a:pt x="482230" y="0"/>
                  <a:pt x="512375" y="30145"/>
                  <a:pt x="512375" y="67328"/>
                </a:cubicBezTo>
                <a:lnTo>
                  <a:pt x="512375" y="218419"/>
                </a:lnTo>
                <a:cubicBezTo>
                  <a:pt x="512375" y="255602"/>
                  <a:pt x="482230" y="285747"/>
                  <a:pt x="445046" y="285747"/>
                </a:cubicBezTo>
                <a:lnTo>
                  <a:pt x="67328" y="285747"/>
                </a:lnTo>
                <a:cubicBezTo>
                  <a:pt x="30145" y="285747"/>
                  <a:pt x="0" y="255602"/>
                  <a:pt x="0" y="218419"/>
                </a:cubicBezTo>
                <a:lnTo>
                  <a:pt x="0" y="67328"/>
                </a:lnTo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7A10F-A7BB-49E2-A74F-3B493913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109" y="632974"/>
            <a:ext cx="512373" cy="285747"/>
          </a:xfrm>
          <a:custGeom xmlns:a="http://schemas.openxmlformats.org/drawingml/2006/main">
            <a:pathLst>
              <a:path w="512373" h="285747" fill="none">
                <a:moveTo>
                  <a:pt x="0" y="67328"/>
                </a:moveTo>
                <a:cubicBezTo>
                  <a:pt x="0" y="30144"/>
                  <a:pt x="30144" y="0"/>
                  <a:pt x="67327" y="0"/>
                </a:cubicBezTo>
                <a:lnTo>
                  <a:pt x="445046" y="0"/>
                </a:lnTo>
                <a:cubicBezTo>
                  <a:pt x="482230" y="0"/>
                  <a:pt x="512373" y="30144"/>
                  <a:pt x="512373" y="67328"/>
                </a:cubicBezTo>
                <a:lnTo>
                  <a:pt x="512373" y="218419"/>
                </a:lnTo>
                <a:cubicBezTo>
                  <a:pt x="512373" y="255603"/>
                  <a:pt x="482230" y="285747"/>
                  <a:pt x="445046" y="285747"/>
                </a:cubicBezTo>
                <a:lnTo>
                  <a:pt x="67327" y="285747"/>
                </a:lnTo>
                <a:cubicBezTo>
                  <a:pt x="30144" y="285747"/>
                  <a:pt x="0" y="255603"/>
                  <a:pt x="0" y="218419"/>
                </a:cubicBezTo>
                <a:lnTo>
                  <a:pt x="0" y="6732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sp>
        <p:nvSpPr>
          <p:cNvPr id="349" name="Text DTE">
            <a:extLst xmlns:a="http://schemas.openxmlformats.org/drawingml/2006/main">
              <a:ext uri="{FF2B5EF4-FFF2-40B4-BE49-F238E27FC236}">
                <a16:creationId xmlns:a16="http://schemas.microsoft.com/office/drawing/2014/main" id="{D21106F9-AE36-468D-8711-6FE490A2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776" y="704265"/>
            <a:ext cx="334565" cy="132755"/>
          </a:xfrm>
          <a:custGeom xmlns:a="http://schemas.openxmlformats.org/drawingml/2006/main">
            <a:pathLst>
              <a:path w="334565" h="132755">
                <a:moveTo>
                  <a:pt x="0" y="132755"/>
                </a:moveTo>
                <a:lnTo>
                  <a:pt x="0" y="0"/>
                </a:lnTo>
                <a:lnTo>
                  <a:pt x="49413" y="0"/>
                </a:lnTo>
                <a:cubicBezTo>
                  <a:pt x="63616" y="0"/>
                  <a:pt x="75764" y="2630"/>
                  <a:pt x="85857" y="7890"/>
                </a:cubicBezTo>
                <a:cubicBezTo>
                  <a:pt x="95950" y="13151"/>
                  <a:pt x="103660" y="20712"/>
                  <a:pt x="108985" y="30575"/>
                </a:cubicBezTo>
                <a:cubicBezTo>
                  <a:pt x="114311" y="40438"/>
                  <a:pt x="116974" y="52274"/>
                  <a:pt x="116974" y="66082"/>
                </a:cubicBezTo>
                <a:cubicBezTo>
                  <a:pt x="116974" y="80350"/>
                  <a:pt x="114279" y="92449"/>
                  <a:pt x="108887" y="102377"/>
                </a:cubicBezTo>
                <a:cubicBezTo>
                  <a:pt x="103495" y="112306"/>
                  <a:pt x="95753" y="119851"/>
                  <a:pt x="85660" y="125013"/>
                </a:cubicBezTo>
                <a:cubicBezTo>
                  <a:pt x="75567" y="130174"/>
                  <a:pt x="63484" y="132755"/>
                  <a:pt x="49413" y="132755"/>
                </a:cubicBezTo>
                <a:lnTo>
                  <a:pt x="0" y="132755"/>
                </a:lnTo>
                <a:moveTo>
                  <a:pt x="27715" y="109676"/>
                </a:moveTo>
                <a:lnTo>
                  <a:pt x="46454" y="109676"/>
                </a:lnTo>
                <a:cubicBezTo>
                  <a:pt x="55857" y="109676"/>
                  <a:pt x="63665" y="108081"/>
                  <a:pt x="69879" y="104892"/>
                </a:cubicBezTo>
                <a:cubicBezTo>
                  <a:pt x="76093" y="101703"/>
                  <a:pt x="80745" y="96871"/>
                  <a:pt x="83835" y="90394"/>
                </a:cubicBezTo>
                <a:cubicBezTo>
                  <a:pt x="86925" y="83917"/>
                  <a:pt x="88471" y="75747"/>
                  <a:pt x="88471" y="65884"/>
                </a:cubicBezTo>
                <a:cubicBezTo>
                  <a:pt x="88471" y="56482"/>
                  <a:pt x="86810" y="48608"/>
                  <a:pt x="83490" y="42263"/>
                </a:cubicBezTo>
                <a:cubicBezTo>
                  <a:pt x="80169" y="35918"/>
                  <a:pt x="75386" y="31134"/>
                  <a:pt x="69139" y="27912"/>
                </a:cubicBezTo>
                <a:cubicBezTo>
                  <a:pt x="62893" y="24690"/>
                  <a:pt x="55331" y="23079"/>
                  <a:pt x="46454" y="23079"/>
                </a:cubicBezTo>
                <a:lnTo>
                  <a:pt x="27715" y="23079"/>
                </a:lnTo>
                <a:lnTo>
                  <a:pt x="27715" y="109676"/>
                </a:lnTo>
                <a:close/>
                <a:moveTo>
                  <a:pt x="165363" y="132755"/>
                </a:moveTo>
                <a:lnTo>
                  <a:pt x="165363" y="23079"/>
                </a:lnTo>
                <a:lnTo>
                  <a:pt x="129856" y="23079"/>
                </a:lnTo>
                <a:lnTo>
                  <a:pt x="129856" y="0"/>
                </a:lnTo>
                <a:lnTo>
                  <a:pt x="228387" y="0"/>
                </a:lnTo>
                <a:lnTo>
                  <a:pt x="228387" y="23079"/>
                </a:lnTo>
                <a:lnTo>
                  <a:pt x="193078" y="23079"/>
                </a:lnTo>
                <a:lnTo>
                  <a:pt x="193078" y="132755"/>
                </a:lnTo>
                <a:lnTo>
                  <a:pt x="165363" y="132755"/>
                </a:lnTo>
                <a:close/>
                <a:moveTo>
                  <a:pt x="245502" y="132755"/>
                </a:moveTo>
                <a:lnTo>
                  <a:pt x="245502" y="0"/>
                </a:lnTo>
                <a:lnTo>
                  <a:pt x="334565" y="0"/>
                </a:lnTo>
                <a:lnTo>
                  <a:pt x="334565" y="22981"/>
                </a:lnTo>
                <a:lnTo>
                  <a:pt x="273217" y="22981"/>
                </a:lnTo>
                <a:lnTo>
                  <a:pt x="273217" y="53753"/>
                </a:lnTo>
                <a:lnTo>
                  <a:pt x="328844" y="53753"/>
                </a:lnTo>
                <a:lnTo>
                  <a:pt x="328844" y="75945"/>
                </a:lnTo>
                <a:lnTo>
                  <a:pt x="273217" y="75945"/>
                </a:lnTo>
                <a:lnTo>
                  <a:pt x="273217" y="109775"/>
                </a:lnTo>
                <a:lnTo>
                  <a:pt x="334565" y="109775"/>
                </a:lnTo>
                <a:lnTo>
                  <a:pt x="334565" y="132755"/>
                </a:lnTo>
                <a:lnTo>
                  <a:pt x="245502" y="1327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1B1C9-88BF-453D-8824-BD3776AA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750" y="715908"/>
            <a:ext cx="277953" cy="90322"/>
          </a:xfrm>
          <a:custGeom xmlns:a="http://schemas.openxmlformats.org/drawingml/2006/main">
            <a:pathLst>
              <a:path w="277953" h="90322">
                <a:moveTo>
                  <a:pt x="0" y="53631"/>
                </a:moveTo>
                <a:lnTo>
                  <a:pt x="67742" y="53629"/>
                </a:lnTo>
                <a:lnTo>
                  <a:pt x="67742" y="36693"/>
                </a:lnTo>
                <a:lnTo>
                  <a:pt x="0" y="36696"/>
                </a:lnTo>
                <a:lnTo>
                  <a:pt x="0" y="53631"/>
                </a:lnTo>
                <a:close/>
                <a:moveTo>
                  <a:pt x="118548" y="53629"/>
                </a:moveTo>
                <a:lnTo>
                  <a:pt x="186289" y="53629"/>
                </a:lnTo>
                <a:lnTo>
                  <a:pt x="186289" y="36693"/>
                </a:lnTo>
                <a:lnTo>
                  <a:pt x="118548" y="36693"/>
                </a:lnTo>
                <a:lnTo>
                  <a:pt x="118548" y="53629"/>
                </a:lnTo>
                <a:close/>
                <a:moveTo>
                  <a:pt x="232792" y="45161"/>
                </a:moveTo>
                <a:lnTo>
                  <a:pt x="187633" y="90322"/>
                </a:lnTo>
                <a:lnTo>
                  <a:pt x="277953" y="45161"/>
                </a:lnTo>
                <a:lnTo>
                  <a:pt x="187631" y="0"/>
                </a:lnTo>
                <a:lnTo>
                  <a:pt x="232792" y="451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0f3d90a3d4f20"/>
          <a:stretch xmlns:a="http://schemas.openxmlformats.org/drawingml/2006/main"/>
        </p:blipFill>
        <p:spPr>
          <a:xfrm xmlns:a="http://schemas.openxmlformats.org/drawingml/2006/main">
            <a:off x="2089895" y="2280943"/>
            <a:ext cx="315305" cy="315305"/>
          </a:xfrm>
          <a:prstGeom xmlns:a="http://schemas.openxmlformats.org/drawingml/2006/main" prst="rect">
            <a:avLst/>
          </a:prstGeom>
        </p:spPr>
      </p:pic>
      <p:pic>
        <p:nvPicPr>
          <p:cNvPr id="10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3a57aebbb4898"/>
          <a:stretch xmlns:a="http://schemas.openxmlformats.org/drawingml/2006/main"/>
        </p:blipFill>
        <p:spPr>
          <a:xfrm xmlns:a="http://schemas.openxmlformats.org/drawingml/2006/main">
            <a:off x="2114529" y="867620"/>
            <a:ext cx="315306" cy="309123"/>
          </a:xfrm>
          <a:prstGeom xmlns:a="http://schemas.openxmlformats.org/drawingml/2006/main" prst="rect">
            <a:avLst/>
          </a:prstGeom>
        </p:spPr>
      </p:pic>
      <p:pic>
        <p:nvPicPr>
          <p:cNvPr id="10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637e1c7614ecc"/>
          <a:stretch xmlns:a="http://schemas.openxmlformats.org/drawingml/2006/main"/>
        </p:blipFill>
        <p:spPr>
          <a:xfrm xmlns:a="http://schemas.openxmlformats.org/drawingml/2006/main">
            <a:off x="2864201" y="1842058"/>
            <a:ext cx="615833" cy="394133"/>
          </a:xfrm>
          <a:prstGeom xmlns:a="http://schemas.openxmlformats.org/drawingml/2006/main" prst="rect">
            <a:avLst/>
          </a:prstGeom>
        </p:spPr>
      </p:pic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0D6537-7D13-4123-AE8F-B703F753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109" y="1894200"/>
            <a:ext cx="512375" cy="290672"/>
          </a:xfrm>
          <a:custGeom xmlns:a="http://schemas.openxmlformats.org/drawingml/2006/main">
            <a:pathLst>
              <a:path w="512375" h="290672">
                <a:moveTo>
                  <a:pt x="0" y="68489"/>
                </a:moveTo>
                <a:cubicBezTo>
                  <a:pt x="0" y="30662"/>
                  <a:pt x="30664" y="0"/>
                  <a:pt x="68489" y="0"/>
                </a:cubicBezTo>
                <a:lnTo>
                  <a:pt x="443886" y="0"/>
                </a:lnTo>
                <a:cubicBezTo>
                  <a:pt x="481710" y="0"/>
                  <a:pt x="512375" y="30662"/>
                  <a:pt x="512375" y="68489"/>
                </a:cubicBezTo>
                <a:lnTo>
                  <a:pt x="512375" y="222186"/>
                </a:lnTo>
                <a:cubicBezTo>
                  <a:pt x="512375" y="260010"/>
                  <a:pt x="481710" y="290672"/>
                  <a:pt x="443886" y="290672"/>
                </a:cubicBezTo>
                <a:lnTo>
                  <a:pt x="68489" y="290672"/>
                </a:lnTo>
                <a:cubicBezTo>
                  <a:pt x="30664" y="290672"/>
                  <a:pt x="0" y="260010"/>
                  <a:pt x="0" y="222186"/>
                </a:cubicBezTo>
                <a:lnTo>
                  <a:pt x="0" y="68489"/>
                </a:lnTo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FE53B1-B4BF-4E0E-8EC2-62ABE4E6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109" y="1894200"/>
            <a:ext cx="512373" cy="290674"/>
          </a:xfrm>
          <a:custGeom xmlns:a="http://schemas.openxmlformats.org/drawingml/2006/main">
            <a:pathLst>
              <a:path w="512373" h="290674" fill="none">
                <a:moveTo>
                  <a:pt x="0" y="68489"/>
                </a:moveTo>
                <a:cubicBezTo>
                  <a:pt x="0" y="30663"/>
                  <a:pt x="30663" y="0"/>
                  <a:pt x="68488" y="0"/>
                </a:cubicBezTo>
                <a:lnTo>
                  <a:pt x="443885" y="0"/>
                </a:lnTo>
                <a:cubicBezTo>
                  <a:pt x="481710" y="0"/>
                  <a:pt x="512373" y="30663"/>
                  <a:pt x="512373" y="68489"/>
                </a:cubicBezTo>
                <a:lnTo>
                  <a:pt x="512373" y="222185"/>
                </a:lnTo>
                <a:cubicBezTo>
                  <a:pt x="512373" y="260010"/>
                  <a:pt x="481710" y="290674"/>
                  <a:pt x="443885" y="290674"/>
                </a:cubicBezTo>
                <a:lnTo>
                  <a:pt x="68488" y="290674"/>
                </a:lnTo>
                <a:cubicBezTo>
                  <a:pt x="30663" y="290674"/>
                  <a:pt x="0" y="260010"/>
                  <a:pt x="0" y="222185"/>
                </a:cubicBezTo>
                <a:lnTo>
                  <a:pt x="0" y="684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sp>
        <p:nvSpPr>
          <p:cNvPr id="356" name="Text DTE">
            <a:extLst xmlns:a="http://schemas.openxmlformats.org/drawingml/2006/main">
              <a:ext uri="{FF2B5EF4-FFF2-40B4-BE49-F238E27FC236}">
                <a16:creationId xmlns:a16="http://schemas.microsoft.com/office/drawing/2014/main" id="{A8CE27B0-6582-468D-A166-A28DA71C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776" y="1970417"/>
            <a:ext cx="334565" cy="132755"/>
          </a:xfrm>
          <a:custGeom xmlns:a="http://schemas.openxmlformats.org/drawingml/2006/main">
            <a:pathLst>
              <a:path w="334565" h="132755">
                <a:moveTo>
                  <a:pt x="0" y="132755"/>
                </a:moveTo>
                <a:lnTo>
                  <a:pt x="0" y="0"/>
                </a:lnTo>
                <a:lnTo>
                  <a:pt x="49413" y="0"/>
                </a:lnTo>
                <a:cubicBezTo>
                  <a:pt x="63616" y="0"/>
                  <a:pt x="75764" y="2630"/>
                  <a:pt x="85857" y="7890"/>
                </a:cubicBezTo>
                <a:cubicBezTo>
                  <a:pt x="95950" y="13151"/>
                  <a:pt x="103660" y="20712"/>
                  <a:pt x="108985" y="30575"/>
                </a:cubicBezTo>
                <a:cubicBezTo>
                  <a:pt x="114311" y="40438"/>
                  <a:pt x="116974" y="52274"/>
                  <a:pt x="116974" y="66082"/>
                </a:cubicBezTo>
                <a:cubicBezTo>
                  <a:pt x="116974" y="80350"/>
                  <a:pt x="114279" y="92449"/>
                  <a:pt x="108887" y="102377"/>
                </a:cubicBezTo>
                <a:cubicBezTo>
                  <a:pt x="103495" y="112306"/>
                  <a:pt x="95753" y="119851"/>
                  <a:pt x="85660" y="125013"/>
                </a:cubicBezTo>
                <a:cubicBezTo>
                  <a:pt x="75567" y="130174"/>
                  <a:pt x="63484" y="132755"/>
                  <a:pt x="49413" y="132755"/>
                </a:cubicBezTo>
                <a:lnTo>
                  <a:pt x="0" y="132755"/>
                </a:lnTo>
                <a:moveTo>
                  <a:pt x="27715" y="109676"/>
                </a:moveTo>
                <a:lnTo>
                  <a:pt x="46454" y="109676"/>
                </a:lnTo>
                <a:cubicBezTo>
                  <a:pt x="55857" y="109676"/>
                  <a:pt x="63665" y="108081"/>
                  <a:pt x="69879" y="104892"/>
                </a:cubicBezTo>
                <a:cubicBezTo>
                  <a:pt x="76093" y="101703"/>
                  <a:pt x="80745" y="96871"/>
                  <a:pt x="83835" y="90394"/>
                </a:cubicBezTo>
                <a:cubicBezTo>
                  <a:pt x="86925" y="83917"/>
                  <a:pt x="88471" y="75747"/>
                  <a:pt x="88471" y="65884"/>
                </a:cubicBezTo>
                <a:cubicBezTo>
                  <a:pt x="88471" y="56482"/>
                  <a:pt x="86810" y="48608"/>
                  <a:pt x="83490" y="42263"/>
                </a:cubicBezTo>
                <a:cubicBezTo>
                  <a:pt x="80169" y="35918"/>
                  <a:pt x="75386" y="31134"/>
                  <a:pt x="69139" y="27912"/>
                </a:cubicBezTo>
                <a:cubicBezTo>
                  <a:pt x="62893" y="24690"/>
                  <a:pt x="55331" y="23079"/>
                  <a:pt x="46454" y="23079"/>
                </a:cubicBezTo>
                <a:lnTo>
                  <a:pt x="27715" y="23079"/>
                </a:lnTo>
                <a:lnTo>
                  <a:pt x="27715" y="109676"/>
                </a:lnTo>
                <a:close/>
                <a:moveTo>
                  <a:pt x="165363" y="132755"/>
                </a:moveTo>
                <a:lnTo>
                  <a:pt x="165363" y="23079"/>
                </a:lnTo>
                <a:lnTo>
                  <a:pt x="129856" y="23079"/>
                </a:lnTo>
                <a:lnTo>
                  <a:pt x="129856" y="0"/>
                </a:lnTo>
                <a:lnTo>
                  <a:pt x="228387" y="0"/>
                </a:lnTo>
                <a:lnTo>
                  <a:pt x="228387" y="23079"/>
                </a:lnTo>
                <a:lnTo>
                  <a:pt x="193078" y="23079"/>
                </a:lnTo>
                <a:lnTo>
                  <a:pt x="193078" y="132755"/>
                </a:lnTo>
                <a:lnTo>
                  <a:pt x="165363" y="132755"/>
                </a:lnTo>
                <a:close/>
                <a:moveTo>
                  <a:pt x="245502" y="132755"/>
                </a:moveTo>
                <a:lnTo>
                  <a:pt x="245502" y="0"/>
                </a:lnTo>
                <a:lnTo>
                  <a:pt x="334565" y="0"/>
                </a:lnTo>
                <a:lnTo>
                  <a:pt x="334565" y="22981"/>
                </a:lnTo>
                <a:lnTo>
                  <a:pt x="273217" y="22981"/>
                </a:lnTo>
                <a:lnTo>
                  <a:pt x="273217" y="53753"/>
                </a:lnTo>
                <a:lnTo>
                  <a:pt x="328844" y="53753"/>
                </a:lnTo>
                <a:lnTo>
                  <a:pt x="328844" y="75945"/>
                </a:lnTo>
                <a:lnTo>
                  <a:pt x="273217" y="75945"/>
                </a:lnTo>
                <a:lnTo>
                  <a:pt x="273217" y="109775"/>
                </a:lnTo>
                <a:lnTo>
                  <a:pt x="334565" y="109775"/>
                </a:lnTo>
                <a:lnTo>
                  <a:pt x="334565" y="132755"/>
                </a:lnTo>
                <a:lnTo>
                  <a:pt x="245502" y="1327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135BBA-FE24-47A9-843D-B52DC934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20" y="2109074"/>
            <a:ext cx="287902" cy="162580"/>
          </a:xfrm>
          <a:custGeom xmlns:a="http://schemas.openxmlformats.org/drawingml/2006/main">
            <a:pathLst>
              <a:path w="287902" h="162580">
                <a:moveTo>
                  <a:pt x="0" y="162580"/>
                </a:moveTo>
                <a:lnTo>
                  <a:pt x="0" y="0"/>
                </a:lnTo>
                <a:lnTo>
                  <a:pt x="287902" y="0"/>
                </a:lnTo>
                <a:lnTo>
                  <a:pt x="287902" y="162580"/>
                </a:lnTo>
                <a:lnTo>
                  <a:pt x="0" y="16258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Text EDU">
            <a:extLst xmlns:a="http://schemas.openxmlformats.org/drawingml/2006/main">
              <a:ext uri="{FF2B5EF4-FFF2-40B4-BE49-F238E27FC236}">
                <a16:creationId xmlns:a16="http://schemas.microsoft.com/office/drawing/2014/main" id="{9CA1D434-7B1E-475F-8B7B-46AE83C4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06" y="2138013"/>
            <a:ext cx="282764" cy="95044"/>
          </a:xfrm>
          <a:custGeom xmlns:a="http://schemas.openxmlformats.org/drawingml/2006/main">
            <a:pathLst>
              <a:path w="282764" h="95044">
                <a:moveTo>
                  <a:pt x="68283" y="551"/>
                </a:moveTo>
                <a:cubicBezTo>
                  <a:pt x="69020" y="551"/>
                  <a:pt x="69732" y="643"/>
                  <a:pt x="70421" y="827"/>
                </a:cubicBezTo>
                <a:cubicBezTo>
                  <a:pt x="71112" y="1011"/>
                  <a:pt x="71365" y="1746"/>
                  <a:pt x="71181" y="3033"/>
                </a:cubicBezTo>
                <a:cubicBezTo>
                  <a:pt x="70996" y="4045"/>
                  <a:pt x="70903" y="5195"/>
                  <a:pt x="70903" y="6483"/>
                </a:cubicBezTo>
                <a:cubicBezTo>
                  <a:pt x="70903" y="7770"/>
                  <a:pt x="70903" y="9057"/>
                  <a:pt x="70903" y="10346"/>
                </a:cubicBezTo>
                <a:cubicBezTo>
                  <a:pt x="70903" y="14484"/>
                  <a:pt x="71042" y="18346"/>
                  <a:pt x="71318" y="21933"/>
                </a:cubicBezTo>
                <a:cubicBezTo>
                  <a:pt x="71318" y="22301"/>
                  <a:pt x="71111" y="22600"/>
                  <a:pt x="70697" y="22830"/>
                </a:cubicBezTo>
                <a:cubicBezTo>
                  <a:pt x="70283" y="23060"/>
                  <a:pt x="69800" y="23198"/>
                  <a:pt x="69249" y="23244"/>
                </a:cubicBezTo>
                <a:cubicBezTo>
                  <a:pt x="68697" y="23289"/>
                  <a:pt x="68168" y="23220"/>
                  <a:pt x="67662" y="23036"/>
                </a:cubicBezTo>
                <a:cubicBezTo>
                  <a:pt x="67157" y="22852"/>
                  <a:pt x="66858" y="22484"/>
                  <a:pt x="66765" y="21933"/>
                </a:cubicBezTo>
                <a:cubicBezTo>
                  <a:pt x="66122" y="18346"/>
                  <a:pt x="65479" y="15541"/>
                  <a:pt x="64835" y="13518"/>
                </a:cubicBezTo>
                <a:cubicBezTo>
                  <a:pt x="64191" y="11494"/>
                  <a:pt x="63294" y="9954"/>
                  <a:pt x="62145" y="8897"/>
                </a:cubicBezTo>
                <a:cubicBezTo>
                  <a:pt x="60996" y="7839"/>
                  <a:pt x="59432" y="7173"/>
                  <a:pt x="57455" y="6898"/>
                </a:cubicBezTo>
                <a:cubicBezTo>
                  <a:pt x="55478" y="6621"/>
                  <a:pt x="52880" y="6437"/>
                  <a:pt x="49661" y="6344"/>
                </a:cubicBezTo>
                <a:lnTo>
                  <a:pt x="41384" y="6344"/>
                </a:lnTo>
                <a:cubicBezTo>
                  <a:pt x="38993" y="6344"/>
                  <a:pt x="37085" y="6390"/>
                  <a:pt x="35659" y="6483"/>
                </a:cubicBezTo>
                <a:cubicBezTo>
                  <a:pt x="34233" y="6574"/>
                  <a:pt x="33107" y="6919"/>
                  <a:pt x="32279" y="7517"/>
                </a:cubicBezTo>
                <a:cubicBezTo>
                  <a:pt x="31452" y="8114"/>
                  <a:pt x="30901" y="9057"/>
                  <a:pt x="30624" y="10346"/>
                </a:cubicBezTo>
                <a:cubicBezTo>
                  <a:pt x="30348" y="11632"/>
                  <a:pt x="30209" y="13426"/>
                  <a:pt x="30209" y="15726"/>
                </a:cubicBezTo>
                <a:lnTo>
                  <a:pt x="30209" y="39867"/>
                </a:lnTo>
                <a:cubicBezTo>
                  <a:pt x="30209" y="41154"/>
                  <a:pt x="30440" y="41958"/>
                  <a:pt x="30900" y="42281"/>
                </a:cubicBezTo>
                <a:cubicBezTo>
                  <a:pt x="31360" y="42602"/>
                  <a:pt x="31820" y="42763"/>
                  <a:pt x="32279" y="42763"/>
                </a:cubicBezTo>
                <a:cubicBezTo>
                  <a:pt x="36509" y="42763"/>
                  <a:pt x="39843" y="42579"/>
                  <a:pt x="42279" y="42212"/>
                </a:cubicBezTo>
                <a:cubicBezTo>
                  <a:pt x="44716" y="41844"/>
                  <a:pt x="46556" y="41177"/>
                  <a:pt x="47798" y="40212"/>
                </a:cubicBezTo>
                <a:cubicBezTo>
                  <a:pt x="49040" y="39245"/>
                  <a:pt x="49868" y="37980"/>
                  <a:pt x="50282" y="36417"/>
                </a:cubicBezTo>
                <a:cubicBezTo>
                  <a:pt x="50696" y="34854"/>
                  <a:pt x="51040" y="32831"/>
                  <a:pt x="51315" y="30348"/>
                </a:cubicBezTo>
                <a:cubicBezTo>
                  <a:pt x="51408" y="29796"/>
                  <a:pt x="51684" y="29382"/>
                  <a:pt x="52142" y="29107"/>
                </a:cubicBezTo>
                <a:cubicBezTo>
                  <a:pt x="52603" y="28830"/>
                  <a:pt x="53109" y="28692"/>
                  <a:pt x="53660" y="28692"/>
                </a:cubicBezTo>
                <a:cubicBezTo>
                  <a:pt x="54213" y="28692"/>
                  <a:pt x="54719" y="28830"/>
                  <a:pt x="55178" y="29107"/>
                </a:cubicBezTo>
                <a:cubicBezTo>
                  <a:pt x="55638" y="29382"/>
                  <a:pt x="55868" y="29796"/>
                  <a:pt x="55868" y="30348"/>
                </a:cubicBezTo>
                <a:cubicBezTo>
                  <a:pt x="55868" y="31819"/>
                  <a:pt x="55822" y="33130"/>
                  <a:pt x="55729" y="34280"/>
                </a:cubicBezTo>
                <a:cubicBezTo>
                  <a:pt x="55638" y="35430"/>
                  <a:pt x="55546" y="36579"/>
                  <a:pt x="55453" y="37728"/>
                </a:cubicBezTo>
                <a:cubicBezTo>
                  <a:pt x="55362" y="38877"/>
                  <a:pt x="55270" y="40073"/>
                  <a:pt x="55178" y="41315"/>
                </a:cubicBezTo>
                <a:cubicBezTo>
                  <a:pt x="55087" y="42555"/>
                  <a:pt x="55041" y="44004"/>
                  <a:pt x="55041" y="45659"/>
                </a:cubicBezTo>
                <a:cubicBezTo>
                  <a:pt x="55041" y="48418"/>
                  <a:pt x="55178" y="50924"/>
                  <a:pt x="55453" y="53178"/>
                </a:cubicBezTo>
                <a:cubicBezTo>
                  <a:pt x="55730" y="55430"/>
                  <a:pt x="55868" y="58166"/>
                  <a:pt x="55868" y="61385"/>
                </a:cubicBezTo>
                <a:cubicBezTo>
                  <a:pt x="55868" y="61845"/>
                  <a:pt x="55638" y="62191"/>
                  <a:pt x="55178" y="62421"/>
                </a:cubicBezTo>
                <a:cubicBezTo>
                  <a:pt x="54719" y="62651"/>
                  <a:pt x="54213" y="62743"/>
                  <a:pt x="53660" y="62696"/>
                </a:cubicBezTo>
                <a:cubicBezTo>
                  <a:pt x="53109" y="62650"/>
                  <a:pt x="52603" y="62512"/>
                  <a:pt x="52142" y="62282"/>
                </a:cubicBezTo>
                <a:cubicBezTo>
                  <a:pt x="51684" y="62052"/>
                  <a:pt x="51408" y="61661"/>
                  <a:pt x="51315" y="61109"/>
                </a:cubicBezTo>
                <a:cubicBezTo>
                  <a:pt x="51040" y="58443"/>
                  <a:pt x="50696" y="56282"/>
                  <a:pt x="50282" y="54626"/>
                </a:cubicBezTo>
                <a:cubicBezTo>
                  <a:pt x="49868" y="52970"/>
                  <a:pt x="49040" y="51706"/>
                  <a:pt x="47798" y="50833"/>
                </a:cubicBezTo>
                <a:cubicBezTo>
                  <a:pt x="46556" y="49959"/>
                  <a:pt x="44716" y="49361"/>
                  <a:pt x="42279" y="49040"/>
                </a:cubicBezTo>
                <a:cubicBezTo>
                  <a:pt x="39843" y="48717"/>
                  <a:pt x="36509" y="48556"/>
                  <a:pt x="32279" y="48556"/>
                </a:cubicBezTo>
                <a:cubicBezTo>
                  <a:pt x="31820" y="48556"/>
                  <a:pt x="31360" y="48717"/>
                  <a:pt x="30900" y="49040"/>
                </a:cubicBezTo>
                <a:cubicBezTo>
                  <a:pt x="30440" y="49361"/>
                  <a:pt x="30209" y="50028"/>
                  <a:pt x="30209" y="51040"/>
                </a:cubicBezTo>
                <a:lnTo>
                  <a:pt x="30209" y="69110"/>
                </a:lnTo>
                <a:cubicBezTo>
                  <a:pt x="30209" y="72053"/>
                  <a:pt x="30416" y="74559"/>
                  <a:pt x="30830" y="76629"/>
                </a:cubicBezTo>
                <a:cubicBezTo>
                  <a:pt x="31244" y="78697"/>
                  <a:pt x="31865" y="80399"/>
                  <a:pt x="32693" y="81733"/>
                </a:cubicBezTo>
                <a:cubicBezTo>
                  <a:pt x="33521" y="83066"/>
                  <a:pt x="34533" y="84124"/>
                  <a:pt x="35729" y="84905"/>
                </a:cubicBezTo>
                <a:cubicBezTo>
                  <a:pt x="36924" y="85687"/>
                  <a:pt x="38349" y="86261"/>
                  <a:pt x="40004" y="86629"/>
                </a:cubicBezTo>
                <a:cubicBezTo>
                  <a:pt x="41292" y="86906"/>
                  <a:pt x="42741" y="87113"/>
                  <a:pt x="44350" y="87250"/>
                </a:cubicBezTo>
                <a:cubicBezTo>
                  <a:pt x="45960" y="87388"/>
                  <a:pt x="47638" y="87456"/>
                  <a:pt x="49385" y="87456"/>
                </a:cubicBezTo>
                <a:cubicBezTo>
                  <a:pt x="51592" y="87456"/>
                  <a:pt x="53662" y="87364"/>
                  <a:pt x="55592" y="87181"/>
                </a:cubicBezTo>
                <a:cubicBezTo>
                  <a:pt x="57523" y="86997"/>
                  <a:pt x="58995" y="86721"/>
                  <a:pt x="60006" y="86353"/>
                </a:cubicBezTo>
                <a:cubicBezTo>
                  <a:pt x="61846" y="85709"/>
                  <a:pt x="63432" y="85020"/>
                  <a:pt x="64766" y="84284"/>
                </a:cubicBezTo>
                <a:cubicBezTo>
                  <a:pt x="66099" y="83549"/>
                  <a:pt x="67225" y="82583"/>
                  <a:pt x="68144" y="81388"/>
                </a:cubicBezTo>
                <a:cubicBezTo>
                  <a:pt x="69064" y="80192"/>
                  <a:pt x="69824" y="78698"/>
                  <a:pt x="70421" y="76904"/>
                </a:cubicBezTo>
                <a:cubicBezTo>
                  <a:pt x="71019" y="75111"/>
                  <a:pt x="71502" y="72835"/>
                  <a:pt x="71870" y="70076"/>
                </a:cubicBezTo>
                <a:cubicBezTo>
                  <a:pt x="71962" y="69525"/>
                  <a:pt x="72284" y="69157"/>
                  <a:pt x="72836" y="68973"/>
                </a:cubicBezTo>
                <a:cubicBezTo>
                  <a:pt x="73387" y="68789"/>
                  <a:pt x="73985" y="68697"/>
                  <a:pt x="74629" y="68697"/>
                </a:cubicBezTo>
                <a:cubicBezTo>
                  <a:pt x="75273" y="68697"/>
                  <a:pt x="75848" y="68836"/>
                  <a:pt x="76353" y="69112"/>
                </a:cubicBezTo>
                <a:cubicBezTo>
                  <a:pt x="76860" y="69387"/>
                  <a:pt x="77067" y="69754"/>
                  <a:pt x="76974" y="70213"/>
                </a:cubicBezTo>
                <a:cubicBezTo>
                  <a:pt x="76514" y="74076"/>
                  <a:pt x="76100" y="77686"/>
                  <a:pt x="75732" y="81043"/>
                </a:cubicBezTo>
                <a:cubicBezTo>
                  <a:pt x="75364" y="84399"/>
                  <a:pt x="75227" y="87825"/>
                  <a:pt x="75319" y="91319"/>
                </a:cubicBezTo>
                <a:cubicBezTo>
                  <a:pt x="75319" y="91595"/>
                  <a:pt x="75135" y="91987"/>
                  <a:pt x="74766" y="92493"/>
                </a:cubicBezTo>
                <a:cubicBezTo>
                  <a:pt x="74398" y="92999"/>
                  <a:pt x="73525" y="93251"/>
                  <a:pt x="72145" y="93251"/>
                </a:cubicBezTo>
                <a:lnTo>
                  <a:pt x="22072" y="93251"/>
                </a:lnTo>
                <a:cubicBezTo>
                  <a:pt x="18576" y="93251"/>
                  <a:pt x="15150" y="93343"/>
                  <a:pt x="11794" y="93527"/>
                </a:cubicBezTo>
                <a:cubicBezTo>
                  <a:pt x="8437" y="93711"/>
                  <a:pt x="5426" y="93894"/>
                  <a:pt x="2760" y="94078"/>
                </a:cubicBezTo>
                <a:cubicBezTo>
                  <a:pt x="2023" y="94078"/>
                  <a:pt x="1471" y="93871"/>
                  <a:pt x="1103" y="93457"/>
                </a:cubicBezTo>
                <a:cubicBezTo>
                  <a:pt x="735" y="93043"/>
                  <a:pt x="505" y="92538"/>
                  <a:pt x="413" y="91940"/>
                </a:cubicBezTo>
                <a:cubicBezTo>
                  <a:pt x="321" y="91342"/>
                  <a:pt x="460" y="90790"/>
                  <a:pt x="827" y="90285"/>
                </a:cubicBezTo>
                <a:cubicBezTo>
                  <a:pt x="1195" y="89780"/>
                  <a:pt x="1793" y="89481"/>
                  <a:pt x="2621" y="89389"/>
                </a:cubicBezTo>
                <a:cubicBezTo>
                  <a:pt x="4828" y="89112"/>
                  <a:pt x="6713" y="88721"/>
                  <a:pt x="8276" y="88216"/>
                </a:cubicBezTo>
                <a:cubicBezTo>
                  <a:pt x="9840" y="87710"/>
                  <a:pt x="11127" y="86974"/>
                  <a:pt x="12139" y="86008"/>
                </a:cubicBezTo>
                <a:cubicBezTo>
                  <a:pt x="13151" y="85043"/>
                  <a:pt x="13909" y="83825"/>
                  <a:pt x="14414" y="82354"/>
                </a:cubicBezTo>
                <a:cubicBezTo>
                  <a:pt x="14921" y="80882"/>
                  <a:pt x="15174" y="78997"/>
                  <a:pt x="15174" y="76698"/>
                </a:cubicBezTo>
                <a:lnTo>
                  <a:pt x="15174" y="23587"/>
                </a:lnTo>
                <a:cubicBezTo>
                  <a:pt x="15174" y="21565"/>
                  <a:pt x="15105" y="19589"/>
                  <a:pt x="14966" y="17658"/>
                </a:cubicBezTo>
                <a:cubicBezTo>
                  <a:pt x="14828" y="15726"/>
                  <a:pt x="14529" y="13932"/>
                  <a:pt x="14069" y="12278"/>
                </a:cubicBezTo>
                <a:cubicBezTo>
                  <a:pt x="13610" y="10622"/>
                  <a:pt x="12898" y="9196"/>
                  <a:pt x="11933" y="8001"/>
                </a:cubicBezTo>
                <a:cubicBezTo>
                  <a:pt x="10967" y="6805"/>
                  <a:pt x="9657" y="5977"/>
                  <a:pt x="8001" y="5517"/>
                </a:cubicBezTo>
                <a:cubicBezTo>
                  <a:pt x="6989" y="5240"/>
                  <a:pt x="5931" y="5010"/>
                  <a:pt x="4827" y="4827"/>
                </a:cubicBezTo>
                <a:cubicBezTo>
                  <a:pt x="3724" y="4643"/>
                  <a:pt x="2666" y="4505"/>
                  <a:pt x="1654" y="4414"/>
                </a:cubicBezTo>
                <a:cubicBezTo>
                  <a:pt x="1103" y="4414"/>
                  <a:pt x="689" y="4184"/>
                  <a:pt x="413" y="3724"/>
                </a:cubicBezTo>
                <a:cubicBezTo>
                  <a:pt x="138" y="3263"/>
                  <a:pt x="0" y="2757"/>
                  <a:pt x="0" y="2206"/>
                </a:cubicBezTo>
                <a:cubicBezTo>
                  <a:pt x="0" y="1654"/>
                  <a:pt x="138" y="1149"/>
                  <a:pt x="413" y="690"/>
                </a:cubicBezTo>
                <a:cubicBezTo>
                  <a:pt x="689" y="230"/>
                  <a:pt x="1103" y="0"/>
                  <a:pt x="1654" y="0"/>
                </a:cubicBezTo>
                <a:cubicBezTo>
                  <a:pt x="4782" y="0"/>
                  <a:pt x="7587" y="92"/>
                  <a:pt x="10070" y="276"/>
                </a:cubicBezTo>
                <a:cubicBezTo>
                  <a:pt x="12554" y="460"/>
                  <a:pt x="15451" y="551"/>
                  <a:pt x="18761" y="551"/>
                </a:cubicBezTo>
                <a:lnTo>
                  <a:pt x="68283" y="551"/>
                </a:lnTo>
                <a:close/>
                <a:moveTo>
                  <a:pt x="97032" y="23726"/>
                </a:moveTo>
                <a:cubicBezTo>
                  <a:pt x="97032" y="21703"/>
                  <a:pt x="96962" y="19726"/>
                  <a:pt x="96824" y="17795"/>
                </a:cubicBezTo>
                <a:cubicBezTo>
                  <a:pt x="96686" y="15864"/>
                  <a:pt x="96387" y="14071"/>
                  <a:pt x="95927" y="12415"/>
                </a:cubicBezTo>
                <a:cubicBezTo>
                  <a:pt x="95468" y="10759"/>
                  <a:pt x="94756" y="9333"/>
                  <a:pt x="93790" y="8138"/>
                </a:cubicBezTo>
                <a:cubicBezTo>
                  <a:pt x="92825" y="6942"/>
                  <a:pt x="91514" y="6115"/>
                  <a:pt x="89858" y="5656"/>
                </a:cubicBezTo>
                <a:cubicBezTo>
                  <a:pt x="88847" y="5379"/>
                  <a:pt x="87789" y="5149"/>
                  <a:pt x="86684" y="4965"/>
                </a:cubicBezTo>
                <a:cubicBezTo>
                  <a:pt x="85581" y="4782"/>
                  <a:pt x="84524" y="4643"/>
                  <a:pt x="83512" y="4551"/>
                </a:cubicBezTo>
                <a:cubicBezTo>
                  <a:pt x="82961" y="4551"/>
                  <a:pt x="82547" y="4321"/>
                  <a:pt x="82270" y="3862"/>
                </a:cubicBezTo>
                <a:cubicBezTo>
                  <a:pt x="81995" y="3402"/>
                  <a:pt x="81858" y="2896"/>
                  <a:pt x="81858" y="2345"/>
                </a:cubicBezTo>
                <a:cubicBezTo>
                  <a:pt x="81858" y="1793"/>
                  <a:pt x="81995" y="1287"/>
                  <a:pt x="82270" y="827"/>
                </a:cubicBezTo>
                <a:cubicBezTo>
                  <a:pt x="82547" y="367"/>
                  <a:pt x="82961" y="137"/>
                  <a:pt x="83512" y="137"/>
                </a:cubicBezTo>
                <a:cubicBezTo>
                  <a:pt x="86640" y="137"/>
                  <a:pt x="89445" y="229"/>
                  <a:pt x="91928" y="413"/>
                </a:cubicBezTo>
                <a:cubicBezTo>
                  <a:pt x="94411" y="596"/>
                  <a:pt x="97308" y="688"/>
                  <a:pt x="100619" y="688"/>
                </a:cubicBezTo>
                <a:cubicBezTo>
                  <a:pt x="104389" y="688"/>
                  <a:pt x="108114" y="620"/>
                  <a:pt x="111791" y="482"/>
                </a:cubicBezTo>
                <a:cubicBezTo>
                  <a:pt x="115471" y="345"/>
                  <a:pt x="119196" y="229"/>
                  <a:pt x="122966" y="137"/>
                </a:cubicBezTo>
                <a:cubicBezTo>
                  <a:pt x="130507" y="137"/>
                  <a:pt x="137473" y="1332"/>
                  <a:pt x="143864" y="3724"/>
                </a:cubicBezTo>
                <a:cubicBezTo>
                  <a:pt x="150256" y="6115"/>
                  <a:pt x="155751" y="9449"/>
                  <a:pt x="160349" y="13726"/>
                </a:cubicBezTo>
                <a:cubicBezTo>
                  <a:pt x="164948" y="18002"/>
                  <a:pt x="168557" y="23105"/>
                  <a:pt x="171177" y="29037"/>
                </a:cubicBezTo>
                <a:cubicBezTo>
                  <a:pt x="173798" y="34969"/>
                  <a:pt x="175109" y="41429"/>
                  <a:pt x="175109" y="48419"/>
                </a:cubicBezTo>
                <a:cubicBezTo>
                  <a:pt x="175109" y="56144"/>
                  <a:pt x="173867" y="62857"/>
                  <a:pt x="171383" y="68559"/>
                </a:cubicBezTo>
                <a:cubicBezTo>
                  <a:pt x="168901" y="74260"/>
                  <a:pt x="165499" y="79019"/>
                  <a:pt x="161177" y="82836"/>
                </a:cubicBezTo>
                <a:cubicBezTo>
                  <a:pt x="156854" y="86653"/>
                  <a:pt x="151728" y="89481"/>
                  <a:pt x="145796" y="91321"/>
                </a:cubicBezTo>
                <a:cubicBezTo>
                  <a:pt x="139864" y="93159"/>
                  <a:pt x="133450" y="94078"/>
                  <a:pt x="126553" y="94078"/>
                </a:cubicBezTo>
                <a:cubicBezTo>
                  <a:pt x="122413" y="94078"/>
                  <a:pt x="118390" y="93894"/>
                  <a:pt x="114482" y="93527"/>
                </a:cubicBezTo>
                <a:cubicBezTo>
                  <a:pt x="110573" y="93159"/>
                  <a:pt x="107056" y="92975"/>
                  <a:pt x="103930" y="92975"/>
                </a:cubicBezTo>
                <a:cubicBezTo>
                  <a:pt x="101997" y="92975"/>
                  <a:pt x="100250" y="92999"/>
                  <a:pt x="98686" y="93045"/>
                </a:cubicBezTo>
                <a:cubicBezTo>
                  <a:pt x="97123" y="93090"/>
                  <a:pt x="95606" y="93158"/>
                  <a:pt x="94133" y="93251"/>
                </a:cubicBezTo>
                <a:cubicBezTo>
                  <a:pt x="92663" y="93344"/>
                  <a:pt x="91168" y="93482"/>
                  <a:pt x="89650" y="93666"/>
                </a:cubicBezTo>
                <a:cubicBezTo>
                  <a:pt x="88133" y="93850"/>
                  <a:pt x="86456" y="94033"/>
                  <a:pt x="84617" y="94217"/>
                </a:cubicBezTo>
                <a:cubicBezTo>
                  <a:pt x="84064" y="94308"/>
                  <a:pt x="83627" y="94124"/>
                  <a:pt x="83306" y="93664"/>
                </a:cubicBezTo>
                <a:cubicBezTo>
                  <a:pt x="82985" y="93205"/>
                  <a:pt x="82778" y="92700"/>
                  <a:pt x="82685" y="92148"/>
                </a:cubicBezTo>
                <a:cubicBezTo>
                  <a:pt x="82594" y="91595"/>
                  <a:pt x="82709" y="91043"/>
                  <a:pt x="83030" y="90492"/>
                </a:cubicBezTo>
                <a:cubicBezTo>
                  <a:pt x="83352" y="89940"/>
                  <a:pt x="83881" y="89619"/>
                  <a:pt x="84617" y="89528"/>
                </a:cubicBezTo>
                <a:cubicBezTo>
                  <a:pt x="86825" y="89251"/>
                  <a:pt x="88710" y="88860"/>
                  <a:pt x="90273" y="88355"/>
                </a:cubicBezTo>
                <a:cubicBezTo>
                  <a:pt x="91836" y="87849"/>
                  <a:pt x="93124" y="87136"/>
                  <a:pt x="94136" y="86217"/>
                </a:cubicBezTo>
                <a:cubicBezTo>
                  <a:pt x="95147" y="85296"/>
                  <a:pt x="95883" y="84100"/>
                  <a:pt x="96342" y="82630"/>
                </a:cubicBezTo>
                <a:cubicBezTo>
                  <a:pt x="96802" y="81158"/>
                  <a:pt x="97032" y="79226"/>
                  <a:pt x="97032" y="76835"/>
                </a:cubicBezTo>
                <a:lnTo>
                  <a:pt x="97032" y="23726"/>
                </a:lnTo>
                <a:moveTo>
                  <a:pt x="112067" y="67317"/>
                </a:moveTo>
                <a:cubicBezTo>
                  <a:pt x="112067" y="71915"/>
                  <a:pt x="112274" y="75571"/>
                  <a:pt x="112688" y="78285"/>
                </a:cubicBezTo>
                <a:cubicBezTo>
                  <a:pt x="113102" y="80998"/>
                  <a:pt x="113907" y="83044"/>
                  <a:pt x="115102" y="84423"/>
                </a:cubicBezTo>
                <a:cubicBezTo>
                  <a:pt x="116298" y="85803"/>
                  <a:pt x="118022" y="86699"/>
                  <a:pt x="120274" y="87113"/>
                </a:cubicBezTo>
                <a:cubicBezTo>
                  <a:pt x="122528" y="87527"/>
                  <a:pt x="125540" y="87734"/>
                  <a:pt x="129311" y="87734"/>
                </a:cubicBezTo>
                <a:cubicBezTo>
                  <a:pt x="133449" y="87734"/>
                  <a:pt x="137242" y="86861"/>
                  <a:pt x="140692" y="85114"/>
                </a:cubicBezTo>
                <a:cubicBezTo>
                  <a:pt x="144141" y="83365"/>
                  <a:pt x="147107" y="80813"/>
                  <a:pt x="149589" y="77456"/>
                </a:cubicBezTo>
                <a:cubicBezTo>
                  <a:pt x="152073" y="74099"/>
                  <a:pt x="154004" y="69984"/>
                  <a:pt x="155384" y="65111"/>
                </a:cubicBezTo>
                <a:cubicBezTo>
                  <a:pt x="156763" y="60236"/>
                  <a:pt x="157453" y="54626"/>
                  <a:pt x="157453" y="48280"/>
                </a:cubicBezTo>
                <a:cubicBezTo>
                  <a:pt x="157453" y="41567"/>
                  <a:pt x="156763" y="35613"/>
                  <a:pt x="155384" y="30418"/>
                </a:cubicBezTo>
                <a:cubicBezTo>
                  <a:pt x="154004" y="25222"/>
                  <a:pt x="151751" y="20853"/>
                  <a:pt x="148623" y="17313"/>
                </a:cubicBezTo>
                <a:cubicBezTo>
                  <a:pt x="145496" y="13771"/>
                  <a:pt x="141335" y="11103"/>
                  <a:pt x="136139" y="9310"/>
                </a:cubicBezTo>
                <a:cubicBezTo>
                  <a:pt x="130944" y="7517"/>
                  <a:pt x="124576" y="6620"/>
                  <a:pt x="117035" y="6620"/>
                </a:cubicBezTo>
                <a:cubicBezTo>
                  <a:pt x="115195" y="6620"/>
                  <a:pt x="113907" y="6942"/>
                  <a:pt x="113170" y="7586"/>
                </a:cubicBezTo>
                <a:cubicBezTo>
                  <a:pt x="112435" y="8230"/>
                  <a:pt x="112067" y="9472"/>
                  <a:pt x="112067" y="11312"/>
                </a:cubicBezTo>
                <a:lnTo>
                  <a:pt x="112067" y="67317"/>
                </a:lnTo>
                <a:close/>
                <a:moveTo>
                  <a:pt x="269795" y="56832"/>
                </a:moveTo>
                <a:cubicBezTo>
                  <a:pt x="269795" y="62810"/>
                  <a:pt x="269129" y="68168"/>
                  <a:pt x="267796" y="72905"/>
                </a:cubicBezTo>
                <a:cubicBezTo>
                  <a:pt x="266463" y="77641"/>
                  <a:pt x="264347" y="81642"/>
                  <a:pt x="261450" y="84907"/>
                </a:cubicBezTo>
                <a:cubicBezTo>
                  <a:pt x="258553" y="88171"/>
                  <a:pt x="254759" y="90677"/>
                  <a:pt x="250068" y="92424"/>
                </a:cubicBezTo>
                <a:cubicBezTo>
                  <a:pt x="245379" y="94171"/>
                  <a:pt x="239677" y="95044"/>
                  <a:pt x="232964" y="95044"/>
                </a:cubicBezTo>
                <a:cubicBezTo>
                  <a:pt x="226527" y="95044"/>
                  <a:pt x="220940" y="94401"/>
                  <a:pt x="216203" y="93114"/>
                </a:cubicBezTo>
                <a:cubicBezTo>
                  <a:pt x="211467" y="91826"/>
                  <a:pt x="207558" y="89779"/>
                  <a:pt x="204476" y="86974"/>
                </a:cubicBezTo>
                <a:cubicBezTo>
                  <a:pt x="201396" y="84169"/>
                  <a:pt x="199120" y="80537"/>
                  <a:pt x="197648" y="76077"/>
                </a:cubicBezTo>
                <a:cubicBezTo>
                  <a:pt x="196177" y="71616"/>
                  <a:pt x="195442" y="66213"/>
                  <a:pt x="195442" y="59867"/>
                </a:cubicBezTo>
                <a:lnTo>
                  <a:pt x="195442" y="21243"/>
                </a:lnTo>
                <a:cubicBezTo>
                  <a:pt x="195442" y="18393"/>
                  <a:pt x="195281" y="15956"/>
                  <a:pt x="194960" y="13932"/>
                </a:cubicBezTo>
                <a:cubicBezTo>
                  <a:pt x="194639" y="11909"/>
                  <a:pt x="194018" y="10254"/>
                  <a:pt x="193097" y="8967"/>
                </a:cubicBezTo>
                <a:cubicBezTo>
                  <a:pt x="192178" y="7679"/>
                  <a:pt x="190867" y="6690"/>
                  <a:pt x="189165" y="6001"/>
                </a:cubicBezTo>
                <a:cubicBezTo>
                  <a:pt x="187465" y="5311"/>
                  <a:pt x="185188" y="4874"/>
                  <a:pt x="182337" y="4690"/>
                </a:cubicBezTo>
                <a:cubicBezTo>
                  <a:pt x="181786" y="4690"/>
                  <a:pt x="181372" y="4437"/>
                  <a:pt x="181095" y="3932"/>
                </a:cubicBezTo>
                <a:cubicBezTo>
                  <a:pt x="180820" y="3425"/>
                  <a:pt x="180683" y="2896"/>
                  <a:pt x="180683" y="2345"/>
                </a:cubicBezTo>
                <a:cubicBezTo>
                  <a:pt x="180683" y="1793"/>
                  <a:pt x="180820" y="1287"/>
                  <a:pt x="181095" y="827"/>
                </a:cubicBezTo>
                <a:cubicBezTo>
                  <a:pt x="181372" y="367"/>
                  <a:pt x="181786" y="137"/>
                  <a:pt x="182337" y="137"/>
                </a:cubicBezTo>
                <a:cubicBezTo>
                  <a:pt x="185281" y="137"/>
                  <a:pt x="188638" y="298"/>
                  <a:pt x="192407" y="621"/>
                </a:cubicBezTo>
                <a:cubicBezTo>
                  <a:pt x="196177" y="942"/>
                  <a:pt x="199719" y="1103"/>
                  <a:pt x="203030" y="1103"/>
                </a:cubicBezTo>
                <a:cubicBezTo>
                  <a:pt x="204961" y="1103"/>
                  <a:pt x="206777" y="1057"/>
                  <a:pt x="208478" y="966"/>
                </a:cubicBezTo>
                <a:cubicBezTo>
                  <a:pt x="210180" y="874"/>
                  <a:pt x="211836" y="758"/>
                  <a:pt x="213445" y="621"/>
                </a:cubicBezTo>
                <a:cubicBezTo>
                  <a:pt x="215055" y="482"/>
                  <a:pt x="216687" y="367"/>
                  <a:pt x="218341" y="276"/>
                </a:cubicBezTo>
                <a:cubicBezTo>
                  <a:pt x="219997" y="183"/>
                  <a:pt x="221790" y="137"/>
                  <a:pt x="223721" y="137"/>
                </a:cubicBezTo>
                <a:cubicBezTo>
                  <a:pt x="224273" y="137"/>
                  <a:pt x="224664" y="367"/>
                  <a:pt x="224894" y="827"/>
                </a:cubicBezTo>
                <a:cubicBezTo>
                  <a:pt x="225124" y="1287"/>
                  <a:pt x="225216" y="1793"/>
                  <a:pt x="225170" y="2345"/>
                </a:cubicBezTo>
                <a:cubicBezTo>
                  <a:pt x="225125" y="2896"/>
                  <a:pt x="224964" y="3425"/>
                  <a:pt x="224688" y="3932"/>
                </a:cubicBezTo>
                <a:cubicBezTo>
                  <a:pt x="224411" y="4437"/>
                  <a:pt x="224043" y="4690"/>
                  <a:pt x="223585" y="4690"/>
                </a:cubicBezTo>
                <a:cubicBezTo>
                  <a:pt x="220733" y="4874"/>
                  <a:pt x="218434" y="5264"/>
                  <a:pt x="216687" y="5862"/>
                </a:cubicBezTo>
                <a:cubicBezTo>
                  <a:pt x="214940" y="6460"/>
                  <a:pt x="213606" y="7380"/>
                  <a:pt x="212685" y="8622"/>
                </a:cubicBezTo>
                <a:cubicBezTo>
                  <a:pt x="211766" y="9862"/>
                  <a:pt x="211168" y="11494"/>
                  <a:pt x="210892" y="13518"/>
                </a:cubicBezTo>
                <a:cubicBezTo>
                  <a:pt x="210617" y="15541"/>
                  <a:pt x="210479" y="18116"/>
                  <a:pt x="210479" y="21243"/>
                </a:cubicBezTo>
                <a:lnTo>
                  <a:pt x="210479" y="58903"/>
                </a:lnTo>
                <a:cubicBezTo>
                  <a:pt x="210479" y="62765"/>
                  <a:pt x="210985" y="66444"/>
                  <a:pt x="211997" y="69939"/>
                </a:cubicBezTo>
                <a:cubicBezTo>
                  <a:pt x="213009" y="73434"/>
                  <a:pt x="214549" y="76491"/>
                  <a:pt x="216617" y="79113"/>
                </a:cubicBezTo>
                <a:cubicBezTo>
                  <a:pt x="218687" y="81732"/>
                  <a:pt x="221285" y="83825"/>
                  <a:pt x="224412" y="85389"/>
                </a:cubicBezTo>
                <a:cubicBezTo>
                  <a:pt x="227538" y="86953"/>
                  <a:pt x="231217" y="87734"/>
                  <a:pt x="235448" y="87734"/>
                </a:cubicBezTo>
                <a:cubicBezTo>
                  <a:pt x="244368" y="87734"/>
                  <a:pt x="251173" y="85274"/>
                  <a:pt x="255863" y="80354"/>
                </a:cubicBezTo>
                <a:cubicBezTo>
                  <a:pt x="260553" y="75433"/>
                  <a:pt x="262898" y="67639"/>
                  <a:pt x="262898" y="56971"/>
                </a:cubicBezTo>
                <a:lnTo>
                  <a:pt x="262898" y="33657"/>
                </a:lnTo>
                <a:cubicBezTo>
                  <a:pt x="262898" y="32187"/>
                  <a:pt x="262898" y="30394"/>
                  <a:pt x="262898" y="28279"/>
                </a:cubicBezTo>
                <a:cubicBezTo>
                  <a:pt x="262898" y="26072"/>
                  <a:pt x="262851" y="23888"/>
                  <a:pt x="262759" y="21727"/>
                </a:cubicBezTo>
                <a:cubicBezTo>
                  <a:pt x="262668" y="19564"/>
                  <a:pt x="262530" y="17494"/>
                  <a:pt x="262346" y="15517"/>
                </a:cubicBezTo>
                <a:cubicBezTo>
                  <a:pt x="262162" y="13540"/>
                  <a:pt x="261887" y="12000"/>
                  <a:pt x="261519" y="10897"/>
                </a:cubicBezTo>
                <a:cubicBezTo>
                  <a:pt x="261059" y="9334"/>
                  <a:pt x="260575" y="8161"/>
                  <a:pt x="260069" y="7380"/>
                </a:cubicBezTo>
                <a:cubicBezTo>
                  <a:pt x="259564" y="6598"/>
                  <a:pt x="258943" y="6024"/>
                  <a:pt x="258208" y="5656"/>
                </a:cubicBezTo>
                <a:cubicBezTo>
                  <a:pt x="257473" y="5287"/>
                  <a:pt x="256553" y="5080"/>
                  <a:pt x="255448" y="5035"/>
                </a:cubicBezTo>
                <a:cubicBezTo>
                  <a:pt x="254346" y="4989"/>
                  <a:pt x="252966" y="4874"/>
                  <a:pt x="251310" y="4690"/>
                </a:cubicBezTo>
                <a:cubicBezTo>
                  <a:pt x="250851" y="4690"/>
                  <a:pt x="250507" y="4437"/>
                  <a:pt x="250277" y="3932"/>
                </a:cubicBezTo>
                <a:cubicBezTo>
                  <a:pt x="250047" y="3425"/>
                  <a:pt x="249932" y="2896"/>
                  <a:pt x="249932" y="2345"/>
                </a:cubicBezTo>
                <a:cubicBezTo>
                  <a:pt x="249932" y="1793"/>
                  <a:pt x="250023" y="1287"/>
                  <a:pt x="250207" y="827"/>
                </a:cubicBezTo>
                <a:cubicBezTo>
                  <a:pt x="250391" y="367"/>
                  <a:pt x="250759" y="137"/>
                  <a:pt x="251310" y="137"/>
                </a:cubicBezTo>
                <a:cubicBezTo>
                  <a:pt x="253518" y="137"/>
                  <a:pt x="255862" y="298"/>
                  <a:pt x="258345" y="621"/>
                </a:cubicBezTo>
                <a:cubicBezTo>
                  <a:pt x="260829" y="942"/>
                  <a:pt x="263358" y="1103"/>
                  <a:pt x="265933" y="1103"/>
                </a:cubicBezTo>
                <a:cubicBezTo>
                  <a:pt x="268324" y="1103"/>
                  <a:pt x="270715" y="942"/>
                  <a:pt x="273106" y="621"/>
                </a:cubicBezTo>
                <a:cubicBezTo>
                  <a:pt x="275498" y="298"/>
                  <a:pt x="278165" y="137"/>
                  <a:pt x="281107" y="137"/>
                </a:cubicBezTo>
                <a:cubicBezTo>
                  <a:pt x="281659" y="137"/>
                  <a:pt x="282073" y="367"/>
                  <a:pt x="282349" y="827"/>
                </a:cubicBezTo>
                <a:cubicBezTo>
                  <a:pt x="282625" y="1287"/>
                  <a:pt x="282764" y="1793"/>
                  <a:pt x="282764" y="2345"/>
                </a:cubicBezTo>
                <a:cubicBezTo>
                  <a:pt x="282764" y="2896"/>
                  <a:pt x="282625" y="3425"/>
                  <a:pt x="282349" y="3932"/>
                </a:cubicBezTo>
                <a:cubicBezTo>
                  <a:pt x="282073" y="4437"/>
                  <a:pt x="281659" y="4690"/>
                  <a:pt x="281107" y="4690"/>
                </a:cubicBezTo>
                <a:cubicBezTo>
                  <a:pt x="279451" y="4874"/>
                  <a:pt x="278141" y="4989"/>
                  <a:pt x="277175" y="5035"/>
                </a:cubicBezTo>
                <a:cubicBezTo>
                  <a:pt x="276210" y="5080"/>
                  <a:pt x="275405" y="5287"/>
                  <a:pt x="274761" y="5656"/>
                </a:cubicBezTo>
                <a:cubicBezTo>
                  <a:pt x="274118" y="6024"/>
                  <a:pt x="273544" y="6598"/>
                  <a:pt x="273037" y="7380"/>
                </a:cubicBezTo>
                <a:cubicBezTo>
                  <a:pt x="272532" y="8161"/>
                  <a:pt x="271957" y="9334"/>
                  <a:pt x="271313" y="10897"/>
                </a:cubicBezTo>
                <a:cubicBezTo>
                  <a:pt x="270853" y="12000"/>
                  <a:pt x="270508" y="13518"/>
                  <a:pt x="270277" y="15450"/>
                </a:cubicBezTo>
                <a:cubicBezTo>
                  <a:pt x="270049" y="17381"/>
                  <a:pt x="269888" y="19427"/>
                  <a:pt x="269795" y="21588"/>
                </a:cubicBezTo>
                <a:cubicBezTo>
                  <a:pt x="269704" y="23749"/>
                  <a:pt x="269681" y="25933"/>
                  <a:pt x="269726" y="28140"/>
                </a:cubicBezTo>
                <a:cubicBezTo>
                  <a:pt x="269772" y="30348"/>
                  <a:pt x="269795" y="32279"/>
                  <a:pt x="269795" y="33935"/>
                </a:cubicBezTo>
                <a:lnTo>
                  <a:pt x="269795" y="56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AB8F3D-65CF-473D-8105-99B72BEC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807" y="2311897"/>
            <a:ext cx="287902" cy="162580"/>
          </a:xfrm>
          <a:custGeom xmlns:a="http://schemas.openxmlformats.org/drawingml/2006/main">
            <a:pathLst>
              <a:path w="287902" h="162580">
                <a:moveTo>
                  <a:pt x="0" y="162580"/>
                </a:moveTo>
                <a:lnTo>
                  <a:pt x="0" y="0"/>
                </a:lnTo>
                <a:lnTo>
                  <a:pt x="287902" y="0"/>
                </a:lnTo>
                <a:lnTo>
                  <a:pt x="287902" y="162580"/>
                </a:lnTo>
                <a:lnTo>
                  <a:pt x="0" y="16258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Text EDU">
            <a:extLst xmlns:a="http://schemas.openxmlformats.org/drawingml/2006/main">
              <a:ext uri="{FF2B5EF4-FFF2-40B4-BE49-F238E27FC236}">
                <a16:creationId xmlns:a16="http://schemas.microsoft.com/office/drawing/2014/main" id="{A7C42C1C-469B-4C0F-90CD-A1519723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394" y="2340006"/>
            <a:ext cx="282763" cy="95044"/>
          </a:xfrm>
          <a:custGeom xmlns:a="http://schemas.openxmlformats.org/drawingml/2006/main">
            <a:pathLst>
              <a:path w="282763" h="95044">
                <a:moveTo>
                  <a:pt x="68283" y="551"/>
                </a:moveTo>
                <a:cubicBezTo>
                  <a:pt x="69020" y="551"/>
                  <a:pt x="69732" y="643"/>
                  <a:pt x="70421" y="827"/>
                </a:cubicBezTo>
                <a:cubicBezTo>
                  <a:pt x="71112" y="1011"/>
                  <a:pt x="71365" y="1746"/>
                  <a:pt x="71181" y="3033"/>
                </a:cubicBezTo>
                <a:cubicBezTo>
                  <a:pt x="70996" y="4045"/>
                  <a:pt x="70903" y="5195"/>
                  <a:pt x="70903" y="6483"/>
                </a:cubicBezTo>
                <a:cubicBezTo>
                  <a:pt x="70903" y="7770"/>
                  <a:pt x="70903" y="9057"/>
                  <a:pt x="70903" y="10346"/>
                </a:cubicBezTo>
                <a:cubicBezTo>
                  <a:pt x="70903" y="14484"/>
                  <a:pt x="71042" y="18346"/>
                  <a:pt x="71318" y="21933"/>
                </a:cubicBezTo>
                <a:cubicBezTo>
                  <a:pt x="71318" y="22301"/>
                  <a:pt x="71111" y="22600"/>
                  <a:pt x="70697" y="22830"/>
                </a:cubicBezTo>
                <a:cubicBezTo>
                  <a:pt x="70283" y="23060"/>
                  <a:pt x="69800" y="23198"/>
                  <a:pt x="69249" y="23244"/>
                </a:cubicBezTo>
                <a:cubicBezTo>
                  <a:pt x="68697" y="23289"/>
                  <a:pt x="68168" y="23220"/>
                  <a:pt x="67662" y="23036"/>
                </a:cubicBezTo>
                <a:cubicBezTo>
                  <a:pt x="67157" y="22852"/>
                  <a:pt x="66858" y="22484"/>
                  <a:pt x="66765" y="21933"/>
                </a:cubicBezTo>
                <a:cubicBezTo>
                  <a:pt x="66122" y="18346"/>
                  <a:pt x="65479" y="15541"/>
                  <a:pt x="64835" y="13518"/>
                </a:cubicBezTo>
                <a:cubicBezTo>
                  <a:pt x="64191" y="11494"/>
                  <a:pt x="63294" y="9954"/>
                  <a:pt x="62145" y="8897"/>
                </a:cubicBezTo>
                <a:cubicBezTo>
                  <a:pt x="60996" y="7839"/>
                  <a:pt x="59432" y="7173"/>
                  <a:pt x="57455" y="6898"/>
                </a:cubicBezTo>
                <a:cubicBezTo>
                  <a:pt x="55478" y="6621"/>
                  <a:pt x="52880" y="6437"/>
                  <a:pt x="49661" y="6344"/>
                </a:cubicBezTo>
                <a:lnTo>
                  <a:pt x="41384" y="6344"/>
                </a:lnTo>
                <a:cubicBezTo>
                  <a:pt x="38993" y="6344"/>
                  <a:pt x="37085" y="6390"/>
                  <a:pt x="35659" y="6483"/>
                </a:cubicBezTo>
                <a:cubicBezTo>
                  <a:pt x="34233" y="6574"/>
                  <a:pt x="33107" y="6919"/>
                  <a:pt x="32279" y="7517"/>
                </a:cubicBezTo>
                <a:cubicBezTo>
                  <a:pt x="31452" y="8114"/>
                  <a:pt x="30901" y="9057"/>
                  <a:pt x="30624" y="10346"/>
                </a:cubicBezTo>
                <a:cubicBezTo>
                  <a:pt x="30348" y="11632"/>
                  <a:pt x="30209" y="13426"/>
                  <a:pt x="30209" y="15726"/>
                </a:cubicBezTo>
                <a:lnTo>
                  <a:pt x="30209" y="39867"/>
                </a:lnTo>
                <a:cubicBezTo>
                  <a:pt x="30209" y="41154"/>
                  <a:pt x="30440" y="41958"/>
                  <a:pt x="30900" y="42281"/>
                </a:cubicBezTo>
                <a:cubicBezTo>
                  <a:pt x="31360" y="42602"/>
                  <a:pt x="31820" y="42763"/>
                  <a:pt x="32279" y="42763"/>
                </a:cubicBezTo>
                <a:cubicBezTo>
                  <a:pt x="36509" y="42763"/>
                  <a:pt x="39843" y="42579"/>
                  <a:pt x="42279" y="42212"/>
                </a:cubicBezTo>
                <a:cubicBezTo>
                  <a:pt x="44716" y="41844"/>
                  <a:pt x="46556" y="41177"/>
                  <a:pt x="47798" y="40212"/>
                </a:cubicBezTo>
                <a:cubicBezTo>
                  <a:pt x="49040" y="39245"/>
                  <a:pt x="49868" y="37980"/>
                  <a:pt x="50282" y="36417"/>
                </a:cubicBezTo>
                <a:cubicBezTo>
                  <a:pt x="50696" y="34854"/>
                  <a:pt x="51040" y="32831"/>
                  <a:pt x="51315" y="30348"/>
                </a:cubicBezTo>
                <a:cubicBezTo>
                  <a:pt x="51408" y="29796"/>
                  <a:pt x="51684" y="29382"/>
                  <a:pt x="52142" y="29107"/>
                </a:cubicBezTo>
                <a:cubicBezTo>
                  <a:pt x="52603" y="28830"/>
                  <a:pt x="53109" y="28692"/>
                  <a:pt x="53660" y="28692"/>
                </a:cubicBezTo>
                <a:cubicBezTo>
                  <a:pt x="54213" y="28692"/>
                  <a:pt x="54719" y="28830"/>
                  <a:pt x="55178" y="29107"/>
                </a:cubicBezTo>
                <a:cubicBezTo>
                  <a:pt x="55638" y="29382"/>
                  <a:pt x="55868" y="29796"/>
                  <a:pt x="55868" y="30348"/>
                </a:cubicBezTo>
                <a:cubicBezTo>
                  <a:pt x="55868" y="31819"/>
                  <a:pt x="55822" y="33130"/>
                  <a:pt x="55729" y="34280"/>
                </a:cubicBezTo>
                <a:cubicBezTo>
                  <a:pt x="55638" y="35430"/>
                  <a:pt x="55546" y="36579"/>
                  <a:pt x="55453" y="37728"/>
                </a:cubicBezTo>
                <a:cubicBezTo>
                  <a:pt x="55362" y="38877"/>
                  <a:pt x="55270" y="40073"/>
                  <a:pt x="55178" y="41315"/>
                </a:cubicBezTo>
                <a:cubicBezTo>
                  <a:pt x="55087" y="42555"/>
                  <a:pt x="55041" y="44004"/>
                  <a:pt x="55041" y="45659"/>
                </a:cubicBezTo>
                <a:cubicBezTo>
                  <a:pt x="55041" y="48418"/>
                  <a:pt x="55178" y="50924"/>
                  <a:pt x="55453" y="53178"/>
                </a:cubicBezTo>
                <a:cubicBezTo>
                  <a:pt x="55730" y="55430"/>
                  <a:pt x="55868" y="58166"/>
                  <a:pt x="55868" y="61385"/>
                </a:cubicBezTo>
                <a:cubicBezTo>
                  <a:pt x="55868" y="61845"/>
                  <a:pt x="55638" y="62191"/>
                  <a:pt x="55178" y="62421"/>
                </a:cubicBezTo>
                <a:cubicBezTo>
                  <a:pt x="54719" y="62651"/>
                  <a:pt x="54213" y="62743"/>
                  <a:pt x="53660" y="62696"/>
                </a:cubicBezTo>
                <a:cubicBezTo>
                  <a:pt x="53109" y="62650"/>
                  <a:pt x="52603" y="62512"/>
                  <a:pt x="52142" y="62282"/>
                </a:cubicBezTo>
                <a:cubicBezTo>
                  <a:pt x="51684" y="62052"/>
                  <a:pt x="51408" y="61661"/>
                  <a:pt x="51315" y="61109"/>
                </a:cubicBezTo>
                <a:cubicBezTo>
                  <a:pt x="51040" y="58443"/>
                  <a:pt x="50696" y="56282"/>
                  <a:pt x="50282" y="54626"/>
                </a:cubicBezTo>
                <a:cubicBezTo>
                  <a:pt x="49868" y="52970"/>
                  <a:pt x="49040" y="51706"/>
                  <a:pt x="47798" y="50833"/>
                </a:cubicBezTo>
                <a:cubicBezTo>
                  <a:pt x="46556" y="49959"/>
                  <a:pt x="44716" y="49361"/>
                  <a:pt x="42279" y="49040"/>
                </a:cubicBezTo>
                <a:cubicBezTo>
                  <a:pt x="39843" y="48717"/>
                  <a:pt x="36509" y="48556"/>
                  <a:pt x="32279" y="48556"/>
                </a:cubicBezTo>
                <a:cubicBezTo>
                  <a:pt x="31820" y="48556"/>
                  <a:pt x="31360" y="48717"/>
                  <a:pt x="30900" y="49040"/>
                </a:cubicBezTo>
                <a:cubicBezTo>
                  <a:pt x="30440" y="49361"/>
                  <a:pt x="30209" y="50028"/>
                  <a:pt x="30209" y="51040"/>
                </a:cubicBezTo>
                <a:lnTo>
                  <a:pt x="30209" y="69110"/>
                </a:lnTo>
                <a:cubicBezTo>
                  <a:pt x="30209" y="72053"/>
                  <a:pt x="30416" y="74559"/>
                  <a:pt x="30830" y="76629"/>
                </a:cubicBezTo>
                <a:cubicBezTo>
                  <a:pt x="31244" y="78697"/>
                  <a:pt x="31865" y="80399"/>
                  <a:pt x="32693" y="81733"/>
                </a:cubicBezTo>
                <a:cubicBezTo>
                  <a:pt x="33521" y="83066"/>
                  <a:pt x="34533" y="84124"/>
                  <a:pt x="35729" y="84905"/>
                </a:cubicBezTo>
                <a:cubicBezTo>
                  <a:pt x="36924" y="85687"/>
                  <a:pt x="38349" y="86261"/>
                  <a:pt x="40004" y="86629"/>
                </a:cubicBezTo>
                <a:cubicBezTo>
                  <a:pt x="41292" y="86906"/>
                  <a:pt x="42741" y="87113"/>
                  <a:pt x="44350" y="87250"/>
                </a:cubicBezTo>
                <a:cubicBezTo>
                  <a:pt x="45960" y="87388"/>
                  <a:pt x="47638" y="87456"/>
                  <a:pt x="49385" y="87456"/>
                </a:cubicBezTo>
                <a:cubicBezTo>
                  <a:pt x="51592" y="87456"/>
                  <a:pt x="53662" y="87364"/>
                  <a:pt x="55592" y="87181"/>
                </a:cubicBezTo>
                <a:cubicBezTo>
                  <a:pt x="57523" y="86997"/>
                  <a:pt x="58995" y="86721"/>
                  <a:pt x="60006" y="86353"/>
                </a:cubicBezTo>
                <a:cubicBezTo>
                  <a:pt x="61846" y="85709"/>
                  <a:pt x="63432" y="85020"/>
                  <a:pt x="64766" y="84284"/>
                </a:cubicBezTo>
                <a:cubicBezTo>
                  <a:pt x="66099" y="83549"/>
                  <a:pt x="67225" y="82583"/>
                  <a:pt x="68144" y="81388"/>
                </a:cubicBezTo>
                <a:cubicBezTo>
                  <a:pt x="69064" y="80192"/>
                  <a:pt x="69824" y="78698"/>
                  <a:pt x="70421" y="76904"/>
                </a:cubicBezTo>
                <a:cubicBezTo>
                  <a:pt x="71019" y="75111"/>
                  <a:pt x="71502" y="72835"/>
                  <a:pt x="71870" y="70076"/>
                </a:cubicBezTo>
                <a:cubicBezTo>
                  <a:pt x="71962" y="69525"/>
                  <a:pt x="72284" y="69157"/>
                  <a:pt x="72836" y="68973"/>
                </a:cubicBezTo>
                <a:cubicBezTo>
                  <a:pt x="73387" y="68789"/>
                  <a:pt x="73985" y="68697"/>
                  <a:pt x="74629" y="68697"/>
                </a:cubicBezTo>
                <a:cubicBezTo>
                  <a:pt x="75273" y="68697"/>
                  <a:pt x="75848" y="68836"/>
                  <a:pt x="76353" y="69112"/>
                </a:cubicBezTo>
                <a:cubicBezTo>
                  <a:pt x="76860" y="69387"/>
                  <a:pt x="77067" y="69754"/>
                  <a:pt x="76974" y="70213"/>
                </a:cubicBezTo>
                <a:cubicBezTo>
                  <a:pt x="76514" y="74076"/>
                  <a:pt x="76100" y="77686"/>
                  <a:pt x="75732" y="81043"/>
                </a:cubicBezTo>
                <a:cubicBezTo>
                  <a:pt x="75364" y="84399"/>
                  <a:pt x="75227" y="87825"/>
                  <a:pt x="75319" y="91319"/>
                </a:cubicBezTo>
                <a:cubicBezTo>
                  <a:pt x="75319" y="91595"/>
                  <a:pt x="75135" y="91987"/>
                  <a:pt x="74766" y="92493"/>
                </a:cubicBezTo>
                <a:cubicBezTo>
                  <a:pt x="74398" y="92999"/>
                  <a:pt x="73525" y="93251"/>
                  <a:pt x="72145" y="93251"/>
                </a:cubicBezTo>
                <a:lnTo>
                  <a:pt x="22072" y="93251"/>
                </a:lnTo>
                <a:cubicBezTo>
                  <a:pt x="18576" y="93251"/>
                  <a:pt x="15150" y="93343"/>
                  <a:pt x="11794" y="93527"/>
                </a:cubicBezTo>
                <a:cubicBezTo>
                  <a:pt x="8437" y="93711"/>
                  <a:pt x="5426" y="93894"/>
                  <a:pt x="2760" y="94078"/>
                </a:cubicBezTo>
                <a:cubicBezTo>
                  <a:pt x="2023" y="94078"/>
                  <a:pt x="1471" y="93871"/>
                  <a:pt x="1103" y="93457"/>
                </a:cubicBezTo>
                <a:cubicBezTo>
                  <a:pt x="735" y="93043"/>
                  <a:pt x="505" y="92538"/>
                  <a:pt x="413" y="91940"/>
                </a:cubicBezTo>
                <a:cubicBezTo>
                  <a:pt x="321" y="91342"/>
                  <a:pt x="460" y="90790"/>
                  <a:pt x="827" y="90285"/>
                </a:cubicBezTo>
                <a:cubicBezTo>
                  <a:pt x="1195" y="89780"/>
                  <a:pt x="1793" y="89481"/>
                  <a:pt x="2621" y="89389"/>
                </a:cubicBezTo>
                <a:cubicBezTo>
                  <a:pt x="4828" y="89112"/>
                  <a:pt x="6713" y="88721"/>
                  <a:pt x="8276" y="88216"/>
                </a:cubicBezTo>
                <a:cubicBezTo>
                  <a:pt x="9840" y="87710"/>
                  <a:pt x="11127" y="86974"/>
                  <a:pt x="12139" y="86008"/>
                </a:cubicBezTo>
                <a:cubicBezTo>
                  <a:pt x="13151" y="85043"/>
                  <a:pt x="13909" y="83825"/>
                  <a:pt x="14414" y="82354"/>
                </a:cubicBezTo>
                <a:cubicBezTo>
                  <a:pt x="14921" y="80882"/>
                  <a:pt x="15174" y="78997"/>
                  <a:pt x="15174" y="76698"/>
                </a:cubicBezTo>
                <a:lnTo>
                  <a:pt x="15174" y="23587"/>
                </a:lnTo>
                <a:cubicBezTo>
                  <a:pt x="15174" y="21565"/>
                  <a:pt x="15105" y="19589"/>
                  <a:pt x="14966" y="17658"/>
                </a:cubicBezTo>
                <a:cubicBezTo>
                  <a:pt x="14828" y="15726"/>
                  <a:pt x="14529" y="13932"/>
                  <a:pt x="14069" y="12278"/>
                </a:cubicBezTo>
                <a:cubicBezTo>
                  <a:pt x="13610" y="10622"/>
                  <a:pt x="12898" y="9196"/>
                  <a:pt x="11933" y="8001"/>
                </a:cubicBezTo>
                <a:cubicBezTo>
                  <a:pt x="10967" y="6805"/>
                  <a:pt x="9657" y="5977"/>
                  <a:pt x="8001" y="5517"/>
                </a:cubicBezTo>
                <a:cubicBezTo>
                  <a:pt x="6989" y="5240"/>
                  <a:pt x="5931" y="5010"/>
                  <a:pt x="4827" y="4827"/>
                </a:cubicBezTo>
                <a:cubicBezTo>
                  <a:pt x="3724" y="4643"/>
                  <a:pt x="2666" y="4505"/>
                  <a:pt x="1654" y="4414"/>
                </a:cubicBezTo>
                <a:cubicBezTo>
                  <a:pt x="1103" y="4414"/>
                  <a:pt x="689" y="4184"/>
                  <a:pt x="413" y="3724"/>
                </a:cubicBezTo>
                <a:cubicBezTo>
                  <a:pt x="138" y="3263"/>
                  <a:pt x="0" y="2757"/>
                  <a:pt x="0" y="2206"/>
                </a:cubicBezTo>
                <a:cubicBezTo>
                  <a:pt x="0" y="1654"/>
                  <a:pt x="138" y="1149"/>
                  <a:pt x="413" y="690"/>
                </a:cubicBezTo>
                <a:cubicBezTo>
                  <a:pt x="689" y="230"/>
                  <a:pt x="1103" y="0"/>
                  <a:pt x="1654" y="0"/>
                </a:cubicBezTo>
                <a:cubicBezTo>
                  <a:pt x="4782" y="0"/>
                  <a:pt x="7587" y="92"/>
                  <a:pt x="10070" y="276"/>
                </a:cubicBezTo>
                <a:cubicBezTo>
                  <a:pt x="12554" y="460"/>
                  <a:pt x="15451" y="551"/>
                  <a:pt x="18761" y="551"/>
                </a:cubicBezTo>
                <a:lnTo>
                  <a:pt x="68283" y="551"/>
                </a:lnTo>
                <a:close/>
                <a:moveTo>
                  <a:pt x="97032" y="23726"/>
                </a:moveTo>
                <a:cubicBezTo>
                  <a:pt x="97032" y="21703"/>
                  <a:pt x="96962" y="19726"/>
                  <a:pt x="96823" y="17795"/>
                </a:cubicBezTo>
                <a:cubicBezTo>
                  <a:pt x="96686" y="15864"/>
                  <a:pt x="96387" y="14071"/>
                  <a:pt x="95926" y="12415"/>
                </a:cubicBezTo>
                <a:cubicBezTo>
                  <a:pt x="95468" y="10759"/>
                  <a:pt x="94755" y="9333"/>
                  <a:pt x="93790" y="8138"/>
                </a:cubicBezTo>
                <a:cubicBezTo>
                  <a:pt x="92825" y="6942"/>
                  <a:pt x="91514" y="6115"/>
                  <a:pt x="89858" y="5656"/>
                </a:cubicBezTo>
                <a:cubicBezTo>
                  <a:pt x="88846" y="5379"/>
                  <a:pt x="87788" y="5149"/>
                  <a:pt x="86684" y="4965"/>
                </a:cubicBezTo>
                <a:cubicBezTo>
                  <a:pt x="85581" y="4782"/>
                  <a:pt x="84524" y="4643"/>
                  <a:pt x="83512" y="4551"/>
                </a:cubicBezTo>
                <a:cubicBezTo>
                  <a:pt x="82960" y="4551"/>
                  <a:pt x="82546" y="4321"/>
                  <a:pt x="82270" y="3862"/>
                </a:cubicBezTo>
                <a:cubicBezTo>
                  <a:pt x="81995" y="3402"/>
                  <a:pt x="81857" y="2896"/>
                  <a:pt x="81857" y="2345"/>
                </a:cubicBezTo>
                <a:cubicBezTo>
                  <a:pt x="81857" y="1793"/>
                  <a:pt x="81995" y="1287"/>
                  <a:pt x="82270" y="827"/>
                </a:cubicBezTo>
                <a:cubicBezTo>
                  <a:pt x="82546" y="367"/>
                  <a:pt x="82960" y="137"/>
                  <a:pt x="83512" y="137"/>
                </a:cubicBezTo>
                <a:cubicBezTo>
                  <a:pt x="86640" y="137"/>
                  <a:pt x="89445" y="229"/>
                  <a:pt x="91927" y="413"/>
                </a:cubicBezTo>
                <a:cubicBezTo>
                  <a:pt x="94411" y="596"/>
                  <a:pt x="97308" y="688"/>
                  <a:pt x="100618" y="688"/>
                </a:cubicBezTo>
                <a:cubicBezTo>
                  <a:pt x="104389" y="688"/>
                  <a:pt x="108113" y="620"/>
                  <a:pt x="111791" y="482"/>
                </a:cubicBezTo>
                <a:cubicBezTo>
                  <a:pt x="115470" y="345"/>
                  <a:pt x="119195" y="229"/>
                  <a:pt x="122966" y="137"/>
                </a:cubicBezTo>
                <a:cubicBezTo>
                  <a:pt x="130507" y="137"/>
                  <a:pt x="137473" y="1332"/>
                  <a:pt x="143863" y="3724"/>
                </a:cubicBezTo>
                <a:cubicBezTo>
                  <a:pt x="150255" y="6115"/>
                  <a:pt x="155750" y="9449"/>
                  <a:pt x="160349" y="13726"/>
                </a:cubicBezTo>
                <a:cubicBezTo>
                  <a:pt x="164947" y="18002"/>
                  <a:pt x="168557" y="23105"/>
                  <a:pt x="171177" y="29037"/>
                </a:cubicBezTo>
                <a:cubicBezTo>
                  <a:pt x="173798" y="34969"/>
                  <a:pt x="175108" y="41429"/>
                  <a:pt x="175108" y="48419"/>
                </a:cubicBezTo>
                <a:cubicBezTo>
                  <a:pt x="175108" y="56144"/>
                  <a:pt x="173867" y="62857"/>
                  <a:pt x="171383" y="68559"/>
                </a:cubicBezTo>
                <a:cubicBezTo>
                  <a:pt x="168900" y="74260"/>
                  <a:pt x="165498" y="79019"/>
                  <a:pt x="161176" y="82836"/>
                </a:cubicBezTo>
                <a:cubicBezTo>
                  <a:pt x="156854" y="86653"/>
                  <a:pt x="151727" y="89481"/>
                  <a:pt x="145796" y="91321"/>
                </a:cubicBezTo>
                <a:cubicBezTo>
                  <a:pt x="139864" y="93159"/>
                  <a:pt x="133450" y="94078"/>
                  <a:pt x="126553" y="94078"/>
                </a:cubicBezTo>
                <a:cubicBezTo>
                  <a:pt x="122413" y="94078"/>
                  <a:pt x="118389" y="93894"/>
                  <a:pt x="114481" y="93527"/>
                </a:cubicBezTo>
                <a:cubicBezTo>
                  <a:pt x="110573" y="93159"/>
                  <a:pt x="107056" y="92975"/>
                  <a:pt x="103929" y="92975"/>
                </a:cubicBezTo>
                <a:cubicBezTo>
                  <a:pt x="101997" y="92975"/>
                  <a:pt x="100249" y="92999"/>
                  <a:pt x="98686" y="93045"/>
                </a:cubicBezTo>
                <a:cubicBezTo>
                  <a:pt x="97123" y="93090"/>
                  <a:pt x="95605" y="93158"/>
                  <a:pt x="94133" y="93251"/>
                </a:cubicBezTo>
                <a:cubicBezTo>
                  <a:pt x="92663" y="93344"/>
                  <a:pt x="91168" y="93482"/>
                  <a:pt x="89650" y="93666"/>
                </a:cubicBezTo>
                <a:cubicBezTo>
                  <a:pt x="88133" y="93850"/>
                  <a:pt x="86455" y="94033"/>
                  <a:pt x="84617" y="94217"/>
                </a:cubicBezTo>
                <a:cubicBezTo>
                  <a:pt x="84064" y="94308"/>
                  <a:pt x="83627" y="94124"/>
                  <a:pt x="83306" y="93664"/>
                </a:cubicBezTo>
                <a:cubicBezTo>
                  <a:pt x="82984" y="93205"/>
                  <a:pt x="82777" y="92700"/>
                  <a:pt x="82685" y="92148"/>
                </a:cubicBezTo>
                <a:cubicBezTo>
                  <a:pt x="82593" y="91595"/>
                  <a:pt x="82708" y="91043"/>
                  <a:pt x="83030" y="90492"/>
                </a:cubicBezTo>
                <a:cubicBezTo>
                  <a:pt x="83351" y="89940"/>
                  <a:pt x="83880" y="89619"/>
                  <a:pt x="84617" y="89528"/>
                </a:cubicBezTo>
                <a:cubicBezTo>
                  <a:pt x="86824" y="89251"/>
                  <a:pt x="88710" y="88860"/>
                  <a:pt x="90273" y="88355"/>
                </a:cubicBezTo>
                <a:cubicBezTo>
                  <a:pt x="91836" y="87849"/>
                  <a:pt x="93123" y="87136"/>
                  <a:pt x="94135" y="86217"/>
                </a:cubicBezTo>
                <a:cubicBezTo>
                  <a:pt x="95147" y="85296"/>
                  <a:pt x="95882" y="84100"/>
                  <a:pt x="96341" y="82630"/>
                </a:cubicBezTo>
                <a:cubicBezTo>
                  <a:pt x="96801" y="81158"/>
                  <a:pt x="97032" y="79226"/>
                  <a:pt x="97032" y="76835"/>
                </a:cubicBezTo>
                <a:lnTo>
                  <a:pt x="97032" y="23726"/>
                </a:lnTo>
                <a:moveTo>
                  <a:pt x="112067" y="67317"/>
                </a:moveTo>
                <a:cubicBezTo>
                  <a:pt x="112067" y="71915"/>
                  <a:pt x="112274" y="75571"/>
                  <a:pt x="112688" y="78285"/>
                </a:cubicBezTo>
                <a:cubicBezTo>
                  <a:pt x="113102" y="80998"/>
                  <a:pt x="113907" y="83044"/>
                  <a:pt x="115102" y="84423"/>
                </a:cubicBezTo>
                <a:cubicBezTo>
                  <a:pt x="116298" y="85803"/>
                  <a:pt x="118022" y="86699"/>
                  <a:pt x="120274" y="87113"/>
                </a:cubicBezTo>
                <a:cubicBezTo>
                  <a:pt x="122527" y="87527"/>
                  <a:pt x="125540" y="87734"/>
                  <a:pt x="129310" y="87734"/>
                </a:cubicBezTo>
                <a:cubicBezTo>
                  <a:pt x="133448" y="87734"/>
                  <a:pt x="137242" y="86861"/>
                  <a:pt x="140691" y="85114"/>
                </a:cubicBezTo>
                <a:cubicBezTo>
                  <a:pt x="144141" y="83365"/>
                  <a:pt x="147106" y="80813"/>
                  <a:pt x="149589" y="77456"/>
                </a:cubicBezTo>
                <a:cubicBezTo>
                  <a:pt x="152072" y="74099"/>
                  <a:pt x="154004" y="69984"/>
                  <a:pt x="155383" y="65111"/>
                </a:cubicBezTo>
                <a:cubicBezTo>
                  <a:pt x="156763" y="60236"/>
                  <a:pt x="157453" y="54626"/>
                  <a:pt x="157453" y="48280"/>
                </a:cubicBezTo>
                <a:cubicBezTo>
                  <a:pt x="157453" y="41567"/>
                  <a:pt x="156763" y="35613"/>
                  <a:pt x="155383" y="30418"/>
                </a:cubicBezTo>
                <a:cubicBezTo>
                  <a:pt x="154004" y="25222"/>
                  <a:pt x="151750" y="20853"/>
                  <a:pt x="148623" y="17313"/>
                </a:cubicBezTo>
                <a:cubicBezTo>
                  <a:pt x="145496" y="13771"/>
                  <a:pt x="141335" y="11103"/>
                  <a:pt x="136138" y="9310"/>
                </a:cubicBezTo>
                <a:cubicBezTo>
                  <a:pt x="130944" y="7517"/>
                  <a:pt x="124576" y="6620"/>
                  <a:pt x="117034" y="6620"/>
                </a:cubicBezTo>
                <a:cubicBezTo>
                  <a:pt x="115195" y="6620"/>
                  <a:pt x="113907" y="6942"/>
                  <a:pt x="113170" y="7586"/>
                </a:cubicBezTo>
                <a:cubicBezTo>
                  <a:pt x="112434" y="8230"/>
                  <a:pt x="112067" y="9472"/>
                  <a:pt x="112067" y="11312"/>
                </a:cubicBezTo>
                <a:lnTo>
                  <a:pt x="112067" y="67317"/>
                </a:lnTo>
                <a:close/>
                <a:moveTo>
                  <a:pt x="269795" y="56832"/>
                </a:moveTo>
                <a:cubicBezTo>
                  <a:pt x="269795" y="62810"/>
                  <a:pt x="269129" y="68168"/>
                  <a:pt x="267795" y="72905"/>
                </a:cubicBezTo>
                <a:cubicBezTo>
                  <a:pt x="266462" y="77641"/>
                  <a:pt x="264347" y="81642"/>
                  <a:pt x="261449" y="84907"/>
                </a:cubicBezTo>
                <a:cubicBezTo>
                  <a:pt x="258553" y="88171"/>
                  <a:pt x="254759" y="90677"/>
                  <a:pt x="250068" y="92424"/>
                </a:cubicBezTo>
                <a:cubicBezTo>
                  <a:pt x="245378" y="94171"/>
                  <a:pt x="239677" y="95044"/>
                  <a:pt x="232964" y="95044"/>
                </a:cubicBezTo>
                <a:cubicBezTo>
                  <a:pt x="226527" y="95044"/>
                  <a:pt x="220940" y="94401"/>
                  <a:pt x="216202" y="93114"/>
                </a:cubicBezTo>
                <a:cubicBezTo>
                  <a:pt x="211466" y="91826"/>
                  <a:pt x="207558" y="89779"/>
                  <a:pt x="204476" y="86974"/>
                </a:cubicBezTo>
                <a:cubicBezTo>
                  <a:pt x="201396" y="84169"/>
                  <a:pt x="199120" y="80537"/>
                  <a:pt x="197648" y="76077"/>
                </a:cubicBezTo>
                <a:cubicBezTo>
                  <a:pt x="196177" y="71616"/>
                  <a:pt x="195442" y="66213"/>
                  <a:pt x="195442" y="59867"/>
                </a:cubicBezTo>
                <a:lnTo>
                  <a:pt x="195442" y="21243"/>
                </a:lnTo>
                <a:cubicBezTo>
                  <a:pt x="195442" y="18393"/>
                  <a:pt x="195281" y="15956"/>
                  <a:pt x="194960" y="13932"/>
                </a:cubicBezTo>
                <a:cubicBezTo>
                  <a:pt x="194638" y="11909"/>
                  <a:pt x="194017" y="10254"/>
                  <a:pt x="193097" y="8967"/>
                </a:cubicBezTo>
                <a:cubicBezTo>
                  <a:pt x="192178" y="7679"/>
                  <a:pt x="190867" y="6690"/>
                  <a:pt x="189165" y="6001"/>
                </a:cubicBezTo>
                <a:cubicBezTo>
                  <a:pt x="187464" y="5311"/>
                  <a:pt x="185188" y="4874"/>
                  <a:pt x="182337" y="4690"/>
                </a:cubicBezTo>
                <a:cubicBezTo>
                  <a:pt x="181785" y="4690"/>
                  <a:pt x="181371" y="4437"/>
                  <a:pt x="181095" y="3932"/>
                </a:cubicBezTo>
                <a:cubicBezTo>
                  <a:pt x="180820" y="3425"/>
                  <a:pt x="180682" y="2896"/>
                  <a:pt x="180682" y="2345"/>
                </a:cubicBezTo>
                <a:cubicBezTo>
                  <a:pt x="180682" y="1793"/>
                  <a:pt x="180820" y="1287"/>
                  <a:pt x="181095" y="827"/>
                </a:cubicBezTo>
                <a:cubicBezTo>
                  <a:pt x="181371" y="367"/>
                  <a:pt x="181785" y="137"/>
                  <a:pt x="182337" y="137"/>
                </a:cubicBezTo>
                <a:cubicBezTo>
                  <a:pt x="185281" y="137"/>
                  <a:pt x="188637" y="298"/>
                  <a:pt x="192406" y="621"/>
                </a:cubicBezTo>
                <a:cubicBezTo>
                  <a:pt x="196177" y="942"/>
                  <a:pt x="199718" y="1103"/>
                  <a:pt x="203030" y="1103"/>
                </a:cubicBezTo>
                <a:cubicBezTo>
                  <a:pt x="204961" y="1103"/>
                  <a:pt x="206777" y="1057"/>
                  <a:pt x="208477" y="966"/>
                </a:cubicBezTo>
                <a:cubicBezTo>
                  <a:pt x="210180" y="874"/>
                  <a:pt x="211835" y="758"/>
                  <a:pt x="213445" y="621"/>
                </a:cubicBezTo>
                <a:cubicBezTo>
                  <a:pt x="215054" y="482"/>
                  <a:pt x="216686" y="367"/>
                  <a:pt x="218341" y="276"/>
                </a:cubicBezTo>
                <a:cubicBezTo>
                  <a:pt x="219997" y="183"/>
                  <a:pt x="221790" y="137"/>
                  <a:pt x="223721" y="137"/>
                </a:cubicBezTo>
                <a:cubicBezTo>
                  <a:pt x="224273" y="137"/>
                  <a:pt x="224663" y="367"/>
                  <a:pt x="224893" y="827"/>
                </a:cubicBezTo>
                <a:cubicBezTo>
                  <a:pt x="225124" y="1287"/>
                  <a:pt x="225216" y="1793"/>
                  <a:pt x="225169" y="2345"/>
                </a:cubicBezTo>
                <a:cubicBezTo>
                  <a:pt x="225124" y="2896"/>
                  <a:pt x="224964" y="3425"/>
                  <a:pt x="224687" y="3932"/>
                </a:cubicBezTo>
                <a:cubicBezTo>
                  <a:pt x="224411" y="4437"/>
                  <a:pt x="224043" y="4690"/>
                  <a:pt x="223584" y="4690"/>
                </a:cubicBezTo>
                <a:cubicBezTo>
                  <a:pt x="220733" y="4874"/>
                  <a:pt x="218434" y="5264"/>
                  <a:pt x="216686" y="5862"/>
                </a:cubicBezTo>
                <a:cubicBezTo>
                  <a:pt x="214939" y="6460"/>
                  <a:pt x="213606" y="7380"/>
                  <a:pt x="212685" y="8622"/>
                </a:cubicBezTo>
                <a:cubicBezTo>
                  <a:pt x="211766" y="9862"/>
                  <a:pt x="211168" y="11494"/>
                  <a:pt x="210892" y="13518"/>
                </a:cubicBezTo>
                <a:cubicBezTo>
                  <a:pt x="210617" y="15541"/>
                  <a:pt x="210479" y="18116"/>
                  <a:pt x="210479" y="21243"/>
                </a:cubicBezTo>
                <a:lnTo>
                  <a:pt x="210479" y="58903"/>
                </a:lnTo>
                <a:cubicBezTo>
                  <a:pt x="210479" y="62765"/>
                  <a:pt x="210985" y="66444"/>
                  <a:pt x="211997" y="69939"/>
                </a:cubicBezTo>
                <a:cubicBezTo>
                  <a:pt x="213009" y="73434"/>
                  <a:pt x="214549" y="76491"/>
                  <a:pt x="216617" y="79113"/>
                </a:cubicBezTo>
                <a:cubicBezTo>
                  <a:pt x="218687" y="81732"/>
                  <a:pt x="221285" y="83825"/>
                  <a:pt x="224411" y="85389"/>
                </a:cubicBezTo>
                <a:cubicBezTo>
                  <a:pt x="227538" y="86953"/>
                  <a:pt x="231217" y="87734"/>
                  <a:pt x="235447" y="87734"/>
                </a:cubicBezTo>
                <a:cubicBezTo>
                  <a:pt x="244368" y="87734"/>
                  <a:pt x="251173" y="85274"/>
                  <a:pt x="255863" y="80354"/>
                </a:cubicBezTo>
                <a:cubicBezTo>
                  <a:pt x="260552" y="75433"/>
                  <a:pt x="262897" y="67639"/>
                  <a:pt x="262897" y="56971"/>
                </a:cubicBezTo>
                <a:lnTo>
                  <a:pt x="262897" y="33657"/>
                </a:lnTo>
                <a:cubicBezTo>
                  <a:pt x="262897" y="32187"/>
                  <a:pt x="262897" y="30394"/>
                  <a:pt x="262897" y="28279"/>
                </a:cubicBezTo>
                <a:cubicBezTo>
                  <a:pt x="262897" y="26072"/>
                  <a:pt x="262851" y="23888"/>
                  <a:pt x="262758" y="21727"/>
                </a:cubicBezTo>
                <a:cubicBezTo>
                  <a:pt x="262667" y="19564"/>
                  <a:pt x="262530" y="17494"/>
                  <a:pt x="262346" y="15517"/>
                </a:cubicBezTo>
                <a:cubicBezTo>
                  <a:pt x="262162" y="13540"/>
                  <a:pt x="261886" y="12000"/>
                  <a:pt x="261519" y="10897"/>
                </a:cubicBezTo>
                <a:cubicBezTo>
                  <a:pt x="261058" y="9334"/>
                  <a:pt x="260575" y="8161"/>
                  <a:pt x="260068" y="7380"/>
                </a:cubicBezTo>
                <a:cubicBezTo>
                  <a:pt x="259563" y="6598"/>
                  <a:pt x="258943" y="6024"/>
                  <a:pt x="258208" y="5656"/>
                </a:cubicBezTo>
                <a:cubicBezTo>
                  <a:pt x="257472" y="5287"/>
                  <a:pt x="256553" y="5080"/>
                  <a:pt x="255448" y="5035"/>
                </a:cubicBezTo>
                <a:cubicBezTo>
                  <a:pt x="254345" y="4989"/>
                  <a:pt x="252966" y="4874"/>
                  <a:pt x="251310" y="4690"/>
                </a:cubicBezTo>
                <a:cubicBezTo>
                  <a:pt x="250851" y="4690"/>
                  <a:pt x="250507" y="4437"/>
                  <a:pt x="250276" y="3932"/>
                </a:cubicBezTo>
                <a:cubicBezTo>
                  <a:pt x="250046" y="3425"/>
                  <a:pt x="249931" y="2896"/>
                  <a:pt x="249931" y="2345"/>
                </a:cubicBezTo>
                <a:cubicBezTo>
                  <a:pt x="249931" y="1793"/>
                  <a:pt x="250023" y="1287"/>
                  <a:pt x="250207" y="827"/>
                </a:cubicBezTo>
                <a:cubicBezTo>
                  <a:pt x="250391" y="367"/>
                  <a:pt x="250758" y="137"/>
                  <a:pt x="251310" y="137"/>
                </a:cubicBezTo>
                <a:cubicBezTo>
                  <a:pt x="253517" y="137"/>
                  <a:pt x="255862" y="298"/>
                  <a:pt x="258344" y="621"/>
                </a:cubicBezTo>
                <a:cubicBezTo>
                  <a:pt x="260828" y="942"/>
                  <a:pt x="263358" y="1103"/>
                  <a:pt x="265933" y="1103"/>
                </a:cubicBezTo>
                <a:cubicBezTo>
                  <a:pt x="268324" y="1103"/>
                  <a:pt x="270715" y="942"/>
                  <a:pt x="273106" y="621"/>
                </a:cubicBezTo>
                <a:cubicBezTo>
                  <a:pt x="275497" y="298"/>
                  <a:pt x="278164" y="137"/>
                  <a:pt x="281107" y="137"/>
                </a:cubicBezTo>
                <a:cubicBezTo>
                  <a:pt x="281658" y="137"/>
                  <a:pt x="282072" y="367"/>
                  <a:pt x="282349" y="827"/>
                </a:cubicBezTo>
                <a:cubicBezTo>
                  <a:pt x="282625" y="1287"/>
                  <a:pt x="282763" y="1793"/>
                  <a:pt x="282763" y="2345"/>
                </a:cubicBezTo>
                <a:cubicBezTo>
                  <a:pt x="282763" y="2896"/>
                  <a:pt x="282625" y="3425"/>
                  <a:pt x="282349" y="3932"/>
                </a:cubicBezTo>
                <a:cubicBezTo>
                  <a:pt x="282072" y="4437"/>
                  <a:pt x="281658" y="4690"/>
                  <a:pt x="281107" y="4690"/>
                </a:cubicBezTo>
                <a:cubicBezTo>
                  <a:pt x="279451" y="4874"/>
                  <a:pt x="278140" y="4989"/>
                  <a:pt x="277175" y="5035"/>
                </a:cubicBezTo>
                <a:cubicBezTo>
                  <a:pt x="276209" y="5080"/>
                  <a:pt x="275405" y="5287"/>
                  <a:pt x="274761" y="5656"/>
                </a:cubicBezTo>
                <a:cubicBezTo>
                  <a:pt x="274118" y="6024"/>
                  <a:pt x="273543" y="6598"/>
                  <a:pt x="273037" y="7380"/>
                </a:cubicBezTo>
                <a:cubicBezTo>
                  <a:pt x="272531" y="8161"/>
                  <a:pt x="271957" y="9334"/>
                  <a:pt x="271313" y="10897"/>
                </a:cubicBezTo>
                <a:cubicBezTo>
                  <a:pt x="270852" y="12000"/>
                  <a:pt x="270507" y="13518"/>
                  <a:pt x="270277" y="15450"/>
                </a:cubicBezTo>
                <a:cubicBezTo>
                  <a:pt x="270048" y="17381"/>
                  <a:pt x="269888" y="19427"/>
                  <a:pt x="269795" y="21588"/>
                </a:cubicBezTo>
                <a:cubicBezTo>
                  <a:pt x="269704" y="23749"/>
                  <a:pt x="269681" y="25933"/>
                  <a:pt x="269726" y="28140"/>
                </a:cubicBezTo>
                <a:cubicBezTo>
                  <a:pt x="269772" y="30348"/>
                  <a:pt x="269795" y="32279"/>
                  <a:pt x="269795" y="33935"/>
                </a:cubicBezTo>
                <a:lnTo>
                  <a:pt x="269795" y="56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AA090-E42B-4632-B6C2-70BC914C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088" y="2306755"/>
            <a:ext cx="287902" cy="162580"/>
          </a:xfrm>
          <a:custGeom xmlns:a="http://schemas.openxmlformats.org/drawingml/2006/main">
            <a:pathLst>
              <a:path w="287902" h="162580">
                <a:moveTo>
                  <a:pt x="0" y="162580"/>
                </a:moveTo>
                <a:lnTo>
                  <a:pt x="0" y="0"/>
                </a:lnTo>
                <a:lnTo>
                  <a:pt x="287902" y="0"/>
                </a:lnTo>
                <a:lnTo>
                  <a:pt x="287902" y="162580"/>
                </a:lnTo>
                <a:lnTo>
                  <a:pt x="0" y="16258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Text EDU">
            <a:extLst xmlns:a="http://schemas.openxmlformats.org/drawingml/2006/main">
              <a:ext uri="{FF2B5EF4-FFF2-40B4-BE49-F238E27FC236}">
                <a16:creationId xmlns:a16="http://schemas.microsoft.com/office/drawing/2014/main" id="{4E58C827-4240-4AC8-8CDC-5381EC7E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4" y="2335079"/>
            <a:ext cx="282763" cy="95044"/>
          </a:xfrm>
          <a:custGeom xmlns:a="http://schemas.openxmlformats.org/drawingml/2006/main">
            <a:pathLst>
              <a:path w="282763" h="95044">
                <a:moveTo>
                  <a:pt x="68283" y="551"/>
                </a:moveTo>
                <a:cubicBezTo>
                  <a:pt x="69020" y="551"/>
                  <a:pt x="69732" y="643"/>
                  <a:pt x="70421" y="827"/>
                </a:cubicBezTo>
                <a:cubicBezTo>
                  <a:pt x="71112" y="1011"/>
                  <a:pt x="71365" y="1746"/>
                  <a:pt x="71181" y="3033"/>
                </a:cubicBezTo>
                <a:cubicBezTo>
                  <a:pt x="70996" y="4045"/>
                  <a:pt x="70903" y="5195"/>
                  <a:pt x="70903" y="6483"/>
                </a:cubicBezTo>
                <a:cubicBezTo>
                  <a:pt x="70903" y="7770"/>
                  <a:pt x="70903" y="9057"/>
                  <a:pt x="70903" y="10346"/>
                </a:cubicBezTo>
                <a:cubicBezTo>
                  <a:pt x="70903" y="14484"/>
                  <a:pt x="71042" y="18346"/>
                  <a:pt x="71318" y="21933"/>
                </a:cubicBezTo>
                <a:cubicBezTo>
                  <a:pt x="71318" y="22301"/>
                  <a:pt x="71111" y="22600"/>
                  <a:pt x="70697" y="22830"/>
                </a:cubicBezTo>
                <a:cubicBezTo>
                  <a:pt x="70283" y="23060"/>
                  <a:pt x="69800" y="23198"/>
                  <a:pt x="69249" y="23244"/>
                </a:cubicBezTo>
                <a:cubicBezTo>
                  <a:pt x="68697" y="23289"/>
                  <a:pt x="68168" y="23220"/>
                  <a:pt x="67662" y="23036"/>
                </a:cubicBezTo>
                <a:cubicBezTo>
                  <a:pt x="67157" y="22852"/>
                  <a:pt x="66858" y="22484"/>
                  <a:pt x="66765" y="21933"/>
                </a:cubicBezTo>
                <a:cubicBezTo>
                  <a:pt x="66122" y="18346"/>
                  <a:pt x="65479" y="15541"/>
                  <a:pt x="64835" y="13518"/>
                </a:cubicBezTo>
                <a:cubicBezTo>
                  <a:pt x="64191" y="11494"/>
                  <a:pt x="63294" y="9954"/>
                  <a:pt x="62145" y="8897"/>
                </a:cubicBezTo>
                <a:cubicBezTo>
                  <a:pt x="60996" y="7839"/>
                  <a:pt x="59432" y="7173"/>
                  <a:pt x="57455" y="6898"/>
                </a:cubicBezTo>
                <a:cubicBezTo>
                  <a:pt x="55478" y="6621"/>
                  <a:pt x="52880" y="6437"/>
                  <a:pt x="49661" y="6344"/>
                </a:cubicBezTo>
                <a:lnTo>
                  <a:pt x="41384" y="6344"/>
                </a:lnTo>
                <a:cubicBezTo>
                  <a:pt x="38993" y="6344"/>
                  <a:pt x="37085" y="6390"/>
                  <a:pt x="35659" y="6483"/>
                </a:cubicBezTo>
                <a:cubicBezTo>
                  <a:pt x="34233" y="6574"/>
                  <a:pt x="33107" y="6919"/>
                  <a:pt x="32279" y="7517"/>
                </a:cubicBezTo>
                <a:cubicBezTo>
                  <a:pt x="31452" y="8114"/>
                  <a:pt x="30901" y="9057"/>
                  <a:pt x="30624" y="10346"/>
                </a:cubicBezTo>
                <a:cubicBezTo>
                  <a:pt x="30348" y="11632"/>
                  <a:pt x="30209" y="13426"/>
                  <a:pt x="30209" y="15726"/>
                </a:cubicBezTo>
                <a:lnTo>
                  <a:pt x="30209" y="39867"/>
                </a:lnTo>
                <a:cubicBezTo>
                  <a:pt x="30209" y="41154"/>
                  <a:pt x="30440" y="41958"/>
                  <a:pt x="30900" y="42281"/>
                </a:cubicBezTo>
                <a:cubicBezTo>
                  <a:pt x="31360" y="42602"/>
                  <a:pt x="31820" y="42763"/>
                  <a:pt x="32279" y="42763"/>
                </a:cubicBezTo>
                <a:cubicBezTo>
                  <a:pt x="36509" y="42763"/>
                  <a:pt x="39843" y="42579"/>
                  <a:pt x="42279" y="42212"/>
                </a:cubicBezTo>
                <a:cubicBezTo>
                  <a:pt x="44716" y="41844"/>
                  <a:pt x="46556" y="41177"/>
                  <a:pt x="47798" y="40212"/>
                </a:cubicBezTo>
                <a:cubicBezTo>
                  <a:pt x="49040" y="39245"/>
                  <a:pt x="49868" y="37980"/>
                  <a:pt x="50282" y="36417"/>
                </a:cubicBezTo>
                <a:cubicBezTo>
                  <a:pt x="50696" y="34854"/>
                  <a:pt x="51040" y="32831"/>
                  <a:pt x="51315" y="30348"/>
                </a:cubicBezTo>
                <a:cubicBezTo>
                  <a:pt x="51408" y="29796"/>
                  <a:pt x="51684" y="29382"/>
                  <a:pt x="52142" y="29107"/>
                </a:cubicBezTo>
                <a:cubicBezTo>
                  <a:pt x="52603" y="28830"/>
                  <a:pt x="53109" y="28692"/>
                  <a:pt x="53660" y="28692"/>
                </a:cubicBezTo>
                <a:cubicBezTo>
                  <a:pt x="54213" y="28692"/>
                  <a:pt x="54719" y="28830"/>
                  <a:pt x="55178" y="29107"/>
                </a:cubicBezTo>
                <a:cubicBezTo>
                  <a:pt x="55638" y="29382"/>
                  <a:pt x="55868" y="29796"/>
                  <a:pt x="55868" y="30348"/>
                </a:cubicBezTo>
                <a:cubicBezTo>
                  <a:pt x="55868" y="31819"/>
                  <a:pt x="55822" y="33130"/>
                  <a:pt x="55729" y="34280"/>
                </a:cubicBezTo>
                <a:cubicBezTo>
                  <a:pt x="55638" y="35430"/>
                  <a:pt x="55546" y="36579"/>
                  <a:pt x="55453" y="37728"/>
                </a:cubicBezTo>
                <a:cubicBezTo>
                  <a:pt x="55362" y="38877"/>
                  <a:pt x="55270" y="40073"/>
                  <a:pt x="55178" y="41315"/>
                </a:cubicBezTo>
                <a:cubicBezTo>
                  <a:pt x="55087" y="42555"/>
                  <a:pt x="55041" y="44004"/>
                  <a:pt x="55041" y="45659"/>
                </a:cubicBezTo>
                <a:cubicBezTo>
                  <a:pt x="55041" y="48418"/>
                  <a:pt x="55178" y="50924"/>
                  <a:pt x="55453" y="53178"/>
                </a:cubicBezTo>
                <a:cubicBezTo>
                  <a:pt x="55730" y="55430"/>
                  <a:pt x="55868" y="58166"/>
                  <a:pt x="55868" y="61385"/>
                </a:cubicBezTo>
                <a:cubicBezTo>
                  <a:pt x="55868" y="61845"/>
                  <a:pt x="55638" y="62191"/>
                  <a:pt x="55178" y="62421"/>
                </a:cubicBezTo>
                <a:cubicBezTo>
                  <a:pt x="54719" y="62651"/>
                  <a:pt x="54213" y="62743"/>
                  <a:pt x="53660" y="62696"/>
                </a:cubicBezTo>
                <a:cubicBezTo>
                  <a:pt x="53109" y="62650"/>
                  <a:pt x="52603" y="62512"/>
                  <a:pt x="52142" y="62282"/>
                </a:cubicBezTo>
                <a:cubicBezTo>
                  <a:pt x="51684" y="62052"/>
                  <a:pt x="51408" y="61661"/>
                  <a:pt x="51315" y="61109"/>
                </a:cubicBezTo>
                <a:cubicBezTo>
                  <a:pt x="51040" y="58443"/>
                  <a:pt x="50696" y="56282"/>
                  <a:pt x="50282" y="54626"/>
                </a:cubicBezTo>
                <a:cubicBezTo>
                  <a:pt x="49868" y="52970"/>
                  <a:pt x="49040" y="51706"/>
                  <a:pt x="47798" y="50833"/>
                </a:cubicBezTo>
                <a:cubicBezTo>
                  <a:pt x="46556" y="49959"/>
                  <a:pt x="44716" y="49361"/>
                  <a:pt x="42279" y="49040"/>
                </a:cubicBezTo>
                <a:cubicBezTo>
                  <a:pt x="39843" y="48717"/>
                  <a:pt x="36509" y="48556"/>
                  <a:pt x="32279" y="48556"/>
                </a:cubicBezTo>
                <a:cubicBezTo>
                  <a:pt x="31820" y="48556"/>
                  <a:pt x="31360" y="48717"/>
                  <a:pt x="30900" y="49040"/>
                </a:cubicBezTo>
                <a:cubicBezTo>
                  <a:pt x="30440" y="49361"/>
                  <a:pt x="30209" y="50028"/>
                  <a:pt x="30209" y="51040"/>
                </a:cubicBezTo>
                <a:lnTo>
                  <a:pt x="30209" y="69110"/>
                </a:lnTo>
                <a:cubicBezTo>
                  <a:pt x="30209" y="72053"/>
                  <a:pt x="30416" y="74559"/>
                  <a:pt x="30830" y="76629"/>
                </a:cubicBezTo>
                <a:cubicBezTo>
                  <a:pt x="31244" y="78697"/>
                  <a:pt x="31865" y="80399"/>
                  <a:pt x="32693" y="81733"/>
                </a:cubicBezTo>
                <a:cubicBezTo>
                  <a:pt x="33521" y="83066"/>
                  <a:pt x="34533" y="84124"/>
                  <a:pt x="35729" y="84905"/>
                </a:cubicBezTo>
                <a:cubicBezTo>
                  <a:pt x="36924" y="85687"/>
                  <a:pt x="38349" y="86261"/>
                  <a:pt x="40004" y="86629"/>
                </a:cubicBezTo>
                <a:cubicBezTo>
                  <a:pt x="41292" y="86906"/>
                  <a:pt x="42741" y="87113"/>
                  <a:pt x="44350" y="87250"/>
                </a:cubicBezTo>
                <a:cubicBezTo>
                  <a:pt x="45960" y="87388"/>
                  <a:pt x="47638" y="87456"/>
                  <a:pt x="49385" y="87456"/>
                </a:cubicBezTo>
                <a:cubicBezTo>
                  <a:pt x="51592" y="87456"/>
                  <a:pt x="53662" y="87364"/>
                  <a:pt x="55592" y="87181"/>
                </a:cubicBezTo>
                <a:cubicBezTo>
                  <a:pt x="57523" y="86997"/>
                  <a:pt x="58995" y="86721"/>
                  <a:pt x="60006" y="86353"/>
                </a:cubicBezTo>
                <a:cubicBezTo>
                  <a:pt x="61846" y="85709"/>
                  <a:pt x="63432" y="85020"/>
                  <a:pt x="64766" y="84284"/>
                </a:cubicBezTo>
                <a:cubicBezTo>
                  <a:pt x="66099" y="83549"/>
                  <a:pt x="67225" y="82583"/>
                  <a:pt x="68144" y="81388"/>
                </a:cubicBezTo>
                <a:cubicBezTo>
                  <a:pt x="69064" y="80192"/>
                  <a:pt x="69824" y="78698"/>
                  <a:pt x="70421" y="76904"/>
                </a:cubicBezTo>
                <a:cubicBezTo>
                  <a:pt x="71019" y="75111"/>
                  <a:pt x="71502" y="72835"/>
                  <a:pt x="71870" y="70076"/>
                </a:cubicBezTo>
                <a:cubicBezTo>
                  <a:pt x="71962" y="69525"/>
                  <a:pt x="72284" y="69157"/>
                  <a:pt x="72836" y="68973"/>
                </a:cubicBezTo>
                <a:cubicBezTo>
                  <a:pt x="73387" y="68789"/>
                  <a:pt x="73985" y="68697"/>
                  <a:pt x="74629" y="68697"/>
                </a:cubicBezTo>
                <a:cubicBezTo>
                  <a:pt x="75273" y="68697"/>
                  <a:pt x="75848" y="68836"/>
                  <a:pt x="76353" y="69112"/>
                </a:cubicBezTo>
                <a:cubicBezTo>
                  <a:pt x="76860" y="69387"/>
                  <a:pt x="77067" y="69754"/>
                  <a:pt x="76974" y="70213"/>
                </a:cubicBezTo>
                <a:cubicBezTo>
                  <a:pt x="76514" y="74076"/>
                  <a:pt x="76100" y="77686"/>
                  <a:pt x="75732" y="81043"/>
                </a:cubicBezTo>
                <a:cubicBezTo>
                  <a:pt x="75364" y="84399"/>
                  <a:pt x="75227" y="87825"/>
                  <a:pt x="75319" y="91319"/>
                </a:cubicBezTo>
                <a:cubicBezTo>
                  <a:pt x="75319" y="91595"/>
                  <a:pt x="75135" y="91987"/>
                  <a:pt x="74766" y="92493"/>
                </a:cubicBezTo>
                <a:cubicBezTo>
                  <a:pt x="74398" y="92999"/>
                  <a:pt x="73525" y="93251"/>
                  <a:pt x="72145" y="93251"/>
                </a:cubicBezTo>
                <a:lnTo>
                  <a:pt x="22072" y="93251"/>
                </a:lnTo>
                <a:cubicBezTo>
                  <a:pt x="18576" y="93251"/>
                  <a:pt x="15150" y="93343"/>
                  <a:pt x="11794" y="93527"/>
                </a:cubicBezTo>
                <a:cubicBezTo>
                  <a:pt x="8437" y="93711"/>
                  <a:pt x="5426" y="93894"/>
                  <a:pt x="2760" y="94078"/>
                </a:cubicBezTo>
                <a:cubicBezTo>
                  <a:pt x="2023" y="94078"/>
                  <a:pt x="1471" y="93871"/>
                  <a:pt x="1103" y="93457"/>
                </a:cubicBezTo>
                <a:cubicBezTo>
                  <a:pt x="735" y="93043"/>
                  <a:pt x="505" y="92538"/>
                  <a:pt x="413" y="91940"/>
                </a:cubicBezTo>
                <a:cubicBezTo>
                  <a:pt x="321" y="91342"/>
                  <a:pt x="460" y="90790"/>
                  <a:pt x="827" y="90285"/>
                </a:cubicBezTo>
                <a:cubicBezTo>
                  <a:pt x="1195" y="89780"/>
                  <a:pt x="1793" y="89481"/>
                  <a:pt x="2621" y="89389"/>
                </a:cubicBezTo>
                <a:cubicBezTo>
                  <a:pt x="4828" y="89112"/>
                  <a:pt x="6713" y="88721"/>
                  <a:pt x="8276" y="88216"/>
                </a:cubicBezTo>
                <a:cubicBezTo>
                  <a:pt x="9840" y="87710"/>
                  <a:pt x="11127" y="86974"/>
                  <a:pt x="12139" y="86008"/>
                </a:cubicBezTo>
                <a:cubicBezTo>
                  <a:pt x="13151" y="85043"/>
                  <a:pt x="13909" y="83825"/>
                  <a:pt x="14414" y="82354"/>
                </a:cubicBezTo>
                <a:cubicBezTo>
                  <a:pt x="14921" y="80882"/>
                  <a:pt x="15174" y="78997"/>
                  <a:pt x="15174" y="76698"/>
                </a:cubicBezTo>
                <a:lnTo>
                  <a:pt x="15174" y="23587"/>
                </a:lnTo>
                <a:cubicBezTo>
                  <a:pt x="15174" y="21565"/>
                  <a:pt x="15105" y="19589"/>
                  <a:pt x="14966" y="17658"/>
                </a:cubicBezTo>
                <a:cubicBezTo>
                  <a:pt x="14828" y="15726"/>
                  <a:pt x="14529" y="13932"/>
                  <a:pt x="14069" y="12278"/>
                </a:cubicBezTo>
                <a:cubicBezTo>
                  <a:pt x="13610" y="10622"/>
                  <a:pt x="12898" y="9196"/>
                  <a:pt x="11933" y="8001"/>
                </a:cubicBezTo>
                <a:cubicBezTo>
                  <a:pt x="10967" y="6805"/>
                  <a:pt x="9657" y="5977"/>
                  <a:pt x="8001" y="5517"/>
                </a:cubicBezTo>
                <a:cubicBezTo>
                  <a:pt x="6989" y="5240"/>
                  <a:pt x="5931" y="5010"/>
                  <a:pt x="4827" y="4827"/>
                </a:cubicBezTo>
                <a:cubicBezTo>
                  <a:pt x="3724" y="4643"/>
                  <a:pt x="2666" y="4505"/>
                  <a:pt x="1654" y="4414"/>
                </a:cubicBezTo>
                <a:cubicBezTo>
                  <a:pt x="1103" y="4414"/>
                  <a:pt x="689" y="4184"/>
                  <a:pt x="413" y="3724"/>
                </a:cubicBezTo>
                <a:cubicBezTo>
                  <a:pt x="138" y="3263"/>
                  <a:pt x="0" y="2757"/>
                  <a:pt x="0" y="2206"/>
                </a:cubicBezTo>
                <a:cubicBezTo>
                  <a:pt x="0" y="1654"/>
                  <a:pt x="138" y="1149"/>
                  <a:pt x="413" y="690"/>
                </a:cubicBezTo>
                <a:cubicBezTo>
                  <a:pt x="689" y="230"/>
                  <a:pt x="1103" y="0"/>
                  <a:pt x="1654" y="0"/>
                </a:cubicBezTo>
                <a:cubicBezTo>
                  <a:pt x="4782" y="0"/>
                  <a:pt x="7587" y="92"/>
                  <a:pt x="10070" y="276"/>
                </a:cubicBezTo>
                <a:cubicBezTo>
                  <a:pt x="12554" y="460"/>
                  <a:pt x="15451" y="551"/>
                  <a:pt x="18761" y="551"/>
                </a:cubicBezTo>
                <a:lnTo>
                  <a:pt x="68283" y="551"/>
                </a:lnTo>
                <a:close/>
                <a:moveTo>
                  <a:pt x="97032" y="23726"/>
                </a:moveTo>
                <a:cubicBezTo>
                  <a:pt x="97032" y="21703"/>
                  <a:pt x="96962" y="19726"/>
                  <a:pt x="96824" y="17795"/>
                </a:cubicBezTo>
                <a:cubicBezTo>
                  <a:pt x="96686" y="15864"/>
                  <a:pt x="96387" y="14071"/>
                  <a:pt x="95927" y="12415"/>
                </a:cubicBezTo>
                <a:cubicBezTo>
                  <a:pt x="95468" y="10759"/>
                  <a:pt x="94756" y="9333"/>
                  <a:pt x="93790" y="8138"/>
                </a:cubicBezTo>
                <a:cubicBezTo>
                  <a:pt x="92825" y="6942"/>
                  <a:pt x="91514" y="6115"/>
                  <a:pt x="89858" y="5656"/>
                </a:cubicBezTo>
                <a:cubicBezTo>
                  <a:pt x="88847" y="5379"/>
                  <a:pt x="87789" y="5149"/>
                  <a:pt x="86684" y="4965"/>
                </a:cubicBezTo>
                <a:cubicBezTo>
                  <a:pt x="85581" y="4782"/>
                  <a:pt x="84524" y="4643"/>
                  <a:pt x="83512" y="4551"/>
                </a:cubicBezTo>
                <a:cubicBezTo>
                  <a:pt x="82961" y="4551"/>
                  <a:pt x="82547" y="4321"/>
                  <a:pt x="82270" y="3862"/>
                </a:cubicBezTo>
                <a:cubicBezTo>
                  <a:pt x="81995" y="3402"/>
                  <a:pt x="81858" y="2896"/>
                  <a:pt x="81858" y="2345"/>
                </a:cubicBezTo>
                <a:cubicBezTo>
                  <a:pt x="81858" y="1793"/>
                  <a:pt x="81995" y="1287"/>
                  <a:pt x="82270" y="827"/>
                </a:cubicBezTo>
                <a:cubicBezTo>
                  <a:pt x="82547" y="367"/>
                  <a:pt x="82961" y="137"/>
                  <a:pt x="83512" y="137"/>
                </a:cubicBezTo>
                <a:cubicBezTo>
                  <a:pt x="86640" y="137"/>
                  <a:pt x="89445" y="229"/>
                  <a:pt x="91928" y="413"/>
                </a:cubicBezTo>
                <a:cubicBezTo>
                  <a:pt x="94411" y="596"/>
                  <a:pt x="97308" y="688"/>
                  <a:pt x="100619" y="688"/>
                </a:cubicBezTo>
                <a:cubicBezTo>
                  <a:pt x="104389" y="688"/>
                  <a:pt x="108114" y="620"/>
                  <a:pt x="111791" y="482"/>
                </a:cubicBezTo>
                <a:cubicBezTo>
                  <a:pt x="115471" y="345"/>
                  <a:pt x="119196" y="229"/>
                  <a:pt x="122966" y="137"/>
                </a:cubicBezTo>
                <a:cubicBezTo>
                  <a:pt x="130507" y="137"/>
                  <a:pt x="137473" y="1332"/>
                  <a:pt x="143864" y="3724"/>
                </a:cubicBezTo>
                <a:cubicBezTo>
                  <a:pt x="150256" y="6115"/>
                  <a:pt x="155751" y="9449"/>
                  <a:pt x="160349" y="13726"/>
                </a:cubicBezTo>
                <a:cubicBezTo>
                  <a:pt x="164948" y="18002"/>
                  <a:pt x="168557" y="23105"/>
                  <a:pt x="171177" y="29037"/>
                </a:cubicBezTo>
                <a:cubicBezTo>
                  <a:pt x="173798" y="34969"/>
                  <a:pt x="175109" y="41429"/>
                  <a:pt x="175109" y="48419"/>
                </a:cubicBezTo>
                <a:cubicBezTo>
                  <a:pt x="175109" y="56144"/>
                  <a:pt x="173867" y="62857"/>
                  <a:pt x="171383" y="68559"/>
                </a:cubicBezTo>
                <a:cubicBezTo>
                  <a:pt x="168901" y="74260"/>
                  <a:pt x="165499" y="79019"/>
                  <a:pt x="161177" y="82836"/>
                </a:cubicBezTo>
                <a:cubicBezTo>
                  <a:pt x="156854" y="86653"/>
                  <a:pt x="151728" y="89481"/>
                  <a:pt x="145796" y="91321"/>
                </a:cubicBezTo>
                <a:cubicBezTo>
                  <a:pt x="139864" y="93159"/>
                  <a:pt x="133450" y="94078"/>
                  <a:pt x="126553" y="94078"/>
                </a:cubicBezTo>
                <a:cubicBezTo>
                  <a:pt x="122413" y="94078"/>
                  <a:pt x="118390" y="93894"/>
                  <a:pt x="114482" y="93527"/>
                </a:cubicBezTo>
                <a:cubicBezTo>
                  <a:pt x="110573" y="93159"/>
                  <a:pt x="107056" y="92975"/>
                  <a:pt x="103930" y="92975"/>
                </a:cubicBezTo>
                <a:cubicBezTo>
                  <a:pt x="101997" y="92975"/>
                  <a:pt x="100250" y="92999"/>
                  <a:pt x="98686" y="93045"/>
                </a:cubicBezTo>
                <a:cubicBezTo>
                  <a:pt x="97123" y="93090"/>
                  <a:pt x="95606" y="93158"/>
                  <a:pt x="94133" y="93251"/>
                </a:cubicBezTo>
                <a:cubicBezTo>
                  <a:pt x="92663" y="93344"/>
                  <a:pt x="91168" y="93482"/>
                  <a:pt x="89650" y="93666"/>
                </a:cubicBezTo>
                <a:cubicBezTo>
                  <a:pt x="88133" y="93850"/>
                  <a:pt x="86456" y="94033"/>
                  <a:pt x="84617" y="94217"/>
                </a:cubicBezTo>
                <a:cubicBezTo>
                  <a:pt x="84064" y="94308"/>
                  <a:pt x="83627" y="94124"/>
                  <a:pt x="83306" y="93664"/>
                </a:cubicBezTo>
                <a:cubicBezTo>
                  <a:pt x="82985" y="93205"/>
                  <a:pt x="82778" y="92700"/>
                  <a:pt x="82685" y="92148"/>
                </a:cubicBezTo>
                <a:cubicBezTo>
                  <a:pt x="82594" y="91595"/>
                  <a:pt x="82709" y="91043"/>
                  <a:pt x="83030" y="90492"/>
                </a:cubicBezTo>
                <a:cubicBezTo>
                  <a:pt x="83352" y="89940"/>
                  <a:pt x="83881" y="89619"/>
                  <a:pt x="84617" y="89528"/>
                </a:cubicBezTo>
                <a:cubicBezTo>
                  <a:pt x="86825" y="89251"/>
                  <a:pt x="88710" y="88860"/>
                  <a:pt x="90273" y="88355"/>
                </a:cubicBezTo>
                <a:cubicBezTo>
                  <a:pt x="91836" y="87849"/>
                  <a:pt x="93124" y="87136"/>
                  <a:pt x="94136" y="86217"/>
                </a:cubicBezTo>
                <a:cubicBezTo>
                  <a:pt x="95147" y="85296"/>
                  <a:pt x="95883" y="84100"/>
                  <a:pt x="96342" y="82630"/>
                </a:cubicBezTo>
                <a:cubicBezTo>
                  <a:pt x="96802" y="81158"/>
                  <a:pt x="97032" y="79226"/>
                  <a:pt x="97032" y="76835"/>
                </a:cubicBezTo>
                <a:lnTo>
                  <a:pt x="97032" y="23726"/>
                </a:lnTo>
                <a:moveTo>
                  <a:pt x="112067" y="67317"/>
                </a:moveTo>
                <a:cubicBezTo>
                  <a:pt x="112067" y="71915"/>
                  <a:pt x="112274" y="75571"/>
                  <a:pt x="112688" y="78285"/>
                </a:cubicBezTo>
                <a:cubicBezTo>
                  <a:pt x="113102" y="80998"/>
                  <a:pt x="113907" y="83044"/>
                  <a:pt x="115102" y="84423"/>
                </a:cubicBezTo>
                <a:cubicBezTo>
                  <a:pt x="116298" y="85803"/>
                  <a:pt x="118022" y="86699"/>
                  <a:pt x="120274" y="87113"/>
                </a:cubicBezTo>
                <a:cubicBezTo>
                  <a:pt x="122528" y="87527"/>
                  <a:pt x="125540" y="87734"/>
                  <a:pt x="129311" y="87734"/>
                </a:cubicBezTo>
                <a:cubicBezTo>
                  <a:pt x="133449" y="87734"/>
                  <a:pt x="137242" y="86861"/>
                  <a:pt x="140692" y="85114"/>
                </a:cubicBezTo>
                <a:cubicBezTo>
                  <a:pt x="144141" y="83365"/>
                  <a:pt x="147107" y="80813"/>
                  <a:pt x="149589" y="77456"/>
                </a:cubicBezTo>
                <a:cubicBezTo>
                  <a:pt x="152073" y="74099"/>
                  <a:pt x="154004" y="69984"/>
                  <a:pt x="155384" y="65111"/>
                </a:cubicBezTo>
                <a:cubicBezTo>
                  <a:pt x="156763" y="60236"/>
                  <a:pt x="157453" y="54626"/>
                  <a:pt x="157453" y="48280"/>
                </a:cubicBezTo>
                <a:cubicBezTo>
                  <a:pt x="157453" y="41567"/>
                  <a:pt x="156763" y="35613"/>
                  <a:pt x="155384" y="30418"/>
                </a:cubicBezTo>
                <a:cubicBezTo>
                  <a:pt x="154004" y="25222"/>
                  <a:pt x="151751" y="20853"/>
                  <a:pt x="148623" y="17313"/>
                </a:cubicBezTo>
                <a:cubicBezTo>
                  <a:pt x="145496" y="13771"/>
                  <a:pt x="141335" y="11103"/>
                  <a:pt x="136139" y="9310"/>
                </a:cubicBezTo>
                <a:cubicBezTo>
                  <a:pt x="130944" y="7517"/>
                  <a:pt x="124576" y="6620"/>
                  <a:pt x="117035" y="6620"/>
                </a:cubicBezTo>
                <a:cubicBezTo>
                  <a:pt x="115195" y="6620"/>
                  <a:pt x="113907" y="6942"/>
                  <a:pt x="113170" y="7586"/>
                </a:cubicBezTo>
                <a:cubicBezTo>
                  <a:pt x="112435" y="8230"/>
                  <a:pt x="112067" y="9472"/>
                  <a:pt x="112067" y="11312"/>
                </a:cubicBezTo>
                <a:lnTo>
                  <a:pt x="112067" y="67317"/>
                </a:lnTo>
                <a:close/>
                <a:moveTo>
                  <a:pt x="269795" y="56832"/>
                </a:moveTo>
                <a:cubicBezTo>
                  <a:pt x="269795" y="62810"/>
                  <a:pt x="269129" y="68168"/>
                  <a:pt x="267795" y="72905"/>
                </a:cubicBezTo>
                <a:cubicBezTo>
                  <a:pt x="266462" y="77641"/>
                  <a:pt x="264347" y="81642"/>
                  <a:pt x="261449" y="84907"/>
                </a:cubicBezTo>
                <a:cubicBezTo>
                  <a:pt x="258553" y="88171"/>
                  <a:pt x="254759" y="90677"/>
                  <a:pt x="250068" y="92424"/>
                </a:cubicBezTo>
                <a:cubicBezTo>
                  <a:pt x="245378" y="94171"/>
                  <a:pt x="239677" y="95044"/>
                  <a:pt x="232964" y="95044"/>
                </a:cubicBezTo>
                <a:cubicBezTo>
                  <a:pt x="226527" y="95044"/>
                  <a:pt x="220940" y="94401"/>
                  <a:pt x="216202" y="93114"/>
                </a:cubicBezTo>
                <a:cubicBezTo>
                  <a:pt x="211466" y="91826"/>
                  <a:pt x="207558" y="89779"/>
                  <a:pt x="204476" y="86974"/>
                </a:cubicBezTo>
                <a:cubicBezTo>
                  <a:pt x="201396" y="84169"/>
                  <a:pt x="199120" y="80537"/>
                  <a:pt x="197648" y="76077"/>
                </a:cubicBezTo>
                <a:cubicBezTo>
                  <a:pt x="196177" y="71616"/>
                  <a:pt x="195442" y="66213"/>
                  <a:pt x="195442" y="59867"/>
                </a:cubicBezTo>
                <a:lnTo>
                  <a:pt x="195442" y="21243"/>
                </a:lnTo>
                <a:cubicBezTo>
                  <a:pt x="195442" y="18393"/>
                  <a:pt x="195281" y="15956"/>
                  <a:pt x="194960" y="13932"/>
                </a:cubicBezTo>
                <a:cubicBezTo>
                  <a:pt x="194638" y="11909"/>
                  <a:pt x="194017" y="10254"/>
                  <a:pt x="193097" y="8967"/>
                </a:cubicBezTo>
                <a:cubicBezTo>
                  <a:pt x="192178" y="7679"/>
                  <a:pt x="190867" y="6690"/>
                  <a:pt x="189165" y="6001"/>
                </a:cubicBezTo>
                <a:cubicBezTo>
                  <a:pt x="187464" y="5311"/>
                  <a:pt x="185188" y="4874"/>
                  <a:pt x="182337" y="4690"/>
                </a:cubicBezTo>
                <a:cubicBezTo>
                  <a:pt x="181785" y="4690"/>
                  <a:pt x="181371" y="4437"/>
                  <a:pt x="181095" y="3932"/>
                </a:cubicBezTo>
                <a:cubicBezTo>
                  <a:pt x="180820" y="3425"/>
                  <a:pt x="180682" y="2896"/>
                  <a:pt x="180682" y="2345"/>
                </a:cubicBezTo>
                <a:cubicBezTo>
                  <a:pt x="180682" y="1793"/>
                  <a:pt x="180820" y="1287"/>
                  <a:pt x="181095" y="827"/>
                </a:cubicBezTo>
                <a:cubicBezTo>
                  <a:pt x="181371" y="367"/>
                  <a:pt x="181785" y="137"/>
                  <a:pt x="182337" y="137"/>
                </a:cubicBezTo>
                <a:cubicBezTo>
                  <a:pt x="185281" y="137"/>
                  <a:pt x="188637" y="298"/>
                  <a:pt x="192406" y="621"/>
                </a:cubicBezTo>
                <a:cubicBezTo>
                  <a:pt x="196177" y="942"/>
                  <a:pt x="199718" y="1103"/>
                  <a:pt x="203030" y="1103"/>
                </a:cubicBezTo>
                <a:cubicBezTo>
                  <a:pt x="204961" y="1103"/>
                  <a:pt x="206777" y="1057"/>
                  <a:pt x="208477" y="966"/>
                </a:cubicBezTo>
                <a:cubicBezTo>
                  <a:pt x="210180" y="874"/>
                  <a:pt x="211835" y="758"/>
                  <a:pt x="213445" y="621"/>
                </a:cubicBezTo>
                <a:cubicBezTo>
                  <a:pt x="215054" y="482"/>
                  <a:pt x="216686" y="367"/>
                  <a:pt x="218341" y="276"/>
                </a:cubicBezTo>
                <a:cubicBezTo>
                  <a:pt x="219997" y="183"/>
                  <a:pt x="221790" y="137"/>
                  <a:pt x="223721" y="137"/>
                </a:cubicBezTo>
                <a:cubicBezTo>
                  <a:pt x="224273" y="137"/>
                  <a:pt x="224663" y="367"/>
                  <a:pt x="224893" y="827"/>
                </a:cubicBezTo>
                <a:cubicBezTo>
                  <a:pt x="225124" y="1287"/>
                  <a:pt x="225216" y="1793"/>
                  <a:pt x="225169" y="2345"/>
                </a:cubicBezTo>
                <a:cubicBezTo>
                  <a:pt x="225124" y="2896"/>
                  <a:pt x="224964" y="3425"/>
                  <a:pt x="224687" y="3932"/>
                </a:cubicBezTo>
                <a:cubicBezTo>
                  <a:pt x="224411" y="4437"/>
                  <a:pt x="224043" y="4690"/>
                  <a:pt x="223584" y="4690"/>
                </a:cubicBezTo>
                <a:cubicBezTo>
                  <a:pt x="220733" y="4874"/>
                  <a:pt x="218434" y="5264"/>
                  <a:pt x="216686" y="5862"/>
                </a:cubicBezTo>
                <a:cubicBezTo>
                  <a:pt x="214939" y="6460"/>
                  <a:pt x="213606" y="7380"/>
                  <a:pt x="212685" y="8622"/>
                </a:cubicBezTo>
                <a:cubicBezTo>
                  <a:pt x="211766" y="9862"/>
                  <a:pt x="211168" y="11494"/>
                  <a:pt x="210892" y="13518"/>
                </a:cubicBezTo>
                <a:cubicBezTo>
                  <a:pt x="210617" y="15541"/>
                  <a:pt x="210479" y="18116"/>
                  <a:pt x="210479" y="21243"/>
                </a:cubicBezTo>
                <a:lnTo>
                  <a:pt x="210479" y="58903"/>
                </a:lnTo>
                <a:cubicBezTo>
                  <a:pt x="210479" y="62765"/>
                  <a:pt x="210985" y="66444"/>
                  <a:pt x="211997" y="69939"/>
                </a:cubicBezTo>
                <a:cubicBezTo>
                  <a:pt x="213009" y="73434"/>
                  <a:pt x="214549" y="76491"/>
                  <a:pt x="216617" y="79113"/>
                </a:cubicBezTo>
                <a:cubicBezTo>
                  <a:pt x="218687" y="81732"/>
                  <a:pt x="221285" y="83825"/>
                  <a:pt x="224411" y="85389"/>
                </a:cubicBezTo>
                <a:cubicBezTo>
                  <a:pt x="227538" y="86953"/>
                  <a:pt x="231217" y="87734"/>
                  <a:pt x="235447" y="87734"/>
                </a:cubicBezTo>
                <a:cubicBezTo>
                  <a:pt x="244368" y="87734"/>
                  <a:pt x="251173" y="85274"/>
                  <a:pt x="255863" y="80354"/>
                </a:cubicBezTo>
                <a:cubicBezTo>
                  <a:pt x="260552" y="75433"/>
                  <a:pt x="262897" y="67639"/>
                  <a:pt x="262897" y="56971"/>
                </a:cubicBezTo>
                <a:lnTo>
                  <a:pt x="262897" y="33657"/>
                </a:lnTo>
                <a:cubicBezTo>
                  <a:pt x="262897" y="32187"/>
                  <a:pt x="262897" y="30394"/>
                  <a:pt x="262897" y="28279"/>
                </a:cubicBezTo>
                <a:cubicBezTo>
                  <a:pt x="262897" y="26072"/>
                  <a:pt x="262851" y="23888"/>
                  <a:pt x="262758" y="21727"/>
                </a:cubicBezTo>
                <a:cubicBezTo>
                  <a:pt x="262667" y="19564"/>
                  <a:pt x="262530" y="17494"/>
                  <a:pt x="262346" y="15517"/>
                </a:cubicBezTo>
                <a:cubicBezTo>
                  <a:pt x="262162" y="13540"/>
                  <a:pt x="261886" y="12000"/>
                  <a:pt x="261519" y="10897"/>
                </a:cubicBezTo>
                <a:cubicBezTo>
                  <a:pt x="261058" y="9334"/>
                  <a:pt x="260575" y="8161"/>
                  <a:pt x="260068" y="7380"/>
                </a:cubicBezTo>
                <a:cubicBezTo>
                  <a:pt x="259563" y="6598"/>
                  <a:pt x="258943" y="6024"/>
                  <a:pt x="258208" y="5656"/>
                </a:cubicBezTo>
                <a:cubicBezTo>
                  <a:pt x="257472" y="5287"/>
                  <a:pt x="256553" y="5080"/>
                  <a:pt x="255448" y="5035"/>
                </a:cubicBezTo>
                <a:cubicBezTo>
                  <a:pt x="254345" y="4989"/>
                  <a:pt x="252966" y="4874"/>
                  <a:pt x="251310" y="4690"/>
                </a:cubicBezTo>
                <a:cubicBezTo>
                  <a:pt x="250851" y="4690"/>
                  <a:pt x="250507" y="4437"/>
                  <a:pt x="250276" y="3932"/>
                </a:cubicBezTo>
                <a:cubicBezTo>
                  <a:pt x="250046" y="3425"/>
                  <a:pt x="249931" y="2896"/>
                  <a:pt x="249931" y="2345"/>
                </a:cubicBezTo>
                <a:cubicBezTo>
                  <a:pt x="249931" y="1793"/>
                  <a:pt x="250023" y="1287"/>
                  <a:pt x="250207" y="827"/>
                </a:cubicBezTo>
                <a:cubicBezTo>
                  <a:pt x="250391" y="367"/>
                  <a:pt x="250758" y="137"/>
                  <a:pt x="251310" y="137"/>
                </a:cubicBezTo>
                <a:cubicBezTo>
                  <a:pt x="253517" y="137"/>
                  <a:pt x="255862" y="298"/>
                  <a:pt x="258344" y="621"/>
                </a:cubicBezTo>
                <a:cubicBezTo>
                  <a:pt x="260828" y="942"/>
                  <a:pt x="263358" y="1103"/>
                  <a:pt x="265933" y="1103"/>
                </a:cubicBezTo>
                <a:cubicBezTo>
                  <a:pt x="268324" y="1103"/>
                  <a:pt x="270715" y="942"/>
                  <a:pt x="273106" y="621"/>
                </a:cubicBezTo>
                <a:cubicBezTo>
                  <a:pt x="275497" y="298"/>
                  <a:pt x="278164" y="137"/>
                  <a:pt x="281107" y="137"/>
                </a:cubicBezTo>
                <a:cubicBezTo>
                  <a:pt x="281658" y="137"/>
                  <a:pt x="282072" y="367"/>
                  <a:pt x="282349" y="827"/>
                </a:cubicBezTo>
                <a:cubicBezTo>
                  <a:pt x="282625" y="1287"/>
                  <a:pt x="282763" y="1793"/>
                  <a:pt x="282763" y="2345"/>
                </a:cubicBezTo>
                <a:cubicBezTo>
                  <a:pt x="282763" y="2896"/>
                  <a:pt x="282625" y="3425"/>
                  <a:pt x="282349" y="3932"/>
                </a:cubicBezTo>
                <a:cubicBezTo>
                  <a:pt x="282072" y="4437"/>
                  <a:pt x="281658" y="4690"/>
                  <a:pt x="281107" y="4690"/>
                </a:cubicBezTo>
                <a:cubicBezTo>
                  <a:pt x="279451" y="4874"/>
                  <a:pt x="278140" y="4989"/>
                  <a:pt x="277175" y="5035"/>
                </a:cubicBezTo>
                <a:cubicBezTo>
                  <a:pt x="276209" y="5080"/>
                  <a:pt x="275405" y="5287"/>
                  <a:pt x="274761" y="5656"/>
                </a:cubicBezTo>
                <a:cubicBezTo>
                  <a:pt x="274118" y="6024"/>
                  <a:pt x="273543" y="6598"/>
                  <a:pt x="273037" y="7380"/>
                </a:cubicBezTo>
                <a:cubicBezTo>
                  <a:pt x="272531" y="8161"/>
                  <a:pt x="271957" y="9334"/>
                  <a:pt x="271313" y="10897"/>
                </a:cubicBezTo>
                <a:cubicBezTo>
                  <a:pt x="270852" y="12000"/>
                  <a:pt x="270507" y="13518"/>
                  <a:pt x="270277" y="15450"/>
                </a:cubicBezTo>
                <a:cubicBezTo>
                  <a:pt x="270048" y="17381"/>
                  <a:pt x="269888" y="19427"/>
                  <a:pt x="269795" y="21588"/>
                </a:cubicBezTo>
                <a:cubicBezTo>
                  <a:pt x="269704" y="23749"/>
                  <a:pt x="269681" y="25933"/>
                  <a:pt x="269726" y="28140"/>
                </a:cubicBezTo>
                <a:cubicBezTo>
                  <a:pt x="269772" y="30348"/>
                  <a:pt x="269795" y="32279"/>
                  <a:pt x="269795" y="33935"/>
                </a:cubicBezTo>
                <a:lnTo>
                  <a:pt x="269795" y="56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Text Attribution">
            <a:extLst xmlns:a="http://schemas.openxmlformats.org/drawingml/2006/main">
              <a:ext uri="{FF2B5EF4-FFF2-40B4-BE49-F238E27FC236}">
                <a16:creationId xmlns:a16="http://schemas.microsoft.com/office/drawing/2014/main" id="{ED05BBE3-0BD3-4D11-B313-4932B9F3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696" y="1830551"/>
            <a:ext cx="773687" cy="111617"/>
          </a:xfrm>
          <a:custGeom xmlns:a="http://schemas.openxmlformats.org/drawingml/2006/main">
            <a:pathLst>
              <a:path w="773687" h="111617">
                <a:moveTo>
                  <a:pt x="36549" y="72837"/>
                </a:moveTo>
                <a:cubicBezTo>
                  <a:pt x="35078" y="72837"/>
                  <a:pt x="34027" y="73073"/>
                  <a:pt x="33395" y="73546"/>
                </a:cubicBezTo>
                <a:cubicBezTo>
                  <a:pt x="32765" y="74018"/>
                  <a:pt x="32187" y="74832"/>
                  <a:pt x="31661" y="75988"/>
                </a:cubicBezTo>
                <a:lnTo>
                  <a:pt x="24567" y="94590"/>
                </a:lnTo>
                <a:cubicBezTo>
                  <a:pt x="24042" y="96168"/>
                  <a:pt x="23780" y="97378"/>
                  <a:pt x="23780" y="98218"/>
                </a:cubicBezTo>
                <a:cubicBezTo>
                  <a:pt x="23780" y="99584"/>
                  <a:pt x="24122" y="100714"/>
                  <a:pt x="24805" y="101608"/>
                </a:cubicBezTo>
                <a:cubicBezTo>
                  <a:pt x="25488" y="102501"/>
                  <a:pt x="26407" y="103210"/>
                  <a:pt x="27562" y="103736"/>
                </a:cubicBezTo>
                <a:cubicBezTo>
                  <a:pt x="28718" y="104261"/>
                  <a:pt x="30031" y="104681"/>
                  <a:pt x="31502" y="104997"/>
                </a:cubicBezTo>
                <a:cubicBezTo>
                  <a:pt x="32974" y="105311"/>
                  <a:pt x="34499" y="105521"/>
                  <a:pt x="36075" y="105627"/>
                </a:cubicBezTo>
                <a:cubicBezTo>
                  <a:pt x="36811" y="105627"/>
                  <a:pt x="37336" y="105917"/>
                  <a:pt x="37651" y="106496"/>
                </a:cubicBezTo>
                <a:cubicBezTo>
                  <a:pt x="37967" y="107073"/>
                  <a:pt x="38125" y="107677"/>
                  <a:pt x="38125" y="108307"/>
                </a:cubicBezTo>
                <a:cubicBezTo>
                  <a:pt x="38125" y="108937"/>
                  <a:pt x="37967" y="109541"/>
                  <a:pt x="37651" y="110119"/>
                </a:cubicBezTo>
                <a:cubicBezTo>
                  <a:pt x="37336" y="110697"/>
                  <a:pt x="36811" y="110987"/>
                  <a:pt x="36075" y="110987"/>
                </a:cubicBezTo>
                <a:cubicBezTo>
                  <a:pt x="33554" y="110987"/>
                  <a:pt x="30664" y="110777"/>
                  <a:pt x="27405" y="110357"/>
                </a:cubicBezTo>
                <a:cubicBezTo>
                  <a:pt x="24147" y="109937"/>
                  <a:pt x="21046" y="109726"/>
                  <a:pt x="18103" y="109726"/>
                </a:cubicBezTo>
                <a:cubicBezTo>
                  <a:pt x="15370" y="109726"/>
                  <a:pt x="12742" y="109937"/>
                  <a:pt x="10220" y="110357"/>
                </a:cubicBezTo>
                <a:cubicBezTo>
                  <a:pt x="7699" y="110777"/>
                  <a:pt x="4967" y="110987"/>
                  <a:pt x="2024" y="110987"/>
                </a:cubicBezTo>
                <a:cubicBezTo>
                  <a:pt x="1498" y="110987"/>
                  <a:pt x="1050" y="110724"/>
                  <a:pt x="682" y="110198"/>
                </a:cubicBezTo>
                <a:cubicBezTo>
                  <a:pt x="314" y="109674"/>
                  <a:pt x="104" y="109096"/>
                  <a:pt x="51" y="108466"/>
                </a:cubicBezTo>
                <a:cubicBezTo>
                  <a:pt x="0" y="107834"/>
                  <a:pt x="105" y="107229"/>
                  <a:pt x="366" y="106652"/>
                </a:cubicBezTo>
                <a:cubicBezTo>
                  <a:pt x="629" y="106075"/>
                  <a:pt x="1129" y="105733"/>
                  <a:pt x="1865" y="105627"/>
                </a:cubicBezTo>
                <a:lnTo>
                  <a:pt x="4230" y="105312"/>
                </a:lnTo>
                <a:cubicBezTo>
                  <a:pt x="5806" y="104996"/>
                  <a:pt x="7251" y="104602"/>
                  <a:pt x="8565" y="104129"/>
                </a:cubicBezTo>
                <a:cubicBezTo>
                  <a:pt x="9880" y="103656"/>
                  <a:pt x="11089" y="102894"/>
                  <a:pt x="12192" y="101843"/>
                </a:cubicBezTo>
                <a:cubicBezTo>
                  <a:pt x="13296" y="100793"/>
                  <a:pt x="14373" y="99401"/>
                  <a:pt x="15423" y="97667"/>
                </a:cubicBezTo>
                <a:cubicBezTo>
                  <a:pt x="16475" y="95932"/>
                  <a:pt x="17526" y="93698"/>
                  <a:pt x="18577" y="90965"/>
                </a:cubicBezTo>
                <a:lnTo>
                  <a:pt x="54206" y="1261"/>
                </a:lnTo>
                <a:cubicBezTo>
                  <a:pt x="54522" y="420"/>
                  <a:pt x="55363" y="0"/>
                  <a:pt x="56730" y="0"/>
                </a:cubicBezTo>
                <a:cubicBezTo>
                  <a:pt x="58200" y="0"/>
                  <a:pt x="59356" y="420"/>
                  <a:pt x="60196" y="1261"/>
                </a:cubicBezTo>
                <a:cubicBezTo>
                  <a:pt x="62825" y="7987"/>
                  <a:pt x="65636" y="15187"/>
                  <a:pt x="68630" y="22860"/>
                </a:cubicBezTo>
                <a:cubicBezTo>
                  <a:pt x="71626" y="30533"/>
                  <a:pt x="74700" y="38336"/>
                  <a:pt x="77853" y="46272"/>
                </a:cubicBezTo>
                <a:cubicBezTo>
                  <a:pt x="81008" y="54207"/>
                  <a:pt x="84161" y="62090"/>
                  <a:pt x="87314" y="69921"/>
                </a:cubicBezTo>
                <a:cubicBezTo>
                  <a:pt x="90467" y="77750"/>
                  <a:pt x="93462" y="85133"/>
                  <a:pt x="96299" y="92069"/>
                </a:cubicBezTo>
                <a:cubicBezTo>
                  <a:pt x="97561" y="95116"/>
                  <a:pt x="98796" y="97481"/>
                  <a:pt x="100004" y="99163"/>
                </a:cubicBezTo>
                <a:cubicBezTo>
                  <a:pt x="101213" y="100846"/>
                  <a:pt x="102421" y="102107"/>
                  <a:pt x="103629" y="102947"/>
                </a:cubicBezTo>
                <a:cubicBezTo>
                  <a:pt x="104838" y="103788"/>
                  <a:pt x="106073" y="104366"/>
                  <a:pt x="107334" y="104682"/>
                </a:cubicBezTo>
                <a:cubicBezTo>
                  <a:pt x="108596" y="104996"/>
                  <a:pt x="109963" y="105311"/>
                  <a:pt x="111435" y="105627"/>
                </a:cubicBezTo>
                <a:cubicBezTo>
                  <a:pt x="112065" y="105733"/>
                  <a:pt x="112512" y="106075"/>
                  <a:pt x="112775" y="106652"/>
                </a:cubicBezTo>
                <a:cubicBezTo>
                  <a:pt x="113038" y="107229"/>
                  <a:pt x="113170" y="107834"/>
                  <a:pt x="113170" y="108466"/>
                </a:cubicBezTo>
                <a:cubicBezTo>
                  <a:pt x="113170" y="109096"/>
                  <a:pt x="113038" y="109674"/>
                  <a:pt x="112775" y="110198"/>
                </a:cubicBezTo>
                <a:cubicBezTo>
                  <a:pt x="112512" y="110724"/>
                  <a:pt x="112118" y="110987"/>
                  <a:pt x="111592" y="110987"/>
                </a:cubicBezTo>
                <a:cubicBezTo>
                  <a:pt x="108229" y="110987"/>
                  <a:pt x="104996" y="110777"/>
                  <a:pt x="101895" y="110357"/>
                </a:cubicBezTo>
                <a:cubicBezTo>
                  <a:pt x="98795" y="109937"/>
                  <a:pt x="95301" y="109726"/>
                  <a:pt x="91413" y="109726"/>
                </a:cubicBezTo>
                <a:cubicBezTo>
                  <a:pt x="86998" y="109726"/>
                  <a:pt x="82846" y="109937"/>
                  <a:pt x="78957" y="110357"/>
                </a:cubicBezTo>
                <a:cubicBezTo>
                  <a:pt x="75068" y="110777"/>
                  <a:pt x="71337" y="110987"/>
                  <a:pt x="67764" y="110987"/>
                </a:cubicBezTo>
                <a:cubicBezTo>
                  <a:pt x="67028" y="110987"/>
                  <a:pt x="66476" y="110697"/>
                  <a:pt x="66109" y="110119"/>
                </a:cubicBezTo>
                <a:cubicBezTo>
                  <a:pt x="65742" y="109541"/>
                  <a:pt x="65558" y="108885"/>
                  <a:pt x="65558" y="108151"/>
                </a:cubicBezTo>
                <a:cubicBezTo>
                  <a:pt x="65558" y="107519"/>
                  <a:pt x="65715" y="106967"/>
                  <a:pt x="66030" y="106496"/>
                </a:cubicBezTo>
                <a:cubicBezTo>
                  <a:pt x="66346" y="106023"/>
                  <a:pt x="66872" y="105733"/>
                  <a:pt x="67608" y="105627"/>
                </a:cubicBezTo>
                <a:cubicBezTo>
                  <a:pt x="71181" y="105207"/>
                  <a:pt x="73808" y="104577"/>
                  <a:pt x="75488" y="103736"/>
                </a:cubicBezTo>
                <a:cubicBezTo>
                  <a:pt x="77171" y="102895"/>
                  <a:pt x="78012" y="101160"/>
                  <a:pt x="78012" y="98533"/>
                </a:cubicBezTo>
                <a:cubicBezTo>
                  <a:pt x="78012" y="97797"/>
                  <a:pt x="77932" y="96956"/>
                  <a:pt x="77774" y="96010"/>
                </a:cubicBezTo>
                <a:cubicBezTo>
                  <a:pt x="77617" y="95064"/>
                  <a:pt x="77275" y="93777"/>
                  <a:pt x="76749" y="92149"/>
                </a:cubicBezTo>
                <a:cubicBezTo>
                  <a:pt x="76224" y="90519"/>
                  <a:pt x="75489" y="88418"/>
                  <a:pt x="74543" y="85844"/>
                </a:cubicBezTo>
                <a:cubicBezTo>
                  <a:pt x="73597" y="83268"/>
                  <a:pt x="72335" y="79983"/>
                  <a:pt x="70759" y="75988"/>
                </a:cubicBezTo>
                <a:cubicBezTo>
                  <a:pt x="70235" y="74622"/>
                  <a:pt x="69526" y="73755"/>
                  <a:pt x="68632" y="73388"/>
                </a:cubicBezTo>
                <a:cubicBezTo>
                  <a:pt x="67739" y="73020"/>
                  <a:pt x="66293" y="72837"/>
                  <a:pt x="64295" y="72837"/>
                </a:cubicBezTo>
                <a:lnTo>
                  <a:pt x="36549" y="72837"/>
                </a:lnTo>
                <a:moveTo>
                  <a:pt x="63665" y="66688"/>
                </a:moveTo>
                <a:cubicBezTo>
                  <a:pt x="65137" y="66688"/>
                  <a:pt x="66135" y="66451"/>
                  <a:pt x="66660" y="65978"/>
                </a:cubicBezTo>
                <a:cubicBezTo>
                  <a:pt x="67186" y="65505"/>
                  <a:pt x="67186" y="64638"/>
                  <a:pt x="66660" y="63375"/>
                </a:cubicBezTo>
                <a:lnTo>
                  <a:pt x="52946" y="26486"/>
                </a:lnTo>
                <a:cubicBezTo>
                  <a:pt x="52735" y="25960"/>
                  <a:pt x="52314" y="25697"/>
                  <a:pt x="51683" y="25697"/>
                </a:cubicBezTo>
                <a:cubicBezTo>
                  <a:pt x="51052" y="25697"/>
                  <a:pt x="50632" y="25960"/>
                  <a:pt x="50422" y="26486"/>
                </a:cubicBezTo>
                <a:lnTo>
                  <a:pt x="36075" y="63375"/>
                </a:lnTo>
                <a:cubicBezTo>
                  <a:pt x="35551" y="64742"/>
                  <a:pt x="35499" y="65636"/>
                  <a:pt x="35919" y="66058"/>
                </a:cubicBezTo>
                <a:cubicBezTo>
                  <a:pt x="36339" y="66478"/>
                  <a:pt x="37127" y="66688"/>
                  <a:pt x="38283" y="66688"/>
                </a:cubicBezTo>
                <a:lnTo>
                  <a:pt x="63665" y="66688"/>
                </a:lnTo>
                <a:close/>
                <a:moveTo>
                  <a:pt x="141389" y="85762"/>
                </a:moveTo>
                <a:cubicBezTo>
                  <a:pt x="141389" y="91648"/>
                  <a:pt x="142045" y="96010"/>
                  <a:pt x="143359" y="98848"/>
                </a:cubicBezTo>
                <a:cubicBezTo>
                  <a:pt x="144672" y="101685"/>
                  <a:pt x="147063" y="103104"/>
                  <a:pt x="150532" y="103104"/>
                </a:cubicBezTo>
                <a:cubicBezTo>
                  <a:pt x="152949" y="103104"/>
                  <a:pt x="155234" y="102737"/>
                  <a:pt x="157388" y="102002"/>
                </a:cubicBezTo>
                <a:cubicBezTo>
                  <a:pt x="159544" y="101266"/>
                  <a:pt x="161199" y="100478"/>
                  <a:pt x="162356" y="99637"/>
                </a:cubicBezTo>
                <a:cubicBezTo>
                  <a:pt x="162672" y="99427"/>
                  <a:pt x="163040" y="99401"/>
                  <a:pt x="163460" y="99558"/>
                </a:cubicBezTo>
                <a:cubicBezTo>
                  <a:pt x="163880" y="99715"/>
                  <a:pt x="164247" y="99978"/>
                  <a:pt x="164562" y="100347"/>
                </a:cubicBezTo>
                <a:cubicBezTo>
                  <a:pt x="164878" y="100714"/>
                  <a:pt x="165114" y="101108"/>
                  <a:pt x="165271" y="101528"/>
                </a:cubicBezTo>
                <a:cubicBezTo>
                  <a:pt x="165430" y="101948"/>
                  <a:pt x="165404" y="102316"/>
                  <a:pt x="165194" y="102632"/>
                </a:cubicBezTo>
                <a:cubicBezTo>
                  <a:pt x="163198" y="105889"/>
                  <a:pt x="160596" y="108201"/>
                  <a:pt x="157391" y="109568"/>
                </a:cubicBezTo>
                <a:cubicBezTo>
                  <a:pt x="154185" y="110934"/>
                  <a:pt x="150427" y="111617"/>
                  <a:pt x="146118" y="111617"/>
                </a:cubicBezTo>
                <a:cubicBezTo>
                  <a:pt x="138972" y="111617"/>
                  <a:pt x="133927" y="110015"/>
                  <a:pt x="130984" y="106811"/>
                </a:cubicBezTo>
                <a:cubicBezTo>
                  <a:pt x="128042" y="103605"/>
                  <a:pt x="126570" y="98586"/>
                  <a:pt x="126570" y="91754"/>
                </a:cubicBezTo>
                <a:lnTo>
                  <a:pt x="126570" y="51237"/>
                </a:lnTo>
                <a:cubicBezTo>
                  <a:pt x="126570" y="49976"/>
                  <a:pt x="126517" y="48978"/>
                  <a:pt x="126411" y="48242"/>
                </a:cubicBezTo>
                <a:cubicBezTo>
                  <a:pt x="126307" y="47506"/>
                  <a:pt x="125992" y="46980"/>
                  <a:pt x="125466" y="46666"/>
                </a:cubicBezTo>
                <a:cubicBezTo>
                  <a:pt x="124940" y="46350"/>
                  <a:pt x="124072" y="46166"/>
                  <a:pt x="122863" y="46113"/>
                </a:cubicBezTo>
                <a:cubicBezTo>
                  <a:pt x="121655" y="46060"/>
                  <a:pt x="119948" y="46033"/>
                  <a:pt x="117742" y="46033"/>
                </a:cubicBezTo>
                <a:cubicBezTo>
                  <a:pt x="117426" y="46033"/>
                  <a:pt x="117163" y="45718"/>
                  <a:pt x="116953" y="45088"/>
                </a:cubicBezTo>
                <a:cubicBezTo>
                  <a:pt x="116742" y="44458"/>
                  <a:pt x="116611" y="43775"/>
                  <a:pt x="116558" y="43039"/>
                </a:cubicBezTo>
                <a:cubicBezTo>
                  <a:pt x="116505" y="42302"/>
                  <a:pt x="116584" y="41619"/>
                  <a:pt x="116794" y="40989"/>
                </a:cubicBezTo>
                <a:cubicBezTo>
                  <a:pt x="117005" y="40359"/>
                  <a:pt x="117321" y="40044"/>
                  <a:pt x="117742" y="40044"/>
                </a:cubicBezTo>
                <a:cubicBezTo>
                  <a:pt x="120368" y="39833"/>
                  <a:pt x="122627" y="39440"/>
                  <a:pt x="124518" y="38862"/>
                </a:cubicBezTo>
                <a:cubicBezTo>
                  <a:pt x="126411" y="38283"/>
                  <a:pt x="128013" y="37364"/>
                  <a:pt x="129327" y="36103"/>
                </a:cubicBezTo>
                <a:cubicBezTo>
                  <a:pt x="130642" y="34841"/>
                  <a:pt x="131693" y="33133"/>
                  <a:pt x="132481" y="30979"/>
                </a:cubicBezTo>
                <a:cubicBezTo>
                  <a:pt x="133270" y="28824"/>
                  <a:pt x="133926" y="26013"/>
                  <a:pt x="134451" y="22545"/>
                </a:cubicBezTo>
                <a:cubicBezTo>
                  <a:pt x="134557" y="21913"/>
                  <a:pt x="134978" y="21440"/>
                  <a:pt x="135714" y="21126"/>
                </a:cubicBezTo>
                <a:cubicBezTo>
                  <a:pt x="136450" y="20810"/>
                  <a:pt x="137238" y="20652"/>
                  <a:pt x="138078" y="20652"/>
                </a:cubicBezTo>
                <a:cubicBezTo>
                  <a:pt x="138919" y="20652"/>
                  <a:pt x="139681" y="20784"/>
                  <a:pt x="140364" y="21047"/>
                </a:cubicBezTo>
                <a:cubicBezTo>
                  <a:pt x="141047" y="21310"/>
                  <a:pt x="141389" y="21651"/>
                  <a:pt x="141389" y="22071"/>
                </a:cubicBezTo>
                <a:lnTo>
                  <a:pt x="141389" y="35629"/>
                </a:lnTo>
                <a:cubicBezTo>
                  <a:pt x="141389" y="37312"/>
                  <a:pt x="141467" y="38284"/>
                  <a:pt x="141624" y="38547"/>
                </a:cubicBezTo>
                <a:cubicBezTo>
                  <a:pt x="141783" y="38809"/>
                  <a:pt x="142441" y="38939"/>
                  <a:pt x="143597" y="38939"/>
                </a:cubicBezTo>
                <a:lnTo>
                  <a:pt x="159991" y="38939"/>
                </a:lnTo>
                <a:cubicBezTo>
                  <a:pt x="160727" y="38939"/>
                  <a:pt x="161200" y="39360"/>
                  <a:pt x="161410" y="40202"/>
                </a:cubicBezTo>
                <a:cubicBezTo>
                  <a:pt x="161620" y="41043"/>
                  <a:pt x="161725" y="41778"/>
                  <a:pt x="161725" y="42408"/>
                </a:cubicBezTo>
                <a:cubicBezTo>
                  <a:pt x="161725" y="43039"/>
                  <a:pt x="161594" y="43800"/>
                  <a:pt x="161331" y="44694"/>
                </a:cubicBezTo>
                <a:cubicBezTo>
                  <a:pt x="161070" y="45587"/>
                  <a:pt x="160518" y="46033"/>
                  <a:pt x="159676" y="46033"/>
                </a:cubicBezTo>
                <a:lnTo>
                  <a:pt x="142808" y="46033"/>
                </a:lnTo>
                <a:cubicBezTo>
                  <a:pt x="142072" y="46033"/>
                  <a:pt x="141651" y="46218"/>
                  <a:pt x="141545" y="46587"/>
                </a:cubicBezTo>
                <a:cubicBezTo>
                  <a:pt x="141441" y="46954"/>
                  <a:pt x="141389" y="48294"/>
                  <a:pt x="141389" y="50607"/>
                </a:cubicBezTo>
                <a:lnTo>
                  <a:pt x="141389" y="85762"/>
                </a:lnTo>
                <a:close/>
                <a:moveTo>
                  <a:pt x="192200" y="85762"/>
                </a:moveTo>
                <a:cubicBezTo>
                  <a:pt x="192200" y="91648"/>
                  <a:pt x="192857" y="96010"/>
                  <a:pt x="194170" y="98848"/>
                </a:cubicBezTo>
                <a:cubicBezTo>
                  <a:pt x="195484" y="101685"/>
                  <a:pt x="197875" y="103104"/>
                  <a:pt x="201344" y="103104"/>
                </a:cubicBezTo>
                <a:cubicBezTo>
                  <a:pt x="203761" y="103104"/>
                  <a:pt x="206046" y="102737"/>
                  <a:pt x="208200" y="102002"/>
                </a:cubicBezTo>
                <a:cubicBezTo>
                  <a:pt x="210355" y="101266"/>
                  <a:pt x="212011" y="100478"/>
                  <a:pt x="213167" y="99637"/>
                </a:cubicBezTo>
                <a:cubicBezTo>
                  <a:pt x="213483" y="99427"/>
                  <a:pt x="213851" y="99401"/>
                  <a:pt x="214272" y="99558"/>
                </a:cubicBezTo>
                <a:cubicBezTo>
                  <a:pt x="214692" y="99715"/>
                  <a:pt x="215059" y="99978"/>
                  <a:pt x="215373" y="100347"/>
                </a:cubicBezTo>
                <a:cubicBezTo>
                  <a:pt x="215689" y="100714"/>
                  <a:pt x="215926" y="101108"/>
                  <a:pt x="216083" y="101528"/>
                </a:cubicBezTo>
                <a:cubicBezTo>
                  <a:pt x="216242" y="101948"/>
                  <a:pt x="216216" y="102316"/>
                  <a:pt x="216006" y="102632"/>
                </a:cubicBezTo>
                <a:cubicBezTo>
                  <a:pt x="214009" y="105889"/>
                  <a:pt x="211408" y="108201"/>
                  <a:pt x="208202" y="109568"/>
                </a:cubicBezTo>
                <a:cubicBezTo>
                  <a:pt x="204996" y="110934"/>
                  <a:pt x="201239" y="111617"/>
                  <a:pt x="196930" y="111617"/>
                </a:cubicBezTo>
                <a:cubicBezTo>
                  <a:pt x="189783" y="111617"/>
                  <a:pt x="184739" y="110015"/>
                  <a:pt x="181796" y="106811"/>
                </a:cubicBezTo>
                <a:cubicBezTo>
                  <a:pt x="178853" y="103605"/>
                  <a:pt x="177382" y="98586"/>
                  <a:pt x="177382" y="91754"/>
                </a:cubicBezTo>
                <a:lnTo>
                  <a:pt x="177382" y="51237"/>
                </a:lnTo>
                <a:cubicBezTo>
                  <a:pt x="177382" y="49976"/>
                  <a:pt x="177329" y="48978"/>
                  <a:pt x="177223" y="48242"/>
                </a:cubicBezTo>
                <a:cubicBezTo>
                  <a:pt x="177119" y="47506"/>
                  <a:pt x="176804" y="46980"/>
                  <a:pt x="176278" y="46666"/>
                </a:cubicBezTo>
                <a:cubicBezTo>
                  <a:pt x="175752" y="46350"/>
                  <a:pt x="174884" y="46166"/>
                  <a:pt x="173675" y="46113"/>
                </a:cubicBezTo>
                <a:cubicBezTo>
                  <a:pt x="172467" y="46060"/>
                  <a:pt x="170760" y="46033"/>
                  <a:pt x="168553" y="46033"/>
                </a:cubicBezTo>
                <a:cubicBezTo>
                  <a:pt x="168237" y="46033"/>
                  <a:pt x="167974" y="45718"/>
                  <a:pt x="167764" y="45088"/>
                </a:cubicBezTo>
                <a:cubicBezTo>
                  <a:pt x="167554" y="44458"/>
                  <a:pt x="167423" y="43775"/>
                  <a:pt x="167370" y="43039"/>
                </a:cubicBezTo>
                <a:cubicBezTo>
                  <a:pt x="167317" y="42302"/>
                  <a:pt x="167395" y="41619"/>
                  <a:pt x="167605" y="40989"/>
                </a:cubicBezTo>
                <a:cubicBezTo>
                  <a:pt x="167817" y="40359"/>
                  <a:pt x="168133" y="40044"/>
                  <a:pt x="168553" y="40044"/>
                </a:cubicBezTo>
                <a:cubicBezTo>
                  <a:pt x="171180" y="39833"/>
                  <a:pt x="173439" y="39440"/>
                  <a:pt x="175330" y="38862"/>
                </a:cubicBezTo>
                <a:cubicBezTo>
                  <a:pt x="177222" y="38283"/>
                  <a:pt x="178825" y="37364"/>
                  <a:pt x="180139" y="36103"/>
                </a:cubicBezTo>
                <a:cubicBezTo>
                  <a:pt x="181454" y="34841"/>
                  <a:pt x="182505" y="33133"/>
                  <a:pt x="183292" y="30979"/>
                </a:cubicBezTo>
                <a:cubicBezTo>
                  <a:pt x="184081" y="28824"/>
                  <a:pt x="184738" y="26013"/>
                  <a:pt x="185263" y="22545"/>
                </a:cubicBezTo>
                <a:cubicBezTo>
                  <a:pt x="185368" y="21913"/>
                  <a:pt x="185789" y="21440"/>
                  <a:pt x="186525" y="21126"/>
                </a:cubicBezTo>
                <a:cubicBezTo>
                  <a:pt x="187262" y="20810"/>
                  <a:pt x="188050" y="20652"/>
                  <a:pt x="188890" y="20652"/>
                </a:cubicBezTo>
                <a:cubicBezTo>
                  <a:pt x="189731" y="20652"/>
                  <a:pt x="190492" y="20784"/>
                  <a:pt x="191176" y="21047"/>
                </a:cubicBezTo>
                <a:cubicBezTo>
                  <a:pt x="191859" y="21310"/>
                  <a:pt x="192200" y="21651"/>
                  <a:pt x="192200" y="22071"/>
                </a:cubicBezTo>
                <a:lnTo>
                  <a:pt x="192200" y="35629"/>
                </a:lnTo>
                <a:cubicBezTo>
                  <a:pt x="192200" y="37312"/>
                  <a:pt x="192279" y="38284"/>
                  <a:pt x="192436" y="38547"/>
                </a:cubicBezTo>
                <a:cubicBezTo>
                  <a:pt x="192595" y="38809"/>
                  <a:pt x="193252" y="38939"/>
                  <a:pt x="194409" y="38939"/>
                </a:cubicBezTo>
                <a:lnTo>
                  <a:pt x="210803" y="38939"/>
                </a:lnTo>
                <a:cubicBezTo>
                  <a:pt x="211539" y="38939"/>
                  <a:pt x="212012" y="39360"/>
                  <a:pt x="212222" y="40202"/>
                </a:cubicBezTo>
                <a:cubicBezTo>
                  <a:pt x="212432" y="41043"/>
                  <a:pt x="212537" y="41778"/>
                  <a:pt x="212537" y="42408"/>
                </a:cubicBezTo>
                <a:cubicBezTo>
                  <a:pt x="212537" y="43039"/>
                  <a:pt x="212406" y="43800"/>
                  <a:pt x="212143" y="44694"/>
                </a:cubicBezTo>
                <a:cubicBezTo>
                  <a:pt x="211881" y="45587"/>
                  <a:pt x="211330" y="46033"/>
                  <a:pt x="210488" y="46033"/>
                </a:cubicBezTo>
                <a:lnTo>
                  <a:pt x="193620" y="46033"/>
                </a:lnTo>
                <a:cubicBezTo>
                  <a:pt x="192883" y="46033"/>
                  <a:pt x="192463" y="46218"/>
                  <a:pt x="192357" y="46587"/>
                </a:cubicBezTo>
                <a:cubicBezTo>
                  <a:pt x="192252" y="46954"/>
                  <a:pt x="192200" y="48294"/>
                  <a:pt x="192200" y="50607"/>
                </a:cubicBezTo>
                <a:lnTo>
                  <a:pt x="192200" y="85762"/>
                </a:lnTo>
                <a:close/>
                <a:moveTo>
                  <a:pt x="247111" y="90965"/>
                </a:moveTo>
                <a:cubicBezTo>
                  <a:pt x="247111" y="93594"/>
                  <a:pt x="247189" y="95801"/>
                  <a:pt x="247347" y="97588"/>
                </a:cubicBezTo>
                <a:cubicBezTo>
                  <a:pt x="247505" y="99374"/>
                  <a:pt x="248057" y="100846"/>
                  <a:pt x="249002" y="102002"/>
                </a:cubicBezTo>
                <a:cubicBezTo>
                  <a:pt x="249948" y="103158"/>
                  <a:pt x="251419" y="104052"/>
                  <a:pt x="253416" y="104682"/>
                </a:cubicBezTo>
                <a:cubicBezTo>
                  <a:pt x="255414" y="105312"/>
                  <a:pt x="258305" y="105785"/>
                  <a:pt x="262088" y="106101"/>
                </a:cubicBezTo>
                <a:cubicBezTo>
                  <a:pt x="262718" y="106205"/>
                  <a:pt x="263191" y="106494"/>
                  <a:pt x="263505" y="106967"/>
                </a:cubicBezTo>
                <a:cubicBezTo>
                  <a:pt x="263821" y="107440"/>
                  <a:pt x="263979" y="107992"/>
                  <a:pt x="263979" y="108622"/>
                </a:cubicBezTo>
                <a:cubicBezTo>
                  <a:pt x="263979" y="109148"/>
                  <a:pt x="263821" y="109648"/>
                  <a:pt x="263505" y="110121"/>
                </a:cubicBezTo>
                <a:cubicBezTo>
                  <a:pt x="263191" y="110594"/>
                  <a:pt x="262718" y="110831"/>
                  <a:pt x="262088" y="110831"/>
                </a:cubicBezTo>
                <a:cubicBezTo>
                  <a:pt x="257569" y="110831"/>
                  <a:pt x="253575" y="110646"/>
                  <a:pt x="250106" y="110277"/>
                </a:cubicBezTo>
                <a:cubicBezTo>
                  <a:pt x="246637" y="109910"/>
                  <a:pt x="243326" y="109726"/>
                  <a:pt x="240173" y="109726"/>
                </a:cubicBezTo>
                <a:cubicBezTo>
                  <a:pt x="236810" y="109726"/>
                  <a:pt x="233473" y="109910"/>
                  <a:pt x="230161" y="110277"/>
                </a:cubicBezTo>
                <a:cubicBezTo>
                  <a:pt x="226851" y="110646"/>
                  <a:pt x="223514" y="110831"/>
                  <a:pt x="220151" y="110831"/>
                </a:cubicBezTo>
                <a:cubicBezTo>
                  <a:pt x="219627" y="110831"/>
                  <a:pt x="219207" y="110594"/>
                  <a:pt x="218891" y="110121"/>
                </a:cubicBezTo>
                <a:cubicBezTo>
                  <a:pt x="218575" y="109648"/>
                  <a:pt x="218417" y="109148"/>
                  <a:pt x="218417" y="108622"/>
                </a:cubicBezTo>
                <a:cubicBezTo>
                  <a:pt x="218417" y="107992"/>
                  <a:pt x="218575" y="107440"/>
                  <a:pt x="218891" y="106967"/>
                </a:cubicBezTo>
                <a:cubicBezTo>
                  <a:pt x="219207" y="106494"/>
                  <a:pt x="219680" y="106205"/>
                  <a:pt x="220310" y="106101"/>
                </a:cubicBezTo>
                <a:cubicBezTo>
                  <a:pt x="223253" y="105785"/>
                  <a:pt x="225538" y="105312"/>
                  <a:pt x="227166" y="104682"/>
                </a:cubicBezTo>
                <a:cubicBezTo>
                  <a:pt x="228795" y="104052"/>
                  <a:pt x="229978" y="103185"/>
                  <a:pt x="230714" y="102081"/>
                </a:cubicBezTo>
                <a:cubicBezTo>
                  <a:pt x="231450" y="100976"/>
                  <a:pt x="231897" y="99610"/>
                  <a:pt x="232054" y="97982"/>
                </a:cubicBezTo>
                <a:cubicBezTo>
                  <a:pt x="232213" y="96353"/>
                  <a:pt x="232292" y="94329"/>
                  <a:pt x="232292" y="91911"/>
                </a:cubicBezTo>
                <a:lnTo>
                  <a:pt x="232292" y="68894"/>
                </a:lnTo>
                <a:cubicBezTo>
                  <a:pt x="232292" y="63744"/>
                  <a:pt x="232186" y="59672"/>
                  <a:pt x="231975" y="56676"/>
                </a:cubicBezTo>
                <a:cubicBezTo>
                  <a:pt x="231765" y="53680"/>
                  <a:pt x="231265" y="51368"/>
                  <a:pt x="230476" y="49740"/>
                </a:cubicBezTo>
                <a:cubicBezTo>
                  <a:pt x="229689" y="48111"/>
                  <a:pt x="228454" y="47033"/>
                  <a:pt x="226771" y="46507"/>
                </a:cubicBezTo>
                <a:cubicBezTo>
                  <a:pt x="225091" y="45981"/>
                  <a:pt x="222779" y="45613"/>
                  <a:pt x="219836" y="45403"/>
                </a:cubicBezTo>
                <a:cubicBezTo>
                  <a:pt x="219312" y="45403"/>
                  <a:pt x="218918" y="45141"/>
                  <a:pt x="218655" y="44617"/>
                </a:cubicBezTo>
                <a:cubicBezTo>
                  <a:pt x="218392" y="44091"/>
                  <a:pt x="218260" y="43565"/>
                  <a:pt x="218260" y="43039"/>
                </a:cubicBezTo>
                <a:cubicBezTo>
                  <a:pt x="218260" y="42514"/>
                  <a:pt x="218392" y="41989"/>
                  <a:pt x="218655" y="41463"/>
                </a:cubicBezTo>
                <a:cubicBezTo>
                  <a:pt x="218918" y="40937"/>
                  <a:pt x="219365" y="40674"/>
                  <a:pt x="219995" y="40674"/>
                </a:cubicBezTo>
                <a:cubicBezTo>
                  <a:pt x="222097" y="40464"/>
                  <a:pt x="225014" y="40227"/>
                  <a:pt x="228744" y="39964"/>
                </a:cubicBezTo>
                <a:cubicBezTo>
                  <a:pt x="232476" y="39701"/>
                  <a:pt x="236286" y="39044"/>
                  <a:pt x="240173" y="37994"/>
                </a:cubicBezTo>
                <a:cubicBezTo>
                  <a:pt x="241645" y="37574"/>
                  <a:pt x="242854" y="37522"/>
                  <a:pt x="243801" y="37838"/>
                </a:cubicBezTo>
                <a:cubicBezTo>
                  <a:pt x="244747" y="38152"/>
                  <a:pt x="245167" y="39045"/>
                  <a:pt x="245061" y="40517"/>
                </a:cubicBezTo>
                <a:lnTo>
                  <a:pt x="244746" y="50607"/>
                </a:lnTo>
                <a:cubicBezTo>
                  <a:pt x="244746" y="50817"/>
                  <a:pt x="244798" y="50948"/>
                  <a:pt x="244902" y="51001"/>
                </a:cubicBezTo>
                <a:cubicBezTo>
                  <a:pt x="245008" y="51054"/>
                  <a:pt x="245166" y="50975"/>
                  <a:pt x="245376" y="50763"/>
                </a:cubicBezTo>
                <a:cubicBezTo>
                  <a:pt x="247583" y="46349"/>
                  <a:pt x="250289" y="42829"/>
                  <a:pt x="253495" y="40202"/>
                </a:cubicBezTo>
                <a:cubicBezTo>
                  <a:pt x="256701" y="37574"/>
                  <a:pt x="260984" y="36260"/>
                  <a:pt x="266344" y="36260"/>
                </a:cubicBezTo>
                <a:cubicBezTo>
                  <a:pt x="270759" y="36260"/>
                  <a:pt x="274017" y="37389"/>
                  <a:pt x="276117" y="39649"/>
                </a:cubicBezTo>
                <a:cubicBezTo>
                  <a:pt x="278220" y="41909"/>
                  <a:pt x="279271" y="44668"/>
                  <a:pt x="279271" y="47927"/>
                </a:cubicBezTo>
                <a:cubicBezTo>
                  <a:pt x="279271" y="49713"/>
                  <a:pt x="278588" y="51343"/>
                  <a:pt x="277222" y="52815"/>
                </a:cubicBezTo>
                <a:cubicBezTo>
                  <a:pt x="275855" y="54285"/>
                  <a:pt x="273912" y="55021"/>
                  <a:pt x="271390" y="55021"/>
                </a:cubicBezTo>
                <a:cubicBezTo>
                  <a:pt x="268972" y="55021"/>
                  <a:pt x="267290" y="54443"/>
                  <a:pt x="266344" y="53286"/>
                </a:cubicBezTo>
                <a:cubicBezTo>
                  <a:pt x="265399" y="52130"/>
                  <a:pt x="264927" y="50869"/>
                  <a:pt x="264927" y="49502"/>
                </a:cubicBezTo>
                <a:cubicBezTo>
                  <a:pt x="264927" y="48032"/>
                  <a:pt x="264637" y="46876"/>
                  <a:pt x="264058" y="46036"/>
                </a:cubicBezTo>
                <a:cubicBezTo>
                  <a:pt x="263481" y="45194"/>
                  <a:pt x="262246" y="44773"/>
                  <a:pt x="260354" y="44773"/>
                </a:cubicBezTo>
                <a:cubicBezTo>
                  <a:pt x="258357" y="44773"/>
                  <a:pt x="256544" y="45430"/>
                  <a:pt x="254915" y="46743"/>
                </a:cubicBezTo>
                <a:cubicBezTo>
                  <a:pt x="253285" y="48057"/>
                  <a:pt x="251892" y="49607"/>
                  <a:pt x="250736" y="51396"/>
                </a:cubicBezTo>
                <a:cubicBezTo>
                  <a:pt x="249580" y="53182"/>
                  <a:pt x="248686" y="55022"/>
                  <a:pt x="248056" y="56914"/>
                </a:cubicBezTo>
                <a:cubicBezTo>
                  <a:pt x="247426" y="58805"/>
                  <a:pt x="247111" y="60275"/>
                  <a:pt x="247111" y="61326"/>
                </a:cubicBezTo>
                <a:lnTo>
                  <a:pt x="247111" y="90965"/>
                </a:lnTo>
                <a:close/>
                <a:moveTo>
                  <a:pt x="308580" y="90965"/>
                </a:moveTo>
                <a:cubicBezTo>
                  <a:pt x="308580" y="93594"/>
                  <a:pt x="308632" y="95801"/>
                  <a:pt x="308736" y="97588"/>
                </a:cubicBezTo>
                <a:cubicBezTo>
                  <a:pt x="308842" y="99374"/>
                  <a:pt x="309210" y="100846"/>
                  <a:pt x="309840" y="102002"/>
                </a:cubicBezTo>
                <a:cubicBezTo>
                  <a:pt x="310471" y="103158"/>
                  <a:pt x="311442" y="104052"/>
                  <a:pt x="312756" y="104682"/>
                </a:cubicBezTo>
                <a:cubicBezTo>
                  <a:pt x="314071" y="105312"/>
                  <a:pt x="315937" y="105785"/>
                  <a:pt x="318354" y="106101"/>
                </a:cubicBezTo>
                <a:cubicBezTo>
                  <a:pt x="318984" y="106205"/>
                  <a:pt x="319457" y="106494"/>
                  <a:pt x="319773" y="106967"/>
                </a:cubicBezTo>
                <a:cubicBezTo>
                  <a:pt x="320089" y="107440"/>
                  <a:pt x="320247" y="107992"/>
                  <a:pt x="320247" y="108622"/>
                </a:cubicBezTo>
                <a:cubicBezTo>
                  <a:pt x="320247" y="109148"/>
                  <a:pt x="320089" y="109648"/>
                  <a:pt x="319773" y="110121"/>
                </a:cubicBezTo>
                <a:cubicBezTo>
                  <a:pt x="319457" y="110594"/>
                  <a:pt x="318984" y="110831"/>
                  <a:pt x="318354" y="110831"/>
                </a:cubicBezTo>
                <a:cubicBezTo>
                  <a:pt x="316461" y="110831"/>
                  <a:pt x="313991" y="110646"/>
                  <a:pt x="310942" y="110277"/>
                </a:cubicBezTo>
                <a:cubicBezTo>
                  <a:pt x="307895" y="109910"/>
                  <a:pt x="304795" y="109726"/>
                  <a:pt x="301642" y="109726"/>
                </a:cubicBezTo>
                <a:cubicBezTo>
                  <a:pt x="298279" y="109726"/>
                  <a:pt x="294995" y="109910"/>
                  <a:pt x="291789" y="110277"/>
                </a:cubicBezTo>
                <a:cubicBezTo>
                  <a:pt x="288583" y="110646"/>
                  <a:pt x="285508" y="110831"/>
                  <a:pt x="282566" y="110831"/>
                </a:cubicBezTo>
                <a:cubicBezTo>
                  <a:pt x="282041" y="110831"/>
                  <a:pt x="281621" y="110594"/>
                  <a:pt x="281305" y="110121"/>
                </a:cubicBezTo>
                <a:cubicBezTo>
                  <a:pt x="280991" y="109648"/>
                  <a:pt x="280834" y="109148"/>
                  <a:pt x="280834" y="108622"/>
                </a:cubicBezTo>
                <a:cubicBezTo>
                  <a:pt x="280834" y="107992"/>
                  <a:pt x="280991" y="107440"/>
                  <a:pt x="281305" y="106967"/>
                </a:cubicBezTo>
                <a:cubicBezTo>
                  <a:pt x="281621" y="106494"/>
                  <a:pt x="282094" y="106205"/>
                  <a:pt x="282724" y="106101"/>
                </a:cubicBezTo>
                <a:cubicBezTo>
                  <a:pt x="285457" y="105785"/>
                  <a:pt x="287585" y="105312"/>
                  <a:pt x="289109" y="104682"/>
                </a:cubicBezTo>
                <a:cubicBezTo>
                  <a:pt x="290632" y="104052"/>
                  <a:pt x="291736" y="103185"/>
                  <a:pt x="292419" y="102081"/>
                </a:cubicBezTo>
                <a:cubicBezTo>
                  <a:pt x="293102" y="100976"/>
                  <a:pt x="293496" y="99610"/>
                  <a:pt x="293600" y="97982"/>
                </a:cubicBezTo>
                <a:cubicBezTo>
                  <a:pt x="293706" y="96353"/>
                  <a:pt x="293759" y="94329"/>
                  <a:pt x="293759" y="91911"/>
                </a:cubicBezTo>
                <a:lnTo>
                  <a:pt x="293759" y="66529"/>
                </a:lnTo>
                <a:cubicBezTo>
                  <a:pt x="293759" y="62010"/>
                  <a:pt x="293654" y="58384"/>
                  <a:pt x="293444" y="55651"/>
                </a:cubicBezTo>
                <a:cubicBezTo>
                  <a:pt x="293234" y="52918"/>
                  <a:pt x="292761" y="50843"/>
                  <a:pt x="292024" y="49425"/>
                </a:cubicBezTo>
                <a:cubicBezTo>
                  <a:pt x="291290" y="48006"/>
                  <a:pt x="290187" y="47033"/>
                  <a:pt x="288714" y="46507"/>
                </a:cubicBezTo>
                <a:cubicBezTo>
                  <a:pt x="287244" y="45981"/>
                  <a:pt x="285247" y="45561"/>
                  <a:pt x="282724" y="45247"/>
                </a:cubicBezTo>
                <a:cubicBezTo>
                  <a:pt x="282094" y="45247"/>
                  <a:pt x="281621" y="44984"/>
                  <a:pt x="281305" y="44458"/>
                </a:cubicBezTo>
                <a:cubicBezTo>
                  <a:pt x="280991" y="43932"/>
                  <a:pt x="280834" y="43407"/>
                  <a:pt x="280834" y="42882"/>
                </a:cubicBezTo>
                <a:cubicBezTo>
                  <a:pt x="280834" y="42356"/>
                  <a:pt x="280991" y="41831"/>
                  <a:pt x="281305" y="41306"/>
                </a:cubicBezTo>
                <a:cubicBezTo>
                  <a:pt x="281621" y="40780"/>
                  <a:pt x="282094" y="40517"/>
                  <a:pt x="282724" y="40517"/>
                </a:cubicBezTo>
                <a:cubicBezTo>
                  <a:pt x="283775" y="40412"/>
                  <a:pt x="285062" y="40307"/>
                  <a:pt x="286585" y="40202"/>
                </a:cubicBezTo>
                <a:cubicBezTo>
                  <a:pt x="288110" y="40096"/>
                  <a:pt x="289713" y="39965"/>
                  <a:pt x="291394" y="39808"/>
                </a:cubicBezTo>
                <a:cubicBezTo>
                  <a:pt x="293076" y="39649"/>
                  <a:pt x="294784" y="39439"/>
                  <a:pt x="296518" y="39178"/>
                </a:cubicBezTo>
                <a:cubicBezTo>
                  <a:pt x="298253" y="38915"/>
                  <a:pt x="299804" y="38625"/>
                  <a:pt x="301170" y="38309"/>
                </a:cubicBezTo>
                <a:cubicBezTo>
                  <a:pt x="302327" y="38099"/>
                  <a:pt x="303246" y="37862"/>
                  <a:pt x="303930" y="37599"/>
                </a:cubicBezTo>
                <a:cubicBezTo>
                  <a:pt x="304613" y="37336"/>
                  <a:pt x="305165" y="37205"/>
                  <a:pt x="305585" y="37205"/>
                </a:cubicBezTo>
                <a:cubicBezTo>
                  <a:pt x="306845" y="37205"/>
                  <a:pt x="307659" y="37573"/>
                  <a:pt x="308026" y="38309"/>
                </a:cubicBezTo>
                <a:cubicBezTo>
                  <a:pt x="308395" y="39045"/>
                  <a:pt x="308580" y="39728"/>
                  <a:pt x="308580" y="40359"/>
                </a:cubicBezTo>
                <a:lnTo>
                  <a:pt x="308580" y="90965"/>
                </a:lnTo>
                <a:moveTo>
                  <a:pt x="300223" y="21126"/>
                </a:moveTo>
                <a:cubicBezTo>
                  <a:pt x="297596" y="21126"/>
                  <a:pt x="295336" y="20311"/>
                  <a:pt x="293444" y="18682"/>
                </a:cubicBezTo>
                <a:cubicBezTo>
                  <a:pt x="291553" y="17052"/>
                  <a:pt x="290608" y="15029"/>
                  <a:pt x="290608" y="12613"/>
                </a:cubicBezTo>
                <a:cubicBezTo>
                  <a:pt x="290608" y="10194"/>
                  <a:pt x="291501" y="8145"/>
                  <a:pt x="293287" y="6464"/>
                </a:cubicBezTo>
                <a:cubicBezTo>
                  <a:pt x="295074" y="4782"/>
                  <a:pt x="297281" y="3940"/>
                  <a:pt x="299908" y="3940"/>
                </a:cubicBezTo>
                <a:cubicBezTo>
                  <a:pt x="302430" y="3940"/>
                  <a:pt x="304506" y="4808"/>
                  <a:pt x="306136" y="6543"/>
                </a:cubicBezTo>
                <a:cubicBezTo>
                  <a:pt x="307765" y="8277"/>
                  <a:pt x="308580" y="10352"/>
                  <a:pt x="308580" y="12769"/>
                </a:cubicBezTo>
                <a:cubicBezTo>
                  <a:pt x="308580" y="15081"/>
                  <a:pt x="307791" y="17052"/>
                  <a:pt x="306215" y="18682"/>
                </a:cubicBezTo>
                <a:cubicBezTo>
                  <a:pt x="304639" y="20311"/>
                  <a:pt x="302641" y="21126"/>
                  <a:pt x="300223" y="21126"/>
                </a:cubicBezTo>
                <a:close/>
                <a:moveTo>
                  <a:pt x="352802" y="94275"/>
                </a:moveTo>
                <a:cubicBezTo>
                  <a:pt x="352802" y="94907"/>
                  <a:pt x="353169" y="95853"/>
                  <a:pt x="353904" y="97114"/>
                </a:cubicBezTo>
                <a:cubicBezTo>
                  <a:pt x="354640" y="98374"/>
                  <a:pt x="355665" y="99583"/>
                  <a:pt x="356978" y="100739"/>
                </a:cubicBezTo>
                <a:cubicBezTo>
                  <a:pt x="358293" y="101895"/>
                  <a:pt x="359870" y="102920"/>
                  <a:pt x="361708" y="103813"/>
                </a:cubicBezTo>
                <a:cubicBezTo>
                  <a:pt x="363547" y="104707"/>
                  <a:pt x="365571" y="105153"/>
                  <a:pt x="367779" y="105153"/>
                </a:cubicBezTo>
                <a:cubicBezTo>
                  <a:pt x="371563" y="105153"/>
                  <a:pt x="374715" y="104287"/>
                  <a:pt x="377238" y="102553"/>
                </a:cubicBezTo>
                <a:cubicBezTo>
                  <a:pt x="379761" y="100819"/>
                  <a:pt x="381757" y="98455"/>
                  <a:pt x="383228" y="95459"/>
                </a:cubicBezTo>
                <a:cubicBezTo>
                  <a:pt x="384700" y="92463"/>
                  <a:pt x="385725" y="89021"/>
                  <a:pt x="386302" y="85132"/>
                </a:cubicBezTo>
                <a:cubicBezTo>
                  <a:pt x="386880" y="81243"/>
                  <a:pt x="387168" y="77144"/>
                  <a:pt x="387168" y="72837"/>
                </a:cubicBezTo>
                <a:cubicBezTo>
                  <a:pt x="387168" y="69158"/>
                  <a:pt x="386958" y="65715"/>
                  <a:pt x="386538" y="62509"/>
                </a:cubicBezTo>
                <a:cubicBezTo>
                  <a:pt x="386118" y="59304"/>
                  <a:pt x="385356" y="56492"/>
                  <a:pt x="384253" y="54075"/>
                </a:cubicBezTo>
                <a:cubicBezTo>
                  <a:pt x="383149" y="51657"/>
                  <a:pt x="381599" y="49739"/>
                  <a:pt x="379603" y="48321"/>
                </a:cubicBezTo>
                <a:cubicBezTo>
                  <a:pt x="377606" y="46902"/>
                  <a:pt x="374978" y="46192"/>
                  <a:pt x="371720" y="46192"/>
                </a:cubicBezTo>
                <a:cubicBezTo>
                  <a:pt x="368987" y="46192"/>
                  <a:pt x="366464" y="46718"/>
                  <a:pt x="364152" y="47770"/>
                </a:cubicBezTo>
                <a:cubicBezTo>
                  <a:pt x="361839" y="48821"/>
                  <a:pt x="359842" y="50082"/>
                  <a:pt x="358159" y="51554"/>
                </a:cubicBezTo>
                <a:cubicBezTo>
                  <a:pt x="356479" y="53025"/>
                  <a:pt x="355165" y="54654"/>
                  <a:pt x="354219" y="56440"/>
                </a:cubicBezTo>
                <a:cubicBezTo>
                  <a:pt x="353274" y="58227"/>
                  <a:pt x="352802" y="59803"/>
                  <a:pt x="352802" y="61169"/>
                </a:cubicBezTo>
                <a:lnTo>
                  <a:pt x="352802" y="94275"/>
                </a:lnTo>
                <a:moveTo>
                  <a:pt x="337981" y="30111"/>
                </a:moveTo>
                <a:cubicBezTo>
                  <a:pt x="337981" y="25592"/>
                  <a:pt x="337928" y="21965"/>
                  <a:pt x="337822" y="19233"/>
                </a:cubicBezTo>
                <a:cubicBezTo>
                  <a:pt x="337718" y="16500"/>
                  <a:pt x="337324" y="14425"/>
                  <a:pt x="336641" y="13007"/>
                </a:cubicBezTo>
                <a:cubicBezTo>
                  <a:pt x="335958" y="11588"/>
                  <a:pt x="334880" y="10615"/>
                  <a:pt x="333408" y="10089"/>
                </a:cubicBezTo>
                <a:cubicBezTo>
                  <a:pt x="331938" y="9563"/>
                  <a:pt x="329836" y="9143"/>
                  <a:pt x="327103" y="8829"/>
                </a:cubicBezTo>
                <a:cubicBezTo>
                  <a:pt x="326579" y="8829"/>
                  <a:pt x="326185" y="8566"/>
                  <a:pt x="325922" y="8042"/>
                </a:cubicBezTo>
                <a:cubicBezTo>
                  <a:pt x="325659" y="7516"/>
                  <a:pt x="325501" y="6990"/>
                  <a:pt x="325448" y="6464"/>
                </a:cubicBezTo>
                <a:cubicBezTo>
                  <a:pt x="325395" y="5938"/>
                  <a:pt x="325500" y="5413"/>
                  <a:pt x="325763" y="4888"/>
                </a:cubicBezTo>
                <a:cubicBezTo>
                  <a:pt x="326026" y="4362"/>
                  <a:pt x="326473" y="4099"/>
                  <a:pt x="327103" y="4099"/>
                </a:cubicBezTo>
                <a:cubicBezTo>
                  <a:pt x="330152" y="3889"/>
                  <a:pt x="333594" y="3574"/>
                  <a:pt x="337430" y="3154"/>
                </a:cubicBezTo>
                <a:cubicBezTo>
                  <a:pt x="341266" y="2732"/>
                  <a:pt x="345129" y="1944"/>
                  <a:pt x="349018" y="789"/>
                </a:cubicBezTo>
                <a:cubicBezTo>
                  <a:pt x="350489" y="367"/>
                  <a:pt x="351461" y="446"/>
                  <a:pt x="351934" y="1025"/>
                </a:cubicBezTo>
                <a:cubicBezTo>
                  <a:pt x="352407" y="1602"/>
                  <a:pt x="352696" y="2207"/>
                  <a:pt x="352802" y="2839"/>
                </a:cubicBezTo>
                <a:lnTo>
                  <a:pt x="352802" y="48083"/>
                </a:lnTo>
                <a:cubicBezTo>
                  <a:pt x="352802" y="48293"/>
                  <a:pt x="352854" y="48398"/>
                  <a:pt x="352958" y="48398"/>
                </a:cubicBezTo>
                <a:cubicBezTo>
                  <a:pt x="353169" y="48398"/>
                  <a:pt x="353327" y="48293"/>
                  <a:pt x="353432" y="48083"/>
                </a:cubicBezTo>
                <a:cubicBezTo>
                  <a:pt x="355429" y="45036"/>
                  <a:pt x="358292" y="42304"/>
                  <a:pt x="362023" y="39887"/>
                </a:cubicBezTo>
                <a:cubicBezTo>
                  <a:pt x="365755" y="37469"/>
                  <a:pt x="370353" y="36260"/>
                  <a:pt x="375819" y="36260"/>
                </a:cubicBezTo>
                <a:cubicBezTo>
                  <a:pt x="380338" y="36260"/>
                  <a:pt x="384331" y="37232"/>
                  <a:pt x="387799" y="39178"/>
                </a:cubicBezTo>
                <a:cubicBezTo>
                  <a:pt x="391268" y="41121"/>
                  <a:pt x="394184" y="43696"/>
                  <a:pt x="396548" y="46902"/>
                </a:cubicBezTo>
                <a:cubicBezTo>
                  <a:pt x="398913" y="50108"/>
                  <a:pt x="400701" y="53813"/>
                  <a:pt x="401910" y="58018"/>
                </a:cubicBezTo>
                <a:cubicBezTo>
                  <a:pt x="403119" y="62222"/>
                  <a:pt x="403724" y="66583"/>
                  <a:pt x="403724" y="71102"/>
                </a:cubicBezTo>
                <a:cubicBezTo>
                  <a:pt x="403724" y="78038"/>
                  <a:pt x="402646" y="84056"/>
                  <a:pt x="400491" y="89154"/>
                </a:cubicBezTo>
                <a:cubicBezTo>
                  <a:pt x="398337" y="94250"/>
                  <a:pt x="395420" y="98455"/>
                  <a:pt x="391741" y="101766"/>
                </a:cubicBezTo>
                <a:cubicBezTo>
                  <a:pt x="388063" y="105076"/>
                  <a:pt x="383805" y="107546"/>
                  <a:pt x="378970" y="109176"/>
                </a:cubicBezTo>
                <a:cubicBezTo>
                  <a:pt x="374137" y="110803"/>
                  <a:pt x="369040" y="111617"/>
                  <a:pt x="363680" y="111617"/>
                </a:cubicBezTo>
                <a:cubicBezTo>
                  <a:pt x="360001" y="111617"/>
                  <a:pt x="356059" y="111381"/>
                  <a:pt x="351854" y="110908"/>
                </a:cubicBezTo>
                <a:cubicBezTo>
                  <a:pt x="347651" y="110436"/>
                  <a:pt x="343027" y="109306"/>
                  <a:pt x="337981" y="107518"/>
                </a:cubicBezTo>
                <a:lnTo>
                  <a:pt x="337981" y="30111"/>
                </a:lnTo>
                <a:close/>
                <a:moveTo>
                  <a:pt x="489487" y="82611"/>
                </a:moveTo>
                <a:cubicBezTo>
                  <a:pt x="489487" y="86920"/>
                  <a:pt x="489565" y="90414"/>
                  <a:pt x="489722" y="93094"/>
                </a:cubicBezTo>
                <a:cubicBezTo>
                  <a:pt x="489880" y="95774"/>
                  <a:pt x="490353" y="97876"/>
                  <a:pt x="491142" y="99402"/>
                </a:cubicBezTo>
                <a:cubicBezTo>
                  <a:pt x="491931" y="100925"/>
                  <a:pt x="493114" y="101976"/>
                  <a:pt x="494690" y="102553"/>
                </a:cubicBezTo>
                <a:cubicBezTo>
                  <a:pt x="496266" y="103130"/>
                  <a:pt x="498473" y="103419"/>
                  <a:pt x="501310" y="103419"/>
                </a:cubicBezTo>
                <a:cubicBezTo>
                  <a:pt x="501730" y="103419"/>
                  <a:pt x="502072" y="103656"/>
                  <a:pt x="502335" y="104129"/>
                </a:cubicBezTo>
                <a:cubicBezTo>
                  <a:pt x="502598" y="104602"/>
                  <a:pt x="502729" y="105154"/>
                  <a:pt x="502729" y="105786"/>
                </a:cubicBezTo>
                <a:cubicBezTo>
                  <a:pt x="502729" y="106310"/>
                  <a:pt x="502624" y="106836"/>
                  <a:pt x="502414" y="107362"/>
                </a:cubicBezTo>
                <a:cubicBezTo>
                  <a:pt x="502204" y="107888"/>
                  <a:pt x="501836" y="108151"/>
                  <a:pt x="501310" y="108151"/>
                </a:cubicBezTo>
                <a:cubicBezTo>
                  <a:pt x="500470" y="108151"/>
                  <a:pt x="499760" y="108177"/>
                  <a:pt x="499181" y="108230"/>
                </a:cubicBezTo>
                <a:cubicBezTo>
                  <a:pt x="498604" y="108281"/>
                  <a:pt x="498026" y="108334"/>
                  <a:pt x="497447" y="108387"/>
                </a:cubicBezTo>
                <a:cubicBezTo>
                  <a:pt x="496869" y="108439"/>
                  <a:pt x="496239" y="108519"/>
                  <a:pt x="495556" y="108625"/>
                </a:cubicBezTo>
                <a:cubicBezTo>
                  <a:pt x="494873" y="108729"/>
                  <a:pt x="494006" y="108833"/>
                  <a:pt x="492956" y="108937"/>
                </a:cubicBezTo>
                <a:cubicBezTo>
                  <a:pt x="492114" y="109043"/>
                  <a:pt x="490931" y="109254"/>
                  <a:pt x="489407" y="109570"/>
                </a:cubicBezTo>
                <a:cubicBezTo>
                  <a:pt x="487884" y="109884"/>
                  <a:pt x="486334" y="110199"/>
                  <a:pt x="484757" y="110513"/>
                </a:cubicBezTo>
                <a:cubicBezTo>
                  <a:pt x="483181" y="110829"/>
                  <a:pt x="481709" y="111092"/>
                  <a:pt x="480343" y="111302"/>
                </a:cubicBezTo>
                <a:cubicBezTo>
                  <a:pt x="478977" y="111512"/>
                  <a:pt x="478083" y="111617"/>
                  <a:pt x="477663" y="111617"/>
                </a:cubicBezTo>
                <a:cubicBezTo>
                  <a:pt x="475771" y="111617"/>
                  <a:pt x="474825" y="108674"/>
                  <a:pt x="474825" y="102789"/>
                </a:cubicBezTo>
                <a:cubicBezTo>
                  <a:pt x="474825" y="102579"/>
                  <a:pt x="474720" y="102448"/>
                  <a:pt x="474509" y="102397"/>
                </a:cubicBezTo>
                <a:cubicBezTo>
                  <a:pt x="474299" y="102344"/>
                  <a:pt x="474089" y="102422"/>
                  <a:pt x="473879" y="102632"/>
                </a:cubicBezTo>
                <a:cubicBezTo>
                  <a:pt x="469990" y="105995"/>
                  <a:pt x="466075" y="108334"/>
                  <a:pt x="462133" y="109647"/>
                </a:cubicBezTo>
                <a:cubicBezTo>
                  <a:pt x="458192" y="110960"/>
                  <a:pt x="454383" y="111617"/>
                  <a:pt x="450704" y="111617"/>
                </a:cubicBezTo>
                <a:cubicBezTo>
                  <a:pt x="445868" y="111617"/>
                  <a:pt x="441874" y="111013"/>
                  <a:pt x="438721" y="109806"/>
                </a:cubicBezTo>
                <a:cubicBezTo>
                  <a:pt x="435568" y="108597"/>
                  <a:pt x="433099" y="106836"/>
                  <a:pt x="431312" y="104523"/>
                </a:cubicBezTo>
                <a:cubicBezTo>
                  <a:pt x="429526" y="102211"/>
                  <a:pt x="428264" y="99347"/>
                  <a:pt x="427528" y="95933"/>
                </a:cubicBezTo>
                <a:cubicBezTo>
                  <a:pt x="426792" y="92517"/>
                  <a:pt x="426424" y="88654"/>
                  <a:pt x="426424" y="84345"/>
                </a:cubicBezTo>
                <a:lnTo>
                  <a:pt x="426424" y="66529"/>
                </a:lnTo>
                <a:cubicBezTo>
                  <a:pt x="426424" y="62010"/>
                  <a:pt x="426319" y="58489"/>
                  <a:pt x="426109" y="55966"/>
                </a:cubicBezTo>
                <a:cubicBezTo>
                  <a:pt x="425899" y="53444"/>
                  <a:pt x="425426" y="51552"/>
                  <a:pt x="424690" y="50291"/>
                </a:cubicBezTo>
                <a:cubicBezTo>
                  <a:pt x="423955" y="49029"/>
                  <a:pt x="422852" y="48188"/>
                  <a:pt x="421379" y="47768"/>
                </a:cubicBezTo>
                <a:cubicBezTo>
                  <a:pt x="419909" y="47348"/>
                  <a:pt x="417912" y="46980"/>
                  <a:pt x="415390" y="46666"/>
                </a:cubicBezTo>
                <a:cubicBezTo>
                  <a:pt x="414863" y="46666"/>
                  <a:pt x="414469" y="46403"/>
                  <a:pt x="414206" y="45877"/>
                </a:cubicBezTo>
                <a:cubicBezTo>
                  <a:pt x="413945" y="45351"/>
                  <a:pt x="413787" y="44826"/>
                  <a:pt x="413734" y="44301"/>
                </a:cubicBezTo>
                <a:cubicBezTo>
                  <a:pt x="413682" y="43775"/>
                  <a:pt x="413787" y="43249"/>
                  <a:pt x="414050" y="42723"/>
                </a:cubicBezTo>
                <a:cubicBezTo>
                  <a:pt x="414313" y="42197"/>
                  <a:pt x="414759" y="41934"/>
                  <a:pt x="415390" y="41934"/>
                </a:cubicBezTo>
                <a:cubicBezTo>
                  <a:pt x="416440" y="41830"/>
                  <a:pt x="417832" y="41673"/>
                  <a:pt x="419566" y="41463"/>
                </a:cubicBezTo>
                <a:cubicBezTo>
                  <a:pt x="421301" y="41253"/>
                  <a:pt x="423167" y="40938"/>
                  <a:pt x="425163" y="40517"/>
                </a:cubicBezTo>
                <a:cubicBezTo>
                  <a:pt x="427160" y="40096"/>
                  <a:pt x="429235" y="39649"/>
                  <a:pt x="431389" y="39178"/>
                </a:cubicBezTo>
                <a:cubicBezTo>
                  <a:pt x="433545" y="38704"/>
                  <a:pt x="435568" y="38205"/>
                  <a:pt x="437461" y="37679"/>
                </a:cubicBezTo>
                <a:cubicBezTo>
                  <a:pt x="438931" y="37259"/>
                  <a:pt x="439930" y="37495"/>
                  <a:pt x="440456" y="38388"/>
                </a:cubicBezTo>
                <a:cubicBezTo>
                  <a:pt x="440982" y="39282"/>
                  <a:pt x="441245" y="40044"/>
                  <a:pt x="441245" y="40674"/>
                </a:cubicBezTo>
                <a:lnTo>
                  <a:pt x="441245" y="78196"/>
                </a:lnTo>
                <a:cubicBezTo>
                  <a:pt x="441245" y="82400"/>
                  <a:pt x="441428" y="85973"/>
                  <a:pt x="441796" y="88916"/>
                </a:cubicBezTo>
                <a:cubicBezTo>
                  <a:pt x="442165" y="91858"/>
                  <a:pt x="442821" y="94276"/>
                  <a:pt x="443766" y="96168"/>
                </a:cubicBezTo>
                <a:cubicBezTo>
                  <a:pt x="444712" y="98059"/>
                  <a:pt x="446026" y="99426"/>
                  <a:pt x="447706" y="100268"/>
                </a:cubicBezTo>
                <a:cubicBezTo>
                  <a:pt x="449389" y="101108"/>
                  <a:pt x="451491" y="101528"/>
                  <a:pt x="454014" y="101528"/>
                </a:cubicBezTo>
                <a:cubicBezTo>
                  <a:pt x="457587" y="101528"/>
                  <a:pt x="461318" y="100898"/>
                  <a:pt x="465207" y="99637"/>
                </a:cubicBezTo>
                <a:cubicBezTo>
                  <a:pt x="469096" y="98375"/>
                  <a:pt x="472039" y="96851"/>
                  <a:pt x="474036" y="95064"/>
                </a:cubicBezTo>
                <a:cubicBezTo>
                  <a:pt x="474351" y="94748"/>
                  <a:pt x="474535" y="94170"/>
                  <a:pt x="474586" y="93330"/>
                </a:cubicBezTo>
                <a:cubicBezTo>
                  <a:pt x="474639" y="92490"/>
                  <a:pt x="474666" y="91859"/>
                  <a:pt x="474666" y="91439"/>
                </a:cubicBezTo>
                <a:lnTo>
                  <a:pt x="474666" y="66529"/>
                </a:lnTo>
                <a:cubicBezTo>
                  <a:pt x="474666" y="62010"/>
                  <a:pt x="474613" y="58489"/>
                  <a:pt x="474507" y="55966"/>
                </a:cubicBezTo>
                <a:cubicBezTo>
                  <a:pt x="474403" y="53444"/>
                  <a:pt x="474036" y="51552"/>
                  <a:pt x="473405" y="50291"/>
                </a:cubicBezTo>
                <a:cubicBezTo>
                  <a:pt x="472775" y="49029"/>
                  <a:pt x="471803" y="48188"/>
                  <a:pt x="470490" y="47768"/>
                </a:cubicBezTo>
                <a:cubicBezTo>
                  <a:pt x="469176" y="47348"/>
                  <a:pt x="467258" y="46980"/>
                  <a:pt x="464735" y="46666"/>
                </a:cubicBezTo>
                <a:cubicBezTo>
                  <a:pt x="464209" y="46560"/>
                  <a:pt x="463815" y="46271"/>
                  <a:pt x="463552" y="45798"/>
                </a:cubicBezTo>
                <a:cubicBezTo>
                  <a:pt x="463289" y="45325"/>
                  <a:pt x="463131" y="44799"/>
                  <a:pt x="463078" y="44222"/>
                </a:cubicBezTo>
                <a:cubicBezTo>
                  <a:pt x="463027" y="43643"/>
                  <a:pt x="463132" y="43117"/>
                  <a:pt x="463393" y="42644"/>
                </a:cubicBezTo>
                <a:cubicBezTo>
                  <a:pt x="463656" y="42171"/>
                  <a:pt x="464104" y="41934"/>
                  <a:pt x="464735" y="41934"/>
                </a:cubicBezTo>
                <a:cubicBezTo>
                  <a:pt x="468519" y="41724"/>
                  <a:pt x="471987" y="41252"/>
                  <a:pt x="475140" y="40517"/>
                </a:cubicBezTo>
                <a:cubicBezTo>
                  <a:pt x="478293" y="39781"/>
                  <a:pt x="481814" y="38835"/>
                  <a:pt x="485703" y="37679"/>
                </a:cubicBezTo>
                <a:cubicBezTo>
                  <a:pt x="487173" y="37259"/>
                  <a:pt x="488172" y="37495"/>
                  <a:pt x="488698" y="38388"/>
                </a:cubicBezTo>
                <a:cubicBezTo>
                  <a:pt x="489224" y="39282"/>
                  <a:pt x="489487" y="40044"/>
                  <a:pt x="489487" y="40674"/>
                </a:cubicBezTo>
                <a:lnTo>
                  <a:pt x="489487" y="82611"/>
                </a:lnTo>
                <a:close/>
                <a:moveTo>
                  <a:pt x="530918" y="85762"/>
                </a:moveTo>
                <a:cubicBezTo>
                  <a:pt x="530918" y="91648"/>
                  <a:pt x="531575" y="96010"/>
                  <a:pt x="532888" y="98848"/>
                </a:cubicBezTo>
                <a:cubicBezTo>
                  <a:pt x="534202" y="101685"/>
                  <a:pt x="536593" y="103104"/>
                  <a:pt x="540062" y="103104"/>
                </a:cubicBezTo>
                <a:cubicBezTo>
                  <a:pt x="542478" y="103104"/>
                  <a:pt x="544764" y="102737"/>
                  <a:pt x="546918" y="102002"/>
                </a:cubicBezTo>
                <a:cubicBezTo>
                  <a:pt x="549073" y="101266"/>
                  <a:pt x="550729" y="100478"/>
                  <a:pt x="551885" y="99637"/>
                </a:cubicBezTo>
                <a:cubicBezTo>
                  <a:pt x="552201" y="99427"/>
                  <a:pt x="552569" y="99401"/>
                  <a:pt x="552989" y="99558"/>
                </a:cubicBezTo>
                <a:cubicBezTo>
                  <a:pt x="553410" y="99715"/>
                  <a:pt x="553777" y="99978"/>
                  <a:pt x="554091" y="100347"/>
                </a:cubicBezTo>
                <a:cubicBezTo>
                  <a:pt x="554407" y="100714"/>
                  <a:pt x="554644" y="101108"/>
                  <a:pt x="554801" y="101528"/>
                </a:cubicBezTo>
                <a:cubicBezTo>
                  <a:pt x="554960" y="101948"/>
                  <a:pt x="554934" y="102316"/>
                  <a:pt x="554724" y="102632"/>
                </a:cubicBezTo>
                <a:cubicBezTo>
                  <a:pt x="552727" y="105889"/>
                  <a:pt x="550126" y="108201"/>
                  <a:pt x="546920" y="109568"/>
                </a:cubicBezTo>
                <a:cubicBezTo>
                  <a:pt x="543714" y="110934"/>
                  <a:pt x="539957" y="111617"/>
                  <a:pt x="535647" y="111617"/>
                </a:cubicBezTo>
                <a:cubicBezTo>
                  <a:pt x="528501" y="111617"/>
                  <a:pt x="523457" y="110015"/>
                  <a:pt x="520514" y="106811"/>
                </a:cubicBezTo>
                <a:cubicBezTo>
                  <a:pt x="517571" y="103605"/>
                  <a:pt x="516100" y="98586"/>
                  <a:pt x="516100" y="91754"/>
                </a:cubicBezTo>
                <a:lnTo>
                  <a:pt x="516100" y="51237"/>
                </a:lnTo>
                <a:cubicBezTo>
                  <a:pt x="516100" y="49976"/>
                  <a:pt x="516047" y="48978"/>
                  <a:pt x="515941" y="48242"/>
                </a:cubicBezTo>
                <a:cubicBezTo>
                  <a:pt x="515837" y="47506"/>
                  <a:pt x="515521" y="46980"/>
                  <a:pt x="514995" y="46666"/>
                </a:cubicBezTo>
                <a:cubicBezTo>
                  <a:pt x="514469" y="46350"/>
                  <a:pt x="513602" y="46166"/>
                  <a:pt x="512392" y="46113"/>
                </a:cubicBezTo>
                <a:cubicBezTo>
                  <a:pt x="511185" y="46060"/>
                  <a:pt x="509478" y="46033"/>
                  <a:pt x="507271" y="46033"/>
                </a:cubicBezTo>
                <a:cubicBezTo>
                  <a:pt x="506955" y="46033"/>
                  <a:pt x="506692" y="45718"/>
                  <a:pt x="506482" y="45088"/>
                </a:cubicBezTo>
                <a:cubicBezTo>
                  <a:pt x="506272" y="44458"/>
                  <a:pt x="506140" y="43775"/>
                  <a:pt x="506087" y="43039"/>
                </a:cubicBezTo>
                <a:cubicBezTo>
                  <a:pt x="506035" y="42302"/>
                  <a:pt x="506113" y="41619"/>
                  <a:pt x="506323" y="40989"/>
                </a:cubicBezTo>
                <a:cubicBezTo>
                  <a:pt x="506535" y="40359"/>
                  <a:pt x="506851" y="40044"/>
                  <a:pt x="507271" y="40044"/>
                </a:cubicBezTo>
                <a:cubicBezTo>
                  <a:pt x="509898" y="39833"/>
                  <a:pt x="512157" y="39440"/>
                  <a:pt x="514048" y="38862"/>
                </a:cubicBezTo>
                <a:cubicBezTo>
                  <a:pt x="515940" y="38283"/>
                  <a:pt x="517543" y="37364"/>
                  <a:pt x="518856" y="36103"/>
                </a:cubicBezTo>
                <a:cubicBezTo>
                  <a:pt x="520171" y="34841"/>
                  <a:pt x="521223" y="33133"/>
                  <a:pt x="522010" y="30979"/>
                </a:cubicBezTo>
                <a:cubicBezTo>
                  <a:pt x="522799" y="28824"/>
                  <a:pt x="523456" y="26013"/>
                  <a:pt x="523980" y="22545"/>
                </a:cubicBezTo>
                <a:cubicBezTo>
                  <a:pt x="524086" y="21913"/>
                  <a:pt x="524507" y="21440"/>
                  <a:pt x="525243" y="21126"/>
                </a:cubicBezTo>
                <a:cubicBezTo>
                  <a:pt x="525979" y="20810"/>
                  <a:pt x="526768" y="20652"/>
                  <a:pt x="527608" y="20652"/>
                </a:cubicBezTo>
                <a:cubicBezTo>
                  <a:pt x="528448" y="20652"/>
                  <a:pt x="529210" y="20784"/>
                  <a:pt x="529893" y="21047"/>
                </a:cubicBezTo>
                <a:cubicBezTo>
                  <a:pt x="530576" y="21310"/>
                  <a:pt x="530918" y="21651"/>
                  <a:pt x="530918" y="22071"/>
                </a:cubicBezTo>
                <a:lnTo>
                  <a:pt x="530918" y="35629"/>
                </a:lnTo>
                <a:cubicBezTo>
                  <a:pt x="530918" y="37312"/>
                  <a:pt x="530997" y="38284"/>
                  <a:pt x="531154" y="38547"/>
                </a:cubicBezTo>
                <a:cubicBezTo>
                  <a:pt x="531313" y="38809"/>
                  <a:pt x="531970" y="38939"/>
                  <a:pt x="533126" y="38939"/>
                </a:cubicBezTo>
                <a:lnTo>
                  <a:pt x="549520" y="38939"/>
                </a:lnTo>
                <a:cubicBezTo>
                  <a:pt x="550257" y="38939"/>
                  <a:pt x="550730" y="39360"/>
                  <a:pt x="550940" y="40202"/>
                </a:cubicBezTo>
                <a:cubicBezTo>
                  <a:pt x="551150" y="41043"/>
                  <a:pt x="551255" y="41778"/>
                  <a:pt x="551255" y="42408"/>
                </a:cubicBezTo>
                <a:cubicBezTo>
                  <a:pt x="551255" y="43039"/>
                  <a:pt x="551123" y="43800"/>
                  <a:pt x="550860" y="44694"/>
                </a:cubicBezTo>
                <a:cubicBezTo>
                  <a:pt x="550599" y="45587"/>
                  <a:pt x="550047" y="46033"/>
                  <a:pt x="549205" y="46033"/>
                </a:cubicBezTo>
                <a:lnTo>
                  <a:pt x="532337" y="46033"/>
                </a:lnTo>
                <a:cubicBezTo>
                  <a:pt x="531601" y="46033"/>
                  <a:pt x="531180" y="46218"/>
                  <a:pt x="531074" y="46587"/>
                </a:cubicBezTo>
                <a:cubicBezTo>
                  <a:pt x="530970" y="46954"/>
                  <a:pt x="530918" y="48294"/>
                  <a:pt x="530918" y="50607"/>
                </a:cubicBezTo>
                <a:lnTo>
                  <a:pt x="530918" y="85762"/>
                </a:lnTo>
                <a:close/>
                <a:moveTo>
                  <a:pt x="585198" y="90965"/>
                </a:moveTo>
                <a:cubicBezTo>
                  <a:pt x="585198" y="93594"/>
                  <a:pt x="585250" y="95801"/>
                  <a:pt x="585355" y="97588"/>
                </a:cubicBezTo>
                <a:cubicBezTo>
                  <a:pt x="585460" y="99374"/>
                  <a:pt x="585828" y="100846"/>
                  <a:pt x="586459" y="102002"/>
                </a:cubicBezTo>
                <a:cubicBezTo>
                  <a:pt x="587089" y="103158"/>
                  <a:pt x="588061" y="104052"/>
                  <a:pt x="589374" y="104682"/>
                </a:cubicBezTo>
                <a:cubicBezTo>
                  <a:pt x="590689" y="105312"/>
                  <a:pt x="592555" y="105785"/>
                  <a:pt x="594972" y="106101"/>
                </a:cubicBezTo>
                <a:cubicBezTo>
                  <a:pt x="595602" y="106205"/>
                  <a:pt x="596076" y="106494"/>
                  <a:pt x="596391" y="106967"/>
                </a:cubicBezTo>
                <a:cubicBezTo>
                  <a:pt x="596707" y="107440"/>
                  <a:pt x="596865" y="107992"/>
                  <a:pt x="596865" y="108622"/>
                </a:cubicBezTo>
                <a:cubicBezTo>
                  <a:pt x="596865" y="109148"/>
                  <a:pt x="596707" y="109648"/>
                  <a:pt x="596391" y="110121"/>
                </a:cubicBezTo>
                <a:cubicBezTo>
                  <a:pt x="596076" y="110594"/>
                  <a:pt x="595602" y="110831"/>
                  <a:pt x="594972" y="110831"/>
                </a:cubicBezTo>
                <a:cubicBezTo>
                  <a:pt x="593080" y="110831"/>
                  <a:pt x="590609" y="110646"/>
                  <a:pt x="587560" y="110277"/>
                </a:cubicBezTo>
                <a:cubicBezTo>
                  <a:pt x="584513" y="109910"/>
                  <a:pt x="581413" y="109726"/>
                  <a:pt x="578260" y="109726"/>
                </a:cubicBezTo>
                <a:cubicBezTo>
                  <a:pt x="574897" y="109726"/>
                  <a:pt x="571613" y="109910"/>
                  <a:pt x="568407" y="110277"/>
                </a:cubicBezTo>
                <a:cubicBezTo>
                  <a:pt x="565201" y="110646"/>
                  <a:pt x="562127" y="110831"/>
                  <a:pt x="559184" y="110831"/>
                </a:cubicBezTo>
                <a:cubicBezTo>
                  <a:pt x="558660" y="110831"/>
                  <a:pt x="558240" y="110594"/>
                  <a:pt x="557924" y="110121"/>
                </a:cubicBezTo>
                <a:cubicBezTo>
                  <a:pt x="557609" y="109648"/>
                  <a:pt x="557452" y="109148"/>
                  <a:pt x="557452" y="108622"/>
                </a:cubicBezTo>
                <a:cubicBezTo>
                  <a:pt x="557452" y="107992"/>
                  <a:pt x="557609" y="107440"/>
                  <a:pt x="557924" y="106967"/>
                </a:cubicBezTo>
                <a:cubicBezTo>
                  <a:pt x="558240" y="106494"/>
                  <a:pt x="558713" y="106205"/>
                  <a:pt x="559343" y="106101"/>
                </a:cubicBezTo>
                <a:cubicBezTo>
                  <a:pt x="562076" y="105785"/>
                  <a:pt x="564204" y="105312"/>
                  <a:pt x="565727" y="104682"/>
                </a:cubicBezTo>
                <a:cubicBezTo>
                  <a:pt x="567251" y="104052"/>
                  <a:pt x="568354" y="103185"/>
                  <a:pt x="569037" y="102081"/>
                </a:cubicBezTo>
                <a:cubicBezTo>
                  <a:pt x="569721" y="100976"/>
                  <a:pt x="570114" y="99610"/>
                  <a:pt x="570219" y="97982"/>
                </a:cubicBezTo>
                <a:cubicBezTo>
                  <a:pt x="570324" y="96353"/>
                  <a:pt x="570377" y="94329"/>
                  <a:pt x="570377" y="91911"/>
                </a:cubicBezTo>
                <a:lnTo>
                  <a:pt x="570377" y="66529"/>
                </a:lnTo>
                <a:cubicBezTo>
                  <a:pt x="570377" y="62010"/>
                  <a:pt x="570272" y="58384"/>
                  <a:pt x="570062" y="55651"/>
                </a:cubicBezTo>
                <a:cubicBezTo>
                  <a:pt x="569852" y="52918"/>
                  <a:pt x="569379" y="50843"/>
                  <a:pt x="568643" y="49425"/>
                </a:cubicBezTo>
                <a:cubicBezTo>
                  <a:pt x="567908" y="48006"/>
                  <a:pt x="566805" y="47033"/>
                  <a:pt x="565333" y="46507"/>
                </a:cubicBezTo>
                <a:cubicBezTo>
                  <a:pt x="563862" y="45981"/>
                  <a:pt x="561866" y="45561"/>
                  <a:pt x="559343" y="45247"/>
                </a:cubicBezTo>
                <a:cubicBezTo>
                  <a:pt x="558713" y="45247"/>
                  <a:pt x="558240" y="44984"/>
                  <a:pt x="557924" y="44458"/>
                </a:cubicBezTo>
                <a:cubicBezTo>
                  <a:pt x="557609" y="43932"/>
                  <a:pt x="557452" y="43407"/>
                  <a:pt x="557452" y="42882"/>
                </a:cubicBezTo>
                <a:cubicBezTo>
                  <a:pt x="557452" y="42356"/>
                  <a:pt x="557609" y="41831"/>
                  <a:pt x="557924" y="41306"/>
                </a:cubicBezTo>
                <a:cubicBezTo>
                  <a:pt x="558240" y="40780"/>
                  <a:pt x="558713" y="40517"/>
                  <a:pt x="559343" y="40517"/>
                </a:cubicBezTo>
                <a:cubicBezTo>
                  <a:pt x="560393" y="40412"/>
                  <a:pt x="561680" y="40307"/>
                  <a:pt x="563204" y="40202"/>
                </a:cubicBezTo>
                <a:cubicBezTo>
                  <a:pt x="564729" y="40096"/>
                  <a:pt x="566332" y="39965"/>
                  <a:pt x="568013" y="39808"/>
                </a:cubicBezTo>
                <a:cubicBezTo>
                  <a:pt x="569695" y="39649"/>
                  <a:pt x="571403" y="39439"/>
                  <a:pt x="573137" y="39178"/>
                </a:cubicBezTo>
                <a:cubicBezTo>
                  <a:pt x="574872" y="38915"/>
                  <a:pt x="576423" y="38625"/>
                  <a:pt x="577789" y="38309"/>
                </a:cubicBezTo>
                <a:cubicBezTo>
                  <a:pt x="578945" y="38099"/>
                  <a:pt x="579865" y="37862"/>
                  <a:pt x="580548" y="37599"/>
                </a:cubicBezTo>
                <a:cubicBezTo>
                  <a:pt x="581231" y="37336"/>
                  <a:pt x="581783" y="37205"/>
                  <a:pt x="582203" y="37205"/>
                </a:cubicBezTo>
                <a:cubicBezTo>
                  <a:pt x="583464" y="37205"/>
                  <a:pt x="584278" y="37573"/>
                  <a:pt x="584645" y="38309"/>
                </a:cubicBezTo>
                <a:cubicBezTo>
                  <a:pt x="585014" y="39045"/>
                  <a:pt x="585198" y="39728"/>
                  <a:pt x="585198" y="40359"/>
                </a:cubicBezTo>
                <a:lnTo>
                  <a:pt x="585198" y="90965"/>
                </a:lnTo>
                <a:moveTo>
                  <a:pt x="576841" y="21126"/>
                </a:moveTo>
                <a:cubicBezTo>
                  <a:pt x="574214" y="21126"/>
                  <a:pt x="571955" y="20311"/>
                  <a:pt x="570062" y="18682"/>
                </a:cubicBezTo>
                <a:cubicBezTo>
                  <a:pt x="568171" y="17052"/>
                  <a:pt x="567226" y="15029"/>
                  <a:pt x="567226" y="12613"/>
                </a:cubicBezTo>
                <a:cubicBezTo>
                  <a:pt x="567226" y="10194"/>
                  <a:pt x="568119" y="8145"/>
                  <a:pt x="569906" y="6464"/>
                </a:cubicBezTo>
                <a:cubicBezTo>
                  <a:pt x="571692" y="4782"/>
                  <a:pt x="573899" y="3940"/>
                  <a:pt x="576526" y="3940"/>
                </a:cubicBezTo>
                <a:cubicBezTo>
                  <a:pt x="579049" y="3940"/>
                  <a:pt x="581125" y="4808"/>
                  <a:pt x="582754" y="6543"/>
                </a:cubicBezTo>
                <a:cubicBezTo>
                  <a:pt x="584384" y="8277"/>
                  <a:pt x="585198" y="10352"/>
                  <a:pt x="585198" y="12769"/>
                </a:cubicBezTo>
                <a:cubicBezTo>
                  <a:pt x="585198" y="15081"/>
                  <a:pt x="584410" y="17052"/>
                  <a:pt x="582834" y="18682"/>
                </a:cubicBezTo>
                <a:cubicBezTo>
                  <a:pt x="581257" y="20311"/>
                  <a:pt x="579260" y="21126"/>
                  <a:pt x="576841" y="21126"/>
                </a:cubicBezTo>
                <a:close/>
                <a:moveTo>
                  <a:pt x="678607" y="71889"/>
                </a:moveTo>
                <a:cubicBezTo>
                  <a:pt x="678607" y="78301"/>
                  <a:pt x="677714" y="83976"/>
                  <a:pt x="675928" y="88916"/>
                </a:cubicBezTo>
                <a:cubicBezTo>
                  <a:pt x="674141" y="93855"/>
                  <a:pt x="671592" y="98007"/>
                  <a:pt x="668280" y="101372"/>
                </a:cubicBezTo>
                <a:cubicBezTo>
                  <a:pt x="664970" y="104735"/>
                  <a:pt x="661002" y="107283"/>
                  <a:pt x="656377" y="109017"/>
                </a:cubicBezTo>
                <a:cubicBezTo>
                  <a:pt x="651754" y="110750"/>
                  <a:pt x="646604" y="111617"/>
                  <a:pt x="640929" y="111617"/>
                </a:cubicBezTo>
                <a:cubicBezTo>
                  <a:pt x="635989" y="111617"/>
                  <a:pt x="631417" y="110803"/>
                  <a:pt x="627212" y="109176"/>
                </a:cubicBezTo>
                <a:cubicBezTo>
                  <a:pt x="623009" y="107546"/>
                  <a:pt x="619382" y="105129"/>
                  <a:pt x="616334" y="101923"/>
                </a:cubicBezTo>
                <a:cubicBezTo>
                  <a:pt x="613287" y="98717"/>
                  <a:pt x="610869" y="94671"/>
                  <a:pt x="609081" y="89784"/>
                </a:cubicBezTo>
                <a:cubicBezTo>
                  <a:pt x="607294" y="84896"/>
                  <a:pt x="606401" y="79141"/>
                  <a:pt x="606401" y="72519"/>
                </a:cubicBezTo>
                <a:cubicBezTo>
                  <a:pt x="606401" y="67159"/>
                  <a:pt x="607294" y="62246"/>
                  <a:pt x="609081" y="57780"/>
                </a:cubicBezTo>
                <a:cubicBezTo>
                  <a:pt x="610869" y="53314"/>
                  <a:pt x="613365" y="49504"/>
                  <a:pt x="616570" y="46351"/>
                </a:cubicBezTo>
                <a:cubicBezTo>
                  <a:pt x="619775" y="43196"/>
                  <a:pt x="623638" y="40726"/>
                  <a:pt x="628157" y="38939"/>
                </a:cubicBezTo>
                <a:cubicBezTo>
                  <a:pt x="632677" y="37153"/>
                  <a:pt x="637617" y="36260"/>
                  <a:pt x="642978" y="36260"/>
                </a:cubicBezTo>
                <a:cubicBezTo>
                  <a:pt x="648128" y="36260"/>
                  <a:pt x="652883" y="37048"/>
                  <a:pt x="657243" y="38624"/>
                </a:cubicBezTo>
                <a:cubicBezTo>
                  <a:pt x="661606" y="40201"/>
                  <a:pt x="665363" y="42487"/>
                  <a:pt x="668516" y="45483"/>
                </a:cubicBezTo>
                <a:cubicBezTo>
                  <a:pt x="671671" y="48478"/>
                  <a:pt x="674141" y="52184"/>
                  <a:pt x="675928" y="56599"/>
                </a:cubicBezTo>
                <a:cubicBezTo>
                  <a:pt x="677714" y="61012"/>
                  <a:pt x="678607" y="66109"/>
                  <a:pt x="678607" y="71889"/>
                </a:cubicBezTo>
                <a:moveTo>
                  <a:pt x="662055" y="73623"/>
                </a:moveTo>
                <a:cubicBezTo>
                  <a:pt x="662055" y="69630"/>
                  <a:pt x="661792" y="65742"/>
                  <a:pt x="661266" y="61959"/>
                </a:cubicBezTo>
                <a:cubicBezTo>
                  <a:pt x="660739" y="58174"/>
                  <a:pt x="659793" y="54810"/>
                  <a:pt x="658427" y="51867"/>
                </a:cubicBezTo>
                <a:cubicBezTo>
                  <a:pt x="657061" y="48924"/>
                  <a:pt x="655169" y="46559"/>
                  <a:pt x="652752" y="44773"/>
                </a:cubicBezTo>
                <a:cubicBezTo>
                  <a:pt x="650335" y="42986"/>
                  <a:pt x="647234" y="42093"/>
                  <a:pt x="643450" y="42093"/>
                </a:cubicBezTo>
                <a:cubicBezTo>
                  <a:pt x="639246" y="42093"/>
                  <a:pt x="635830" y="42986"/>
                  <a:pt x="633202" y="44773"/>
                </a:cubicBezTo>
                <a:cubicBezTo>
                  <a:pt x="630575" y="46559"/>
                  <a:pt x="628500" y="48951"/>
                  <a:pt x="626976" y="51946"/>
                </a:cubicBezTo>
                <a:cubicBezTo>
                  <a:pt x="625453" y="54942"/>
                  <a:pt x="624401" y="58332"/>
                  <a:pt x="623822" y="62115"/>
                </a:cubicBezTo>
                <a:cubicBezTo>
                  <a:pt x="623245" y="65898"/>
                  <a:pt x="622956" y="69839"/>
                  <a:pt x="622956" y="73938"/>
                </a:cubicBezTo>
                <a:cubicBezTo>
                  <a:pt x="622956" y="77511"/>
                  <a:pt x="623219" y="81190"/>
                  <a:pt x="623743" y="84975"/>
                </a:cubicBezTo>
                <a:cubicBezTo>
                  <a:pt x="624269" y="88758"/>
                  <a:pt x="625267" y="92174"/>
                  <a:pt x="626738" y="95223"/>
                </a:cubicBezTo>
                <a:cubicBezTo>
                  <a:pt x="628210" y="98270"/>
                  <a:pt x="630233" y="100793"/>
                  <a:pt x="632807" y="102791"/>
                </a:cubicBezTo>
                <a:cubicBezTo>
                  <a:pt x="635383" y="104788"/>
                  <a:pt x="638668" y="105786"/>
                  <a:pt x="642663" y="105786"/>
                </a:cubicBezTo>
                <a:cubicBezTo>
                  <a:pt x="646762" y="105786"/>
                  <a:pt x="650072" y="104840"/>
                  <a:pt x="652593" y="102947"/>
                </a:cubicBezTo>
                <a:cubicBezTo>
                  <a:pt x="655116" y="101055"/>
                  <a:pt x="657087" y="98585"/>
                  <a:pt x="658506" y="95538"/>
                </a:cubicBezTo>
                <a:cubicBezTo>
                  <a:pt x="659926" y="92490"/>
                  <a:pt x="660872" y="89047"/>
                  <a:pt x="661345" y="85211"/>
                </a:cubicBezTo>
                <a:cubicBezTo>
                  <a:pt x="661818" y="81375"/>
                  <a:pt x="662055" y="77512"/>
                  <a:pt x="662055" y="73623"/>
                </a:cubicBezTo>
                <a:close/>
                <a:moveTo>
                  <a:pt x="715041" y="90965"/>
                </a:moveTo>
                <a:cubicBezTo>
                  <a:pt x="715041" y="93594"/>
                  <a:pt x="715093" y="95801"/>
                  <a:pt x="715198" y="97588"/>
                </a:cubicBezTo>
                <a:cubicBezTo>
                  <a:pt x="715303" y="99374"/>
                  <a:pt x="715593" y="100846"/>
                  <a:pt x="716066" y="102002"/>
                </a:cubicBezTo>
                <a:cubicBezTo>
                  <a:pt x="716539" y="103158"/>
                  <a:pt x="717327" y="104052"/>
                  <a:pt x="718431" y="104682"/>
                </a:cubicBezTo>
                <a:cubicBezTo>
                  <a:pt x="719534" y="105312"/>
                  <a:pt x="721084" y="105785"/>
                  <a:pt x="723081" y="106101"/>
                </a:cubicBezTo>
                <a:cubicBezTo>
                  <a:pt x="723711" y="106205"/>
                  <a:pt x="724184" y="106494"/>
                  <a:pt x="724500" y="106967"/>
                </a:cubicBezTo>
                <a:cubicBezTo>
                  <a:pt x="724816" y="107440"/>
                  <a:pt x="724974" y="107992"/>
                  <a:pt x="724974" y="108622"/>
                </a:cubicBezTo>
                <a:cubicBezTo>
                  <a:pt x="724974" y="109148"/>
                  <a:pt x="724816" y="109648"/>
                  <a:pt x="724500" y="110121"/>
                </a:cubicBezTo>
                <a:cubicBezTo>
                  <a:pt x="724184" y="110594"/>
                  <a:pt x="723711" y="110831"/>
                  <a:pt x="723081" y="110831"/>
                </a:cubicBezTo>
                <a:cubicBezTo>
                  <a:pt x="722030" y="110831"/>
                  <a:pt x="720059" y="110646"/>
                  <a:pt x="717168" y="110277"/>
                </a:cubicBezTo>
                <a:cubicBezTo>
                  <a:pt x="714278" y="109910"/>
                  <a:pt x="711256" y="109726"/>
                  <a:pt x="708103" y="109726"/>
                </a:cubicBezTo>
                <a:cubicBezTo>
                  <a:pt x="704740" y="109726"/>
                  <a:pt x="701482" y="109910"/>
                  <a:pt x="698330" y="110277"/>
                </a:cubicBezTo>
                <a:cubicBezTo>
                  <a:pt x="695177" y="110646"/>
                  <a:pt x="692234" y="110831"/>
                  <a:pt x="689501" y="110831"/>
                </a:cubicBezTo>
                <a:cubicBezTo>
                  <a:pt x="688975" y="110831"/>
                  <a:pt x="688554" y="110594"/>
                  <a:pt x="688238" y="110121"/>
                </a:cubicBezTo>
                <a:cubicBezTo>
                  <a:pt x="687924" y="109648"/>
                  <a:pt x="687767" y="109148"/>
                  <a:pt x="687767" y="108622"/>
                </a:cubicBezTo>
                <a:cubicBezTo>
                  <a:pt x="687767" y="107992"/>
                  <a:pt x="687924" y="107440"/>
                  <a:pt x="688238" y="106967"/>
                </a:cubicBezTo>
                <a:cubicBezTo>
                  <a:pt x="688554" y="106494"/>
                  <a:pt x="689028" y="106205"/>
                  <a:pt x="689660" y="106101"/>
                </a:cubicBezTo>
                <a:cubicBezTo>
                  <a:pt x="692287" y="105785"/>
                  <a:pt x="694309" y="105365"/>
                  <a:pt x="695727" y="104841"/>
                </a:cubicBezTo>
                <a:cubicBezTo>
                  <a:pt x="697146" y="104315"/>
                  <a:pt x="698197" y="103526"/>
                  <a:pt x="698880" y="102476"/>
                </a:cubicBezTo>
                <a:cubicBezTo>
                  <a:pt x="699564" y="101424"/>
                  <a:pt x="699957" y="100058"/>
                  <a:pt x="700062" y="98377"/>
                </a:cubicBezTo>
                <a:cubicBezTo>
                  <a:pt x="700167" y="96695"/>
                  <a:pt x="700220" y="94539"/>
                  <a:pt x="700220" y="91911"/>
                </a:cubicBezTo>
                <a:lnTo>
                  <a:pt x="700220" y="72048"/>
                </a:lnTo>
                <a:cubicBezTo>
                  <a:pt x="700220" y="66898"/>
                  <a:pt x="700167" y="62615"/>
                  <a:pt x="700062" y="59199"/>
                </a:cubicBezTo>
                <a:cubicBezTo>
                  <a:pt x="699957" y="55783"/>
                  <a:pt x="699590" y="53077"/>
                  <a:pt x="698960" y="51080"/>
                </a:cubicBezTo>
                <a:cubicBezTo>
                  <a:pt x="698330" y="49082"/>
                  <a:pt x="697331" y="47689"/>
                  <a:pt x="695965" y="46902"/>
                </a:cubicBezTo>
                <a:cubicBezTo>
                  <a:pt x="694598" y="46113"/>
                  <a:pt x="692654" y="45718"/>
                  <a:pt x="690131" y="45718"/>
                </a:cubicBezTo>
                <a:cubicBezTo>
                  <a:pt x="689501" y="45718"/>
                  <a:pt x="689001" y="45508"/>
                  <a:pt x="688633" y="45088"/>
                </a:cubicBezTo>
                <a:cubicBezTo>
                  <a:pt x="688265" y="44668"/>
                  <a:pt x="688082" y="44195"/>
                  <a:pt x="688082" y="43669"/>
                </a:cubicBezTo>
                <a:cubicBezTo>
                  <a:pt x="688082" y="43039"/>
                  <a:pt x="688265" y="42513"/>
                  <a:pt x="688633" y="42093"/>
                </a:cubicBezTo>
                <a:cubicBezTo>
                  <a:pt x="689001" y="41673"/>
                  <a:pt x="689501" y="41463"/>
                  <a:pt x="690131" y="41463"/>
                </a:cubicBezTo>
                <a:cubicBezTo>
                  <a:pt x="692128" y="41463"/>
                  <a:pt x="695044" y="41148"/>
                  <a:pt x="698880" y="40517"/>
                </a:cubicBezTo>
                <a:cubicBezTo>
                  <a:pt x="702717" y="39886"/>
                  <a:pt x="706632" y="38992"/>
                  <a:pt x="710627" y="37838"/>
                </a:cubicBezTo>
                <a:cubicBezTo>
                  <a:pt x="712098" y="37416"/>
                  <a:pt x="713201" y="37705"/>
                  <a:pt x="713937" y="38704"/>
                </a:cubicBezTo>
                <a:cubicBezTo>
                  <a:pt x="714673" y="39703"/>
                  <a:pt x="715041" y="40833"/>
                  <a:pt x="715041" y="42093"/>
                </a:cubicBezTo>
                <a:lnTo>
                  <a:pt x="715041" y="48398"/>
                </a:lnTo>
                <a:cubicBezTo>
                  <a:pt x="715041" y="48608"/>
                  <a:pt x="715120" y="48740"/>
                  <a:pt x="715277" y="48793"/>
                </a:cubicBezTo>
                <a:cubicBezTo>
                  <a:pt x="715434" y="48846"/>
                  <a:pt x="715566" y="48767"/>
                  <a:pt x="715671" y="48557"/>
                </a:cubicBezTo>
                <a:cubicBezTo>
                  <a:pt x="716408" y="47401"/>
                  <a:pt x="717432" y="46114"/>
                  <a:pt x="718746" y="44696"/>
                </a:cubicBezTo>
                <a:cubicBezTo>
                  <a:pt x="720059" y="43277"/>
                  <a:pt x="721636" y="41937"/>
                  <a:pt x="723475" y="40676"/>
                </a:cubicBezTo>
                <a:cubicBezTo>
                  <a:pt x="725315" y="39414"/>
                  <a:pt x="727390" y="38363"/>
                  <a:pt x="729701" y="37522"/>
                </a:cubicBezTo>
                <a:cubicBezTo>
                  <a:pt x="732013" y="36681"/>
                  <a:pt x="734589" y="36260"/>
                  <a:pt x="737428" y="36260"/>
                </a:cubicBezTo>
                <a:cubicBezTo>
                  <a:pt x="745310" y="36260"/>
                  <a:pt x="751484" y="38441"/>
                  <a:pt x="755951" y="42803"/>
                </a:cubicBezTo>
                <a:cubicBezTo>
                  <a:pt x="760419" y="47165"/>
                  <a:pt x="762653" y="54233"/>
                  <a:pt x="762653" y="64006"/>
                </a:cubicBezTo>
                <a:lnTo>
                  <a:pt x="762653" y="90965"/>
                </a:lnTo>
                <a:cubicBezTo>
                  <a:pt x="762653" y="93804"/>
                  <a:pt x="762731" y="96116"/>
                  <a:pt x="762889" y="97903"/>
                </a:cubicBezTo>
                <a:cubicBezTo>
                  <a:pt x="763046" y="99689"/>
                  <a:pt x="763413" y="101134"/>
                  <a:pt x="763990" y="102238"/>
                </a:cubicBezTo>
                <a:cubicBezTo>
                  <a:pt x="764569" y="103341"/>
                  <a:pt x="765463" y="104182"/>
                  <a:pt x="766673" y="104761"/>
                </a:cubicBezTo>
                <a:cubicBezTo>
                  <a:pt x="767882" y="105339"/>
                  <a:pt x="769590" y="105785"/>
                  <a:pt x="771796" y="106101"/>
                </a:cubicBezTo>
                <a:cubicBezTo>
                  <a:pt x="772427" y="106205"/>
                  <a:pt x="772899" y="106494"/>
                  <a:pt x="773213" y="106967"/>
                </a:cubicBezTo>
                <a:cubicBezTo>
                  <a:pt x="773529" y="107440"/>
                  <a:pt x="773687" y="107992"/>
                  <a:pt x="773687" y="108622"/>
                </a:cubicBezTo>
                <a:cubicBezTo>
                  <a:pt x="773687" y="109148"/>
                  <a:pt x="773529" y="109648"/>
                  <a:pt x="773213" y="110121"/>
                </a:cubicBezTo>
                <a:cubicBezTo>
                  <a:pt x="772899" y="110594"/>
                  <a:pt x="772427" y="110831"/>
                  <a:pt x="771796" y="110831"/>
                </a:cubicBezTo>
                <a:cubicBezTo>
                  <a:pt x="770430" y="110831"/>
                  <a:pt x="768196" y="110646"/>
                  <a:pt x="765094" y="110277"/>
                </a:cubicBezTo>
                <a:cubicBezTo>
                  <a:pt x="761994" y="109910"/>
                  <a:pt x="758868" y="109726"/>
                  <a:pt x="755715" y="109726"/>
                </a:cubicBezTo>
                <a:cubicBezTo>
                  <a:pt x="752352" y="109726"/>
                  <a:pt x="749146" y="109910"/>
                  <a:pt x="746097" y="110277"/>
                </a:cubicBezTo>
                <a:cubicBezTo>
                  <a:pt x="743050" y="110646"/>
                  <a:pt x="740529" y="110831"/>
                  <a:pt x="738532" y="110831"/>
                </a:cubicBezTo>
                <a:cubicBezTo>
                  <a:pt x="738006" y="110831"/>
                  <a:pt x="737585" y="110594"/>
                  <a:pt x="737269" y="110121"/>
                </a:cubicBezTo>
                <a:cubicBezTo>
                  <a:pt x="736955" y="109648"/>
                  <a:pt x="736797" y="109148"/>
                  <a:pt x="736797" y="108622"/>
                </a:cubicBezTo>
                <a:cubicBezTo>
                  <a:pt x="736797" y="107992"/>
                  <a:pt x="736955" y="107440"/>
                  <a:pt x="737269" y="106967"/>
                </a:cubicBezTo>
                <a:cubicBezTo>
                  <a:pt x="737585" y="106494"/>
                  <a:pt x="738058" y="106205"/>
                  <a:pt x="738688" y="106101"/>
                </a:cubicBezTo>
                <a:cubicBezTo>
                  <a:pt x="741001" y="105785"/>
                  <a:pt x="742761" y="105312"/>
                  <a:pt x="743969" y="104682"/>
                </a:cubicBezTo>
                <a:cubicBezTo>
                  <a:pt x="745178" y="104052"/>
                  <a:pt x="746071" y="103185"/>
                  <a:pt x="746648" y="102081"/>
                </a:cubicBezTo>
                <a:cubicBezTo>
                  <a:pt x="747227" y="100976"/>
                  <a:pt x="747569" y="99610"/>
                  <a:pt x="747673" y="97982"/>
                </a:cubicBezTo>
                <a:cubicBezTo>
                  <a:pt x="747779" y="96353"/>
                  <a:pt x="747832" y="94329"/>
                  <a:pt x="747832" y="91911"/>
                </a:cubicBezTo>
                <a:lnTo>
                  <a:pt x="747832" y="67948"/>
                </a:lnTo>
                <a:cubicBezTo>
                  <a:pt x="747832" y="65320"/>
                  <a:pt x="747727" y="62692"/>
                  <a:pt x="747517" y="60065"/>
                </a:cubicBezTo>
                <a:cubicBezTo>
                  <a:pt x="747307" y="57438"/>
                  <a:pt x="746729" y="55074"/>
                  <a:pt x="745782" y="52971"/>
                </a:cubicBezTo>
                <a:cubicBezTo>
                  <a:pt x="744838" y="50869"/>
                  <a:pt x="743471" y="49134"/>
                  <a:pt x="741683" y="47768"/>
                </a:cubicBezTo>
                <a:cubicBezTo>
                  <a:pt x="739897" y="46402"/>
                  <a:pt x="737427" y="45718"/>
                  <a:pt x="734274" y="45718"/>
                </a:cubicBezTo>
                <a:cubicBezTo>
                  <a:pt x="731121" y="45718"/>
                  <a:pt x="728362" y="46218"/>
                  <a:pt x="725996" y="47217"/>
                </a:cubicBezTo>
                <a:cubicBezTo>
                  <a:pt x="723632" y="48215"/>
                  <a:pt x="721636" y="49554"/>
                  <a:pt x="720006" y="51237"/>
                </a:cubicBezTo>
                <a:cubicBezTo>
                  <a:pt x="718377" y="52919"/>
                  <a:pt x="717142" y="54890"/>
                  <a:pt x="716302" y="57150"/>
                </a:cubicBezTo>
                <a:cubicBezTo>
                  <a:pt x="715461" y="59409"/>
                  <a:pt x="715041" y="61801"/>
                  <a:pt x="715041" y="64323"/>
                </a:cubicBezTo>
                <a:lnTo>
                  <a:pt x="715041" y="909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Text Cause">
            <a:extLst xmlns:a="http://schemas.openxmlformats.org/drawingml/2006/main">
              <a:ext uri="{FF2B5EF4-FFF2-40B4-BE49-F238E27FC236}">
                <a16:creationId xmlns:a16="http://schemas.microsoft.com/office/drawing/2014/main" id="{B7D66BE9-F360-49F6-8A6C-6ED7D867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971" y="2092609"/>
            <a:ext cx="406085" cy="110987"/>
          </a:xfrm>
          <a:custGeom xmlns:a="http://schemas.openxmlformats.org/drawingml/2006/main">
            <a:pathLst>
              <a:path w="406085" h="110987">
                <a:moveTo>
                  <a:pt x="56284" y="0"/>
                </a:moveTo>
                <a:cubicBezTo>
                  <a:pt x="61013" y="0"/>
                  <a:pt x="65374" y="578"/>
                  <a:pt x="69368" y="1734"/>
                </a:cubicBezTo>
                <a:cubicBezTo>
                  <a:pt x="73363" y="2891"/>
                  <a:pt x="77304" y="4415"/>
                  <a:pt x="81191" y="6307"/>
                </a:cubicBezTo>
                <a:cubicBezTo>
                  <a:pt x="82348" y="6832"/>
                  <a:pt x="83425" y="7331"/>
                  <a:pt x="84424" y="7804"/>
                </a:cubicBezTo>
                <a:cubicBezTo>
                  <a:pt x="85423" y="8277"/>
                  <a:pt x="86290" y="8513"/>
                  <a:pt x="87025" y="8513"/>
                </a:cubicBezTo>
                <a:cubicBezTo>
                  <a:pt x="88707" y="8513"/>
                  <a:pt x="89811" y="7515"/>
                  <a:pt x="90337" y="5518"/>
                </a:cubicBezTo>
                <a:cubicBezTo>
                  <a:pt x="90442" y="5098"/>
                  <a:pt x="90782" y="4783"/>
                  <a:pt x="91360" y="4573"/>
                </a:cubicBezTo>
                <a:cubicBezTo>
                  <a:pt x="91939" y="4363"/>
                  <a:pt x="92517" y="4284"/>
                  <a:pt x="93094" y="4337"/>
                </a:cubicBezTo>
                <a:cubicBezTo>
                  <a:pt x="93673" y="4389"/>
                  <a:pt x="94173" y="4519"/>
                  <a:pt x="94593" y="4729"/>
                </a:cubicBezTo>
                <a:cubicBezTo>
                  <a:pt x="95013" y="4939"/>
                  <a:pt x="95171" y="5255"/>
                  <a:pt x="95067" y="5675"/>
                </a:cubicBezTo>
                <a:cubicBezTo>
                  <a:pt x="94647" y="7357"/>
                  <a:pt x="94357" y="9092"/>
                  <a:pt x="94198" y="10878"/>
                </a:cubicBezTo>
                <a:cubicBezTo>
                  <a:pt x="94041" y="12665"/>
                  <a:pt x="93963" y="14504"/>
                  <a:pt x="93963" y="16397"/>
                </a:cubicBezTo>
                <a:cubicBezTo>
                  <a:pt x="93963" y="19339"/>
                  <a:pt x="94173" y="22282"/>
                  <a:pt x="94593" y="25225"/>
                </a:cubicBezTo>
                <a:cubicBezTo>
                  <a:pt x="95013" y="28168"/>
                  <a:pt x="95433" y="31216"/>
                  <a:pt x="95853" y="34369"/>
                </a:cubicBezTo>
                <a:cubicBezTo>
                  <a:pt x="95853" y="34789"/>
                  <a:pt x="95617" y="35131"/>
                  <a:pt x="95144" y="35394"/>
                </a:cubicBezTo>
                <a:cubicBezTo>
                  <a:pt x="94672" y="35657"/>
                  <a:pt x="94095" y="35815"/>
                  <a:pt x="93412" y="35867"/>
                </a:cubicBezTo>
                <a:cubicBezTo>
                  <a:pt x="92728" y="35919"/>
                  <a:pt x="92071" y="35839"/>
                  <a:pt x="91439" y="35629"/>
                </a:cubicBezTo>
                <a:cubicBezTo>
                  <a:pt x="90809" y="35419"/>
                  <a:pt x="90442" y="35051"/>
                  <a:pt x="90337" y="34525"/>
                </a:cubicBezTo>
                <a:cubicBezTo>
                  <a:pt x="87709" y="25066"/>
                  <a:pt x="83452" y="18104"/>
                  <a:pt x="77566" y="13637"/>
                </a:cubicBezTo>
                <a:cubicBezTo>
                  <a:pt x="71680" y="9171"/>
                  <a:pt x="64271" y="6938"/>
                  <a:pt x="55338" y="6938"/>
                </a:cubicBezTo>
                <a:cubicBezTo>
                  <a:pt x="48401" y="6938"/>
                  <a:pt x="42672" y="8409"/>
                  <a:pt x="38153" y="11352"/>
                </a:cubicBezTo>
                <a:cubicBezTo>
                  <a:pt x="33633" y="14295"/>
                  <a:pt x="30034" y="18105"/>
                  <a:pt x="27354" y="22781"/>
                </a:cubicBezTo>
                <a:cubicBezTo>
                  <a:pt x="24674" y="27457"/>
                  <a:pt x="22808" y="32608"/>
                  <a:pt x="21756" y="38232"/>
                </a:cubicBezTo>
                <a:cubicBezTo>
                  <a:pt x="20706" y="43855"/>
                  <a:pt x="20181" y="49346"/>
                  <a:pt x="20181" y="54706"/>
                </a:cubicBezTo>
                <a:cubicBezTo>
                  <a:pt x="20181" y="60591"/>
                  <a:pt x="20811" y="66477"/>
                  <a:pt x="22071" y="72363"/>
                </a:cubicBezTo>
                <a:cubicBezTo>
                  <a:pt x="23333" y="78248"/>
                  <a:pt x="25383" y="83556"/>
                  <a:pt x="28220" y="88285"/>
                </a:cubicBezTo>
                <a:cubicBezTo>
                  <a:pt x="31059" y="93015"/>
                  <a:pt x="34763" y="96877"/>
                  <a:pt x="39334" y="99873"/>
                </a:cubicBezTo>
                <a:cubicBezTo>
                  <a:pt x="43906" y="102869"/>
                  <a:pt x="49451" y="104367"/>
                  <a:pt x="55969" y="104367"/>
                </a:cubicBezTo>
                <a:cubicBezTo>
                  <a:pt x="61012" y="104367"/>
                  <a:pt x="65531" y="103920"/>
                  <a:pt x="69524" y="103027"/>
                </a:cubicBezTo>
                <a:cubicBezTo>
                  <a:pt x="73519" y="102134"/>
                  <a:pt x="76883" y="100478"/>
                  <a:pt x="79616" y="98059"/>
                </a:cubicBezTo>
                <a:cubicBezTo>
                  <a:pt x="82979" y="95012"/>
                  <a:pt x="85658" y="91361"/>
                  <a:pt x="87655" y="87104"/>
                </a:cubicBezTo>
                <a:cubicBezTo>
                  <a:pt x="89653" y="82848"/>
                  <a:pt x="91073" y="78039"/>
                  <a:pt x="91913" y="72678"/>
                </a:cubicBezTo>
                <a:cubicBezTo>
                  <a:pt x="92017" y="71942"/>
                  <a:pt x="92358" y="71469"/>
                  <a:pt x="92935" y="71259"/>
                </a:cubicBezTo>
                <a:cubicBezTo>
                  <a:pt x="93514" y="71048"/>
                  <a:pt x="94119" y="71023"/>
                  <a:pt x="94749" y="71182"/>
                </a:cubicBezTo>
                <a:cubicBezTo>
                  <a:pt x="95381" y="71339"/>
                  <a:pt x="95959" y="71627"/>
                  <a:pt x="96484" y="72048"/>
                </a:cubicBezTo>
                <a:cubicBezTo>
                  <a:pt x="97010" y="72468"/>
                  <a:pt x="97221" y="72888"/>
                  <a:pt x="97116" y="73308"/>
                </a:cubicBezTo>
                <a:cubicBezTo>
                  <a:pt x="96800" y="75411"/>
                  <a:pt x="96589" y="77487"/>
                  <a:pt x="96484" y="79536"/>
                </a:cubicBezTo>
                <a:cubicBezTo>
                  <a:pt x="96379" y="81586"/>
                  <a:pt x="96327" y="83662"/>
                  <a:pt x="96327" y="85764"/>
                </a:cubicBezTo>
                <a:cubicBezTo>
                  <a:pt x="96327" y="89337"/>
                  <a:pt x="96459" y="92990"/>
                  <a:pt x="96722" y="96722"/>
                </a:cubicBezTo>
                <a:cubicBezTo>
                  <a:pt x="96985" y="100452"/>
                  <a:pt x="97221" y="104367"/>
                  <a:pt x="97431" y="108466"/>
                </a:cubicBezTo>
                <a:cubicBezTo>
                  <a:pt x="97431" y="109096"/>
                  <a:pt x="97221" y="109568"/>
                  <a:pt x="96799" y="109883"/>
                </a:cubicBezTo>
                <a:cubicBezTo>
                  <a:pt x="96379" y="110199"/>
                  <a:pt x="95880" y="110383"/>
                  <a:pt x="95302" y="110436"/>
                </a:cubicBezTo>
                <a:cubicBezTo>
                  <a:pt x="94725" y="110489"/>
                  <a:pt x="94173" y="110384"/>
                  <a:pt x="93647" y="110121"/>
                </a:cubicBezTo>
                <a:cubicBezTo>
                  <a:pt x="93121" y="109858"/>
                  <a:pt x="92806" y="109463"/>
                  <a:pt x="92702" y="108937"/>
                </a:cubicBezTo>
                <a:cubicBezTo>
                  <a:pt x="92492" y="107993"/>
                  <a:pt x="92124" y="107074"/>
                  <a:pt x="91598" y="106181"/>
                </a:cubicBezTo>
                <a:cubicBezTo>
                  <a:pt x="91072" y="105287"/>
                  <a:pt x="90389" y="104552"/>
                  <a:pt x="89548" y="103975"/>
                </a:cubicBezTo>
                <a:cubicBezTo>
                  <a:pt x="88708" y="103396"/>
                  <a:pt x="87710" y="103106"/>
                  <a:pt x="86553" y="103106"/>
                </a:cubicBezTo>
                <a:cubicBezTo>
                  <a:pt x="85501" y="103106"/>
                  <a:pt x="84292" y="103473"/>
                  <a:pt x="82926" y="104208"/>
                </a:cubicBezTo>
                <a:cubicBezTo>
                  <a:pt x="80615" y="105470"/>
                  <a:pt x="78382" y="106548"/>
                  <a:pt x="76226" y="107441"/>
                </a:cubicBezTo>
                <a:cubicBezTo>
                  <a:pt x="74072" y="108334"/>
                  <a:pt x="71891" y="109043"/>
                  <a:pt x="69683" y="109568"/>
                </a:cubicBezTo>
                <a:cubicBezTo>
                  <a:pt x="67476" y="110094"/>
                  <a:pt x="65164" y="110462"/>
                  <a:pt x="62745" y="110672"/>
                </a:cubicBezTo>
                <a:cubicBezTo>
                  <a:pt x="60328" y="110882"/>
                  <a:pt x="57701" y="110987"/>
                  <a:pt x="54864" y="110987"/>
                </a:cubicBezTo>
                <a:cubicBezTo>
                  <a:pt x="36261" y="110987"/>
                  <a:pt x="22466" y="106337"/>
                  <a:pt x="13479" y="97037"/>
                </a:cubicBezTo>
                <a:cubicBezTo>
                  <a:pt x="4493" y="87735"/>
                  <a:pt x="0" y="74413"/>
                  <a:pt x="0" y="57070"/>
                </a:cubicBezTo>
                <a:cubicBezTo>
                  <a:pt x="0" y="47822"/>
                  <a:pt x="1418" y="39651"/>
                  <a:pt x="4255" y="32557"/>
                </a:cubicBezTo>
                <a:cubicBezTo>
                  <a:pt x="7094" y="25462"/>
                  <a:pt x="11010" y="19497"/>
                  <a:pt x="16002" y="14662"/>
                </a:cubicBezTo>
                <a:cubicBezTo>
                  <a:pt x="20994" y="9827"/>
                  <a:pt x="26933" y="6174"/>
                  <a:pt x="33818" y="3705"/>
                </a:cubicBezTo>
                <a:cubicBezTo>
                  <a:pt x="40703" y="1235"/>
                  <a:pt x="48191" y="0"/>
                  <a:pt x="56284" y="0"/>
                </a:cubicBezTo>
                <a:close/>
                <a:moveTo>
                  <a:pt x="151221" y="76462"/>
                </a:moveTo>
                <a:cubicBezTo>
                  <a:pt x="151221" y="75306"/>
                  <a:pt x="151168" y="74596"/>
                  <a:pt x="151062" y="74333"/>
                </a:cubicBezTo>
                <a:cubicBezTo>
                  <a:pt x="150958" y="74070"/>
                  <a:pt x="150696" y="73938"/>
                  <a:pt x="150276" y="73938"/>
                </a:cubicBezTo>
                <a:cubicBezTo>
                  <a:pt x="141657" y="74674"/>
                  <a:pt x="135272" y="76488"/>
                  <a:pt x="131120" y="79380"/>
                </a:cubicBezTo>
                <a:cubicBezTo>
                  <a:pt x="126970" y="82270"/>
                  <a:pt x="124894" y="85974"/>
                  <a:pt x="124894" y="90494"/>
                </a:cubicBezTo>
                <a:cubicBezTo>
                  <a:pt x="124894" y="93647"/>
                  <a:pt x="125683" y="96301"/>
                  <a:pt x="127259" y="98456"/>
                </a:cubicBezTo>
                <a:cubicBezTo>
                  <a:pt x="128835" y="100610"/>
                  <a:pt x="131463" y="101687"/>
                  <a:pt x="135142" y="101687"/>
                </a:cubicBezTo>
                <a:cubicBezTo>
                  <a:pt x="137559" y="101687"/>
                  <a:pt x="140107" y="101214"/>
                  <a:pt x="142787" y="100268"/>
                </a:cubicBezTo>
                <a:cubicBezTo>
                  <a:pt x="145467" y="99321"/>
                  <a:pt x="147858" y="97955"/>
                  <a:pt x="149961" y="96168"/>
                </a:cubicBezTo>
                <a:cubicBezTo>
                  <a:pt x="150801" y="95328"/>
                  <a:pt x="151221" y="94487"/>
                  <a:pt x="151221" y="93645"/>
                </a:cubicBezTo>
                <a:lnTo>
                  <a:pt x="151221" y="76462"/>
                </a:lnTo>
                <a:moveTo>
                  <a:pt x="166042" y="92069"/>
                </a:moveTo>
                <a:cubicBezTo>
                  <a:pt x="166042" y="95748"/>
                  <a:pt x="166384" y="98324"/>
                  <a:pt x="167067" y="99796"/>
                </a:cubicBezTo>
                <a:cubicBezTo>
                  <a:pt x="167750" y="101267"/>
                  <a:pt x="169090" y="102002"/>
                  <a:pt x="171087" y="102002"/>
                </a:cubicBezTo>
                <a:cubicBezTo>
                  <a:pt x="172243" y="102002"/>
                  <a:pt x="173188" y="101871"/>
                  <a:pt x="173923" y="101608"/>
                </a:cubicBezTo>
                <a:cubicBezTo>
                  <a:pt x="174659" y="101345"/>
                  <a:pt x="175710" y="100793"/>
                  <a:pt x="177076" y="99952"/>
                </a:cubicBezTo>
                <a:cubicBezTo>
                  <a:pt x="177392" y="99742"/>
                  <a:pt x="177734" y="99742"/>
                  <a:pt x="178101" y="99952"/>
                </a:cubicBezTo>
                <a:cubicBezTo>
                  <a:pt x="178470" y="100163"/>
                  <a:pt x="178785" y="100452"/>
                  <a:pt x="179047" y="100821"/>
                </a:cubicBezTo>
                <a:cubicBezTo>
                  <a:pt x="179310" y="101188"/>
                  <a:pt x="179493" y="101608"/>
                  <a:pt x="179598" y="102081"/>
                </a:cubicBezTo>
                <a:cubicBezTo>
                  <a:pt x="179703" y="102555"/>
                  <a:pt x="179599" y="102948"/>
                  <a:pt x="179285" y="103263"/>
                </a:cubicBezTo>
                <a:cubicBezTo>
                  <a:pt x="175186" y="108202"/>
                  <a:pt x="170350" y="110672"/>
                  <a:pt x="164779" y="110672"/>
                </a:cubicBezTo>
                <a:cubicBezTo>
                  <a:pt x="161732" y="110672"/>
                  <a:pt x="159131" y="109858"/>
                  <a:pt x="156975" y="108230"/>
                </a:cubicBezTo>
                <a:cubicBezTo>
                  <a:pt x="154821" y="106601"/>
                  <a:pt x="153219" y="104682"/>
                  <a:pt x="152169" y="102474"/>
                </a:cubicBezTo>
                <a:cubicBezTo>
                  <a:pt x="151957" y="101949"/>
                  <a:pt x="151641" y="101897"/>
                  <a:pt x="151221" y="102317"/>
                </a:cubicBezTo>
                <a:cubicBezTo>
                  <a:pt x="148488" y="104734"/>
                  <a:pt x="145309" y="106731"/>
                  <a:pt x="141683" y="108307"/>
                </a:cubicBezTo>
                <a:cubicBezTo>
                  <a:pt x="138057" y="109884"/>
                  <a:pt x="133512" y="110672"/>
                  <a:pt x="128048" y="110672"/>
                </a:cubicBezTo>
                <a:cubicBezTo>
                  <a:pt x="122056" y="110672"/>
                  <a:pt x="117431" y="109070"/>
                  <a:pt x="114173" y="105865"/>
                </a:cubicBezTo>
                <a:cubicBezTo>
                  <a:pt x="110915" y="102660"/>
                  <a:pt x="109287" y="98114"/>
                  <a:pt x="109287" y="92228"/>
                </a:cubicBezTo>
                <a:cubicBezTo>
                  <a:pt x="109287" y="84660"/>
                  <a:pt x="112808" y="78853"/>
                  <a:pt x="119850" y="74807"/>
                </a:cubicBezTo>
                <a:cubicBezTo>
                  <a:pt x="126892" y="70761"/>
                  <a:pt x="137139" y="68737"/>
                  <a:pt x="150591" y="68737"/>
                </a:cubicBezTo>
                <a:cubicBezTo>
                  <a:pt x="150801" y="68737"/>
                  <a:pt x="150958" y="68474"/>
                  <a:pt x="151062" y="67948"/>
                </a:cubicBezTo>
                <a:cubicBezTo>
                  <a:pt x="151168" y="67422"/>
                  <a:pt x="151221" y="66214"/>
                  <a:pt x="151221" y="64323"/>
                </a:cubicBezTo>
                <a:lnTo>
                  <a:pt x="151221" y="60065"/>
                </a:lnTo>
                <a:cubicBezTo>
                  <a:pt x="151221" y="57438"/>
                  <a:pt x="151011" y="54969"/>
                  <a:pt x="150591" y="52656"/>
                </a:cubicBezTo>
                <a:cubicBezTo>
                  <a:pt x="150171" y="50344"/>
                  <a:pt x="149461" y="48320"/>
                  <a:pt x="148462" y="46587"/>
                </a:cubicBezTo>
                <a:cubicBezTo>
                  <a:pt x="147464" y="44853"/>
                  <a:pt x="146072" y="43487"/>
                  <a:pt x="144286" y="42488"/>
                </a:cubicBezTo>
                <a:cubicBezTo>
                  <a:pt x="142499" y="41489"/>
                  <a:pt x="140292" y="40989"/>
                  <a:pt x="137663" y="40989"/>
                </a:cubicBezTo>
                <a:cubicBezTo>
                  <a:pt x="133774" y="40989"/>
                  <a:pt x="130621" y="41752"/>
                  <a:pt x="128204" y="43277"/>
                </a:cubicBezTo>
                <a:cubicBezTo>
                  <a:pt x="125788" y="44800"/>
                  <a:pt x="124579" y="46770"/>
                  <a:pt x="124579" y="49187"/>
                </a:cubicBezTo>
                <a:cubicBezTo>
                  <a:pt x="124579" y="50344"/>
                  <a:pt x="124946" y="51473"/>
                  <a:pt x="125681" y="52577"/>
                </a:cubicBezTo>
                <a:cubicBezTo>
                  <a:pt x="126417" y="53680"/>
                  <a:pt x="126785" y="54810"/>
                  <a:pt x="126785" y="55966"/>
                </a:cubicBezTo>
                <a:cubicBezTo>
                  <a:pt x="126785" y="57438"/>
                  <a:pt x="126049" y="58858"/>
                  <a:pt x="124577" y="60224"/>
                </a:cubicBezTo>
                <a:cubicBezTo>
                  <a:pt x="123106" y="61590"/>
                  <a:pt x="121320" y="62274"/>
                  <a:pt x="119219" y="62274"/>
                </a:cubicBezTo>
                <a:cubicBezTo>
                  <a:pt x="116381" y="62274"/>
                  <a:pt x="114357" y="61512"/>
                  <a:pt x="113148" y="59988"/>
                </a:cubicBezTo>
                <a:cubicBezTo>
                  <a:pt x="111940" y="58463"/>
                  <a:pt x="111336" y="56597"/>
                  <a:pt x="111336" y="54391"/>
                </a:cubicBezTo>
                <a:cubicBezTo>
                  <a:pt x="111336" y="51764"/>
                  <a:pt x="112072" y="49267"/>
                  <a:pt x="113542" y="46902"/>
                </a:cubicBezTo>
                <a:cubicBezTo>
                  <a:pt x="115014" y="44536"/>
                  <a:pt x="117011" y="42513"/>
                  <a:pt x="119532" y="40833"/>
                </a:cubicBezTo>
                <a:cubicBezTo>
                  <a:pt x="122055" y="39150"/>
                  <a:pt x="124998" y="37810"/>
                  <a:pt x="128361" y="36813"/>
                </a:cubicBezTo>
                <a:cubicBezTo>
                  <a:pt x="131725" y="35814"/>
                  <a:pt x="135247" y="35314"/>
                  <a:pt x="138926" y="35314"/>
                </a:cubicBezTo>
                <a:cubicBezTo>
                  <a:pt x="147333" y="35314"/>
                  <a:pt x="153954" y="37259"/>
                  <a:pt x="158789" y="41148"/>
                </a:cubicBezTo>
                <a:cubicBezTo>
                  <a:pt x="163624" y="45037"/>
                  <a:pt x="166042" y="51501"/>
                  <a:pt x="166042" y="60539"/>
                </a:cubicBezTo>
                <a:lnTo>
                  <a:pt x="166042" y="92069"/>
                </a:lnTo>
                <a:close/>
                <a:moveTo>
                  <a:pt x="258143" y="81665"/>
                </a:moveTo>
                <a:cubicBezTo>
                  <a:pt x="258143" y="85974"/>
                  <a:pt x="258222" y="89469"/>
                  <a:pt x="258379" y="92149"/>
                </a:cubicBezTo>
                <a:cubicBezTo>
                  <a:pt x="258536" y="94829"/>
                  <a:pt x="259009" y="96931"/>
                  <a:pt x="259798" y="98456"/>
                </a:cubicBezTo>
                <a:cubicBezTo>
                  <a:pt x="260587" y="99980"/>
                  <a:pt x="261770" y="101030"/>
                  <a:pt x="263346" y="101608"/>
                </a:cubicBezTo>
                <a:cubicBezTo>
                  <a:pt x="264923" y="102185"/>
                  <a:pt x="267130" y="102474"/>
                  <a:pt x="269967" y="102474"/>
                </a:cubicBezTo>
                <a:cubicBezTo>
                  <a:pt x="270387" y="102474"/>
                  <a:pt x="270728" y="102710"/>
                  <a:pt x="270991" y="103183"/>
                </a:cubicBezTo>
                <a:cubicBezTo>
                  <a:pt x="271254" y="103656"/>
                  <a:pt x="271386" y="104209"/>
                  <a:pt x="271386" y="104841"/>
                </a:cubicBezTo>
                <a:cubicBezTo>
                  <a:pt x="271386" y="105365"/>
                  <a:pt x="271281" y="105890"/>
                  <a:pt x="271071" y="106416"/>
                </a:cubicBezTo>
                <a:cubicBezTo>
                  <a:pt x="270861" y="106942"/>
                  <a:pt x="270493" y="107205"/>
                  <a:pt x="269967" y="107205"/>
                </a:cubicBezTo>
                <a:cubicBezTo>
                  <a:pt x="269126" y="107205"/>
                  <a:pt x="268417" y="107232"/>
                  <a:pt x="267838" y="107285"/>
                </a:cubicBezTo>
                <a:cubicBezTo>
                  <a:pt x="267260" y="107336"/>
                  <a:pt x="266682" y="107388"/>
                  <a:pt x="266103" y="107441"/>
                </a:cubicBezTo>
                <a:cubicBezTo>
                  <a:pt x="265526" y="107494"/>
                  <a:pt x="264896" y="107573"/>
                  <a:pt x="264212" y="107679"/>
                </a:cubicBezTo>
                <a:cubicBezTo>
                  <a:pt x="263529" y="107784"/>
                  <a:pt x="262662" y="107888"/>
                  <a:pt x="261612" y="107992"/>
                </a:cubicBezTo>
                <a:cubicBezTo>
                  <a:pt x="260770" y="108098"/>
                  <a:pt x="259587" y="108309"/>
                  <a:pt x="258064" y="108625"/>
                </a:cubicBezTo>
                <a:cubicBezTo>
                  <a:pt x="256540" y="108939"/>
                  <a:pt x="254990" y="109253"/>
                  <a:pt x="253414" y="109568"/>
                </a:cubicBezTo>
                <a:cubicBezTo>
                  <a:pt x="251837" y="109884"/>
                  <a:pt x="250366" y="110147"/>
                  <a:pt x="248999" y="110357"/>
                </a:cubicBezTo>
                <a:cubicBezTo>
                  <a:pt x="247633" y="110567"/>
                  <a:pt x="246740" y="110672"/>
                  <a:pt x="246320" y="110672"/>
                </a:cubicBezTo>
                <a:cubicBezTo>
                  <a:pt x="244427" y="110672"/>
                  <a:pt x="243481" y="107729"/>
                  <a:pt x="243481" y="101843"/>
                </a:cubicBezTo>
                <a:cubicBezTo>
                  <a:pt x="243481" y="101633"/>
                  <a:pt x="243376" y="101502"/>
                  <a:pt x="243166" y="101451"/>
                </a:cubicBezTo>
                <a:cubicBezTo>
                  <a:pt x="242956" y="101398"/>
                  <a:pt x="242746" y="101477"/>
                  <a:pt x="242536" y="101687"/>
                </a:cubicBezTo>
                <a:cubicBezTo>
                  <a:pt x="238647" y="105050"/>
                  <a:pt x="234731" y="107388"/>
                  <a:pt x="230789" y="108702"/>
                </a:cubicBezTo>
                <a:cubicBezTo>
                  <a:pt x="226849" y="110015"/>
                  <a:pt x="223039" y="110672"/>
                  <a:pt x="219360" y="110672"/>
                </a:cubicBezTo>
                <a:cubicBezTo>
                  <a:pt x="214525" y="110672"/>
                  <a:pt x="210531" y="110068"/>
                  <a:pt x="207378" y="108860"/>
                </a:cubicBezTo>
                <a:cubicBezTo>
                  <a:pt x="204225" y="107651"/>
                  <a:pt x="201755" y="105890"/>
                  <a:pt x="199969" y="103578"/>
                </a:cubicBezTo>
                <a:cubicBezTo>
                  <a:pt x="198182" y="101265"/>
                  <a:pt x="196921" y="98402"/>
                  <a:pt x="196185" y="94987"/>
                </a:cubicBezTo>
                <a:cubicBezTo>
                  <a:pt x="195448" y="91571"/>
                  <a:pt x="195080" y="87709"/>
                  <a:pt x="195080" y="83400"/>
                </a:cubicBezTo>
                <a:lnTo>
                  <a:pt x="195080" y="65584"/>
                </a:lnTo>
                <a:cubicBezTo>
                  <a:pt x="195080" y="61064"/>
                  <a:pt x="194975" y="57543"/>
                  <a:pt x="194765" y="55021"/>
                </a:cubicBezTo>
                <a:cubicBezTo>
                  <a:pt x="194555" y="52498"/>
                  <a:pt x="194082" y="50607"/>
                  <a:pt x="193346" y="49346"/>
                </a:cubicBezTo>
                <a:cubicBezTo>
                  <a:pt x="192611" y="48084"/>
                  <a:pt x="191508" y="47243"/>
                  <a:pt x="190036" y="46823"/>
                </a:cubicBezTo>
                <a:cubicBezTo>
                  <a:pt x="188565" y="46402"/>
                  <a:pt x="186569" y="46035"/>
                  <a:pt x="184046" y="45721"/>
                </a:cubicBezTo>
                <a:cubicBezTo>
                  <a:pt x="183520" y="45721"/>
                  <a:pt x="183125" y="45458"/>
                  <a:pt x="182862" y="44932"/>
                </a:cubicBezTo>
                <a:cubicBezTo>
                  <a:pt x="182601" y="44406"/>
                  <a:pt x="182444" y="43880"/>
                  <a:pt x="182391" y="43356"/>
                </a:cubicBezTo>
                <a:cubicBezTo>
                  <a:pt x="182338" y="42830"/>
                  <a:pt x="182443" y="42304"/>
                  <a:pt x="182706" y="41778"/>
                </a:cubicBezTo>
                <a:cubicBezTo>
                  <a:pt x="182969" y="41252"/>
                  <a:pt x="183416" y="40989"/>
                  <a:pt x="184046" y="40989"/>
                </a:cubicBezTo>
                <a:cubicBezTo>
                  <a:pt x="185096" y="40885"/>
                  <a:pt x="186488" y="40728"/>
                  <a:pt x="188222" y="40517"/>
                </a:cubicBezTo>
                <a:cubicBezTo>
                  <a:pt x="189957" y="40307"/>
                  <a:pt x="191823" y="39992"/>
                  <a:pt x="193820" y="39572"/>
                </a:cubicBezTo>
                <a:cubicBezTo>
                  <a:pt x="195816" y="39150"/>
                  <a:pt x="197892" y="38704"/>
                  <a:pt x="200046" y="38232"/>
                </a:cubicBezTo>
                <a:cubicBezTo>
                  <a:pt x="202201" y="37759"/>
                  <a:pt x="204225" y="37259"/>
                  <a:pt x="206117" y="36733"/>
                </a:cubicBezTo>
                <a:cubicBezTo>
                  <a:pt x="207588" y="36313"/>
                  <a:pt x="208586" y="36550"/>
                  <a:pt x="209112" y="37443"/>
                </a:cubicBezTo>
                <a:cubicBezTo>
                  <a:pt x="209638" y="38336"/>
                  <a:pt x="209901" y="39098"/>
                  <a:pt x="209901" y="39728"/>
                </a:cubicBezTo>
                <a:lnTo>
                  <a:pt x="209901" y="77251"/>
                </a:lnTo>
                <a:cubicBezTo>
                  <a:pt x="209901" y="81454"/>
                  <a:pt x="210085" y="85027"/>
                  <a:pt x="210452" y="87970"/>
                </a:cubicBezTo>
                <a:cubicBezTo>
                  <a:pt x="210821" y="90913"/>
                  <a:pt x="211478" y="93331"/>
                  <a:pt x="212422" y="95223"/>
                </a:cubicBezTo>
                <a:cubicBezTo>
                  <a:pt x="213369" y="97114"/>
                  <a:pt x="214682" y="98480"/>
                  <a:pt x="216363" y="99322"/>
                </a:cubicBezTo>
                <a:cubicBezTo>
                  <a:pt x="218045" y="100163"/>
                  <a:pt x="220147" y="100583"/>
                  <a:pt x="222670" y="100583"/>
                </a:cubicBezTo>
                <a:cubicBezTo>
                  <a:pt x="226243" y="100583"/>
                  <a:pt x="229974" y="99952"/>
                  <a:pt x="233863" y="98692"/>
                </a:cubicBezTo>
                <a:cubicBezTo>
                  <a:pt x="237752" y="97430"/>
                  <a:pt x="240695" y="95905"/>
                  <a:pt x="242692" y="94119"/>
                </a:cubicBezTo>
                <a:cubicBezTo>
                  <a:pt x="243008" y="93803"/>
                  <a:pt x="243191" y="93225"/>
                  <a:pt x="243243" y="92384"/>
                </a:cubicBezTo>
                <a:cubicBezTo>
                  <a:pt x="243296" y="91544"/>
                  <a:pt x="243322" y="90914"/>
                  <a:pt x="243322" y="90494"/>
                </a:cubicBezTo>
                <a:lnTo>
                  <a:pt x="243322" y="65584"/>
                </a:lnTo>
                <a:cubicBezTo>
                  <a:pt x="243322" y="61064"/>
                  <a:pt x="243269" y="57543"/>
                  <a:pt x="243163" y="55021"/>
                </a:cubicBezTo>
                <a:cubicBezTo>
                  <a:pt x="243059" y="52498"/>
                  <a:pt x="242692" y="50607"/>
                  <a:pt x="242062" y="49346"/>
                </a:cubicBezTo>
                <a:cubicBezTo>
                  <a:pt x="241431" y="48084"/>
                  <a:pt x="240460" y="47243"/>
                  <a:pt x="239146" y="46823"/>
                </a:cubicBezTo>
                <a:cubicBezTo>
                  <a:pt x="237833" y="46402"/>
                  <a:pt x="235915" y="46035"/>
                  <a:pt x="233392" y="45721"/>
                </a:cubicBezTo>
                <a:cubicBezTo>
                  <a:pt x="232866" y="45615"/>
                  <a:pt x="232471" y="45325"/>
                  <a:pt x="232208" y="44852"/>
                </a:cubicBezTo>
                <a:cubicBezTo>
                  <a:pt x="231945" y="44379"/>
                  <a:pt x="231787" y="43854"/>
                  <a:pt x="231734" y="43277"/>
                </a:cubicBezTo>
                <a:cubicBezTo>
                  <a:pt x="231683" y="42698"/>
                  <a:pt x="231788" y="42172"/>
                  <a:pt x="232050" y="41699"/>
                </a:cubicBezTo>
                <a:cubicBezTo>
                  <a:pt x="232313" y="41225"/>
                  <a:pt x="232760" y="40989"/>
                  <a:pt x="233392" y="40989"/>
                </a:cubicBezTo>
                <a:cubicBezTo>
                  <a:pt x="237175" y="40779"/>
                  <a:pt x="240643" y="40307"/>
                  <a:pt x="243796" y="39572"/>
                </a:cubicBezTo>
                <a:cubicBezTo>
                  <a:pt x="246949" y="38836"/>
                  <a:pt x="250470" y="37890"/>
                  <a:pt x="254359" y="36733"/>
                </a:cubicBezTo>
                <a:cubicBezTo>
                  <a:pt x="255830" y="36313"/>
                  <a:pt x="256828" y="36550"/>
                  <a:pt x="257354" y="37443"/>
                </a:cubicBezTo>
                <a:cubicBezTo>
                  <a:pt x="257880" y="38336"/>
                  <a:pt x="258143" y="39098"/>
                  <a:pt x="258143" y="39728"/>
                </a:cubicBezTo>
                <a:lnTo>
                  <a:pt x="258143" y="81665"/>
                </a:lnTo>
                <a:close/>
                <a:moveTo>
                  <a:pt x="327698" y="37679"/>
                </a:moveTo>
                <a:cubicBezTo>
                  <a:pt x="327384" y="38835"/>
                  <a:pt x="327095" y="40254"/>
                  <a:pt x="326832" y="41937"/>
                </a:cubicBezTo>
                <a:cubicBezTo>
                  <a:pt x="326569" y="43617"/>
                  <a:pt x="326438" y="45404"/>
                  <a:pt x="326438" y="47296"/>
                </a:cubicBezTo>
                <a:cubicBezTo>
                  <a:pt x="326438" y="49293"/>
                  <a:pt x="326490" y="51369"/>
                  <a:pt x="326594" y="53524"/>
                </a:cubicBezTo>
                <a:cubicBezTo>
                  <a:pt x="326700" y="55678"/>
                  <a:pt x="326753" y="57333"/>
                  <a:pt x="326753" y="58490"/>
                </a:cubicBezTo>
                <a:cubicBezTo>
                  <a:pt x="326753" y="58806"/>
                  <a:pt x="326543" y="59069"/>
                  <a:pt x="326123" y="59279"/>
                </a:cubicBezTo>
                <a:cubicBezTo>
                  <a:pt x="325702" y="59489"/>
                  <a:pt x="325229" y="59620"/>
                  <a:pt x="324703" y="59673"/>
                </a:cubicBezTo>
                <a:cubicBezTo>
                  <a:pt x="324179" y="59725"/>
                  <a:pt x="323706" y="59672"/>
                  <a:pt x="323284" y="59514"/>
                </a:cubicBezTo>
                <a:cubicBezTo>
                  <a:pt x="322864" y="59357"/>
                  <a:pt x="322602" y="59121"/>
                  <a:pt x="322497" y="58805"/>
                </a:cubicBezTo>
                <a:cubicBezTo>
                  <a:pt x="321341" y="53235"/>
                  <a:pt x="319449" y="48952"/>
                  <a:pt x="316820" y="45956"/>
                </a:cubicBezTo>
                <a:cubicBezTo>
                  <a:pt x="314193" y="42961"/>
                  <a:pt x="309990" y="41463"/>
                  <a:pt x="304210" y="41463"/>
                </a:cubicBezTo>
                <a:cubicBezTo>
                  <a:pt x="300321" y="41463"/>
                  <a:pt x="297115" y="42436"/>
                  <a:pt x="294592" y="44381"/>
                </a:cubicBezTo>
                <a:cubicBezTo>
                  <a:pt x="292070" y="46325"/>
                  <a:pt x="290808" y="48926"/>
                  <a:pt x="290808" y="52185"/>
                </a:cubicBezTo>
                <a:cubicBezTo>
                  <a:pt x="290808" y="54916"/>
                  <a:pt x="291859" y="57017"/>
                  <a:pt x="293960" y="58490"/>
                </a:cubicBezTo>
                <a:cubicBezTo>
                  <a:pt x="296062" y="59960"/>
                  <a:pt x="298848" y="61327"/>
                  <a:pt x="302317" y="62589"/>
                </a:cubicBezTo>
                <a:cubicBezTo>
                  <a:pt x="303789" y="63115"/>
                  <a:pt x="305550" y="63772"/>
                  <a:pt x="307599" y="64561"/>
                </a:cubicBezTo>
                <a:cubicBezTo>
                  <a:pt x="309649" y="65349"/>
                  <a:pt x="311304" y="66005"/>
                  <a:pt x="312565" y="66529"/>
                </a:cubicBezTo>
                <a:cubicBezTo>
                  <a:pt x="315297" y="67791"/>
                  <a:pt x="317846" y="69106"/>
                  <a:pt x="320210" y="70472"/>
                </a:cubicBezTo>
                <a:cubicBezTo>
                  <a:pt x="322575" y="71838"/>
                  <a:pt x="324625" y="73441"/>
                  <a:pt x="326358" y="75281"/>
                </a:cubicBezTo>
                <a:cubicBezTo>
                  <a:pt x="328093" y="77119"/>
                  <a:pt x="329460" y="79194"/>
                  <a:pt x="330457" y="81506"/>
                </a:cubicBezTo>
                <a:cubicBezTo>
                  <a:pt x="331457" y="83819"/>
                  <a:pt x="331956" y="86500"/>
                  <a:pt x="331956" y="89548"/>
                </a:cubicBezTo>
                <a:cubicBezTo>
                  <a:pt x="331956" y="93542"/>
                  <a:pt x="331115" y="96878"/>
                  <a:pt x="329433" y="99558"/>
                </a:cubicBezTo>
                <a:cubicBezTo>
                  <a:pt x="327752" y="102238"/>
                  <a:pt x="325597" y="104392"/>
                  <a:pt x="322969" y="106022"/>
                </a:cubicBezTo>
                <a:cubicBezTo>
                  <a:pt x="320342" y="107651"/>
                  <a:pt x="317347" y="108833"/>
                  <a:pt x="313984" y="109568"/>
                </a:cubicBezTo>
                <a:cubicBezTo>
                  <a:pt x="310621" y="110304"/>
                  <a:pt x="307310" y="110672"/>
                  <a:pt x="304051" y="110672"/>
                </a:cubicBezTo>
                <a:cubicBezTo>
                  <a:pt x="301318" y="110672"/>
                  <a:pt x="298271" y="110357"/>
                  <a:pt x="294907" y="109726"/>
                </a:cubicBezTo>
                <a:cubicBezTo>
                  <a:pt x="291544" y="109096"/>
                  <a:pt x="288602" y="108203"/>
                  <a:pt x="286079" y="107047"/>
                </a:cubicBezTo>
                <a:cubicBezTo>
                  <a:pt x="285449" y="106837"/>
                  <a:pt x="284792" y="106942"/>
                  <a:pt x="284109" y="107362"/>
                </a:cubicBezTo>
                <a:cubicBezTo>
                  <a:pt x="283426" y="107782"/>
                  <a:pt x="282979" y="108570"/>
                  <a:pt x="282769" y="109726"/>
                </a:cubicBezTo>
                <a:cubicBezTo>
                  <a:pt x="282769" y="110042"/>
                  <a:pt x="282532" y="110252"/>
                  <a:pt x="282059" y="110357"/>
                </a:cubicBezTo>
                <a:cubicBezTo>
                  <a:pt x="281586" y="110463"/>
                  <a:pt x="281087" y="110515"/>
                  <a:pt x="280561" y="110515"/>
                </a:cubicBezTo>
                <a:cubicBezTo>
                  <a:pt x="280140" y="110515"/>
                  <a:pt x="279720" y="110436"/>
                  <a:pt x="279300" y="110277"/>
                </a:cubicBezTo>
                <a:cubicBezTo>
                  <a:pt x="278880" y="110120"/>
                  <a:pt x="278670" y="109884"/>
                  <a:pt x="278670" y="109570"/>
                </a:cubicBezTo>
                <a:cubicBezTo>
                  <a:pt x="278670" y="108728"/>
                  <a:pt x="278775" y="107572"/>
                  <a:pt x="278985" y="106101"/>
                </a:cubicBezTo>
                <a:cubicBezTo>
                  <a:pt x="279195" y="104629"/>
                  <a:pt x="279300" y="103263"/>
                  <a:pt x="279300" y="102002"/>
                </a:cubicBezTo>
                <a:cubicBezTo>
                  <a:pt x="279300" y="100740"/>
                  <a:pt x="279221" y="99347"/>
                  <a:pt x="279062" y="97824"/>
                </a:cubicBezTo>
                <a:cubicBezTo>
                  <a:pt x="278905" y="96300"/>
                  <a:pt x="278748" y="94803"/>
                  <a:pt x="278590" y="93332"/>
                </a:cubicBezTo>
                <a:cubicBezTo>
                  <a:pt x="278433" y="91860"/>
                  <a:pt x="278302" y="90546"/>
                  <a:pt x="278196" y="89390"/>
                </a:cubicBezTo>
                <a:cubicBezTo>
                  <a:pt x="278092" y="88233"/>
                  <a:pt x="278039" y="87392"/>
                  <a:pt x="278039" y="86866"/>
                </a:cubicBezTo>
                <a:cubicBezTo>
                  <a:pt x="278039" y="86446"/>
                  <a:pt x="278250" y="86131"/>
                  <a:pt x="278670" y="85921"/>
                </a:cubicBezTo>
                <a:cubicBezTo>
                  <a:pt x="279090" y="85711"/>
                  <a:pt x="279562" y="85580"/>
                  <a:pt x="280087" y="85529"/>
                </a:cubicBezTo>
                <a:cubicBezTo>
                  <a:pt x="280613" y="85476"/>
                  <a:pt x="281112" y="85528"/>
                  <a:pt x="281585" y="85685"/>
                </a:cubicBezTo>
                <a:cubicBezTo>
                  <a:pt x="282058" y="85842"/>
                  <a:pt x="282348" y="86131"/>
                  <a:pt x="282454" y="86551"/>
                </a:cubicBezTo>
                <a:cubicBezTo>
                  <a:pt x="283188" y="89600"/>
                  <a:pt x="284134" y="92280"/>
                  <a:pt x="285290" y="94593"/>
                </a:cubicBezTo>
                <a:cubicBezTo>
                  <a:pt x="286446" y="96904"/>
                  <a:pt x="287891" y="98848"/>
                  <a:pt x="289625" y="100426"/>
                </a:cubicBezTo>
                <a:cubicBezTo>
                  <a:pt x="291360" y="102003"/>
                  <a:pt x="293463" y="103186"/>
                  <a:pt x="295932" y="103975"/>
                </a:cubicBezTo>
                <a:cubicBezTo>
                  <a:pt x="298402" y="104762"/>
                  <a:pt x="301371" y="105156"/>
                  <a:pt x="304840" y="105156"/>
                </a:cubicBezTo>
                <a:cubicBezTo>
                  <a:pt x="308623" y="105156"/>
                  <a:pt x="311697" y="104105"/>
                  <a:pt x="314061" y="102002"/>
                </a:cubicBezTo>
                <a:cubicBezTo>
                  <a:pt x="316426" y="99900"/>
                  <a:pt x="317609" y="96957"/>
                  <a:pt x="317609" y="93174"/>
                </a:cubicBezTo>
                <a:cubicBezTo>
                  <a:pt x="317609" y="89811"/>
                  <a:pt x="316426" y="87157"/>
                  <a:pt x="314061" y="85213"/>
                </a:cubicBezTo>
                <a:cubicBezTo>
                  <a:pt x="311697" y="83268"/>
                  <a:pt x="308939" y="81559"/>
                  <a:pt x="305786" y="80087"/>
                </a:cubicBezTo>
                <a:cubicBezTo>
                  <a:pt x="304313" y="79457"/>
                  <a:pt x="302815" y="78827"/>
                  <a:pt x="301292" y="78196"/>
                </a:cubicBezTo>
                <a:cubicBezTo>
                  <a:pt x="299768" y="77566"/>
                  <a:pt x="298218" y="76936"/>
                  <a:pt x="296642" y="76305"/>
                </a:cubicBezTo>
                <a:cubicBezTo>
                  <a:pt x="294329" y="75359"/>
                  <a:pt x="292043" y="74387"/>
                  <a:pt x="289784" y="73390"/>
                </a:cubicBezTo>
                <a:cubicBezTo>
                  <a:pt x="287524" y="72391"/>
                  <a:pt x="285526" y="71155"/>
                  <a:pt x="283791" y="69683"/>
                </a:cubicBezTo>
                <a:cubicBezTo>
                  <a:pt x="282058" y="68211"/>
                  <a:pt x="280666" y="66371"/>
                  <a:pt x="279615" y="64164"/>
                </a:cubicBezTo>
                <a:cubicBezTo>
                  <a:pt x="278565" y="61958"/>
                  <a:pt x="278039" y="59225"/>
                  <a:pt x="278039" y="55966"/>
                </a:cubicBezTo>
                <a:cubicBezTo>
                  <a:pt x="278039" y="52183"/>
                  <a:pt x="278853" y="48978"/>
                  <a:pt x="280481" y="46351"/>
                </a:cubicBezTo>
                <a:cubicBezTo>
                  <a:pt x="282111" y="43723"/>
                  <a:pt x="284212" y="41594"/>
                  <a:pt x="286786" y="39967"/>
                </a:cubicBezTo>
                <a:cubicBezTo>
                  <a:pt x="289362" y="38337"/>
                  <a:pt x="292226" y="37154"/>
                  <a:pt x="295379" y="36418"/>
                </a:cubicBezTo>
                <a:cubicBezTo>
                  <a:pt x="298534" y="35682"/>
                  <a:pt x="301634" y="35314"/>
                  <a:pt x="304681" y="35314"/>
                </a:cubicBezTo>
                <a:cubicBezTo>
                  <a:pt x="307624" y="35314"/>
                  <a:pt x="310226" y="35656"/>
                  <a:pt x="312485" y="36339"/>
                </a:cubicBezTo>
                <a:cubicBezTo>
                  <a:pt x="314745" y="37022"/>
                  <a:pt x="317241" y="38257"/>
                  <a:pt x="319974" y="40044"/>
                </a:cubicBezTo>
                <a:cubicBezTo>
                  <a:pt x="320394" y="40254"/>
                  <a:pt x="320946" y="40228"/>
                  <a:pt x="321629" y="39967"/>
                </a:cubicBezTo>
                <a:cubicBezTo>
                  <a:pt x="322312" y="39704"/>
                  <a:pt x="322864" y="38836"/>
                  <a:pt x="323284" y="37364"/>
                </a:cubicBezTo>
                <a:cubicBezTo>
                  <a:pt x="323390" y="36944"/>
                  <a:pt x="323705" y="36681"/>
                  <a:pt x="324229" y="36577"/>
                </a:cubicBezTo>
                <a:cubicBezTo>
                  <a:pt x="324755" y="36471"/>
                  <a:pt x="325281" y="36445"/>
                  <a:pt x="325807" y="36498"/>
                </a:cubicBezTo>
                <a:cubicBezTo>
                  <a:pt x="326333" y="36549"/>
                  <a:pt x="326806" y="36681"/>
                  <a:pt x="327227" y="36892"/>
                </a:cubicBezTo>
                <a:cubicBezTo>
                  <a:pt x="327647" y="37102"/>
                  <a:pt x="327804" y="37365"/>
                  <a:pt x="327698" y="37679"/>
                </a:cubicBezTo>
                <a:close/>
                <a:moveTo>
                  <a:pt x="358789" y="68894"/>
                </a:moveTo>
                <a:cubicBezTo>
                  <a:pt x="358263" y="68894"/>
                  <a:pt x="357973" y="69078"/>
                  <a:pt x="357920" y="69447"/>
                </a:cubicBezTo>
                <a:cubicBezTo>
                  <a:pt x="357869" y="69814"/>
                  <a:pt x="357843" y="70261"/>
                  <a:pt x="357843" y="70787"/>
                </a:cubicBezTo>
                <a:cubicBezTo>
                  <a:pt x="357843" y="76253"/>
                  <a:pt x="358447" y="80877"/>
                  <a:pt x="359655" y="84660"/>
                </a:cubicBezTo>
                <a:cubicBezTo>
                  <a:pt x="360864" y="88443"/>
                  <a:pt x="362545" y="91518"/>
                  <a:pt x="364699" y="93883"/>
                </a:cubicBezTo>
                <a:cubicBezTo>
                  <a:pt x="366855" y="96247"/>
                  <a:pt x="369430" y="97955"/>
                  <a:pt x="372426" y="99007"/>
                </a:cubicBezTo>
                <a:cubicBezTo>
                  <a:pt x="375422" y="100058"/>
                  <a:pt x="378653" y="100583"/>
                  <a:pt x="382120" y="100583"/>
                </a:cubicBezTo>
                <a:cubicBezTo>
                  <a:pt x="385694" y="100583"/>
                  <a:pt x="389162" y="100294"/>
                  <a:pt x="392525" y="99717"/>
                </a:cubicBezTo>
                <a:cubicBezTo>
                  <a:pt x="395889" y="99138"/>
                  <a:pt x="398780" y="97850"/>
                  <a:pt x="401197" y="95853"/>
                </a:cubicBezTo>
                <a:cubicBezTo>
                  <a:pt x="401723" y="95433"/>
                  <a:pt x="402275" y="95276"/>
                  <a:pt x="402852" y="95382"/>
                </a:cubicBezTo>
                <a:cubicBezTo>
                  <a:pt x="403431" y="95486"/>
                  <a:pt x="403904" y="95748"/>
                  <a:pt x="404271" y="96168"/>
                </a:cubicBezTo>
                <a:cubicBezTo>
                  <a:pt x="404638" y="96589"/>
                  <a:pt x="404874" y="97062"/>
                  <a:pt x="404978" y="97588"/>
                </a:cubicBezTo>
                <a:cubicBezTo>
                  <a:pt x="405084" y="98114"/>
                  <a:pt x="404980" y="98587"/>
                  <a:pt x="404666" y="99007"/>
                </a:cubicBezTo>
                <a:cubicBezTo>
                  <a:pt x="401303" y="103421"/>
                  <a:pt x="397519" y="106468"/>
                  <a:pt x="393314" y="108151"/>
                </a:cubicBezTo>
                <a:cubicBezTo>
                  <a:pt x="389110" y="109831"/>
                  <a:pt x="383908" y="110672"/>
                  <a:pt x="377706" y="110672"/>
                </a:cubicBezTo>
                <a:cubicBezTo>
                  <a:pt x="371400" y="110672"/>
                  <a:pt x="365961" y="109726"/>
                  <a:pt x="361389" y="107836"/>
                </a:cubicBezTo>
                <a:cubicBezTo>
                  <a:pt x="356817" y="105943"/>
                  <a:pt x="353033" y="103289"/>
                  <a:pt x="350037" y="99873"/>
                </a:cubicBezTo>
                <a:cubicBezTo>
                  <a:pt x="347043" y="96457"/>
                  <a:pt x="344836" y="92464"/>
                  <a:pt x="343417" y="87893"/>
                </a:cubicBezTo>
                <a:cubicBezTo>
                  <a:pt x="341998" y="83321"/>
                  <a:pt x="341288" y="78354"/>
                  <a:pt x="341288" y="72993"/>
                </a:cubicBezTo>
                <a:cubicBezTo>
                  <a:pt x="341288" y="67843"/>
                  <a:pt x="342155" y="62957"/>
                  <a:pt x="343888" y="58333"/>
                </a:cubicBezTo>
                <a:cubicBezTo>
                  <a:pt x="345624" y="53708"/>
                  <a:pt x="348068" y="49714"/>
                  <a:pt x="351221" y="46351"/>
                </a:cubicBezTo>
                <a:cubicBezTo>
                  <a:pt x="354374" y="42988"/>
                  <a:pt x="358105" y="40308"/>
                  <a:pt x="362414" y="38312"/>
                </a:cubicBezTo>
                <a:cubicBezTo>
                  <a:pt x="366723" y="36313"/>
                  <a:pt x="371505" y="35314"/>
                  <a:pt x="376761" y="35314"/>
                </a:cubicBezTo>
                <a:cubicBezTo>
                  <a:pt x="381174" y="35314"/>
                  <a:pt x="385194" y="36077"/>
                  <a:pt x="388820" y="37602"/>
                </a:cubicBezTo>
                <a:cubicBezTo>
                  <a:pt x="392446" y="39125"/>
                  <a:pt x="395520" y="41227"/>
                  <a:pt x="398043" y="43907"/>
                </a:cubicBezTo>
                <a:cubicBezTo>
                  <a:pt x="400566" y="46587"/>
                  <a:pt x="402537" y="49793"/>
                  <a:pt x="403956" y="53524"/>
                </a:cubicBezTo>
                <a:cubicBezTo>
                  <a:pt x="405375" y="57255"/>
                  <a:pt x="406085" y="61275"/>
                  <a:pt x="406085" y="65584"/>
                </a:cubicBezTo>
                <a:cubicBezTo>
                  <a:pt x="406085" y="67790"/>
                  <a:pt x="405297" y="68894"/>
                  <a:pt x="403720" y="68894"/>
                </a:cubicBezTo>
                <a:lnTo>
                  <a:pt x="358789" y="68894"/>
                </a:lnTo>
                <a:moveTo>
                  <a:pt x="387639" y="63378"/>
                </a:moveTo>
                <a:cubicBezTo>
                  <a:pt x="389110" y="63378"/>
                  <a:pt x="389950" y="62853"/>
                  <a:pt x="390160" y="61802"/>
                </a:cubicBezTo>
                <a:cubicBezTo>
                  <a:pt x="390372" y="60750"/>
                  <a:pt x="390478" y="59488"/>
                  <a:pt x="390478" y="58016"/>
                </a:cubicBezTo>
                <a:cubicBezTo>
                  <a:pt x="390478" y="55809"/>
                  <a:pt x="390136" y="53681"/>
                  <a:pt x="389453" y="51631"/>
                </a:cubicBezTo>
                <a:cubicBezTo>
                  <a:pt x="388770" y="49582"/>
                  <a:pt x="387797" y="47769"/>
                  <a:pt x="386535" y="46192"/>
                </a:cubicBezTo>
                <a:cubicBezTo>
                  <a:pt x="385274" y="44616"/>
                  <a:pt x="383751" y="43354"/>
                  <a:pt x="381964" y="42408"/>
                </a:cubicBezTo>
                <a:cubicBezTo>
                  <a:pt x="380178" y="41462"/>
                  <a:pt x="378128" y="40989"/>
                  <a:pt x="375815" y="40989"/>
                </a:cubicBezTo>
                <a:cubicBezTo>
                  <a:pt x="372977" y="40989"/>
                  <a:pt x="370533" y="41489"/>
                  <a:pt x="368483" y="42488"/>
                </a:cubicBezTo>
                <a:cubicBezTo>
                  <a:pt x="366434" y="43487"/>
                  <a:pt x="364699" y="44801"/>
                  <a:pt x="363280" y="46430"/>
                </a:cubicBezTo>
                <a:cubicBezTo>
                  <a:pt x="361862" y="48058"/>
                  <a:pt x="360785" y="49976"/>
                  <a:pt x="360049" y="52185"/>
                </a:cubicBezTo>
                <a:cubicBezTo>
                  <a:pt x="359313" y="54391"/>
                  <a:pt x="358788" y="56703"/>
                  <a:pt x="358473" y="59120"/>
                </a:cubicBezTo>
                <a:cubicBezTo>
                  <a:pt x="358263" y="60382"/>
                  <a:pt x="358184" y="61408"/>
                  <a:pt x="358235" y="62197"/>
                </a:cubicBezTo>
                <a:cubicBezTo>
                  <a:pt x="358288" y="62984"/>
                  <a:pt x="358525" y="63378"/>
                  <a:pt x="358945" y="63378"/>
                </a:cubicBezTo>
                <a:lnTo>
                  <a:pt x="387639" y="633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Text Contrast">
            <a:extLst xmlns:a="http://schemas.openxmlformats.org/drawingml/2006/main">
              <a:ext uri="{FF2B5EF4-FFF2-40B4-BE49-F238E27FC236}">
                <a16:creationId xmlns:a16="http://schemas.microsoft.com/office/drawing/2014/main" id="{EEDE71B1-F80F-444B-8DCD-3C75039D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617" y="1585163"/>
            <a:ext cx="583459" cy="110987"/>
          </a:xfrm>
          <a:custGeom xmlns:a="http://schemas.openxmlformats.org/drawingml/2006/main">
            <a:pathLst>
              <a:path w="583459" h="110987">
                <a:moveTo>
                  <a:pt x="56284" y="0"/>
                </a:moveTo>
                <a:cubicBezTo>
                  <a:pt x="61013" y="0"/>
                  <a:pt x="65374" y="578"/>
                  <a:pt x="69368" y="1734"/>
                </a:cubicBezTo>
                <a:cubicBezTo>
                  <a:pt x="73363" y="2891"/>
                  <a:pt x="77304" y="4415"/>
                  <a:pt x="81191" y="6307"/>
                </a:cubicBezTo>
                <a:cubicBezTo>
                  <a:pt x="82348" y="6832"/>
                  <a:pt x="83425" y="7331"/>
                  <a:pt x="84424" y="7804"/>
                </a:cubicBezTo>
                <a:cubicBezTo>
                  <a:pt x="85423" y="8277"/>
                  <a:pt x="86290" y="8513"/>
                  <a:pt x="87025" y="8513"/>
                </a:cubicBezTo>
                <a:cubicBezTo>
                  <a:pt x="88707" y="8513"/>
                  <a:pt x="89811" y="7515"/>
                  <a:pt x="90337" y="5518"/>
                </a:cubicBezTo>
                <a:cubicBezTo>
                  <a:pt x="90442" y="5098"/>
                  <a:pt x="90782" y="4783"/>
                  <a:pt x="91360" y="4573"/>
                </a:cubicBezTo>
                <a:cubicBezTo>
                  <a:pt x="91939" y="4363"/>
                  <a:pt x="92517" y="4284"/>
                  <a:pt x="93094" y="4337"/>
                </a:cubicBezTo>
                <a:cubicBezTo>
                  <a:pt x="93673" y="4389"/>
                  <a:pt x="94173" y="4519"/>
                  <a:pt x="94593" y="4729"/>
                </a:cubicBezTo>
                <a:cubicBezTo>
                  <a:pt x="95013" y="4939"/>
                  <a:pt x="95171" y="5255"/>
                  <a:pt x="95067" y="5675"/>
                </a:cubicBezTo>
                <a:cubicBezTo>
                  <a:pt x="94647" y="7357"/>
                  <a:pt x="94357" y="9092"/>
                  <a:pt x="94198" y="10878"/>
                </a:cubicBezTo>
                <a:cubicBezTo>
                  <a:pt x="94041" y="12665"/>
                  <a:pt x="93963" y="14504"/>
                  <a:pt x="93963" y="16397"/>
                </a:cubicBezTo>
                <a:cubicBezTo>
                  <a:pt x="93963" y="19339"/>
                  <a:pt x="94173" y="22282"/>
                  <a:pt x="94593" y="25225"/>
                </a:cubicBezTo>
                <a:cubicBezTo>
                  <a:pt x="95013" y="28168"/>
                  <a:pt x="95433" y="31216"/>
                  <a:pt x="95853" y="34369"/>
                </a:cubicBezTo>
                <a:cubicBezTo>
                  <a:pt x="95853" y="34789"/>
                  <a:pt x="95617" y="35131"/>
                  <a:pt x="95144" y="35394"/>
                </a:cubicBezTo>
                <a:cubicBezTo>
                  <a:pt x="94672" y="35657"/>
                  <a:pt x="94095" y="35815"/>
                  <a:pt x="93412" y="35867"/>
                </a:cubicBezTo>
                <a:cubicBezTo>
                  <a:pt x="92728" y="35919"/>
                  <a:pt x="92071" y="35839"/>
                  <a:pt x="91439" y="35629"/>
                </a:cubicBezTo>
                <a:cubicBezTo>
                  <a:pt x="90809" y="35419"/>
                  <a:pt x="90442" y="35051"/>
                  <a:pt x="90337" y="34525"/>
                </a:cubicBezTo>
                <a:cubicBezTo>
                  <a:pt x="87709" y="25066"/>
                  <a:pt x="83452" y="18104"/>
                  <a:pt x="77566" y="13637"/>
                </a:cubicBezTo>
                <a:cubicBezTo>
                  <a:pt x="71680" y="9171"/>
                  <a:pt x="64271" y="6938"/>
                  <a:pt x="55338" y="6938"/>
                </a:cubicBezTo>
                <a:cubicBezTo>
                  <a:pt x="48401" y="6938"/>
                  <a:pt x="42672" y="8409"/>
                  <a:pt x="38153" y="11352"/>
                </a:cubicBezTo>
                <a:cubicBezTo>
                  <a:pt x="33633" y="14295"/>
                  <a:pt x="30034" y="18105"/>
                  <a:pt x="27354" y="22781"/>
                </a:cubicBezTo>
                <a:cubicBezTo>
                  <a:pt x="24674" y="27457"/>
                  <a:pt x="22808" y="32608"/>
                  <a:pt x="21756" y="38232"/>
                </a:cubicBezTo>
                <a:cubicBezTo>
                  <a:pt x="20706" y="43855"/>
                  <a:pt x="20181" y="49346"/>
                  <a:pt x="20181" y="54706"/>
                </a:cubicBezTo>
                <a:cubicBezTo>
                  <a:pt x="20181" y="60591"/>
                  <a:pt x="20811" y="66477"/>
                  <a:pt x="22071" y="72363"/>
                </a:cubicBezTo>
                <a:cubicBezTo>
                  <a:pt x="23333" y="78248"/>
                  <a:pt x="25383" y="83556"/>
                  <a:pt x="28220" y="88285"/>
                </a:cubicBezTo>
                <a:cubicBezTo>
                  <a:pt x="31059" y="93015"/>
                  <a:pt x="34763" y="96877"/>
                  <a:pt x="39334" y="99873"/>
                </a:cubicBezTo>
                <a:cubicBezTo>
                  <a:pt x="43906" y="102869"/>
                  <a:pt x="49451" y="104367"/>
                  <a:pt x="55969" y="104367"/>
                </a:cubicBezTo>
                <a:cubicBezTo>
                  <a:pt x="61012" y="104367"/>
                  <a:pt x="65531" y="103920"/>
                  <a:pt x="69524" y="103027"/>
                </a:cubicBezTo>
                <a:cubicBezTo>
                  <a:pt x="73519" y="102134"/>
                  <a:pt x="76883" y="100478"/>
                  <a:pt x="79616" y="98059"/>
                </a:cubicBezTo>
                <a:cubicBezTo>
                  <a:pt x="82979" y="95012"/>
                  <a:pt x="85658" y="91361"/>
                  <a:pt x="87655" y="87104"/>
                </a:cubicBezTo>
                <a:cubicBezTo>
                  <a:pt x="89653" y="82848"/>
                  <a:pt x="91073" y="78039"/>
                  <a:pt x="91913" y="72678"/>
                </a:cubicBezTo>
                <a:cubicBezTo>
                  <a:pt x="92017" y="71942"/>
                  <a:pt x="92358" y="71469"/>
                  <a:pt x="92935" y="71259"/>
                </a:cubicBezTo>
                <a:cubicBezTo>
                  <a:pt x="93514" y="71048"/>
                  <a:pt x="94119" y="71023"/>
                  <a:pt x="94749" y="71182"/>
                </a:cubicBezTo>
                <a:cubicBezTo>
                  <a:pt x="95381" y="71339"/>
                  <a:pt x="95959" y="71627"/>
                  <a:pt x="96484" y="72048"/>
                </a:cubicBezTo>
                <a:cubicBezTo>
                  <a:pt x="97010" y="72468"/>
                  <a:pt x="97221" y="72888"/>
                  <a:pt x="97116" y="73308"/>
                </a:cubicBezTo>
                <a:cubicBezTo>
                  <a:pt x="96800" y="75411"/>
                  <a:pt x="96589" y="77487"/>
                  <a:pt x="96484" y="79536"/>
                </a:cubicBezTo>
                <a:cubicBezTo>
                  <a:pt x="96379" y="81586"/>
                  <a:pt x="96327" y="83662"/>
                  <a:pt x="96327" y="85764"/>
                </a:cubicBezTo>
                <a:cubicBezTo>
                  <a:pt x="96327" y="89337"/>
                  <a:pt x="96459" y="92990"/>
                  <a:pt x="96722" y="96722"/>
                </a:cubicBezTo>
                <a:cubicBezTo>
                  <a:pt x="96985" y="100452"/>
                  <a:pt x="97221" y="104367"/>
                  <a:pt x="97431" y="108466"/>
                </a:cubicBezTo>
                <a:cubicBezTo>
                  <a:pt x="97431" y="109096"/>
                  <a:pt x="97221" y="109568"/>
                  <a:pt x="96799" y="109883"/>
                </a:cubicBezTo>
                <a:cubicBezTo>
                  <a:pt x="96379" y="110199"/>
                  <a:pt x="95880" y="110383"/>
                  <a:pt x="95302" y="110436"/>
                </a:cubicBezTo>
                <a:cubicBezTo>
                  <a:pt x="94725" y="110489"/>
                  <a:pt x="94173" y="110384"/>
                  <a:pt x="93647" y="110121"/>
                </a:cubicBezTo>
                <a:cubicBezTo>
                  <a:pt x="93121" y="109858"/>
                  <a:pt x="92806" y="109463"/>
                  <a:pt x="92702" y="108937"/>
                </a:cubicBezTo>
                <a:cubicBezTo>
                  <a:pt x="92492" y="107993"/>
                  <a:pt x="92124" y="107074"/>
                  <a:pt x="91598" y="106181"/>
                </a:cubicBezTo>
                <a:cubicBezTo>
                  <a:pt x="91072" y="105287"/>
                  <a:pt x="90389" y="104552"/>
                  <a:pt x="89548" y="103975"/>
                </a:cubicBezTo>
                <a:cubicBezTo>
                  <a:pt x="88708" y="103396"/>
                  <a:pt x="87710" y="103106"/>
                  <a:pt x="86553" y="103106"/>
                </a:cubicBezTo>
                <a:cubicBezTo>
                  <a:pt x="85501" y="103106"/>
                  <a:pt x="84292" y="103473"/>
                  <a:pt x="82926" y="104208"/>
                </a:cubicBezTo>
                <a:cubicBezTo>
                  <a:pt x="80615" y="105470"/>
                  <a:pt x="78382" y="106548"/>
                  <a:pt x="76226" y="107441"/>
                </a:cubicBezTo>
                <a:cubicBezTo>
                  <a:pt x="74072" y="108334"/>
                  <a:pt x="71891" y="109043"/>
                  <a:pt x="69683" y="109568"/>
                </a:cubicBezTo>
                <a:cubicBezTo>
                  <a:pt x="67476" y="110094"/>
                  <a:pt x="65164" y="110462"/>
                  <a:pt x="62745" y="110672"/>
                </a:cubicBezTo>
                <a:cubicBezTo>
                  <a:pt x="60328" y="110882"/>
                  <a:pt x="57701" y="110987"/>
                  <a:pt x="54864" y="110987"/>
                </a:cubicBezTo>
                <a:cubicBezTo>
                  <a:pt x="36261" y="110987"/>
                  <a:pt x="22466" y="106337"/>
                  <a:pt x="13479" y="97037"/>
                </a:cubicBezTo>
                <a:cubicBezTo>
                  <a:pt x="4493" y="87735"/>
                  <a:pt x="0" y="74413"/>
                  <a:pt x="0" y="57070"/>
                </a:cubicBezTo>
                <a:cubicBezTo>
                  <a:pt x="0" y="47822"/>
                  <a:pt x="1418" y="39651"/>
                  <a:pt x="4255" y="32557"/>
                </a:cubicBezTo>
                <a:cubicBezTo>
                  <a:pt x="7094" y="25462"/>
                  <a:pt x="11010" y="19497"/>
                  <a:pt x="16002" y="14662"/>
                </a:cubicBezTo>
                <a:cubicBezTo>
                  <a:pt x="20994" y="9827"/>
                  <a:pt x="26933" y="6174"/>
                  <a:pt x="33818" y="3705"/>
                </a:cubicBezTo>
                <a:cubicBezTo>
                  <a:pt x="40703" y="1235"/>
                  <a:pt x="48191" y="0"/>
                  <a:pt x="56284" y="0"/>
                </a:cubicBezTo>
                <a:close/>
                <a:moveTo>
                  <a:pt x="181965" y="70943"/>
                </a:moveTo>
                <a:cubicBezTo>
                  <a:pt x="181965" y="77355"/>
                  <a:pt x="181071" y="83031"/>
                  <a:pt x="179285" y="87970"/>
                </a:cubicBezTo>
                <a:cubicBezTo>
                  <a:pt x="177498" y="92910"/>
                  <a:pt x="174949" y="97062"/>
                  <a:pt x="171637" y="100426"/>
                </a:cubicBezTo>
                <a:cubicBezTo>
                  <a:pt x="168327" y="103789"/>
                  <a:pt x="164360" y="106338"/>
                  <a:pt x="159735" y="108071"/>
                </a:cubicBezTo>
                <a:cubicBezTo>
                  <a:pt x="155111" y="109805"/>
                  <a:pt x="149961" y="110672"/>
                  <a:pt x="144286" y="110672"/>
                </a:cubicBezTo>
                <a:cubicBezTo>
                  <a:pt x="139346" y="110672"/>
                  <a:pt x="134774" y="109858"/>
                  <a:pt x="130569" y="108230"/>
                </a:cubicBezTo>
                <a:cubicBezTo>
                  <a:pt x="126366" y="106601"/>
                  <a:pt x="122740" y="104183"/>
                  <a:pt x="119691" y="100977"/>
                </a:cubicBezTo>
                <a:cubicBezTo>
                  <a:pt x="116644" y="97771"/>
                  <a:pt x="114226" y="93725"/>
                  <a:pt x="112438" y="88839"/>
                </a:cubicBezTo>
                <a:cubicBezTo>
                  <a:pt x="110652" y="83950"/>
                  <a:pt x="109758" y="78195"/>
                  <a:pt x="109758" y="71574"/>
                </a:cubicBezTo>
                <a:cubicBezTo>
                  <a:pt x="109758" y="66214"/>
                  <a:pt x="110652" y="61301"/>
                  <a:pt x="112438" y="56835"/>
                </a:cubicBezTo>
                <a:cubicBezTo>
                  <a:pt x="114226" y="52368"/>
                  <a:pt x="116722" y="48559"/>
                  <a:pt x="119927" y="45406"/>
                </a:cubicBezTo>
                <a:cubicBezTo>
                  <a:pt x="123133" y="42251"/>
                  <a:pt x="126995" y="39781"/>
                  <a:pt x="131514" y="37994"/>
                </a:cubicBezTo>
                <a:cubicBezTo>
                  <a:pt x="136034" y="36207"/>
                  <a:pt x="140974" y="35314"/>
                  <a:pt x="146335" y="35314"/>
                </a:cubicBezTo>
                <a:cubicBezTo>
                  <a:pt x="151485" y="35314"/>
                  <a:pt x="156240" y="36102"/>
                  <a:pt x="160601" y="37679"/>
                </a:cubicBezTo>
                <a:cubicBezTo>
                  <a:pt x="164963" y="39255"/>
                  <a:pt x="168720" y="41541"/>
                  <a:pt x="171873" y="44537"/>
                </a:cubicBezTo>
                <a:cubicBezTo>
                  <a:pt x="175028" y="47533"/>
                  <a:pt x="177498" y="51238"/>
                  <a:pt x="179285" y="55653"/>
                </a:cubicBezTo>
                <a:cubicBezTo>
                  <a:pt x="181071" y="60067"/>
                  <a:pt x="181965" y="65164"/>
                  <a:pt x="181965" y="70943"/>
                </a:cubicBezTo>
                <a:moveTo>
                  <a:pt x="165412" y="72678"/>
                </a:moveTo>
                <a:cubicBezTo>
                  <a:pt x="165412" y="68685"/>
                  <a:pt x="165149" y="64796"/>
                  <a:pt x="164623" y="61013"/>
                </a:cubicBezTo>
                <a:cubicBezTo>
                  <a:pt x="164097" y="57228"/>
                  <a:pt x="163150" y="53864"/>
                  <a:pt x="161784" y="50922"/>
                </a:cubicBezTo>
                <a:cubicBezTo>
                  <a:pt x="160418" y="47979"/>
                  <a:pt x="158526" y="45614"/>
                  <a:pt x="156109" y="43828"/>
                </a:cubicBezTo>
                <a:cubicBezTo>
                  <a:pt x="153692" y="42041"/>
                  <a:pt x="150592" y="41148"/>
                  <a:pt x="146807" y="41148"/>
                </a:cubicBezTo>
                <a:cubicBezTo>
                  <a:pt x="142603" y="41148"/>
                  <a:pt x="139188" y="42041"/>
                  <a:pt x="136559" y="43828"/>
                </a:cubicBezTo>
                <a:cubicBezTo>
                  <a:pt x="133932" y="45614"/>
                  <a:pt x="131857" y="48005"/>
                  <a:pt x="130333" y="51001"/>
                </a:cubicBezTo>
                <a:cubicBezTo>
                  <a:pt x="128810" y="53997"/>
                  <a:pt x="127759" y="57386"/>
                  <a:pt x="127180" y="61169"/>
                </a:cubicBezTo>
                <a:cubicBezTo>
                  <a:pt x="126602" y="64953"/>
                  <a:pt x="126314" y="68894"/>
                  <a:pt x="126314" y="72993"/>
                </a:cubicBezTo>
                <a:cubicBezTo>
                  <a:pt x="126314" y="76566"/>
                  <a:pt x="126576" y="80245"/>
                  <a:pt x="127100" y="84030"/>
                </a:cubicBezTo>
                <a:cubicBezTo>
                  <a:pt x="127626" y="87813"/>
                  <a:pt x="128625" y="91229"/>
                  <a:pt x="130095" y="94278"/>
                </a:cubicBezTo>
                <a:cubicBezTo>
                  <a:pt x="131567" y="97325"/>
                  <a:pt x="133591" y="99847"/>
                  <a:pt x="136164" y="101846"/>
                </a:cubicBezTo>
                <a:cubicBezTo>
                  <a:pt x="138740" y="103842"/>
                  <a:pt x="142025" y="104841"/>
                  <a:pt x="146020" y="104841"/>
                </a:cubicBezTo>
                <a:cubicBezTo>
                  <a:pt x="150119" y="104841"/>
                  <a:pt x="153429" y="103894"/>
                  <a:pt x="155951" y="102002"/>
                </a:cubicBezTo>
                <a:cubicBezTo>
                  <a:pt x="158473" y="100110"/>
                  <a:pt x="160444" y="97640"/>
                  <a:pt x="161863" y="94593"/>
                </a:cubicBezTo>
                <a:cubicBezTo>
                  <a:pt x="163283" y="91544"/>
                  <a:pt x="164229" y="88102"/>
                  <a:pt x="164702" y="84266"/>
                </a:cubicBezTo>
                <a:cubicBezTo>
                  <a:pt x="165175" y="80429"/>
                  <a:pt x="165412" y="76567"/>
                  <a:pt x="165412" y="72678"/>
                </a:cubicBezTo>
                <a:close/>
                <a:moveTo>
                  <a:pt x="218414" y="90020"/>
                </a:moveTo>
                <a:cubicBezTo>
                  <a:pt x="218414" y="92648"/>
                  <a:pt x="218466" y="94856"/>
                  <a:pt x="218570" y="96642"/>
                </a:cubicBezTo>
                <a:cubicBezTo>
                  <a:pt x="218676" y="98429"/>
                  <a:pt x="218965" y="99900"/>
                  <a:pt x="219439" y="101057"/>
                </a:cubicBezTo>
                <a:cubicBezTo>
                  <a:pt x="219912" y="102213"/>
                  <a:pt x="220700" y="103106"/>
                  <a:pt x="221803" y="103736"/>
                </a:cubicBezTo>
                <a:cubicBezTo>
                  <a:pt x="222907" y="104367"/>
                  <a:pt x="224457" y="104840"/>
                  <a:pt x="226453" y="105156"/>
                </a:cubicBezTo>
                <a:cubicBezTo>
                  <a:pt x="227084" y="105260"/>
                  <a:pt x="227557" y="105549"/>
                  <a:pt x="227873" y="106022"/>
                </a:cubicBezTo>
                <a:cubicBezTo>
                  <a:pt x="228188" y="106495"/>
                  <a:pt x="228346" y="107047"/>
                  <a:pt x="228346" y="107677"/>
                </a:cubicBezTo>
                <a:cubicBezTo>
                  <a:pt x="228346" y="108203"/>
                  <a:pt x="228188" y="108702"/>
                  <a:pt x="227873" y="109176"/>
                </a:cubicBezTo>
                <a:cubicBezTo>
                  <a:pt x="227557" y="109649"/>
                  <a:pt x="227084" y="109885"/>
                  <a:pt x="226453" y="109885"/>
                </a:cubicBezTo>
                <a:cubicBezTo>
                  <a:pt x="225403" y="109885"/>
                  <a:pt x="223432" y="109701"/>
                  <a:pt x="220540" y="109332"/>
                </a:cubicBezTo>
                <a:cubicBezTo>
                  <a:pt x="217650" y="108965"/>
                  <a:pt x="214629" y="108781"/>
                  <a:pt x="211476" y="108781"/>
                </a:cubicBezTo>
                <a:cubicBezTo>
                  <a:pt x="208113" y="108781"/>
                  <a:pt x="204855" y="108965"/>
                  <a:pt x="201702" y="109332"/>
                </a:cubicBezTo>
                <a:cubicBezTo>
                  <a:pt x="198549" y="109701"/>
                  <a:pt x="195606" y="109885"/>
                  <a:pt x="192874" y="109885"/>
                </a:cubicBezTo>
                <a:cubicBezTo>
                  <a:pt x="192348" y="109885"/>
                  <a:pt x="191927" y="109649"/>
                  <a:pt x="191611" y="109176"/>
                </a:cubicBezTo>
                <a:cubicBezTo>
                  <a:pt x="191296" y="108702"/>
                  <a:pt x="191139" y="108203"/>
                  <a:pt x="191139" y="107677"/>
                </a:cubicBezTo>
                <a:cubicBezTo>
                  <a:pt x="191139" y="107047"/>
                  <a:pt x="191296" y="106495"/>
                  <a:pt x="191611" y="106022"/>
                </a:cubicBezTo>
                <a:cubicBezTo>
                  <a:pt x="191927" y="105549"/>
                  <a:pt x="192400" y="105260"/>
                  <a:pt x="193032" y="105156"/>
                </a:cubicBezTo>
                <a:cubicBezTo>
                  <a:pt x="195659" y="104840"/>
                  <a:pt x="197682" y="104420"/>
                  <a:pt x="199099" y="103895"/>
                </a:cubicBezTo>
                <a:cubicBezTo>
                  <a:pt x="200519" y="103369"/>
                  <a:pt x="201570" y="102581"/>
                  <a:pt x="202253" y="101531"/>
                </a:cubicBezTo>
                <a:cubicBezTo>
                  <a:pt x="202936" y="100479"/>
                  <a:pt x="203330" y="99112"/>
                  <a:pt x="203434" y="97431"/>
                </a:cubicBezTo>
                <a:cubicBezTo>
                  <a:pt x="203540" y="95749"/>
                  <a:pt x="203593" y="93594"/>
                  <a:pt x="203593" y="90965"/>
                </a:cubicBezTo>
                <a:lnTo>
                  <a:pt x="203593" y="71102"/>
                </a:lnTo>
                <a:cubicBezTo>
                  <a:pt x="203593" y="65953"/>
                  <a:pt x="203540" y="61670"/>
                  <a:pt x="203434" y="58254"/>
                </a:cubicBezTo>
                <a:cubicBezTo>
                  <a:pt x="203330" y="54838"/>
                  <a:pt x="202963" y="52132"/>
                  <a:pt x="202332" y="50135"/>
                </a:cubicBezTo>
                <a:cubicBezTo>
                  <a:pt x="201702" y="48137"/>
                  <a:pt x="200704" y="46744"/>
                  <a:pt x="199337" y="45956"/>
                </a:cubicBezTo>
                <a:cubicBezTo>
                  <a:pt x="197971" y="45167"/>
                  <a:pt x="196026" y="44773"/>
                  <a:pt x="193504" y="44773"/>
                </a:cubicBezTo>
                <a:cubicBezTo>
                  <a:pt x="192874" y="44773"/>
                  <a:pt x="192374" y="44563"/>
                  <a:pt x="192005" y="44143"/>
                </a:cubicBezTo>
                <a:cubicBezTo>
                  <a:pt x="191638" y="43723"/>
                  <a:pt x="191454" y="43249"/>
                  <a:pt x="191454" y="42723"/>
                </a:cubicBezTo>
                <a:cubicBezTo>
                  <a:pt x="191454" y="42093"/>
                  <a:pt x="191638" y="41568"/>
                  <a:pt x="192005" y="41148"/>
                </a:cubicBezTo>
                <a:cubicBezTo>
                  <a:pt x="192374" y="40728"/>
                  <a:pt x="192874" y="40517"/>
                  <a:pt x="193504" y="40517"/>
                </a:cubicBezTo>
                <a:cubicBezTo>
                  <a:pt x="195500" y="40517"/>
                  <a:pt x="198417" y="40202"/>
                  <a:pt x="202253" y="39572"/>
                </a:cubicBezTo>
                <a:cubicBezTo>
                  <a:pt x="206089" y="38940"/>
                  <a:pt x="210005" y="38047"/>
                  <a:pt x="213999" y="36892"/>
                </a:cubicBezTo>
                <a:cubicBezTo>
                  <a:pt x="215470" y="36470"/>
                  <a:pt x="216573" y="36759"/>
                  <a:pt x="217310" y="37758"/>
                </a:cubicBezTo>
                <a:cubicBezTo>
                  <a:pt x="218046" y="38757"/>
                  <a:pt x="218414" y="39887"/>
                  <a:pt x="218414" y="41148"/>
                </a:cubicBezTo>
                <a:lnTo>
                  <a:pt x="218414" y="47453"/>
                </a:lnTo>
                <a:cubicBezTo>
                  <a:pt x="218414" y="47663"/>
                  <a:pt x="218492" y="47794"/>
                  <a:pt x="218649" y="47847"/>
                </a:cubicBezTo>
                <a:cubicBezTo>
                  <a:pt x="218807" y="47900"/>
                  <a:pt x="218938" y="47822"/>
                  <a:pt x="219044" y="47612"/>
                </a:cubicBezTo>
                <a:cubicBezTo>
                  <a:pt x="219780" y="46455"/>
                  <a:pt x="220805" y="45168"/>
                  <a:pt x="222118" y="43751"/>
                </a:cubicBezTo>
                <a:cubicBezTo>
                  <a:pt x="223432" y="42331"/>
                  <a:pt x="225008" y="40991"/>
                  <a:pt x="226848" y="39731"/>
                </a:cubicBezTo>
                <a:cubicBezTo>
                  <a:pt x="228687" y="38469"/>
                  <a:pt x="230762" y="37417"/>
                  <a:pt x="233073" y="36577"/>
                </a:cubicBezTo>
                <a:cubicBezTo>
                  <a:pt x="235386" y="35735"/>
                  <a:pt x="237962" y="35314"/>
                  <a:pt x="240800" y="35314"/>
                </a:cubicBezTo>
                <a:cubicBezTo>
                  <a:pt x="248683" y="35314"/>
                  <a:pt x="254857" y="37495"/>
                  <a:pt x="259323" y="41857"/>
                </a:cubicBezTo>
                <a:cubicBezTo>
                  <a:pt x="263791" y="46220"/>
                  <a:pt x="266025" y="53287"/>
                  <a:pt x="266025" y="63060"/>
                </a:cubicBezTo>
                <a:lnTo>
                  <a:pt x="266025" y="90020"/>
                </a:lnTo>
                <a:cubicBezTo>
                  <a:pt x="266025" y="92858"/>
                  <a:pt x="266104" y="95171"/>
                  <a:pt x="266261" y="96958"/>
                </a:cubicBezTo>
                <a:cubicBezTo>
                  <a:pt x="266418" y="98744"/>
                  <a:pt x="266785" y="100189"/>
                  <a:pt x="267363" y="101292"/>
                </a:cubicBezTo>
                <a:cubicBezTo>
                  <a:pt x="267942" y="102396"/>
                  <a:pt x="268836" y="103237"/>
                  <a:pt x="270045" y="103816"/>
                </a:cubicBezTo>
                <a:cubicBezTo>
                  <a:pt x="271254" y="104393"/>
                  <a:pt x="272962" y="104840"/>
                  <a:pt x="275169" y="105156"/>
                </a:cubicBezTo>
                <a:cubicBezTo>
                  <a:pt x="275799" y="105260"/>
                  <a:pt x="276272" y="105549"/>
                  <a:pt x="276586" y="106022"/>
                </a:cubicBezTo>
                <a:cubicBezTo>
                  <a:pt x="276902" y="106495"/>
                  <a:pt x="277060" y="107047"/>
                  <a:pt x="277060" y="107677"/>
                </a:cubicBezTo>
                <a:cubicBezTo>
                  <a:pt x="277060" y="108203"/>
                  <a:pt x="276902" y="108702"/>
                  <a:pt x="276586" y="109176"/>
                </a:cubicBezTo>
                <a:cubicBezTo>
                  <a:pt x="276272" y="109649"/>
                  <a:pt x="275799" y="109885"/>
                  <a:pt x="275169" y="109885"/>
                </a:cubicBezTo>
                <a:cubicBezTo>
                  <a:pt x="273803" y="109885"/>
                  <a:pt x="271569" y="109701"/>
                  <a:pt x="268467" y="109332"/>
                </a:cubicBezTo>
                <a:cubicBezTo>
                  <a:pt x="265367" y="108965"/>
                  <a:pt x="262240" y="108781"/>
                  <a:pt x="259088" y="108781"/>
                </a:cubicBezTo>
                <a:cubicBezTo>
                  <a:pt x="255725" y="108781"/>
                  <a:pt x="252519" y="108965"/>
                  <a:pt x="249470" y="109332"/>
                </a:cubicBezTo>
                <a:cubicBezTo>
                  <a:pt x="246423" y="109701"/>
                  <a:pt x="243901" y="109885"/>
                  <a:pt x="241904" y="109885"/>
                </a:cubicBezTo>
                <a:cubicBezTo>
                  <a:pt x="241378" y="109885"/>
                  <a:pt x="240957" y="109649"/>
                  <a:pt x="240641" y="109176"/>
                </a:cubicBezTo>
                <a:cubicBezTo>
                  <a:pt x="240327" y="108702"/>
                  <a:pt x="240170" y="108203"/>
                  <a:pt x="240170" y="107677"/>
                </a:cubicBezTo>
                <a:cubicBezTo>
                  <a:pt x="240170" y="107047"/>
                  <a:pt x="240327" y="106495"/>
                  <a:pt x="240641" y="106022"/>
                </a:cubicBezTo>
                <a:cubicBezTo>
                  <a:pt x="240957" y="105549"/>
                  <a:pt x="241430" y="105260"/>
                  <a:pt x="242061" y="105156"/>
                </a:cubicBezTo>
                <a:cubicBezTo>
                  <a:pt x="244373" y="104840"/>
                  <a:pt x="246133" y="104367"/>
                  <a:pt x="247341" y="103736"/>
                </a:cubicBezTo>
                <a:cubicBezTo>
                  <a:pt x="248550" y="103106"/>
                  <a:pt x="249444" y="102239"/>
                  <a:pt x="250021" y="101136"/>
                </a:cubicBezTo>
                <a:cubicBezTo>
                  <a:pt x="250600" y="100031"/>
                  <a:pt x="250941" y="98665"/>
                  <a:pt x="251046" y="97037"/>
                </a:cubicBezTo>
                <a:cubicBezTo>
                  <a:pt x="251151" y="95408"/>
                  <a:pt x="251204" y="93384"/>
                  <a:pt x="251204" y="90965"/>
                </a:cubicBezTo>
                <a:lnTo>
                  <a:pt x="251204" y="67003"/>
                </a:lnTo>
                <a:cubicBezTo>
                  <a:pt x="251204" y="64375"/>
                  <a:pt x="251099" y="61747"/>
                  <a:pt x="250889" y="59120"/>
                </a:cubicBezTo>
                <a:cubicBezTo>
                  <a:pt x="250679" y="56493"/>
                  <a:pt x="250101" y="54128"/>
                  <a:pt x="249155" y="52026"/>
                </a:cubicBezTo>
                <a:cubicBezTo>
                  <a:pt x="248210" y="49923"/>
                  <a:pt x="246844" y="48189"/>
                  <a:pt x="245056" y="46823"/>
                </a:cubicBezTo>
                <a:cubicBezTo>
                  <a:pt x="243269" y="45456"/>
                  <a:pt x="240799" y="44773"/>
                  <a:pt x="237646" y="44773"/>
                </a:cubicBezTo>
                <a:cubicBezTo>
                  <a:pt x="234494" y="44773"/>
                  <a:pt x="231734" y="45273"/>
                  <a:pt x="229369" y="46272"/>
                </a:cubicBezTo>
                <a:cubicBezTo>
                  <a:pt x="227005" y="47269"/>
                  <a:pt x="225008" y="48609"/>
                  <a:pt x="223379" y="50291"/>
                </a:cubicBezTo>
                <a:cubicBezTo>
                  <a:pt x="221750" y="51974"/>
                  <a:pt x="220515" y="53945"/>
                  <a:pt x="219674" y="56204"/>
                </a:cubicBezTo>
                <a:cubicBezTo>
                  <a:pt x="218834" y="58464"/>
                  <a:pt x="218414" y="60855"/>
                  <a:pt x="218414" y="63378"/>
                </a:cubicBezTo>
                <a:lnTo>
                  <a:pt x="218414" y="90020"/>
                </a:lnTo>
                <a:close/>
                <a:moveTo>
                  <a:pt x="308149" y="84816"/>
                </a:moveTo>
                <a:cubicBezTo>
                  <a:pt x="308149" y="90702"/>
                  <a:pt x="308806" y="95064"/>
                  <a:pt x="310120" y="97903"/>
                </a:cubicBezTo>
                <a:cubicBezTo>
                  <a:pt x="311433" y="100740"/>
                  <a:pt x="313824" y="102158"/>
                  <a:pt x="317293" y="102158"/>
                </a:cubicBezTo>
                <a:cubicBezTo>
                  <a:pt x="319710" y="102158"/>
                  <a:pt x="321995" y="101791"/>
                  <a:pt x="324149" y="101057"/>
                </a:cubicBezTo>
                <a:cubicBezTo>
                  <a:pt x="326304" y="100321"/>
                  <a:pt x="327960" y="99532"/>
                  <a:pt x="329117" y="98692"/>
                </a:cubicBezTo>
                <a:cubicBezTo>
                  <a:pt x="329432" y="98482"/>
                  <a:pt x="329801" y="98455"/>
                  <a:pt x="330221" y="98613"/>
                </a:cubicBezTo>
                <a:cubicBezTo>
                  <a:pt x="330641" y="98770"/>
                  <a:pt x="331008" y="99033"/>
                  <a:pt x="331322" y="99402"/>
                </a:cubicBezTo>
                <a:cubicBezTo>
                  <a:pt x="331638" y="99769"/>
                  <a:pt x="331875" y="100163"/>
                  <a:pt x="332032" y="100583"/>
                </a:cubicBezTo>
                <a:cubicBezTo>
                  <a:pt x="332191" y="101003"/>
                  <a:pt x="332165" y="101371"/>
                  <a:pt x="331955" y="101687"/>
                </a:cubicBezTo>
                <a:cubicBezTo>
                  <a:pt x="329959" y="104944"/>
                  <a:pt x="327357" y="107256"/>
                  <a:pt x="324151" y="108622"/>
                </a:cubicBezTo>
                <a:cubicBezTo>
                  <a:pt x="320946" y="109989"/>
                  <a:pt x="317188" y="110672"/>
                  <a:pt x="312879" y="110672"/>
                </a:cubicBezTo>
                <a:cubicBezTo>
                  <a:pt x="305733" y="110672"/>
                  <a:pt x="300688" y="109070"/>
                  <a:pt x="297745" y="105865"/>
                </a:cubicBezTo>
                <a:cubicBezTo>
                  <a:pt x="294802" y="102660"/>
                  <a:pt x="293331" y="97641"/>
                  <a:pt x="293331" y="90809"/>
                </a:cubicBezTo>
                <a:lnTo>
                  <a:pt x="293331" y="50291"/>
                </a:lnTo>
                <a:cubicBezTo>
                  <a:pt x="293331" y="49031"/>
                  <a:pt x="293278" y="48033"/>
                  <a:pt x="293172" y="47296"/>
                </a:cubicBezTo>
                <a:cubicBezTo>
                  <a:pt x="293068" y="46560"/>
                  <a:pt x="292753" y="46035"/>
                  <a:pt x="292227" y="45721"/>
                </a:cubicBezTo>
                <a:cubicBezTo>
                  <a:pt x="291701" y="45405"/>
                  <a:pt x="290833" y="45220"/>
                  <a:pt x="289624" y="45167"/>
                </a:cubicBezTo>
                <a:cubicBezTo>
                  <a:pt x="288416" y="45115"/>
                  <a:pt x="286709" y="45088"/>
                  <a:pt x="284502" y="45088"/>
                </a:cubicBezTo>
                <a:cubicBezTo>
                  <a:pt x="284186" y="45088"/>
                  <a:pt x="283923" y="44773"/>
                  <a:pt x="283713" y="44143"/>
                </a:cubicBezTo>
                <a:cubicBezTo>
                  <a:pt x="283503" y="43512"/>
                  <a:pt x="283372" y="42829"/>
                  <a:pt x="283319" y="42093"/>
                </a:cubicBezTo>
                <a:cubicBezTo>
                  <a:pt x="283266" y="41357"/>
                  <a:pt x="283344" y="40674"/>
                  <a:pt x="283555" y="40044"/>
                </a:cubicBezTo>
                <a:cubicBezTo>
                  <a:pt x="283766" y="39413"/>
                  <a:pt x="284082" y="39098"/>
                  <a:pt x="284502" y="39098"/>
                </a:cubicBezTo>
                <a:cubicBezTo>
                  <a:pt x="287129" y="38888"/>
                  <a:pt x="289388" y="38494"/>
                  <a:pt x="291279" y="37917"/>
                </a:cubicBezTo>
                <a:cubicBezTo>
                  <a:pt x="293171" y="37338"/>
                  <a:pt x="294774" y="36418"/>
                  <a:pt x="296088" y="35158"/>
                </a:cubicBezTo>
                <a:cubicBezTo>
                  <a:pt x="297403" y="33896"/>
                  <a:pt x="298454" y="32188"/>
                  <a:pt x="299241" y="30034"/>
                </a:cubicBezTo>
                <a:cubicBezTo>
                  <a:pt x="300031" y="27878"/>
                  <a:pt x="300687" y="25067"/>
                  <a:pt x="301212" y="21600"/>
                </a:cubicBezTo>
                <a:cubicBezTo>
                  <a:pt x="301317" y="20968"/>
                  <a:pt x="301738" y="20495"/>
                  <a:pt x="302475" y="20181"/>
                </a:cubicBezTo>
                <a:cubicBezTo>
                  <a:pt x="303211" y="19865"/>
                  <a:pt x="303999" y="19707"/>
                  <a:pt x="304839" y="19707"/>
                </a:cubicBezTo>
                <a:cubicBezTo>
                  <a:pt x="305680" y="19707"/>
                  <a:pt x="306441" y="19838"/>
                  <a:pt x="307125" y="20101"/>
                </a:cubicBezTo>
                <a:cubicBezTo>
                  <a:pt x="307808" y="20364"/>
                  <a:pt x="308149" y="20706"/>
                  <a:pt x="308149" y="21126"/>
                </a:cubicBezTo>
                <a:lnTo>
                  <a:pt x="308149" y="34684"/>
                </a:lnTo>
                <a:cubicBezTo>
                  <a:pt x="308149" y="36366"/>
                  <a:pt x="308228" y="37339"/>
                  <a:pt x="308385" y="37602"/>
                </a:cubicBezTo>
                <a:cubicBezTo>
                  <a:pt x="308544" y="37863"/>
                  <a:pt x="309201" y="37994"/>
                  <a:pt x="310358" y="37994"/>
                </a:cubicBezTo>
                <a:lnTo>
                  <a:pt x="326752" y="37994"/>
                </a:lnTo>
                <a:cubicBezTo>
                  <a:pt x="327488" y="37994"/>
                  <a:pt x="327961" y="38415"/>
                  <a:pt x="328171" y="39257"/>
                </a:cubicBezTo>
                <a:cubicBezTo>
                  <a:pt x="328381" y="40097"/>
                  <a:pt x="328486" y="40833"/>
                  <a:pt x="328486" y="41463"/>
                </a:cubicBezTo>
                <a:cubicBezTo>
                  <a:pt x="328486" y="42093"/>
                  <a:pt x="328355" y="42855"/>
                  <a:pt x="328092" y="43748"/>
                </a:cubicBezTo>
                <a:cubicBezTo>
                  <a:pt x="327830" y="44641"/>
                  <a:pt x="327279" y="45088"/>
                  <a:pt x="326437" y="45088"/>
                </a:cubicBezTo>
                <a:lnTo>
                  <a:pt x="309569" y="45088"/>
                </a:lnTo>
                <a:cubicBezTo>
                  <a:pt x="308833" y="45088"/>
                  <a:pt x="308412" y="45273"/>
                  <a:pt x="308306" y="45641"/>
                </a:cubicBezTo>
                <a:cubicBezTo>
                  <a:pt x="308202" y="46009"/>
                  <a:pt x="308149" y="47349"/>
                  <a:pt x="308149" y="49661"/>
                </a:cubicBezTo>
                <a:lnTo>
                  <a:pt x="308149" y="84816"/>
                </a:lnTo>
                <a:close/>
                <a:moveTo>
                  <a:pt x="363045" y="90020"/>
                </a:moveTo>
                <a:cubicBezTo>
                  <a:pt x="363045" y="92648"/>
                  <a:pt x="363123" y="94856"/>
                  <a:pt x="363280" y="96642"/>
                </a:cubicBezTo>
                <a:cubicBezTo>
                  <a:pt x="363439" y="98429"/>
                  <a:pt x="363991" y="99900"/>
                  <a:pt x="364935" y="101057"/>
                </a:cubicBezTo>
                <a:cubicBezTo>
                  <a:pt x="365882" y="102213"/>
                  <a:pt x="367353" y="103106"/>
                  <a:pt x="369350" y="103736"/>
                </a:cubicBezTo>
                <a:cubicBezTo>
                  <a:pt x="371348" y="104367"/>
                  <a:pt x="374239" y="104840"/>
                  <a:pt x="378022" y="105156"/>
                </a:cubicBezTo>
                <a:cubicBezTo>
                  <a:pt x="378652" y="105260"/>
                  <a:pt x="379124" y="105549"/>
                  <a:pt x="379439" y="106022"/>
                </a:cubicBezTo>
                <a:cubicBezTo>
                  <a:pt x="379755" y="106495"/>
                  <a:pt x="379913" y="107047"/>
                  <a:pt x="379913" y="107677"/>
                </a:cubicBezTo>
                <a:cubicBezTo>
                  <a:pt x="379913" y="108203"/>
                  <a:pt x="379755" y="108702"/>
                  <a:pt x="379439" y="109176"/>
                </a:cubicBezTo>
                <a:cubicBezTo>
                  <a:pt x="379124" y="109649"/>
                  <a:pt x="378652" y="109885"/>
                  <a:pt x="378022" y="109885"/>
                </a:cubicBezTo>
                <a:cubicBezTo>
                  <a:pt x="373502" y="109885"/>
                  <a:pt x="369508" y="109701"/>
                  <a:pt x="366039" y="109332"/>
                </a:cubicBezTo>
                <a:cubicBezTo>
                  <a:pt x="362571" y="108965"/>
                  <a:pt x="359260" y="108781"/>
                  <a:pt x="356107" y="108781"/>
                </a:cubicBezTo>
                <a:cubicBezTo>
                  <a:pt x="352744" y="108781"/>
                  <a:pt x="349406" y="108965"/>
                  <a:pt x="346095" y="109332"/>
                </a:cubicBezTo>
                <a:cubicBezTo>
                  <a:pt x="342785" y="109701"/>
                  <a:pt x="339448" y="109885"/>
                  <a:pt x="336085" y="109885"/>
                </a:cubicBezTo>
                <a:cubicBezTo>
                  <a:pt x="335561" y="109885"/>
                  <a:pt x="335140" y="109649"/>
                  <a:pt x="334824" y="109176"/>
                </a:cubicBezTo>
                <a:cubicBezTo>
                  <a:pt x="334509" y="108702"/>
                  <a:pt x="334351" y="108203"/>
                  <a:pt x="334351" y="107677"/>
                </a:cubicBezTo>
                <a:cubicBezTo>
                  <a:pt x="334351" y="107047"/>
                  <a:pt x="334509" y="106495"/>
                  <a:pt x="334824" y="106022"/>
                </a:cubicBezTo>
                <a:cubicBezTo>
                  <a:pt x="335140" y="105549"/>
                  <a:pt x="335614" y="105260"/>
                  <a:pt x="336244" y="105156"/>
                </a:cubicBezTo>
                <a:cubicBezTo>
                  <a:pt x="339187" y="104840"/>
                  <a:pt x="341472" y="104367"/>
                  <a:pt x="343100" y="103736"/>
                </a:cubicBezTo>
                <a:cubicBezTo>
                  <a:pt x="344729" y="103106"/>
                  <a:pt x="345912" y="102239"/>
                  <a:pt x="346648" y="101136"/>
                </a:cubicBezTo>
                <a:cubicBezTo>
                  <a:pt x="347384" y="100031"/>
                  <a:pt x="347831" y="98665"/>
                  <a:pt x="347988" y="97037"/>
                </a:cubicBezTo>
                <a:cubicBezTo>
                  <a:pt x="348147" y="95408"/>
                  <a:pt x="348226" y="93384"/>
                  <a:pt x="348226" y="90965"/>
                </a:cubicBezTo>
                <a:lnTo>
                  <a:pt x="348226" y="67948"/>
                </a:lnTo>
                <a:cubicBezTo>
                  <a:pt x="348226" y="62799"/>
                  <a:pt x="348120" y="58726"/>
                  <a:pt x="347909" y="55730"/>
                </a:cubicBezTo>
                <a:cubicBezTo>
                  <a:pt x="347698" y="52735"/>
                  <a:pt x="347199" y="50423"/>
                  <a:pt x="346410" y="48795"/>
                </a:cubicBezTo>
                <a:cubicBezTo>
                  <a:pt x="345622" y="47166"/>
                  <a:pt x="344388" y="46088"/>
                  <a:pt x="342705" y="45562"/>
                </a:cubicBezTo>
                <a:cubicBezTo>
                  <a:pt x="341024" y="45036"/>
                  <a:pt x="338713" y="44668"/>
                  <a:pt x="335770" y="44458"/>
                </a:cubicBezTo>
                <a:cubicBezTo>
                  <a:pt x="335245" y="44458"/>
                  <a:pt x="334852" y="44196"/>
                  <a:pt x="334589" y="43671"/>
                </a:cubicBezTo>
                <a:cubicBezTo>
                  <a:pt x="334326" y="43145"/>
                  <a:pt x="334194" y="42619"/>
                  <a:pt x="334194" y="42093"/>
                </a:cubicBezTo>
                <a:cubicBezTo>
                  <a:pt x="334194" y="41569"/>
                  <a:pt x="334326" y="41043"/>
                  <a:pt x="334589" y="40517"/>
                </a:cubicBezTo>
                <a:cubicBezTo>
                  <a:pt x="334852" y="39991"/>
                  <a:pt x="335298" y="39728"/>
                  <a:pt x="335929" y="39728"/>
                </a:cubicBezTo>
                <a:cubicBezTo>
                  <a:pt x="338031" y="39518"/>
                  <a:pt x="340948" y="39282"/>
                  <a:pt x="344678" y="39019"/>
                </a:cubicBezTo>
                <a:cubicBezTo>
                  <a:pt x="348410" y="38756"/>
                  <a:pt x="352219" y="38099"/>
                  <a:pt x="356107" y="37049"/>
                </a:cubicBezTo>
                <a:cubicBezTo>
                  <a:pt x="357579" y="36628"/>
                  <a:pt x="358788" y="36576"/>
                  <a:pt x="359734" y="36892"/>
                </a:cubicBezTo>
                <a:cubicBezTo>
                  <a:pt x="360681" y="37207"/>
                  <a:pt x="361101" y="38100"/>
                  <a:pt x="360995" y="39572"/>
                </a:cubicBezTo>
                <a:lnTo>
                  <a:pt x="360680" y="49661"/>
                </a:lnTo>
                <a:cubicBezTo>
                  <a:pt x="360680" y="49871"/>
                  <a:pt x="360732" y="50003"/>
                  <a:pt x="360836" y="50056"/>
                </a:cubicBezTo>
                <a:cubicBezTo>
                  <a:pt x="360942" y="50109"/>
                  <a:pt x="361100" y="50029"/>
                  <a:pt x="361310" y="49817"/>
                </a:cubicBezTo>
                <a:cubicBezTo>
                  <a:pt x="363517" y="45404"/>
                  <a:pt x="366223" y="41884"/>
                  <a:pt x="369429" y="39257"/>
                </a:cubicBezTo>
                <a:cubicBezTo>
                  <a:pt x="372635" y="36628"/>
                  <a:pt x="376918" y="35314"/>
                  <a:pt x="382277" y="35314"/>
                </a:cubicBezTo>
                <a:cubicBezTo>
                  <a:pt x="386692" y="35314"/>
                  <a:pt x="389950" y="36444"/>
                  <a:pt x="392051" y="38704"/>
                </a:cubicBezTo>
                <a:cubicBezTo>
                  <a:pt x="394154" y="40963"/>
                  <a:pt x="395205" y="43723"/>
                  <a:pt x="395205" y="46981"/>
                </a:cubicBezTo>
                <a:cubicBezTo>
                  <a:pt x="395205" y="48768"/>
                  <a:pt x="394522" y="50397"/>
                  <a:pt x="393155" y="51869"/>
                </a:cubicBezTo>
                <a:cubicBezTo>
                  <a:pt x="391789" y="53340"/>
                  <a:pt x="389845" y="54075"/>
                  <a:pt x="387324" y="54075"/>
                </a:cubicBezTo>
                <a:cubicBezTo>
                  <a:pt x="384906" y="54075"/>
                  <a:pt x="383223" y="53497"/>
                  <a:pt x="382277" y="52341"/>
                </a:cubicBezTo>
                <a:cubicBezTo>
                  <a:pt x="381333" y="51185"/>
                  <a:pt x="380860" y="49923"/>
                  <a:pt x="380860" y="48557"/>
                </a:cubicBezTo>
                <a:cubicBezTo>
                  <a:pt x="380860" y="47086"/>
                  <a:pt x="380571" y="45931"/>
                  <a:pt x="379992" y="45090"/>
                </a:cubicBezTo>
                <a:cubicBezTo>
                  <a:pt x="379415" y="44249"/>
                  <a:pt x="378180" y="43828"/>
                  <a:pt x="376287" y="43828"/>
                </a:cubicBezTo>
                <a:cubicBezTo>
                  <a:pt x="374291" y="43828"/>
                  <a:pt x="372478" y="44484"/>
                  <a:pt x="370848" y="45798"/>
                </a:cubicBezTo>
                <a:cubicBezTo>
                  <a:pt x="369219" y="47111"/>
                  <a:pt x="367826" y="48662"/>
                  <a:pt x="366670" y="50450"/>
                </a:cubicBezTo>
                <a:cubicBezTo>
                  <a:pt x="365513" y="52237"/>
                  <a:pt x="364620" y="54076"/>
                  <a:pt x="363990" y="55969"/>
                </a:cubicBezTo>
                <a:cubicBezTo>
                  <a:pt x="363360" y="57859"/>
                  <a:pt x="363045" y="59330"/>
                  <a:pt x="363045" y="60380"/>
                </a:cubicBezTo>
                <a:lnTo>
                  <a:pt x="363045" y="90020"/>
                </a:lnTo>
                <a:close/>
                <a:moveTo>
                  <a:pt x="442060" y="76462"/>
                </a:moveTo>
                <a:cubicBezTo>
                  <a:pt x="442060" y="75306"/>
                  <a:pt x="442007" y="74596"/>
                  <a:pt x="441901" y="74333"/>
                </a:cubicBezTo>
                <a:cubicBezTo>
                  <a:pt x="441797" y="74070"/>
                  <a:pt x="441535" y="73938"/>
                  <a:pt x="441115" y="73938"/>
                </a:cubicBezTo>
                <a:cubicBezTo>
                  <a:pt x="432496" y="74674"/>
                  <a:pt x="426111" y="76488"/>
                  <a:pt x="421959" y="79380"/>
                </a:cubicBezTo>
                <a:cubicBezTo>
                  <a:pt x="417808" y="82270"/>
                  <a:pt x="415733" y="85974"/>
                  <a:pt x="415733" y="90494"/>
                </a:cubicBezTo>
                <a:cubicBezTo>
                  <a:pt x="415733" y="93647"/>
                  <a:pt x="416521" y="96301"/>
                  <a:pt x="418098" y="98456"/>
                </a:cubicBezTo>
                <a:cubicBezTo>
                  <a:pt x="419674" y="100610"/>
                  <a:pt x="422302" y="101687"/>
                  <a:pt x="425981" y="101687"/>
                </a:cubicBezTo>
                <a:cubicBezTo>
                  <a:pt x="428398" y="101687"/>
                  <a:pt x="430946" y="101214"/>
                  <a:pt x="433626" y="100268"/>
                </a:cubicBezTo>
                <a:cubicBezTo>
                  <a:pt x="436306" y="99321"/>
                  <a:pt x="438697" y="97955"/>
                  <a:pt x="440799" y="96168"/>
                </a:cubicBezTo>
                <a:cubicBezTo>
                  <a:pt x="441640" y="95328"/>
                  <a:pt x="442060" y="94487"/>
                  <a:pt x="442060" y="93645"/>
                </a:cubicBezTo>
                <a:lnTo>
                  <a:pt x="442060" y="76462"/>
                </a:lnTo>
                <a:moveTo>
                  <a:pt x="456881" y="92069"/>
                </a:moveTo>
                <a:cubicBezTo>
                  <a:pt x="456881" y="95748"/>
                  <a:pt x="457222" y="98324"/>
                  <a:pt x="457906" y="99796"/>
                </a:cubicBezTo>
                <a:cubicBezTo>
                  <a:pt x="458589" y="101267"/>
                  <a:pt x="459929" y="102002"/>
                  <a:pt x="461925" y="102002"/>
                </a:cubicBezTo>
                <a:cubicBezTo>
                  <a:pt x="463082" y="102002"/>
                  <a:pt x="464027" y="101871"/>
                  <a:pt x="464762" y="101608"/>
                </a:cubicBezTo>
                <a:cubicBezTo>
                  <a:pt x="465498" y="101345"/>
                  <a:pt x="466549" y="100793"/>
                  <a:pt x="467915" y="99952"/>
                </a:cubicBezTo>
                <a:cubicBezTo>
                  <a:pt x="468231" y="99742"/>
                  <a:pt x="468573" y="99742"/>
                  <a:pt x="468940" y="99952"/>
                </a:cubicBezTo>
                <a:cubicBezTo>
                  <a:pt x="469309" y="100163"/>
                  <a:pt x="469624" y="100452"/>
                  <a:pt x="469885" y="100821"/>
                </a:cubicBezTo>
                <a:cubicBezTo>
                  <a:pt x="470148" y="101188"/>
                  <a:pt x="470332" y="101608"/>
                  <a:pt x="470436" y="102081"/>
                </a:cubicBezTo>
                <a:cubicBezTo>
                  <a:pt x="470542" y="102555"/>
                  <a:pt x="470438" y="102948"/>
                  <a:pt x="470124" y="103263"/>
                </a:cubicBezTo>
                <a:cubicBezTo>
                  <a:pt x="466025" y="108202"/>
                  <a:pt x="461189" y="110672"/>
                  <a:pt x="455618" y="110672"/>
                </a:cubicBezTo>
                <a:cubicBezTo>
                  <a:pt x="452571" y="110672"/>
                  <a:pt x="449970" y="109858"/>
                  <a:pt x="447814" y="108230"/>
                </a:cubicBezTo>
                <a:cubicBezTo>
                  <a:pt x="445660" y="106601"/>
                  <a:pt x="444058" y="104682"/>
                  <a:pt x="443008" y="102474"/>
                </a:cubicBezTo>
                <a:cubicBezTo>
                  <a:pt x="442796" y="101949"/>
                  <a:pt x="442480" y="101897"/>
                  <a:pt x="442060" y="102317"/>
                </a:cubicBezTo>
                <a:cubicBezTo>
                  <a:pt x="439327" y="104734"/>
                  <a:pt x="436148" y="106731"/>
                  <a:pt x="432522" y="108307"/>
                </a:cubicBezTo>
                <a:cubicBezTo>
                  <a:pt x="428896" y="109884"/>
                  <a:pt x="424351" y="110672"/>
                  <a:pt x="418887" y="110672"/>
                </a:cubicBezTo>
                <a:cubicBezTo>
                  <a:pt x="412895" y="110672"/>
                  <a:pt x="408270" y="109070"/>
                  <a:pt x="405011" y="105865"/>
                </a:cubicBezTo>
                <a:cubicBezTo>
                  <a:pt x="401754" y="102660"/>
                  <a:pt x="400126" y="98114"/>
                  <a:pt x="400126" y="92228"/>
                </a:cubicBezTo>
                <a:cubicBezTo>
                  <a:pt x="400126" y="84660"/>
                  <a:pt x="403647" y="78853"/>
                  <a:pt x="410689" y="74807"/>
                </a:cubicBezTo>
                <a:cubicBezTo>
                  <a:pt x="417731" y="70761"/>
                  <a:pt x="427978" y="68737"/>
                  <a:pt x="441430" y="68737"/>
                </a:cubicBezTo>
                <a:cubicBezTo>
                  <a:pt x="441640" y="68737"/>
                  <a:pt x="441797" y="68474"/>
                  <a:pt x="441901" y="67948"/>
                </a:cubicBezTo>
                <a:cubicBezTo>
                  <a:pt x="442007" y="67422"/>
                  <a:pt x="442060" y="66214"/>
                  <a:pt x="442060" y="64323"/>
                </a:cubicBezTo>
                <a:lnTo>
                  <a:pt x="442060" y="60065"/>
                </a:lnTo>
                <a:cubicBezTo>
                  <a:pt x="442060" y="57438"/>
                  <a:pt x="441850" y="54969"/>
                  <a:pt x="441430" y="52656"/>
                </a:cubicBezTo>
                <a:cubicBezTo>
                  <a:pt x="441010" y="50344"/>
                  <a:pt x="440300" y="48320"/>
                  <a:pt x="439301" y="46587"/>
                </a:cubicBezTo>
                <a:cubicBezTo>
                  <a:pt x="438303" y="44853"/>
                  <a:pt x="436911" y="43487"/>
                  <a:pt x="435125" y="42488"/>
                </a:cubicBezTo>
                <a:cubicBezTo>
                  <a:pt x="433338" y="41489"/>
                  <a:pt x="431131" y="40989"/>
                  <a:pt x="428502" y="40989"/>
                </a:cubicBezTo>
                <a:cubicBezTo>
                  <a:pt x="424613" y="40989"/>
                  <a:pt x="421460" y="41752"/>
                  <a:pt x="419043" y="43277"/>
                </a:cubicBezTo>
                <a:cubicBezTo>
                  <a:pt x="416626" y="44800"/>
                  <a:pt x="415418" y="46770"/>
                  <a:pt x="415418" y="49187"/>
                </a:cubicBezTo>
                <a:cubicBezTo>
                  <a:pt x="415418" y="50344"/>
                  <a:pt x="415785" y="51473"/>
                  <a:pt x="416520" y="52577"/>
                </a:cubicBezTo>
                <a:cubicBezTo>
                  <a:pt x="417256" y="53680"/>
                  <a:pt x="417624" y="54810"/>
                  <a:pt x="417624" y="55966"/>
                </a:cubicBezTo>
                <a:cubicBezTo>
                  <a:pt x="417624" y="57438"/>
                  <a:pt x="416888" y="58858"/>
                  <a:pt x="415416" y="60224"/>
                </a:cubicBezTo>
                <a:cubicBezTo>
                  <a:pt x="413945" y="61590"/>
                  <a:pt x="412159" y="62274"/>
                  <a:pt x="410058" y="62274"/>
                </a:cubicBezTo>
                <a:cubicBezTo>
                  <a:pt x="407220" y="62274"/>
                  <a:pt x="405196" y="61512"/>
                  <a:pt x="403987" y="59988"/>
                </a:cubicBezTo>
                <a:cubicBezTo>
                  <a:pt x="402779" y="58463"/>
                  <a:pt x="402175" y="56597"/>
                  <a:pt x="402175" y="54391"/>
                </a:cubicBezTo>
                <a:cubicBezTo>
                  <a:pt x="402175" y="51764"/>
                  <a:pt x="402910" y="49267"/>
                  <a:pt x="404381" y="46902"/>
                </a:cubicBezTo>
                <a:cubicBezTo>
                  <a:pt x="405853" y="44536"/>
                  <a:pt x="407850" y="42513"/>
                  <a:pt x="410371" y="40833"/>
                </a:cubicBezTo>
                <a:cubicBezTo>
                  <a:pt x="412894" y="39150"/>
                  <a:pt x="415837" y="37810"/>
                  <a:pt x="419200" y="36813"/>
                </a:cubicBezTo>
                <a:cubicBezTo>
                  <a:pt x="422564" y="35814"/>
                  <a:pt x="426086" y="35314"/>
                  <a:pt x="429765" y="35314"/>
                </a:cubicBezTo>
                <a:cubicBezTo>
                  <a:pt x="438172" y="35314"/>
                  <a:pt x="444793" y="37259"/>
                  <a:pt x="449628" y="41148"/>
                </a:cubicBezTo>
                <a:cubicBezTo>
                  <a:pt x="454463" y="45037"/>
                  <a:pt x="456881" y="51501"/>
                  <a:pt x="456881" y="60539"/>
                </a:cubicBezTo>
                <a:lnTo>
                  <a:pt x="456881" y="92069"/>
                </a:lnTo>
                <a:close/>
                <a:moveTo>
                  <a:pt x="525332" y="37679"/>
                </a:moveTo>
                <a:cubicBezTo>
                  <a:pt x="525017" y="38835"/>
                  <a:pt x="524729" y="40254"/>
                  <a:pt x="524466" y="41937"/>
                </a:cubicBezTo>
                <a:cubicBezTo>
                  <a:pt x="524203" y="43617"/>
                  <a:pt x="524071" y="45404"/>
                  <a:pt x="524071" y="47296"/>
                </a:cubicBezTo>
                <a:cubicBezTo>
                  <a:pt x="524071" y="49293"/>
                  <a:pt x="524123" y="51369"/>
                  <a:pt x="524228" y="53524"/>
                </a:cubicBezTo>
                <a:cubicBezTo>
                  <a:pt x="524333" y="55678"/>
                  <a:pt x="524386" y="57333"/>
                  <a:pt x="524386" y="58490"/>
                </a:cubicBezTo>
                <a:cubicBezTo>
                  <a:pt x="524386" y="58806"/>
                  <a:pt x="524176" y="59069"/>
                  <a:pt x="523756" y="59279"/>
                </a:cubicBezTo>
                <a:cubicBezTo>
                  <a:pt x="523336" y="59489"/>
                  <a:pt x="522863" y="59620"/>
                  <a:pt x="522337" y="59673"/>
                </a:cubicBezTo>
                <a:cubicBezTo>
                  <a:pt x="521812" y="59725"/>
                  <a:pt x="521339" y="59672"/>
                  <a:pt x="520918" y="59514"/>
                </a:cubicBezTo>
                <a:cubicBezTo>
                  <a:pt x="520497" y="59357"/>
                  <a:pt x="520235" y="59121"/>
                  <a:pt x="520131" y="58805"/>
                </a:cubicBezTo>
                <a:cubicBezTo>
                  <a:pt x="518975" y="53235"/>
                  <a:pt x="517082" y="48952"/>
                  <a:pt x="514454" y="45956"/>
                </a:cubicBezTo>
                <a:cubicBezTo>
                  <a:pt x="511827" y="42961"/>
                  <a:pt x="507623" y="41463"/>
                  <a:pt x="501844" y="41463"/>
                </a:cubicBezTo>
                <a:cubicBezTo>
                  <a:pt x="497955" y="41463"/>
                  <a:pt x="494749" y="42436"/>
                  <a:pt x="492226" y="44381"/>
                </a:cubicBezTo>
                <a:cubicBezTo>
                  <a:pt x="489703" y="46325"/>
                  <a:pt x="488442" y="48926"/>
                  <a:pt x="488442" y="52185"/>
                </a:cubicBezTo>
                <a:cubicBezTo>
                  <a:pt x="488442" y="54916"/>
                  <a:pt x="489492" y="57017"/>
                  <a:pt x="491593" y="58490"/>
                </a:cubicBezTo>
                <a:cubicBezTo>
                  <a:pt x="493696" y="59960"/>
                  <a:pt x="496481" y="61327"/>
                  <a:pt x="499950" y="62589"/>
                </a:cubicBezTo>
                <a:cubicBezTo>
                  <a:pt x="501423" y="63115"/>
                  <a:pt x="503183" y="63772"/>
                  <a:pt x="505233" y="64561"/>
                </a:cubicBezTo>
                <a:cubicBezTo>
                  <a:pt x="507283" y="65349"/>
                  <a:pt x="508938" y="66005"/>
                  <a:pt x="510198" y="66529"/>
                </a:cubicBezTo>
                <a:cubicBezTo>
                  <a:pt x="512931" y="67791"/>
                  <a:pt x="515479" y="69106"/>
                  <a:pt x="517843" y="70472"/>
                </a:cubicBezTo>
                <a:cubicBezTo>
                  <a:pt x="520209" y="71838"/>
                  <a:pt x="522258" y="73441"/>
                  <a:pt x="523992" y="75281"/>
                </a:cubicBezTo>
                <a:cubicBezTo>
                  <a:pt x="525727" y="77119"/>
                  <a:pt x="527093" y="79194"/>
                  <a:pt x="528091" y="81506"/>
                </a:cubicBezTo>
                <a:cubicBezTo>
                  <a:pt x="529090" y="83819"/>
                  <a:pt x="529590" y="86500"/>
                  <a:pt x="529590" y="89548"/>
                </a:cubicBezTo>
                <a:cubicBezTo>
                  <a:pt x="529590" y="93542"/>
                  <a:pt x="528749" y="96878"/>
                  <a:pt x="527066" y="99558"/>
                </a:cubicBezTo>
                <a:cubicBezTo>
                  <a:pt x="525386" y="102238"/>
                  <a:pt x="523231" y="104392"/>
                  <a:pt x="520602" y="106022"/>
                </a:cubicBezTo>
                <a:cubicBezTo>
                  <a:pt x="517975" y="107651"/>
                  <a:pt x="514981" y="108833"/>
                  <a:pt x="511617" y="109568"/>
                </a:cubicBezTo>
                <a:cubicBezTo>
                  <a:pt x="508254" y="110304"/>
                  <a:pt x="504944" y="110672"/>
                  <a:pt x="501685" y="110672"/>
                </a:cubicBezTo>
                <a:cubicBezTo>
                  <a:pt x="498952" y="110672"/>
                  <a:pt x="495904" y="110357"/>
                  <a:pt x="492541" y="109726"/>
                </a:cubicBezTo>
                <a:cubicBezTo>
                  <a:pt x="489178" y="109096"/>
                  <a:pt x="486235" y="108203"/>
                  <a:pt x="483713" y="107047"/>
                </a:cubicBezTo>
                <a:cubicBezTo>
                  <a:pt x="483082" y="106837"/>
                  <a:pt x="482426" y="106942"/>
                  <a:pt x="481742" y="107362"/>
                </a:cubicBezTo>
                <a:cubicBezTo>
                  <a:pt x="481059" y="107782"/>
                  <a:pt x="480613" y="108570"/>
                  <a:pt x="480402" y="109726"/>
                </a:cubicBezTo>
                <a:cubicBezTo>
                  <a:pt x="480402" y="110042"/>
                  <a:pt x="480166" y="110252"/>
                  <a:pt x="479693" y="110357"/>
                </a:cubicBezTo>
                <a:cubicBezTo>
                  <a:pt x="479220" y="110463"/>
                  <a:pt x="478720" y="110515"/>
                  <a:pt x="478194" y="110515"/>
                </a:cubicBezTo>
                <a:cubicBezTo>
                  <a:pt x="477774" y="110515"/>
                  <a:pt x="477354" y="110436"/>
                  <a:pt x="476934" y="110277"/>
                </a:cubicBezTo>
                <a:cubicBezTo>
                  <a:pt x="476513" y="110120"/>
                  <a:pt x="476303" y="109884"/>
                  <a:pt x="476303" y="109570"/>
                </a:cubicBezTo>
                <a:cubicBezTo>
                  <a:pt x="476303" y="108728"/>
                  <a:pt x="476408" y="107572"/>
                  <a:pt x="476618" y="106101"/>
                </a:cubicBezTo>
                <a:cubicBezTo>
                  <a:pt x="476829" y="104629"/>
                  <a:pt x="476934" y="103263"/>
                  <a:pt x="476934" y="102002"/>
                </a:cubicBezTo>
                <a:cubicBezTo>
                  <a:pt x="476934" y="100740"/>
                  <a:pt x="476854" y="99347"/>
                  <a:pt x="476695" y="97824"/>
                </a:cubicBezTo>
                <a:cubicBezTo>
                  <a:pt x="476538" y="96300"/>
                  <a:pt x="476381" y="94803"/>
                  <a:pt x="476224" y="93332"/>
                </a:cubicBezTo>
                <a:cubicBezTo>
                  <a:pt x="476067" y="91860"/>
                  <a:pt x="475935" y="90546"/>
                  <a:pt x="475829" y="89390"/>
                </a:cubicBezTo>
                <a:cubicBezTo>
                  <a:pt x="475725" y="88233"/>
                  <a:pt x="475673" y="87392"/>
                  <a:pt x="475673" y="86866"/>
                </a:cubicBezTo>
                <a:cubicBezTo>
                  <a:pt x="475673" y="86446"/>
                  <a:pt x="475883" y="86131"/>
                  <a:pt x="476303" y="85921"/>
                </a:cubicBezTo>
                <a:cubicBezTo>
                  <a:pt x="476724" y="85711"/>
                  <a:pt x="477196" y="85580"/>
                  <a:pt x="477720" y="85529"/>
                </a:cubicBezTo>
                <a:cubicBezTo>
                  <a:pt x="478246" y="85476"/>
                  <a:pt x="478746" y="85528"/>
                  <a:pt x="479219" y="85685"/>
                </a:cubicBezTo>
                <a:cubicBezTo>
                  <a:pt x="479692" y="85842"/>
                  <a:pt x="479982" y="86131"/>
                  <a:pt x="480087" y="86551"/>
                </a:cubicBezTo>
                <a:cubicBezTo>
                  <a:pt x="480822" y="89600"/>
                  <a:pt x="481767" y="92280"/>
                  <a:pt x="482924" y="94593"/>
                </a:cubicBezTo>
                <a:cubicBezTo>
                  <a:pt x="484080" y="96904"/>
                  <a:pt x="485525" y="98848"/>
                  <a:pt x="487258" y="100426"/>
                </a:cubicBezTo>
                <a:cubicBezTo>
                  <a:pt x="488994" y="102003"/>
                  <a:pt x="491096" y="103186"/>
                  <a:pt x="493566" y="103975"/>
                </a:cubicBezTo>
                <a:cubicBezTo>
                  <a:pt x="496036" y="104762"/>
                  <a:pt x="499005" y="105156"/>
                  <a:pt x="502474" y="105156"/>
                </a:cubicBezTo>
                <a:cubicBezTo>
                  <a:pt x="506257" y="105156"/>
                  <a:pt x="509331" y="104105"/>
                  <a:pt x="511694" y="102002"/>
                </a:cubicBezTo>
                <a:cubicBezTo>
                  <a:pt x="514060" y="99900"/>
                  <a:pt x="515243" y="96957"/>
                  <a:pt x="515243" y="93174"/>
                </a:cubicBezTo>
                <a:cubicBezTo>
                  <a:pt x="515243" y="89811"/>
                  <a:pt x="514060" y="87157"/>
                  <a:pt x="511694" y="85213"/>
                </a:cubicBezTo>
                <a:cubicBezTo>
                  <a:pt x="509331" y="83268"/>
                  <a:pt x="506572" y="81559"/>
                  <a:pt x="503419" y="80087"/>
                </a:cubicBezTo>
                <a:cubicBezTo>
                  <a:pt x="501947" y="79457"/>
                  <a:pt x="500449" y="78827"/>
                  <a:pt x="498926" y="78196"/>
                </a:cubicBezTo>
                <a:cubicBezTo>
                  <a:pt x="497402" y="77566"/>
                  <a:pt x="495852" y="76936"/>
                  <a:pt x="494276" y="76305"/>
                </a:cubicBezTo>
                <a:cubicBezTo>
                  <a:pt x="491963" y="75359"/>
                  <a:pt x="489677" y="74387"/>
                  <a:pt x="487417" y="73390"/>
                </a:cubicBezTo>
                <a:cubicBezTo>
                  <a:pt x="485158" y="72391"/>
                  <a:pt x="483160" y="71155"/>
                  <a:pt x="481425" y="69683"/>
                </a:cubicBezTo>
                <a:cubicBezTo>
                  <a:pt x="479691" y="68211"/>
                  <a:pt x="478299" y="66371"/>
                  <a:pt x="477249" y="64164"/>
                </a:cubicBezTo>
                <a:cubicBezTo>
                  <a:pt x="476198" y="61958"/>
                  <a:pt x="475673" y="59225"/>
                  <a:pt x="475673" y="55966"/>
                </a:cubicBezTo>
                <a:cubicBezTo>
                  <a:pt x="475673" y="52183"/>
                  <a:pt x="476487" y="48978"/>
                  <a:pt x="478115" y="46351"/>
                </a:cubicBezTo>
                <a:cubicBezTo>
                  <a:pt x="479744" y="43723"/>
                  <a:pt x="481846" y="41594"/>
                  <a:pt x="484420" y="39967"/>
                </a:cubicBezTo>
                <a:cubicBezTo>
                  <a:pt x="486995" y="38337"/>
                  <a:pt x="489860" y="37154"/>
                  <a:pt x="493013" y="36418"/>
                </a:cubicBezTo>
                <a:cubicBezTo>
                  <a:pt x="496167" y="35682"/>
                  <a:pt x="499268" y="35314"/>
                  <a:pt x="502315" y="35314"/>
                </a:cubicBezTo>
                <a:cubicBezTo>
                  <a:pt x="505258" y="35314"/>
                  <a:pt x="507859" y="35656"/>
                  <a:pt x="510119" y="36339"/>
                </a:cubicBezTo>
                <a:cubicBezTo>
                  <a:pt x="512378" y="37022"/>
                  <a:pt x="514875" y="38257"/>
                  <a:pt x="517607" y="40044"/>
                </a:cubicBezTo>
                <a:cubicBezTo>
                  <a:pt x="518028" y="40254"/>
                  <a:pt x="518579" y="40228"/>
                  <a:pt x="519262" y="39967"/>
                </a:cubicBezTo>
                <a:cubicBezTo>
                  <a:pt x="519946" y="39704"/>
                  <a:pt x="520497" y="38836"/>
                  <a:pt x="520918" y="37364"/>
                </a:cubicBezTo>
                <a:cubicBezTo>
                  <a:pt x="521023" y="36944"/>
                  <a:pt x="521339" y="36681"/>
                  <a:pt x="521863" y="36577"/>
                </a:cubicBezTo>
                <a:cubicBezTo>
                  <a:pt x="522389" y="36471"/>
                  <a:pt x="522915" y="36445"/>
                  <a:pt x="523441" y="36498"/>
                </a:cubicBezTo>
                <a:cubicBezTo>
                  <a:pt x="523967" y="36549"/>
                  <a:pt x="524440" y="36681"/>
                  <a:pt x="524860" y="36892"/>
                </a:cubicBezTo>
                <a:cubicBezTo>
                  <a:pt x="525280" y="37102"/>
                  <a:pt x="525438" y="37365"/>
                  <a:pt x="525332" y="37679"/>
                </a:cubicBezTo>
                <a:close/>
                <a:moveTo>
                  <a:pt x="559417" y="84816"/>
                </a:moveTo>
                <a:cubicBezTo>
                  <a:pt x="559417" y="90702"/>
                  <a:pt x="560074" y="95064"/>
                  <a:pt x="561387" y="97903"/>
                </a:cubicBezTo>
                <a:cubicBezTo>
                  <a:pt x="562701" y="100740"/>
                  <a:pt x="565092" y="102158"/>
                  <a:pt x="568561" y="102158"/>
                </a:cubicBezTo>
                <a:cubicBezTo>
                  <a:pt x="570978" y="102158"/>
                  <a:pt x="573263" y="101791"/>
                  <a:pt x="575417" y="101057"/>
                </a:cubicBezTo>
                <a:cubicBezTo>
                  <a:pt x="577572" y="100321"/>
                  <a:pt x="579228" y="99532"/>
                  <a:pt x="580384" y="98692"/>
                </a:cubicBezTo>
                <a:cubicBezTo>
                  <a:pt x="580700" y="98482"/>
                  <a:pt x="581068" y="98455"/>
                  <a:pt x="581489" y="98613"/>
                </a:cubicBezTo>
                <a:cubicBezTo>
                  <a:pt x="581909" y="98770"/>
                  <a:pt x="582276" y="99033"/>
                  <a:pt x="582590" y="99402"/>
                </a:cubicBezTo>
                <a:cubicBezTo>
                  <a:pt x="582906" y="99769"/>
                  <a:pt x="583143" y="100163"/>
                  <a:pt x="583300" y="100583"/>
                </a:cubicBezTo>
                <a:cubicBezTo>
                  <a:pt x="583459" y="101003"/>
                  <a:pt x="583433" y="101371"/>
                  <a:pt x="583223" y="101687"/>
                </a:cubicBezTo>
                <a:cubicBezTo>
                  <a:pt x="581226" y="104944"/>
                  <a:pt x="578625" y="107256"/>
                  <a:pt x="575419" y="108622"/>
                </a:cubicBezTo>
                <a:cubicBezTo>
                  <a:pt x="572213" y="109989"/>
                  <a:pt x="568456" y="110672"/>
                  <a:pt x="564147" y="110672"/>
                </a:cubicBezTo>
                <a:cubicBezTo>
                  <a:pt x="557000" y="110672"/>
                  <a:pt x="551956" y="109070"/>
                  <a:pt x="549013" y="105865"/>
                </a:cubicBezTo>
                <a:cubicBezTo>
                  <a:pt x="546070" y="102660"/>
                  <a:pt x="544599" y="97641"/>
                  <a:pt x="544599" y="90809"/>
                </a:cubicBezTo>
                <a:lnTo>
                  <a:pt x="544599" y="50291"/>
                </a:lnTo>
                <a:cubicBezTo>
                  <a:pt x="544599" y="49031"/>
                  <a:pt x="544546" y="48033"/>
                  <a:pt x="544440" y="47296"/>
                </a:cubicBezTo>
                <a:cubicBezTo>
                  <a:pt x="544336" y="46560"/>
                  <a:pt x="544021" y="46035"/>
                  <a:pt x="543495" y="45721"/>
                </a:cubicBezTo>
                <a:cubicBezTo>
                  <a:pt x="542969" y="45405"/>
                  <a:pt x="542101" y="45220"/>
                  <a:pt x="540892" y="45167"/>
                </a:cubicBezTo>
                <a:cubicBezTo>
                  <a:pt x="539684" y="45115"/>
                  <a:pt x="537977" y="45088"/>
                  <a:pt x="535770" y="45088"/>
                </a:cubicBezTo>
                <a:cubicBezTo>
                  <a:pt x="535454" y="45088"/>
                  <a:pt x="535191" y="44773"/>
                  <a:pt x="534981" y="44143"/>
                </a:cubicBezTo>
                <a:cubicBezTo>
                  <a:pt x="534771" y="43512"/>
                  <a:pt x="534640" y="42829"/>
                  <a:pt x="534587" y="42093"/>
                </a:cubicBezTo>
                <a:cubicBezTo>
                  <a:pt x="534534" y="41357"/>
                  <a:pt x="534612" y="40674"/>
                  <a:pt x="534822" y="40044"/>
                </a:cubicBezTo>
                <a:cubicBezTo>
                  <a:pt x="535034" y="39413"/>
                  <a:pt x="535350" y="39098"/>
                  <a:pt x="535770" y="39098"/>
                </a:cubicBezTo>
                <a:cubicBezTo>
                  <a:pt x="538397" y="38888"/>
                  <a:pt x="540656" y="38494"/>
                  <a:pt x="542547" y="37917"/>
                </a:cubicBezTo>
                <a:cubicBezTo>
                  <a:pt x="544439" y="37338"/>
                  <a:pt x="546042" y="36418"/>
                  <a:pt x="547356" y="35158"/>
                </a:cubicBezTo>
                <a:cubicBezTo>
                  <a:pt x="548671" y="33896"/>
                  <a:pt x="549722" y="32188"/>
                  <a:pt x="550509" y="30034"/>
                </a:cubicBezTo>
                <a:cubicBezTo>
                  <a:pt x="551298" y="27878"/>
                  <a:pt x="551955" y="25067"/>
                  <a:pt x="552479" y="21600"/>
                </a:cubicBezTo>
                <a:cubicBezTo>
                  <a:pt x="552585" y="20968"/>
                  <a:pt x="553006" y="20495"/>
                  <a:pt x="553742" y="20181"/>
                </a:cubicBezTo>
                <a:cubicBezTo>
                  <a:pt x="554479" y="19865"/>
                  <a:pt x="555267" y="19707"/>
                  <a:pt x="556107" y="19707"/>
                </a:cubicBezTo>
                <a:cubicBezTo>
                  <a:pt x="556947" y="19707"/>
                  <a:pt x="557709" y="19838"/>
                  <a:pt x="558392" y="20101"/>
                </a:cubicBezTo>
                <a:cubicBezTo>
                  <a:pt x="559076" y="20364"/>
                  <a:pt x="559417" y="20706"/>
                  <a:pt x="559417" y="21126"/>
                </a:cubicBezTo>
                <a:lnTo>
                  <a:pt x="559417" y="34684"/>
                </a:lnTo>
                <a:cubicBezTo>
                  <a:pt x="559417" y="36366"/>
                  <a:pt x="559496" y="37339"/>
                  <a:pt x="559653" y="37602"/>
                </a:cubicBezTo>
                <a:cubicBezTo>
                  <a:pt x="559812" y="37863"/>
                  <a:pt x="560469" y="37994"/>
                  <a:pt x="561626" y="37994"/>
                </a:cubicBezTo>
                <a:lnTo>
                  <a:pt x="578020" y="37994"/>
                </a:lnTo>
                <a:cubicBezTo>
                  <a:pt x="578756" y="37994"/>
                  <a:pt x="579229" y="38415"/>
                  <a:pt x="579439" y="39257"/>
                </a:cubicBezTo>
                <a:cubicBezTo>
                  <a:pt x="579649" y="40097"/>
                  <a:pt x="579754" y="40833"/>
                  <a:pt x="579754" y="41463"/>
                </a:cubicBezTo>
                <a:cubicBezTo>
                  <a:pt x="579754" y="42093"/>
                  <a:pt x="579623" y="42855"/>
                  <a:pt x="579360" y="43748"/>
                </a:cubicBezTo>
                <a:cubicBezTo>
                  <a:pt x="579098" y="44641"/>
                  <a:pt x="578547" y="45088"/>
                  <a:pt x="577705" y="45088"/>
                </a:cubicBezTo>
                <a:lnTo>
                  <a:pt x="560837" y="45088"/>
                </a:lnTo>
                <a:cubicBezTo>
                  <a:pt x="560100" y="45088"/>
                  <a:pt x="559679" y="45273"/>
                  <a:pt x="559574" y="45641"/>
                </a:cubicBezTo>
                <a:cubicBezTo>
                  <a:pt x="559469" y="46009"/>
                  <a:pt x="559417" y="47349"/>
                  <a:pt x="559417" y="49661"/>
                </a:cubicBezTo>
                <a:lnTo>
                  <a:pt x="559417" y="848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53FA08-56CE-4790-BEFA-6FD85CF9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587" y="2253845"/>
            <a:ext cx="399818" cy="61138"/>
          </a:xfrm>
          <a:custGeom xmlns:a="http://schemas.openxmlformats.org/drawingml/2006/main">
            <a:pathLst>
              <a:path w="399818" h="61138" fill="none">
                <a:moveTo>
                  <a:pt x="0" y="61138"/>
                </a:moveTo>
                <a:lnTo>
                  <a:pt x="3998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CB9DD8-53DB-45A1-B321-E68E2DCA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645" y="2253845"/>
            <a:ext cx="286463" cy="55994"/>
          </a:xfrm>
          <a:custGeom xmlns:a="http://schemas.openxmlformats.org/drawingml/2006/main">
            <a:pathLst>
              <a:path w="286463" h="55994" fill="none">
                <a:moveTo>
                  <a:pt x="286463" y="559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BF47A-42F7-4A01-B66F-874E129E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360" y="1992732"/>
            <a:ext cx="624524" cy="119366"/>
          </a:xfrm>
          <a:custGeom xmlns:a="http://schemas.openxmlformats.org/drawingml/2006/main">
            <a:pathLst>
              <a:path w="624524" h="119366" fill="none">
                <a:moveTo>
                  <a:pt x="0" y="119366"/>
                </a:moveTo>
                <a:lnTo>
                  <a:pt x="6245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311105-B41C-42D4-AA3C-0EB808A7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049" y="1992732"/>
            <a:ext cx="299375" cy="69521"/>
          </a:xfrm>
          <a:custGeom xmlns:a="http://schemas.openxmlformats.org/drawingml/2006/main">
            <a:pathLst>
              <a:path w="299375" h="69521" fill="none">
                <a:moveTo>
                  <a:pt x="299375" y="695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DB2F8-DBB8-4AE0-9AC4-233480F1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048" y="1746400"/>
            <a:ext cx="379950" cy="53932"/>
          </a:xfrm>
          <a:custGeom xmlns:a="http://schemas.openxmlformats.org/drawingml/2006/main">
            <a:pathLst>
              <a:path w="379950" h="53932" fill="none">
                <a:moveTo>
                  <a:pt x="0" y="53932"/>
                </a:moveTo>
                <a:lnTo>
                  <a:pt x="379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A07ED4-105C-46A7-8193-8169F8D3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400" y="1746400"/>
            <a:ext cx="700051" cy="97928"/>
          </a:xfrm>
          <a:custGeom xmlns:a="http://schemas.openxmlformats.org/drawingml/2006/main">
            <a:pathLst>
              <a:path w="700051" h="97928" fill="none">
                <a:moveTo>
                  <a:pt x="700051" y="979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pic>
        <p:nvPicPr>
          <p:cNvPr id="1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eb1acdc0e4232"/>
          <a:stretch xmlns:a="http://schemas.openxmlformats.org/drawingml/2006/main"/>
        </p:blipFill>
        <p:spPr>
          <a:xfrm xmlns:a="http://schemas.openxmlformats.org/drawingml/2006/main">
            <a:off x="6805529" y="1842058"/>
            <a:ext cx="610906" cy="394133"/>
          </a:xfrm>
          <a:prstGeom xmlns:a="http://schemas.openxmlformats.org/drawingml/2006/main" prst="rect">
            <a:avLst/>
          </a:prstGeom>
        </p:spPr>
      </p:pic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3A96FA-1B4E-410B-988A-2E4CF656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6437" y="1894200"/>
            <a:ext cx="507445" cy="290672"/>
          </a:xfrm>
          <a:custGeom xmlns:a="http://schemas.openxmlformats.org/drawingml/2006/main">
            <a:pathLst>
              <a:path w="507445" h="290672">
                <a:moveTo>
                  <a:pt x="0" y="68489"/>
                </a:moveTo>
                <a:cubicBezTo>
                  <a:pt x="0" y="30662"/>
                  <a:pt x="30664" y="0"/>
                  <a:pt x="68489" y="0"/>
                </a:cubicBezTo>
                <a:lnTo>
                  <a:pt x="438956" y="0"/>
                </a:lnTo>
                <a:cubicBezTo>
                  <a:pt x="476783" y="0"/>
                  <a:pt x="507445" y="30662"/>
                  <a:pt x="507445" y="68489"/>
                </a:cubicBezTo>
                <a:lnTo>
                  <a:pt x="507445" y="222186"/>
                </a:lnTo>
                <a:cubicBezTo>
                  <a:pt x="507445" y="260010"/>
                  <a:pt x="476783" y="290672"/>
                  <a:pt x="438956" y="290672"/>
                </a:cubicBezTo>
                <a:lnTo>
                  <a:pt x="68489" y="290672"/>
                </a:lnTo>
                <a:cubicBezTo>
                  <a:pt x="30664" y="290672"/>
                  <a:pt x="0" y="260010"/>
                  <a:pt x="0" y="222186"/>
                </a:cubicBezTo>
                <a:lnTo>
                  <a:pt x="0" y="68489"/>
                </a:lnTo>
                <a:close/>
              </a:path>
            </a:pathLst>
          </a:custGeom>
          <a:solidFill xmlns:a="http://schemas.openxmlformats.org/drawingml/2006/main">
            <a:srgbClr val="FBE3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22A40-3884-4B33-A625-FD55663F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6438" y="1894200"/>
            <a:ext cx="507445" cy="290674"/>
          </a:xfrm>
          <a:custGeom xmlns:a="http://schemas.openxmlformats.org/drawingml/2006/main">
            <a:pathLst>
              <a:path w="507445" h="290674" fill="none">
                <a:moveTo>
                  <a:pt x="0" y="68489"/>
                </a:moveTo>
                <a:cubicBezTo>
                  <a:pt x="0" y="30663"/>
                  <a:pt x="30663" y="0"/>
                  <a:pt x="68488" y="0"/>
                </a:cubicBezTo>
                <a:lnTo>
                  <a:pt x="438956" y="0"/>
                </a:lnTo>
                <a:cubicBezTo>
                  <a:pt x="476782" y="0"/>
                  <a:pt x="507445" y="30663"/>
                  <a:pt x="507445" y="68489"/>
                </a:cubicBezTo>
                <a:lnTo>
                  <a:pt x="507445" y="222185"/>
                </a:lnTo>
                <a:cubicBezTo>
                  <a:pt x="507445" y="260010"/>
                  <a:pt x="476782" y="290674"/>
                  <a:pt x="438956" y="290674"/>
                </a:cubicBezTo>
                <a:lnTo>
                  <a:pt x="68488" y="290674"/>
                </a:lnTo>
                <a:cubicBezTo>
                  <a:pt x="30663" y="290674"/>
                  <a:pt x="0" y="260010"/>
                  <a:pt x="0" y="222185"/>
                </a:cubicBezTo>
                <a:lnTo>
                  <a:pt x="0" y="684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sp>
        <p:nvSpPr>
          <p:cNvPr id="375" name="Text LGI">
            <a:extLst xmlns:a="http://schemas.openxmlformats.org/drawingml/2006/main">
              <a:ext uri="{FF2B5EF4-FFF2-40B4-BE49-F238E27FC236}">
                <a16:creationId xmlns:a16="http://schemas.microsoft.com/office/drawing/2014/main" id="{D1270F51-8028-4E98-B323-A0079046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49" y="1968641"/>
            <a:ext cx="278994" cy="136306"/>
          </a:xfrm>
          <a:custGeom xmlns:a="http://schemas.openxmlformats.org/drawingml/2006/main">
            <a:pathLst>
              <a:path w="278994" h="136306">
                <a:moveTo>
                  <a:pt x="0" y="134531"/>
                </a:moveTo>
                <a:lnTo>
                  <a:pt x="0" y="1775"/>
                </a:lnTo>
                <a:lnTo>
                  <a:pt x="27715" y="1775"/>
                </a:lnTo>
                <a:lnTo>
                  <a:pt x="27715" y="110169"/>
                </a:lnTo>
                <a:lnTo>
                  <a:pt x="83736" y="110169"/>
                </a:lnTo>
                <a:lnTo>
                  <a:pt x="83736" y="134531"/>
                </a:lnTo>
                <a:lnTo>
                  <a:pt x="0" y="134531"/>
                </a:lnTo>
                <a:close/>
                <a:moveTo>
                  <a:pt x="163608" y="136306"/>
                </a:moveTo>
                <a:cubicBezTo>
                  <a:pt x="149997" y="136306"/>
                  <a:pt x="138326" y="133495"/>
                  <a:pt x="128594" y="127873"/>
                </a:cubicBezTo>
                <a:cubicBezTo>
                  <a:pt x="118863" y="122251"/>
                  <a:pt x="111384" y="114344"/>
                  <a:pt x="106156" y="104153"/>
                </a:cubicBezTo>
                <a:cubicBezTo>
                  <a:pt x="100929" y="93961"/>
                  <a:pt x="98315" y="81994"/>
                  <a:pt x="98315" y="68252"/>
                </a:cubicBezTo>
                <a:cubicBezTo>
                  <a:pt x="98315" y="54443"/>
                  <a:pt x="100929" y="42427"/>
                  <a:pt x="106156" y="32202"/>
                </a:cubicBezTo>
                <a:cubicBezTo>
                  <a:pt x="111384" y="21978"/>
                  <a:pt x="118863" y="14055"/>
                  <a:pt x="128594" y="8433"/>
                </a:cubicBezTo>
                <a:cubicBezTo>
                  <a:pt x="138326" y="2811"/>
                  <a:pt x="149997" y="0"/>
                  <a:pt x="163608" y="0"/>
                </a:cubicBezTo>
                <a:cubicBezTo>
                  <a:pt x="170446" y="0"/>
                  <a:pt x="177153" y="888"/>
                  <a:pt x="183728" y="2663"/>
                </a:cubicBezTo>
                <a:cubicBezTo>
                  <a:pt x="190304" y="4438"/>
                  <a:pt x="196320" y="7184"/>
                  <a:pt x="201777" y="10899"/>
                </a:cubicBezTo>
                <a:cubicBezTo>
                  <a:pt x="207235" y="14614"/>
                  <a:pt x="211739" y="19331"/>
                  <a:pt x="215290" y="25052"/>
                </a:cubicBezTo>
                <a:cubicBezTo>
                  <a:pt x="218840" y="30772"/>
                  <a:pt x="220977" y="37545"/>
                  <a:pt x="221701" y="45370"/>
                </a:cubicBezTo>
                <a:lnTo>
                  <a:pt x="193394" y="45370"/>
                </a:lnTo>
                <a:cubicBezTo>
                  <a:pt x="192868" y="41030"/>
                  <a:pt x="191356" y="37183"/>
                  <a:pt x="188857" y="33830"/>
                </a:cubicBezTo>
                <a:cubicBezTo>
                  <a:pt x="186358" y="30476"/>
                  <a:pt x="182939" y="27846"/>
                  <a:pt x="178600" y="25940"/>
                </a:cubicBezTo>
                <a:cubicBezTo>
                  <a:pt x="174260" y="24033"/>
                  <a:pt x="169065" y="23079"/>
                  <a:pt x="163016" y="23079"/>
                </a:cubicBezTo>
                <a:cubicBezTo>
                  <a:pt x="154337" y="23079"/>
                  <a:pt x="147334" y="25167"/>
                  <a:pt x="142008" y="29342"/>
                </a:cubicBezTo>
                <a:cubicBezTo>
                  <a:pt x="136682" y="33518"/>
                  <a:pt x="132803" y="39008"/>
                  <a:pt x="130370" y="45813"/>
                </a:cubicBezTo>
                <a:cubicBezTo>
                  <a:pt x="127937" y="52619"/>
                  <a:pt x="126720" y="60098"/>
                  <a:pt x="126720" y="68252"/>
                </a:cubicBezTo>
                <a:cubicBezTo>
                  <a:pt x="126720" y="76339"/>
                  <a:pt x="127953" y="83802"/>
                  <a:pt x="130419" y="90640"/>
                </a:cubicBezTo>
                <a:cubicBezTo>
                  <a:pt x="132885" y="97479"/>
                  <a:pt x="136814" y="102969"/>
                  <a:pt x="142205" y="107112"/>
                </a:cubicBezTo>
                <a:cubicBezTo>
                  <a:pt x="147597" y="111254"/>
                  <a:pt x="154731" y="113325"/>
                  <a:pt x="163608" y="113325"/>
                </a:cubicBezTo>
                <a:cubicBezTo>
                  <a:pt x="170183" y="113325"/>
                  <a:pt x="175789" y="112191"/>
                  <a:pt x="180424" y="109922"/>
                </a:cubicBezTo>
                <a:cubicBezTo>
                  <a:pt x="185060" y="107654"/>
                  <a:pt x="188676" y="104514"/>
                  <a:pt x="191273" y="100503"/>
                </a:cubicBezTo>
                <a:cubicBezTo>
                  <a:pt x="193871" y="96492"/>
                  <a:pt x="195367" y="91857"/>
                  <a:pt x="195761" y="86597"/>
                </a:cubicBezTo>
                <a:lnTo>
                  <a:pt x="164298" y="86597"/>
                </a:lnTo>
                <a:lnTo>
                  <a:pt x="164298" y="64504"/>
                </a:lnTo>
                <a:lnTo>
                  <a:pt x="223575" y="64504"/>
                </a:lnTo>
                <a:lnTo>
                  <a:pt x="223575" y="78016"/>
                </a:lnTo>
                <a:cubicBezTo>
                  <a:pt x="223575" y="89523"/>
                  <a:pt x="221257" y="99649"/>
                  <a:pt x="216621" y="108394"/>
                </a:cubicBezTo>
                <a:cubicBezTo>
                  <a:pt x="211986" y="117139"/>
                  <a:pt x="205213" y="123977"/>
                  <a:pt x="196303" y="128909"/>
                </a:cubicBezTo>
                <a:cubicBezTo>
                  <a:pt x="187394" y="133840"/>
                  <a:pt x="176495" y="136306"/>
                  <a:pt x="163608" y="136306"/>
                </a:cubicBezTo>
                <a:close/>
                <a:moveTo>
                  <a:pt x="251279" y="134531"/>
                </a:moveTo>
                <a:lnTo>
                  <a:pt x="251279" y="1775"/>
                </a:lnTo>
                <a:lnTo>
                  <a:pt x="278994" y="1775"/>
                </a:lnTo>
                <a:lnTo>
                  <a:pt x="278994" y="134531"/>
                </a:lnTo>
                <a:lnTo>
                  <a:pt x="251279" y="1345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7c2f53ac04c12"/>
          <a:stretch xmlns:a="http://schemas.openxmlformats.org/drawingml/2006/main"/>
        </p:blipFill>
        <p:spPr>
          <a:xfrm xmlns:a="http://schemas.openxmlformats.org/drawingml/2006/main">
            <a:off x="11121282" y="1846985"/>
            <a:ext cx="586272" cy="413839"/>
          </a:xfrm>
          <a:prstGeom xmlns:a="http://schemas.openxmlformats.org/drawingml/2006/main" prst="rect">
            <a:avLst/>
          </a:prstGeom>
        </p:spPr>
      </p:pic>
      <p:pic>
        <p:nvPicPr>
          <p:cNvPr id="1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476c722a74fc5"/>
          <a:stretch xmlns:a="http://schemas.openxmlformats.org/drawingml/2006/main"/>
        </p:blipFill>
        <p:spPr>
          <a:xfrm xmlns:a="http://schemas.openxmlformats.org/drawingml/2006/main">
            <a:off x="11037528" y="1797720"/>
            <a:ext cx="758705" cy="566566"/>
          </a:xfrm>
          <a:prstGeom xmlns:a="http://schemas.openxmlformats.org/drawingml/2006/main" prst="rect">
            <a:avLst/>
          </a:prstGeom>
        </p:spPr>
      </p:pic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B2030-9CDD-41BD-8F96-477939A6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655" y="1901588"/>
            <a:ext cx="448325" cy="270966"/>
          </a:xfrm>
          <a:custGeom xmlns:a="http://schemas.openxmlformats.org/drawingml/2006/main">
            <a:pathLst>
              <a:path w="448325" h="270966">
                <a:moveTo>
                  <a:pt x="0" y="109656"/>
                </a:moveTo>
                <a:cubicBezTo>
                  <a:pt x="0" y="49095"/>
                  <a:pt x="49092" y="0"/>
                  <a:pt x="109653" y="0"/>
                </a:cubicBezTo>
                <a:lnTo>
                  <a:pt x="338672" y="0"/>
                </a:lnTo>
                <a:cubicBezTo>
                  <a:pt x="399230" y="0"/>
                  <a:pt x="448325" y="49095"/>
                  <a:pt x="448325" y="109656"/>
                </a:cubicBezTo>
                <a:lnTo>
                  <a:pt x="448325" y="161313"/>
                </a:lnTo>
                <a:cubicBezTo>
                  <a:pt x="448325" y="221872"/>
                  <a:pt x="399230" y="270966"/>
                  <a:pt x="338672" y="270966"/>
                </a:cubicBezTo>
                <a:lnTo>
                  <a:pt x="109653" y="270966"/>
                </a:lnTo>
                <a:cubicBezTo>
                  <a:pt x="49092" y="270966"/>
                  <a:pt x="0" y="221872"/>
                  <a:pt x="0" y="161313"/>
                </a:cubicBezTo>
                <a:lnTo>
                  <a:pt x="0" y="109656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Text CLS">
            <a:extLst xmlns:a="http://schemas.openxmlformats.org/drawingml/2006/main">
              <a:ext uri="{FF2B5EF4-FFF2-40B4-BE49-F238E27FC236}">
                <a16:creationId xmlns:a16="http://schemas.microsoft.com/office/drawing/2014/main" id="{1307E289-83E0-4673-8823-1B31CF33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5297" y="1968641"/>
            <a:ext cx="352088" cy="136306"/>
          </a:xfrm>
          <a:custGeom xmlns:a="http://schemas.openxmlformats.org/drawingml/2006/main">
            <a:pathLst>
              <a:path w="352088" h="136306">
                <a:moveTo>
                  <a:pt x="64701" y="136306"/>
                </a:moveTo>
                <a:cubicBezTo>
                  <a:pt x="51287" y="136306"/>
                  <a:pt x="39748" y="133495"/>
                  <a:pt x="30082" y="127873"/>
                </a:cubicBezTo>
                <a:cubicBezTo>
                  <a:pt x="20416" y="122251"/>
                  <a:pt x="12986" y="114361"/>
                  <a:pt x="7792" y="104202"/>
                </a:cubicBezTo>
                <a:cubicBezTo>
                  <a:pt x="2597" y="94043"/>
                  <a:pt x="0" y="82060"/>
                  <a:pt x="0" y="68252"/>
                </a:cubicBezTo>
                <a:cubicBezTo>
                  <a:pt x="0" y="54443"/>
                  <a:pt x="2597" y="42427"/>
                  <a:pt x="7792" y="32202"/>
                </a:cubicBezTo>
                <a:cubicBezTo>
                  <a:pt x="12986" y="21978"/>
                  <a:pt x="20416" y="14055"/>
                  <a:pt x="30082" y="8433"/>
                </a:cubicBezTo>
                <a:cubicBezTo>
                  <a:pt x="39748" y="2811"/>
                  <a:pt x="51287" y="0"/>
                  <a:pt x="64701" y="0"/>
                </a:cubicBezTo>
                <a:cubicBezTo>
                  <a:pt x="75090" y="0"/>
                  <a:pt x="84657" y="1792"/>
                  <a:pt x="93402" y="5375"/>
                </a:cubicBezTo>
                <a:cubicBezTo>
                  <a:pt x="102147" y="8959"/>
                  <a:pt x="109249" y="14252"/>
                  <a:pt x="114706" y="21255"/>
                </a:cubicBezTo>
                <a:cubicBezTo>
                  <a:pt x="120163" y="28257"/>
                  <a:pt x="123155" y="36887"/>
                  <a:pt x="123681" y="47145"/>
                </a:cubicBezTo>
                <a:lnTo>
                  <a:pt x="95276" y="47145"/>
                </a:lnTo>
                <a:cubicBezTo>
                  <a:pt x="94553" y="41753"/>
                  <a:pt x="92794" y="37282"/>
                  <a:pt x="89999" y="33731"/>
                </a:cubicBezTo>
                <a:cubicBezTo>
                  <a:pt x="87205" y="30181"/>
                  <a:pt x="83638" y="27518"/>
                  <a:pt x="79298" y="25742"/>
                </a:cubicBezTo>
                <a:cubicBezTo>
                  <a:pt x="74958" y="23967"/>
                  <a:pt x="70093" y="23079"/>
                  <a:pt x="64701" y="23079"/>
                </a:cubicBezTo>
                <a:cubicBezTo>
                  <a:pt x="56022" y="23079"/>
                  <a:pt x="49035" y="25183"/>
                  <a:pt x="43742" y="29392"/>
                </a:cubicBezTo>
                <a:cubicBezTo>
                  <a:pt x="38449" y="33600"/>
                  <a:pt x="34602" y="39107"/>
                  <a:pt x="32203" y="45912"/>
                </a:cubicBezTo>
                <a:cubicBezTo>
                  <a:pt x="29803" y="52717"/>
                  <a:pt x="28603" y="60164"/>
                  <a:pt x="28603" y="68252"/>
                </a:cubicBezTo>
                <a:cubicBezTo>
                  <a:pt x="28603" y="76273"/>
                  <a:pt x="29803" y="83703"/>
                  <a:pt x="32203" y="90542"/>
                </a:cubicBezTo>
                <a:cubicBezTo>
                  <a:pt x="34602" y="97380"/>
                  <a:pt x="38449" y="102870"/>
                  <a:pt x="43742" y="107013"/>
                </a:cubicBezTo>
                <a:cubicBezTo>
                  <a:pt x="49035" y="111155"/>
                  <a:pt x="56022" y="113227"/>
                  <a:pt x="64701" y="113227"/>
                </a:cubicBezTo>
                <a:cubicBezTo>
                  <a:pt x="73841" y="113227"/>
                  <a:pt x="81057" y="110876"/>
                  <a:pt x="86350" y="106175"/>
                </a:cubicBezTo>
                <a:cubicBezTo>
                  <a:pt x="91643" y="101473"/>
                  <a:pt x="94684" y="94783"/>
                  <a:pt x="95473" y="86103"/>
                </a:cubicBezTo>
                <a:lnTo>
                  <a:pt x="123879" y="86103"/>
                </a:lnTo>
                <a:cubicBezTo>
                  <a:pt x="123090" y="96953"/>
                  <a:pt x="120229" y="106109"/>
                  <a:pt x="115298" y="113572"/>
                </a:cubicBezTo>
                <a:cubicBezTo>
                  <a:pt x="110366" y="121035"/>
                  <a:pt x="103627" y="126689"/>
                  <a:pt x="95079" y="130536"/>
                </a:cubicBezTo>
                <a:cubicBezTo>
                  <a:pt x="86531" y="134383"/>
                  <a:pt x="76405" y="136306"/>
                  <a:pt x="64701" y="136306"/>
                </a:cubicBezTo>
                <a:close/>
                <a:moveTo>
                  <a:pt x="150076" y="134531"/>
                </a:moveTo>
                <a:lnTo>
                  <a:pt x="150076" y="1775"/>
                </a:lnTo>
                <a:lnTo>
                  <a:pt x="177791" y="1775"/>
                </a:lnTo>
                <a:lnTo>
                  <a:pt x="177791" y="110169"/>
                </a:lnTo>
                <a:lnTo>
                  <a:pt x="233812" y="110169"/>
                </a:lnTo>
                <a:lnTo>
                  <a:pt x="233812" y="134531"/>
                </a:lnTo>
                <a:lnTo>
                  <a:pt x="150076" y="134531"/>
                </a:lnTo>
                <a:close/>
                <a:moveTo>
                  <a:pt x="299519" y="136306"/>
                </a:moveTo>
                <a:cubicBezTo>
                  <a:pt x="289458" y="136306"/>
                  <a:pt x="280401" y="134875"/>
                  <a:pt x="272346" y="132012"/>
                </a:cubicBezTo>
                <a:cubicBezTo>
                  <a:pt x="264291" y="129150"/>
                  <a:pt x="257897" y="124594"/>
                  <a:pt x="253163" y="118343"/>
                </a:cubicBezTo>
                <a:cubicBezTo>
                  <a:pt x="248429" y="112092"/>
                  <a:pt x="246061" y="103933"/>
                  <a:pt x="246061" y="93864"/>
                </a:cubicBezTo>
                <a:lnTo>
                  <a:pt x="274467" y="93864"/>
                </a:lnTo>
                <a:cubicBezTo>
                  <a:pt x="274598" y="99001"/>
                  <a:pt x="275782" y="103035"/>
                  <a:pt x="278017" y="105965"/>
                </a:cubicBezTo>
                <a:cubicBezTo>
                  <a:pt x="280253" y="108895"/>
                  <a:pt x="283261" y="110986"/>
                  <a:pt x="287042" y="112237"/>
                </a:cubicBezTo>
                <a:cubicBezTo>
                  <a:pt x="290823" y="113489"/>
                  <a:pt x="295146" y="114114"/>
                  <a:pt x="300012" y="114114"/>
                </a:cubicBezTo>
                <a:cubicBezTo>
                  <a:pt x="304680" y="114114"/>
                  <a:pt x="308790" y="113554"/>
                  <a:pt x="312340" y="112434"/>
                </a:cubicBezTo>
                <a:cubicBezTo>
                  <a:pt x="315891" y="111315"/>
                  <a:pt x="318669" y="109585"/>
                  <a:pt x="320675" y="107247"/>
                </a:cubicBezTo>
                <a:cubicBezTo>
                  <a:pt x="322680" y="104909"/>
                  <a:pt x="323683" y="101928"/>
                  <a:pt x="323683" y="98306"/>
                </a:cubicBezTo>
                <a:cubicBezTo>
                  <a:pt x="323683" y="94819"/>
                  <a:pt x="322828" y="91940"/>
                  <a:pt x="321118" y="89670"/>
                </a:cubicBezTo>
                <a:cubicBezTo>
                  <a:pt x="319409" y="87399"/>
                  <a:pt x="316384" y="85327"/>
                  <a:pt x="312045" y="83453"/>
                </a:cubicBezTo>
                <a:cubicBezTo>
                  <a:pt x="307705" y="81577"/>
                  <a:pt x="301623" y="79553"/>
                  <a:pt x="293798" y="77381"/>
                </a:cubicBezTo>
                <a:cubicBezTo>
                  <a:pt x="284658" y="74749"/>
                  <a:pt x="276752" y="71854"/>
                  <a:pt x="270078" y="68695"/>
                </a:cubicBezTo>
                <a:cubicBezTo>
                  <a:pt x="263404" y="65537"/>
                  <a:pt x="258242" y="61458"/>
                  <a:pt x="254593" y="56459"/>
                </a:cubicBezTo>
                <a:cubicBezTo>
                  <a:pt x="250944" y="51458"/>
                  <a:pt x="249119" y="44943"/>
                  <a:pt x="249119" y="36915"/>
                </a:cubicBezTo>
                <a:cubicBezTo>
                  <a:pt x="249119" y="28295"/>
                  <a:pt x="251207" y="21271"/>
                  <a:pt x="255382" y="15842"/>
                </a:cubicBezTo>
                <a:cubicBezTo>
                  <a:pt x="259557" y="10414"/>
                  <a:pt x="265327" y="6416"/>
                  <a:pt x="272691" y="3850"/>
                </a:cubicBezTo>
                <a:cubicBezTo>
                  <a:pt x="280056" y="1283"/>
                  <a:pt x="288505" y="0"/>
                  <a:pt x="298039" y="0"/>
                </a:cubicBezTo>
                <a:cubicBezTo>
                  <a:pt x="307113" y="0"/>
                  <a:pt x="315447" y="1382"/>
                  <a:pt x="323042" y="4146"/>
                </a:cubicBezTo>
                <a:cubicBezTo>
                  <a:pt x="330636" y="6909"/>
                  <a:pt x="336702" y="11120"/>
                  <a:pt x="341239" y="16779"/>
                </a:cubicBezTo>
                <a:cubicBezTo>
                  <a:pt x="345776" y="22438"/>
                  <a:pt x="348044" y="29643"/>
                  <a:pt x="348044" y="38395"/>
                </a:cubicBezTo>
                <a:lnTo>
                  <a:pt x="319639" y="38395"/>
                </a:lnTo>
                <a:cubicBezTo>
                  <a:pt x="319705" y="32730"/>
                  <a:pt x="317601" y="28498"/>
                  <a:pt x="313327" y="25699"/>
                </a:cubicBezTo>
                <a:cubicBezTo>
                  <a:pt x="309053" y="22901"/>
                  <a:pt x="303924" y="21501"/>
                  <a:pt x="297941" y="21501"/>
                </a:cubicBezTo>
                <a:cubicBezTo>
                  <a:pt x="292023" y="21501"/>
                  <a:pt x="287124" y="22605"/>
                  <a:pt x="283245" y="24811"/>
                </a:cubicBezTo>
                <a:cubicBezTo>
                  <a:pt x="279365" y="27018"/>
                  <a:pt x="277426" y="30427"/>
                  <a:pt x="277426" y="35038"/>
                </a:cubicBezTo>
                <a:cubicBezTo>
                  <a:pt x="277426" y="37670"/>
                  <a:pt x="278248" y="39990"/>
                  <a:pt x="279891" y="41998"/>
                </a:cubicBezTo>
                <a:cubicBezTo>
                  <a:pt x="281535" y="44005"/>
                  <a:pt x="284576" y="45963"/>
                  <a:pt x="289015" y="47872"/>
                </a:cubicBezTo>
                <a:cubicBezTo>
                  <a:pt x="293453" y="49779"/>
                  <a:pt x="299880" y="51950"/>
                  <a:pt x="308297" y="54385"/>
                </a:cubicBezTo>
                <a:cubicBezTo>
                  <a:pt x="318357" y="57346"/>
                  <a:pt x="326609" y="60455"/>
                  <a:pt x="333053" y="63712"/>
                </a:cubicBezTo>
                <a:cubicBezTo>
                  <a:pt x="339496" y="66968"/>
                  <a:pt x="344280" y="71180"/>
                  <a:pt x="347403" y="76345"/>
                </a:cubicBezTo>
                <a:cubicBezTo>
                  <a:pt x="350526" y="81511"/>
                  <a:pt x="352088" y="88305"/>
                  <a:pt x="352088" y="96728"/>
                </a:cubicBezTo>
                <a:cubicBezTo>
                  <a:pt x="352088" y="106137"/>
                  <a:pt x="349787" y="113736"/>
                  <a:pt x="345184" y="119527"/>
                </a:cubicBezTo>
                <a:cubicBezTo>
                  <a:pt x="340581" y="125317"/>
                  <a:pt x="334318" y="129561"/>
                  <a:pt x="326395" y="132259"/>
                </a:cubicBezTo>
                <a:cubicBezTo>
                  <a:pt x="318472" y="134957"/>
                  <a:pt x="309513" y="136306"/>
                  <a:pt x="299519" y="1363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6E541-59EF-483F-8165-64A78878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951" y="2126495"/>
            <a:ext cx="287902" cy="162580"/>
          </a:xfrm>
          <a:custGeom xmlns:a="http://schemas.openxmlformats.org/drawingml/2006/main">
            <a:pathLst>
              <a:path w="287902" h="162580">
                <a:moveTo>
                  <a:pt x="0" y="162580"/>
                </a:moveTo>
                <a:lnTo>
                  <a:pt x="0" y="0"/>
                </a:lnTo>
                <a:lnTo>
                  <a:pt x="287902" y="0"/>
                </a:lnTo>
                <a:lnTo>
                  <a:pt x="287902" y="162580"/>
                </a:lnTo>
                <a:lnTo>
                  <a:pt x="0" y="16258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Text EDU">
            <a:extLst xmlns:a="http://schemas.openxmlformats.org/drawingml/2006/main">
              <a:ext uri="{FF2B5EF4-FFF2-40B4-BE49-F238E27FC236}">
                <a16:creationId xmlns:a16="http://schemas.microsoft.com/office/drawing/2014/main" id="{8CABF533-7B1B-4A5C-88E3-F1C5F60F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2537" y="2157721"/>
            <a:ext cx="282763" cy="95044"/>
          </a:xfrm>
          <a:custGeom xmlns:a="http://schemas.openxmlformats.org/drawingml/2006/main">
            <a:pathLst>
              <a:path w="282763" h="95044">
                <a:moveTo>
                  <a:pt x="68283" y="551"/>
                </a:moveTo>
                <a:cubicBezTo>
                  <a:pt x="69020" y="551"/>
                  <a:pt x="69732" y="643"/>
                  <a:pt x="70421" y="827"/>
                </a:cubicBezTo>
                <a:cubicBezTo>
                  <a:pt x="71112" y="1011"/>
                  <a:pt x="71365" y="1746"/>
                  <a:pt x="71181" y="3033"/>
                </a:cubicBezTo>
                <a:cubicBezTo>
                  <a:pt x="70996" y="4045"/>
                  <a:pt x="70903" y="5195"/>
                  <a:pt x="70903" y="6483"/>
                </a:cubicBezTo>
                <a:cubicBezTo>
                  <a:pt x="70903" y="7770"/>
                  <a:pt x="70903" y="9057"/>
                  <a:pt x="70903" y="10346"/>
                </a:cubicBezTo>
                <a:cubicBezTo>
                  <a:pt x="70903" y="14484"/>
                  <a:pt x="71042" y="18346"/>
                  <a:pt x="71318" y="21933"/>
                </a:cubicBezTo>
                <a:cubicBezTo>
                  <a:pt x="71318" y="22301"/>
                  <a:pt x="71111" y="22600"/>
                  <a:pt x="70697" y="22830"/>
                </a:cubicBezTo>
                <a:cubicBezTo>
                  <a:pt x="70283" y="23060"/>
                  <a:pt x="69800" y="23198"/>
                  <a:pt x="69249" y="23244"/>
                </a:cubicBezTo>
                <a:cubicBezTo>
                  <a:pt x="68697" y="23289"/>
                  <a:pt x="68168" y="23220"/>
                  <a:pt x="67662" y="23036"/>
                </a:cubicBezTo>
                <a:cubicBezTo>
                  <a:pt x="67157" y="22852"/>
                  <a:pt x="66858" y="22484"/>
                  <a:pt x="66765" y="21933"/>
                </a:cubicBezTo>
                <a:cubicBezTo>
                  <a:pt x="66122" y="18346"/>
                  <a:pt x="65479" y="15541"/>
                  <a:pt x="64835" y="13518"/>
                </a:cubicBezTo>
                <a:cubicBezTo>
                  <a:pt x="64191" y="11494"/>
                  <a:pt x="63294" y="9954"/>
                  <a:pt x="62145" y="8897"/>
                </a:cubicBezTo>
                <a:cubicBezTo>
                  <a:pt x="60996" y="7839"/>
                  <a:pt x="59432" y="7173"/>
                  <a:pt x="57455" y="6898"/>
                </a:cubicBezTo>
                <a:cubicBezTo>
                  <a:pt x="55478" y="6621"/>
                  <a:pt x="52880" y="6437"/>
                  <a:pt x="49661" y="6344"/>
                </a:cubicBezTo>
                <a:lnTo>
                  <a:pt x="41384" y="6344"/>
                </a:lnTo>
                <a:cubicBezTo>
                  <a:pt x="38993" y="6344"/>
                  <a:pt x="37085" y="6390"/>
                  <a:pt x="35659" y="6483"/>
                </a:cubicBezTo>
                <a:cubicBezTo>
                  <a:pt x="34233" y="6574"/>
                  <a:pt x="33107" y="6919"/>
                  <a:pt x="32279" y="7517"/>
                </a:cubicBezTo>
                <a:cubicBezTo>
                  <a:pt x="31452" y="8114"/>
                  <a:pt x="30901" y="9057"/>
                  <a:pt x="30624" y="10346"/>
                </a:cubicBezTo>
                <a:cubicBezTo>
                  <a:pt x="30348" y="11632"/>
                  <a:pt x="30209" y="13426"/>
                  <a:pt x="30209" y="15726"/>
                </a:cubicBezTo>
                <a:lnTo>
                  <a:pt x="30209" y="39867"/>
                </a:lnTo>
                <a:cubicBezTo>
                  <a:pt x="30209" y="41154"/>
                  <a:pt x="30440" y="41958"/>
                  <a:pt x="30900" y="42281"/>
                </a:cubicBezTo>
                <a:cubicBezTo>
                  <a:pt x="31360" y="42602"/>
                  <a:pt x="31820" y="42763"/>
                  <a:pt x="32279" y="42763"/>
                </a:cubicBezTo>
                <a:cubicBezTo>
                  <a:pt x="36509" y="42763"/>
                  <a:pt x="39843" y="42579"/>
                  <a:pt x="42279" y="42212"/>
                </a:cubicBezTo>
                <a:cubicBezTo>
                  <a:pt x="44716" y="41844"/>
                  <a:pt x="46556" y="41177"/>
                  <a:pt x="47798" y="40212"/>
                </a:cubicBezTo>
                <a:cubicBezTo>
                  <a:pt x="49040" y="39245"/>
                  <a:pt x="49868" y="37980"/>
                  <a:pt x="50282" y="36417"/>
                </a:cubicBezTo>
                <a:cubicBezTo>
                  <a:pt x="50696" y="34854"/>
                  <a:pt x="51040" y="32831"/>
                  <a:pt x="51315" y="30348"/>
                </a:cubicBezTo>
                <a:cubicBezTo>
                  <a:pt x="51408" y="29796"/>
                  <a:pt x="51684" y="29382"/>
                  <a:pt x="52142" y="29107"/>
                </a:cubicBezTo>
                <a:cubicBezTo>
                  <a:pt x="52603" y="28830"/>
                  <a:pt x="53109" y="28692"/>
                  <a:pt x="53660" y="28692"/>
                </a:cubicBezTo>
                <a:cubicBezTo>
                  <a:pt x="54213" y="28692"/>
                  <a:pt x="54719" y="28830"/>
                  <a:pt x="55178" y="29107"/>
                </a:cubicBezTo>
                <a:cubicBezTo>
                  <a:pt x="55638" y="29382"/>
                  <a:pt x="55868" y="29796"/>
                  <a:pt x="55868" y="30348"/>
                </a:cubicBezTo>
                <a:cubicBezTo>
                  <a:pt x="55868" y="31819"/>
                  <a:pt x="55822" y="33130"/>
                  <a:pt x="55729" y="34280"/>
                </a:cubicBezTo>
                <a:cubicBezTo>
                  <a:pt x="55638" y="35430"/>
                  <a:pt x="55546" y="36579"/>
                  <a:pt x="55453" y="37728"/>
                </a:cubicBezTo>
                <a:cubicBezTo>
                  <a:pt x="55362" y="38877"/>
                  <a:pt x="55270" y="40073"/>
                  <a:pt x="55178" y="41315"/>
                </a:cubicBezTo>
                <a:cubicBezTo>
                  <a:pt x="55087" y="42555"/>
                  <a:pt x="55041" y="44004"/>
                  <a:pt x="55041" y="45659"/>
                </a:cubicBezTo>
                <a:cubicBezTo>
                  <a:pt x="55041" y="48418"/>
                  <a:pt x="55178" y="50924"/>
                  <a:pt x="55453" y="53178"/>
                </a:cubicBezTo>
                <a:cubicBezTo>
                  <a:pt x="55730" y="55430"/>
                  <a:pt x="55868" y="58166"/>
                  <a:pt x="55868" y="61385"/>
                </a:cubicBezTo>
                <a:cubicBezTo>
                  <a:pt x="55868" y="61845"/>
                  <a:pt x="55638" y="62191"/>
                  <a:pt x="55178" y="62421"/>
                </a:cubicBezTo>
                <a:cubicBezTo>
                  <a:pt x="54719" y="62651"/>
                  <a:pt x="54213" y="62743"/>
                  <a:pt x="53660" y="62696"/>
                </a:cubicBezTo>
                <a:cubicBezTo>
                  <a:pt x="53109" y="62650"/>
                  <a:pt x="52603" y="62512"/>
                  <a:pt x="52142" y="62282"/>
                </a:cubicBezTo>
                <a:cubicBezTo>
                  <a:pt x="51684" y="62052"/>
                  <a:pt x="51408" y="61661"/>
                  <a:pt x="51315" y="61109"/>
                </a:cubicBezTo>
                <a:cubicBezTo>
                  <a:pt x="51040" y="58443"/>
                  <a:pt x="50696" y="56282"/>
                  <a:pt x="50282" y="54626"/>
                </a:cubicBezTo>
                <a:cubicBezTo>
                  <a:pt x="49868" y="52970"/>
                  <a:pt x="49040" y="51706"/>
                  <a:pt x="47798" y="50833"/>
                </a:cubicBezTo>
                <a:cubicBezTo>
                  <a:pt x="46556" y="49959"/>
                  <a:pt x="44716" y="49361"/>
                  <a:pt x="42279" y="49040"/>
                </a:cubicBezTo>
                <a:cubicBezTo>
                  <a:pt x="39843" y="48717"/>
                  <a:pt x="36509" y="48556"/>
                  <a:pt x="32279" y="48556"/>
                </a:cubicBezTo>
                <a:cubicBezTo>
                  <a:pt x="31820" y="48556"/>
                  <a:pt x="31360" y="48717"/>
                  <a:pt x="30900" y="49040"/>
                </a:cubicBezTo>
                <a:cubicBezTo>
                  <a:pt x="30440" y="49361"/>
                  <a:pt x="30209" y="50028"/>
                  <a:pt x="30209" y="51040"/>
                </a:cubicBezTo>
                <a:lnTo>
                  <a:pt x="30209" y="69110"/>
                </a:lnTo>
                <a:cubicBezTo>
                  <a:pt x="30209" y="72053"/>
                  <a:pt x="30416" y="74559"/>
                  <a:pt x="30830" y="76629"/>
                </a:cubicBezTo>
                <a:cubicBezTo>
                  <a:pt x="31244" y="78697"/>
                  <a:pt x="31865" y="80399"/>
                  <a:pt x="32693" y="81733"/>
                </a:cubicBezTo>
                <a:cubicBezTo>
                  <a:pt x="33521" y="83066"/>
                  <a:pt x="34533" y="84124"/>
                  <a:pt x="35729" y="84905"/>
                </a:cubicBezTo>
                <a:cubicBezTo>
                  <a:pt x="36924" y="85687"/>
                  <a:pt x="38349" y="86261"/>
                  <a:pt x="40004" y="86629"/>
                </a:cubicBezTo>
                <a:cubicBezTo>
                  <a:pt x="41292" y="86906"/>
                  <a:pt x="42741" y="87113"/>
                  <a:pt x="44350" y="87250"/>
                </a:cubicBezTo>
                <a:cubicBezTo>
                  <a:pt x="45960" y="87388"/>
                  <a:pt x="47638" y="87456"/>
                  <a:pt x="49385" y="87456"/>
                </a:cubicBezTo>
                <a:cubicBezTo>
                  <a:pt x="51592" y="87456"/>
                  <a:pt x="53662" y="87364"/>
                  <a:pt x="55592" y="87181"/>
                </a:cubicBezTo>
                <a:cubicBezTo>
                  <a:pt x="57523" y="86997"/>
                  <a:pt x="58995" y="86721"/>
                  <a:pt x="60006" y="86353"/>
                </a:cubicBezTo>
                <a:cubicBezTo>
                  <a:pt x="61846" y="85709"/>
                  <a:pt x="63432" y="85020"/>
                  <a:pt x="64766" y="84284"/>
                </a:cubicBezTo>
                <a:cubicBezTo>
                  <a:pt x="66099" y="83549"/>
                  <a:pt x="67225" y="82583"/>
                  <a:pt x="68144" y="81388"/>
                </a:cubicBezTo>
                <a:cubicBezTo>
                  <a:pt x="69064" y="80192"/>
                  <a:pt x="69824" y="78698"/>
                  <a:pt x="70421" y="76904"/>
                </a:cubicBezTo>
                <a:cubicBezTo>
                  <a:pt x="71019" y="75111"/>
                  <a:pt x="71502" y="72835"/>
                  <a:pt x="71870" y="70076"/>
                </a:cubicBezTo>
                <a:cubicBezTo>
                  <a:pt x="71962" y="69525"/>
                  <a:pt x="72284" y="69157"/>
                  <a:pt x="72836" y="68973"/>
                </a:cubicBezTo>
                <a:cubicBezTo>
                  <a:pt x="73387" y="68789"/>
                  <a:pt x="73985" y="68697"/>
                  <a:pt x="74629" y="68697"/>
                </a:cubicBezTo>
                <a:cubicBezTo>
                  <a:pt x="75273" y="68697"/>
                  <a:pt x="75848" y="68836"/>
                  <a:pt x="76353" y="69112"/>
                </a:cubicBezTo>
                <a:cubicBezTo>
                  <a:pt x="76860" y="69387"/>
                  <a:pt x="77067" y="69754"/>
                  <a:pt x="76974" y="70213"/>
                </a:cubicBezTo>
                <a:cubicBezTo>
                  <a:pt x="76514" y="74076"/>
                  <a:pt x="76100" y="77686"/>
                  <a:pt x="75732" y="81043"/>
                </a:cubicBezTo>
                <a:cubicBezTo>
                  <a:pt x="75364" y="84399"/>
                  <a:pt x="75227" y="87825"/>
                  <a:pt x="75319" y="91319"/>
                </a:cubicBezTo>
                <a:cubicBezTo>
                  <a:pt x="75319" y="91595"/>
                  <a:pt x="75135" y="91987"/>
                  <a:pt x="74766" y="92493"/>
                </a:cubicBezTo>
                <a:cubicBezTo>
                  <a:pt x="74398" y="92999"/>
                  <a:pt x="73525" y="93251"/>
                  <a:pt x="72145" y="93251"/>
                </a:cubicBezTo>
                <a:lnTo>
                  <a:pt x="22072" y="93251"/>
                </a:lnTo>
                <a:cubicBezTo>
                  <a:pt x="18576" y="93251"/>
                  <a:pt x="15150" y="93343"/>
                  <a:pt x="11794" y="93527"/>
                </a:cubicBezTo>
                <a:cubicBezTo>
                  <a:pt x="8437" y="93711"/>
                  <a:pt x="5426" y="93894"/>
                  <a:pt x="2760" y="94078"/>
                </a:cubicBezTo>
                <a:cubicBezTo>
                  <a:pt x="2023" y="94078"/>
                  <a:pt x="1471" y="93871"/>
                  <a:pt x="1103" y="93457"/>
                </a:cubicBezTo>
                <a:cubicBezTo>
                  <a:pt x="735" y="93043"/>
                  <a:pt x="505" y="92538"/>
                  <a:pt x="413" y="91940"/>
                </a:cubicBezTo>
                <a:cubicBezTo>
                  <a:pt x="321" y="91342"/>
                  <a:pt x="460" y="90790"/>
                  <a:pt x="827" y="90285"/>
                </a:cubicBezTo>
                <a:cubicBezTo>
                  <a:pt x="1195" y="89780"/>
                  <a:pt x="1793" y="89481"/>
                  <a:pt x="2621" y="89389"/>
                </a:cubicBezTo>
                <a:cubicBezTo>
                  <a:pt x="4828" y="89112"/>
                  <a:pt x="6713" y="88721"/>
                  <a:pt x="8276" y="88216"/>
                </a:cubicBezTo>
                <a:cubicBezTo>
                  <a:pt x="9840" y="87710"/>
                  <a:pt x="11127" y="86974"/>
                  <a:pt x="12139" y="86008"/>
                </a:cubicBezTo>
                <a:cubicBezTo>
                  <a:pt x="13151" y="85043"/>
                  <a:pt x="13909" y="83825"/>
                  <a:pt x="14414" y="82354"/>
                </a:cubicBezTo>
                <a:cubicBezTo>
                  <a:pt x="14921" y="80882"/>
                  <a:pt x="15174" y="78997"/>
                  <a:pt x="15174" y="76698"/>
                </a:cubicBezTo>
                <a:lnTo>
                  <a:pt x="15174" y="23587"/>
                </a:lnTo>
                <a:cubicBezTo>
                  <a:pt x="15174" y="21565"/>
                  <a:pt x="15105" y="19589"/>
                  <a:pt x="14966" y="17658"/>
                </a:cubicBezTo>
                <a:cubicBezTo>
                  <a:pt x="14828" y="15726"/>
                  <a:pt x="14529" y="13932"/>
                  <a:pt x="14069" y="12278"/>
                </a:cubicBezTo>
                <a:cubicBezTo>
                  <a:pt x="13610" y="10622"/>
                  <a:pt x="12898" y="9196"/>
                  <a:pt x="11933" y="8001"/>
                </a:cubicBezTo>
                <a:cubicBezTo>
                  <a:pt x="10967" y="6805"/>
                  <a:pt x="9657" y="5977"/>
                  <a:pt x="8001" y="5517"/>
                </a:cubicBezTo>
                <a:cubicBezTo>
                  <a:pt x="6989" y="5240"/>
                  <a:pt x="5931" y="5010"/>
                  <a:pt x="4827" y="4827"/>
                </a:cubicBezTo>
                <a:cubicBezTo>
                  <a:pt x="3724" y="4643"/>
                  <a:pt x="2666" y="4505"/>
                  <a:pt x="1654" y="4414"/>
                </a:cubicBezTo>
                <a:cubicBezTo>
                  <a:pt x="1103" y="4414"/>
                  <a:pt x="689" y="4184"/>
                  <a:pt x="413" y="3724"/>
                </a:cubicBezTo>
                <a:cubicBezTo>
                  <a:pt x="138" y="3263"/>
                  <a:pt x="0" y="2757"/>
                  <a:pt x="0" y="2206"/>
                </a:cubicBezTo>
                <a:cubicBezTo>
                  <a:pt x="0" y="1654"/>
                  <a:pt x="138" y="1149"/>
                  <a:pt x="413" y="690"/>
                </a:cubicBezTo>
                <a:cubicBezTo>
                  <a:pt x="689" y="230"/>
                  <a:pt x="1103" y="0"/>
                  <a:pt x="1654" y="0"/>
                </a:cubicBezTo>
                <a:cubicBezTo>
                  <a:pt x="4782" y="0"/>
                  <a:pt x="7587" y="92"/>
                  <a:pt x="10070" y="276"/>
                </a:cubicBezTo>
                <a:cubicBezTo>
                  <a:pt x="12554" y="460"/>
                  <a:pt x="15451" y="551"/>
                  <a:pt x="18761" y="551"/>
                </a:cubicBezTo>
                <a:lnTo>
                  <a:pt x="68283" y="551"/>
                </a:lnTo>
                <a:close/>
                <a:moveTo>
                  <a:pt x="97032" y="23726"/>
                </a:moveTo>
                <a:cubicBezTo>
                  <a:pt x="97032" y="21703"/>
                  <a:pt x="96962" y="19726"/>
                  <a:pt x="96824" y="17795"/>
                </a:cubicBezTo>
                <a:cubicBezTo>
                  <a:pt x="96686" y="15864"/>
                  <a:pt x="96387" y="14071"/>
                  <a:pt x="95927" y="12415"/>
                </a:cubicBezTo>
                <a:cubicBezTo>
                  <a:pt x="95468" y="10759"/>
                  <a:pt x="94756" y="9333"/>
                  <a:pt x="93790" y="8138"/>
                </a:cubicBezTo>
                <a:cubicBezTo>
                  <a:pt x="92825" y="6942"/>
                  <a:pt x="91514" y="6115"/>
                  <a:pt x="89858" y="5656"/>
                </a:cubicBezTo>
                <a:cubicBezTo>
                  <a:pt x="88847" y="5379"/>
                  <a:pt x="87789" y="5149"/>
                  <a:pt x="86684" y="4965"/>
                </a:cubicBezTo>
                <a:cubicBezTo>
                  <a:pt x="85581" y="4782"/>
                  <a:pt x="84524" y="4643"/>
                  <a:pt x="83512" y="4551"/>
                </a:cubicBezTo>
                <a:cubicBezTo>
                  <a:pt x="82961" y="4551"/>
                  <a:pt x="82547" y="4321"/>
                  <a:pt x="82270" y="3862"/>
                </a:cubicBezTo>
                <a:cubicBezTo>
                  <a:pt x="81995" y="3402"/>
                  <a:pt x="81858" y="2896"/>
                  <a:pt x="81858" y="2345"/>
                </a:cubicBezTo>
                <a:cubicBezTo>
                  <a:pt x="81858" y="1793"/>
                  <a:pt x="81995" y="1287"/>
                  <a:pt x="82270" y="827"/>
                </a:cubicBezTo>
                <a:cubicBezTo>
                  <a:pt x="82547" y="367"/>
                  <a:pt x="82961" y="137"/>
                  <a:pt x="83512" y="137"/>
                </a:cubicBezTo>
                <a:cubicBezTo>
                  <a:pt x="86640" y="137"/>
                  <a:pt x="89445" y="229"/>
                  <a:pt x="91928" y="413"/>
                </a:cubicBezTo>
                <a:cubicBezTo>
                  <a:pt x="94411" y="596"/>
                  <a:pt x="97308" y="688"/>
                  <a:pt x="100619" y="688"/>
                </a:cubicBezTo>
                <a:cubicBezTo>
                  <a:pt x="104389" y="688"/>
                  <a:pt x="108114" y="620"/>
                  <a:pt x="111791" y="482"/>
                </a:cubicBezTo>
                <a:cubicBezTo>
                  <a:pt x="115471" y="345"/>
                  <a:pt x="119196" y="229"/>
                  <a:pt x="122966" y="137"/>
                </a:cubicBezTo>
                <a:cubicBezTo>
                  <a:pt x="130507" y="137"/>
                  <a:pt x="137473" y="1332"/>
                  <a:pt x="143864" y="3724"/>
                </a:cubicBezTo>
                <a:cubicBezTo>
                  <a:pt x="150256" y="6115"/>
                  <a:pt x="155751" y="9449"/>
                  <a:pt x="160349" y="13726"/>
                </a:cubicBezTo>
                <a:cubicBezTo>
                  <a:pt x="164948" y="18002"/>
                  <a:pt x="168557" y="23105"/>
                  <a:pt x="171177" y="29037"/>
                </a:cubicBezTo>
                <a:cubicBezTo>
                  <a:pt x="173798" y="34969"/>
                  <a:pt x="175109" y="41429"/>
                  <a:pt x="175109" y="48419"/>
                </a:cubicBezTo>
                <a:cubicBezTo>
                  <a:pt x="175109" y="56144"/>
                  <a:pt x="173867" y="62857"/>
                  <a:pt x="171383" y="68559"/>
                </a:cubicBezTo>
                <a:cubicBezTo>
                  <a:pt x="168901" y="74260"/>
                  <a:pt x="165499" y="79019"/>
                  <a:pt x="161177" y="82836"/>
                </a:cubicBezTo>
                <a:cubicBezTo>
                  <a:pt x="156854" y="86653"/>
                  <a:pt x="151728" y="89481"/>
                  <a:pt x="145796" y="91321"/>
                </a:cubicBezTo>
                <a:cubicBezTo>
                  <a:pt x="139864" y="93159"/>
                  <a:pt x="133450" y="94078"/>
                  <a:pt x="126553" y="94078"/>
                </a:cubicBezTo>
                <a:cubicBezTo>
                  <a:pt x="122413" y="94078"/>
                  <a:pt x="118390" y="93894"/>
                  <a:pt x="114482" y="93527"/>
                </a:cubicBezTo>
                <a:cubicBezTo>
                  <a:pt x="110573" y="93159"/>
                  <a:pt x="107056" y="92975"/>
                  <a:pt x="103930" y="92975"/>
                </a:cubicBezTo>
                <a:cubicBezTo>
                  <a:pt x="101997" y="92975"/>
                  <a:pt x="100250" y="92999"/>
                  <a:pt x="98686" y="93045"/>
                </a:cubicBezTo>
                <a:cubicBezTo>
                  <a:pt x="97123" y="93090"/>
                  <a:pt x="95606" y="93158"/>
                  <a:pt x="94133" y="93251"/>
                </a:cubicBezTo>
                <a:cubicBezTo>
                  <a:pt x="92663" y="93344"/>
                  <a:pt x="91168" y="93482"/>
                  <a:pt x="89650" y="93666"/>
                </a:cubicBezTo>
                <a:cubicBezTo>
                  <a:pt x="88133" y="93850"/>
                  <a:pt x="86456" y="94033"/>
                  <a:pt x="84617" y="94217"/>
                </a:cubicBezTo>
                <a:cubicBezTo>
                  <a:pt x="84064" y="94308"/>
                  <a:pt x="83627" y="94124"/>
                  <a:pt x="83306" y="93664"/>
                </a:cubicBezTo>
                <a:cubicBezTo>
                  <a:pt x="82985" y="93205"/>
                  <a:pt x="82778" y="92700"/>
                  <a:pt x="82685" y="92148"/>
                </a:cubicBezTo>
                <a:cubicBezTo>
                  <a:pt x="82594" y="91595"/>
                  <a:pt x="82709" y="91043"/>
                  <a:pt x="83030" y="90492"/>
                </a:cubicBezTo>
                <a:cubicBezTo>
                  <a:pt x="83352" y="89940"/>
                  <a:pt x="83881" y="89619"/>
                  <a:pt x="84617" y="89528"/>
                </a:cubicBezTo>
                <a:cubicBezTo>
                  <a:pt x="86825" y="89251"/>
                  <a:pt x="88710" y="88860"/>
                  <a:pt x="90273" y="88355"/>
                </a:cubicBezTo>
                <a:cubicBezTo>
                  <a:pt x="91836" y="87849"/>
                  <a:pt x="93124" y="87136"/>
                  <a:pt x="94136" y="86217"/>
                </a:cubicBezTo>
                <a:cubicBezTo>
                  <a:pt x="95147" y="85296"/>
                  <a:pt x="95883" y="84100"/>
                  <a:pt x="96342" y="82630"/>
                </a:cubicBezTo>
                <a:cubicBezTo>
                  <a:pt x="96802" y="81158"/>
                  <a:pt x="97032" y="79226"/>
                  <a:pt x="97032" y="76835"/>
                </a:cubicBezTo>
                <a:lnTo>
                  <a:pt x="97032" y="23726"/>
                </a:lnTo>
                <a:moveTo>
                  <a:pt x="112067" y="67317"/>
                </a:moveTo>
                <a:cubicBezTo>
                  <a:pt x="112067" y="71915"/>
                  <a:pt x="112274" y="75571"/>
                  <a:pt x="112688" y="78285"/>
                </a:cubicBezTo>
                <a:cubicBezTo>
                  <a:pt x="113102" y="80998"/>
                  <a:pt x="113907" y="83044"/>
                  <a:pt x="115102" y="84423"/>
                </a:cubicBezTo>
                <a:cubicBezTo>
                  <a:pt x="116298" y="85803"/>
                  <a:pt x="118022" y="86699"/>
                  <a:pt x="120274" y="87113"/>
                </a:cubicBezTo>
                <a:cubicBezTo>
                  <a:pt x="122528" y="87527"/>
                  <a:pt x="125540" y="87734"/>
                  <a:pt x="129311" y="87734"/>
                </a:cubicBezTo>
                <a:cubicBezTo>
                  <a:pt x="133449" y="87734"/>
                  <a:pt x="137242" y="86861"/>
                  <a:pt x="140692" y="85114"/>
                </a:cubicBezTo>
                <a:cubicBezTo>
                  <a:pt x="144141" y="83365"/>
                  <a:pt x="147107" y="80813"/>
                  <a:pt x="149589" y="77456"/>
                </a:cubicBezTo>
                <a:cubicBezTo>
                  <a:pt x="152073" y="74099"/>
                  <a:pt x="154004" y="69984"/>
                  <a:pt x="155384" y="65111"/>
                </a:cubicBezTo>
                <a:cubicBezTo>
                  <a:pt x="156763" y="60236"/>
                  <a:pt x="157453" y="54626"/>
                  <a:pt x="157453" y="48280"/>
                </a:cubicBezTo>
                <a:cubicBezTo>
                  <a:pt x="157453" y="41567"/>
                  <a:pt x="156763" y="35613"/>
                  <a:pt x="155384" y="30418"/>
                </a:cubicBezTo>
                <a:cubicBezTo>
                  <a:pt x="154004" y="25222"/>
                  <a:pt x="151751" y="20853"/>
                  <a:pt x="148623" y="17313"/>
                </a:cubicBezTo>
                <a:cubicBezTo>
                  <a:pt x="145496" y="13771"/>
                  <a:pt x="141335" y="11103"/>
                  <a:pt x="136139" y="9310"/>
                </a:cubicBezTo>
                <a:cubicBezTo>
                  <a:pt x="130944" y="7517"/>
                  <a:pt x="124576" y="6620"/>
                  <a:pt x="117035" y="6620"/>
                </a:cubicBezTo>
                <a:cubicBezTo>
                  <a:pt x="115195" y="6620"/>
                  <a:pt x="113907" y="6942"/>
                  <a:pt x="113170" y="7586"/>
                </a:cubicBezTo>
                <a:cubicBezTo>
                  <a:pt x="112435" y="8230"/>
                  <a:pt x="112067" y="9472"/>
                  <a:pt x="112067" y="11312"/>
                </a:cubicBezTo>
                <a:lnTo>
                  <a:pt x="112067" y="67317"/>
                </a:lnTo>
                <a:close/>
                <a:moveTo>
                  <a:pt x="269795" y="56832"/>
                </a:moveTo>
                <a:cubicBezTo>
                  <a:pt x="269795" y="62810"/>
                  <a:pt x="269129" y="68168"/>
                  <a:pt x="267795" y="72905"/>
                </a:cubicBezTo>
                <a:cubicBezTo>
                  <a:pt x="266462" y="77641"/>
                  <a:pt x="264347" y="81642"/>
                  <a:pt x="261449" y="84907"/>
                </a:cubicBezTo>
                <a:cubicBezTo>
                  <a:pt x="258553" y="88171"/>
                  <a:pt x="254759" y="90677"/>
                  <a:pt x="250068" y="92424"/>
                </a:cubicBezTo>
                <a:cubicBezTo>
                  <a:pt x="245378" y="94171"/>
                  <a:pt x="239677" y="95044"/>
                  <a:pt x="232964" y="95044"/>
                </a:cubicBezTo>
                <a:cubicBezTo>
                  <a:pt x="226527" y="95044"/>
                  <a:pt x="220940" y="94401"/>
                  <a:pt x="216202" y="93114"/>
                </a:cubicBezTo>
                <a:cubicBezTo>
                  <a:pt x="211466" y="91826"/>
                  <a:pt x="207558" y="89779"/>
                  <a:pt x="204476" y="86974"/>
                </a:cubicBezTo>
                <a:cubicBezTo>
                  <a:pt x="201396" y="84169"/>
                  <a:pt x="199120" y="80537"/>
                  <a:pt x="197648" y="76077"/>
                </a:cubicBezTo>
                <a:cubicBezTo>
                  <a:pt x="196177" y="71616"/>
                  <a:pt x="195442" y="66213"/>
                  <a:pt x="195442" y="59867"/>
                </a:cubicBezTo>
                <a:lnTo>
                  <a:pt x="195442" y="21243"/>
                </a:lnTo>
                <a:cubicBezTo>
                  <a:pt x="195442" y="18393"/>
                  <a:pt x="195281" y="15956"/>
                  <a:pt x="194960" y="13932"/>
                </a:cubicBezTo>
                <a:cubicBezTo>
                  <a:pt x="194638" y="11909"/>
                  <a:pt x="194017" y="10254"/>
                  <a:pt x="193097" y="8967"/>
                </a:cubicBezTo>
                <a:cubicBezTo>
                  <a:pt x="192178" y="7679"/>
                  <a:pt x="190867" y="6690"/>
                  <a:pt x="189165" y="6001"/>
                </a:cubicBezTo>
                <a:cubicBezTo>
                  <a:pt x="187464" y="5311"/>
                  <a:pt x="185188" y="4874"/>
                  <a:pt x="182337" y="4690"/>
                </a:cubicBezTo>
                <a:cubicBezTo>
                  <a:pt x="181785" y="4690"/>
                  <a:pt x="181371" y="4437"/>
                  <a:pt x="181095" y="3932"/>
                </a:cubicBezTo>
                <a:cubicBezTo>
                  <a:pt x="180820" y="3425"/>
                  <a:pt x="180682" y="2896"/>
                  <a:pt x="180682" y="2345"/>
                </a:cubicBezTo>
                <a:cubicBezTo>
                  <a:pt x="180682" y="1793"/>
                  <a:pt x="180820" y="1287"/>
                  <a:pt x="181095" y="827"/>
                </a:cubicBezTo>
                <a:cubicBezTo>
                  <a:pt x="181371" y="367"/>
                  <a:pt x="181785" y="137"/>
                  <a:pt x="182337" y="137"/>
                </a:cubicBezTo>
                <a:cubicBezTo>
                  <a:pt x="185281" y="137"/>
                  <a:pt x="188637" y="298"/>
                  <a:pt x="192406" y="621"/>
                </a:cubicBezTo>
                <a:cubicBezTo>
                  <a:pt x="196177" y="942"/>
                  <a:pt x="199718" y="1103"/>
                  <a:pt x="203030" y="1103"/>
                </a:cubicBezTo>
                <a:cubicBezTo>
                  <a:pt x="204961" y="1103"/>
                  <a:pt x="206777" y="1057"/>
                  <a:pt x="208477" y="966"/>
                </a:cubicBezTo>
                <a:cubicBezTo>
                  <a:pt x="210180" y="874"/>
                  <a:pt x="211835" y="758"/>
                  <a:pt x="213445" y="621"/>
                </a:cubicBezTo>
                <a:cubicBezTo>
                  <a:pt x="215054" y="482"/>
                  <a:pt x="216686" y="367"/>
                  <a:pt x="218341" y="276"/>
                </a:cubicBezTo>
                <a:cubicBezTo>
                  <a:pt x="219997" y="183"/>
                  <a:pt x="221790" y="137"/>
                  <a:pt x="223721" y="137"/>
                </a:cubicBezTo>
                <a:cubicBezTo>
                  <a:pt x="224273" y="137"/>
                  <a:pt x="224663" y="367"/>
                  <a:pt x="224893" y="827"/>
                </a:cubicBezTo>
                <a:cubicBezTo>
                  <a:pt x="225124" y="1287"/>
                  <a:pt x="225216" y="1793"/>
                  <a:pt x="225169" y="2345"/>
                </a:cubicBezTo>
                <a:cubicBezTo>
                  <a:pt x="225124" y="2896"/>
                  <a:pt x="224964" y="3425"/>
                  <a:pt x="224687" y="3932"/>
                </a:cubicBezTo>
                <a:cubicBezTo>
                  <a:pt x="224411" y="4437"/>
                  <a:pt x="224043" y="4690"/>
                  <a:pt x="223584" y="4690"/>
                </a:cubicBezTo>
                <a:cubicBezTo>
                  <a:pt x="220733" y="4874"/>
                  <a:pt x="218434" y="5264"/>
                  <a:pt x="216686" y="5862"/>
                </a:cubicBezTo>
                <a:cubicBezTo>
                  <a:pt x="214939" y="6460"/>
                  <a:pt x="213606" y="7380"/>
                  <a:pt x="212685" y="8622"/>
                </a:cubicBezTo>
                <a:cubicBezTo>
                  <a:pt x="211766" y="9862"/>
                  <a:pt x="211168" y="11494"/>
                  <a:pt x="210892" y="13518"/>
                </a:cubicBezTo>
                <a:cubicBezTo>
                  <a:pt x="210617" y="15541"/>
                  <a:pt x="210479" y="18116"/>
                  <a:pt x="210479" y="21243"/>
                </a:cubicBezTo>
                <a:lnTo>
                  <a:pt x="210479" y="58903"/>
                </a:lnTo>
                <a:cubicBezTo>
                  <a:pt x="210479" y="62765"/>
                  <a:pt x="210985" y="66444"/>
                  <a:pt x="211997" y="69939"/>
                </a:cubicBezTo>
                <a:cubicBezTo>
                  <a:pt x="213009" y="73434"/>
                  <a:pt x="214549" y="76491"/>
                  <a:pt x="216617" y="79113"/>
                </a:cubicBezTo>
                <a:cubicBezTo>
                  <a:pt x="218687" y="81732"/>
                  <a:pt x="221285" y="83825"/>
                  <a:pt x="224411" y="85389"/>
                </a:cubicBezTo>
                <a:cubicBezTo>
                  <a:pt x="227538" y="86953"/>
                  <a:pt x="231217" y="87734"/>
                  <a:pt x="235447" y="87734"/>
                </a:cubicBezTo>
                <a:cubicBezTo>
                  <a:pt x="244368" y="87734"/>
                  <a:pt x="251173" y="85274"/>
                  <a:pt x="255863" y="80354"/>
                </a:cubicBezTo>
                <a:cubicBezTo>
                  <a:pt x="260552" y="75433"/>
                  <a:pt x="262897" y="67639"/>
                  <a:pt x="262897" y="56971"/>
                </a:cubicBezTo>
                <a:lnTo>
                  <a:pt x="262897" y="33657"/>
                </a:lnTo>
                <a:cubicBezTo>
                  <a:pt x="262897" y="32187"/>
                  <a:pt x="262897" y="30394"/>
                  <a:pt x="262897" y="28279"/>
                </a:cubicBezTo>
                <a:cubicBezTo>
                  <a:pt x="262897" y="26072"/>
                  <a:pt x="262851" y="23888"/>
                  <a:pt x="262758" y="21727"/>
                </a:cubicBezTo>
                <a:cubicBezTo>
                  <a:pt x="262667" y="19564"/>
                  <a:pt x="262530" y="17494"/>
                  <a:pt x="262346" y="15517"/>
                </a:cubicBezTo>
                <a:cubicBezTo>
                  <a:pt x="262162" y="13540"/>
                  <a:pt x="261886" y="12000"/>
                  <a:pt x="261519" y="10897"/>
                </a:cubicBezTo>
                <a:cubicBezTo>
                  <a:pt x="261058" y="9334"/>
                  <a:pt x="260575" y="8161"/>
                  <a:pt x="260068" y="7380"/>
                </a:cubicBezTo>
                <a:cubicBezTo>
                  <a:pt x="259563" y="6598"/>
                  <a:pt x="258943" y="6024"/>
                  <a:pt x="258208" y="5656"/>
                </a:cubicBezTo>
                <a:cubicBezTo>
                  <a:pt x="257472" y="5287"/>
                  <a:pt x="256553" y="5080"/>
                  <a:pt x="255448" y="5035"/>
                </a:cubicBezTo>
                <a:cubicBezTo>
                  <a:pt x="254345" y="4989"/>
                  <a:pt x="252966" y="4874"/>
                  <a:pt x="251310" y="4690"/>
                </a:cubicBezTo>
                <a:cubicBezTo>
                  <a:pt x="250851" y="4690"/>
                  <a:pt x="250507" y="4437"/>
                  <a:pt x="250276" y="3932"/>
                </a:cubicBezTo>
                <a:cubicBezTo>
                  <a:pt x="250046" y="3425"/>
                  <a:pt x="249931" y="2896"/>
                  <a:pt x="249931" y="2345"/>
                </a:cubicBezTo>
                <a:cubicBezTo>
                  <a:pt x="249931" y="1793"/>
                  <a:pt x="250023" y="1287"/>
                  <a:pt x="250207" y="827"/>
                </a:cubicBezTo>
                <a:cubicBezTo>
                  <a:pt x="250391" y="367"/>
                  <a:pt x="250758" y="137"/>
                  <a:pt x="251310" y="137"/>
                </a:cubicBezTo>
                <a:cubicBezTo>
                  <a:pt x="253517" y="137"/>
                  <a:pt x="255862" y="298"/>
                  <a:pt x="258344" y="621"/>
                </a:cubicBezTo>
                <a:cubicBezTo>
                  <a:pt x="260828" y="942"/>
                  <a:pt x="263358" y="1103"/>
                  <a:pt x="265933" y="1103"/>
                </a:cubicBezTo>
                <a:cubicBezTo>
                  <a:pt x="268324" y="1103"/>
                  <a:pt x="270715" y="942"/>
                  <a:pt x="273106" y="621"/>
                </a:cubicBezTo>
                <a:cubicBezTo>
                  <a:pt x="275497" y="298"/>
                  <a:pt x="278164" y="137"/>
                  <a:pt x="281107" y="137"/>
                </a:cubicBezTo>
                <a:cubicBezTo>
                  <a:pt x="281658" y="137"/>
                  <a:pt x="282072" y="367"/>
                  <a:pt x="282349" y="827"/>
                </a:cubicBezTo>
                <a:cubicBezTo>
                  <a:pt x="282625" y="1287"/>
                  <a:pt x="282763" y="1793"/>
                  <a:pt x="282763" y="2345"/>
                </a:cubicBezTo>
                <a:cubicBezTo>
                  <a:pt x="282763" y="2896"/>
                  <a:pt x="282625" y="3425"/>
                  <a:pt x="282349" y="3932"/>
                </a:cubicBezTo>
                <a:cubicBezTo>
                  <a:pt x="282072" y="4437"/>
                  <a:pt x="281658" y="4690"/>
                  <a:pt x="281107" y="4690"/>
                </a:cubicBezTo>
                <a:cubicBezTo>
                  <a:pt x="279451" y="4874"/>
                  <a:pt x="278140" y="4989"/>
                  <a:pt x="277175" y="5035"/>
                </a:cubicBezTo>
                <a:cubicBezTo>
                  <a:pt x="276209" y="5080"/>
                  <a:pt x="275405" y="5287"/>
                  <a:pt x="274761" y="5656"/>
                </a:cubicBezTo>
                <a:cubicBezTo>
                  <a:pt x="274118" y="6024"/>
                  <a:pt x="273543" y="6598"/>
                  <a:pt x="273037" y="7380"/>
                </a:cubicBezTo>
                <a:cubicBezTo>
                  <a:pt x="272531" y="8161"/>
                  <a:pt x="271957" y="9334"/>
                  <a:pt x="271313" y="10897"/>
                </a:cubicBezTo>
                <a:cubicBezTo>
                  <a:pt x="270852" y="12000"/>
                  <a:pt x="270507" y="13518"/>
                  <a:pt x="270277" y="15450"/>
                </a:cubicBezTo>
                <a:cubicBezTo>
                  <a:pt x="270048" y="17381"/>
                  <a:pt x="269888" y="19427"/>
                  <a:pt x="269795" y="21588"/>
                </a:cubicBezTo>
                <a:cubicBezTo>
                  <a:pt x="269704" y="23749"/>
                  <a:pt x="269681" y="25933"/>
                  <a:pt x="269726" y="28140"/>
                </a:cubicBezTo>
                <a:cubicBezTo>
                  <a:pt x="269772" y="30348"/>
                  <a:pt x="269795" y="32279"/>
                  <a:pt x="269795" y="33935"/>
                </a:cubicBezTo>
                <a:lnTo>
                  <a:pt x="269795" y="56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4E73B-C564-455C-BC6F-76046D0A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485" y="2128283"/>
            <a:ext cx="287902" cy="162580"/>
          </a:xfrm>
          <a:custGeom xmlns:a="http://schemas.openxmlformats.org/drawingml/2006/main">
            <a:pathLst>
              <a:path w="287902" h="162580">
                <a:moveTo>
                  <a:pt x="0" y="162580"/>
                </a:moveTo>
                <a:lnTo>
                  <a:pt x="0" y="0"/>
                </a:lnTo>
                <a:lnTo>
                  <a:pt x="287902" y="0"/>
                </a:lnTo>
                <a:lnTo>
                  <a:pt x="287902" y="162580"/>
                </a:lnTo>
                <a:lnTo>
                  <a:pt x="0" y="16258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Text EDU">
            <a:extLst xmlns:a="http://schemas.openxmlformats.org/drawingml/2006/main">
              <a:ext uri="{FF2B5EF4-FFF2-40B4-BE49-F238E27FC236}">
                <a16:creationId xmlns:a16="http://schemas.microsoft.com/office/drawing/2014/main" id="{99FAF03A-3900-40C0-B1C6-70D84EF3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072" y="2157721"/>
            <a:ext cx="282763" cy="95044"/>
          </a:xfrm>
          <a:custGeom xmlns:a="http://schemas.openxmlformats.org/drawingml/2006/main">
            <a:pathLst>
              <a:path w="282763" h="95044">
                <a:moveTo>
                  <a:pt x="68283" y="551"/>
                </a:moveTo>
                <a:cubicBezTo>
                  <a:pt x="69020" y="551"/>
                  <a:pt x="69732" y="643"/>
                  <a:pt x="70421" y="827"/>
                </a:cubicBezTo>
                <a:cubicBezTo>
                  <a:pt x="71112" y="1011"/>
                  <a:pt x="71365" y="1746"/>
                  <a:pt x="71181" y="3033"/>
                </a:cubicBezTo>
                <a:cubicBezTo>
                  <a:pt x="70996" y="4045"/>
                  <a:pt x="70903" y="5195"/>
                  <a:pt x="70903" y="6483"/>
                </a:cubicBezTo>
                <a:cubicBezTo>
                  <a:pt x="70903" y="7770"/>
                  <a:pt x="70903" y="9057"/>
                  <a:pt x="70903" y="10346"/>
                </a:cubicBezTo>
                <a:cubicBezTo>
                  <a:pt x="70903" y="14484"/>
                  <a:pt x="71042" y="18346"/>
                  <a:pt x="71318" y="21933"/>
                </a:cubicBezTo>
                <a:cubicBezTo>
                  <a:pt x="71318" y="22301"/>
                  <a:pt x="71111" y="22600"/>
                  <a:pt x="70697" y="22830"/>
                </a:cubicBezTo>
                <a:cubicBezTo>
                  <a:pt x="70283" y="23060"/>
                  <a:pt x="69800" y="23198"/>
                  <a:pt x="69249" y="23244"/>
                </a:cubicBezTo>
                <a:cubicBezTo>
                  <a:pt x="68697" y="23289"/>
                  <a:pt x="68168" y="23220"/>
                  <a:pt x="67662" y="23036"/>
                </a:cubicBezTo>
                <a:cubicBezTo>
                  <a:pt x="67157" y="22852"/>
                  <a:pt x="66858" y="22484"/>
                  <a:pt x="66765" y="21933"/>
                </a:cubicBezTo>
                <a:cubicBezTo>
                  <a:pt x="66122" y="18346"/>
                  <a:pt x="65479" y="15541"/>
                  <a:pt x="64835" y="13518"/>
                </a:cubicBezTo>
                <a:cubicBezTo>
                  <a:pt x="64191" y="11494"/>
                  <a:pt x="63294" y="9954"/>
                  <a:pt x="62145" y="8897"/>
                </a:cubicBezTo>
                <a:cubicBezTo>
                  <a:pt x="60996" y="7839"/>
                  <a:pt x="59432" y="7173"/>
                  <a:pt x="57455" y="6898"/>
                </a:cubicBezTo>
                <a:cubicBezTo>
                  <a:pt x="55478" y="6621"/>
                  <a:pt x="52880" y="6437"/>
                  <a:pt x="49661" y="6344"/>
                </a:cubicBezTo>
                <a:lnTo>
                  <a:pt x="41384" y="6344"/>
                </a:lnTo>
                <a:cubicBezTo>
                  <a:pt x="38993" y="6344"/>
                  <a:pt x="37085" y="6390"/>
                  <a:pt x="35659" y="6483"/>
                </a:cubicBezTo>
                <a:cubicBezTo>
                  <a:pt x="34233" y="6574"/>
                  <a:pt x="33107" y="6919"/>
                  <a:pt x="32279" y="7517"/>
                </a:cubicBezTo>
                <a:cubicBezTo>
                  <a:pt x="31452" y="8114"/>
                  <a:pt x="30901" y="9057"/>
                  <a:pt x="30624" y="10346"/>
                </a:cubicBezTo>
                <a:cubicBezTo>
                  <a:pt x="30348" y="11632"/>
                  <a:pt x="30209" y="13426"/>
                  <a:pt x="30209" y="15726"/>
                </a:cubicBezTo>
                <a:lnTo>
                  <a:pt x="30209" y="39867"/>
                </a:lnTo>
                <a:cubicBezTo>
                  <a:pt x="30209" y="41154"/>
                  <a:pt x="30440" y="41958"/>
                  <a:pt x="30900" y="42281"/>
                </a:cubicBezTo>
                <a:cubicBezTo>
                  <a:pt x="31360" y="42602"/>
                  <a:pt x="31820" y="42763"/>
                  <a:pt x="32279" y="42763"/>
                </a:cubicBezTo>
                <a:cubicBezTo>
                  <a:pt x="36509" y="42763"/>
                  <a:pt x="39843" y="42579"/>
                  <a:pt x="42279" y="42212"/>
                </a:cubicBezTo>
                <a:cubicBezTo>
                  <a:pt x="44716" y="41844"/>
                  <a:pt x="46556" y="41177"/>
                  <a:pt x="47798" y="40212"/>
                </a:cubicBezTo>
                <a:cubicBezTo>
                  <a:pt x="49040" y="39245"/>
                  <a:pt x="49868" y="37980"/>
                  <a:pt x="50282" y="36417"/>
                </a:cubicBezTo>
                <a:cubicBezTo>
                  <a:pt x="50696" y="34854"/>
                  <a:pt x="51040" y="32831"/>
                  <a:pt x="51315" y="30348"/>
                </a:cubicBezTo>
                <a:cubicBezTo>
                  <a:pt x="51408" y="29796"/>
                  <a:pt x="51684" y="29382"/>
                  <a:pt x="52142" y="29107"/>
                </a:cubicBezTo>
                <a:cubicBezTo>
                  <a:pt x="52603" y="28830"/>
                  <a:pt x="53109" y="28692"/>
                  <a:pt x="53660" y="28692"/>
                </a:cubicBezTo>
                <a:cubicBezTo>
                  <a:pt x="54213" y="28692"/>
                  <a:pt x="54719" y="28830"/>
                  <a:pt x="55178" y="29107"/>
                </a:cubicBezTo>
                <a:cubicBezTo>
                  <a:pt x="55638" y="29382"/>
                  <a:pt x="55868" y="29796"/>
                  <a:pt x="55868" y="30348"/>
                </a:cubicBezTo>
                <a:cubicBezTo>
                  <a:pt x="55868" y="31819"/>
                  <a:pt x="55822" y="33130"/>
                  <a:pt x="55729" y="34280"/>
                </a:cubicBezTo>
                <a:cubicBezTo>
                  <a:pt x="55638" y="35430"/>
                  <a:pt x="55546" y="36579"/>
                  <a:pt x="55453" y="37728"/>
                </a:cubicBezTo>
                <a:cubicBezTo>
                  <a:pt x="55362" y="38877"/>
                  <a:pt x="55270" y="40073"/>
                  <a:pt x="55178" y="41315"/>
                </a:cubicBezTo>
                <a:cubicBezTo>
                  <a:pt x="55087" y="42555"/>
                  <a:pt x="55041" y="44004"/>
                  <a:pt x="55041" y="45659"/>
                </a:cubicBezTo>
                <a:cubicBezTo>
                  <a:pt x="55041" y="48418"/>
                  <a:pt x="55178" y="50924"/>
                  <a:pt x="55453" y="53178"/>
                </a:cubicBezTo>
                <a:cubicBezTo>
                  <a:pt x="55730" y="55430"/>
                  <a:pt x="55868" y="58166"/>
                  <a:pt x="55868" y="61385"/>
                </a:cubicBezTo>
                <a:cubicBezTo>
                  <a:pt x="55868" y="61845"/>
                  <a:pt x="55638" y="62191"/>
                  <a:pt x="55178" y="62421"/>
                </a:cubicBezTo>
                <a:cubicBezTo>
                  <a:pt x="54719" y="62651"/>
                  <a:pt x="54213" y="62743"/>
                  <a:pt x="53660" y="62696"/>
                </a:cubicBezTo>
                <a:cubicBezTo>
                  <a:pt x="53109" y="62650"/>
                  <a:pt x="52603" y="62512"/>
                  <a:pt x="52142" y="62282"/>
                </a:cubicBezTo>
                <a:cubicBezTo>
                  <a:pt x="51684" y="62052"/>
                  <a:pt x="51408" y="61661"/>
                  <a:pt x="51315" y="61109"/>
                </a:cubicBezTo>
                <a:cubicBezTo>
                  <a:pt x="51040" y="58443"/>
                  <a:pt x="50696" y="56282"/>
                  <a:pt x="50282" y="54626"/>
                </a:cubicBezTo>
                <a:cubicBezTo>
                  <a:pt x="49868" y="52970"/>
                  <a:pt x="49040" y="51706"/>
                  <a:pt x="47798" y="50833"/>
                </a:cubicBezTo>
                <a:cubicBezTo>
                  <a:pt x="46556" y="49959"/>
                  <a:pt x="44716" y="49361"/>
                  <a:pt x="42279" y="49040"/>
                </a:cubicBezTo>
                <a:cubicBezTo>
                  <a:pt x="39843" y="48717"/>
                  <a:pt x="36509" y="48556"/>
                  <a:pt x="32279" y="48556"/>
                </a:cubicBezTo>
                <a:cubicBezTo>
                  <a:pt x="31820" y="48556"/>
                  <a:pt x="31360" y="48717"/>
                  <a:pt x="30900" y="49040"/>
                </a:cubicBezTo>
                <a:cubicBezTo>
                  <a:pt x="30440" y="49361"/>
                  <a:pt x="30209" y="50028"/>
                  <a:pt x="30209" y="51040"/>
                </a:cubicBezTo>
                <a:lnTo>
                  <a:pt x="30209" y="69110"/>
                </a:lnTo>
                <a:cubicBezTo>
                  <a:pt x="30209" y="72053"/>
                  <a:pt x="30416" y="74559"/>
                  <a:pt x="30830" y="76629"/>
                </a:cubicBezTo>
                <a:cubicBezTo>
                  <a:pt x="31244" y="78697"/>
                  <a:pt x="31865" y="80399"/>
                  <a:pt x="32693" y="81733"/>
                </a:cubicBezTo>
                <a:cubicBezTo>
                  <a:pt x="33521" y="83066"/>
                  <a:pt x="34533" y="84124"/>
                  <a:pt x="35729" y="84905"/>
                </a:cubicBezTo>
                <a:cubicBezTo>
                  <a:pt x="36924" y="85687"/>
                  <a:pt x="38349" y="86261"/>
                  <a:pt x="40004" y="86629"/>
                </a:cubicBezTo>
                <a:cubicBezTo>
                  <a:pt x="41292" y="86906"/>
                  <a:pt x="42741" y="87113"/>
                  <a:pt x="44350" y="87250"/>
                </a:cubicBezTo>
                <a:cubicBezTo>
                  <a:pt x="45960" y="87388"/>
                  <a:pt x="47638" y="87456"/>
                  <a:pt x="49385" y="87456"/>
                </a:cubicBezTo>
                <a:cubicBezTo>
                  <a:pt x="51592" y="87456"/>
                  <a:pt x="53662" y="87364"/>
                  <a:pt x="55592" y="87181"/>
                </a:cubicBezTo>
                <a:cubicBezTo>
                  <a:pt x="57523" y="86997"/>
                  <a:pt x="58995" y="86721"/>
                  <a:pt x="60006" y="86353"/>
                </a:cubicBezTo>
                <a:cubicBezTo>
                  <a:pt x="61846" y="85709"/>
                  <a:pt x="63432" y="85020"/>
                  <a:pt x="64766" y="84284"/>
                </a:cubicBezTo>
                <a:cubicBezTo>
                  <a:pt x="66099" y="83549"/>
                  <a:pt x="67225" y="82583"/>
                  <a:pt x="68144" y="81388"/>
                </a:cubicBezTo>
                <a:cubicBezTo>
                  <a:pt x="69064" y="80192"/>
                  <a:pt x="69824" y="78698"/>
                  <a:pt x="70421" y="76904"/>
                </a:cubicBezTo>
                <a:cubicBezTo>
                  <a:pt x="71019" y="75111"/>
                  <a:pt x="71502" y="72835"/>
                  <a:pt x="71870" y="70076"/>
                </a:cubicBezTo>
                <a:cubicBezTo>
                  <a:pt x="71962" y="69525"/>
                  <a:pt x="72284" y="69157"/>
                  <a:pt x="72836" y="68973"/>
                </a:cubicBezTo>
                <a:cubicBezTo>
                  <a:pt x="73387" y="68789"/>
                  <a:pt x="73985" y="68697"/>
                  <a:pt x="74629" y="68697"/>
                </a:cubicBezTo>
                <a:cubicBezTo>
                  <a:pt x="75273" y="68697"/>
                  <a:pt x="75848" y="68836"/>
                  <a:pt x="76353" y="69112"/>
                </a:cubicBezTo>
                <a:cubicBezTo>
                  <a:pt x="76860" y="69387"/>
                  <a:pt x="77067" y="69754"/>
                  <a:pt x="76974" y="70213"/>
                </a:cubicBezTo>
                <a:cubicBezTo>
                  <a:pt x="76514" y="74076"/>
                  <a:pt x="76100" y="77686"/>
                  <a:pt x="75732" y="81043"/>
                </a:cubicBezTo>
                <a:cubicBezTo>
                  <a:pt x="75364" y="84399"/>
                  <a:pt x="75227" y="87825"/>
                  <a:pt x="75319" y="91319"/>
                </a:cubicBezTo>
                <a:cubicBezTo>
                  <a:pt x="75319" y="91595"/>
                  <a:pt x="75135" y="91987"/>
                  <a:pt x="74766" y="92493"/>
                </a:cubicBezTo>
                <a:cubicBezTo>
                  <a:pt x="74398" y="92999"/>
                  <a:pt x="73525" y="93251"/>
                  <a:pt x="72145" y="93251"/>
                </a:cubicBezTo>
                <a:lnTo>
                  <a:pt x="22072" y="93251"/>
                </a:lnTo>
                <a:cubicBezTo>
                  <a:pt x="18576" y="93251"/>
                  <a:pt x="15150" y="93343"/>
                  <a:pt x="11794" y="93527"/>
                </a:cubicBezTo>
                <a:cubicBezTo>
                  <a:pt x="8437" y="93711"/>
                  <a:pt x="5426" y="93894"/>
                  <a:pt x="2760" y="94078"/>
                </a:cubicBezTo>
                <a:cubicBezTo>
                  <a:pt x="2023" y="94078"/>
                  <a:pt x="1471" y="93871"/>
                  <a:pt x="1103" y="93457"/>
                </a:cubicBezTo>
                <a:cubicBezTo>
                  <a:pt x="735" y="93043"/>
                  <a:pt x="505" y="92538"/>
                  <a:pt x="413" y="91940"/>
                </a:cubicBezTo>
                <a:cubicBezTo>
                  <a:pt x="321" y="91342"/>
                  <a:pt x="460" y="90790"/>
                  <a:pt x="827" y="90285"/>
                </a:cubicBezTo>
                <a:cubicBezTo>
                  <a:pt x="1195" y="89780"/>
                  <a:pt x="1793" y="89481"/>
                  <a:pt x="2621" y="89389"/>
                </a:cubicBezTo>
                <a:cubicBezTo>
                  <a:pt x="4828" y="89112"/>
                  <a:pt x="6713" y="88721"/>
                  <a:pt x="8276" y="88216"/>
                </a:cubicBezTo>
                <a:cubicBezTo>
                  <a:pt x="9840" y="87710"/>
                  <a:pt x="11127" y="86974"/>
                  <a:pt x="12139" y="86008"/>
                </a:cubicBezTo>
                <a:cubicBezTo>
                  <a:pt x="13151" y="85043"/>
                  <a:pt x="13909" y="83825"/>
                  <a:pt x="14414" y="82354"/>
                </a:cubicBezTo>
                <a:cubicBezTo>
                  <a:pt x="14921" y="80882"/>
                  <a:pt x="15174" y="78997"/>
                  <a:pt x="15174" y="76698"/>
                </a:cubicBezTo>
                <a:lnTo>
                  <a:pt x="15174" y="23587"/>
                </a:lnTo>
                <a:cubicBezTo>
                  <a:pt x="15174" y="21565"/>
                  <a:pt x="15105" y="19589"/>
                  <a:pt x="14966" y="17658"/>
                </a:cubicBezTo>
                <a:cubicBezTo>
                  <a:pt x="14828" y="15726"/>
                  <a:pt x="14529" y="13932"/>
                  <a:pt x="14069" y="12278"/>
                </a:cubicBezTo>
                <a:cubicBezTo>
                  <a:pt x="13610" y="10622"/>
                  <a:pt x="12898" y="9196"/>
                  <a:pt x="11933" y="8001"/>
                </a:cubicBezTo>
                <a:cubicBezTo>
                  <a:pt x="10967" y="6805"/>
                  <a:pt x="9657" y="5977"/>
                  <a:pt x="8001" y="5517"/>
                </a:cubicBezTo>
                <a:cubicBezTo>
                  <a:pt x="6989" y="5240"/>
                  <a:pt x="5931" y="5010"/>
                  <a:pt x="4827" y="4827"/>
                </a:cubicBezTo>
                <a:cubicBezTo>
                  <a:pt x="3724" y="4643"/>
                  <a:pt x="2666" y="4505"/>
                  <a:pt x="1654" y="4414"/>
                </a:cubicBezTo>
                <a:cubicBezTo>
                  <a:pt x="1103" y="4414"/>
                  <a:pt x="689" y="4184"/>
                  <a:pt x="413" y="3724"/>
                </a:cubicBezTo>
                <a:cubicBezTo>
                  <a:pt x="138" y="3263"/>
                  <a:pt x="0" y="2757"/>
                  <a:pt x="0" y="2206"/>
                </a:cubicBezTo>
                <a:cubicBezTo>
                  <a:pt x="0" y="1654"/>
                  <a:pt x="138" y="1149"/>
                  <a:pt x="413" y="690"/>
                </a:cubicBezTo>
                <a:cubicBezTo>
                  <a:pt x="689" y="230"/>
                  <a:pt x="1103" y="0"/>
                  <a:pt x="1654" y="0"/>
                </a:cubicBezTo>
                <a:cubicBezTo>
                  <a:pt x="4782" y="0"/>
                  <a:pt x="7587" y="92"/>
                  <a:pt x="10070" y="276"/>
                </a:cubicBezTo>
                <a:cubicBezTo>
                  <a:pt x="12554" y="460"/>
                  <a:pt x="15451" y="551"/>
                  <a:pt x="18761" y="551"/>
                </a:cubicBezTo>
                <a:lnTo>
                  <a:pt x="68283" y="551"/>
                </a:lnTo>
                <a:close/>
                <a:moveTo>
                  <a:pt x="97032" y="23726"/>
                </a:moveTo>
                <a:cubicBezTo>
                  <a:pt x="97032" y="21703"/>
                  <a:pt x="96962" y="19726"/>
                  <a:pt x="96823" y="17795"/>
                </a:cubicBezTo>
                <a:cubicBezTo>
                  <a:pt x="96686" y="15864"/>
                  <a:pt x="96387" y="14071"/>
                  <a:pt x="95926" y="12415"/>
                </a:cubicBezTo>
                <a:cubicBezTo>
                  <a:pt x="95468" y="10759"/>
                  <a:pt x="94755" y="9333"/>
                  <a:pt x="93790" y="8138"/>
                </a:cubicBezTo>
                <a:cubicBezTo>
                  <a:pt x="92825" y="6942"/>
                  <a:pt x="91514" y="6115"/>
                  <a:pt x="89858" y="5656"/>
                </a:cubicBezTo>
                <a:cubicBezTo>
                  <a:pt x="88846" y="5379"/>
                  <a:pt x="87788" y="5149"/>
                  <a:pt x="86684" y="4965"/>
                </a:cubicBezTo>
                <a:cubicBezTo>
                  <a:pt x="85581" y="4782"/>
                  <a:pt x="84524" y="4643"/>
                  <a:pt x="83512" y="4551"/>
                </a:cubicBezTo>
                <a:cubicBezTo>
                  <a:pt x="82960" y="4551"/>
                  <a:pt x="82546" y="4321"/>
                  <a:pt x="82270" y="3862"/>
                </a:cubicBezTo>
                <a:cubicBezTo>
                  <a:pt x="81995" y="3402"/>
                  <a:pt x="81857" y="2896"/>
                  <a:pt x="81857" y="2345"/>
                </a:cubicBezTo>
                <a:cubicBezTo>
                  <a:pt x="81857" y="1793"/>
                  <a:pt x="81995" y="1287"/>
                  <a:pt x="82270" y="827"/>
                </a:cubicBezTo>
                <a:cubicBezTo>
                  <a:pt x="82546" y="367"/>
                  <a:pt x="82960" y="137"/>
                  <a:pt x="83512" y="137"/>
                </a:cubicBezTo>
                <a:cubicBezTo>
                  <a:pt x="86640" y="137"/>
                  <a:pt x="89445" y="229"/>
                  <a:pt x="91927" y="413"/>
                </a:cubicBezTo>
                <a:cubicBezTo>
                  <a:pt x="94411" y="596"/>
                  <a:pt x="97308" y="688"/>
                  <a:pt x="100618" y="688"/>
                </a:cubicBezTo>
                <a:cubicBezTo>
                  <a:pt x="104389" y="688"/>
                  <a:pt x="108113" y="620"/>
                  <a:pt x="111791" y="482"/>
                </a:cubicBezTo>
                <a:cubicBezTo>
                  <a:pt x="115470" y="345"/>
                  <a:pt x="119195" y="229"/>
                  <a:pt x="122966" y="137"/>
                </a:cubicBezTo>
                <a:cubicBezTo>
                  <a:pt x="130507" y="137"/>
                  <a:pt x="137473" y="1332"/>
                  <a:pt x="143863" y="3724"/>
                </a:cubicBezTo>
                <a:cubicBezTo>
                  <a:pt x="150255" y="6115"/>
                  <a:pt x="155750" y="9449"/>
                  <a:pt x="160349" y="13726"/>
                </a:cubicBezTo>
                <a:cubicBezTo>
                  <a:pt x="164947" y="18002"/>
                  <a:pt x="168557" y="23105"/>
                  <a:pt x="171177" y="29037"/>
                </a:cubicBezTo>
                <a:cubicBezTo>
                  <a:pt x="173798" y="34969"/>
                  <a:pt x="175108" y="41429"/>
                  <a:pt x="175108" y="48419"/>
                </a:cubicBezTo>
                <a:cubicBezTo>
                  <a:pt x="175108" y="56144"/>
                  <a:pt x="173867" y="62857"/>
                  <a:pt x="171383" y="68559"/>
                </a:cubicBezTo>
                <a:cubicBezTo>
                  <a:pt x="168900" y="74260"/>
                  <a:pt x="165498" y="79019"/>
                  <a:pt x="161176" y="82836"/>
                </a:cubicBezTo>
                <a:cubicBezTo>
                  <a:pt x="156854" y="86653"/>
                  <a:pt x="151727" y="89481"/>
                  <a:pt x="145796" y="91321"/>
                </a:cubicBezTo>
                <a:cubicBezTo>
                  <a:pt x="139864" y="93159"/>
                  <a:pt x="133450" y="94078"/>
                  <a:pt x="126553" y="94078"/>
                </a:cubicBezTo>
                <a:cubicBezTo>
                  <a:pt x="122413" y="94078"/>
                  <a:pt x="118389" y="93894"/>
                  <a:pt x="114481" y="93527"/>
                </a:cubicBezTo>
                <a:cubicBezTo>
                  <a:pt x="110573" y="93159"/>
                  <a:pt x="107056" y="92975"/>
                  <a:pt x="103929" y="92975"/>
                </a:cubicBezTo>
                <a:cubicBezTo>
                  <a:pt x="101997" y="92975"/>
                  <a:pt x="100249" y="92999"/>
                  <a:pt x="98686" y="93045"/>
                </a:cubicBezTo>
                <a:cubicBezTo>
                  <a:pt x="97123" y="93090"/>
                  <a:pt x="95605" y="93158"/>
                  <a:pt x="94133" y="93251"/>
                </a:cubicBezTo>
                <a:cubicBezTo>
                  <a:pt x="92663" y="93344"/>
                  <a:pt x="91168" y="93482"/>
                  <a:pt x="89650" y="93666"/>
                </a:cubicBezTo>
                <a:cubicBezTo>
                  <a:pt x="88133" y="93850"/>
                  <a:pt x="86455" y="94033"/>
                  <a:pt x="84617" y="94217"/>
                </a:cubicBezTo>
                <a:cubicBezTo>
                  <a:pt x="84064" y="94308"/>
                  <a:pt x="83627" y="94124"/>
                  <a:pt x="83306" y="93664"/>
                </a:cubicBezTo>
                <a:cubicBezTo>
                  <a:pt x="82984" y="93205"/>
                  <a:pt x="82777" y="92700"/>
                  <a:pt x="82685" y="92148"/>
                </a:cubicBezTo>
                <a:cubicBezTo>
                  <a:pt x="82593" y="91595"/>
                  <a:pt x="82708" y="91043"/>
                  <a:pt x="83030" y="90492"/>
                </a:cubicBezTo>
                <a:cubicBezTo>
                  <a:pt x="83351" y="89940"/>
                  <a:pt x="83880" y="89619"/>
                  <a:pt x="84617" y="89528"/>
                </a:cubicBezTo>
                <a:cubicBezTo>
                  <a:pt x="86824" y="89251"/>
                  <a:pt x="88710" y="88860"/>
                  <a:pt x="90273" y="88355"/>
                </a:cubicBezTo>
                <a:cubicBezTo>
                  <a:pt x="91836" y="87849"/>
                  <a:pt x="93123" y="87136"/>
                  <a:pt x="94135" y="86217"/>
                </a:cubicBezTo>
                <a:cubicBezTo>
                  <a:pt x="95147" y="85296"/>
                  <a:pt x="95882" y="84100"/>
                  <a:pt x="96341" y="82630"/>
                </a:cubicBezTo>
                <a:cubicBezTo>
                  <a:pt x="96801" y="81158"/>
                  <a:pt x="97032" y="79226"/>
                  <a:pt x="97032" y="76835"/>
                </a:cubicBezTo>
                <a:lnTo>
                  <a:pt x="97032" y="23726"/>
                </a:lnTo>
                <a:moveTo>
                  <a:pt x="112067" y="67317"/>
                </a:moveTo>
                <a:cubicBezTo>
                  <a:pt x="112067" y="71915"/>
                  <a:pt x="112274" y="75571"/>
                  <a:pt x="112688" y="78285"/>
                </a:cubicBezTo>
                <a:cubicBezTo>
                  <a:pt x="113102" y="80998"/>
                  <a:pt x="113907" y="83044"/>
                  <a:pt x="115102" y="84423"/>
                </a:cubicBezTo>
                <a:cubicBezTo>
                  <a:pt x="116298" y="85803"/>
                  <a:pt x="118022" y="86699"/>
                  <a:pt x="120274" y="87113"/>
                </a:cubicBezTo>
                <a:cubicBezTo>
                  <a:pt x="122527" y="87527"/>
                  <a:pt x="125540" y="87734"/>
                  <a:pt x="129310" y="87734"/>
                </a:cubicBezTo>
                <a:cubicBezTo>
                  <a:pt x="133448" y="87734"/>
                  <a:pt x="137242" y="86861"/>
                  <a:pt x="140691" y="85114"/>
                </a:cubicBezTo>
                <a:cubicBezTo>
                  <a:pt x="144141" y="83365"/>
                  <a:pt x="147106" y="80813"/>
                  <a:pt x="149589" y="77456"/>
                </a:cubicBezTo>
                <a:cubicBezTo>
                  <a:pt x="152072" y="74099"/>
                  <a:pt x="154004" y="69984"/>
                  <a:pt x="155383" y="65111"/>
                </a:cubicBezTo>
                <a:cubicBezTo>
                  <a:pt x="156763" y="60236"/>
                  <a:pt x="157453" y="54626"/>
                  <a:pt x="157453" y="48280"/>
                </a:cubicBezTo>
                <a:cubicBezTo>
                  <a:pt x="157453" y="41567"/>
                  <a:pt x="156763" y="35613"/>
                  <a:pt x="155383" y="30418"/>
                </a:cubicBezTo>
                <a:cubicBezTo>
                  <a:pt x="154004" y="25222"/>
                  <a:pt x="151750" y="20853"/>
                  <a:pt x="148623" y="17313"/>
                </a:cubicBezTo>
                <a:cubicBezTo>
                  <a:pt x="145496" y="13771"/>
                  <a:pt x="141335" y="11103"/>
                  <a:pt x="136138" y="9310"/>
                </a:cubicBezTo>
                <a:cubicBezTo>
                  <a:pt x="130944" y="7517"/>
                  <a:pt x="124576" y="6620"/>
                  <a:pt x="117034" y="6620"/>
                </a:cubicBezTo>
                <a:cubicBezTo>
                  <a:pt x="115195" y="6620"/>
                  <a:pt x="113907" y="6942"/>
                  <a:pt x="113170" y="7586"/>
                </a:cubicBezTo>
                <a:cubicBezTo>
                  <a:pt x="112434" y="8230"/>
                  <a:pt x="112067" y="9472"/>
                  <a:pt x="112067" y="11312"/>
                </a:cubicBezTo>
                <a:lnTo>
                  <a:pt x="112067" y="67317"/>
                </a:lnTo>
                <a:close/>
                <a:moveTo>
                  <a:pt x="269795" y="56832"/>
                </a:moveTo>
                <a:cubicBezTo>
                  <a:pt x="269795" y="62810"/>
                  <a:pt x="269129" y="68168"/>
                  <a:pt x="267795" y="72905"/>
                </a:cubicBezTo>
                <a:cubicBezTo>
                  <a:pt x="266462" y="77641"/>
                  <a:pt x="264347" y="81642"/>
                  <a:pt x="261449" y="84907"/>
                </a:cubicBezTo>
                <a:cubicBezTo>
                  <a:pt x="258553" y="88171"/>
                  <a:pt x="254759" y="90677"/>
                  <a:pt x="250068" y="92424"/>
                </a:cubicBezTo>
                <a:cubicBezTo>
                  <a:pt x="245378" y="94171"/>
                  <a:pt x="239677" y="95044"/>
                  <a:pt x="232964" y="95044"/>
                </a:cubicBezTo>
                <a:cubicBezTo>
                  <a:pt x="226527" y="95044"/>
                  <a:pt x="220940" y="94401"/>
                  <a:pt x="216202" y="93114"/>
                </a:cubicBezTo>
                <a:cubicBezTo>
                  <a:pt x="211466" y="91826"/>
                  <a:pt x="207558" y="89779"/>
                  <a:pt x="204476" y="86974"/>
                </a:cubicBezTo>
                <a:cubicBezTo>
                  <a:pt x="201396" y="84169"/>
                  <a:pt x="199120" y="80537"/>
                  <a:pt x="197648" y="76077"/>
                </a:cubicBezTo>
                <a:cubicBezTo>
                  <a:pt x="196177" y="71616"/>
                  <a:pt x="195442" y="66213"/>
                  <a:pt x="195442" y="59867"/>
                </a:cubicBezTo>
                <a:lnTo>
                  <a:pt x="195442" y="21243"/>
                </a:lnTo>
                <a:cubicBezTo>
                  <a:pt x="195442" y="18393"/>
                  <a:pt x="195281" y="15956"/>
                  <a:pt x="194960" y="13932"/>
                </a:cubicBezTo>
                <a:cubicBezTo>
                  <a:pt x="194638" y="11909"/>
                  <a:pt x="194017" y="10254"/>
                  <a:pt x="193097" y="8967"/>
                </a:cubicBezTo>
                <a:cubicBezTo>
                  <a:pt x="192178" y="7679"/>
                  <a:pt x="190867" y="6690"/>
                  <a:pt x="189165" y="6001"/>
                </a:cubicBezTo>
                <a:cubicBezTo>
                  <a:pt x="187464" y="5311"/>
                  <a:pt x="185188" y="4874"/>
                  <a:pt x="182337" y="4690"/>
                </a:cubicBezTo>
                <a:cubicBezTo>
                  <a:pt x="181785" y="4690"/>
                  <a:pt x="181371" y="4437"/>
                  <a:pt x="181095" y="3932"/>
                </a:cubicBezTo>
                <a:cubicBezTo>
                  <a:pt x="180820" y="3425"/>
                  <a:pt x="180682" y="2896"/>
                  <a:pt x="180682" y="2345"/>
                </a:cubicBezTo>
                <a:cubicBezTo>
                  <a:pt x="180682" y="1793"/>
                  <a:pt x="180820" y="1287"/>
                  <a:pt x="181095" y="827"/>
                </a:cubicBezTo>
                <a:cubicBezTo>
                  <a:pt x="181371" y="367"/>
                  <a:pt x="181785" y="137"/>
                  <a:pt x="182337" y="137"/>
                </a:cubicBezTo>
                <a:cubicBezTo>
                  <a:pt x="185281" y="137"/>
                  <a:pt x="188637" y="298"/>
                  <a:pt x="192406" y="621"/>
                </a:cubicBezTo>
                <a:cubicBezTo>
                  <a:pt x="196177" y="942"/>
                  <a:pt x="199718" y="1103"/>
                  <a:pt x="203030" y="1103"/>
                </a:cubicBezTo>
                <a:cubicBezTo>
                  <a:pt x="204961" y="1103"/>
                  <a:pt x="206777" y="1057"/>
                  <a:pt x="208477" y="966"/>
                </a:cubicBezTo>
                <a:cubicBezTo>
                  <a:pt x="210180" y="874"/>
                  <a:pt x="211835" y="758"/>
                  <a:pt x="213445" y="621"/>
                </a:cubicBezTo>
                <a:cubicBezTo>
                  <a:pt x="215054" y="482"/>
                  <a:pt x="216686" y="367"/>
                  <a:pt x="218341" y="276"/>
                </a:cubicBezTo>
                <a:cubicBezTo>
                  <a:pt x="219997" y="183"/>
                  <a:pt x="221790" y="137"/>
                  <a:pt x="223721" y="137"/>
                </a:cubicBezTo>
                <a:cubicBezTo>
                  <a:pt x="224273" y="137"/>
                  <a:pt x="224663" y="367"/>
                  <a:pt x="224893" y="827"/>
                </a:cubicBezTo>
                <a:cubicBezTo>
                  <a:pt x="225124" y="1287"/>
                  <a:pt x="225216" y="1793"/>
                  <a:pt x="225169" y="2345"/>
                </a:cubicBezTo>
                <a:cubicBezTo>
                  <a:pt x="225124" y="2896"/>
                  <a:pt x="224964" y="3425"/>
                  <a:pt x="224687" y="3932"/>
                </a:cubicBezTo>
                <a:cubicBezTo>
                  <a:pt x="224411" y="4437"/>
                  <a:pt x="224043" y="4690"/>
                  <a:pt x="223584" y="4690"/>
                </a:cubicBezTo>
                <a:cubicBezTo>
                  <a:pt x="220733" y="4874"/>
                  <a:pt x="218434" y="5264"/>
                  <a:pt x="216686" y="5862"/>
                </a:cubicBezTo>
                <a:cubicBezTo>
                  <a:pt x="214939" y="6460"/>
                  <a:pt x="213606" y="7380"/>
                  <a:pt x="212685" y="8622"/>
                </a:cubicBezTo>
                <a:cubicBezTo>
                  <a:pt x="211766" y="9862"/>
                  <a:pt x="211168" y="11494"/>
                  <a:pt x="210892" y="13518"/>
                </a:cubicBezTo>
                <a:cubicBezTo>
                  <a:pt x="210617" y="15541"/>
                  <a:pt x="210479" y="18116"/>
                  <a:pt x="210479" y="21243"/>
                </a:cubicBezTo>
                <a:lnTo>
                  <a:pt x="210479" y="58903"/>
                </a:lnTo>
                <a:cubicBezTo>
                  <a:pt x="210479" y="62765"/>
                  <a:pt x="210985" y="66444"/>
                  <a:pt x="211997" y="69939"/>
                </a:cubicBezTo>
                <a:cubicBezTo>
                  <a:pt x="213009" y="73434"/>
                  <a:pt x="214549" y="76491"/>
                  <a:pt x="216617" y="79113"/>
                </a:cubicBezTo>
                <a:cubicBezTo>
                  <a:pt x="218687" y="81732"/>
                  <a:pt x="221285" y="83825"/>
                  <a:pt x="224411" y="85389"/>
                </a:cubicBezTo>
                <a:cubicBezTo>
                  <a:pt x="227538" y="86953"/>
                  <a:pt x="231217" y="87734"/>
                  <a:pt x="235447" y="87734"/>
                </a:cubicBezTo>
                <a:cubicBezTo>
                  <a:pt x="244368" y="87734"/>
                  <a:pt x="251173" y="85274"/>
                  <a:pt x="255863" y="80354"/>
                </a:cubicBezTo>
                <a:cubicBezTo>
                  <a:pt x="260552" y="75433"/>
                  <a:pt x="262897" y="67639"/>
                  <a:pt x="262897" y="56971"/>
                </a:cubicBezTo>
                <a:lnTo>
                  <a:pt x="262897" y="33657"/>
                </a:lnTo>
                <a:cubicBezTo>
                  <a:pt x="262897" y="32187"/>
                  <a:pt x="262897" y="30394"/>
                  <a:pt x="262897" y="28279"/>
                </a:cubicBezTo>
                <a:cubicBezTo>
                  <a:pt x="262897" y="26072"/>
                  <a:pt x="262851" y="23888"/>
                  <a:pt x="262758" y="21727"/>
                </a:cubicBezTo>
                <a:cubicBezTo>
                  <a:pt x="262667" y="19564"/>
                  <a:pt x="262530" y="17494"/>
                  <a:pt x="262346" y="15517"/>
                </a:cubicBezTo>
                <a:cubicBezTo>
                  <a:pt x="262162" y="13540"/>
                  <a:pt x="261886" y="12000"/>
                  <a:pt x="261519" y="10897"/>
                </a:cubicBezTo>
                <a:cubicBezTo>
                  <a:pt x="261058" y="9334"/>
                  <a:pt x="260575" y="8161"/>
                  <a:pt x="260068" y="7380"/>
                </a:cubicBezTo>
                <a:cubicBezTo>
                  <a:pt x="259563" y="6598"/>
                  <a:pt x="258943" y="6024"/>
                  <a:pt x="258208" y="5656"/>
                </a:cubicBezTo>
                <a:cubicBezTo>
                  <a:pt x="257472" y="5287"/>
                  <a:pt x="256553" y="5080"/>
                  <a:pt x="255448" y="5035"/>
                </a:cubicBezTo>
                <a:cubicBezTo>
                  <a:pt x="254345" y="4989"/>
                  <a:pt x="252966" y="4874"/>
                  <a:pt x="251310" y="4690"/>
                </a:cubicBezTo>
                <a:cubicBezTo>
                  <a:pt x="250851" y="4690"/>
                  <a:pt x="250507" y="4437"/>
                  <a:pt x="250276" y="3932"/>
                </a:cubicBezTo>
                <a:cubicBezTo>
                  <a:pt x="250046" y="3425"/>
                  <a:pt x="249931" y="2896"/>
                  <a:pt x="249931" y="2345"/>
                </a:cubicBezTo>
                <a:cubicBezTo>
                  <a:pt x="249931" y="1793"/>
                  <a:pt x="250023" y="1287"/>
                  <a:pt x="250207" y="827"/>
                </a:cubicBezTo>
                <a:cubicBezTo>
                  <a:pt x="250391" y="367"/>
                  <a:pt x="250758" y="137"/>
                  <a:pt x="251310" y="137"/>
                </a:cubicBezTo>
                <a:cubicBezTo>
                  <a:pt x="253517" y="137"/>
                  <a:pt x="255862" y="298"/>
                  <a:pt x="258344" y="621"/>
                </a:cubicBezTo>
                <a:cubicBezTo>
                  <a:pt x="260828" y="942"/>
                  <a:pt x="263358" y="1103"/>
                  <a:pt x="265933" y="1103"/>
                </a:cubicBezTo>
                <a:cubicBezTo>
                  <a:pt x="268324" y="1103"/>
                  <a:pt x="270715" y="942"/>
                  <a:pt x="273106" y="621"/>
                </a:cubicBezTo>
                <a:cubicBezTo>
                  <a:pt x="275497" y="298"/>
                  <a:pt x="278164" y="137"/>
                  <a:pt x="281107" y="137"/>
                </a:cubicBezTo>
                <a:cubicBezTo>
                  <a:pt x="281658" y="137"/>
                  <a:pt x="282072" y="367"/>
                  <a:pt x="282349" y="827"/>
                </a:cubicBezTo>
                <a:cubicBezTo>
                  <a:pt x="282625" y="1287"/>
                  <a:pt x="282763" y="1793"/>
                  <a:pt x="282763" y="2345"/>
                </a:cubicBezTo>
                <a:cubicBezTo>
                  <a:pt x="282763" y="2896"/>
                  <a:pt x="282625" y="3425"/>
                  <a:pt x="282349" y="3932"/>
                </a:cubicBezTo>
                <a:cubicBezTo>
                  <a:pt x="282072" y="4437"/>
                  <a:pt x="281658" y="4690"/>
                  <a:pt x="281107" y="4690"/>
                </a:cubicBezTo>
                <a:cubicBezTo>
                  <a:pt x="279451" y="4874"/>
                  <a:pt x="278140" y="4989"/>
                  <a:pt x="277175" y="5035"/>
                </a:cubicBezTo>
                <a:cubicBezTo>
                  <a:pt x="276209" y="5080"/>
                  <a:pt x="275405" y="5287"/>
                  <a:pt x="274761" y="5656"/>
                </a:cubicBezTo>
                <a:cubicBezTo>
                  <a:pt x="274118" y="6024"/>
                  <a:pt x="273543" y="6598"/>
                  <a:pt x="273037" y="7380"/>
                </a:cubicBezTo>
                <a:cubicBezTo>
                  <a:pt x="272531" y="8161"/>
                  <a:pt x="271957" y="9334"/>
                  <a:pt x="271313" y="10897"/>
                </a:cubicBezTo>
                <a:cubicBezTo>
                  <a:pt x="270852" y="12000"/>
                  <a:pt x="270507" y="13518"/>
                  <a:pt x="270277" y="15450"/>
                </a:cubicBezTo>
                <a:cubicBezTo>
                  <a:pt x="270048" y="17381"/>
                  <a:pt x="269888" y="19427"/>
                  <a:pt x="269795" y="21588"/>
                </a:cubicBezTo>
                <a:cubicBezTo>
                  <a:pt x="269704" y="23749"/>
                  <a:pt x="269681" y="25933"/>
                  <a:pt x="269726" y="28140"/>
                </a:cubicBezTo>
                <a:cubicBezTo>
                  <a:pt x="269772" y="30348"/>
                  <a:pt x="269795" y="32279"/>
                  <a:pt x="269795" y="33935"/>
                </a:cubicBezTo>
                <a:lnTo>
                  <a:pt x="269795" y="56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Text Contrast">
            <a:extLst xmlns:a="http://schemas.openxmlformats.org/drawingml/2006/main">
              <a:ext uri="{FF2B5EF4-FFF2-40B4-BE49-F238E27FC236}">
                <a16:creationId xmlns:a16="http://schemas.microsoft.com/office/drawing/2014/main" id="{6B772BB2-26F5-4E03-A144-50EC62F7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6668" y="1875837"/>
            <a:ext cx="583459" cy="110987"/>
          </a:xfrm>
          <a:custGeom xmlns:a="http://schemas.openxmlformats.org/drawingml/2006/main">
            <a:pathLst>
              <a:path w="583459" h="110987">
                <a:moveTo>
                  <a:pt x="56284" y="0"/>
                </a:moveTo>
                <a:cubicBezTo>
                  <a:pt x="61013" y="0"/>
                  <a:pt x="65374" y="578"/>
                  <a:pt x="69368" y="1734"/>
                </a:cubicBezTo>
                <a:cubicBezTo>
                  <a:pt x="73363" y="2891"/>
                  <a:pt x="77304" y="4415"/>
                  <a:pt x="81191" y="6307"/>
                </a:cubicBezTo>
                <a:cubicBezTo>
                  <a:pt x="82348" y="6832"/>
                  <a:pt x="83425" y="7331"/>
                  <a:pt x="84424" y="7804"/>
                </a:cubicBezTo>
                <a:cubicBezTo>
                  <a:pt x="85423" y="8277"/>
                  <a:pt x="86290" y="8513"/>
                  <a:pt x="87025" y="8513"/>
                </a:cubicBezTo>
                <a:cubicBezTo>
                  <a:pt x="88707" y="8513"/>
                  <a:pt x="89811" y="7515"/>
                  <a:pt x="90337" y="5518"/>
                </a:cubicBezTo>
                <a:cubicBezTo>
                  <a:pt x="90442" y="5098"/>
                  <a:pt x="90782" y="4783"/>
                  <a:pt x="91360" y="4573"/>
                </a:cubicBezTo>
                <a:cubicBezTo>
                  <a:pt x="91939" y="4363"/>
                  <a:pt x="92517" y="4284"/>
                  <a:pt x="93094" y="4337"/>
                </a:cubicBezTo>
                <a:cubicBezTo>
                  <a:pt x="93673" y="4389"/>
                  <a:pt x="94173" y="4519"/>
                  <a:pt x="94593" y="4729"/>
                </a:cubicBezTo>
                <a:cubicBezTo>
                  <a:pt x="95013" y="4939"/>
                  <a:pt x="95171" y="5255"/>
                  <a:pt x="95067" y="5675"/>
                </a:cubicBezTo>
                <a:cubicBezTo>
                  <a:pt x="94647" y="7357"/>
                  <a:pt x="94357" y="9092"/>
                  <a:pt x="94198" y="10878"/>
                </a:cubicBezTo>
                <a:cubicBezTo>
                  <a:pt x="94041" y="12665"/>
                  <a:pt x="93963" y="14504"/>
                  <a:pt x="93963" y="16397"/>
                </a:cubicBezTo>
                <a:cubicBezTo>
                  <a:pt x="93963" y="19339"/>
                  <a:pt x="94173" y="22282"/>
                  <a:pt x="94593" y="25225"/>
                </a:cubicBezTo>
                <a:cubicBezTo>
                  <a:pt x="95013" y="28168"/>
                  <a:pt x="95433" y="31216"/>
                  <a:pt x="95853" y="34369"/>
                </a:cubicBezTo>
                <a:cubicBezTo>
                  <a:pt x="95853" y="34789"/>
                  <a:pt x="95617" y="35131"/>
                  <a:pt x="95144" y="35394"/>
                </a:cubicBezTo>
                <a:cubicBezTo>
                  <a:pt x="94672" y="35657"/>
                  <a:pt x="94095" y="35815"/>
                  <a:pt x="93412" y="35867"/>
                </a:cubicBezTo>
                <a:cubicBezTo>
                  <a:pt x="92728" y="35919"/>
                  <a:pt x="92071" y="35839"/>
                  <a:pt x="91439" y="35629"/>
                </a:cubicBezTo>
                <a:cubicBezTo>
                  <a:pt x="90809" y="35419"/>
                  <a:pt x="90442" y="35051"/>
                  <a:pt x="90337" y="34525"/>
                </a:cubicBezTo>
                <a:cubicBezTo>
                  <a:pt x="87709" y="25066"/>
                  <a:pt x="83452" y="18104"/>
                  <a:pt x="77566" y="13637"/>
                </a:cubicBezTo>
                <a:cubicBezTo>
                  <a:pt x="71680" y="9171"/>
                  <a:pt x="64271" y="6938"/>
                  <a:pt x="55338" y="6938"/>
                </a:cubicBezTo>
                <a:cubicBezTo>
                  <a:pt x="48401" y="6938"/>
                  <a:pt x="42672" y="8409"/>
                  <a:pt x="38153" y="11352"/>
                </a:cubicBezTo>
                <a:cubicBezTo>
                  <a:pt x="33633" y="14295"/>
                  <a:pt x="30034" y="18105"/>
                  <a:pt x="27354" y="22781"/>
                </a:cubicBezTo>
                <a:cubicBezTo>
                  <a:pt x="24674" y="27457"/>
                  <a:pt x="22808" y="32608"/>
                  <a:pt x="21756" y="38232"/>
                </a:cubicBezTo>
                <a:cubicBezTo>
                  <a:pt x="20706" y="43855"/>
                  <a:pt x="20181" y="49346"/>
                  <a:pt x="20181" y="54706"/>
                </a:cubicBezTo>
                <a:cubicBezTo>
                  <a:pt x="20181" y="60591"/>
                  <a:pt x="20811" y="66477"/>
                  <a:pt x="22071" y="72363"/>
                </a:cubicBezTo>
                <a:cubicBezTo>
                  <a:pt x="23333" y="78248"/>
                  <a:pt x="25383" y="83556"/>
                  <a:pt x="28220" y="88285"/>
                </a:cubicBezTo>
                <a:cubicBezTo>
                  <a:pt x="31059" y="93015"/>
                  <a:pt x="34763" y="96877"/>
                  <a:pt x="39334" y="99873"/>
                </a:cubicBezTo>
                <a:cubicBezTo>
                  <a:pt x="43906" y="102869"/>
                  <a:pt x="49451" y="104367"/>
                  <a:pt x="55969" y="104367"/>
                </a:cubicBezTo>
                <a:cubicBezTo>
                  <a:pt x="61012" y="104367"/>
                  <a:pt x="65531" y="103920"/>
                  <a:pt x="69524" y="103027"/>
                </a:cubicBezTo>
                <a:cubicBezTo>
                  <a:pt x="73519" y="102134"/>
                  <a:pt x="76883" y="100478"/>
                  <a:pt x="79616" y="98059"/>
                </a:cubicBezTo>
                <a:cubicBezTo>
                  <a:pt x="82979" y="95012"/>
                  <a:pt x="85658" y="91361"/>
                  <a:pt x="87655" y="87104"/>
                </a:cubicBezTo>
                <a:cubicBezTo>
                  <a:pt x="89653" y="82848"/>
                  <a:pt x="91073" y="78039"/>
                  <a:pt x="91913" y="72678"/>
                </a:cubicBezTo>
                <a:cubicBezTo>
                  <a:pt x="92017" y="71942"/>
                  <a:pt x="92358" y="71469"/>
                  <a:pt x="92935" y="71259"/>
                </a:cubicBezTo>
                <a:cubicBezTo>
                  <a:pt x="93514" y="71048"/>
                  <a:pt x="94119" y="71023"/>
                  <a:pt x="94749" y="71182"/>
                </a:cubicBezTo>
                <a:cubicBezTo>
                  <a:pt x="95381" y="71339"/>
                  <a:pt x="95959" y="71627"/>
                  <a:pt x="96484" y="72048"/>
                </a:cubicBezTo>
                <a:cubicBezTo>
                  <a:pt x="97010" y="72468"/>
                  <a:pt x="97221" y="72888"/>
                  <a:pt x="97116" y="73308"/>
                </a:cubicBezTo>
                <a:cubicBezTo>
                  <a:pt x="96800" y="75411"/>
                  <a:pt x="96589" y="77487"/>
                  <a:pt x="96484" y="79536"/>
                </a:cubicBezTo>
                <a:cubicBezTo>
                  <a:pt x="96379" y="81586"/>
                  <a:pt x="96327" y="83662"/>
                  <a:pt x="96327" y="85764"/>
                </a:cubicBezTo>
                <a:cubicBezTo>
                  <a:pt x="96327" y="89337"/>
                  <a:pt x="96459" y="92990"/>
                  <a:pt x="96722" y="96722"/>
                </a:cubicBezTo>
                <a:cubicBezTo>
                  <a:pt x="96985" y="100452"/>
                  <a:pt x="97221" y="104367"/>
                  <a:pt x="97431" y="108466"/>
                </a:cubicBezTo>
                <a:cubicBezTo>
                  <a:pt x="97431" y="109096"/>
                  <a:pt x="97221" y="109568"/>
                  <a:pt x="96799" y="109883"/>
                </a:cubicBezTo>
                <a:cubicBezTo>
                  <a:pt x="96379" y="110199"/>
                  <a:pt x="95880" y="110383"/>
                  <a:pt x="95302" y="110436"/>
                </a:cubicBezTo>
                <a:cubicBezTo>
                  <a:pt x="94725" y="110489"/>
                  <a:pt x="94173" y="110384"/>
                  <a:pt x="93647" y="110121"/>
                </a:cubicBezTo>
                <a:cubicBezTo>
                  <a:pt x="93121" y="109858"/>
                  <a:pt x="92806" y="109463"/>
                  <a:pt x="92702" y="108937"/>
                </a:cubicBezTo>
                <a:cubicBezTo>
                  <a:pt x="92492" y="107993"/>
                  <a:pt x="92124" y="107074"/>
                  <a:pt x="91598" y="106181"/>
                </a:cubicBezTo>
                <a:cubicBezTo>
                  <a:pt x="91072" y="105287"/>
                  <a:pt x="90389" y="104552"/>
                  <a:pt x="89548" y="103975"/>
                </a:cubicBezTo>
                <a:cubicBezTo>
                  <a:pt x="88708" y="103396"/>
                  <a:pt x="87710" y="103106"/>
                  <a:pt x="86553" y="103106"/>
                </a:cubicBezTo>
                <a:cubicBezTo>
                  <a:pt x="85501" y="103106"/>
                  <a:pt x="84292" y="103473"/>
                  <a:pt x="82926" y="104208"/>
                </a:cubicBezTo>
                <a:cubicBezTo>
                  <a:pt x="80615" y="105470"/>
                  <a:pt x="78382" y="106548"/>
                  <a:pt x="76226" y="107441"/>
                </a:cubicBezTo>
                <a:cubicBezTo>
                  <a:pt x="74072" y="108334"/>
                  <a:pt x="71891" y="109043"/>
                  <a:pt x="69683" y="109568"/>
                </a:cubicBezTo>
                <a:cubicBezTo>
                  <a:pt x="67476" y="110094"/>
                  <a:pt x="65164" y="110462"/>
                  <a:pt x="62745" y="110672"/>
                </a:cubicBezTo>
                <a:cubicBezTo>
                  <a:pt x="60328" y="110882"/>
                  <a:pt x="57701" y="110987"/>
                  <a:pt x="54864" y="110987"/>
                </a:cubicBezTo>
                <a:cubicBezTo>
                  <a:pt x="36261" y="110987"/>
                  <a:pt x="22466" y="106337"/>
                  <a:pt x="13479" y="97037"/>
                </a:cubicBezTo>
                <a:cubicBezTo>
                  <a:pt x="4493" y="87735"/>
                  <a:pt x="0" y="74413"/>
                  <a:pt x="0" y="57070"/>
                </a:cubicBezTo>
                <a:cubicBezTo>
                  <a:pt x="0" y="47822"/>
                  <a:pt x="1418" y="39651"/>
                  <a:pt x="4255" y="32557"/>
                </a:cubicBezTo>
                <a:cubicBezTo>
                  <a:pt x="7094" y="25462"/>
                  <a:pt x="11010" y="19497"/>
                  <a:pt x="16002" y="14662"/>
                </a:cubicBezTo>
                <a:cubicBezTo>
                  <a:pt x="20994" y="9827"/>
                  <a:pt x="26933" y="6174"/>
                  <a:pt x="33818" y="3705"/>
                </a:cubicBezTo>
                <a:cubicBezTo>
                  <a:pt x="40703" y="1235"/>
                  <a:pt x="48191" y="0"/>
                  <a:pt x="56284" y="0"/>
                </a:cubicBezTo>
                <a:close/>
                <a:moveTo>
                  <a:pt x="181964" y="70943"/>
                </a:moveTo>
                <a:cubicBezTo>
                  <a:pt x="181964" y="77355"/>
                  <a:pt x="181071" y="83031"/>
                  <a:pt x="179284" y="87970"/>
                </a:cubicBezTo>
                <a:cubicBezTo>
                  <a:pt x="177498" y="92910"/>
                  <a:pt x="174949" y="97062"/>
                  <a:pt x="171637" y="100426"/>
                </a:cubicBezTo>
                <a:cubicBezTo>
                  <a:pt x="168327" y="103789"/>
                  <a:pt x="164359" y="106338"/>
                  <a:pt x="159734" y="108071"/>
                </a:cubicBezTo>
                <a:cubicBezTo>
                  <a:pt x="155111" y="109805"/>
                  <a:pt x="149961" y="110672"/>
                  <a:pt x="144285" y="110672"/>
                </a:cubicBezTo>
                <a:cubicBezTo>
                  <a:pt x="139346" y="110672"/>
                  <a:pt x="134774" y="109858"/>
                  <a:pt x="130569" y="108230"/>
                </a:cubicBezTo>
                <a:cubicBezTo>
                  <a:pt x="126365" y="106601"/>
                  <a:pt x="122739" y="104183"/>
                  <a:pt x="119691" y="100977"/>
                </a:cubicBezTo>
                <a:cubicBezTo>
                  <a:pt x="116644" y="97771"/>
                  <a:pt x="114226" y="93725"/>
                  <a:pt x="112438" y="88839"/>
                </a:cubicBezTo>
                <a:cubicBezTo>
                  <a:pt x="110651" y="83950"/>
                  <a:pt x="109758" y="78195"/>
                  <a:pt x="109758" y="71574"/>
                </a:cubicBezTo>
                <a:cubicBezTo>
                  <a:pt x="109758" y="66214"/>
                  <a:pt x="110651" y="61301"/>
                  <a:pt x="112438" y="56835"/>
                </a:cubicBezTo>
                <a:cubicBezTo>
                  <a:pt x="114226" y="52368"/>
                  <a:pt x="116722" y="48559"/>
                  <a:pt x="119926" y="45406"/>
                </a:cubicBezTo>
                <a:cubicBezTo>
                  <a:pt x="123132" y="42251"/>
                  <a:pt x="126995" y="39781"/>
                  <a:pt x="131514" y="37994"/>
                </a:cubicBezTo>
                <a:cubicBezTo>
                  <a:pt x="136033" y="36207"/>
                  <a:pt x="140974" y="35314"/>
                  <a:pt x="146335" y="35314"/>
                </a:cubicBezTo>
                <a:cubicBezTo>
                  <a:pt x="151485" y="35314"/>
                  <a:pt x="156240" y="36102"/>
                  <a:pt x="160600" y="37679"/>
                </a:cubicBezTo>
                <a:cubicBezTo>
                  <a:pt x="164962" y="39255"/>
                  <a:pt x="168720" y="41541"/>
                  <a:pt x="171873" y="44537"/>
                </a:cubicBezTo>
                <a:cubicBezTo>
                  <a:pt x="175027" y="47533"/>
                  <a:pt x="177498" y="51238"/>
                  <a:pt x="179284" y="55653"/>
                </a:cubicBezTo>
                <a:cubicBezTo>
                  <a:pt x="181071" y="60067"/>
                  <a:pt x="181964" y="65164"/>
                  <a:pt x="181964" y="70943"/>
                </a:cubicBezTo>
                <a:moveTo>
                  <a:pt x="165411" y="72678"/>
                </a:moveTo>
                <a:cubicBezTo>
                  <a:pt x="165411" y="68685"/>
                  <a:pt x="165148" y="64796"/>
                  <a:pt x="164622" y="61013"/>
                </a:cubicBezTo>
                <a:cubicBezTo>
                  <a:pt x="164096" y="57228"/>
                  <a:pt x="163150" y="53864"/>
                  <a:pt x="161784" y="50922"/>
                </a:cubicBezTo>
                <a:cubicBezTo>
                  <a:pt x="160417" y="47979"/>
                  <a:pt x="158526" y="45614"/>
                  <a:pt x="156109" y="43828"/>
                </a:cubicBezTo>
                <a:cubicBezTo>
                  <a:pt x="153692" y="42041"/>
                  <a:pt x="150591" y="41148"/>
                  <a:pt x="146806" y="41148"/>
                </a:cubicBezTo>
                <a:cubicBezTo>
                  <a:pt x="142603" y="41148"/>
                  <a:pt x="139187" y="42041"/>
                  <a:pt x="136559" y="43828"/>
                </a:cubicBezTo>
                <a:cubicBezTo>
                  <a:pt x="133932" y="45614"/>
                  <a:pt x="131857" y="48005"/>
                  <a:pt x="130333" y="51001"/>
                </a:cubicBezTo>
                <a:cubicBezTo>
                  <a:pt x="128809" y="53997"/>
                  <a:pt x="127758" y="57386"/>
                  <a:pt x="127179" y="61169"/>
                </a:cubicBezTo>
                <a:cubicBezTo>
                  <a:pt x="126602" y="64953"/>
                  <a:pt x="126313" y="68894"/>
                  <a:pt x="126313" y="72993"/>
                </a:cubicBezTo>
                <a:cubicBezTo>
                  <a:pt x="126313" y="76566"/>
                  <a:pt x="126575" y="80245"/>
                  <a:pt x="127100" y="84030"/>
                </a:cubicBezTo>
                <a:cubicBezTo>
                  <a:pt x="127626" y="87813"/>
                  <a:pt x="128624" y="91229"/>
                  <a:pt x="130095" y="94278"/>
                </a:cubicBezTo>
                <a:cubicBezTo>
                  <a:pt x="131567" y="97325"/>
                  <a:pt x="133590" y="99847"/>
                  <a:pt x="136164" y="101846"/>
                </a:cubicBezTo>
                <a:cubicBezTo>
                  <a:pt x="138740" y="103842"/>
                  <a:pt x="142025" y="104841"/>
                  <a:pt x="146020" y="104841"/>
                </a:cubicBezTo>
                <a:cubicBezTo>
                  <a:pt x="150119" y="104841"/>
                  <a:pt x="153429" y="103894"/>
                  <a:pt x="155950" y="102002"/>
                </a:cubicBezTo>
                <a:cubicBezTo>
                  <a:pt x="158473" y="100110"/>
                  <a:pt x="160444" y="97640"/>
                  <a:pt x="161863" y="94593"/>
                </a:cubicBezTo>
                <a:cubicBezTo>
                  <a:pt x="163282" y="91544"/>
                  <a:pt x="164229" y="88102"/>
                  <a:pt x="164702" y="84266"/>
                </a:cubicBezTo>
                <a:cubicBezTo>
                  <a:pt x="165175" y="80429"/>
                  <a:pt x="165411" y="76567"/>
                  <a:pt x="165411" y="72678"/>
                </a:cubicBezTo>
                <a:close/>
                <a:moveTo>
                  <a:pt x="218414" y="90020"/>
                </a:moveTo>
                <a:cubicBezTo>
                  <a:pt x="218414" y="92648"/>
                  <a:pt x="218466" y="94856"/>
                  <a:pt x="218570" y="96642"/>
                </a:cubicBezTo>
                <a:cubicBezTo>
                  <a:pt x="218676" y="98429"/>
                  <a:pt x="218965" y="99900"/>
                  <a:pt x="219439" y="101057"/>
                </a:cubicBezTo>
                <a:cubicBezTo>
                  <a:pt x="219912" y="102213"/>
                  <a:pt x="220700" y="103106"/>
                  <a:pt x="221803" y="103736"/>
                </a:cubicBezTo>
                <a:cubicBezTo>
                  <a:pt x="222907" y="104367"/>
                  <a:pt x="224457" y="104840"/>
                  <a:pt x="226453" y="105156"/>
                </a:cubicBezTo>
                <a:cubicBezTo>
                  <a:pt x="227084" y="105260"/>
                  <a:pt x="227557" y="105549"/>
                  <a:pt x="227873" y="106022"/>
                </a:cubicBezTo>
                <a:cubicBezTo>
                  <a:pt x="228188" y="106495"/>
                  <a:pt x="228346" y="107047"/>
                  <a:pt x="228346" y="107677"/>
                </a:cubicBezTo>
                <a:cubicBezTo>
                  <a:pt x="228346" y="108203"/>
                  <a:pt x="228188" y="108702"/>
                  <a:pt x="227873" y="109176"/>
                </a:cubicBezTo>
                <a:cubicBezTo>
                  <a:pt x="227557" y="109649"/>
                  <a:pt x="227084" y="109885"/>
                  <a:pt x="226453" y="109885"/>
                </a:cubicBezTo>
                <a:cubicBezTo>
                  <a:pt x="225403" y="109885"/>
                  <a:pt x="223432" y="109701"/>
                  <a:pt x="220540" y="109332"/>
                </a:cubicBezTo>
                <a:cubicBezTo>
                  <a:pt x="217650" y="108965"/>
                  <a:pt x="214629" y="108781"/>
                  <a:pt x="211476" y="108781"/>
                </a:cubicBezTo>
                <a:cubicBezTo>
                  <a:pt x="208113" y="108781"/>
                  <a:pt x="204855" y="108965"/>
                  <a:pt x="201702" y="109332"/>
                </a:cubicBezTo>
                <a:cubicBezTo>
                  <a:pt x="198549" y="109701"/>
                  <a:pt x="195606" y="109885"/>
                  <a:pt x="192874" y="109885"/>
                </a:cubicBezTo>
                <a:cubicBezTo>
                  <a:pt x="192348" y="109885"/>
                  <a:pt x="191927" y="109649"/>
                  <a:pt x="191611" y="109176"/>
                </a:cubicBezTo>
                <a:cubicBezTo>
                  <a:pt x="191296" y="108702"/>
                  <a:pt x="191139" y="108203"/>
                  <a:pt x="191139" y="107677"/>
                </a:cubicBezTo>
                <a:cubicBezTo>
                  <a:pt x="191139" y="107047"/>
                  <a:pt x="191296" y="106495"/>
                  <a:pt x="191611" y="106022"/>
                </a:cubicBezTo>
                <a:cubicBezTo>
                  <a:pt x="191927" y="105549"/>
                  <a:pt x="192400" y="105260"/>
                  <a:pt x="193032" y="105156"/>
                </a:cubicBezTo>
                <a:cubicBezTo>
                  <a:pt x="195659" y="104840"/>
                  <a:pt x="197682" y="104420"/>
                  <a:pt x="199099" y="103895"/>
                </a:cubicBezTo>
                <a:cubicBezTo>
                  <a:pt x="200519" y="103369"/>
                  <a:pt x="201570" y="102581"/>
                  <a:pt x="202253" y="101531"/>
                </a:cubicBezTo>
                <a:cubicBezTo>
                  <a:pt x="202936" y="100479"/>
                  <a:pt x="203330" y="99112"/>
                  <a:pt x="203434" y="97431"/>
                </a:cubicBezTo>
                <a:cubicBezTo>
                  <a:pt x="203540" y="95749"/>
                  <a:pt x="203593" y="93594"/>
                  <a:pt x="203593" y="90965"/>
                </a:cubicBezTo>
                <a:lnTo>
                  <a:pt x="203593" y="71102"/>
                </a:lnTo>
                <a:cubicBezTo>
                  <a:pt x="203593" y="65953"/>
                  <a:pt x="203540" y="61670"/>
                  <a:pt x="203434" y="58254"/>
                </a:cubicBezTo>
                <a:cubicBezTo>
                  <a:pt x="203330" y="54838"/>
                  <a:pt x="202963" y="52132"/>
                  <a:pt x="202332" y="50135"/>
                </a:cubicBezTo>
                <a:cubicBezTo>
                  <a:pt x="201702" y="48137"/>
                  <a:pt x="200704" y="46744"/>
                  <a:pt x="199337" y="45956"/>
                </a:cubicBezTo>
                <a:cubicBezTo>
                  <a:pt x="197971" y="45167"/>
                  <a:pt x="196026" y="44773"/>
                  <a:pt x="193504" y="44773"/>
                </a:cubicBezTo>
                <a:cubicBezTo>
                  <a:pt x="192874" y="44773"/>
                  <a:pt x="192374" y="44563"/>
                  <a:pt x="192005" y="44143"/>
                </a:cubicBezTo>
                <a:cubicBezTo>
                  <a:pt x="191638" y="43723"/>
                  <a:pt x="191454" y="43249"/>
                  <a:pt x="191454" y="42723"/>
                </a:cubicBezTo>
                <a:cubicBezTo>
                  <a:pt x="191454" y="42093"/>
                  <a:pt x="191638" y="41568"/>
                  <a:pt x="192005" y="41148"/>
                </a:cubicBezTo>
                <a:cubicBezTo>
                  <a:pt x="192374" y="40728"/>
                  <a:pt x="192874" y="40517"/>
                  <a:pt x="193504" y="40517"/>
                </a:cubicBezTo>
                <a:cubicBezTo>
                  <a:pt x="195500" y="40517"/>
                  <a:pt x="198417" y="40202"/>
                  <a:pt x="202253" y="39572"/>
                </a:cubicBezTo>
                <a:cubicBezTo>
                  <a:pt x="206089" y="38940"/>
                  <a:pt x="210005" y="38047"/>
                  <a:pt x="213999" y="36892"/>
                </a:cubicBezTo>
                <a:cubicBezTo>
                  <a:pt x="215470" y="36470"/>
                  <a:pt x="216573" y="36759"/>
                  <a:pt x="217310" y="37758"/>
                </a:cubicBezTo>
                <a:cubicBezTo>
                  <a:pt x="218046" y="38757"/>
                  <a:pt x="218414" y="39887"/>
                  <a:pt x="218414" y="41148"/>
                </a:cubicBezTo>
                <a:lnTo>
                  <a:pt x="218414" y="47453"/>
                </a:lnTo>
                <a:cubicBezTo>
                  <a:pt x="218414" y="47663"/>
                  <a:pt x="218492" y="47794"/>
                  <a:pt x="218649" y="47847"/>
                </a:cubicBezTo>
                <a:cubicBezTo>
                  <a:pt x="218807" y="47900"/>
                  <a:pt x="218938" y="47822"/>
                  <a:pt x="219044" y="47612"/>
                </a:cubicBezTo>
                <a:cubicBezTo>
                  <a:pt x="219780" y="46455"/>
                  <a:pt x="220805" y="45168"/>
                  <a:pt x="222118" y="43751"/>
                </a:cubicBezTo>
                <a:cubicBezTo>
                  <a:pt x="223432" y="42331"/>
                  <a:pt x="225008" y="40991"/>
                  <a:pt x="226848" y="39731"/>
                </a:cubicBezTo>
                <a:cubicBezTo>
                  <a:pt x="228687" y="38469"/>
                  <a:pt x="230762" y="37417"/>
                  <a:pt x="233073" y="36577"/>
                </a:cubicBezTo>
                <a:cubicBezTo>
                  <a:pt x="235386" y="35735"/>
                  <a:pt x="237962" y="35314"/>
                  <a:pt x="240800" y="35314"/>
                </a:cubicBezTo>
                <a:cubicBezTo>
                  <a:pt x="248683" y="35314"/>
                  <a:pt x="254857" y="37495"/>
                  <a:pt x="259323" y="41857"/>
                </a:cubicBezTo>
                <a:cubicBezTo>
                  <a:pt x="263791" y="46220"/>
                  <a:pt x="266025" y="53287"/>
                  <a:pt x="266025" y="63060"/>
                </a:cubicBezTo>
                <a:lnTo>
                  <a:pt x="266025" y="90020"/>
                </a:lnTo>
                <a:cubicBezTo>
                  <a:pt x="266025" y="92858"/>
                  <a:pt x="266104" y="95171"/>
                  <a:pt x="266261" y="96958"/>
                </a:cubicBezTo>
                <a:cubicBezTo>
                  <a:pt x="266418" y="98744"/>
                  <a:pt x="266785" y="100189"/>
                  <a:pt x="267363" y="101292"/>
                </a:cubicBezTo>
                <a:cubicBezTo>
                  <a:pt x="267942" y="102396"/>
                  <a:pt x="268836" y="103237"/>
                  <a:pt x="270045" y="103816"/>
                </a:cubicBezTo>
                <a:cubicBezTo>
                  <a:pt x="271254" y="104393"/>
                  <a:pt x="272962" y="104840"/>
                  <a:pt x="275169" y="105156"/>
                </a:cubicBezTo>
                <a:cubicBezTo>
                  <a:pt x="275799" y="105260"/>
                  <a:pt x="276272" y="105549"/>
                  <a:pt x="276586" y="106022"/>
                </a:cubicBezTo>
                <a:cubicBezTo>
                  <a:pt x="276902" y="106495"/>
                  <a:pt x="277060" y="107047"/>
                  <a:pt x="277060" y="107677"/>
                </a:cubicBezTo>
                <a:cubicBezTo>
                  <a:pt x="277060" y="108203"/>
                  <a:pt x="276902" y="108702"/>
                  <a:pt x="276586" y="109176"/>
                </a:cubicBezTo>
                <a:cubicBezTo>
                  <a:pt x="276272" y="109649"/>
                  <a:pt x="275799" y="109885"/>
                  <a:pt x="275169" y="109885"/>
                </a:cubicBezTo>
                <a:cubicBezTo>
                  <a:pt x="273803" y="109885"/>
                  <a:pt x="271569" y="109701"/>
                  <a:pt x="268467" y="109332"/>
                </a:cubicBezTo>
                <a:cubicBezTo>
                  <a:pt x="265367" y="108965"/>
                  <a:pt x="262240" y="108781"/>
                  <a:pt x="259088" y="108781"/>
                </a:cubicBezTo>
                <a:cubicBezTo>
                  <a:pt x="255725" y="108781"/>
                  <a:pt x="252519" y="108965"/>
                  <a:pt x="249470" y="109332"/>
                </a:cubicBezTo>
                <a:cubicBezTo>
                  <a:pt x="246423" y="109701"/>
                  <a:pt x="243901" y="109885"/>
                  <a:pt x="241904" y="109885"/>
                </a:cubicBezTo>
                <a:cubicBezTo>
                  <a:pt x="241378" y="109885"/>
                  <a:pt x="240957" y="109649"/>
                  <a:pt x="240641" y="109176"/>
                </a:cubicBezTo>
                <a:cubicBezTo>
                  <a:pt x="240327" y="108702"/>
                  <a:pt x="240170" y="108203"/>
                  <a:pt x="240170" y="107677"/>
                </a:cubicBezTo>
                <a:cubicBezTo>
                  <a:pt x="240170" y="107047"/>
                  <a:pt x="240327" y="106495"/>
                  <a:pt x="240641" y="106022"/>
                </a:cubicBezTo>
                <a:cubicBezTo>
                  <a:pt x="240957" y="105549"/>
                  <a:pt x="241430" y="105260"/>
                  <a:pt x="242061" y="105156"/>
                </a:cubicBezTo>
                <a:cubicBezTo>
                  <a:pt x="244373" y="104840"/>
                  <a:pt x="246133" y="104367"/>
                  <a:pt x="247341" y="103736"/>
                </a:cubicBezTo>
                <a:cubicBezTo>
                  <a:pt x="248550" y="103106"/>
                  <a:pt x="249444" y="102239"/>
                  <a:pt x="250021" y="101136"/>
                </a:cubicBezTo>
                <a:cubicBezTo>
                  <a:pt x="250600" y="100031"/>
                  <a:pt x="250941" y="98665"/>
                  <a:pt x="251046" y="97037"/>
                </a:cubicBezTo>
                <a:cubicBezTo>
                  <a:pt x="251151" y="95408"/>
                  <a:pt x="251204" y="93384"/>
                  <a:pt x="251204" y="90965"/>
                </a:cubicBezTo>
                <a:lnTo>
                  <a:pt x="251204" y="67003"/>
                </a:lnTo>
                <a:cubicBezTo>
                  <a:pt x="251204" y="64375"/>
                  <a:pt x="251099" y="61747"/>
                  <a:pt x="250889" y="59120"/>
                </a:cubicBezTo>
                <a:cubicBezTo>
                  <a:pt x="250679" y="56493"/>
                  <a:pt x="250101" y="54128"/>
                  <a:pt x="249155" y="52026"/>
                </a:cubicBezTo>
                <a:cubicBezTo>
                  <a:pt x="248210" y="49923"/>
                  <a:pt x="246844" y="48189"/>
                  <a:pt x="245056" y="46823"/>
                </a:cubicBezTo>
                <a:cubicBezTo>
                  <a:pt x="243269" y="45456"/>
                  <a:pt x="240799" y="44773"/>
                  <a:pt x="237646" y="44773"/>
                </a:cubicBezTo>
                <a:cubicBezTo>
                  <a:pt x="234494" y="44773"/>
                  <a:pt x="231734" y="45273"/>
                  <a:pt x="229369" y="46272"/>
                </a:cubicBezTo>
                <a:cubicBezTo>
                  <a:pt x="227005" y="47269"/>
                  <a:pt x="225008" y="48609"/>
                  <a:pt x="223379" y="50291"/>
                </a:cubicBezTo>
                <a:cubicBezTo>
                  <a:pt x="221750" y="51974"/>
                  <a:pt x="220515" y="53945"/>
                  <a:pt x="219674" y="56204"/>
                </a:cubicBezTo>
                <a:cubicBezTo>
                  <a:pt x="218834" y="58464"/>
                  <a:pt x="218414" y="60855"/>
                  <a:pt x="218414" y="63378"/>
                </a:cubicBezTo>
                <a:lnTo>
                  <a:pt x="218414" y="90020"/>
                </a:lnTo>
                <a:close/>
                <a:moveTo>
                  <a:pt x="308149" y="84816"/>
                </a:moveTo>
                <a:cubicBezTo>
                  <a:pt x="308149" y="90702"/>
                  <a:pt x="308806" y="95064"/>
                  <a:pt x="310120" y="97903"/>
                </a:cubicBezTo>
                <a:cubicBezTo>
                  <a:pt x="311433" y="100740"/>
                  <a:pt x="313824" y="102158"/>
                  <a:pt x="317293" y="102158"/>
                </a:cubicBezTo>
                <a:cubicBezTo>
                  <a:pt x="319710" y="102158"/>
                  <a:pt x="321995" y="101791"/>
                  <a:pt x="324149" y="101057"/>
                </a:cubicBezTo>
                <a:cubicBezTo>
                  <a:pt x="326304" y="100321"/>
                  <a:pt x="327960" y="99532"/>
                  <a:pt x="329117" y="98692"/>
                </a:cubicBezTo>
                <a:cubicBezTo>
                  <a:pt x="329432" y="98482"/>
                  <a:pt x="329801" y="98455"/>
                  <a:pt x="330221" y="98613"/>
                </a:cubicBezTo>
                <a:cubicBezTo>
                  <a:pt x="330641" y="98770"/>
                  <a:pt x="331008" y="99033"/>
                  <a:pt x="331322" y="99402"/>
                </a:cubicBezTo>
                <a:cubicBezTo>
                  <a:pt x="331638" y="99769"/>
                  <a:pt x="331875" y="100163"/>
                  <a:pt x="332032" y="100583"/>
                </a:cubicBezTo>
                <a:cubicBezTo>
                  <a:pt x="332191" y="101003"/>
                  <a:pt x="332165" y="101371"/>
                  <a:pt x="331955" y="101687"/>
                </a:cubicBezTo>
                <a:cubicBezTo>
                  <a:pt x="329959" y="104944"/>
                  <a:pt x="327357" y="107256"/>
                  <a:pt x="324151" y="108622"/>
                </a:cubicBezTo>
                <a:cubicBezTo>
                  <a:pt x="320946" y="109989"/>
                  <a:pt x="317188" y="110672"/>
                  <a:pt x="312879" y="110672"/>
                </a:cubicBezTo>
                <a:cubicBezTo>
                  <a:pt x="305733" y="110672"/>
                  <a:pt x="300688" y="109070"/>
                  <a:pt x="297745" y="105865"/>
                </a:cubicBezTo>
                <a:cubicBezTo>
                  <a:pt x="294802" y="102660"/>
                  <a:pt x="293331" y="97641"/>
                  <a:pt x="293331" y="90809"/>
                </a:cubicBezTo>
                <a:lnTo>
                  <a:pt x="293331" y="50291"/>
                </a:lnTo>
                <a:cubicBezTo>
                  <a:pt x="293331" y="49031"/>
                  <a:pt x="293278" y="48033"/>
                  <a:pt x="293172" y="47296"/>
                </a:cubicBezTo>
                <a:cubicBezTo>
                  <a:pt x="293068" y="46560"/>
                  <a:pt x="292753" y="46035"/>
                  <a:pt x="292227" y="45721"/>
                </a:cubicBezTo>
                <a:cubicBezTo>
                  <a:pt x="291701" y="45405"/>
                  <a:pt x="290833" y="45220"/>
                  <a:pt x="289624" y="45167"/>
                </a:cubicBezTo>
                <a:cubicBezTo>
                  <a:pt x="288416" y="45115"/>
                  <a:pt x="286709" y="45088"/>
                  <a:pt x="284502" y="45088"/>
                </a:cubicBezTo>
                <a:cubicBezTo>
                  <a:pt x="284186" y="45088"/>
                  <a:pt x="283923" y="44773"/>
                  <a:pt x="283713" y="44143"/>
                </a:cubicBezTo>
                <a:cubicBezTo>
                  <a:pt x="283503" y="43512"/>
                  <a:pt x="283372" y="42829"/>
                  <a:pt x="283319" y="42093"/>
                </a:cubicBezTo>
                <a:cubicBezTo>
                  <a:pt x="283266" y="41357"/>
                  <a:pt x="283344" y="40674"/>
                  <a:pt x="283555" y="40044"/>
                </a:cubicBezTo>
                <a:cubicBezTo>
                  <a:pt x="283766" y="39413"/>
                  <a:pt x="284082" y="39098"/>
                  <a:pt x="284502" y="39098"/>
                </a:cubicBezTo>
                <a:cubicBezTo>
                  <a:pt x="287129" y="38888"/>
                  <a:pt x="289388" y="38494"/>
                  <a:pt x="291279" y="37917"/>
                </a:cubicBezTo>
                <a:cubicBezTo>
                  <a:pt x="293171" y="37338"/>
                  <a:pt x="294774" y="36418"/>
                  <a:pt x="296088" y="35158"/>
                </a:cubicBezTo>
                <a:cubicBezTo>
                  <a:pt x="297403" y="33896"/>
                  <a:pt x="298454" y="32188"/>
                  <a:pt x="299241" y="30034"/>
                </a:cubicBezTo>
                <a:cubicBezTo>
                  <a:pt x="300031" y="27878"/>
                  <a:pt x="300687" y="25067"/>
                  <a:pt x="301212" y="21600"/>
                </a:cubicBezTo>
                <a:cubicBezTo>
                  <a:pt x="301317" y="20968"/>
                  <a:pt x="301738" y="20495"/>
                  <a:pt x="302475" y="20181"/>
                </a:cubicBezTo>
                <a:cubicBezTo>
                  <a:pt x="303211" y="19865"/>
                  <a:pt x="303999" y="19707"/>
                  <a:pt x="304839" y="19707"/>
                </a:cubicBezTo>
                <a:cubicBezTo>
                  <a:pt x="305680" y="19707"/>
                  <a:pt x="306441" y="19838"/>
                  <a:pt x="307125" y="20101"/>
                </a:cubicBezTo>
                <a:cubicBezTo>
                  <a:pt x="307808" y="20364"/>
                  <a:pt x="308149" y="20706"/>
                  <a:pt x="308149" y="21126"/>
                </a:cubicBezTo>
                <a:lnTo>
                  <a:pt x="308149" y="34684"/>
                </a:lnTo>
                <a:cubicBezTo>
                  <a:pt x="308149" y="36366"/>
                  <a:pt x="308228" y="37339"/>
                  <a:pt x="308385" y="37602"/>
                </a:cubicBezTo>
                <a:cubicBezTo>
                  <a:pt x="308544" y="37863"/>
                  <a:pt x="309201" y="37994"/>
                  <a:pt x="310358" y="37994"/>
                </a:cubicBezTo>
                <a:lnTo>
                  <a:pt x="326752" y="37994"/>
                </a:lnTo>
                <a:cubicBezTo>
                  <a:pt x="327488" y="37994"/>
                  <a:pt x="327961" y="38415"/>
                  <a:pt x="328171" y="39257"/>
                </a:cubicBezTo>
                <a:cubicBezTo>
                  <a:pt x="328381" y="40097"/>
                  <a:pt x="328486" y="40833"/>
                  <a:pt x="328486" y="41463"/>
                </a:cubicBezTo>
                <a:cubicBezTo>
                  <a:pt x="328486" y="42093"/>
                  <a:pt x="328355" y="42855"/>
                  <a:pt x="328092" y="43748"/>
                </a:cubicBezTo>
                <a:cubicBezTo>
                  <a:pt x="327830" y="44641"/>
                  <a:pt x="327279" y="45088"/>
                  <a:pt x="326437" y="45088"/>
                </a:cubicBezTo>
                <a:lnTo>
                  <a:pt x="309569" y="45088"/>
                </a:lnTo>
                <a:cubicBezTo>
                  <a:pt x="308833" y="45088"/>
                  <a:pt x="308412" y="45273"/>
                  <a:pt x="308306" y="45641"/>
                </a:cubicBezTo>
                <a:cubicBezTo>
                  <a:pt x="308202" y="46009"/>
                  <a:pt x="308149" y="47349"/>
                  <a:pt x="308149" y="49661"/>
                </a:cubicBezTo>
                <a:lnTo>
                  <a:pt x="308149" y="84816"/>
                </a:lnTo>
                <a:close/>
                <a:moveTo>
                  <a:pt x="363044" y="90020"/>
                </a:moveTo>
                <a:cubicBezTo>
                  <a:pt x="363044" y="92648"/>
                  <a:pt x="363123" y="94856"/>
                  <a:pt x="363280" y="96642"/>
                </a:cubicBezTo>
                <a:cubicBezTo>
                  <a:pt x="363439" y="98429"/>
                  <a:pt x="363990" y="99900"/>
                  <a:pt x="364935" y="101057"/>
                </a:cubicBezTo>
                <a:cubicBezTo>
                  <a:pt x="365881" y="102213"/>
                  <a:pt x="367353" y="103106"/>
                  <a:pt x="369349" y="103736"/>
                </a:cubicBezTo>
                <a:cubicBezTo>
                  <a:pt x="371347" y="104367"/>
                  <a:pt x="374238" y="104840"/>
                  <a:pt x="378021" y="105156"/>
                </a:cubicBezTo>
                <a:cubicBezTo>
                  <a:pt x="378652" y="105260"/>
                  <a:pt x="379124" y="105549"/>
                  <a:pt x="379438" y="106022"/>
                </a:cubicBezTo>
                <a:cubicBezTo>
                  <a:pt x="379754" y="106495"/>
                  <a:pt x="379912" y="107047"/>
                  <a:pt x="379912" y="107677"/>
                </a:cubicBezTo>
                <a:cubicBezTo>
                  <a:pt x="379912" y="108203"/>
                  <a:pt x="379754" y="108702"/>
                  <a:pt x="379438" y="109176"/>
                </a:cubicBezTo>
                <a:cubicBezTo>
                  <a:pt x="379124" y="109649"/>
                  <a:pt x="378652" y="109885"/>
                  <a:pt x="378021" y="109885"/>
                </a:cubicBezTo>
                <a:cubicBezTo>
                  <a:pt x="373502" y="109885"/>
                  <a:pt x="369508" y="109701"/>
                  <a:pt x="366039" y="109332"/>
                </a:cubicBezTo>
                <a:cubicBezTo>
                  <a:pt x="362570" y="108965"/>
                  <a:pt x="359259" y="108781"/>
                  <a:pt x="356106" y="108781"/>
                </a:cubicBezTo>
                <a:cubicBezTo>
                  <a:pt x="352743" y="108781"/>
                  <a:pt x="349406" y="108965"/>
                  <a:pt x="346094" y="109332"/>
                </a:cubicBezTo>
                <a:cubicBezTo>
                  <a:pt x="342784" y="109701"/>
                  <a:pt x="339448" y="109885"/>
                  <a:pt x="336085" y="109885"/>
                </a:cubicBezTo>
                <a:cubicBezTo>
                  <a:pt x="335560" y="109885"/>
                  <a:pt x="335140" y="109649"/>
                  <a:pt x="334824" y="109176"/>
                </a:cubicBezTo>
                <a:cubicBezTo>
                  <a:pt x="334508" y="108702"/>
                  <a:pt x="334350" y="108203"/>
                  <a:pt x="334350" y="107677"/>
                </a:cubicBezTo>
                <a:cubicBezTo>
                  <a:pt x="334350" y="107047"/>
                  <a:pt x="334508" y="106495"/>
                  <a:pt x="334824" y="106022"/>
                </a:cubicBezTo>
                <a:cubicBezTo>
                  <a:pt x="335140" y="105549"/>
                  <a:pt x="335613" y="105260"/>
                  <a:pt x="336243" y="105156"/>
                </a:cubicBezTo>
                <a:cubicBezTo>
                  <a:pt x="339186" y="104840"/>
                  <a:pt x="341472" y="104367"/>
                  <a:pt x="343099" y="103736"/>
                </a:cubicBezTo>
                <a:cubicBezTo>
                  <a:pt x="344729" y="103106"/>
                  <a:pt x="345912" y="102239"/>
                  <a:pt x="346648" y="101136"/>
                </a:cubicBezTo>
                <a:cubicBezTo>
                  <a:pt x="347384" y="100031"/>
                  <a:pt x="347830" y="98665"/>
                  <a:pt x="347988" y="97037"/>
                </a:cubicBezTo>
                <a:cubicBezTo>
                  <a:pt x="348146" y="95408"/>
                  <a:pt x="348226" y="93384"/>
                  <a:pt x="348226" y="90965"/>
                </a:cubicBezTo>
                <a:lnTo>
                  <a:pt x="348226" y="67948"/>
                </a:lnTo>
                <a:cubicBezTo>
                  <a:pt x="348226" y="62799"/>
                  <a:pt x="348120" y="58726"/>
                  <a:pt x="347908" y="55730"/>
                </a:cubicBezTo>
                <a:cubicBezTo>
                  <a:pt x="347698" y="52735"/>
                  <a:pt x="347199" y="50423"/>
                  <a:pt x="346409" y="48795"/>
                </a:cubicBezTo>
                <a:cubicBezTo>
                  <a:pt x="345622" y="47166"/>
                  <a:pt x="344387" y="46088"/>
                  <a:pt x="342705" y="45562"/>
                </a:cubicBezTo>
                <a:cubicBezTo>
                  <a:pt x="341024" y="45036"/>
                  <a:pt x="338712" y="44668"/>
                  <a:pt x="335770" y="44458"/>
                </a:cubicBezTo>
                <a:cubicBezTo>
                  <a:pt x="335245" y="44458"/>
                  <a:pt x="334851" y="44196"/>
                  <a:pt x="334588" y="43671"/>
                </a:cubicBezTo>
                <a:cubicBezTo>
                  <a:pt x="334325" y="43145"/>
                  <a:pt x="334194" y="42619"/>
                  <a:pt x="334194" y="42093"/>
                </a:cubicBezTo>
                <a:cubicBezTo>
                  <a:pt x="334194" y="41569"/>
                  <a:pt x="334325" y="41043"/>
                  <a:pt x="334588" y="40517"/>
                </a:cubicBezTo>
                <a:cubicBezTo>
                  <a:pt x="334851" y="39991"/>
                  <a:pt x="335298" y="39728"/>
                  <a:pt x="335928" y="39728"/>
                </a:cubicBezTo>
                <a:cubicBezTo>
                  <a:pt x="338031" y="39518"/>
                  <a:pt x="340947" y="39282"/>
                  <a:pt x="344677" y="39019"/>
                </a:cubicBezTo>
                <a:cubicBezTo>
                  <a:pt x="348409" y="38756"/>
                  <a:pt x="352219" y="38099"/>
                  <a:pt x="356106" y="37049"/>
                </a:cubicBezTo>
                <a:cubicBezTo>
                  <a:pt x="357579" y="36628"/>
                  <a:pt x="358788" y="36576"/>
                  <a:pt x="359734" y="36892"/>
                </a:cubicBezTo>
                <a:cubicBezTo>
                  <a:pt x="360680" y="37207"/>
                  <a:pt x="361100" y="38100"/>
                  <a:pt x="360995" y="39572"/>
                </a:cubicBezTo>
                <a:lnTo>
                  <a:pt x="360679" y="49661"/>
                </a:lnTo>
                <a:cubicBezTo>
                  <a:pt x="360679" y="49871"/>
                  <a:pt x="360732" y="50003"/>
                  <a:pt x="360836" y="50056"/>
                </a:cubicBezTo>
                <a:cubicBezTo>
                  <a:pt x="360942" y="50109"/>
                  <a:pt x="361100" y="50029"/>
                  <a:pt x="361310" y="49817"/>
                </a:cubicBezTo>
                <a:cubicBezTo>
                  <a:pt x="363516" y="45404"/>
                  <a:pt x="366223" y="41884"/>
                  <a:pt x="369429" y="39257"/>
                </a:cubicBezTo>
                <a:cubicBezTo>
                  <a:pt x="372634" y="36628"/>
                  <a:pt x="376917" y="35314"/>
                  <a:pt x="382277" y="35314"/>
                </a:cubicBezTo>
                <a:cubicBezTo>
                  <a:pt x="386692" y="35314"/>
                  <a:pt x="389950" y="36444"/>
                  <a:pt x="392051" y="38704"/>
                </a:cubicBezTo>
                <a:cubicBezTo>
                  <a:pt x="394153" y="40963"/>
                  <a:pt x="395205" y="43723"/>
                  <a:pt x="395205" y="46981"/>
                </a:cubicBezTo>
                <a:cubicBezTo>
                  <a:pt x="395205" y="48768"/>
                  <a:pt x="394521" y="50397"/>
                  <a:pt x="393155" y="51869"/>
                </a:cubicBezTo>
                <a:cubicBezTo>
                  <a:pt x="391789" y="53340"/>
                  <a:pt x="389845" y="54075"/>
                  <a:pt x="387324" y="54075"/>
                </a:cubicBezTo>
                <a:cubicBezTo>
                  <a:pt x="384905" y="54075"/>
                  <a:pt x="383223" y="53497"/>
                  <a:pt x="382277" y="52341"/>
                </a:cubicBezTo>
                <a:cubicBezTo>
                  <a:pt x="381332" y="51185"/>
                  <a:pt x="380860" y="49923"/>
                  <a:pt x="380860" y="48557"/>
                </a:cubicBezTo>
                <a:cubicBezTo>
                  <a:pt x="380860" y="47086"/>
                  <a:pt x="380571" y="45931"/>
                  <a:pt x="379992" y="45090"/>
                </a:cubicBezTo>
                <a:cubicBezTo>
                  <a:pt x="379414" y="44249"/>
                  <a:pt x="378179" y="43828"/>
                  <a:pt x="376287" y="43828"/>
                </a:cubicBezTo>
                <a:cubicBezTo>
                  <a:pt x="374290" y="43828"/>
                  <a:pt x="372477" y="44484"/>
                  <a:pt x="370848" y="45798"/>
                </a:cubicBezTo>
                <a:cubicBezTo>
                  <a:pt x="369219" y="47111"/>
                  <a:pt x="367826" y="48662"/>
                  <a:pt x="366669" y="50450"/>
                </a:cubicBezTo>
                <a:cubicBezTo>
                  <a:pt x="365513" y="52237"/>
                  <a:pt x="364620" y="54076"/>
                  <a:pt x="363990" y="55969"/>
                </a:cubicBezTo>
                <a:cubicBezTo>
                  <a:pt x="363359" y="57859"/>
                  <a:pt x="363044" y="59330"/>
                  <a:pt x="363044" y="60380"/>
                </a:cubicBezTo>
                <a:lnTo>
                  <a:pt x="363044" y="90020"/>
                </a:lnTo>
                <a:close/>
                <a:moveTo>
                  <a:pt x="442059" y="76462"/>
                </a:moveTo>
                <a:cubicBezTo>
                  <a:pt x="442059" y="75306"/>
                  <a:pt x="442006" y="74596"/>
                  <a:pt x="441900" y="74333"/>
                </a:cubicBezTo>
                <a:cubicBezTo>
                  <a:pt x="441796" y="74070"/>
                  <a:pt x="441534" y="73938"/>
                  <a:pt x="441114" y="73938"/>
                </a:cubicBezTo>
                <a:cubicBezTo>
                  <a:pt x="432495" y="74674"/>
                  <a:pt x="426110" y="76488"/>
                  <a:pt x="421958" y="79380"/>
                </a:cubicBezTo>
                <a:cubicBezTo>
                  <a:pt x="417808" y="82270"/>
                  <a:pt x="415732" y="85974"/>
                  <a:pt x="415732" y="90494"/>
                </a:cubicBezTo>
                <a:cubicBezTo>
                  <a:pt x="415732" y="93647"/>
                  <a:pt x="416521" y="96301"/>
                  <a:pt x="418097" y="98456"/>
                </a:cubicBezTo>
                <a:cubicBezTo>
                  <a:pt x="419674" y="100610"/>
                  <a:pt x="422301" y="101687"/>
                  <a:pt x="425980" y="101687"/>
                </a:cubicBezTo>
                <a:cubicBezTo>
                  <a:pt x="428397" y="101687"/>
                  <a:pt x="430945" y="101214"/>
                  <a:pt x="433625" y="100268"/>
                </a:cubicBezTo>
                <a:cubicBezTo>
                  <a:pt x="436305" y="99321"/>
                  <a:pt x="438696" y="97955"/>
                  <a:pt x="440799" y="96168"/>
                </a:cubicBezTo>
                <a:cubicBezTo>
                  <a:pt x="441639" y="95328"/>
                  <a:pt x="442059" y="94487"/>
                  <a:pt x="442059" y="93645"/>
                </a:cubicBezTo>
                <a:lnTo>
                  <a:pt x="442059" y="76462"/>
                </a:lnTo>
                <a:moveTo>
                  <a:pt x="456880" y="92069"/>
                </a:moveTo>
                <a:cubicBezTo>
                  <a:pt x="456880" y="95748"/>
                  <a:pt x="457222" y="98324"/>
                  <a:pt x="457905" y="99796"/>
                </a:cubicBezTo>
                <a:cubicBezTo>
                  <a:pt x="458588" y="101267"/>
                  <a:pt x="459928" y="102002"/>
                  <a:pt x="461925" y="102002"/>
                </a:cubicBezTo>
                <a:cubicBezTo>
                  <a:pt x="463081" y="102002"/>
                  <a:pt x="464026" y="101871"/>
                  <a:pt x="464761" y="101608"/>
                </a:cubicBezTo>
                <a:cubicBezTo>
                  <a:pt x="465497" y="101345"/>
                  <a:pt x="466548" y="100793"/>
                  <a:pt x="467915" y="99952"/>
                </a:cubicBezTo>
                <a:cubicBezTo>
                  <a:pt x="468231" y="99742"/>
                  <a:pt x="468572" y="99742"/>
                  <a:pt x="468939" y="99952"/>
                </a:cubicBezTo>
                <a:cubicBezTo>
                  <a:pt x="469308" y="100163"/>
                  <a:pt x="469623" y="100452"/>
                  <a:pt x="469885" y="100821"/>
                </a:cubicBezTo>
                <a:cubicBezTo>
                  <a:pt x="470148" y="101188"/>
                  <a:pt x="470331" y="101608"/>
                  <a:pt x="470436" y="102081"/>
                </a:cubicBezTo>
                <a:cubicBezTo>
                  <a:pt x="470541" y="102555"/>
                  <a:pt x="470437" y="102948"/>
                  <a:pt x="470123" y="103263"/>
                </a:cubicBezTo>
                <a:cubicBezTo>
                  <a:pt x="466024" y="108202"/>
                  <a:pt x="461189" y="110672"/>
                  <a:pt x="455617" y="110672"/>
                </a:cubicBezTo>
                <a:cubicBezTo>
                  <a:pt x="452570" y="110672"/>
                  <a:pt x="449969" y="109858"/>
                  <a:pt x="447813" y="108230"/>
                </a:cubicBezTo>
                <a:cubicBezTo>
                  <a:pt x="445660" y="106601"/>
                  <a:pt x="444057" y="104682"/>
                  <a:pt x="443007" y="102474"/>
                </a:cubicBezTo>
                <a:cubicBezTo>
                  <a:pt x="442795" y="101949"/>
                  <a:pt x="442479" y="101897"/>
                  <a:pt x="442059" y="102317"/>
                </a:cubicBezTo>
                <a:cubicBezTo>
                  <a:pt x="439326" y="104734"/>
                  <a:pt x="436147" y="106731"/>
                  <a:pt x="432521" y="108307"/>
                </a:cubicBezTo>
                <a:cubicBezTo>
                  <a:pt x="428895" y="109884"/>
                  <a:pt x="424350" y="110672"/>
                  <a:pt x="418886" y="110672"/>
                </a:cubicBezTo>
                <a:cubicBezTo>
                  <a:pt x="412895" y="110672"/>
                  <a:pt x="408269" y="109070"/>
                  <a:pt x="405011" y="105865"/>
                </a:cubicBezTo>
                <a:cubicBezTo>
                  <a:pt x="401753" y="102660"/>
                  <a:pt x="400125" y="98114"/>
                  <a:pt x="400125" y="92228"/>
                </a:cubicBezTo>
                <a:cubicBezTo>
                  <a:pt x="400125" y="84660"/>
                  <a:pt x="403646" y="78853"/>
                  <a:pt x="410688" y="74807"/>
                </a:cubicBezTo>
                <a:cubicBezTo>
                  <a:pt x="417730" y="70761"/>
                  <a:pt x="427977" y="68737"/>
                  <a:pt x="441429" y="68737"/>
                </a:cubicBezTo>
                <a:cubicBezTo>
                  <a:pt x="441639" y="68737"/>
                  <a:pt x="441796" y="68474"/>
                  <a:pt x="441900" y="67948"/>
                </a:cubicBezTo>
                <a:cubicBezTo>
                  <a:pt x="442006" y="67422"/>
                  <a:pt x="442059" y="66214"/>
                  <a:pt x="442059" y="64323"/>
                </a:cubicBezTo>
                <a:lnTo>
                  <a:pt x="442059" y="60065"/>
                </a:lnTo>
                <a:cubicBezTo>
                  <a:pt x="442059" y="57438"/>
                  <a:pt x="441849" y="54969"/>
                  <a:pt x="441429" y="52656"/>
                </a:cubicBezTo>
                <a:cubicBezTo>
                  <a:pt x="441009" y="50344"/>
                  <a:pt x="440299" y="48320"/>
                  <a:pt x="439300" y="46587"/>
                </a:cubicBezTo>
                <a:cubicBezTo>
                  <a:pt x="438303" y="44853"/>
                  <a:pt x="436910" y="43487"/>
                  <a:pt x="435124" y="42488"/>
                </a:cubicBezTo>
                <a:cubicBezTo>
                  <a:pt x="433337" y="41489"/>
                  <a:pt x="431130" y="40989"/>
                  <a:pt x="428501" y="40989"/>
                </a:cubicBezTo>
                <a:cubicBezTo>
                  <a:pt x="424612" y="40989"/>
                  <a:pt x="421459" y="41752"/>
                  <a:pt x="419043" y="43277"/>
                </a:cubicBezTo>
                <a:cubicBezTo>
                  <a:pt x="416626" y="44800"/>
                  <a:pt x="415417" y="46770"/>
                  <a:pt x="415417" y="49187"/>
                </a:cubicBezTo>
                <a:cubicBezTo>
                  <a:pt x="415417" y="50344"/>
                  <a:pt x="415785" y="51473"/>
                  <a:pt x="416519" y="52577"/>
                </a:cubicBezTo>
                <a:cubicBezTo>
                  <a:pt x="417255" y="53680"/>
                  <a:pt x="417623" y="54810"/>
                  <a:pt x="417623" y="55966"/>
                </a:cubicBezTo>
                <a:cubicBezTo>
                  <a:pt x="417623" y="57438"/>
                  <a:pt x="416887" y="58858"/>
                  <a:pt x="415415" y="60224"/>
                </a:cubicBezTo>
                <a:cubicBezTo>
                  <a:pt x="413944" y="61590"/>
                  <a:pt x="412158" y="62274"/>
                  <a:pt x="410058" y="62274"/>
                </a:cubicBezTo>
                <a:cubicBezTo>
                  <a:pt x="407219" y="62274"/>
                  <a:pt x="405195" y="61512"/>
                  <a:pt x="403986" y="59988"/>
                </a:cubicBezTo>
                <a:cubicBezTo>
                  <a:pt x="402778" y="58463"/>
                  <a:pt x="402174" y="56597"/>
                  <a:pt x="402174" y="54391"/>
                </a:cubicBezTo>
                <a:cubicBezTo>
                  <a:pt x="402174" y="51764"/>
                  <a:pt x="402910" y="49267"/>
                  <a:pt x="404380" y="46902"/>
                </a:cubicBezTo>
                <a:cubicBezTo>
                  <a:pt x="405853" y="44536"/>
                  <a:pt x="407849" y="42513"/>
                  <a:pt x="410370" y="40833"/>
                </a:cubicBezTo>
                <a:cubicBezTo>
                  <a:pt x="412893" y="39150"/>
                  <a:pt x="415836" y="37810"/>
                  <a:pt x="419199" y="36813"/>
                </a:cubicBezTo>
                <a:cubicBezTo>
                  <a:pt x="422563" y="35814"/>
                  <a:pt x="426085" y="35314"/>
                  <a:pt x="429764" y="35314"/>
                </a:cubicBezTo>
                <a:cubicBezTo>
                  <a:pt x="438171" y="35314"/>
                  <a:pt x="444792" y="37259"/>
                  <a:pt x="449627" y="41148"/>
                </a:cubicBezTo>
                <a:cubicBezTo>
                  <a:pt x="454462" y="45037"/>
                  <a:pt x="456880" y="51501"/>
                  <a:pt x="456880" y="60539"/>
                </a:cubicBezTo>
                <a:lnTo>
                  <a:pt x="456880" y="92069"/>
                </a:lnTo>
                <a:close/>
                <a:moveTo>
                  <a:pt x="525331" y="37679"/>
                </a:moveTo>
                <a:cubicBezTo>
                  <a:pt x="525017" y="38835"/>
                  <a:pt x="524728" y="40254"/>
                  <a:pt x="524465" y="41937"/>
                </a:cubicBezTo>
                <a:cubicBezTo>
                  <a:pt x="524202" y="43617"/>
                  <a:pt x="524071" y="45404"/>
                  <a:pt x="524071" y="47296"/>
                </a:cubicBezTo>
                <a:cubicBezTo>
                  <a:pt x="524071" y="49293"/>
                  <a:pt x="524123" y="51369"/>
                  <a:pt x="524227" y="53524"/>
                </a:cubicBezTo>
                <a:cubicBezTo>
                  <a:pt x="524333" y="55678"/>
                  <a:pt x="524386" y="57333"/>
                  <a:pt x="524386" y="58490"/>
                </a:cubicBezTo>
                <a:cubicBezTo>
                  <a:pt x="524386" y="58806"/>
                  <a:pt x="524176" y="59069"/>
                  <a:pt x="523756" y="59279"/>
                </a:cubicBezTo>
                <a:cubicBezTo>
                  <a:pt x="523336" y="59489"/>
                  <a:pt x="522862" y="59620"/>
                  <a:pt x="522336" y="59673"/>
                </a:cubicBezTo>
                <a:cubicBezTo>
                  <a:pt x="521812" y="59725"/>
                  <a:pt x="521339" y="59672"/>
                  <a:pt x="520917" y="59514"/>
                </a:cubicBezTo>
                <a:cubicBezTo>
                  <a:pt x="520497" y="59357"/>
                  <a:pt x="520235" y="59121"/>
                  <a:pt x="520131" y="58805"/>
                </a:cubicBezTo>
                <a:cubicBezTo>
                  <a:pt x="518974" y="53235"/>
                  <a:pt x="517082" y="48952"/>
                  <a:pt x="514453" y="45956"/>
                </a:cubicBezTo>
                <a:cubicBezTo>
                  <a:pt x="511826" y="42961"/>
                  <a:pt x="507623" y="41463"/>
                  <a:pt x="501843" y="41463"/>
                </a:cubicBezTo>
                <a:cubicBezTo>
                  <a:pt x="497954" y="41463"/>
                  <a:pt x="494748" y="42436"/>
                  <a:pt x="492226" y="44381"/>
                </a:cubicBezTo>
                <a:cubicBezTo>
                  <a:pt x="489703" y="46325"/>
                  <a:pt x="488442" y="48926"/>
                  <a:pt x="488442" y="52185"/>
                </a:cubicBezTo>
                <a:cubicBezTo>
                  <a:pt x="488442" y="54916"/>
                  <a:pt x="489492" y="57017"/>
                  <a:pt x="491593" y="58490"/>
                </a:cubicBezTo>
                <a:cubicBezTo>
                  <a:pt x="493695" y="59960"/>
                  <a:pt x="496481" y="61327"/>
                  <a:pt x="499950" y="62589"/>
                </a:cubicBezTo>
                <a:cubicBezTo>
                  <a:pt x="501422" y="63115"/>
                  <a:pt x="503183" y="63772"/>
                  <a:pt x="505233" y="64561"/>
                </a:cubicBezTo>
                <a:cubicBezTo>
                  <a:pt x="507282" y="65349"/>
                  <a:pt x="508937" y="66005"/>
                  <a:pt x="510198" y="66529"/>
                </a:cubicBezTo>
                <a:cubicBezTo>
                  <a:pt x="512931" y="67791"/>
                  <a:pt x="515479" y="69106"/>
                  <a:pt x="517843" y="70472"/>
                </a:cubicBezTo>
                <a:cubicBezTo>
                  <a:pt x="520208" y="71838"/>
                  <a:pt x="522258" y="73441"/>
                  <a:pt x="523992" y="75281"/>
                </a:cubicBezTo>
                <a:cubicBezTo>
                  <a:pt x="525727" y="77119"/>
                  <a:pt x="527093" y="79194"/>
                  <a:pt x="528091" y="81506"/>
                </a:cubicBezTo>
                <a:cubicBezTo>
                  <a:pt x="529090" y="83819"/>
                  <a:pt x="529589" y="86500"/>
                  <a:pt x="529589" y="89548"/>
                </a:cubicBezTo>
                <a:cubicBezTo>
                  <a:pt x="529589" y="93542"/>
                  <a:pt x="528748" y="96878"/>
                  <a:pt x="527066" y="99558"/>
                </a:cubicBezTo>
                <a:cubicBezTo>
                  <a:pt x="525385" y="102238"/>
                  <a:pt x="523231" y="104392"/>
                  <a:pt x="520602" y="106022"/>
                </a:cubicBezTo>
                <a:cubicBezTo>
                  <a:pt x="517975" y="107651"/>
                  <a:pt x="514980" y="108833"/>
                  <a:pt x="511617" y="109568"/>
                </a:cubicBezTo>
                <a:cubicBezTo>
                  <a:pt x="508254" y="110304"/>
                  <a:pt x="504943" y="110672"/>
                  <a:pt x="501684" y="110672"/>
                </a:cubicBezTo>
                <a:cubicBezTo>
                  <a:pt x="498952" y="110672"/>
                  <a:pt x="495904" y="110357"/>
                  <a:pt x="492541" y="109726"/>
                </a:cubicBezTo>
                <a:cubicBezTo>
                  <a:pt x="489178" y="109096"/>
                  <a:pt x="486235" y="108203"/>
                  <a:pt x="483712" y="107047"/>
                </a:cubicBezTo>
                <a:cubicBezTo>
                  <a:pt x="483082" y="106837"/>
                  <a:pt x="482425" y="106942"/>
                  <a:pt x="481742" y="107362"/>
                </a:cubicBezTo>
                <a:cubicBezTo>
                  <a:pt x="481059" y="107782"/>
                  <a:pt x="480612" y="108570"/>
                  <a:pt x="480402" y="109726"/>
                </a:cubicBezTo>
                <a:cubicBezTo>
                  <a:pt x="480402" y="110042"/>
                  <a:pt x="480166" y="110252"/>
                  <a:pt x="479692" y="110357"/>
                </a:cubicBezTo>
                <a:cubicBezTo>
                  <a:pt x="479219" y="110463"/>
                  <a:pt x="478720" y="110515"/>
                  <a:pt x="478194" y="110515"/>
                </a:cubicBezTo>
                <a:cubicBezTo>
                  <a:pt x="477774" y="110515"/>
                  <a:pt x="477353" y="110436"/>
                  <a:pt x="476933" y="110277"/>
                </a:cubicBezTo>
                <a:cubicBezTo>
                  <a:pt x="476513" y="110120"/>
                  <a:pt x="476303" y="109884"/>
                  <a:pt x="476303" y="109570"/>
                </a:cubicBezTo>
                <a:cubicBezTo>
                  <a:pt x="476303" y="108728"/>
                  <a:pt x="476408" y="107572"/>
                  <a:pt x="476618" y="106101"/>
                </a:cubicBezTo>
                <a:cubicBezTo>
                  <a:pt x="476828" y="104629"/>
                  <a:pt x="476933" y="103263"/>
                  <a:pt x="476933" y="102002"/>
                </a:cubicBezTo>
                <a:cubicBezTo>
                  <a:pt x="476933" y="100740"/>
                  <a:pt x="476854" y="99347"/>
                  <a:pt x="476695" y="97824"/>
                </a:cubicBezTo>
                <a:cubicBezTo>
                  <a:pt x="476538" y="96300"/>
                  <a:pt x="476381" y="94803"/>
                  <a:pt x="476224" y="93332"/>
                </a:cubicBezTo>
                <a:cubicBezTo>
                  <a:pt x="476066" y="91860"/>
                  <a:pt x="475935" y="90546"/>
                  <a:pt x="475829" y="89390"/>
                </a:cubicBezTo>
                <a:cubicBezTo>
                  <a:pt x="475725" y="88233"/>
                  <a:pt x="475673" y="87392"/>
                  <a:pt x="475673" y="86866"/>
                </a:cubicBezTo>
                <a:cubicBezTo>
                  <a:pt x="475673" y="86446"/>
                  <a:pt x="475883" y="86131"/>
                  <a:pt x="476303" y="85921"/>
                </a:cubicBezTo>
                <a:cubicBezTo>
                  <a:pt x="476723" y="85711"/>
                  <a:pt x="477195" y="85580"/>
                  <a:pt x="477720" y="85529"/>
                </a:cubicBezTo>
                <a:cubicBezTo>
                  <a:pt x="478246" y="85476"/>
                  <a:pt x="478745" y="85528"/>
                  <a:pt x="479219" y="85685"/>
                </a:cubicBezTo>
                <a:cubicBezTo>
                  <a:pt x="479692" y="85842"/>
                  <a:pt x="479981" y="86131"/>
                  <a:pt x="480087" y="86551"/>
                </a:cubicBezTo>
                <a:cubicBezTo>
                  <a:pt x="480822" y="89600"/>
                  <a:pt x="481767" y="92280"/>
                  <a:pt x="482923" y="94593"/>
                </a:cubicBezTo>
                <a:cubicBezTo>
                  <a:pt x="484079" y="96904"/>
                  <a:pt x="485524" y="98848"/>
                  <a:pt x="487258" y="100426"/>
                </a:cubicBezTo>
                <a:cubicBezTo>
                  <a:pt x="488993" y="102003"/>
                  <a:pt x="491096" y="103186"/>
                  <a:pt x="493566" y="103975"/>
                </a:cubicBezTo>
                <a:cubicBezTo>
                  <a:pt x="496035" y="104762"/>
                  <a:pt x="499005" y="105156"/>
                  <a:pt x="502473" y="105156"/>
                </a:cubicBezTo>
                <a:cubicBezTo>
                  <a:pt x="506257" y="105156"/>
                  <a:pt x="509330" y="104105"/>
                  <a:pt x="511694" y="102002"/>
                </a:cubicBezTo>
                <a:cubicBezTo>
                  <a:pt x="514060" y="99900"/>
                  <a:pt x="515242" y="96957"/>
                  <a:pt x="515242" y="93174"/>
                </a:cubicBezTo>
                <a:cubicBezTo>
                  <a:pt x="515242" y="89811"/>
                  <a:pt x="514060" y="87157"/>
                  <a:pt x="511694" y="85213"/>
                </a:cubicBezTo>
                <a:cubicBezTo>
                  <a:pt x="509330" y="83268"/>
                  <a:pt x="506572" y="81559"/>
                  <a:pt x="503419" y="80087"/>
                </a:cubicBezTo>
                <a:cubicBezTo>
                  <a:pt x="501947" y="79457"/>
                  <a:pt x="500449" y="78827"/>
                  <a:pt x="498925" y="78196"/>
                </a:cubicBezTo>
                <a:cubicBezTo>
                  <a:pt x="497402" y="77566"/>
                  <a:pt x="495852" y="76936"/>
                  <a:pt x="494275" y="76305"/>
                </a:cubicBezTo>
                <a:cubicBezTo>
                  <a:pt x="491963" y="75359"/>
                  <a:pt x="489677" y="74387"/>
                  <a:pt x="487417" y="73390"/>
                </a:cubicBezTo>
                <a:cubicBezTo>
                  <a:pt x="485157" y="72391"/>
                  <a:pt x="483160" y="71155"/>
                  <a:pt x="481425" y="69683"/>
                </a:cubicBezTo>
                <a:cubicBezTo>
                  <a:pt x="479691" y="68211"/>
                  <a:pt x="478299" y="66371"/>
                  <a:pt x="477248" y="64164"/>
                </a:cubicBezTo>
                <a:cubicBezTo>
                  <a:pt x="476198" y="61958"/>
                  <a:pt x="475673" y="59225"/>
                  <a:pt x="475673" y="55966"/>
                </a:cubicBezTo>
                <a:cubicBezTo>
                  <a:pt x="475673" y="52183"/>
                  <a:pt x="476487" y="48978"/>
                  <a:pt x="478114" y="46351"/>
                </a:cubicBezTo>
                <a:cubicBezTo>
                  <a:pt x="479744" y="43723"/>
                  <a:pt x="481845" y="41594"/>
                  <a:pt x="484419" y="39967"/>
                </a:cubicBezTo>
                <a:cubicBezTo>
                  <a:pt x="486995" y="38337"/>
                  <a:pt x="489859" y="37154"/>
                  <a:pt x="493012" y="36418"/>
                </a:cubicBezTo>
                <a:cubicBezTo>
                  <a:pt x="496167" y="35682"/>
                  <a:pt x="499268" y="35314"/>
                  <a:pt x="502315" y="35314"/>
                </a:cubicBezTo>
                <a:cubicBezTo>
                  <a:pt x="505258" y="35314"/>
                  <a:pt x="507859" y="35656"/>
                  <a:pt x="510118" y="36339"/>
                </a:cubicBezTo>
                <a:cubicBezTo>
                  <a:pt x="512378" y="37022"/>
                  <a:pt x="514874" y="38257"/>
                  <a:pt x="517607" y="40044"/>
                </a:cubicBezTo>
                <a:cubicBezTo>
                  <a:pt x="518027" y="40254"/>
                  <a:pt x="518579" y="40228"/>
                  <a:pt x="519262" y="39967"/>
                </a:cubicBezTo>
                <a:cubicBezTo>
                  <a:pt x="519945" y="39704"/>
                  <a:pt x="520497" y="38836"/>
                  <a:pt x="520917" y="37364"/>
                </a:cubicBezTo>
                <a:cubicBezTo>
                  <a:pt x="521023" y="36944"/>
                  <a:pt x="521338" y="36681"/>
                  <a:pt x="521863" y="36577"/>
                </a:cubicBezTo>
                <a:cubicBezTo>
                  <a:pt x="522389" y="36471"/>
                  <a:pt x="522915" y="36445"/>
                  <a:pt x="523441" y="36498"/>
                </a:cubicBezTo>
                <a:cubicBezTo>
                  <a:pt x="523967" y="36549"/>
                  <a:pt x="524440" y="36681"/>
                  <a:pt x="524860" y="36892"/>
                </a:cubicBezTo>
                <a:cubicBezTo>
                  <a:pt x="525280" y="37102"/>
                  <a:pt x="525437" y="37365"/>
                  <a:pt x="525331" y="37679"/>
                </a:cubicBezTo>
                <a:close/>
                <a:moveTo>
                  <a:pt x="559417" y="84816"/>
                </a:moveTo>
                <a:cubicBezTo>
                  <a:pt x="559417" y="90702"/>
                  <a:pt x="560074" y="95064"/>
                  <a:pt x="561387" y="97903"/>
                </a:cubicBezTo>
                <a:cubicBezTo>
                  <a:pt x="562701" y="100740"/>
                  <a:pt x="565092" y="102158"/>
                  <a:pt x="568561" y="102158"/>
                </a:cubicBezTo>
                <a:cubicBezTo>
                  <a:pt x="570978" y="102158"/>
                  <a:pt x="573263" y="101791"/>
                  <a:pt x="575417" y="101057"/>
                </a:cubicBezTo>
                <a:cubicBezTo>
                  <a:pt x="577572" y="100321"/>
                  <a:pt x="579228" y="99532"/>
                  <a:pt x="580384" y="98692"/>
                </a:cubicBezTo>
                <a:cubicBezTo>
                  <a:pt x="580700" y="98482"/>
                  <a:pt x="581068" y="98455"/>
                  <a:pt x="581489" y="98613"/>
                </a:cubicBezTo>
                <a:cubicBezTo>
                  <a:pt x="581909" y="98770"/>
                  <a:pt x="582276" y="99033"/>
                  <a:pt x="582590" y="99402"/>
                </a:cubicBezTo>
                <a:cubicBezTo>
                  <a:pt x="582906" y="99769"/>
                  <a:pt x="583143" y="100163"/>
                  <a:pt x="583300" y="100583"/>
                </a:cubicBezTo>
                <a:cubicBezTo>
                  <a:pt x="583459" y="101003"/>
                  <a:pt x="583433" y="101371"/>
                  <a:pt x="583223" y="101687"/>
                </a:cubicBezTo>
                <a:cubicBezTo>
                  <a:pt x="581226" y="104944"/>
                  <a:pt x="578625" y="107256"/>
                  <a:pt x="575419" y="108622"/>
                </a:cubicBezTo>
                <a:cubicBezTo>
                  <a:pt x="572213" y="109989"/>
                  <a:pt x="568456" y="110672"/>
                  <a:pt x="564147" y="110672"/>
                </a:cubicBezTo>
                <a:cubicBezTo>
                  <a:pt x="557000" y="110672"/>
                  <a:pt x="551956" y="109070"/>
                  <a:pt x="549013" y="105865"/>
                </a:cubicBezTo>
                <a:cubicBezTo>
                  <a:pt x="546070" y="102660"/>
                  <a:pt x="544599" y="97641"/>
                  <a:pt x="544599" y="90809"/>
                </a:cubicBezTo>
                <a:lnTo>
                  <a:pt x="544599" y="50291"/>
                </a:lnTo>
                <a:cubicBezTo>
                  <a:pt x="544599" y="49031"/>
                  <a:pt x="544546" y="48033"/>
                  <a:pt x="544440" y="47296"/>
                </a:cubicBezTo>
                <a:cubicBezTo>
                  <a:pt x="544336" y="46560"/>
                  <a:pt x="544021" y="46035"/>
                  <a:pt x="543495" y="45721"/>
                </a:cubicBezTo>
                <a:cubicBezTo>
                  <a:pt x="542969" y="45405"/>
                  <a:pt x="542101" y="45220"/>
                  <a:pt x="540892" y="45167"/>
                </a:cubicBezTo>
                <a:cubicBezTo>
                  <a:pt x="539684" y="45115"/>
                  <a:pt x="537977" y="45088"/>
                  <a:pt x="535770" y="45088"/>
                </a:cubicBezTo>
                <a:cubicBezTo>
                  <a:pt x="535454" y="45088"/>
                  <a:pt x="535191" y="44773"/>
                  <a:pt x="534981" y="44143"/>
                </a:cubicBezTo>
                <a:cubicBezTo>
                  <a:pt x="534771" y="43512"/>
                  <a:pt x="534640" y="42829"/>
                  <a:pt x="534587" y="42093"/>
                </a:cubicBezTo>
                <a:cubicBezTo>
                  <a:pt x="534534" y="41357"/>
                  <a:pt x="534612" y="40674"/>
                  <a:pt x="534822" y="40044"/>
                </a:cubicBezTo>
                <a:cubicBezTo>
                  <a:pt x="535034" y="39413"/>
                  <a:pt x="535350" y="39098"/>
                  <a:pt x="535770" y="39098"/>
                </a:cubicBezTo>
                <a:cubicBezTo>
                  <a:pt x="538397" y="38888"/>
                  <a:pt x="540656" y="38494"/>
                  <a:pt x="542547" y="37917"/>
                </a:cubicBezTo>
                <a:cubicBezTo>
                  <a:pt x="544439" y="37338"/>
                  <a:pt x="546042" y="36418"/>
                  <a:pt x="547356" y="35158"/>
                </a:cubicBezTo>
                <a:cubicBezTo>
                  <a:pt x="548671" y="33896"/>
                  <a:pt x="549722" y="32188"/>
                  <a:pt x="550509" y="30034"/>
                </a:cubicBezTo>
                <a:cubicBezTo>
                  <a:pt x="551298" y="27878"/>
                  <a:pt x="551955" y="25067"/>
                  <a:pt x="552479" y="21600"/>
                </a:cubicBezTo>
                <a:cubicBezTo>
                  <a:pt x="552585" y="20968"/>
                  <a:pt x="553006" y="20495"/>
                  <a:pt x="553742" y="20181"/>
                </a:cubicBezTo>
                <a:cubicBezTo>
                  <a:pt x="554479" y="19865"/>
                  <a:pt x="555267" y="19707"/>
                  <a:pt x="556107" y="19707"/>
                </a:cubicBezTo>
                <a:cubicBezTo>
                  <a:pt x="556947" y="19707"/>
                  <a:pt x="557709" y="19838"/>
                  <a:pt x="558392" y="20101"/>
                </a:cubicBezTo>
                <a:cubicBezTo>
                  <a:pt x="559076" y="20364"/>
                  <a:pt x="559417" y="20706"/>
                  <a:pt x="559417" y="21126"/>
                </a:cubicBezTo>
                <a:lnTo>
                  <a:pt x="559417" y="34684"/>
                </a:lnTo>
                <a:cubicBezTo>
                  <a:pt x="559417" y="36366"/>
                  <a:pt x="559496" y="37339"/>
                  <a:pt x="559653" y="37602"/>
                </a:cubicBezTo>
                <a:cubicBezTo>
                  <a:pt x="559812" y="37863"/>
                  <a:pt x="560469" y="37994"/>
                  <a:pt x="561626" y="37994"/>
                </a:cubicBezTo>
                <a:lnTo>
                  <a:pt x="578020" y="37994"/>
                </a:lnTo>
                <a:cubicBezTo>
                  <a:pt x="578756" y="37994"/>
                  <a:pt x="579229" y="38415"/>
                  <a:pt x="579439" y="39257"/>
                </a:cubicBezTo>
                <a:cubicBezTo>
                  <a:pt x="579649" y="40097"/>
                  <a:pt x="579754" y="40833"/>
                  <a:pt x="579754" y="41463"/>
                </a:cubicBezTo>
                <a:cubicBezTo>
                  <a:pt x="579754" y="42093"/>
                  <a:pt x="579623" y="42855"/>
                  <a:pt x="579360" y="43748"/>
                </a:cubicBezTo>
                <a:cubicBezTo>
                  <a:pt x="579098" y="44641"/>
                  <a:pt x="578547" y="45088"/>
                  <a:pt x="577705" y="45088"/>
                </a:cubicBezTo>
                <a:lnTo>
                  <a:pt x="560837" y="45088"/>
                </a:lnTo>
                <a:cubicBezTo>
                  <a:pt x="560100" y="45088"/>
                  <a:pt x="559679" y="45273"/>
                  <a:pt x="559574" y="45641"/>
                </a:cubicBezTo>
                <a:cubicBezTo>
                  <a:pt x="559469" y="46009"/>
                  <a:pt x="559417" y="47349"/>
                  <a:pt x="559417" y="49661"/>
                </a:cubicBezTo>
                <a:lnTo>
                  <a:pt x="559417" y="848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65D49-3279-4BB1-AF00-A8A64DB8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213" y="2037071"/>
            <a:ext cx="215299" cy="92790"/>
          </a:xfrm>
          <a:custGeom xmlns:a="http://schemas.openxmlformats.org/drawingml/2006/main">
            <a:pathLst>
              <a:path w="215299" h="92790" fill="none">
                <a:moveTo>
                  <a:pt x="215299" y="0"/>
                </a:moveTo>
                <a:lnTo>
                  <a:pt x="0" y="92790"/>
                </a:lnTo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47A118-977A-47F1-AD66-98C322B5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986" y="2037073"/>
            <a:ext cx="246236" cy="94577"/>
          </a:xfrm>
          <a:custGeom xmlns:a="http://schemas.openxmlformats.org/drawingml/2006/main">
            <a:pathLst>
              <a:path w="246236" h="94577" fill="none">
                <a:moveTo>
                  <a:pt x="246236" y="945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pic>
        <p:nvPicPr>
          <p:cNvPr id="1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7bcf574cc44ae"/>
          <a:stretch xmlns:a="http://schemas.openxmlformats.org/drawingml/2006/main"/>
        </p:blipFill>
        <p:spPr>
          <a:xfrm xmlns:a="http://schemas.openxmlformats.org/drawingml/2006/main">
            <a:off x="10244338" y="1842058"/>
            <a:ext cx="615833" cy="394133"/>
          </a:xfrm>
          <a:prstGeom xmlns:a="http://schemas.openxmlformats.org/drawingml/2006/main" prst="rect">
            <a:avLst/>
          </a:prstGeom>
        </p:spPr>
      </p:pic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02E512-6E4C-4963-B306-75D09D97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245" y="1894200"/>
            <a:ext cx="512372" cy="290672"/>
          </a:xfrm>
          <a:custGeom xmlns:a="http://schemas.openxmlformats.org/drawingml/2006/main">
            <a:pathLst>
              <a:path w="512372" h="290672">
                <a:moveTo>
                  <a:pt x="0" y="68489"/>
                </a:moveTo>
                <a:cubicBezTo>
                  <a:pt x="0" y="30662"/>
                  <a:pt x="30664" y="0"/>
                  <a:pt x="68489" y="0"/>
                </a:cubicBezTo>
                <a:lnTo>
                  <a:pt x="443886" y="0"/>
                </a:lnTo>
                <a:cubicBezTo>
                  <a:pt x="481710" y="0"/>
                  <a:pt x="512372" y="30662"/>
                  <a:pt x="512372" y="68489"/>
                </a:cubicBezTo>
                <a:lnTo>
                  <a:pt x="512372" y="222186"/>
                </a:lnTo>
                <a:cubicBezTo>
                  <a:pt x="512372" y="260010"/>
                  <a:pt x="481710" y="290672"/>
                  <a:pt x="443886" y="290672"/>
                </a:cubicBezTo>
                <a:lnTo>
                  <a:pt x="68489" y="290672"/>
                </a:lnTo>
                <a:cubicBezTo>
                  <a:pt x="30664" y="290672"/>
                  <a:pt x="0" y="260010"/>
                  <a:pt x="0" y="222186"/>
                </a:cubicBezTo>
                <a:lnTo>
                  <a:pt x="0" y="68489"/>
                </a:lnTo>
                <a:close/>
              </a:path>
            </a:pathLst>
          </a:custGeom>
          <a:solidFill xmlns:a="http://schemas.openxmlformats.org/drawingml/2006/main">
            <a:srgbClr val="EBFBE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EDDED-4393-491B-8B64-99ECC485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245" y="1894200"/>
            <a:ext cx="512373" cy="290674"/>
          </a:xfrm>
          <a:custGeom xmlns:a="http://schemas.openxmlformats.org/drawingml/2006/main">
            <a:pathLst>
              <a:path w="512373" h="290674" fill="none">
                <a:moveTo>
                  <a:pt x="0" y="68489"/>
                </a:moveTo>
                <a:cubicBezTo>
                  <a:pt x="0" y="30663"/>
                  <a:pt x="30663" y="0"/>
                  <a:pt x="68488" y="0"/>
                </a:cubicBezTo>
                <a:lnTo>
                  <a:pt x="443885" y="0"/>
                </a:lnTo>
                <a:cubicBezTo>
                  <a:pt x="481710" y="0"/>
                  <a:pt x="512373" y="30663"/>
                  <a:pt x="512373" y="68489"/>
                </a:cubicBezTo>
                <a:lnTo>
                  <a:pt x="512373" y="222185"/>
                </a:lnTo>
                <a:cubicBezTo>
                  <a:pt x="512373" y="260010"/>
                  <a:pt x="481710" y="290674"/>
                  <a:pt x="443885" y="290674"/>
                </a:cubicBezTo>
                <a:lnTo>
                  <a:pt x="68488" y="290674"/>
                </a:lnTo>
                <a:cubicBezTo>
                  <a:pt x="30663" y="290674"/>
                  <a:pt x="0" y="260010"/>
                  <a:pt x="0" y="222185"/>
                </a:cubicBezTo>
                <a:lnTo>
                  <a:pt x="0" y="684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sp>
        <p:nvSpPr>
          <p:cNvPr id="390" name="Text RMP">
            <a:extLst xmlns:a="http://schemas.openxmlformats.org/drawingml/2006/main">
              <a:ext uri="{FF2B5EF4-FFF2-40B4-BE49-F238E27FC236}">
                <a16:creationId xmlns:a16="http://schemas.microsoft.com/office/drawing/2014/main" id="{0A0592EB-39CF-4285-8E05-E5041502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5017" y="1970417"/>
            <a:ext cx="396060" cy="132755"/>
          </a:xfrm>
          <a:custGeom xmlns:a="http://schemas.openxmlformats.org/drawingml/2006/main">
            <a:pathLst>
              <a:path w="396060" h="132755">
                <a:moveTo>
                  <a:pt x="27715" y="81862"/>
                </a:moveTo>
                <a:lnTo>
                  <a:pt x="49315" y="81862"/>
                </a:lnTo>
                <a:lnTo>
                  <a:pt x="49950" y="81867"/>
                </a:lnTo>
                <a:lnTo>
                  <a:pt x="50574" y="81881"/>
                </a:lnTo>
                <a:lnTo>
                  <a:pt x="51186" y="81905"/>
                </a:lnTo>
                <a:lnTo>
                  <a:pt x="51787" y="81938"/>
                </a:lnTo>
                <a:lnTo>
                  <a:pt x="52377" y="81980"/>
                </a:lnTo>
                <a:lnTo>
                  <a:pt x="52955" y="82032"/>
                </a:lnTo>
                <a:lnTo>
                  <a:pt x="53521" y="82094"/>
                </a:lnTo>
                <a:lnTo>
                  <a:pt x="54076" y="82164"/>
                </a:lnTo>
                <a:lnTo>
                  <a:pt x="54620" y="82245"/>
                </a:lnTo>
                <a:lnTo>
                  <a:pt x="55152" y="82334"/>
                </a:lnTo>
                <a:lnTo>
                  <a:pt x="55673" y="82433"/>
                </a:lnTo>
                <a:lnTo>
                  <a:pt x="56182" y="82542"/>
                </a:lnTo>
                <a:lnTo>
                  <a:pt x="56679" y="82660"/>
                </a:lnTo>
                <a:lnTo>
                  <a:pt x="57166" y="82787"/>
                </a:lnTo>
                <a:lnTo>
                  <a:pt x="57640" y="82924"/>
                </a:lnTo>
                <a:lnTo>
                  <a:pt x="58104" y="83071"/>
                </a:lnTo>
                <a:lnTo>
                  <a:pt x="58555" y="83226"/>
                </a:lnTo>
                <a:lnTo>
                  <a:pt x="58996" y="83392"/>
                </a:lnTo>
                <a:lnTo>
                  <a:pt x="59425" y="83566"/>
                </a:lnTo>
                <a:lnTo>
                  <a:pt x="59842" y="83750"/>
                </a:lnTo>
                <a:lnTo>
                  <a:pt x="60248" y="83944"/>
                </a:lnTo>
                <a:lnTo>
                  <a:pt x="60642" y="84147"/>
                </a:lnTo>
                <a:lnTo>
                  <a:pt x="61025" y="84359"/>
                </a:lnTo>
                <a:lnTo>
                  <a:pt x="61397" y="84581"/>
                </a:lnTo>
                <a:lnTo>
                  <a:pt x="61759" y="84812"/>
                </a:lnTo>
                <a:lnTo>
                  <a:pt x="62116" y="85053"/>
                </a:lnTo>
                <a:lnTo>
                  <a:pt x="62466" y="85304"/>
                </a:lnTo>
                <a:lnTo>
                  <a:pt x="62809" y="85564"/>
                </a:lnTo>
                <a:lnTo>
                  <a:pt x="63146" y="85835"/>
                </a:lnTo>
                <a:lnTo>
                  <a:pt x="63477" y="86115"/>
                </a:lnTo>
                <a:lnTo>
                  <a:pt x="63802" y="86405"/>
                </a:lnTo>
                <a:lnTo>
                  <a:pt x="64120" y="86704"/>
                </a:lnTo>
                <a:lnTo>
                  <a:pt x="64432" y="87014"/>
                </a:lnTo>
                <a:lnTo>
                  <a:pt x="64738" y="87333"/>
                </a:lnTo>
                <a:lnTo>
                  <a:pt x="65037" y="87662"/>
                </a:lnTo>
                <a:lnTo>
                  <a:pt x="65330" y="88001"/>
                </a:lnTo>
                <a:lnTo>
                  <a:pt x="65616" y="88350"/>
                </a:lnTo>
                <a:lnTo>
                  <a:pt x="65896" y="88708"/>
                </a:lnTo>
                <a:lnTo>
                  <a:pt x="66170" y="89077"/>
                </a:lnTo>
                <a:lnTo>
                  <a:pt x="66438" y="89455"/>
                </a:lnTo>
                <a:lnTo>
                  <a:pt x="66699" y="89843"/>
                </a:lnTo>
                <a:lnTo>
                  <a:pt x="66954" y="90240"/>
                </a:lnTo>
                <a:lnTo>
                  <a:pt x="67203" y="90648"/>
                </a:lnTo>
                <a:lnTo>
                  <a:pt x="67445" y="91065"/>
                </a:lnTo>
                <a:lnTo>
                  <a:pt x="67681" y="91492"/>
                </a:lnTo>
                <a:lnTo>
                  <a:pt x="67910" y="91929"/>
                </a:lnTo>
                <a:lnTo>
                  <a:pt x="68133" y="92375"/>
                </a:lnTo>
                <a:lnTo>
                  <a:pt x="68350" y="92832"/>
                </a:lnTo>
                <a:lnTo>
                  <a:pt x="68563" y="93298"/>
                </a:lnTo>
                <a:lnTo>
                  <a:pt x="68773" y="93776"/>
                </a:lnTo>
                <a:lnTo>
                  <a:pt x="68982" y="94264"/>
                </a:lnTo>
                <a:lnTo>
                  <a:pt x="69189" y="94764"/>
                </a:lnTo>
                <a:lnTo>
                  <a:pt x="69393" y="95274"/>
                </a:lnTo>
                <a:lnTo>
                  <a:pt x="69595" y="95796"/>
                </a:lnTo>
                <a:lnTo>
                  <a:pt x="69796" y="96328"/>
                </a:lnTo>
                <a:lnTo>
                  <a:pt x="69994" y="96872"/>
                </a:lnTo>
                <a:lnTo>
                  <a:pt x="70190" y="97426"/>
                </a:lnTo>
                <a:lnTo>
                  <a:pt x="70384" y="97992"/>
                </a:lnTo>
                <a:lnTo>
                  <a:pt x="70577" y="98568"/>
                </a:lnTo>
                <a:lnTo>
                  <a:pt x="70767" y="99156"/>
                </a:lnTo>
                <a:lnTo>
                  <a:pt x="70955" y="99754"/>
                </a:lnTo>
                <a:lnTo>
                  <a:pt x="71141" y="100364"/>
                </a:lnTo>
                <a:lnTo>
                  <a:pt x="71324" y="100984"/>
                </a:lnTo>
                <a:lnTo>
                  <a:pt x="71506" y="101615"/>
                </a:lnTo>
                <a:lnTo>
                  <a:pt x="71686" y="102258"/>
                </a:lnTo>
                <a:lnTo>
                  <a:pt x="71864" y="102911"/>
                </a:lnTo>
                <a:lnTo>
                  <a:pt x="72040" y="103575"/>
                </a:lnTo>
                <a:lnTo>
                  <a:pt x="72213" y="104251"/>
                </a:lnTo>
                <a:lnTo>
                  <a:pt x="72385" y="104937"/>
                </a:lnTo>
                <a:lnTo>
                  <a:pt x="72554" y="105635"/>
                </a:lnTo>
                <a:lnTo>
                  <a:pt x="72722" y="106343"/>
                </a:lnTo>
                <a:lnTo>
                  <a:pt x="72887" y="107062"/>
                </a:lnTo>
                <a:lnTo>
                  <a:pt x="79101" y="132755"/>
                </a:lnTo>
                <a:lnTo>
                  <a:pt x="108098" y="132755"/>
                </a:lnTo>
                <a:lnTo>
                  <a:pt x="99320" y="101539"/>
                </a:lnTo>
                <a:lnTo>
                  <a:pt x="99105" y="100762"/>
                </a:lnTo>
                <a:lnTo>
                  <a:pt x="98889" y="99995"/>
                </a:lnTo>
                <a:lnTo>
                  <a:pt x="98670" y="99239"/>
                </a:lnTo>
                <a:lnTo>
                  <a:pt x="98450" y="98493"/>
                </a:lnTo>
                <a:lnTo>
                  <a:pt x="98228" y="97757"/>
                </a:lnTo>
                <a:lnTo>
                  <a:pt x="98004" y="97032"/>
                </a:lnTo>
                <a:lnTo>
                  <a:pt x="97778" y="96317"/>
                </a:lnTo>
                <a:lnTo>
                  <a:pt x="97550" y="95612"/>
                </a:lnTo>
                <a:lnTo>
                  <a:pt x="97320" y="94917"/>
                </a:lnTo>
                <a:lnTo>
                  <a:pt x="97089" y="94233"/>
                </a:lnTo>
                <a:lnTo>
                  <a:pt x="96855" y="93559"/>
                </a:lnTo>
                <a:lnTo>
                  <a:pt x="96620" y="92895"/>
                </a:lnTo>
                <a:lnTo>
                  <a:pt x="96383" y="92242"/>
                </a:lnTo>
                <a:lnTo>
                  <a:pt x="96143" y="91599"/>
                </a:lnTo>
                <a:lnTo>
                  <a:pt x="95902" y="90966"/>
                </a:lnTo>
                <a:lnTo>
                  <a:pt x="95660" y="90343"/>
                </a:lnTo>
                <a:lnTo>
                  <a:pt x="95415" y="89731"/>
                </a:lnTo>
                <a:lnTo>
                  <a:pt x="95168" y="89129"/>
                </a:lnTo>
                <a:lnTo>
                  <a:pt x="94920" y="88537"/>
                </a:lnTo>
                <a:lnTo>
                  <a:pt x="94669" y="87956"/>
                </a:lnTo>
                <a:lnTo>
                  <a:pt x="94417" y="87385"/>
                </a:lnTo>
                <a:lnTo>
                  <a:pt x="94163" y="86824"/>
                </a:lnTo>
                <a:lnTo>
                  <a:pt x="93907" y="86274"/>
                </a:lnTo>
                <a:lnTo>
                  <a:pt x="93649" y="85734"/>
                </a:lnTo>
                <a:lnTo>
                  <a:pt x="93386" y="85203"/>
                </a:lnTo>
                <a:lnTo>
                  <a:pt x="93117" y="84682"/>
                </a:lnTo>
                <a:lnTo>
                  <a:pt x="92842" y="84169"/>
                </a:lnTo>
                <a:lnTo>
                  <a:pt x="92560" y="83666"/>
                </a:lnTo>
                <a:lnTo>
                  <a:pt x="92271" y="83172"/>
                </a:lnTo>
                <a:lnTo>
                  <a:pt x="91975" y="82687"/>
                </a:lnTo>
                <a:lnTo>
                  <a:pt x="91673" y="82211"/>
                </a:lnTo>
                <a:lnTo>
                  <a:pt x="91364" y="81744"/>
                </a:lnTo>
                <a:lnTo>
                  <a:pt x="91048" y="81286"/>
                </a:lnTo>
                <a:lnTo>
                  <a:pt x="90726" y="80838"/>
                </a:lnTo>
                <a:lnTo>
                  <a:pt x="90397" y="80398"/>
                </a:lnTo>
                <a:lnTo>
                  <a:pt x="90061" y="79968"/>
                </a:lnTo>
                <a:lnTo>
                  <a:pt x="89719" y="79546"/>
                </a:lnTo>
                <a:lnTo>
                  <a:pt x="89370" y="79134"/>
                </a:lnTo>
                <a:lnTo>
                  <a:pt x="89014" y="78731"/>
                </a:lnTo>
                <a:lnTo>
                  <a:pt x="88651" y="78336"/>
                </a:lnTo>
                <a:lnTo>
                  <a:pt x="88282" y="77951"/>
                </a:lnTo>
                <a:lnTo>
                  <a:pt x="87907" y="77575"/>
                </a:lnTo>
                <a:lnTo>
                  <a:pt x="87524" y="77208"/>
                </a:lnTo>
                <a:lnTo>
                  <a:pt x="87135" y="76851"/>
                </a:lnTo>
                <a:lnTo>
                  <a:pt x="86739" y="76502"/>
                </a:lnTo>
                <a:lnTo>
                  <a:pt x="86337" y="76162"/>
                </a:lnTo>
                <a:lnTo>
                  <a:pt x="85928" y="75832"/>
                </a:lnTo>
                <a:lnTo>
                  <a:pt x="85512" y="75510"/>
                </a:lnTo>
                <a:lnTo>
                  <a:pt x="85087" y="75197"/>
                </a:lnTo>
                <a:lnTo>
                  <a:pt x="84650" y="74894"/>
                </a:lnTo>
                <a:lnTo>
                  <a:pt x="84202" y="74599"/>
                </a:lnTo>
                <a:lnTo>
                  <a:pt x="83742" y="74312"/>
                </a:lnTo>
                <a:lnTo>
                  <a:pt x="83270" y="74035"/>
                </a:lnTo>
                <a:lnTo>
                  <a:pt x="82787" y="73766"/>
                </a:lnTo>
                <a:lnTo>
                  <a:pt x="82292" y="73506"/>
                </a:lnTo>
                <a:lnTo>
                  <a:pt x="81786" y="73254"/>
                </a:lnTo>
                <a:lnTo>
                  <a:pt x="81268" y="73012"/>
                </a:lnTo>
                <a:lnTo>
                  <a:pt x="80738" y="72778"/>
                </a:lnTo>
                <a:lnTo>
                  <a:pt x="80196" y="72553"/>
                </a:lnTo>
                <a:lnTo>
                  <a:pt x="79643" y="72336"/>
                </a:lnTo>
                <a:lnTo>
                  <a:pt x="79079" y="72129"/>
                </a:lnTo>
                <a:lnTo>
                  <a:pt x="78502" y="71930"/>
                </a:lnTo>
                <a:lnTo>
                  <a:pt x="77914" y="71739"/>
                </a:lnTo>
                <a:lnTo>
                  <a:pt x="77314" y="71558"/>
                </a:lnTo>
                <a:lnTo>
                  <a:pt x="76703" y="71385"/>
                </a:lnTo>
                <a:lnTo>
                  <a:pt x="76080" y="71221"/>
                </a:lnTo>
                <a:lnTo>
                  <a:pt x="75446" y="71066"/>
                </a:lnTo>
                <a:lnTo>
                  <a:pt x="74799" y="70920"/>
                </a:lnTo>
                <a:lnTo>
                  <a:pt x="74142" y="70782"/>
                </a:lnTo>
                <a:lnTo>
                  <a:pt x="73472" y="70653"/>
                </a:lnTo>
                <a:lnTo>
                  <a:pt x="72791" y="70533"/>
                </a:lnTo>
                <a:lnTo>
                  <a:pt x="72098" y="70421"/>
                </a:lnTo>
                <a:lnTo>
                  <a:pt x="73228" y="70101"/>
                </a:lnTo>
                <a:lnTo>
                  <a:pt x="74335" y="69763"/>
                </a:lnTo>
                <a:lnTo>
                  <a:pt x="75417" y="69407"/>
                </a:lnTo>
                <a:lnTo>
                  <a:pt x="76475" y="69035"/>
                </a:lnTo>
                <a:lnTo>
                  <a:pt x="77509" y="68644"/>
                </a:lnTo>
                <a:lnTo>
                  <a:pt x="78518" y="68237"/>
                </a:lnTo>
                <a:lnTo>
                  <a:pt x="79504" y="67811"/>
                </a:lnTo>
                <a:lnTo>
                  <a:pt x="80465" y="67369"/>
                </a:lnTo>
                <a:lnTo>
                  <a:pt x="81402" y="66909"/>
                </a:lnTo>
                <a:lnTo>
                  <a:pt x="82315" y="66431"/>
                </a:lnTo>
                <a:lnTo>
                  <a:pt x="83204" y="65936"/>
                </a:lnTo>
                <a:lnTo>
                  <a:pt x="84069" y="65424"/>
                </a:lnTo>
                <a:lnTo>
                  <a:pt x="84910" y="64894"/>
                </a:lnTo>
                <a:lnTo>
                  <a:pt x="85726" y="64346"/>
                </a:lnTo>
                <a:lnTo>
                  <a:pt x="86519" y="63782"/>
                </a:lnTo>
                <a:lnTo>
                  <a:pt x="87287" y="63200"/>
                </a:lnTo>
                <a:lnTo>
                  <a:pt x="88031" y="62600"/>
                </a:lnTo>
                <a:lnTo>
                  <a:pt x="88751" y="61983"/>
                </a:lnTo>
                <a:lnTo>
                  <a:pt x="89447" y="61348"/>
                </a:lnTo>
                <a:lnTo>
                  <a:pt x="90119" y="60696"/>
                </a:lnTo>
                <a:lnTo>
                  <a:pt x="90766" y="60027"/>
                </a:lnTo>
                <a:lnTo>
                  <a:pt x="91389" y="59340"/>
                </a:lnTo>
                <a:lnTo>
                  <a:pt x="91989" y="58636"/>
                </a:lnTo>
                <a:lnTo>
                  <a:pt x="92564" y="57914"/>
                </a:lnTo>
                <a:lnTo>
                  <a:pt x="93115" y="57177"/>
                </a:lnTo>
                <a:lnTo>
                  <a:pt x="93643" y="56426"/>
                </a:lnTo>
                <a:lnTo>
                  <a:pt x="94147" y="55662"/>
                </a:lnTo>
                <a:lnTo>
                  <a:pt x="94628" y="54885"/>
                </a:lnTo>
                <a:lnTo>
                  <a:pt x="95086" y="54095"/>
                </a:lnTo>
                <a:lnTo>
                  <a:pt x="95519" y="53291"/>
                </a:lnTo>
                <a:lnTo>
                  <a:pt x="95930" y="52474"/>
                </a:lnTo>
                <a:lnTo>
                  <a:pt x="96317" y="51643"/>
                </a:lnTo>
                <a:lnTo>
                  <a:pt x="96681" y="50799"/>
                </a:lnTo>
                <a:lnTo>
                  <a:pt x="97021" y="49942"/>
                </a:lnTo>
                <a:lnTo>
                  <a:pt x="97338" y="49071"/>
                </a:lnTo>
                <a:lnTo>
                  <a:pt x="97631" y="48187"/>
                </a:lnTo>
                <a:lnTo>
                  <a:pt x="97901" y="47290"/>
                </a:lnTo>
                <a:lnTo>
                  <a:pt x="98147" y="46379"/>
                </a:lnTo>
                <a:lnTo>
                  <a:pt x="98370" y="45455"/>
                </a:lnTo>
                <a:lnTo>
                  <a:pt x="98569" y="44518"/>
                </a:lnTo>
                <a:lnTo>
                  <a:pt x="98745" y="43567"/>
                </a:lnTo>
                <a:lnTo>
                  <a:pt x="98898" y="42603"/>
                </a:lnTo>
                <a:lnTo>
                  <a:pt x="99027" y="41626"/>
                </a:lnTo>
                <a:lnTo>
                  <a:pt x="99132" y="40635"/>
                </a:lnTo>
                <a:lnTo>
                  <a:pt x="99214" y="39631"/>
                </a:lnTo>
                <a:lnTo>
                  <a:pt x="99273" y="38614"/>
                </a:lnTo>
                <a:lnTo>
                  <a:pt x="99308" y="37583"/>
                </a:lnTo>
                <a:lnTo>
                  <a:pt x="99320" y="36539"/>
                </a:lnTo>
                <a:lnTo>
                  <a:pt x="99310" y="35440"/>
                </a:lnTo>
                <a:lnTo>
                  <a:pt x="99279" y="34360"/>
                </a:lnTo>
                <a:lnTo>
                  <a:pt x="99228" y="33297"/>
                </a:lnTo>
                <a:lnTo>
                  <a:pt x="99157" y="32253"/>
                </a:lnTo>
                <a:lnTo>
                  <a:pt x="99065" y="31228"/>
                </a:lnTo>
                <a:lnTo>
                  <a:pt x="98953" y="30220"/>
                </a:lnTo>
                <a:lnTo>
                  <a:pt x="98821" y="29231"/>
                </a:lnTo>
                <a:lnTo>
                  <a:pt x="98668" y="28260"/>
                </a:lnTo>
                <a:lnTo>
                  <a:pt x="98495" y="27308"/>
                </a:lnTo>
                <a:lnTo>
                  <a:pt x="98301" y="26374"/>
                </a:lnTo>
                <a:lnTo>
                  <a:pt x="98087" y="25458"/>
                </a:lnTo>
                <a:lnTo>
                  <a:pt x="97853" y="24560"/>
                </a:lnTo>
                <a:lnTo>
                  <a:pt x="97598" y="23681"/>
                </a:lnTo>
                <a:lnTo>
                  <a:pt x="97323" y="22820"/>
                </a:lnTo>
                <a:lnTo>
                  <a:pt x="97027" y="21977"/>
                </a:lnTo>
                <a:lnTo>
                  <a:pt x="96712" y="21153"/>
                </a:lnTo>
                <a:lnTo>
                  <a:pt x="96375" y="20347"/>
                </a:lnTo>
                <a:lnTo>
                  <a:pt x="96019" y="19559"/>
                </a:lnTo>
                <a:lnTo>
                  <a:pt x="95642" y="18790"/>
                </a:lnTo>
                <a:lnTo>
                  <a:pt x="95245" y="18038"/>
                </a:lnTo>
                <a:lnTo>
                  <a:pt x="94827" y="17306"/>
                </a:lnTo>
                <a:lnTo>
                  <a:pt x="94389" y="16591"/>
                </a:lnTo>
                <a:lnTo>
                  <a:pt x="93930" y="15895"/>
                </a:lnTo>
                <a:lnTo>
                  <a:pt x="93451" y="15217"/>
                </a:lnTo>
                <a:lnTo>
                  <a:pt x="92955" y="14556"/>
                </a:lnTo>
                <a:lnTo>
                  <a:pt x="92444" y="13910"/>
                </a:lnTo>
                <a:lnTo>
                  <a:pt x="91919" y="13279"/>
                </a:lnTo>
                <a:lnTo>
                  <a:pt x="91379" y="12664"/>
                </a:lnTo>
                <a:lnTo>
                  <a:pt x="90824" y="12065"/>
                </a:lnTo>
                <a:lnTo>
                  <a:pt x="90255" y="11481"/>
                </a:lnTo>
                <a:lnTo>
                  <a:pt x="89672" y="10912"/>
                </a:lnTo>
                <a:lnTo>
                  <a:pt x="89073" y="10358"/>
                </a:lnTo>
                <a:lnTo>
                  <a:pt x="88461" y="9820"/>
                </a:lnTo>
                <a:lnTo>
                  <a:pt x="87833" y="9298"/>
                </a:lnTo>
                <a:lnTo>
                  <a:pt x="87191" y="8791"/>
                </a:lnTo>
                <a:lnTo>
                  <a:pt x="86535" y="8299"/>
                </a:lnTo>
                <a:lnTo>
                  <a:pt x="85864" y="7822"/>
                </a:lnTo>
                <a:lnTo>
                  <a:pt x="85178" y="7361"/>
                </a:lnTo>
                <a:lnTo>
                  <a:pt x="84478" y="6916"/>
                </a:lnTo>
                <a:lnTo>
                  <a:pt x="83764" y="6485"/>
                </a:lnTo>
                <a:lnTo>
                  <a:pt x="83035" y="6070"/>
                </a:lnTo>
                <a:lnTo>
                  <a:pt x="82291" y="5671"/>
                </a:lnTo>
                <a:lnTo>
                  <a:pt x="81533" y="5287"/>
                </a:lnTo>
                <a:lnTo>
                  <a:pt x="80760" y="4918"/>
                </a:lnTo>
                <a:lnTo>
                  <a:pt x="79972" y="4565"/>
                </a:lnTo>
                <a:lnTo>
                  <a:pt x="79170" y="4227"/>
                </a:lnTo>
                <a:lnTo>
                  <a:pt x="78354" y="3904"/>
                </a:lnTo>
                <a:lnTo>
                  <a:pt x="77523" y="3597"/>
                </a:lnTo>
                <a:lnTo>
                  <a:pt x="76680" y="3303"/>
                </a:lnTo>
                <a:lnTo>
                  <a:pt x="75827" y="3022"/>
                </a:lnTo>
                <a:lnTo>
                  <a:pt x="74965" y="2754"/>
                </a:lnTo>
                <a:lnTo>
                  <a:pt x="74093" y="2498"/>
                </a:lnTo>
                <a:lnTo>
                  <a:pt x="73211" y="2254"/>
                </a:lnTo>
                <a:lnTo>
                  <a:pt x="72320" y="2023"/>
                </a:lnTo>
                <a:lnTo>
                  <a:pt x="71419" y="1805"/>
                </a:lnTo>
                <a:lnTo>
                  <a:pt x="70509" y="1599"/>
                </a:lnTo>
                <a:lnTo>
                  <a:pt x="69589" y="1405"/>
                </a:lnTo>
                <a:lnTo>
                  <a:pt x="68660" y="1224"/>
                </a:lnTo>
                <a:lnTo>
                  <a:pt x="67721" y="1055"/>
                </a:lnTo>
                <a:lnTo>
                  <a:pt x="66772" y="899"/>
                </a:lnTo>
                <a:lnTo>
                  <a:pt x="65814" y="756"/>
                </a:lnTo>
                <a:lnTo>
                  <a:pt x="64846" y="624"/>
                </a:lnTo>
                <a:lnTo>
                  <a:pt x="63869" y="506"/>
                </a:lnTo>
                <a:lnTo>
                  <a:pt x="62882" y="400"/>
                </a:lnTo>
                <a:lnTo>
                  <a:pt x="61885" y="306"/>
                </a:lnTo>
                <a:lnTo>
                  <a:pt x="60879" y="225"/>
                </a:lnTo>
                <a:lnTo>
                  <a:pt x="59863" y="156"/>
                </a:lnTo>
                <a:lnTo>
                  <a:pt x="58838" y="100"/>
                </a:lnTo>
                <a:lnTo>
                  <a:pt x="57803" y="56"/>
                </a:lnTo>
                <a:lnTo>
                  <a:pt x="56758" y="25"/>
                </a:lnTo>
                <a:lnTo>
                  <a:pt x="55704" y="6"/>
                </a:lnTo>
                <a:lnTo>
                  <a:pt x="54641" y="0"/>
                </a:lnTo>
                <a:lnTo>
                  <a:pt x="0" y="0"/>
                </a:lnTo>
                <a:lnTo>
                  <a:pt x="0" y="132755"/>
                </a:lnTo>
                <a:lnTo>
                  <a:pt x="27715" y="132755"/>
                </a:lnTo>
                <a:lnTo>
                  <a:pt x="27715" y="81862"/>
                </a:lnTo>
                <a:close/>
                <a:moveTo>
                  <a:pt x="51583" y="22981"/>
                </a:moveTo>
                <a:lnTo>
                  <a:pt x="52309" y="22988"/>
                </a:lnTo>
                <a:lnTo>
                  <a:pt x="53022" y="23011"/>
                </a:lnTo>
                <a:lnTo>
                  <a:pt x="53724" y="23050"/>
                </a:lnTo>
                <a:lnTo>
                  <a:pt x="54413" y="23104"/>
                </a:lnTo>
                <a:lnTo>
                  <a:pt x="55091" y="23173"/>
                </a:lnTo>
                <a:lnTo>
                  <a:pt x="55756" y="23257"/>
                </a:lnTo>
                <a:lnTo>
                  <a:pt x="56410" y="23357"/>
                </a:lnTo>
                <a:lnTo>
                  <a:pt x="57052" y="23472"/>
                </a:lnTo>
                <a:lnTo>
                  <a:pt x="57681" y="23603"/>
                </a:lnTo>
                <a:lnTo>
                  <a:pt x="58299" y="23749"/>
                </a:lnTo>
                <a:lnTo>
                  <a:pt x="58905" y="23910"/>
                </a:lnTo>
                <a:lnTo>
                  <a:pt x="59498" y="24087"/>
                </a:lnTo>
                <a:lnTo>
                  <a:pt x="60080" y="24279"/>
                </a:lnTo>
                <a:lnTo>
                  <a:pt x="60650" y="24487"/>
                </a:lnTo>
                <a:lnTo>
                  <a:pt x="61207" y="24710"/>
                </a:lnTo>
                <a:lnTo>
                  <a:pt x="61753" y="24948"/>
                </a:lnTo>
                <a:lnTo>
                  <a:pt x="62287" y="25201"/>
                </a:lnTo>
                <a:lnTo>
                  <a:pt x="62808" y="25470"/>
                </a:lnTo>
                <a:lnTo>
                  <a:pt x="63318" y="25755"/>
                </a:lnTo>
                <a:lnTo>
                  <a:pt x="63816" y="26054"/>
                </a:lnTo>
                <a:lnTo>
                  <a:pt x="64302" y="26369"/>
                </a:lnTo>
                <a:lnTo>
                  <a:pt x="64776" y="26700"/>
                </a:lnTo>
                <a:lnTo>
                  <a:pt x="65237" y="27046"/>
                </a:lnTo>
                <a:lnTo>
                  <a:pt x="65687" y="27407"/>
                </a:lnTo>
                <a:lnTo>
                  <a:pt x="66122" y="27783"/>
                </a:lnTo>
                <a:lnTo>
                  <a:pt x="66538" y="28174"/>
                </a:lnTo>
                <a:lnTo>
                  <a:pt x="66935" y="28581"/>
                </a:lnTo>
                <a:lnTo>
                  <a:pt x="67315" y="29002"/>
                </a:lnTo>
                <a:lnTo>
                  <a:pt x="67675" y="29439"/>
                </a:lnTo>
                <a:lnTo>
                  <a:pt x="68017" y="29890"/>
                </a:lnTo>
                <a:lnTo>
                  <a:pt x="68341" y="30357"/>
                </a:lnTo>
                <a:lnTo>
                  <a:pt x="68646" y="30838"/>
                </a:lnTo>
                <a:lnTo>
                  <a:pt x="68933" y="31335"/>
                </a:lnTo>
                <a:lnTo>
                  <a:pt x="69201" y="31846"/>
                </a:lnTo>
                <a:lnTo>
                  <a:pt x="69451" y="32373"/>
                </a:lnTo>
                <a:lnTo>
                  <a:pt x="69682" y="32914"/>
                </a:lnTo>
                <a:lnTo>
                  <a:pt x="69894" y="33471"/>
                </a:lnTo>
                <a:lnTo>
                  <a:pt x="70089" y="34043"/>
                </a:lnTo>
                <a:lnTo>
                  <a:pt x="70264" y="34630"/>
                </a:lnTo>
                <a:lnTo>
                  <a:pt x="70421" y="35231"/>
                </a:lnTo>
                <a:lnTo>
                  <a:pt x="70560" y="35848"/>
                </a:lnTo>
                <a:lnTo>
                  <a:pt x="70680" y="36480"/>
                </a:lnTo>
                <a:lnTo>
                  <a:pt x="70782" y="37127"/>
                </a:lnTo>
                <a:lnTo>
                  <a:pt x="70865" y="37788"/>
                </a:lnTo>
                <a:lnTo>
                  <a:pt x="70930" y="38465"/>
                </a:lnTo>
                <a:lnTo>
                  <a:pt x="70976" y="39157"/>
                </a:lnTo>
                <a:lnTo>
                  <a:pt x="71004" y="39864"/>
                </a:lnTo>
                <a:lnTo>
                  <a:pt x="71013" y="40586"/>
                </a:lnTo>
                <a:lnTo>
                  <a:pt x="71009" y="41083"/>
                </a:lnTo>
                <a:lnTo>
                  <a:pt x="70995" y="41573"/>
                </a:lnTo>
                <a:lnTo>
                  <a:pt x="70973" y="42057"/>
                </a:lnTo>
                <a:lnTo>
                  <a:pt x="70942" y="42534"/>
                </a:lnTo>
                <a:lnTo>
                  <a:pt x="70902" y="43005"/>
                </a:lnTo>
                <a:lnTo>
                  <a:pt x="70853" y="43470"/>
                </a:lnTo>
                <a:lnTo>
                  <a:pt x="70795" y="43928"/>
                </a:lnTo>
                <a:lnTo>
                  <a:pt x="70728" y="44379"/>
                </a:lnTo>
                <a:lnTo>
                  <a:pt x="70653" y="44824"/>
                </a:lnTo>
                <a:lnTo>
                  <a:pt x="70568" y="45263"/>
                </a:lnTo>
                <a:lnTo>
                  <a:pt x="70474" y="45695"/>
                </a:lnTo>
                <a:lnTo>
                  <a:pt x="70372" y="46120"/>
                </a:lnTo>
                <a:lnTo>
                  <a:pt x="70261" y="46539"/>
                </a:lnTo>
                <a:lnTo>
                  <a:pt x="70141" y="46952"/>
                </a:lnTo>
                <a:lnTo>
                  <a:pt x="70011" y="47358"/>
                </a:lnTo>
                <a:lnTo>
                  <a:pt x="69873" y="47757"/>
                </a:lnTo>
                <a:lnTo>
                  <a:pt x="69727" y="48150"/>
                </a:lnTo>
                <a:lnTo>
                  <a:pt x="69571" y="48537"/>
                </a:lnTo>
                <a:lnTo>
                  <a:pt x="69406" y="48917"/>
                </a:lnTo>
                <a:lnTo>
                  <a:pt x="69232" y="49291"/>
                </a:lnTo>
                <a:lnTo>
                  <a:pt x="69050" y="49658"/>
                </a:lnTo>
                <a:lnTo>
                  <a:pt x="68858" y="50018"/>
                </a:lnTo>
                <a:lnTo>
                  <a:pt x="68658" y="50372"/>
                </a:lnTo>
                <a:lnTo>
                  <a:pt x="68449" y="50720"/>
                </a:lnTo>
                <a:lnTo>
                  <a:pt x="68231" y="51061"/>
                </a:lnTo>
                <a:lnTo>
                  <a:pt x="68007" y="51394"/>
                </a:lnTo>
                <a:lnTo>
                  <a:pt x="67775" y="51720"/>
                </a:lnTo>
                <a:lnTo>
                  <a:pt x="67535" y="52040"/>
                </a:lnTo>
                <a:lnTo>
                  <a:pt x="67288" y="52351"/>
                </a:lnTo>
                <a:lnTo>
                  <a:pt x="67034" y="52656"/>
                </a:lnTo>
                <a:lnTo>
                  <a:pt x="66773" y="52954"/>
                </a:lnTo>
                <a:lnTo>
                  <a:pt x="66504" y="53244"/>
                </a:lnTo>
                <a:lnTo>
                  <a:pt x="66227" y="53527"/>
                </a:lnTo>
                <a:lnTo>
                  <a:pt x="65944" y="53803"/>
                </a:lnTo>
                <a:lnTo>
                  <a:pt x="65653" y="54072"/>
                </a:lnTo>
                <a:lnTo>
                  <a:pt x="65354" y="54334"/>
                </a:lnTo>
                <a:lnTo>
                  <a:pt x="65049" y="54589"/>
                </a:lnTo>
                <a:lnTo>
                  <a:pt x="64735" y="54836"/>
                </a:lnTo>
                <a:lnTo>
                  <a:pt x="64415" y="55076"/>
                </a:lnTo>
                <a:lnTo>
                  <a:pt x="64087" y="55309"/>
                </a:lnTo>
                <a:lnTo>
                  <a:pt x="63752" y="55535"/>
                </a:lnTo>
                <a:lnTo>
                  <a:pt x="63409" y="55754"/>
                </a:lnTo>
                <a:lnTo>
                  <a:pt x="63060" y="55965"/>
                </a:lnTo>
                <a:lnTo>
                  <a:pt x="62702" y="56170"/>
                </a:lnTo>
                <a:lnTo>
                  <a:pt x="62338" y="56367"/>
                </a:lnTo>
                <a:lnTo>
                  <a:pt x="61966" y="56557"/>
                </a:lnTo>
                <a:lnTo>
                  <a:pt x="61586" y="56740"/>
                </a:lnTo>
                <a:lnTo>
                  <a:pt x="61200" y="56915"/>
                </a:lnTo>
                <a:lnTo>
                  <a:pt x="60806" y="57084"/>
                </a:lnTo>
                <a:lnTo>
                  <a:pt x="60406" y="57245"/>
                </a:lnTo>
                <a:lnTo>
                  <a:pt x="60000" y="57399"/>
                </a:lnTo>
                <a:lnTo>
                  <a:pt x="59587" y="57546"/>
                </a:lnTo>
                <a:lnTo>
                  <a:pt x="59168" y="57686"/>
                </a:lnTo>
                <a:lnTo>
                  <a:pt x="58743" y="57819"/>
                </a:lnTo>
                <a:lnTo>
                  <a:pt x="58311" y="57944"/>
                </a:lnTo>
                <a:lnTo>
                  <a:pt x="57874" y="58063"/>
                </a:lnTo>
                <a:lnTo>
                  <a:pt x="57429" y="58174"/>
                </a:lnTo>
                <a:lnTo>
                  <a:pt x="56979" y="58278"/>
                </a:lnTo>
                <a:lnTo>
                  <a:pt x="56522" y="58374"/>
                </a:lnTo>
                <a:lnTo>
                  <a:pt x="56058" y="58464"/>
                </a:lnTo>
                <a:lnTo>
                  <a:pt x="55589" y="58547"/>
                </a:lnTo>
                <a:lnTo>
                  <a:pt x="55113" y="58622"/>
                </a:lnTo>
                <a:lnTo>
                  <a:pt x="54631" y="58690"/>
                </a:lnTo>
                <a:lnTo>
                  <a:pt x="54142" y="58751"/>
                </a:lnTo>
                <a:lnTo>
                  <a:pt x="53647" y="58805"/>
                </a:lnTo>
                <a:lnTo>
                  <a:pt x="53146" y="58851"/>
                </a:lnTo>
                <a:lnTo>
                  <a:pt x="52638" y="58891"/>
                </a:lnTo>
                <a:lnTo>
                  <a:pt x="52124" y="58923"/>
                </a:lnTo>
                <a:lnTo>
                  <a:pt x="51604" y="58948"/>
                </a:lnTo>
                <a:lnTo>
                  <a:pt x="51077" y="58966"/>
                </a:lnTo>
                <a:lnTo>
                  <a:pt x="50544" y="58977"/>
                </a:lnTo>
                <a:lnTo>
                  <a:pt x="50005" y="58980"/>
                </a:lnTo>
                <a:lnTo>
                  <a:pt x="27715" y="58980"/>
                </a:lnTo>
                <a:lnTo>
                  <a:pt x="27715" y="22981"/>
                </a:lnTo>
                <a:lnTo>
                  <a:pt x="51583" y="22981"/>
                </a:lnTo>
                <a:close/>
                <a:moveTo>
                  <a:pt x="129841" y="132755"/>
                </a:moveTo>
                <a:lnTo>
                  <a:pt x="156373" y="132755"/>
                </a:lnTo>
                <a:lnTo>
                  <a:pt x="156373" y="36069"/>
                </a:lnTo>
                <a:lnTo>
                  <a:pt x="188328" y="90345"/>
                </a:lnTo>
                <a:lnTo>
                  <a:pt x="205391" y="90345"/>
                </a:lnTo>
                <a:lnTo>
                  <a:pt x="236657" y="35914"/>
                </a:lnTo>
                <a:lnTo>
                  <a:pt x="236657" y="132755"/>
                </a:lnTo>
                <a:lnTo>
                  <a:pt x="263977" y="132755"/>
                </a:lnTo>
                <a:lnTo>
                  <a:pt x="263977" y="0"/>
                </a:lnTo>
                <a:lnTo>
                  <a:pt x="233303" y="0"/>
                </a:lnTo>
                <a:lnTo>
                  <a:pt x="197757" y="61351"/>
                </a:lnTo>
                <a:lnTo>
                  <a:pt x="161699" y="0"/>
                </a:lnTo>
                <a:lnTo>
                  <a:pt x="129841" y="0"/>
                </a:lnTo>
                <a:lnTo>
                  <a:pt x="129841" y="132755"/>
                </a:lnTo>
                <a:close/>
                <a:moveTo>
                  <a:pt x="348521" y="85413"/>
                </a:moveTo>
                <a:lnTo>
                  <a:pt x="349610" y="85405"/>
                </a:lnTo>
                <a:lnTo>
                  <a:pt x="350691" y="85381"/>
                </a:lnTo>
                <a:lnTo>
                  <a:pt x="351764" y="85342"/>
                </a:lnTo>
                <a:lnTo>
                  <a:pt x="352829" y="85286"/>
                </a:lnTo>
                <a:lnTo>
                  <a:pt x="353886" y="85214"/>
                </a:lnTo>
                <a:lnTo>
                  <a:pt x="354935" y="85127"/>
                </a:lnTo>
                <a:lnTo>
                  <a:pt x="355976" y="85023"/>
                </a:lnTo>
                <a:lnTo>
                  <a:pt x="357008" y="84904"/>
                </a:lnTo>
                <a:lnTo>
                  <a:pt x="358033" y="84769"/>
                </a:lnTo>
                <a:lnTo>
                  <a:pt x="359050" y="84618"/>
                </a:lnTo>
                <a:lnTo>
                  <a:pt x="360059" y="84451"/>
                </a:lnTo>
                <a:lnTo>
                  <a:pt x="361059" y="84268"/>
                </a:lnTo>
                <a:lnTo>
                  <a:pt x="362052" y="84069"/>
                </a:lnTo>
                <a:lnTo>
                  <a:pt x="363036" y="83855"/>
                </a:lnTo>
                <a:lnTo>
                  <a:pt x="364013" y="83624"/>
                </a:lnTo>
                <a:lnTo>
                  <a:pt x="364981" y="83377"/>
                </a:lnTo>
                <a:lnTo>
                  <a:pt x="365941" y="83115"/>
                </a:lnTo>
                <a:lnTo>
                  <a:pt x="366894" y="82837"/>
                </a:lnTo>
                <a:lnTo>
                  <a:pt x="367838" y="82543"/>
                </a:lnTo>
                <a:lnTo>
                  <a:pt x="368774" y="82232"/>
                </a:lnTo>
                <a:lnTo>
                  <a:pt x="369702" y="81906"/>
                </a:lnTo>
                <a:lnTo>
                  <a:pt x="370622" y="81565"/>
                </a:lnTo>
                <a:lnTo>
                  <a:pt x="371534" y="81207"/>
                </a:lnTo>
                <a:lnTo>
                  <a:pt x="372439" y="80833"/>
                </a:lnTo>
                <a:lnTo>
                  <a:pt x="373331" y="80443"/>
                </a:lnTo>
                <a:lnTo>
                  <a:pt x="374208" y="80035"/>
                </a:lnTo>
                <a:lnTo>
                  <a:pt x="375070" y="79611"/>
                </a:lnTo>
                <a:lnTo>
                  <a:pt x="375917" y="79170"/>
                </a:lnTo>
                <a:lnTo>
                  <a:pt x="376748" y="78712"/>
                </a:lnTo>
                <a:lnTo>
                  <a:pt x="377564" y="78237"/>
                </a:lnTo>
                <a:lnTo>
                  <a:pt x="378365" y="77745"/>
                </a:lnTo>
                <a:lnTo>
                  <a:pt x="379151" y="77236"/>
                </a:lnTo>
                <a:lnTo>
                  <a:pt x="379921" y="76710"/>
                </a:lnTo>
                <a:lnTo>
                  <a:pt x="380676" y="76168"/>
                </a:lnTo>
                <a:lnTo>
                  <a:pt x="381416" y="75608"/>
                </a:lnTo>
                <a:lnTo>
                  <a:pt x="382141" y="75032"/>
                </a:lnTo>
                <a:lnTo>
                  <a:pt x="382851" y="74438"/>
                </a:lnTo>
                <a:lnTo>
                  <a:pt x="383545" y="73828"/>
                </a:lnTo>
                <a:lnTo>
                  <a:pt x="384224" y="73201"/>
                </a:lnTo>
                <a:lnTo>
                  <a:pt x="384888" y="72556"/>
                </a:lnTo>
                <a:lnTo>
                  <a:pt x="385536" y="71895"/>
                </a:lnTo>
                <a:lnTo>
                  <a:pt x="386170" y="71217"/>
                </a:lnTo>
                <a:lnTo>
                  <a:pt x="386788" y="70522"/>
                </a:lnTo>
                <a:lnTo>
                  <a:pt x="387390" y="69810"/>
                </a:lnTo>
                <a:lnTo>
                  <a:pt x="387978" y="69082"/>
                </a:lnTo>
                <a:lnTo>
                  <a:pt x="388550" y="68336"/>
                </a:lnTo>
                <a:lnTo>
                  <a:pt x="389107" y="67573"/>
                </a:lnTo>
                <a:lnTo>
                  <a:pt x="389649" y="66794"/>
                </a:lnTo>
                <a:lnTo>
                  <a:pt x="390172" y="65997"/>
                </a:lnTo>
                <a:lnTo>
                  <a:pt x="390673" y="65183"/>
                </a:lnTo>
                <a:lnTo>
                  <a:pt x="391152" y="64351"/>
                </a:lnTo>
                <a:lnTo>
                  <a:pt x="391608" y="63502"/>
                </a:lnTo>
                <a:lnTo>
                  <a:pt x="392042" y="62635"/>
                </a:lnTo>
                <a:lnTo>
                  <a:pt x="392454" y="61751"/>
                </a:lnTo>
                <a:lnTo>
                  <a:pt x="392844" y="60850"/>
                </a:lnTo>
                <a:lnTo>
                  <a:pt x="393211" y="59931"/>
                </a:lnTo>
                <a:lnTo>
                  <a:pt x="393556" y="58995"/>
                </a:lnTo>
                <a:lnTo>
                  <a:pt x="393879" y="58041"/>
                </a:lnTo>
                <a:lnTo>
                  <a:pt x="394179" y="57070"/>
                </a:lnTo>
                <a:lnTo>
                  <a:pt x="394458" y="56081"/>
                </a:lnTo>
                <a:lnTo>
                  <a:pt x="394714" y="55075"/>
                </a:lnTo>
                <a:lnTo>
                  <a:pt x="394947" y="54051"/>
                </a:lnTo>
                <a:lnTo>
                  <a:pt x="395159" y="53010"/>
                </a:lnTo>
                <a:lnTo>
                  <a:pt x="395348" y="51951"/>
                </a:lnTo>
                <a:lnTo>
                  <a:pt x="395515" y="50875"/>
                </a:lnTo>
                <a:lnTo>
                  <a:pt x="395660" y="49782"/>
                </a:lnTo>
                <a:lnTo>
                  <a:pt x="395782" y="48671"/>
                </a:lnTo>
                <a:lnTo>
                  <a:pt x="395882" y="47543"/>
                </a:lnTo>
                <a:lnTo>
                  <a:pt x="395960" y="46397"/>
                </a:lnTo>
                <a:lnTo>
                  <a:pt x="396016" y="45233"/>
                </a:lnTo>
                <a:lnTo>
                  <a:pt x="396049" y="44053"/>
                </a:lnTo>
                <a:lnTo>
                  <a:pt x="396060" y="42854"/>
                </a:lnTo>
                <a:lnTo>
                  <a:pt x="396049" y="41640"/>
                </a:lnTo>
                <a:lnTo>
                  <a:pt x="396016" y="40444"/>
                </a:lnTo>
                <a:lnTo>
                  <a:pt x="395960" y="39266"/>
                </a:lnTo>
                <a:lnTo>
                  <a:pt x="395882" y="38106"/>
                </a:lnTo>
                <a:lnTo>
                  <a:pt x="395782" y="36964"/>
                </a:lnTo>
                <a:lnTo>
                  <a:pt x="395660" y="35841"/>
                </a:lnTo>
                <a:lnTo>
                  <a:pt x="395515" y="34735"/>
                </a:lnTo>
                <a:lnTo>
                  <a:pt x="395348" y="33648"/>
                </a:lnTo>
                <a:lnTo>
                  <a:pt x="395159" y="32579"/>
                </a:lnTo>
                <a:lnTo>
                  <a:pt x="394947" y="31528"/>
                </a:lnTo>
                <a:lnTo>
                  <a:pt x="394714" y="30495"/>
                </a:lnTo>
                <a:lnTo>
                  <a:pt x="394458" y="29480"/>
                </a:lnTo>
                <a:lnTo>
                  <a:pt x="394179" y="28484"/>
                </a:lnTo>
                <a:lnTo>
                  <a:pt x="393879" y="27505"/>
                </a:lnTo>
                <a:lnTo>
                  <a:pt x="393556" y="26545"/>
                </a:lnTo>
                <a:lnTo>
                  <a:pt x="393211" y="25603"/>
                </a:lnTo>
                <a:lnTo>
                  <a:pt x="392844" y="24678"/>
                </a:lnTo>
                <a:lnTo>
                  <a:pt x="392454" y="23773"/>
                </a:lnTo>
                <a:lnTo>
                  <a:pt x="392042" y="22885"/>
                </a:lnTo>
                <a:lnTo>
                  <a:pt x="391608" y="22015"/>
                </a:lnTo>
                <a:lnTo>
                  <a:pt x="391152" y="21164"/>
                </a:lnTo>
                <a:lnTo>
                  <a:pt x="390673" y="20330"/>
                </a:lnTo>
                <a:lnTo>
                  <a:pt x="390172" y="19515"/>
                </a:lnTo>
                <a:lnTo>
                  <a:pt x="389649" y="18718"/>
                </a:lnTo>
                <a:lnTo>
                  <a:pt x="389107" y="17938"/>
                </a:lnTo>
                <a:lnTo>
                  <a:pt x="388550" y="17176"/>
                </a:lnTo>
                <a:lnTo>
                  <a:pt x="387978" y="16429"/>
                </a:lnTo>
                <a:lnTo>
                  <a:pt x="387390" y="15700"/>
                </a:lnTo>
                <a:lnTo>
                  <a:pt x="386788" y="14987"/>
                </a:lnTo>
                <a:lnTo>
                  <a:pt x="386170" y="14292"/>
                </a:lnTo>
                <a:lnTo>
                  <a:pt x="385536" y="13613"/>
                </a:lnTo>
                <a:lnTo>
                  <a:pt x="384888" y="12950"/>
                </a:lnTo>
                <a:lnTo>
                  <a:pt x="384224" y="12305"/>
                </a:lnTo>
                <a:lnTo>
                  <a:pt x="383545" y="11676"/>
                </a:lnTo>
                <a:lnTo>
                  <a:pt x="382851" y="11064"/>
                </a:lnTo>
                <a:lnTo>
                  <a:pt x="382141" y="10469"/>
                </a:lnTo>
                <a:lnTo>
                  <a:pt x="381416" y="9890"/>
                </a:lnTo>
                <a:lnTo>
                  <a:pt x="380676" y="9328"/>
                </a:lnTo>
                <a:lnTo>
                  <a:pt x="379921" y="8783"/>
                </a:lnTo>
                <a:lnTo>
                  <a:pt x="379151" y="8255"/>
                </a:lnTo>
                <a:lnTo>
                  <a:pt x="378365" y="7744"/>
                </a:lnTo>
                <a:lnTo>
                  <a:pt x="377564" y="7249"/>
                </a:lnTo>
                <a:lnTo>
                  <a:pt x="376748" y="6771"/>
                </a:lnTo>
                <a:lnTo>
                  <a:pt x="375917" y="6310"/>
                </a:lnTo>
                <a:lnTo>
                  <a:pt x="375070" y="5865"/>
                </a:lnTo>
                <a:lnTo>
                  <a:pt x="374208" y="5438"/>
                </a:lnTo>
                <a:lnTo>
                  <a:pt x="373331" y="5027"/>
                </a:lnTo>
                <a:lnTo>
                  <a:pt x="372439" y="4633"/>
                </a:lnTo>
                <a:lnTo>
                  <a:pt x="371534" y="4255"/>
                </a:lnTo>
                <a:lnTo>
                  <a:pt x="370622" y="3893"/>
                </a:lnTo>
                <a:lnTo>
                  <a:pt x="369702" y="3547"/>
                </a:lnTo>
                <a:lnTo>
                  <a:pt x="368774" y="3217"/>
                </a:lnTo>
                <a:lnTo>
                  <a:pt x="367838" y="2903"/>
                </a:lnTo>
                <a:lnTo>
                  <a:pt x="366894" y="2606"/>
                </a:lnTo>
                <a:lnTo>
                  <a:pt x="365941" y="2324"/>
                </a:lnTo>
                <a:lnTo>
                  <a:pt x="364981" y="2059"/>
                </a:lnTo>
                <a:lnTo>
                  <a:pt x="364013" y="1810"/>
                </a:lnTo>
                <a:lnTo>
                  <a:pt x="363036" y="1576"/>
                </a:lnTo>
                <a:lnTo>
                  <a:pt x="362052" y="1359"/>
                </a:lnTo>
                <a:lnTo>
                  <a:pt x="361059" y="1158"/>
                </a:lnTo>
                <a:lnTo>
                  <a:pt x="360059" y="973"/>
                </a:lnTo>
                <a:lnTo>
                  <a:pt x="359050" y="804"/>
                </a:lnTo>
                <a:lnTo>
                  <a:pt x="358033" y="651"/>
                </a:lnTo>
                <a:lnTo>
                  <a:pt x="357008" y="515"/>
                </a:lnTo>
                <a:lnTo>
                  <a:pt x="355976" y="394"/>
                </a:lnTo>
                <a:lnTo>
                  <a:pt x="354935" y="290"/>
                </a:lnTo>
                <a:lnTo>
                  <a:pt x="353886" y="201"/>
                </a:lnTo>
                <a:lnTo>
                  <a:pt x="352829" y="129"/>
                </a:lnTo>
                <a:lnTo>
                  <a:pt x="351764" y="72"/>
                </a:lnTo>
                <a:lnTo>
                  <a:pt x="350691" y="32"/>
                </a:lnTo>
                <a:lnTo>
                  <a:pt x="349610" y="8"/>
                </a:lnTo>
                <a:lnTo>
                  <a:pt x="348521" y="0"/>
                </a:lnTo>
                <a:lnTo>
                  <a:pt x="296445" y="0"/>
                </a:lnTo>
                <a:lnTo>
                  <a:pt x="296445" y="132755"/>
                </a:lnTo>
                <a:lnTo>
                  <a:pt x="324159" y="132755"/>
                </a:lnTo>
                <a:lnTo>
                  <a:pt x="324159" y="85413"/>
                </a:lnTo>
                <a:lnTo>
                  <a:pt x="348521" y="85413"/>
                </a:lnTo>
                <a:close/>
                <a:moveTo>
                  <a:pt x="346732" y="22398"/>
                </a:moveTo>
                <a:lnTo>
                  <a:pt x="347496" y="22424"/>
                </a:lnTo>
                <a:lnTo>
                  <a:pt x="348248" y="22467"/>
                </a:lnTo>
                <a:lnTo>
                  <a:pt x="348989" y="22528"/>
                </a:lnTo>
                <a:lnTo>
                  <a:pt x="349719" y="22607"/>
                </a:lnTo>
                <a:lnTo>
                  <a:pt x="350438" y="22702"/>
                </a:lnTo>
                <a:lnTo>
                  <a:pt x="351145" y="22816"/>
                </a:lnTo>
                <a:lnTo>
                  <a:pt x="351841" y="22946"/>
                </a:lnTo>
                <a:lnTo>
                  <a:pt x="352526" y="23095"/>
                </a:lnTo>
                <a:lnTo>
                  <a:pt x="353200" y="23260"/>
                </a:lnTo>
                <a:lnTo>
                  <a:pt x="353862" y="23443"/>
                </a:lnTo>
                <a:lnTo>
                  <a:pt x="354513" y="23643"/>
                </a:lnTo>
                <a:lnTo>
                  <a:pt x="355152" y="23861"/>
                </a:lnTo>
                <a:lnTo>
                  <a:pt x="355780" y="24096"/>
                </a:lnTo>
                <a:lnTo>
                  <a:pt x="356397" y="24349"/>
                </a:lnTo>
                <a:lnTo>
                  <a:pt x="357003" y="24619"/>
                </a:lnTo>
                <a:lnTo>
                  <a:pt x="357597" y="24906"/>
                </a:lnTo>
                <a:lnTo>
                  <a:pt x="358180" y="25211"/>
                </a:lnTo>
                <a:lnTo>
                  <a:pt x="358752" y="25534"/>
                </a:lnTo>
                <a:lnTo>
                  <a:pt x="359313" y="25873"/>
                </a:lnTo>
                <a:lnTo>
                  <a:pt x="359862" y="26231"/>
                </a:lnTo>
                <a:lnTo>
                  <a:pt x="360400" y="26605"/>
                </a:lnTo>
                <a:lnTo>
                  <a:pt x="360926" y="26997"/>
                </a:lnTo>
                <a:lnTo>
                  <a:pt x="361441" y="27407"/>
                </a:lnTo>
                <a:lnTo>
                  <a:pt x="361940" y="27834"/>
                </a:lnTo>
                <a:lnTo>
                  <a:pt x="362418" y="28281"/>
                </a:lnTo>
                <a:lnTo>
                  <a:pt x="362875" y="28746"/>
                </a:lnTo>
                <a:lnTo>
                  <a:pt x="363310" y="29230"/>
                </a:lnTo>
                <a:lnTo>
                  <a:pt x="363724" y="29732"/>
                </a:lnTo>
                <a:lnTo>
                  <a:pt x="364117" y="30254"/>
                </a:lnTo>
                <a:lnTo>
                  <a:pt x="364488" y="30794"/>
                </a:lnTo>
                <a:lnTo>
                  <a:pt x="364839" y="31353"/>
                </a:lnTo>
                <a:lnTo>
                  <a:pt x="365168" y="31931"/>
                </a:lnTo>
                <a:lnTo>
                  <a:pt x="365476" y="32528"/>
                </a:lnTo>
                <a:lnTo>
                  <a:pt x="365762" y="33143"/>
                </a:lnTo>
                <a:lnTo>
                  <a:pt x="366028" y="33777"/>
                </a:lnTo>
                <a:lnTo>
                  <a:pt x="366272" y="34431"/>
                </a:lnTo>
                <a:lnTo>
                  <a:pt x="366495" y="35102"/>
                </a:lnTo>
                <a:lnTo>
                  <a:pt x="366696" y="35793"/>
                </a:lnTo>
                <a:lnTo>
                  <a:pt x="366877" y="36502"/>
                </a:lnTo>
                <a:lnTo>
                  <a:pt x="367036" y="37231"/>
                </a:lnTo>
                <a:lnTo>
                  <a:pt x="367174" y="37978"/>
                </a:lnTo>
                <a:lnTo>
                  <a:pt x="367291" y="38744"/>
                </a:lnTo>
                <a:lnTo>
                  <a:pt x="367386" y="39528"/>
                </a:lnTo>
                <a:lnTo>
                  <a:pt x="367461" y="40332"/>
                </a:lnTo>
                <a:lnTo>
                  <a:pt x="367514" y="41154"/>
                </a:lnTo>
                <a:lnTo>
                  <a:pt x="367546" y="41995"/>
                </a:lnTo>
                <a:lnTo>
                  <a:pt x="367556" y="42854"/>
                </a:lnTo>
                <a:lnTo>
                  <a:pt x="367546" y="43682"/>
                </a:lnTo>
                <a:lnTo>
                  <a:pt x="367515" y="44493"/>
                </a:lnTo>
                <a:lnTo>
                  <a:pt x="367463" y="45287"/>
                </a:lnTo>
                <a:lnTo>
                  <a:pt x="367391" y="46063"/>
                </a:lnTo>
                <a:lnTo>
                  <a:pt x="367297" y="46822"/>
                </a:lnTo>
                <a:lnTo>
                  <a:pt x="367183" y="47565"/>
                </a:lnTo>
                <a:lnTo>
                  <a:pt x="367049" y="48290"/>
                </a:lnTo>
                <a:lnTo>
                  <a:pt x="366893" y="48998"/>
                </a:lnTo>
                <a:lnTo>
                  <a:pt x="366717" y="49689"/>
                </a:lnTo>
                <a:lnTo>
                  <a:pt x="366520" y="50363"/>
                </a:lnTo>
                <a:lnTo>
                  <a:pt x="366303" y="51020"/>
                </a:lnTo>
                <a:lnTo>
                  <a:pt x="366065" y="51660"/>
                </a:lnTo>
                <a:lnTo>
                  <a:pt x="365806" y="52283"/>
                </a:lnTo>
                <a:lnTo>
                  <a:pt x="365526" y="52889"/>
                </a:lnTo>
                <a:lnTo>
                  <a:pt x="365225" y="53477"/>
                </a:lnTo>
                <a:lnTo>
                  <a:pt x="364904" y="54049"/>
                </a:lnTo>
                <a:lnTo>
                  <a:pt x="364562" y="54603"/>
                </a:lnTo>
                <a:lnTo>
                  <a:pt x="364200" y="55141"/>
                </a:lnTo>
                <a:lnTo>
                  <a:pt x="363817" y="55661"/>
                </a:lnTo>
                <a:lnTo>
                  <a:pt x="363413" y="56164"/>
                </a:lnTo>
                <a:lnTo>
                  <a:pt x="362988" y="56650"/>
                </a:lnTo>
                <a:lnTo>
                  <a:pt x="362542" y="57120"/>
                </a:lnTo>
                <a:lnTo>
                  <a:pt x="362076" y="57572"/>
                </a:lnTo>
                <a:lnTo>
                  <a:pt x="361589" y="58006"/>
                </a:lnTo>
                <a:lnTo>
                  <a:pt x="361086" y="58424"/>
                </a:lnTo>
                <a:lnTo>
                  <a:pt x="360569" y="58824"/>
                </a:lnTo>
                <a:lnTo>
                  <a:pt x="360040" y="59206"/>
                </a:lnTo>
                <a:lnTo>
                  <a:pt x="359498" y="59570"/>
                </a:lnTo>
                <a:lnTo>
                  <a:pt x="358942" y="59916"/>
                </a:lnTo>
                <a:lnTo>
                  <a:pt x="358375" y="60245"/>
                </a:lnTo>
                <a:lnTo>
                  <a:pt x="357794" y="60556"/>
                </a:lnTo>
                <a:lnTo>
                  <a:pt x="357200" y="60849"/>
                </a:lnTo>
                <a:lnTo>
                  <a:pt x="356594" y="61124"/>
                </a:lnTo>
                <a:lnTo>
                  <a:pt x="355975" y="61382"/>
                </a:lnTo>
                <a:lnTo>
                  <a:pt x="355342" y="61622"/>
                </a:lnTo>
                <a:lnTo>
                  <a:pt x="354698" y="61844"/>
                </a:lnTo>
                <a:lnTo>
                  <a:pt x="354040" y="62048"/>
                </a:lnTo>
                <a:lnTo>
                  <a:pt x="353369" y="62235"/>
                </a:lnTo>
                <a:lnTo>
                  <a:pt x="352686" y="62403"/>
                </a:lnTo>
                <a:lnTo>
                  <a:pt x="351989" y="62554"/>
                </a:lnTo>
                <a:lnTo>
                  <a:pt x="351280" y="62688"/>
                </a:lnTo>
                <a:lnTo>
                  <a:pt x="350558" y="62803"/>
                </a:lnTo>
                <a:lnTo>
                  <a:pt x="349823" y="62901"/>
                </a:lnTo>
                <a:lnTo>
                  <a:pt x="349076" y="62981"/>
                </a:lnTo>
                <a:lnTo>
                  <a:pt x="348315" y="63043"/>
                </a:lnTo>
                <a:lnTo>
                  <a:pt x="347542" y="63087"/>
                </a:lnTo>
                <a:lnTo>
                  <a:pt x="346756" y="63114"/>
                </a:lnTo>
                <a:lnTo>
                  <a:pt x="345957" y="63123"/>
                </a:lnTo>
                <a:lnTo>
                  <a:pt x="324159" y="63123"/>
                </a:lnTo>
                <a:lnTo>
                  <a:pt x="324159" y="22389"/>
                </a:lnTo>
                <a:lnTo>
                  <a:pt x="345957" y="22389"/>
                </a:lnTo>
                <a:lnTo>
                  <a:pt x="346732" y="2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0d28167634c32"/>
          <a:stretch xmlns:a="http://schemas.openxmlformats.org/drawingml/2006/main"/>
        </p:blipFill>
        <p:spPr>
          <a:xfrm xmlns:a="http://schemas.openxmlformats.org/drawingml/2006/main">
            <a:off x="11657414" y="1027494"/>
            <a:ext cx="142586" cy="748576"/>
          </a:xfrm>
          <a:prstGeom xmlns:a="http://schemas.openxmlformats.org/drawingml/2006/main" prst="rect">
            <a:avLst/>
          </a:prstGeom>
        </p:spPr>
      </p:pic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43B42-2C26-4E32-856F-59E02816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5621" y="1295610"/>
            <a:ext cx="1152837" cy="192140"/>
          </a:xfrm>
          <a:custGeom xmlns:a="http://schemas.openxmlformats.org/drawingml/2006/main">
            <a:pathLst>
              <a:path w="1152837" h="192140">
                <a:moveTo>
                  <a:pt x="0" y="0"/>
                </a:moveTo>
                <a:lnTo>
                  <a:pt x="1152837" y="0"/>
                </a:lnTo>
                <a:lnTo>
                  <a:pt x="1152837" y="192140"/>
                </a:lnTo>
                <a:lnTo>
                  <a:pt x="0" y="1921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Text ContrastiveLoss">
            <a:extLst xmlns:a="http://schemas.openxmlformats.org/drawingml/2006/main">
              <a:ext uri="{FF2B5EF4-FFF2-40B4-BE49-F238E27FC236}">
                <a16:creationId xmlns:a16="http://schemas.microsoft.com/office/drawing/2014/main" id="{FF920DFB-56DB-4CF7-91E5-AD8AC5F0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2821" y="1328977"/>
            <a:ext cx="1130688" cy="111935"/>
          </a:xfrm>
          <a:custGeom xmlns:a="http://schemas.openxmlformats.org/drawingml/2006/main">
            <a:pathLst>
              <a:path w="1130688" h="111935">
                <a:moveTo>
                  <a:pt x="56284" y="0"/>
                </a:moveTo>
                <a:cubicBezTo>
                  <a:pt x="61013" y="0"/>
                  <a:pt x="65374" y="578"/>
                  <a:pt x="69368" y="1734"/>
                </a:cubicBezTo>
                <a:cubicBezTo>
                  <a:pt x="73363" y="2891"/>
                  <a:pt x="77304" y="4415"/>
                  <a:pt x="81191" y="6307"/>
                </a:cubicBezTo>
                <a:cubicBezTo>
                  <a:pt x="82348" y="6832"/>
                  <a:pt x="83425" y="7331"/>
                  <a:pt x="84424" y="7804"/>
                </a:cubicBezTo>
                <a:cubicBezTo>
                  <a:pt x="85423" y="8277"/>
                  <a:pt x="86290" y="8513"/>
                  <a:pt x="87025" y="8513"/>
                </a:cubicBezTo>
                <a:cubicBezTo>
                  <a:pt x="88707" y="8513"/>
                  <a:pt x="89811" y="7515"/>
                  <a:pt x="90337" y="5518"/>
                </a:cubicBezTo>
                <a:cubicBezTo>
                  <a:pt x="90442" y="5098"/>
                  <a:pt x="90782" y="4783"/>
                  <a:pt x="91360" y="4573"/>
                </a:cubicBezTo>
                <a:cubicBezTo>
                  <a:pt x="91939" y="4363"/>
                  <a:pt x="92517" y="4284"/>
                  <a:pt x="93094" y="4337"/>
                </a:cubicBezTo>
                <a:cubicBezTo>
                  <a:pt x="93673" y="4389"/>
                  <a:pt x="94173" y="4519"/>
                  <a:pt x="94593" y="4729"/>
                </a:cubicBezTo>
                <a:cubicBezTo>
                  <a:pt x="95013" y="4939"/>
                  <a:pt x="95171" y="5255"/>
                  <a:pt x="95067" y="5675"/>
                </a:cubicBezTo>
                <a:cubicBezTo>
                  <a:pt x="94647" y="7357"/>
                  <a:pt x="94357" y="9092"/>
                  <a:pt x="94198" y="10878"/>
                </a:cubicBezTo>
                <a:cubicBezTo>
                  <a:pt x="94041" y="12665"/>
                  <a:pt x="93963" y="14504"/>
                  <a:pt x="93963" y="16397"/>
                </a:cubicBezTo>
                <a:cubicBezTo>
                  <a:pt x="93963" y="19339"/>
                  <a:pt x="94173" y="22282"/>
                  <a:pt x="94593" y="25225"/>
                </a:cubicBezTo>
                <a:cubicBezTo>
                  <a:pt x="95013" y="28168"/>
                  <a:pt x="95433" y="31216"/>
                  <a:pt x="95853" y="34369"/>
                </a:cubicBezTo>
                <a:cubicBezTo>
                  <a:pt x="95853" y="34789"/>
                  <a:pt x="95617" y="35131"/>
                  <a:pt x="95144" y="35394"/>
                </a:cubicBezTo>
                <a:cubicBezTo>
                  <a:pt x="94672" y="35657"/>
                  <a:pt x="94095" y="35815"/>
                  <a:pt x="93412" y="35867"/>
                </a:cubicBezTo>
                <a:cubicBezTo>
                  <a:pt x="92728" y="35919"/>
                  <a:pt x="92071" y="35839"/>
                  <a:pt x="91439" y="35629"/>
                </a:cubicBezTo>
                <a:cubicBezTo>
                  <a:pt x="90809" y="35419"/>
                  <a:pt x="90442" y="35051"/>
                  <a:pt x="90337" y="34525"/>
                </a:cubicBezTo>
                <a:cubicBezTo>
                  <a:pt x="87709" y="25066"/>
                  <a:pt x="83452" y="18104"/>
                  <a:pt x="77566" y="13637"/>
                </a:cubicBezTo>
                <a:cubicBezTo>
                  <a:pt x="71680" y="9171"/>
                  <a:pt x="64271" y="6938"/>
                  <a:pt x="55338" y="6938"/>
                </a:cubicBezTo>
                <a:cubicBezTo>
                  <a:pt x="48401" y="6938"/>
                  <a:pt x="42672" y="8409"/>
                  <a:pt x="38153" y="11352"/>
                </a:cubicBezTo>
                <a:cubicBezTo>
                  <a:pt x="33633" y="14295"/>
                  <a:pt x="30034" y="18105"/>
                  <a:pt x="27354" y="22781"/>
                </a:cubicBezTo>
                <a:cubicBezTo>
                  <a:pt x="24674" y="27457"/>
                  <a:pt x="22808" y="32608"/>
                  <a:pt x="21756" y="38232"/>
                </a:cubicBezTo>
                <a:cubicBezTo>
                  <a:pt x="20706" y="43855"/>
                  <a:pt x="20181" y="49346"/>
                  <a:pt x="20181" y="54706"/>
                </a:cubicBezTo>
                <a:cubicBezTo>
                  <a:pt x="20181" y="60591"/>
                  <a:pt x="20811" y="66477"/>
                  <a:pt x="22071" y="72363"/>
                </a:cubicBezTo>
                <a:cubicBezTo>
                  <a:pt x="23333" y="78248"/>
                  <a:pt x="25383" y="83556"/>
                  <a:pt x="28220" y="88285"/>
                </a:cubicBezTo>
                <a:cubicBezTo>
                  <a:pt x="31059" y="93015"/>
                  <a:pt x="34763" y="96877"/>
                  <a:pt x="39334" y="99873"/>
                </a:cubicBezTo>
                <a:cubicBezTo>
                  <a:pt x="43906" y="102869"/>
                  <a:pt x="49451" y="104367"/>
                  <a:pt x="55969" y="104367"/>
                </a:cubicBezTo>
                <a:cubicBezTo>
                  <a:pt x="61012" y="104367"/>
                  <a:pt x="65531" y="103920"/>
                  <a:pt x="69524" y="103027"/>
                </a:cubicBezTo>
                <a:cubicBezTo>
                  <a:pt x="73519" y="102134"/>
                  <a:pt x="76883" y="100478"/>
                  <a:pt x="79616" y="98059"/>
                </a:cubicBezTo>
                <a:cubicBezTo>
                  <a:pt x="82979" y="95012"/>
                  <a:pt x="85658" y="91361"/>
                  <a:pt x="87655" y="87104"/>
                </a:cubicBezTo>
                <a:cubicBezTo>
                  <a:pt x="89653" y="82848"/>
                  <a:pt x="91073" y="78039"/>
                  <a:pt x="91913" y="72678"/>
                </a:cubicBezTo>
                <a:cubicBezTo>
                  <a:pt x="92017" y="71942"/>
                  <a:pt x="92358" y="71469"/>
                  <a:pt x="92935" y="71259"/>
                </a:cubicBezTo>
                <a:cubicBezTo>
                  <a:pt x="93514" y="71048"/>
                  <a:pt x="94119" y="71023"/>
                  <a:pt x="94749" y="71182"/>
                </a:cubicBezTo>
                <a:cubicBezTo>
                  <a:pt x="95381" y="71339"/>
                  <a:pt x="95959" y="71627"/>
                  <a:pt x="96484" y="72048"/>
                </a:cubicBezTo>
                <a:cubicBezTo>
                  <a:pt x="97010" y="72468"/>
                  <a:pt x="97221" y="72888"/>
                  <a:pt x="97116" y="73308"/>
                </a:cubicBezTo>
                <a:cubicBezTo>
                  <a:pt x="96800" y="75411"/>
                  <a:pt x="96589" y="77487"/>
                  <a:pt x="96484" y="79536"/>
                </a:cubicBezTo>
                <a:cubicBezTo>
                  <a:pt x="96379" y="81586"/>
                  <a:pt x="96327" y="83662"/>
                  <a:pt x="96327" y="85764"/>
                </a:cubicBezTo>
                <a:cubicBezTo>
                  <a:pt x="96327" y="89337"/>
                  <a:pt x="96459" y="92990"/>
                  <a:pt x="96722" y="96722"/>
                </a:cubicBezTo>
                <a:cubicBezTo>
                  <a:pt x="96985" y="100452"/>
                  <a:pt x="97221" y="104367"/>
                  <a:pt x="97431" y="108466"/>
                </a:cubicBezTo>
                <a:cubicBezTo>
                  <a:pt x="97431" y="109096"/>
                  <a:pt x="97221" y="109568"/>
                  <a:pt x="96799" y="109883"/>
                </a:cubicBezTo>
                <a:cubicBezTo>
                  <a:pt x="96379" y="110199"/>
                  <a:pt x="95880" y="110383"/>
                  <a:pt x="95302" y="110436"/>
                </a:cubicBezTo>
                <a:cubicBezTo>
                  <a:pt x="94725" y="110489"/>
                  <a:pt x="94173" y="110384"/>
                  <a:pt x="93647" y="110121"/>
                </a:cubicBezTo>
                <a:cubicBezTo>
                  <a:pt x="93121" y="109858"/>
                  <a:pt x="92806" y="109463"/>
                  <a:pt x="92702" y="108937"/>
                </a:cubicBezTo>
                <a:cubicBezTo>
                  <a:pt x="92492" y="107993"/>
                  <a:pt x="92124" y="107074"/>
                  <a:pt x="91598" y="106181"/>
                </a:cubicBezTo>
                <a:cubicBezTo>
                  <a:pt x="91072" y="105287"/>
                  <a:pt x="90389" y="104552"/>
                  <a:pt x="89548" y="103975"/>
                </a:cubicBezTo>
                <a:cubicBezTo>
                  <a:pt x="88708" y="103396"/>
                  <a:pt x="87710" y="103106"/>
                  <a:pt x="86553" y="103106"/>
                </a:cubicBezTo>
                <a:cubicBezTo>
                  <a:pt x="85501" y="103106"/>
                  <a:pt x="84292" y="103473"/>
                  <a:pt x="82926" y="104208"/>
                </a:cubicBezTo>
                <a:cubicBezTo>
                  <a:pt x="80615" y="105470"/>
                  <a:pt x="78382" y="106548"/>
                  <a:pt x="76226" y="107441"/>
                </a:cubicBezTo>
                <a:cubicBezTo>
                  <a:pt x="74072" y="108334"/>
                  <a:pt x="71891" y="109043"/>
                  <a:pt x="69683" y="109568"/>
                </a:cubicBezTo>
                <a:cubicBezTo>
                  <a:pt x="67476" y="110094"/>
                  <a:pt x="65164" y="110462"/>
                  <a:pt x="62745" y="110672"/>
                </a:cubicBezTo>
                <a:cubicBezTo>
                  <a:pt x="60328" y="110882"/>
                  <a:pt x="57701" y="110987"/>
                  <a:pt x="54864" y="110987"/>
                </a:cubicBezTo>
                <a:cubicBezTo>
                  <a:pt x="36261" y="110987"/>
                  <a:pt x="22466" y="106337"/>
                  <a:pt x="13479" y="97037"/>
                </a:cubicBezTo>
                <a:cubicBezTo>
                  <a:pt x="4493" y="87735"/>
                  <a:pt x="0" y="74413"/>
                  <a:pt x="0" y="57070"/>
                </a:cubicBezTo>
                <a:cubicBezTo>
                  <a:pt x="0" y="47822"/>
                  <a:pt x="1418" y="39651"/>
                  <a:pt x="4255" y="32557"/>
                </a:cubicBezTo>
                <a:cubicBezTo>
                  <a:pt x="7094" y="25462"/>
                  <a:pt x="11010" y="19497"/>
                  <a:pt x="16002" y="14662"/>
                </a:cubicBezTo>
                <a:cubicBezTo>
                  <a:pt x="20994" y="9827"/>
                  <a:pt x="26933" y="6174"/>
                  <a:pt x="33818" y="3705"/>
                </a:cubicBezTo>
                <a:cubicBezTo>
                  <a:pt x="40703" y="1235"/>
                  <a:pt x="48191" y="0"/>
                  <a:pt x="56284" y="0"/>
                </a:cubicBezTo>
                <a:close/>
                <a:moveTo>
                  <a:pt x="181964" y="70943"/>
                </a:moveTo>
                <a:cubicBezTo>
                  <a:pt x="181964" y="77355"/>
                  <a:pt x="181071" y="83031"/>
                  <a:pt x="179284" y="87970"/>
                </a:cubicBezTo>
                <a:cubicBezTo>
                  <a:pt x="177498" y="92910"/>
                  <a:pt x="174949" y="97062"/>
                  <a:pt x="171637" y="100426"/>
                </a:cubicBezTo>
                <a:cubicBezTo>
                  <a:pt x="168327" y="103789"/>
                  <a:pt x="164359" y="106338"/>
                  <a:pt x="159734" y="108071"/>
                </a:cubicBezTo>
                <a:cubicBezTo>
                  <a:pt x="155111" y="109805"/>
                  <a:pt x="149961" y="110672"/>
                  <a:pt x="144285" y="110672"/>
                </a:cubicBezTo>
                <a:cubicBezTo>
                  <a:pt x="139346" y="110672"/>
                  <a:pt x="134774" y="109858"/>
                  <a:pt x="130569" y="108230"/>
                </a:cubicBezTo>
                <a:cubicBezTo>
                  <a:pt x="126365" y="106601"/>
                  <a:pt x="122739" y="104183"/>
                  <a:pt x="119691" y="100977"/>
                </a:cubicBezTo>
                <a:cubicBezTo>
                  <a:pt x="116644" y="97771"/>
                  <a:pt x="114226" y="93725"/>
                  <a:pt x="112438" y="88839"/>
                </a:cubicBezTo>
                <a:cubicBezTo>
                  <a:pt x="110651" y="83950"/>
                  <a:pt x="109758" y="78195"/>
                  <a:pt x="109758" y="71574"/>
                </a:cubicBezTo>
                <a:cubicBezTo>
                  <a:pt x="109758" y="66214"/>
                  <a:pt x="110651" y="61301"/>
                  <a:pt x="112438" y="56835"/>
                </a:cubicBezTo>
                <a:cubicBezTo>
                  <a:pt x="114226" y="52368"/>
                  <a:pt x="116722" y="48559"/>
                  <a:pt x="119926" y="45406"/>
                </a:cubicBezTo>
                <a:cubicBezTo>
                  <a:pt x="123132" y="42251"/>
                  <a:pt x="126995" y="39781"/>
                  <a:pt x="131514" y="37994"/>
                </a:cubicBezTo>
                <a:cubicBezTo>
                  <a:pt x="136033" y="36207"/>
                  <a:pt x="140974" y="35314"/>
                  <a:pt x="146335" y="35314"/>
                </a:cubicBezTo>
                <a:cubicBezTo>
                  <a:pt x="151485" y="35314"/>
                  <a:pt x="156240" y="36102"/>
                  <a:pt x="160600" y="37679"/>
                </a:cubicBezTo>
                <a:cubicBezTo>
                  <a:pt x="164962" y="39255"/>
                  <a:pt x="168720" y="41541"/>
                  <a:pt x="171873" y="44537"/>
                </a:cubicBezTo>
                <a:cubicBezTo>
                  <a:pt x="175027" y="47533"/>
                  <a:pt x="177498" y="51238"/>
                  <a:pt x="179284" y="55653"/>
                </a:cubicBezTo>
                <a:cubicBezTo>
                  <a:pt x="181071" y="60067"/>
                  <a:pt x="181964" y="65164"/>
                  <a:pt x="181964" y="70943"/>
                </a:cubicBezTo>
                <a:moveTo>
                  <a:pt x="165411" y="72678"/>
                </a:moveTo>
                <a:cubicBezTo>
                  <a:pt x="165411" y="68685"/>
                  <a:pt x="165148" y="64796"/>
                  <a:pt x="164622" y="61013"/>
                </a:cubicBezTo>
                <a:cubicBezTo>
                  <a:pt x="164096" y="57228"/>
                  <a:pt x="163150" y="53864"/>
                  <a:pt x="161784" y="50922"/>
                </a:cubicBezTo>
                <a:cubicBezTo>
                  <a:pt x="160417" y="47979"/>
                  <a:pt x="158526" y="45614"/>
                  <a:pt x="156109" y="43828"/>
                </a:cubicBezTo>
                <a:cubicBezTo>
                  <a:pt x="153692" y="42041"/>
                  <a:pt x="150591" y="41148"/>
                  <a:pt x="146806" y="41148"/>
                </a:cubicBezTo>
                <a:cubicBezTo>
                  <a:pt x="142603" y="41148"/>
                  <a:pt x="139187" y="42041"/>
                  <a:pt x="136559" y="43828"/>
                </a:cubicBezTo>
                <a:cubicBezTo>
                  <a:pt x="133932" y="45614"/>
                  <a:pt x="131857" y="48005"/>
                  <a:pt x="130333" y="51001"/>
                </a:cubicBezTo>
                <a:cubicBezTo>
                  <a:pt x="128809" y="53997"/>
                  <a:pt x="127758" y="57386"/>
                  <a:pt x="127179" y="61169"/>
                </a:cubicBezTo>
                <a:cubicBezTo>
                  <a:pt x="126602" y="64953"/>
                  <a:pt x="126313" y="68894"/>
                  <a:pt x="126313" y="72993"/>
                </a:cubicBezTo>
                <a:cubicBezTo>
                  <a:pt x="126313" y="76566"/>
                  <a:pt x="126575" y="80245"/>
                  <a:pt x="127100" y="84030"/>
                </a:cubicBezTo>
                <a:cubicBezTo>
                  <a:pt x="127626" y="87813"/>
                  <a:pt x="128624" y="91229"/>
                  <a:pt x="130095" y="94278"/>
                </a:cubicBezTo>
                <a:cubicBezTo>
                  <a:pt x="131567" y="97325"/>
                  <a:pt x="133590" y="99847"/>
                  <a:pt x="136164" y="101846"/>
                </a:cubicBezTo>
                <a:cubicBezTo>
                  <a:pt x="138740" y="103842"/>
                  <a:pt x="142025" y="104841"/>
                  <a:pt x="146020" y="104841"/>
                </a:cubicBezTo>
                <a:cubicBezTo>
                  <a:pt x="150119" y="104841"/>
                  <a:pt x="153429" y="103894"/>
                  <a:pt x="155950" y="102002"/>
                </a:cubicBezTo>
                <a:cubicBezTo>
                  <a:pt x="158473" y="100110"/>
                  <a:pt x="160444" y="97640"/>
                  <a:pt x="161863" y="94593"/>
                </a:cubicBezTo>
                <a:cubicBezTo>
                  <a:pt x="163282" y="91544"/>
                  <a:pt x="164229" y="88102"/>
                  <a:pt x="164702" y="84266"/>
                </a:cubicBezTo>
                <a:cubicBezTo>
                  <a:pt x="165175" y="80429"/>
                  <a:pt x="165411" y="76567"/>
                  <a:pt x="165411" y="72678"/>
                </a:cubicBezTo>
                <a:close/>
                <a:moveTo>
                  <a:pt x="218414" y="90020"/>
                </a:moveTo>
                <a:cubicBezTo>
                  <a:pt x="218414" y="92648"/>
                  <a:pt x="218466" y="94856"/>
                  <a:pt x="218570" y="96642"/>
                </a:cubicBezTo>
                <a:cubicBezTo>
                  <a:pt x="218676" y="98429"/>
                  <a:pt x="218966" y="99900"/>
                  <a:pt x="219439" y="101057"/>
                </a:cubicBezTo>
                <a:cubicBezTo>
                  <a:pt x="219912" y="102213"/>
                  <a:pt x="220700" y="103106"/>
                  <a:pt x="221804" y="103736"/>
                </a:cubicBezTo>
                <a:cubicBezTo>
                  <a:pt x="222907" y="104367"/>
                  <a:pt x="224457" y="104840"/>
                  <a:pt x="226454" y="105156"/>
                </a:cubicBezTo>
                <a:cubicBezTo>
                  <a:pt x="227084" y="105260"/>
                  <a:pt x="227557" y="105549"/>
                  <a:pt x="227873" y="106022"/>
                </a:cubicBezTo>
                <a:cubicBezTo>
                  <a:pt x="228189" y="106495"/>
                  <a:pt x="228347" y="107047"/>
                  <a:pt x="228347" y="107677"/>
                </a:cubicBezTo>
                <a:cubicBezTo>
                  <a:pt x="228347" y="108203"/>
                  <a:pt x="228189" y="108702"/>
                  <a:pt x="227873" y="109176"/>
                </a:cubicBezTo>
                <a:cubicBezTo>
                  <a:pt x="227557" y="109649"/>
                  <a:pt x="227084" y="109885"/>
                  <a:pt x="226454" y="109885"/>
                </a:cubicBezTo>
                <a:cubicBezTo>
                  <a:pt x="225403" y="109885"/>
                  <a:pt x="223432" y="109701"/>
                  <a:pt x="220541" y="109332"/>
                </a:cubicBezTo>
                <a:cubicBezTo>
                  <a:pt x="217651" y="108965"/>
                  <a:pt x="214629" y="108781"/>
                  <a:pt x="211476" y="108781"/>
                </a:cubicBezTo>
                <a:cubicBezTo>
                  <a:pt x="208113" y="108781"/>
                  <a:pt x="204855" y="108965"/>
                  <a:pt x="201702" y="109332"/>
                </a:cubicBezTo>
                <a:cubicBezTo>
                  <a:pt x="198550" y="109701"/>
                  <a:pt x="195607" y="109885"/>
                  <a:pt x="192874" y="109885"/>
                </a:cubicBezTo>
                <a:cubicBezTo>
                  <a:pt x="192348" y="109885"/>
                  <a:pt x="191927" y="109649"/>
                  <a:pt x="191611" y="109176"/>
                </a:cubicBezTo>
                <a:cubicBezTo>
                  <a:pt x="191297" y="108702"/>
                  <a:pt x="191139" y="108203"/>
                  <a:pt x="191139" y="107677"/>
                </a:cubicBezTo>
                <a:cubicBezTo>
                  <a:pt x="191139" y="107047"/>
                  <a:pt x="191297" y="106495"/>
                  <a:pt x="191611" y="106022"/>
                </a:cubicBezTo>
                <a:cubicBezTo>
                  <a:pt x="191927" y="105549"/>
                  <a:pt x="192401" y="105260"/>
                  <a:pt x="193033" y="105156"/>
                </a:cubicBezTo>
                <a:cubicBezTo>
                  <a:pt x="195660" y="104840"/>
                  <a:pt x="197682" y="104420"/>
                  <a:pt x="199100" y="103895"/>
                </a:cubicBezTo>
                <a:cubicBezTo>
                  <a:pt x="200519" y="103369"/>
                  <a:pt x="201570" y="102581"/>
                  <a:pt x="202253" y="101531"/>
                </a:cubicBezTo>
                <a:cubicBezTo>
                  <a:pt x="202937" y="100479"/>
                  <a:pt x="203330" y="99112"/>
                  <a:pt x="203434" y="97431"/>
                </a:cubicBezTo>
                <a:cubicBezTo>
                  <a:pt x="203540" y="95749"/>
                  <a:pt x="203593" y="93594"/>
                  <a:pt x="203593" y="90965"/>
                </a:cubicBezTo>
                <a:lnTo>
                  <a:pt x="203593" y="71102"/>
                </a:lnTo>
                <a:cubicBezTo>
                  <a:pt x="203593" y="65953"/>
                  <a:pt x="203540" y="61670"/>
                  <a:pt x="203434" y="58254"/>
                </a:cubicBezTo>
                <a:cubicBezTo>
                  <a:pt x="203330" y="54838"/>
                  <a:pt x="202963" y="52132"/>
                  <a:pt x="202333" y="50135"/>
                </a:cubicBezTo>
                <a:cubicBezTo>
                  <a:pt x="201702" y="48137"/>
                  <a:pt x="200704" y="46744"/>
                  <a:pt x="199338" y="45956"/>
                </a:cubicBezTo>
                <a:cubicBezTo>
                  <a:pt x="197971" y="45167"/>
                  <a:pt x="196027" y="44773"/>
                  <a:pt x="193504" y="44773"/>
                </a:cubicBezTo>
                <a:cubicBezTo>
                  <a:pt x="192874" y="44773"/>
                  <a:pt x="192374" y="44563"/>
                  <a:pt x="192005" y="44143"/>
                </a:cubicBezTo>
                <a:cubicBezTo>
                  <a:pt x="191638" y="43723"/>
                  <a:pt x="191455" y="43249"/>
                  <a:pt x="191455" y="42723"/>
                </a:cubicBezTo>
                <a:cubicBezTo>
                  <a:pt x="191455" y="42093"/>
                  <a:pt x="191638" y="41568"/>
                  <a:pt x="192005" y="41148"/>
                </a:cubicBezTo>
                <a:cubicBezTo>
                  <a:pt x="192374" y="40728"/>
                  <a:pt x="192874" y="40517"/>
                  <a:pt x="193504" y="40517"/>
                </a:cubicBezTo>
                <a:cubicBezTo>
                  <a:pt x="195501" y="40517"/>
                  <a:pt x="198417" y="40202"/>
                  <a:pt x="202253" y="39572"/>
                </a:cubicBezTo>
                <a:cubicBezTo>
                  <a:pt x="206089" y="38940"/>
                  <a:pt x="210005" y="38047"/>
                  <a:pt x="214000" y="36892"/>
                </a:cubicBezTo>
                <a:cubicBezTo>
                  <a:pt x="215470" y="36470"/>
                  <a:pt x="216574" y="36759"/>
                  <a:pt x="217310" y="37758"/>
                </a:cubicBezTo>
                <a:cubicBezTo>
                  <a:pt x="218046" y="38757"/>
                  <a:pt x="218414" y="39887"/>
                  <a:pt x="218414" y="41148"/>
                </a:cubicBezTo>
                <a:lnTo>
                  <a:pt x="218414" y="47453"/>
                </a:lnTo>
                <a:cubicBezTo>
                  <a:pt x="218414" y="47663"/>
                  <a:pt x="218493" y="47794"/>
                  <a:pt x="218650" y="47847"/>
                </a:cubicBezTo>
                <a:cubicBezTo>
                  <a:pt x="218807" y="47900"/>
                  <a:pt x="218939" y="47822"/>
                  <a:pt x="219044" y="47612"/>
                </a:cubicBezTo>
                <a:cubicBezTo>
                  <a:pt x="219780" y="46455"/>
                  <a:pt x="220805" y="45168"/>
                  <a:pt x="222119" y="43751"/>
                </a:cubicBezTo>
                <a:cubicBezTo>
                  <a:pt x="223432" y="42331"/>
                  <a:pt x="225009" y="40991"/>
                  <a:pt x="226848" y="39731"/>
                </a:cubicBezTo>
                <a:cubicBezTo>
                  <a:pt x="228688" y="38469"/>
                  <a:pt x="230763" y="37417"/>
                  <a:pt x="233074" y="36577"/>
                </a:cubicBezTo>
                <a:cubicBezTo>
                  <a:pt x="235386" y="35735"/>
                  <a:pt x="237962" y="35314"/>
                  <a:pt x="240801" y="35314"/>
                </a:cubicBezTo>
                <a:cubicBezTo>
                  <a:pt x="248683" y="35314"/>
                  <a:pt x="254857" y="37495"/>
                  <a:pt x="259324" y="41857"/>
                </a:cubicBezTo>
                <a:cubicBezTo>
                  <a:pt x="263792" y="46220"/>
                  <a:pt x="266026" y="53287"/>
                  <a:pt x="266026" y="63060"/>
                </a:cubicBezTo>
                <a:lnTo>
                  <a:pt x="266026" y="90020"/>
                </a:lnTo>
                <a:cubicBezTo>
                  <a:pt x="266026" y="92858"/>
                  <a:pt x="266104" y="95171"/>
                  <a:pt x="266261" y="96958"/>
                </a:cubicBezTo>
                <a:cubicBezTo>
                  <a:pt x="266419" y="98744"/>
                  <a:pt x="266786" y="100189"/>
                  <a:pt x="267363" y="101292"/>
                </a:cubicBezTo>
                <a:cubicBezTo>
                  <a:pt x="267942" y="102396"/>
                  <a:pt x="268836" y="103237"/>
                  <a:pt x="270045" y="103816"/>
                </a:cubicBezTo>
                <a:cubicBezTo>
                  <a:pt x="271255" y="104393"/>
                  <a:pt x="272963" y="104840"/>
                  <a:pt x="275169" y="105156"/>
                </a:cubicBezTo>
                <a:cubicBezTo>
                  <a:pt x="275800" y="105260"/>
                  <a:pt x="276272" y="105549"/>
                  <a:pt x="276586" y="106022"/>
                </a:cubicBezTo>
                <a:cubicBezTo>
                  <a:pt x="276902" y="106495"/>
                  <a:pt x="277060" y="107047"/>
                  <a:pt x="277060" y="107677"/>
                </a:cubicBezTo>
                <a:cubicBezTo>
                  <a:pt x="277060" y="108203"/>
                  <a:pt x="276902" y="108702"/>
                  <a:pt x="276586" y="109176"/>
                </a:cubicBezTo>
                <a:cubicBezTo>
                  <a:pt x="276272" y="109649"/>
                  <a:pt x="275800" y="109885"/>
                  <a:pt x="275169" y="109885"/>
                </a:cubicBezTo>
                <a:cubicBezTo>
                  <a:pt x="273803" y="109885"/>
                  <a:pt x="271569" y="109701"/>
                  <a:pt x="268467" y="109332"/>
                </a:cubicBezTo>
                <a:cubicBezTo>
                  <a:pt x="265367" y="108965"/>
                  <a:pt x="262241" y="108781"/>
                  <a:pt x="259088" y="108781"/>
                </a:cubicBezTo>
                <a:cubicBezTo>
                  <a:pt x="255725" y="108781"/>
                  <a:pt x="252519" y="108965"/>
                  <a:pt x="249470" y="109332"/>
                </a:cubicBezTo>
                <a:cubicBezTo>
                  <a:pt x="246423" y="109701"/>
                  <a:pt x="243901" y="109885"/>
                  <a:pt x="241905" y="109885"/>
                </a:cubicBezTo>
                <a:cubicBezTo>
                  <a:pt x="241379" y="109885"/>
                  <a:pt x="240958" y="109649"/>
                  <a:pt x="240642" y="109176"/>
                </a:cubicBezTo>
                <a:cubicBezTo>
                  <a:pt x="240327" y="108702"/>
                  <a:pt x="240170" y="108203"/>
                  <a:pt x="240170" y="107677"/>
                </a:cubicBezTo>
                <a:cubicBezTo>
                  <a:pt x="240170" y="107047"/>
                  <a:pt x="240327" y="106495"/>
                  <a:pt x="240642" y="106022"/>
                </a:cubicBezTo>
                <a:cubicBezTo>
                  <a:pt x="240958" y="105549"/>
                  <a:pt x="241431" y="105260"/>
                  <a:pt x="242061" y="105156"/>
                </a:cubicBezTo>
                <a:cubicBezTo>
                  <a:pt x="244374" y="104840"/>
                  <a:pt x="246134" y="104367"/>
                  <a:pt x="247341" y="103736"/>
                </a:cubicBezTo>
                <a:cubicBezTo>
                  <a:pt x="248551" y="103106"/>
                  <a:pt x="249444" y="102239"/>
                  <a:pt x="250021" y="101136"/>
                </a:cubicBezTo>
                <a:cubicBezTo>
                  <a:pt x="250600" y="100031"/>
                  <a:pt x="250942" y="98665"/>
                  <a:pt x="251046" y="97037"/>
                </a:cubicBezTo>
                <a:cubicBezTo>
                  <a:pt x="251152" y="95408"/>
                  <a:pt x="251205" y="93384"/>
                  <a:pt x="251205" y="90965"/>
                </a:cubicBezTo>
                <a:lnTo>
                  <a:pt x="251205" y="67003"/>
                </a:lnTo>
                <a:cubicBezTo>
                  <a:pt x="251205" y="64375"/>
                  <a:pt x="251100" y="61747"/>
                  <a:pt x="250890" y="59120"/>
                </a:cubicBezTo>
                <a:cubicBezTo>
                  <a:pt x="250680" y="56493"/>
                  <a:pt x="250101" y="54128"/>
                  <a:pt x="249155" y="52026"/>
                </a:cubicBezTo>
                <a:cubicBezTo>
                  <a:pt x="248211" y="49923"/>
                  <a:pt x="246844" y="48189"/>
                  <a:pt x="245056" y="46823"/>
                </a:cubicBezTo>
                <a:cubicBezTo>
                  <a:pt x="243270" y="45456"/>
                  <a:pt x="240800" y="44773"/>
                  <a:pt x="237647" y="44773"/>
                </a:cubicBezTo>
                <a:cubicBezTo>
                  <a:pt x="234494" y="44773"/>
                  <a:pt x="231735" y="45273"/>
                  <a:pt x="229369" y="46272"/>
                </a:cubicBezTo>
                <a:cubicBezTo>
                  <a:pt x="227005" y="47269"/>
                  <a:pt x="225009" y="48609"/>
                  <a:pt x="223379" y="50291"/>
                </a:cubicBezTo>
                <a:cubicBezTo>
                  <a:pt x="221750" y="51974"/>
                  <a:pt x="220515" y="53945"/>
                  <a:pt x="219675" y="56204"/>
                </a:cubicBezTo>
                <a:cubicBezTo>
                  <a:pt x="218834" y="58464"/>
                  <a:pt x="218414" y="60855"/>
                  <a:pt x="218414" y="63378"/>
                </a:cubicBezTo>
                <a:lnTo>
                  <a:pt x="218414" y="90020"/>
                </a:lnTo>
                <a:close/>
                <a:moveTo>
                  <a:pt x="308149" y="84816"/>
                </a:moveTo>
                <a:cubicBezTo>
                  <a:pt x="308149" y="90702"/>
                  <a:pt x="308806" y="95064"/>
                  <a:pt x="310119" y="97903"/>
                </a:cubicBezTo>
                <a:cubicBezTo>
                  <a:pt x="311433" y="100740"/>
                  <a:pt x="313824" y="102158"/>
                  <a:pt x="317293" y="102158"/>
                </a:cubicBezTo>
                <a:cubicBezTo>
                  <a:pt x="319710" y="102158"/>
                  <a:pt x="321995" y="101791"/>
                  <a:pt x="324149" y="101057"/>
                </a:cubicBezTo>
                <a:cubicBezTo>
                  <a:pt x="326304" y="100321"/>
                  <a:pt x="327960" y="99532"/>
                  <a:pt x="329116" y="98692"/>
                </a:cubicBezTo>
                <a:cubicBezTo>
                  <a:pt x="329432" y="98482"/>
                  <a:pt x="329800" y="98455"/>
                  <a:pt x="330220" y="98613"/>
                </a:cubicBezTo>
                <a:cubicBezTo>
                  <a:pt x="330641" y="98770"/>
                  <a:pt x="331008" y="99033"/>
                  <a:pt x="331322" y="99402"/>
                </a:cubicBezTo>
                <a:cubicBezTo>
                  <a:pt x="331638" y="99769"/>
                  <a:pt x="331875" y="100163"/>
                  <a:pt x="332032" y="100583"/>
                </a:cubicBezTo>
                <a:cubicBezTo>
                  <a:pt x="332191" y="101003"/>
                  <a:pt x="332165" y="101371"/>
                  <a:pt x="331955" y="101687"/>
                </a:cubicBezTo>
                <a:cubicBezTo>
                  <a:pt x="329958" y="104944"/>
                  <a:pt x="327357" y="107256"/>
                  <a:pt x="324151" y="108622"/>
                </a:cubicBezTo>
                <a:cubicBezTo>
                  <a:pt x="320945" y="109989"/>
                  <a:pt x="317188" y="110672"/>
                  <a:pt x="312878" y="110672"/>
                </a:cubicBezTo>
                <a:cubicBezTo>
                  <a:pt x="305732" y="110672"/>
                  <a:pt x="300688" y="109070"/>
                  <a:pt x="297745" y="105865"/>
                </a:cubicBezTo>
                <a:cubicBezTo>
                  <a:pt x="294802" y="102660"/>
                  <a:pt x="293331" y="97641"/>
                  <a:pt x="293331" y="90809"/>
                </a:cubicBezTo>
                <a:lnTo>
                  <a:pt x="293331" y="50291"/>
                </a:lnTo>
                <a:cubicBezTo>
                  <a:pt x="293331" y="49031"/>
                  <a:pt x="293278" y="48033"/>
                  <a:pt x="293172" y="47296"/>
                </a:cubicBezTo>
                <a:cubicBezTo>
                  <a:pt x="293068" y="46560"/>
                  <a:pt x="292752" y="46035"/>
                  <a:pt x="292226" y="45721"/>
                </a:cubicBezTo>
                <a:cubicBezTo>
                  <a:pt x="291700" y="45405"/>
                  <a:pt x="290833" y="45220"/>
                  <a:pt x="289624" y="45167"/>
                </a:cubicBezTo>
                <a:cubicBezTo>
                  <a:pt x="288416" y="45115"/>
                  <a:pt x="286709" y="45088"/>
                  <a:pt x="284502" y="45088"/>
                </a:cubicBezTo>
                <a:cubicBezTo>
                  <a:pt x="284186" y="45088"/>
                  <a:pt x="283923" y="44773"/>
                  <a:pt x="283713" y="44143"/>
                </a:cubicBezTo>
                <a:cubicBezTo>
                  <a:pt x="283503" y="43512"/>
                  <a:pt x="283371" y="42829"/>
                  <a:pt x="283318" y="42093"/>
                </a:cubicBezTo>
                <a:cubicBezTo>
                  <a:pt x="283266" y="41357"/>
                  <a:pt x="283344" y="40674"/>
                  <a:pt x="283554" y="40044"/>
                </a:cubicBezTo>
                <a:cubicBezTo>
                  <a:pt x="283766" y="39413"/>
                  <a:pt x="284082" y="39098"/>
                  <a:pt x="284502" y="39098"/>
                </a:cubicBezTo>
                <a:cubicBezTo>
                  <a:pt x="287129" y="38888"/>
                  <a:pt x="289388" y="38494"/>
                  <a:pt x="291279" y="37917"/>
                </a:cubicBezTo>
                <a:cubicBezTo>
                  <a:pt x="293171" y="37338"/>
                  <a:pt x="294774" y="36418"/>
                  <a:pt x="296087" y="35158"/>
                </a:cubicBezTo>
                <a:cubicBezTo>
                  <a:pt x="297402" y="33896"/>
                  <a:pt x="298454" y="32188"/>
                  <a:pt x="299241" y="30034"/>
                </a:cubicBezTo>
                <a:cubicBezTo>
                  <a:pt x="300030" y="27878"/>
                  <a:pt x="300687" y="25067"/>
                  <a:pt x="301211" y="21600"/>
                </a:cubicBezTo>
                <a:cubicBezTo>
                  <a:pt x="301317" y="20968"/>
                  <a:pt x="301738" y="20495"/>
                  <a:pt x="302474" y="20181"/>
                </a:cubicBezTo>
                <a:cubicBezTo>
                  <a:pt x="303210" y="19865"/>
                  <a:pt x="303999" y="19707"/>
                  <a:pt x="304839" y="19707"/>
                </a:cubicBezTo>
                <a:cubicBezTo>
                  <a:pt x="305679" y="19707"/>
                  <a:pt x="306441" y="19838"/>
                  <a:pt x="307124" y="20101"/>
                </a:cubicBezTo>
                <a:cubicBezTo>
                  <a:pt x="307807" y="20364"/>
                  <a:pt x="308149" y="20706"/>
                  <a:pt x="308149" y="21126"/>
                </a:cubicBezTo>
                <a:lnTo>
                  <a:pt x="308149" y="34684"/>
                </a:lnTo>
                <a:cubicBezTo>
                  <a:pt x="308149" y="36366"/>
                  <a:pt x="308228" y="37339"/>
                  <a:pt x="308385" y="37602"/>
                </a:cubicBezTo>
                <a:cubicBezTo>
                  <a:pt x="308544" y="37863"/>
                  <a:pt x="309201" y="37994"/>
                  <a:pt x="310357" y="37994"/>
                </a:cubicBezTo>
                <a:lnTo>
                  <a:pt x="326752" y="37994"/>
                </a:lnTo>
                <a:cubicBezTo>
                  <a:pt x="327488" y="37994"/>
                  <a:pt x="327961" y="38415"/>
                  <a:pt x="328171" y="39257"/>
                </a:cubicBezTo>
                <a:cubicBezTo>
                  <a:pt x="328381" y="40097"/>
                  <a:pt x="328486" y="40833"/>
                  <a:pt x="328486" y="41463"/>
                </a:cubicBezTo>
                <a:cubicBezTo>
                  <a:pt x="328486" y="42093"/>
                  <a:pt x="328354" y="42855"/>
                  <a:pt x="328091" y="43748"/>
                </a:cubicBezTo>
                <a:cubicBezTo>
                  <a:pt x="327830" y="44641"/>
                  <a:pt x="327278" y="45088"/>
                  <a:pt x="326436" y="45088"/>
                </a:cubicBezTo>
                <a:lnTo>
                  <a:pt x="309568" y="45088"/>
                </a:lnTo>
                <a:cubicBezTo>
                  <a:pt x="308832" y="45088"/>
                  <a:pt x="308411" y="45273"/>
                  <a:pt x="308305" y="45641"/>
                </a:cubicBezTo>
                <a:cubicBezTo>
                  <a:pt x="308201" y="46009"/>
                  <a:pt x="308149" y="47349"/>
                  <a:pt x="308149" y="49661"/>
                </a:cubicBezTo>
                <a:lnTo>
                  <a:pt x="308149" y="84816"/>
                </a:lnTo>
                <a:close/>
                <a:moveTo>
                  <a:pt x="363044" y="90020"/>
                </a:moveTo>
                <a:cubicBezTo>
                  <a:pt x="363044" y="92648"/>
                  <a:pt x="363122" y="94856"/>
                  <a:pt x="363280" y="96642"/>
                </a:cubicBezTo>
                <a:cubicBezTo>
                  <a:pt x="363438" y="98429"/>
                  <a:pt x="363990" y="99900"/>
                  <a:pt x="364935" y="101057"/>
                </a:cubicBezTo>
                <a:cubicBezTo>
                  <a:pt x="365881" y="102213"/>
                  <a:pt x="367352" y="103106"/>
                  <a:pt x="369349" y="103736"/>
                </a:cubicBezTo>
                <a:cubicBezTo>
                  <a:pt x="371347" y="104367"/>
                  <a:pt x="374238" y="104840"/>
                  <a:pt x="378021" y="105156"/>
                </a:cubicBezTo>
                <a:cubicBezTo>
                  <a:pt x="378651" y="105260"/>
                  <a:pt x="379124" y="105549"/>
                  <a:pt x="379438" y="106022"/>
                </a:cubicBezTo>
                <a:cubicBezTo>
                  <a:pt x="379754" y="106495"/>
                  <a:pt x="379912" y="107047"/>
                  <a:pt x="379912" y="107677"/>
                </a:cubicBezTo>
                <a:cubicBezTo>
                  <a:pt x="379912" y="108203"/>
                  <a:pt x="379754" y="108702"/>
                  <a:pt x="379438" y="109176"/>
                </a:cubicBezTo>
                <a:cubicBezTo>
                  <a:pt x="379124" y="109649"/>
                  <a:pt x="378651" y="109885"/>
                  <a:pt x="378021" y="109885"/>
                </a:cubicBezTo>
                <a:cubicBezTo>
                  <a:pt x="373502" y="109885"/>
                  <a:pt x="369508" y="109701"/>
                  <a:pt x="366039" y="109332"/>
                </a:cubicBezTo>
                <a:cubicBezTo>
                  <a:pt x="362570" y="108965"/>
                  <a:pt x="359259" y="108781"/>
                  <a:pt x="356106" y="108781"/>
                </a:cubicBezTo>
                <a:cubicBezTo>
                  <a:pt x="352743" y="108781"/>
                  <a:pt x="349406" y="108965"/>
                  <a:pt x="346094" y="109332"/>
                </a:cubicBezTo>
                <a:cubicBezTo>
                  <a:pt x="342784" y="109701"/>
                  <a:pt x="339447" y="109885"/>
                  <a:pt x="336084" y="109885"/>
                </a:cubicBezTo>
                <a:cubicBezTo>
                  <a:pt x="335560" y="109885"/>
                  <a:pt x="335140" y="109649"/>
                  <a:pt x="334824" y="109176"/>
                </a:cubicBezTo>
                <a:cubicBezTo>
                  <a:pt x="334508" y="108702"/>
                  <a:pt x="334350" y="108203"/>
                  <a:pt x="334350" y="107677"/>
                </a:cubicBezTo>
                <a:cubicBezTo>
                  <a:pt x="334350" y="107047"/>
                  <a:pt x="334508" y="106495"/>
                  <a:pt x="334824" y="106022"/>
                </a:cubicBezTo>
                <a:cubicBezTo>
                  <a:pt x="335140" y="105549"/>
                  <a:pt x="335613" y="105260"/>
                  <a:pt x="336243" y="105156"/>
                </a:cubicBezTo>
                <a:cubicBezTo>
                  <a:pt x="339186" y="104840"/>
                  <a:pt x="341471" y="104367"/>
                  <a:pt x="343099" y="103736"/>
                </a:cubicBezTo>
                <a:cubicBezTo>
                  <a:pt x="344728" y="103106"/>
                  <a:pt x="345911" y="102239"/>
                  <a:pt x="346647" y="101136"/>
                </a:cubicBezTo>
                <a:cubicBezTo>
                  <a:pt x="347383" y="100031"/>
                  <a:pt x="347830" y="98665"/>
                  <a:pt x="347987" y="97037"/>
                </a:cubicBezTo>
                <a:cubicBezTo>
                  <a:pt x="348146" y="95408"/>
                  <a:pt x="348225" y="93384"/>
                  <a:pt x="348225" y="90965"/>
                </a:cubicBezTo>
                <a:lnTo>
                  <a:pt x="348225" y="67948"/>
                </a:lnTo>
                <a:cubicBezTo>
                  <a:pt x="348225" y="62799"/>
                  <a:pt x="348119" y="58726"/>
                  <a:pt x="347908" y="55730"/>
                </a:cubicBezTo>
                <a:cubicBezTo>
                  <a:pt x="347698" y="52735"/>
                  <a:pt x="347198" y="50423"/>
                  <a:pt x="346409" y="48795"/>
                </a:cubicBezTo>
                <a:cubicBezTo>
                  <a:pt x="345622" y="47166"/>
                  <a:pt x="344387" y="46088"/>
                  <a:pt x="342704" y="45562"/>
                </a:cubicBezTo>
                <a:cubicBezTo>
                  <a:pt x="341024" y="45036"/>
                  <a:pt x="338712" y="44668"/>
                  <a:pt x="335769" y="44458"/>
                </a:cubicBezTo>
                <a:cubicBezTo>
                  <a:pt x="335245" y="44458"/>
                  <a:pt x="334851" y="44196"/>
                  <a:pt x="334588" y="43671"/>
                </a:cubicBezTo>
                <a:cubicBezTo>
                  <a:pt x="334325" y="43145"/>
                  <a:pt x="334193" y="42619"/>
                  <a:pt x="334193" y="42093"/>
                </a:cubicBezTo>
                <a:cubicBezTo>
                  <a:pt x="334193" y="41569"/>
                  <a:pt x="334325" y="41043"/>
                  <a:pt x="334588" y="40517"/>
                </a:cubicBezTo>
                <a:cubicBezTo>
                  <a:pt x="334851" y="39991"/>
                  <a:pt x="335298" y="39728"/>
                  <a:pt x="335928" y="39728"/>
                </a:cubicBezTo>
                <a:cubicBezTo>
                  <a:pt x="338030" y="39518"/>
                  <a:pt x="340947" y="39282"/>
                  <a:pt x="344677" y="39019"/>
                </a:cubicBezTo>
                <a:cubicBezTo>
                  <a:pt x="348409" y="38756"/>
                  <a:pt x="352219" y="38099"/>
                  <a:pt x="356106" y="37049"/>
                </a:cubicBezTo>
                <a:cubicBezTo>
                  <a:pt x="357578" y="36628"/>
                  <a:pt x="358788" y="36576"/>
                  <a:pt x="359734" y="36892"/>
                </a:cubicBezTo>
                <a:cubicBezTo>
                  <a:pt x="360680" y="37207"/>
                  <a:pt x="361100" y="38100"/>
                  <a:pt x="360994" y="39572"/>
                </a:cubicBezTo>
                <a:lnTo>
                  <a:pt x="360679" y="49661"/>
                </a:lnTo>
                <a:cubicBezTo>
                  <a:pt x="360679" y="49871"/>
                  <a:pt x="360731" y="50003"/>
                  <a:pt x="360835" y="50056"/>
                </a:cubicBezTo>
                <a:cubicBezTo>
                  <a:pt x="360941" y="50109"/>
                  <a:pt x="361099" y="50029"/>
                  <a:pt x="361309" y="49817"/>
                </a:cubicBezTo>
                <a:cubicBezTo>
                  <a:pt x="363516" y="45404"/>
                  <a:pt x="366222" y="41884"/>
                  <a:pt x="369428" y="39257"/>
                </a:cubicBezTo>
                <a:cubicBezTo>
                  <a:pt x="372634" y="36628"/>
                  <a:pt x="376917" y="35314"/>
                  <a:pt x="382277" y="35314"/>
                </a:cubicBezTo>
                <a:cubicBezTo>
                  <a:pt x="386692" y="35314"/>
                  <a:pt x="389950" y="36444"/>
                  <a:pt x="392050" y="38704"/>
                </a:cubicBezTo>
                <a:cubicBezTo>
                  <a:pt x="394153" y="40963"/>
                  <a:pt x="395204" y="43723"/>
                  <a:pt x="395204" y="46981"/>
                </a:cubicBezTo>
                <a:cubicBezTo>
                  <a:pt x="395204" y="48768"/>
                  <a:pt x="394521" y="50397"/>
                  <a:pt x="393155" y="51869"/>
                </a:cubicBezTo>
                <a:cubicBezTo>
                  <a:pt x="391788" y="53340"/>
                  <a:pt x="389845" y="54075"/>
                  <a:pt x="387323" y="54075"/>
                </a:cubicBezTo>
                <a:cubicBezTo>
                  <a:pt x="384905" y="54075"/>
                  <a:pt x="383223" y="53497"/>
                  <a:pt x="382277" y="52341"/>
                </a:cubicBezTo>
                <a:cubicBezTo>
                  <a:pt x="381332" y="51185"/>
                  <a:pt x="380860" y="49923"/>
                  <a:pt x="380860" y="48557"/>
                </a:cubicBezTo>
                <a:cubicBezTo>
                  <a:pt x="380860" y="47086"/>
                  <a:pt x="380570" y="45931"/>
                  <a:pt x="379991" y="45090"/>
                </a:cubicBezTo>
                <a:cubicBezTo>
                  <a:pt x="379414" y="44249"/>
                  <a:pt x="378179" y="43828"/>
                  <a:pt x="376287" y="43828"/>
                </a:cubicBezTo>
                <a:cubicBezTo>
                  <a:pt x="374290" y="43828"/>
                  <a:pt x="372477" y="44484"/>
                  <a:pt x="370848" y="45798"/>
                </a:cubicBezTo>
                <a:cubicBezTo>
                  <a:pt x="369218" y="47111"/>
                  <a:pt x="367825" y="48662"/>
                  <a:pt x="366669" y="50450"/>
                </a:cubicBezTo>
                <a:cubicBezTo>
                  <a:pt x="365513" y="52237"/>
                  <a:pt x="364619" y="54076"/>
                  <a:pt x="363989" y="55969"/>
                </a:cubicBezTo>
                <a:cubicBezTo>
                  <a:pt x="363359" y="57859"/>
                  <a:pt x="363044" y="59330"/>
                  <a:pt x="363044" y="60380"/>
                </a:cubicBezTo>
                <a:lnTo>
                  <a:pt x="363044" y="90020"/>
                </a:lnTo>
                <a:close/>
                <a:moveTo>
                  <a:pt x="442059" y="76462"/>
                </a:moveTo>
                <a:cubicBezTo>
                  <a:pt x="442059" y="75306"/>
                  <a:pt x="442006" y="74596"/>
                  <a:pt x="441900" y="74333"/>
                </a:cubicBezTo>
                <a:cubicBezTo>
                  <a:pt x="441796" y="74070"/>
                  <a:pt x="441534" y="73938"/>
                  <a:pt x="441113" y="73938"/>
                </a:cubicBezTo>
                <a:cubicBezTo>
                  <a:pt x="432495" y="74674"/>
                  <a:pt x="426110" y="76488"/>
                  <a:pt x="421958" y="79380"/>
                </a:cubicBezTo>
                <a:cubicBezTo>
                  <a:pt x="417807" y="82270"/>
                  <a:pt x="415732" y="85974"/>
                  <a:pt x="415732" y="90494"/>
                </a:cubicBezTo>
                <a:cubicBezTo>
                  <a:pt x="415732" y="93647"/>
                  <a:pt x="416520" y="96301"/>
                  <a:pt x="418097" y="98456"/>
                </a:cubicBezTo>
                <a:cubicBezTo>
                  <a:pt x="419673" y="100610"/>
                  <a:pt x="422301" y="101687"/>
                  <a:pt x="425980" y="101687"/>
                </a:cubicBezTo>
                <a:cubicBezTo>
                  <a:pt x="428397" y="101687"/>
                  <a:pt x="430945" y="101214"/>
                  <a:pt x="433625" y="100268"/>
                </a:cubicBezTo>
                <a:cubicBezTo>
                  <a:pt x="436305" y="99321"/>
                  <a:pt x="438696" y="97955"/>
                  <a:pt x="440798" y="96168"/>
                </a:cubicBezTo>
                <a:cubicBezTo>
                  <a:pt x="441639" y="95328"/>
                  <a:pt x="442059" y="94487"/>
                  <a:pt x="442059" y="93645"/>
                </a:cubicBezTo>
                <a:lnTo>
                  <a:pt x="442059" y="76462"/>
                </a:lnTo>
                <a:moveTo>
                  <a:pt x="456880" y="92069"/>
                </a:moveTo>
                <a:cubicBezTo>
                  <a:pt x="456880" y="95748"/>
                  <a:pt x="457221" y="98324"/>
                  <a:pt x="457905" y="99796"/>
                </a:cubicBezTo>
                <a:cubicBezTo>
                  <a:pt x="458588" y="101267"/>
                  <a:pt x="459928" y="102002"/>
                  <a:pt x="461924" y="102002"/>
                </a:cubicBezTo>
                <a:cubicBezTo>
                  <a:pt x="463081" y="102002"/>
                  <a:pt x="464026" y="101871"/>
                  <a:pt x="464760" y="101608"/>
                </a:cubicBezTo>
                <a:cubicBezTo>
                  <a:pt x="465497" y="101345"/>
                  <a:pt x="466548" y="100793"/>
                  <a:pt x="467914" y="99952"/>
                </a:cubicBezTo>
                <a:cubicBezTo>
                  <a:pt x="468230" y="99742"/>
                  <a:pt x="468572" y="99742"/>
                  <a:pt x="468939" y="99952"/>
                </a:cubicBezTo>
                <a:cubicBezTo>
                  <a:pt x="469308" y="100163"/>
                  <a:pt x="469623" y="100452"/>
                  <a:pt x="469884" y="100821"/>
                </a:cubicBezTo>
                <a:cubicBezTo>
                  <a:pt x="470147" y="101188"/>
                  <a:pt x="470331" y="101608"/>
                  <a:pt x="470435" y="102081"/>
                </a:cubicBezTo>
                <a:cubicBezTo>
                  <a:pt x="470541" y="102555"/>
                  <a:pt x="470437" y="102948"/>
                  <a:pt x="470123" y="103263"/>
                </a:cubicBezTo>
                <a:cubicBezTo>
                  <a:pt x="466023" y="108202"/>
                  <a:pt x="461188" y="110672"/>
                  <a:pt x="455617" y="110672"/>
                </a:cubicBezTo>
                <a:cubicBezTo>
                  <a:pt x="452570" y="110672"/>
                  <a:pt x="449968" y="109858"/>
                  <a:pt x="447813" y="108230"/>
                </a:cubicBezTo>
                <a:cubicBezTo>
                  <a:pt x="445659" y="106601"/>
                  <a:pt x="444057" y="104682"/>
                  <a:pt x="443007" y="102474"/>
                </a:cubicBezTo>
                <a:cubicBezTo>
                  <a:pt x="442795" y="101949"/>
                  <a:pt x="442479" y="101897"/>
                  <a:pt x="442059" y="102317"/>
                </a:cubicBezTo>
                <a:cubicBezTo>
                  <a:pt x="439326" y="104734"/>
                  <a:pt x="436147" y="106731"/>
                  <a:pt x="432521" y="108307"/>
                </a:cubicBezTo>
                <a:cubicBezTo>
                  <a:pt x="428895" y="109884"/>
                  <a:pt x="424350" y="110672"/>
                  <a:pt x="418886" y="110672"/>
                </a:cubicBezTo>
                <a:cubicBezTo>
                  <a:pt x="412894" y="110672"/>
                  <a:pt x="408269" y="109070"/>
                  <a:pt x="405010" y="105865"/>
                </a:cubicBezTo>
                <a:cubicBezTo>
                  <a:pt x="401753" y="102660"/>
                  <a:pt x="400125" y="98114"/>
                  <a:pt x="400125" y="92228"/>
                </a:cubicBezTo>
                <a:cubicBezTo>
                  <a:pt x="400125" y="84660"/>
                  <a:pt x="403646" y="78853"/>
                  <a:pt x="410688" y="74807"/>
                </a:cubicBezTo>
                <a:cubicBezTo>
                  <a:pt x="417729" y="70761"/>
                  <a:pt x="427977" y="68737"/>
                  <a:pt x="441429" y="68737"/>
                </a:cubicBezTo>
                <a:cubicBezTo>
                  <a:pt x="441639" y="68737"/>
                  <a:pt x="441796" y="68474"/>
                  <a:pt x="441900" y="67948"/>
                </a:cubicBezTo>
                <a:cubicBezTo>
                  <a:pt x="442006" y="67422"/>
                  <a:pt x="442059" y="66214"/>
                  <a:pt x="442059" y="64323"/>
                </a:cubicBezTo>
                <a:lnTo>
                  <a:pt x="442059" y="60065"/>
                </a:lnTo>
                <a:cubicBezTo>
                  <a:pt x="442059" y="57438"/>
                  <a:pt x="441849" y="54969"/>
                  <a:pt x="441429" y="52656"/>
                </a:cubicBezTo>
                <a:cubicBezTo>
                  <a:pt x="441008" y="50344"/>
                  <a:pt x="440299" y="48320"/>
                  <a:pt x="439300" y="46587"/>
                </a:cubicBezTo>
                <a:cubicBezTo>
                  <a:pt x="438302" y="44853"/>
                  <a:pt x="436910" y="43487"/>
                  <a:pt x="435124" y="42488"/>
                </a:cubicBezTo>
                <a:cubicBezTo>
                  <a:pt x="433337" y="41489"/>
                  <a:pt x="431129" y="40989"/>
                  <a:pt x="428501" y="40989"/>
                </a:cubicBezTo>
                <a:cubicBezTo>
                  <a:pt x="424612" y="40989"/>
                  <a:pt x="421459" y="41752"/>
                  <a:pt x="419042" y="43277"/>
                </a:cubicBezTo>
                <a:cubicBezTo>
                  <a:pt x="416625" y="44800"/>
                  <a:pt x="415417" y="46770"/>
                  <a:pt x="415417" y="49187"/>
                </a:cubicBezTo>
                <a:cubicBezTo>
                  <a:pt x="415417" y="50344"/>
                  <a:pt x="415784" y="51473"/>
                  <a:pt x="416519" y="52577"/>
                </a:cubicBezTo>
                <a:cubicBezTo>
                  <a:pt x="417255" y="53680"/>
                  <a:pt x="417623" y="54810"/>
                  <a:pt x="417623" y="55966"/>
                </a:cubicBezTo>
                <a:cubicBezTo>
                  <a:pt x="417623" y="57438"/>
                  <a:pt x="416887" y="58858"/>
                  <a:pt x="415415" y="60224"/>
                </a:cubicBezTo>
                <a:cubicBezTo>
                  <a:pt x="413944" y="61590"/>
                  <a:pt x="412158" y="62274"/>
                  <a:pt x="410057" y="62274"/>
                </a:cubicBezTo>
                <a:cubicBezTo>
                  <a:pt x="407219" y="62274"/>
                  <a:pt x="405195" y="61512"/>
                  <a:pt x="403986" y="59988"/>
                </a:cubicBezTo>
                <a:cubicBezTo>
                  <a:pt x="402778" y="58463"/>
                  <a:pt x="402174" y="56597"/>
                  <a:pt x="402174" y="54391"/>
                </a:cubicBezTo>
                <a:cubicBezTo>
                  <a:pt x="402174" y="51764"/>
                  <a:pt x="402909" y="49267"/>
                  <a:pt x="404380" y="46902"/>
                </a:cubicBezTo>
                <a:cubicBezTo>
                  <a:pt x="405852" y="44536"/>
                  <a:pt x="407849" y="42513"/>
                  <a:pt x="410370" y="40833"/>
                </a:cubicBezTo>
                <a:cubicBezTo>
                  <a:pt x="412893" y="39150"/>
                  <a:pt x="415835" y="37810"/>
                  <a:pt x="419199" y="36813"/>
                </a:cubicBezTo>
                <a:cubicBezTo>
                  <a:pt x="422563" y="35814"/>
                  <a:pt x="426085" y="35314"/>
                  <a:pt x="429764" y="35314"/>
                </a:cubicBezTo>
                <a:cubicBezTo>
                  <a:pt x="438171" y="35314"/>
                  <a:pt x="444792" y="37259"/>
                  <a:pt x="449627" y="41148"/>
                </a:cubicBezTo>
                <a:cubicBezTo>
                  <a:pt x="454462" y="45037"/>
                  <a:pt x="456880" y="51501"/>
                  <a:pt x="456880" y="60539"/>
                </a:cubicBezTo>
                <a:lnTo>
                  <a:pt x="456880" y="92069"/>
                </a:lnTo>
                <a:close/>
                <a:moveTo>
                  <a:pt x="525331" y="37679"/>
                </a:moveTo>
                <a:cubicBezTo>
                  <a:pt x="525017" y="38835"/>
                  <a:pt x="524728" y="40254"/>
                  <a:pt x="524465" y="41937"/>
                </a:cubicBezTo>
                <a:cubicBezTo>
                  <a:pt x="524202" y="43617"/>
                  <a:pt x="524071" y="45404"/>
                  <a:pt x="524071" y="47296"/>
                </a:cubicBezTo>
                <a:cubicBezTo>
                  <a:pt x="524071" y="49293"/>
                  <a:pt x="524123" y="51369"/>
                  <a:pt x="524227" y="53524"/>
                </a:cubicBezTo>
                <a:cubicBezTo>
                  <a:pt x="524333" y="55678"/>
                  <a:pt x="524386" y="57333"/>
                  <a:pt x="524386" y="58490"/>
                </a:cubicBezTo>
                <a:cubicBezTo>
                  <a:pt x="524386" y="58806"/>
                  <a:pt x="524176" y="59069"/>
                  <a:pt x="523755" y="59279"/>
                </a:cubicBezTo>
                <a:cubicBezTo>
                  <a:pt x="523335" y="59489"/>
                  <a:pt x="522862" y="59620"/>
                  <a:pt x="522336" y="59673"/>
                </a:cubicBezTo>
                <a:cubicBezTo>
                  <a:pt x="521812" y="59725"/>
                  <a:pt x="521339" y="59672"/>
                  <a:pt x="520917" y="59514"/>
                </a:cubicBezTo>
                <a:cubicBezTo>
                  <a:pt x="520497" y="59357"/>
                  <a:pt x="520234" y="59121"/>
                  <a:pt x="520130" y="58805"/>
                </a:cubicBezTo>
                <a:cubicBezTo>
                  <a:pt x="518974" y="53235"/>
                  <a:pt x="517081" y="48952"/>
                  <a:pt x="514453" y="45956"/>
                </a:cubicBezTo>
                <a:cubicBezTo>
                  <a:pt x="511826" y="42961"/>
                  <a:pt x="507623" y="41463"/>
                  <a:pt x="501843" y="41463"/>
                </a:cubicBezTo>
                <a:cubicBezTo>
                  <a:pt x="497954" y="41463"/>
                  <a:pt x="494748" y="42436"/>
                  <a:pt x="492225" y="44381"/>
                </a:cubicBezTo>
                <a:cubicBezTo>
                  <a:pt x="489703" y="46325"/>
                  <a:pt x="488441" y="48926"/>
                  <a:pt x="488441" y="52185"/>
                </a:cubicBezTo>
                <a:cubicBezTo>
                  <a:pt x="488441" y="54916"/>
                  <a:pt x="489492" y="57017"/>
                  <a:pt x="491593" y="58490"/>
                </a:cubicBezTo>
                <a:cubicBezTo>
                  <a:pt x="493695" y="59960"/>
                  <a:pt x="496481" y="61327"/>
                  <a:pt x="499950" y="62589"/>
                </a:cubicBezTo>
                <a:cubicBezTo>
                  <a:pt x="501422" y="63115"/>
                  <a:pt x="503183" y="63772"/>
                  <a:pt x="505232" y="64561"/>
                </a:cubicBezTo>
                <a:cubicBezTo>
                  <a:pt x="507282" y="65349"/>
                  <a:pt x="508937" y="66005"/>
                  <a:pt x="510197" y="66529"/>
                </a:cubicBezTo>
                <a:cubicBezTo>
                  <a:pt x="512930" y="67791"/>
                  <a:pt x="515479" y="69106"/>
                  <a:pt x="517842" y="70472"/>
                </a:cubicBezTo>
                <a:cubicBezTo>
                  <a:pt x="520208" y="71838"/>
                  <a:pt x="522258" y="73441"/>
                  <a:pt x="523991" y="75281"/>
                </a:cubicBezTo>
                <a:cubicBezTo>
                  <a:pt x="525726" y="77119"/>
                  <a:pt x="527093" y="79194"/>
                  <a:pt x="528090" y="81506"/>
                </a:cubicBezTo>
                <a:cubicBezTo>
                  <a:pt x="529089" y="83819"/>
                  <a:pt x="529589" y="86500"/>
                  <a:pt x="529589" y="89548"/>
                </a:cubicBezTo>
                <a:cubicBezTo>
                  <a:pt x="529589" y="93542"/>
                  <a:pt x="528748" y="96878"/>
                  <a:pt x="527066" y="99558"/>
                </a:cubicBezTo>
                <a:cubicBezTo>
                  <a:pt x="525385" y="102238"/>
                  <a:pt x="523230" y="104392"/>
                  <a:pt x="520602" y="106022"/>
                </a:cubicBezTo>
                <a:cubicBezTo>
                  <a:pt x="517975" y="107651"/>
                  <a:pt x="514980" y="108833"/>
                  <a:pt x="511617" y="109568"/>
                </a:cubicBezTo>
                <a:cubicBezTo>
                  <a:pt x="508254" y="110304"/>
                  <a:pt x="504943" y="110672"/>
                  <a:pt x="501684" y="110672"/>
                </a:cubicBezTo>
                <a:cubicBezTo>
                  <a:pt x="498951" y="110672"/>
                  <a:pt x="495903" y="110357"/>
                  <a:pt x="492540" y="109726"/>
                </a:cubicBezTo>
                <a:cubicBezTo>
                  <a:pt x="489177" y="109096"/>
                  <a:pt x="486235" y="108203"/>
                  <a:pt x="483712" y="107047"/>
                </a:cubicBezTo>
                <a:cubicBezTo>
                  <a:pt x="483082" y="106837"/>
                  <a:pt x="482425" y="106942"/>
                  <a:pt x="481742" y="107362"/>
                </a:cubicBezTo>
                <a:cubicBezTo>
                  <a:pt x="481059" y="107782"/>
                  <a:pt x="480612" y="108570"/>
                  <a:pt x="480402" y="109726"/>
                </a:cubicBezTo>
                <a:cubicBezTo>
                  <a:pt x="480402" y="110042"/>
                  <a:pt x="480165" y="110252"/>
                  <a:pt x="479692" y="110357"/>
                </a:cubicBezTo>
                <a:cubicBezTo>
                  <a:pt x="479219" y="110463"/>
                  <a:pt x="478719" y="110515"/>
                  <a:pt x="478193" y="110515"/>
                </a:cubicBezTo>
                <a:cubicBezTo>
                  <a:pt x="477773" y="110515"/>
                  <a:pt x="477353" y="110436"/>
                  <a:pt x="476933" y="110277"/>
                </a:cubicBezTo>
                <a:cubicBezTo>
                  <a:pt x="476513" y="110120"/>
                  <a:pt x="476303" y="109884"/>
                  <a:pt x="476303" y="109570"/>
                </a:cubicBezTo>
                <a:cubicBezTo>
                  <a:pt x="476303" y="108728"/>
                  <a:pt x="476408" y="107572"/>
                  <a:pt x="476618" y="106101"/>
                </a:cubicBezTo>
                <a:cubicBezTo>
                  <a:pt x="476828" y="104629"/>
                  <a:pt x="476933" y="103263"/>
                  <a:pt x="476933" y="102002"/>
                </a:cubicBezTo>
                <a:cubicBezTo>
                  <a:pt x="476933" y="100740"/>
                  <a:pt x="476854" y="99347"/>
                  <a:pt x="476695" y="97824"/>
                </a:cubicBezTo>
                <a:cubicBezTo>
                  <a:pt x="476538" y="96300"/>
                  <a:pt x="476380" y="94803"/>
                  <a:pt x="476223" y="93332"/>
                </a:cubicBezTo>
                <a:cubicBezTo>
                  <a:pt x="476066" y="91860"/>
                  <a:pt x="475935" y="90546"/>
                  <a:pt x="475829" y="89390"/>
                </a:cubicBezTo>
                <a:cubicBezTo>
                  <a:pt x="475724" y="88233"/>
                  <a:pt x="475672" y="87392"/>
                  <a:pt x="475672" y="86866"/>
                </a:cubicBezTo>
                <a:cubicBezTo>
                  <a:pt x="475672" y="86446"/>
                  <a:pt x="475882" y="86131"/>
                  <a:pt x="476303" y="85921"/>
                </a:cubicBezTo>
                <a:cubicBezTo>
                  <a:pt x="476723" y="85711"/>
                  <a:pt x="477195" y="85580"/>
                  <a:pt x="477720" y="85529"/>
                </a:cubicBezTo>
                <a:cubicBezTo>
                  <a:pt x="478246" y="85476"/>
                  <a:pt x="478745" y="85528"/>
                  <a:pt x="479218" y="85685"/>
                </a:cubicBezTo>
                <a:cubicBezTo>
                  <a:pt x="479691" y="85842"/>
                  <a:pt x="479981" y="86131"/>
                  <a:pt x="480087" y="86551"/>
                </a:cubicBezTo>
                <a:cubicBezTo>
                  <a:pt x="480821" y="89600"/>
                  <a:pt x="481767" y="92280"/>
                  <a:pt x="482923" y="94593"/>
                </a:cubicBezTo>
                <a:cubicBezTo>
                  <a:pt x="484079" y="96904"/>
                  <a:pt x="485524" y="98848"/>
                  <a:pt x="487258" y="100426"/>
                </a:cubicBezTo>
                <a:cubicBezTo>
                  <a:pt x="488993" y="102003"/>
                  <a:pt x="491095" y="103186"/>
                  <a:pt x="493565" y="103975"/>
                </a:cubicBezTo>
                <a:cubicBezTo>
                  <a:pt x="496035" y="104762"/>
                  <a:pt x="499004" y="105156"/>
                  <a:pt x="502473" y="105156"/>
                </a:cubicBezTo>
                <a:cubicBezTo>
                  <a:pt x="506256" y="105156"/>
                  <a:pt x="509330" y="104105"/>
                  <a:pt x="511694" y="102002"/>
                </a:cubicBezTo>
                <a:cubicBezTo>
                  <a:pt x="514059" y="99900"/>
                  <a:pt x="515242" y="96957"/>
                  <a:pt x="515242" y="93174"/>
                </a:cubicBezTo>
                <a:cubicBezTo>
                  <a:pt x="515242" y="89811"/>
                  <a:pt x="514059" y="87157"/>
                  <a:pt x="511694" y="85213"/>
                </a:cubicBezTo>
                <a:cubicBezTo>
                  <a:pt x="509330" y="83268"/>
                  <a:pt x="506571" y="81559"/>
                  <a:pt x="503419" y="80087"/>
                </a:cubicBezTo>
                <a:cubicBezTo>
                  <a:pt x="501946" y="79457"/>
                  <a:pt x="500448" y="78827"/>
                  <a:pt x="498925" y="78196"/>
                </a:cubicBezTo>
                <a:cubicBezTo>
                  <a:pt x="497401" y="77566"/>
                  <a:pt x="495851" y="76936"/>
                  <a:pt x="494275" y="76305"/>
                </a:cubicBezTo>
                <a:cubicBezTo>
                  <a:pt x="491962" y="75359"/>
                  <a:pt x="489676" y="74387"/>
                  <a:pt x="487416" y="73390"/>
                </a:cubicBezTo>
                <a:cubicBezTo>
                  <a:pt x="485157" y="72391"/>
                  <a:pt x="483159" y="71155"/>
                  <a:pt x="481424" y="69683"/>
                </a:cubicBezTo>
                <a:cubicBezTo>
                  <a:pt x="479691" y="68211"/>
                  <a:pt x="478298" y="66371"/>
                  <a:pt x="477248" y="64164"/>
                </a:cubicBezTo>
                <a:cubicBezTo>
                  <a:pt x="476198" y="61958"/>
                  <a:pt x="475672" y="59225"/>
                  <a:pt x="475672" y="55966"/>
                </a:cubicBezTo>
                <a:cubicBezTo>
                  <a:pt x="475672" y="52183"/>
                  <a:pt x="476486" y="48978"/>
                  <a:pt x="478114" y="46351"/>
                </a:cubicBezTo>
                <a:cubicBezTo>
                  <a:pt x="479743" y="43723"/>
                  <a:pt x="481845" y="41594"/>
                  <a:pt x="484419" y="39967"/>
                </a:cubicBezTo>
                <a:cubicBezTo>
                  <a:pt x="486995" y="38337"/>
                  <a:pt x="489859" y="37154"/>
                  <a:pt x="493012" y="36418"/>
                </a:cubicBezTo>
                <a:cubicBezTo>
                  <a:pt x="496166" y="35682"/>
                  <a:pt x="499267" y="35314"/>
                  <a:pt x="502314" y="35314"/>
                </a:cubicBezTo>
                <a:cubicBezTo>
                  <a:pt x="505257" y="35314"/>
                  <a:pt x="507858" y="35656"/>
                  <a:pt x="510118" y="36339"/>
                </a:cubicBezTo>
                <a:cubicBezTo>
                  <a:pt x="512378" y="37022"/>
                  <a:pt x="514874" y="38257"/>
                  <a:pt x="517607" y="40044"/>
                </a:cubicBezTo>
                <a:cubicBezTo>
                  <a:pt x="518027" y="40254"/>
                  <a:pt x="518579" y="40228"/>
                  <a:pt x="519262" y="39967"/>
                </a:cubicBezTo>
                <a:cubicBezTo>
                  <a:pt x="519945" y="39704"/>
                  <a:pt x="520497" y="38836"/>
                  <a:pt x="520917" y="37364"/>
                </a:cubicBezTo>
                <a:cubicBezTo>
                  <a:pt x="521023" y="36944"/>
                  <a:pt x="521338" y="36681"/>
                  <a:pt x="521862" y="36577"/>
                </a:cubicBezTo>
                <a:cubicBezTo>
                  <a:pt x="522388" y="36471"/>
                  <a:pt x="522914" y="36445"/>
                  <a:pt x="523440" y="36498"/>
                </a:cubicBezTo>
                <a:cubicBezTo>
                  <a:pt x="523966" y="36549"/>
                  <a:pt x="524439" y="36681"/>
                  <a:pt x="524860" y="36892"/>
                </a:cubicBezTo>
                <a:cubicBezTo>
                  <a:pt x="525280" y="37102"/>
                  <a:pt x="525437" y="37365"/>
                  <a:pt x="525331" y="37679"/>
                </a:cubicBezTo>
                <a:close/>
                <a:moveTo>
                  <a:pt x="559416" y="84816"/>
                </a:moveTo>
                <a:cubicBezTo>
                  <a:pt x="559416" y="90702"/>
                  <a:pt x="560073" y="95064"/>
                  <a:pt x="561386" y="97903"/>
                </a:cubicBezTo>
                <a:cubicBezTo>
                  <a:pt x="562700" y="100740"/>
                  <a:pt x="565091" y="102158"/>
                  <a:pt x="568560" y="102158"/>
                </a:cubicBezTo>
                <a:cubicBezTo>
                  <a:pt x="570977" y="102158"/>
                  <a:pt x="573262" y="101791"/>
                  <a:pt x="575416" y="101057"/>
                </a:cubicBezTo>
                <a:cubicBezTo>
                  <a:pt x="577571" y="100321"/>
                  <a:pt x="579227" y="99532"/>
                  <a:pt x="580383" y="98692"/>
                </a:cubicBezTo>
                <a:cubicBezTo>
                  <a:pt x="580699" y="98482"/>
                  <a:pt x="581067" y="98455"/>
                  <a:pt x="581487" y="98613"/>
                </a:cubicBezTo>
                <a:cubicBezTo>
                  <a:pt x="581908" y="98770"/>
                  <a:pt x="582275" y="99033"/>
                  <a:pt x="582589" y="99402"/>
                </a:cubicBezTo>
                <a:cubicBezTo>
                  <a:pt x="582905" y="99769"/>
                  <a:pt x="583142" y="100163"/>
                  <a:pt x="583299" y="100583"/>
                </a:cubicBezTo>
                <a:cubicBezTo>
                  <a:pt x="583458" y="101003"/>
                  <a:pt x="583432" y="101371"/>
                  <a:pt x="583222" y="101687"/>
                </a:cubicBezTo>
                <a:cubicBezTo>
                  <a:pt x="581225" y="104944"/>
                  <a:pt x="578624" y="107256"/>
                  <a:pt x="575418" y="108622"/>
                </a:cubicBezTo>
                <a:cubicBezTo>
                  <a:pt x="572212" y="109989"/>
                  <a:pt x="568455" y="110672"/>
                  <a:pt x="564146" y="110672"/>
                </a:cubicBezTo>
                <a:cubicBezTo>
                  <a:pt x="556999" y="110672"/>
                  <a:pt x="551955" y="109070"/>
                  <a:pt x="549012" y="105865"/>
                </a:cubicBezTo>
                <a:cubicBezTo>
                  <a:pt x="546069" y="102660"/>
                  <a:pt x="544598" y="97641"/>
                  <a:pt x="544598" y="90809"/>
                </a:cubicBezTo>
                <a:lnTo>
                  <a:pt x="544598" y="50291"/>
                </a:lnTo>
                <a:cubicBezTo>
                  <a:pt x="544598" y="49031"/>
                  <a:pt x="544545" y="48033"/>
                  <a:pt x="544439" y="47296"/>
                </a:cubicBezTo>
                <a:cubicBezTo>
                  <a:pt x="544335" y="46560"/>
                  <a:pt x="544020" y="46035"/>
                  <a:pt x="543494" y="45721"/>
                </a:cubicBezTo>
                <a:cubicBezTo>
                  <a:pt x="542967" y="45405"/>
                  <a:pt x="542100" y="45220"/>
                  <a:pt x="540891" y="45167"/>
                </a:cubicBezTo>
                <a:cubicBezTo>
                  <a:pt x="539683" y="45115"/>
                  <a:pt x="537976" y="45088"/>
                  <a:pt x="535769" y="45088"/>
                </a:cubicBezTo>
                <a:cubicBezTo>
                  <a:pt x="535453" y="45088"/>
                  <a:pt x="535190" y="44773"/>
                  <a:pt x="534980" y="44143"/>
                </a:cubicBezTo>
                <a:cubicBezTo>
                  <a:pt x="534770" y="43512"/>
                  <a:pt x="534639" y="42829"/>
                  <a:pt x="534586" y="42093"/>
                </a:cubicBezTo>
                <a:cubicBezTo>
                  <a:pt x="534533" y="41357"/>
                  <a:pt x="534611" y="40674"/>
                  <a:pt x="534821" y="40044"/>
                </a:cubicBezTo>
                <a:cubicBezTo>
                  <a:pt x="535033" y="39413"/>
                  <a:pt x="535349" y="39098"/>
                  <a:pt x="535769" y="39098"/>
                </a:cubicBezTo>
                <a:cubicBezTo>
                  <a:pt x="538396" y="38888"/>
                  <a:pt x="540655" y="38494"/>
                  <a:pt x="542546" y="37917"/>
                </a:cubicBezTo>
                <a:cubicBezTo>
                  <a:pt x="544438" y="37338"/>
                  <a:pt x="546041" y="36418"/>
                  <a:pt x="547354" y="35158"/>
                </a:cubicBezTo>
                <a:cubicBezTo>
                  <a:pt x="548670" y="33896"/>
                  <a:pt x="549721" y="32188"/>
                  <a:pt x="550508" y="30034"/>
                </a:cubicBezTo>
                <a:cubicBezTo>
                  <a:pt x="551297" y="27878"/>
                  <a:pt x="551954" y="25067"/>
                  <a:pt x="552478" y="21600"/>
                </a:cubicBezTo>
                <a:cubicBezTo>
                  <a:pt x="552584" y="20968"/>
                  <a:pt x="553005" y="20495"/>
                  <a:pt x="553741" y="20181"/>
                </a:cubicBezTo>
                <a:cubicBezTo>
                  <a:pt x="554477" y="19865"/>
                  <a:pt x="555266" y="19707"/>
                  <a:pt x="556106" y="19707"/>
                </a:cubicBezTo>
                <a:cubicBezTo>
                  <a:pt x="556946" y="19707"/>
                  <a:pt x="557708" y="19838"/>
                  <a:pt x="558391" y="20101"/>
                </a:cubicBezTo>
                <a:cubicBezTo>
                  <a:pt x="559075" y="20364"/>
                  <a:pt x="559416" y="20706"/>
                  <a:pt x="559416" y="21126"/>
                </a:cubicBezTo>
                <a:lnTo>
                  <a:pt x="559416" y="34684"/>
                </a:lnTo>
                <a:cubicBezTo>
                  <a:pt x="559416" y="36366"/>
                  <a:pt x="559495" y="37339"/>
                  <a:pt x="559652" y="37602"/>
                </a:cubicBezTo>
                <a:cubicBezTo>
                  <a:pt x="559811" y="37863"/>
                  <a:pt x="560468" y="37994"/>
                  <a:pt x="561624" y="37994"/>
                </a:cubicBezTo>
                <a:lnTo>
                  <a:pt x="578019" y="37994"/>
                </a:lnTo>
                <a:cubicBezTo>
                  <a:pt x="578755" y="37994"/>
                  <a:pt x="579228" y="38415"/>
                  <a:pt x="579438" y="39257"/>
                </a:cubicBezTo>
                <a:cubicBezTo>
                  <a:pt x="579648" y="40097"/>
                  <a:pt x="579753" y="40833"/>
                  <a:pt x="579753" y="41463"/>
                </a:cubicBezTo>
                <a:cubicBezTo>
                  <a:pt x="579753" y="42093"/>
                  <a:pt x="579622" y="42855"/>
                  <a:pt x="579359" y="43748"/>
                </a:cubicBezTo>
                <a:cubicBezTo>
                  <a:pt x="579097" y="44641"/>
                  <a:pt x="578545" y="45088"/>
                  <a:pt x="577703" y="45088"/>
                </a:cubicBezTo>
                <a:lnTo>
                  <a:pt x="560835" y="45088"/>
                </a:lnTo>
                <a:cubicBezTo>
                  <a:pt x="560099" y="45088"/>
                  <a:pt x="559678" y="45273"/>
                  <a:pt x="559573" y="45641"/>
                </a:cubicBezTo>
                <a:cubicBezTo>
                  <a:pt x="559468" y="46009"/>
                  <a:pt x="559416" y="47349"/>
                  <a:pt x="559416" y="49661"/>
                </a:cubicBezTo>
                <a:lnTo>
                  <a:pt x="559416" y="84816"/>
                </a:lnTo>
                <a:close/>
                <a:moveTo>
                  <a:pt x="613682" y="90020"/>
                </a:moveTo>
                <a:cubicBezTo>
                  <a:pt x="613682" y="92648"/>
                  <a:pt x="613734" y="94856"/>
                  <a:pt x="613838" y="96642"/>
                </a:cubicBezTo>
                <a:cubicBezTo>
                  <a:pt x="613944" y="98429"/>
                  <a:pt x="614312" y="99900"/>
                  <a:pt x="614942" y="101057"/>
                </a:cubicBezTo>
                <a:cubicBezTo>
                  <a:pt x="615573" y="102213"/>
                  <a:pt x="616544" y="103106"/>
                  <a:pt x="617858" y="103736"/>
                </a:cubicBezTo>
                <a:cubicBezTo>
                  <a:pt x="619173" y="104367"/>
                  <a:pt x="621039" y="104840"/>
                  <a:pt x="623456" y="105156"/>
                </a:cubicBezTo>
                <a:cubicBezTo>
                  <a:pt x="624086" y="105260"/>
                  <a:pt x="624559" y="105549"/>
                  <a:pt x="624875" y="106022"/>
                </a:cubicBezTo>
                <a:cubicBezTo>
                  <a:pt x="625191" y="106495"/>
                  <a:pt x="625349" y="107047"/>
                  <a:pt x="625349" y="107677"/>
                </a:cubicBezTo>
                <a:cubicBezTo>
                  <a:pt x="625349" y="108203"/>
                  <a:pt x="625191" y="108702"/>
                  <a:pt x="624875" y="109176"/>
                </a:cubicBezTo>
                <a:cubicBezTo>
                  <a:pt x="624559" y="109649"/>
                  <a:pt x="624086" y="109885"/>
                  <a:pt x="623456" y="109885"/>
                </a:cubicBezTo>
                <a:cubicBezTo>
                  <a:pt x="621563" y="109885"/>
                  <a:pt x="619093" y="109701"/>
                  <a:pt x="616044" y="109332"/>
                </a:cubicBezTo>
                <a:cubicBezTo>
                  <a:pt x="612997" y="108965"/>
                  <a:pt x="609897" y="108781"/>
                  <a:pt x="606744" y="108781"/>
                </a:cubicBezTo>
                <a:cubicBezTo>
                  <a:pt x="603381" y="108781"/>
                  <a:pt x="600097" y="108965"/>
                  <a:pt x="596891" y="109332"/>
                </a:cubicBezTo>
                <a:cubicBezTo>
                  <a:pt x="593685" y="109701"/>
                  <a:pt x="590610" y="109885"/>
                  <a:pt x="587668" y="109885"/>
                </a:cubicBezTo>
                <a:cubicBezTo>
                  <a:pt x="587143" y="109885"/>
                  <a:pt x="586723" y="109649"/>
                  <a:pt x="586407" y="109176"/>
                </a:cubicBezTo>
                <a:cubicBezTo>
                  <a:pt x="586093" y="108702"/>
                  <a:pt x="585936" y="108203"/>
                  <a:pt x="585936" y="107677"/>
                </a:cubicBezTo>
                <a:cubicBezTo>
                  <a:pt x="585936" y="107047"/>
                  <a:pt x="586093" y="106495"/>
                  <a:pt x="586407" y="106022"/>
                </a:cubicBezTo>
                <a:cubicBezTo>
                  <a:pt x="586723" y="105549"/>
                  <a:pt x="587196" y="105260"/>
                  <a:pt x="587826" y="105156"/>
                </a:cubicBezTo>
                <a:cubicBezTo>
                  <a:pt x="590559" y="104840"/>
                  <a:pt x="592687" y="104367"/>
                  <a:pt x="594211" y="103736"/>
                </a:cubicBezTo>
                <a:cubicBezTo>
                  <a:pt x="595734" y="103106"/>
                  <a:pt x="596838" y="102239"/>
                  <a:pt x="597521" y="101136"/>
                </a:cubicBezTo>
                <a:cubicBezTo>
                  <a:pt x="598204" y="100031"/>
                  <a:pt x="598598" y="98665"/>
                  <a:pt x="598702" y="97037"/>
                </a:cubicBezTo>
                <a:cubicBezTo>
                  <a:pt x="598808" y="95408"/>
                  <a:pt x="598861" y="93384"/>
                  <a:pt x="598861" y="90965"/>
                </a:cubicBezTo>
                <a:lnTo>
                  <a:pt x="598861" y="65584"/>
                </a:lnTo>
                <a:cubicBezTo>
                  <a:pt x="598861" y="61064"/>
                  <a:pt x="598756" y="57438"/>
                  <a:pt x="598546" y="54706"/>
                </a:cubicBezTo>
                <a:cubicBezTo>
                  <a:pt x="598336" y="51973"/>
                  <a:pt x="597863" y="49898"/>
                  <a:pt x="597126" y="48480"/>
                </a:cubicBezTo>
                <a:cubicBezTo>
                  <a:pt x="596392" y="47061"/>
                  <a:pt x="595289" y="46088"/>
                  <a:pt x="593816" y="45562"/>
                </a:cubicBezTo>
                <a:cubicBezTo>
                  <a:pt x="592346" y="45036"/>
                  <a:pt x="590349" y="44616"/>
                  <a:pt x="587826" y="44301"/>
                </a:cubicBezTo>
                <a:cubicBezTo>
                  <a:pt x="587196" y="44301"/>
                  <a:pt x="586723" y="44038"/>
                  <a:pt x="586407" y="43512"/>
                </a:cubicBezTo>
                <a:cubicBezTo>
                  <a:pt x="586093" y="42986"/>
                  <a:pt x="585936" y="42461"/>
                  <a:pt x="585936" y="41937"/>
                </a:cubicBezTo>
                <a:cubicBezTo>
                  <a:pt x="585936" y="41411"/>
                  <a:pt x="586093" y="40886"/>
                  <a:pt x="586407" y="40361"/>
                </a:cubicBezTo>
                <a:cubicBezTo>
                  <a:pt x="586723" y="39835"/>
                  <a:pt x="587196" y="39572"/>
                  <a:pt x="587826" y="39572"/>
                </a:cubicBezTo>
                <a:cubicBezTo>
                  <a:pt x="588877" y="39466"/>
                  <a:pt x="590164" y="39361"/>
                  <a:pt x="591687" y="39257"/>
                </a:cubicBezTo>
                <a:cubicBezTo>
                  <a:pt x="593213" y="39151"/>
                  <a:pt x="594815" y="39020"/>
                  <a:pt x="596496" y="38862"/>
                </a:cubicBezTo>
                <a:cubicBezTo>
                  <a:pt x="598178" y="38704"/>
                  <a:pt x="599886" y="38494"/>
                  <a:pt x="601620" y="38232"/>
                </a:cubicBezTo>
                <a:cubicBezTo>
                  <a:pt x="603355" y="37969"/>
                  <a:pt x="604906" y="37680"/>
                  <a:pt x="606272" y="37364"/>
                </a:cubicBezTo>
                <a:cubicBezTo>
                  <a:pt x="607429" y="37154"/>
                  <a:pt x="608349" y="36917"/>
                  <a:pt x="609032" y="36654"/>
                </a:cubicBezTo>
                <a:cubicBezTo>
                  <a:pt x="609715" y="36391"/>
                  <a:pt x="610267" y="36260"/>
                  <a:pt x="610687" y="36260"/>
                </a:cubicBezTo>
                <a:cubicBezTo>
                  <a:pt x="611947" y="36260"/>
                  <a:pt x="612761" y="36628"/>
                  <a:pt x="613128" y="37364"/>
                </a:cubicBezTo>
                <a:cubicBezTo>
                  <a:pt x="613497" y="38100"/>
                  <a:pt x="613682" y="38783"/>
                  <a:pt x="613682" y="39413"/>
                </a:cubicBezTo>
                <a:lnTo>
                  <a:pt x="613682" y="90020"/>
                </a:lnTo>
                <a:moveTo>
                  <a:pt x="605325" y="20181"/>
                </a:moveTo>
                <a:cubicBezTo>
                  <a:pt x="602698" y="20181"/>
                  <a:pt x="600438" y="19366"/>
                  <a:pt x="598546" y="17736"/>
                </a:cubicBezTo>
                <a:cubicBezTo>
                  <a:pt x="596655" y="16107"/>
                  <a:pt x="595710" y="14084"/>
                  <a:pt x="595710" y="11667"/>
                </a:cubicBezTo>
                <a:cubicBezTo>
                  <a:pt x="595710" y="9249"/>
                  <a:pt x="596603" y="7199"/>
                  <a:pt x="598389" y="5518"/>
                </a:cubicBezTo>
                <a:cubicBezTo>
                  <a:pt x="600176" y="3836"/>
                  <a:pt x="602383" y="2995"/>
                  <a:pt x="605010" y="2995"/>
                </a:cubicBezTo>
                <a:cubicBezTo>
                  <a:pt x="607532" y="2995"/>
                  <a:pt x="609608" y="3863"/>
                  <a:pt x="611238" y="5598"/>
                </a:cubicBezTo>
                <a:cubicBezTo>
                  <a:pt x="612867" y="7331"/>
                  <a:pt x="613682" y="9407"/>
                  <a:pt x="613682" y="11824"/>
                </a:cubicBezTo>
                <a:cubicBezTo>
                  <a:pt x="613682" y="14136"/>
                  <a:pt x="612893" y="16107"/>
                  <a:pt x="611317" y="17736"/>
                </a:cubicBezTo>
                <a:cubicBezTo>
                  <a:pt x="609741" y="19366"/>
                  <a:pt x="607743" y="20181"/>
                  <a:pt x="605325" y="20181"/>
                </a:cubicBezTo>
                <a:close/>
                <a:moveTo>
                  <a:pt x="695220" y="58016"/>
                </a:moveTo>
                <a:cubicBezTo>
                  <a:pt x="688178" y="75358"/>
                  <a:pt x="680663" y="93068"/>
                  <a:pt x="672675" y="111146"/>
                </a:cubicBezTo>
                <a:cubicBezTo>
                  <a:pt x="672569" y="111356"/>
                  <a:pt x="672280" y="111539"/>
                  <a:pt x="671807" y="111697"/>
                </a:cubicBezTo>
                <a:cubicBezTo>
                  <a:pt x="671335" y="111855"/>
                  <a:pt x="670836" y="111935"/>
                  <a:pt x="670310" y="111935"/>
                </a:cubicBezTo>
                <a:cubicBezTo>
                  <a:pt x="669784" y="111935"/>
                  <a:pt x="669285" y="111855"/>
                  <a:pt x="668812" y="111697"/>
                </a:cubicBezTo>
                <a:cubicBezTo>
                  <a:pt x="668339" y="111539"/>
                  <a:pt x="668050" y="111356"/>
                  <a:pt x="667946" y="111146"/>
                </a:cubicBezTo>
                <a:cubicBezTo>
                  <a:pt x="663426" y="102001"/>
                  <a:pt x="659196" y="93146"/>
                  <a:pt x="655254" y="84581"/>
                </a:cubicBezTo>
                <a:cubicBezTo>
                  <a:pt x="651313" y="76015"/>
                  <a:pt x="647346" y="66793"/>
                  <a:pt x="643351" y="56914"/>
                </a:cubicBezTo>
                <a:cubicBezTo>
                  <a:pt x="642300" y="54391"/>
                  <a:pt x="641381" y="52290"/>
                  <a:pt x="640592" y="50609"/>
                </a:cubicBezTo>
                <a:cubicBezTo>
                  <a:pt x="639804" y="48927"/>
                  <a:pt x="638964" y="47560"/>
                  <a:pt x="638071" y="46510"/>
                </a:cubicBezTo>
                <a:cubicBezTo>
                  <a:pt x="637177" y="45458"/>
                  <a:pt x="636126" y="44643"/>
                  <a:pt x="634917" y="44066"/>
                </a:cubicBezTo>
                <a:cubicBezTo>
                  <a:pt x="633708" y="43487"/>
                  <a:pt x="632158" y="43039"/>
                  <a:pt x="630267" y="42723"/>
                </a:cubicBezTo>
                <a:cubicBezTo>
                  <a:pt x="629741" y="42619"/>
                  <a:pt x="629320" y="42330"/>
                  <a:pt x="629004" y="41857"/>
                </a:cubicBezTo>
                <a:cubicBezTo>
                  <a:pt x="628690" y="41384"/>
                  <a:pt x="628532" y="40885"/>
                  <a:pt x="628532" y="40359"/>
                </a:cubicBezTo>
                <a:cubicBezTo>
                  <a:pt x="628532" y="39728"/>
                  <a:pt x="628637" y="39177"/>
                  <a:pt x="628848" y="38704"/>
                </a:cubicBezTo>
                <a:cubicBezTo>
                  <a:pt x="629058" y="38231"/>
                  <a:pt x="629426" y="37994"/>
                  <a:pt x="629952" y="37994"/>
                </a:cubicBezTo>
                <a:cubicBezTo>
                  <a:pt x="632999" y="37994"/>
                  <a:pt x="635967" y="38178"/>
                  <a:pt x="638857" y="38547"/>
                </a:cubicBezTo>
                <a:cubicBezTo>
                  <a:pt x="641749" y="38915"/>
                  <a:pt x="644771" y="39098"/>
                  <a:pt x="647924" y="39098"/>
                </a:cubicBezTo>
                <a:cubicBezTo>
                  <a:pt x="650971" y="39098"/>
                  <a:pt x="653992" y="38915"/>
                  <a:pt x="656988" y="38547"/>
                </a:cubicBezTo>
                <a:cubicBezTo>
                  <a:pt x="659984" y="38178"/>
                  <a:pt x="663005" y="37994"/>
                  <a:pt x="666052" y="37994"/>
                </a:cubicBezTo>
                <a:cubicBezTo>
                  <a:pt x="666578" y="37994"/>
                  <a:pt x="666973" y="38231"/>
                  <a:pt x="667236" y="38704"/>
                </a:cubicBezTo>
                <a:cubicBezTo>
                  <a:pt x="667499" y="39177"/>
                  <a:pt x="667631" y="39728"/>
                  <a:pt x="667631" y="40359"/>
                </a:cubicBezTo>
                <a:cubicBezTo>
                  <a:pt x="667631" y="40885"/>
                  <a:pt x="667499" y="41411"/>
                  <a:pt x="667236" y="41937"/>
                </a:cubicBezTo>
                <a:cubicBezTo>
                  <a:pt x="666973" y="42461"/>
                  <a:pt x="666578" y="42723"/>
                  <a:pt x="666052" y="42723"/>
                </a:cubicBezTo>
                <a:cubicBezTo>
                  <a:pt x="662795" y="42933"/>
                  <a:pt x="660457" y="43538"/>
                  <a:pt x="659038" y="44537"/>
                </a:cubicBezTo>
                <a:cubicBezTo>
                  <a:pt x="657618" y="45536"/>
                  <a:pt x="656909" y="46981"/>
                  <a:pt x="656909" y="48872"/>
                </a:cubicBezTo>
                <a:cubicBezTo>
                  <a:pt x="656909" y="50449"/>
                  <a:pt x="657330" y="52393"/>
                  <a:pt x="658172" y="54706"/>
                </a:cubicBezTo>
                <a:cubicBezTo>
                  <a:pt x="660589" y="61222"/>
                  <a:pt x="663110" y="67554"/>
                  <a:pt x="665737" y="73703"/>
                </a:cubicBezTo>
                <a:cubicBezTo>
                  <a:pt x="668366" y="79851"/>
                  <a:pt x="671046" y="85658"/>
                  <a:pt x="673779" y="91124"/>
                </a:cubicBezTo>
                <a:cubicBezTo>
                  <a:pt x="673989" y="91650"/>
                  <a:pt x="674304" y="91887"/>
                  <a:pt x="674725" y="91834"/>
                </a:cubicBezTo>
                <a:cubicBezTo>
                  <a:pt x="675145" y="91781"/>
                  <a:pt x="675460" y="91544"/>
                  <a:pt x="675670" y="91124"/>
                </a:cubicBezTo>
                <a:cubicBezTo>
                  <a:pt x="676722" y="88811"/>
                  <a:pt x="677930" y="85974"/>
                  <a:pt x="679295" y="82611"/>
                </a:cubicBezTo>
                <a:cubicBezTo>
                  <a:pt x="680662" y="79248"/>
                  <a:pt x="682002" y="75806"/>
                  <a:pt x="683315" y="72286"/>
                </a:cubicBezTo>
                <a:cubicBezTo>
                  <a:pt x="684630" y="68764"/>
                  <a:pt x="685866" y="65269"/>
                  <a:pt x="687022" y="61802"/>
                </a:cubicBezTo>
                <a:cubicBezTo>
                  <a:pt x="688178" y="58333"/>
                  <a:pt x="689124" y="55338"/>
                  <a:pt x="689858" y="52815"/>
                </a:cubicBezTo>
                <a:cubicBezTo>
                  <a:pt x="690280" y="51448"/>
                  <a:pt x="690491" y="50134"/>
                  <a:pt x="690491" y="48872"/>
                </a:cubicBezTo>
                <a:cubicBezTo>
                  <a:pt x="690491" y="46245"/>
                  <a:pt x="689702" y="44617"/>
                  <a:pt x="688124" y="43986"/>
                </a:cubicBezTo>
                <a:cubicBezTo>
                  <a:pt x="686547" y="43354"/>
                  <a:pt x="684919" y="42933"/>
                  <a:pt x="683238" y="42723"/>
                </a:cubicBezTo>
                <a:cubicBezTo>
                  <a:pt x="682608" y="42619"/>
                  <a:pt x="682135" y="42304"/>
                  <a:pt x="681819" y="41778"/>
                </a:cubicBezTo>
                <a:cubicBezTo>
                  <a:pt x="681503" y="41252"/>
                  <a:pt x="681371" y="40727"/>
                  <a:pt x="681424" y="40202"/>
                </a:cubicBezTo>
                <a:cubicBezTo>
                  <a:pt x="681477" y="39676"/>
                  <a:pt x="681661" y="39177"/>
                  <a:pt x="681975" y="38704"/>
                </a:cubicBezTo>
                <a:cubicBezTo>
                  <a:pt x="682291" y="38231"/>
                  <a:pt x="682712" y="37994"/>
                  <a:pt x="683238" y="37994"/>
                </a:cubicBezTo>
                <a:cubicBezTo>
                  <a:pt x="685551" y="37994"/>
                  <a:pt x="687705" y="38178"/>
                  <a:pt x="689702" y="38547"/>
                </a:cubicBezTo>
                <a:cubicBezTo>
                  <a:pt x="691699" y="38915"/>
                  <a:pt x="693800" y="39098"/>
                  <a:pt x="696007" y="39098"/>
                </a:cubicBezTo>
                <a:cubicBezTo>
                  <a:pt x="698320" y="39098"/>
                  <a:pt x="700763" y="38915"/>
                  <a:pt x="703337" y="38547"/>
                </a:cubicBezTo>
                <a:cubicBezTo>
                  <a:pt x="705912" y="38178"/>
                  <a:pt x="707936" y="37994"/>
                  <a:pt x="709409" y="37994"/>
                </a:cubicBezTo>
                <a:cubicBezTo>
                  <a:pt x="710039" y="37994"/>
                  <a:pt x="710485" y="38231"/>
                  <a:pt x="710748" y="38704"/>
                </a:cubicBezTo>
                <a:cubicBezTo>
                  <a:pt x="711011" y="39177"/>
                  <a:pt x="711143" y="39728"/>
                  <a:pt x="711143" y="40359"/>
                </a:cubicBezTo>
                <a:cubicBezTo>
                  <a:pt x="711143" y="40885"/>
                  <a:pt x="711011" y="41411"/>
                  <a:pt x="710748" y="41937"/>
                </a:cubicBezTo>
                <a:cubicBezTo>
                  <a:pt x="710485" y="42461"/>
                  <a:pt x="710091" y="42723"/>
                  <a:pt x="709565" y="42723"/>
                </a:cubicBezTo>
                <a:cubicBezTo>
                  <a:pt x="707464" y="42829"/>
                  <a:pt x="705704" y="43302"/>
                  <a:pt x="704285" y="44143"/>
                </a:cubicBezTo>
                <a:cubicBezTo>
                  <a:pt x="702865" y="44983"/>
                  <a:pt x="701630" y="46061"/>
                  <a:pt x="700580" y="47376"/>
                </a:cubicBezTo>
                <a:cubicBezTo>
                  <a:pt x="699530" y="48689"/>
                  <a:pt x="698583" y="50266"/>
                  <a:pt x="697741" y="52105"/>
                </a:cubicBezTo>
                <a:cubicBezTo>
                  <a:pt x="696901" y="53945"/>
                  <a:pt x="696061" y="55915"/>
                  <a:pt x="695220" y="58016"/>
                </a:cubicBezTo>
                <a:close/>
                <a:moveTo>
                  <a:pt x="734191" y="68894"/>
                </a:moveTo>
                <a:cubicBezTo>
                  <a:pt x="733665" y="68894"/>
                  <a:pt x="733376" y="69078"/>
                  <a:pt x="733323" y="69447"/>
                </a:cubicBezTo>
                <a:cubicBezTo>
                  <a:pt x="733272" y="69814"/>
                  <a:pt x="733246" y="70261"/>
                  <a:pt x="733246" y="70787"/>
                </a:cubicBezTo>
                <a:cubicBezTo>
                  <a:pt x="733246" y="76253"/>
                  <a:pt x="733850" y="80877"/>
                  <a:pt x="735057" y="84660"/>
                </a:cubicBezTo>
                <a:cubicBezTo>
                  <a:pt x="736266" y="88443"/>
                  <a:pt x="737948" y="91518"/>
                  <a:pt x="740102" y="93883"/>
                </a:cubicBezTo>
                <a:cubicBezTo>
                  <a:pt x="742257" y="96247"/>
                  <a:pt x="744833" y="97955"/>
                  <a:pt x="747829" y="99007"/>
                </a:cubicBezTo>
                <a:cubicBezTo>
                  <a:pt x="750824" y="100058"/>
                  <a:pt x="754056" y="100583"/>
                  <a:pt x="757523" y="100583"/>
                </a:cubicBezTo>
                <a:cubicBezTo>
                  <a:pt x="761096" y="100583"/>
                  <a:pt x="764564" y="100294"/>
                  <a:pt x="767927" y="99717"/>
                </a:cubicBezTo>
                <a:cubicBezTo>
                  <a:pt x="771292" y="99138"/>
                  <a:pt x="774183" y="97850"/>
                  <a:pt x="776600" y="95853"/>
                </a:cubicBezTo>
                <a:cubicBezTo>
                  <a:pt x="777126" y="95433"/>
                  <a:pt x="777677" y="95276"/>
                  <a:pt x="778255" y="95382"/>
                </a:cubicBezTo>
                <a:cubicBezTo>
                  <a:pt x="778833" y="95486"/>
                  <a:pt x="779307" y="95748"/>
                  <a:pt x="779674" y="96168"/>
                </a:cubicBezTo>
                <a:cubicBezTo>
                  <a:pt x="780041" y="96589"/>
                  <a:pt x="780277" y="97062"/>
                  <a:pt x="780381" y="97588"/>
                </a:cubicBezTo>
                <a:cubicBezTo>
                  <a:pt x="780487" y="98114"/>
                  <a:pt x="780383" y="98587"/>
                  <a:pt x="780068" y="99007"/>
                </a:cubicBezTo>
                <a:cubicBezTo>
                  <a:pt x="776705" y="103421"/>
                  <a:pt x="772921" y="106468"/>
                  <a:pt x="768716" y="108151"/>
                </a:cubicBezTo>
                <a:cubicBezTo>
                  <a:pt x="764513" y="109831"/>
                  <a:pt x="759310" y="110672"/>
                  <a:pt x="753109" y="110672"/>
                </a:cubicBezTo>
                <a:cubicBezTo>
                  <a:pt x="746803" y="110672"/>
                  <a:pt x="741364" y="109726"/>
                  <a:pt x="736792" y="107836"/>
                </a:cubicBezTo>
                <a:cubicBezTo>
                  <a:pt x="732219" y="105943"/>
                  <a:pt x="728435" y="103289"/>
                  <a:pt x="725440" y="99873"/>
                </a:cubicBezTo>
                <a:cubicBezTo>
                  <a:pt x="722446" y="96457"/>
                  <a:pt x="720239" y="92464"/>
                  <a:pt x="718820" y="87893"/>
                </a:cubicBezTo>
                <a:cubicBezTo>
                  <a:pt x="717400" y="83321"/>
                  <a:pt x="716691" y="78354"/>
                  <a:pt x="716691" y="72993"/>
                </a:cubicBezTo>
                <a:cubicBezTo>
                  <a:pt x="716691" y="67843"/>
                  <a:pt x="717557" y="62957"/>
                  <a:pt x="719291" y="58333"/>
                </a:cubicBezTo>
                <a:cubicBezTo>
                  <a:pt x="721026" y="53708"/>
                  <a:pt x="723470" y="49714"/>
                  <a:pt x="726623" y="46351"/>
                </a:cubicBezTo>
                <a:cubicBezTo>
                  <a:pt x="729776" y="42988"/>
                  <a:pt x="733507" y="40308"/>
                  <a:pt x="737816" y="38312"/>
                </a:cubicBezTo>
                <a:cubicBezTo>
                  <a:pt x="742126" y="36313"/>
                  <a:pt x="746908" y="35314"/>
                  <a:pt x="752163" y="35314"/>
                </a:cubicBezTo>
                <a:cubicBezTo>
                  <a:pt x="756577" y="35314"/>
                  <a:pt x="760597" y="36077"/>
                  <a:pt x="764223" y="37602"/>
                </a:cubicBezTo>
                <a:cubicBezTo>
                  <a:pt x="767849" y="39125"/>
                  <a:pt x="770923" y="41227"/>
                  <a:pt x="773446" y="43907"/>
                </a:cubicBezTo>
                <a:cubicBezTo>
                  <a:pt x="775968" y="46587"/>
                  <a:pt x="777939" y="49793"/>
                  <a:pt x="779359" y="53524"/>
                </a:cubicBezTo>
                <a:cubicBezTo>
                  <a:pt x="780778" y="57255"/>
                  <a:pt x="781488" y="61275"/>
                  <a:pt x="781488" y="65584"/>
                </a:cubicBezTo>
                <a:cubicBezTo>
                  <a:pt x="781488" y="67790"/>
                  <a:pt x="780699" y="68894"/>
                  <a:pt x="779123" y="68894"/>
                </a:cubicBezTo>
                <a:lnTo>
                  <a:pt x="734191" y="68894"/>
                </a:lnTo>
                <a:moveTo>
                  <a:pt x="763042" y="63378"/>
                </a:moveTo>
                <a:cubicBezTo>
                  <a:pt x="764512" y="63378"/>
                  <a:pt x="765353" y="62853"/>
                  <a:pt x="765563" y="61802"/>
                </a:cubicBezTo>
                <a:cubicBezTo>
                  <a:pt x="765774" y="60750"/>
                  <a:pt x="765880" y="59488"/>
                  <a:pt x="765880" y="58016"/>
                </a:cubicBezTo>
                <a:cubicBezTo>
                  <a:pt x="765880" y="55809"/>
                  <a:pt x="765539" y="53681"/>
                  <a:pt x="764855" y="51631"/>
                </a:cubicBezTo>
                <a:cubicBezTo>
                  <a:pt x="764172" y="49582"/>
                  <a:pt x="763200" y="47769"/>
                  <a:pt x="761937" y="46192"/>
                </a:cubicBezTo>
                <a:cubicBezTo>
                  <a:pt x="760677" y="44616"/>
                  <a:pt x="759153" y="43354"/>
                  <a:pt x="757367" y="42408"/>
                </a:cubicBezTo>
                <a:cubicBezTo>
                  <a:pt x="755580" y="41462"/>
                  <a:pt x="753531" y="40989"/>
                  <a:pt x="751218" y="40989"/>
                </a:cubicBezTo>
                <a:cubicBezTo>
                  <a:pt x="748379" y="40989"/>
                  <a:pt x="745935" y="41489"/>
                  <a:pt x="743886" y="42488"/>
                </a:cubicBezTo>
                <a:cubicBezTo>
                  <a:pt x="741836" y="43487"/>
                  <a:pt x="740102" y="44801"/>
                  <a:pt x="738683" y="46430"/>
                </a:cubicBezTo>
                <a:cubicBezTo>
                  <a:pt x="737265" y="48058"/>
                  <a:pt x="736188" y="49976"/>
                  <a:pt x="735452" y="52185"/>
                </a:cubicBezTo>
                <a:cubicBezTo>
                  <a:pt x="734716" y="54391"/>
                  <a:pt x="734190" y="56703"/>
                  <a:pt x="733876" y="59120"/>
                </a:cubicBezTo>
                <a:cubicBezTo>
                  <a:pt x="733666" y="60382"/>
                  <a:pt x="733587" y="61408"/>
                  <a:pt x="733638" y="62197"/>
                </a:cubicBezTo>
                <a:cubicBezTo>
                  <a:pt x="733691" y="62984"/>
                  <a:pt x="733927" y="63378"/>
                  <a:pt x="734348" y="63378"/>
                </a:cubicBezTo>
                <a:lnTo>
                  <a:pt x="763042" y="63378"/>
                </a:lnTo>
                <a:close/>
                <a:moveTo>
                  <a:pt x="850445" y="26801"/>
                </a:moveTo>
                <a:cubicBezTo>
                  <a:pt x="850445" y="23544"/>
                  <a:pt x="850261" y="20759"/>
                  <a:pt x="849894" y="18446"/>
                </a:cubicBezTo>
                <a:cubicBezTo>
                  <a:pt x="849526" y="16134"/>
                  <a:pt x="848817" y="14242"/>
                  <a:pt x="847765" y="12771"/>
                </a:cubicBezTo>
                <a:cubicBezTo>
                  <a:pt x="846714" y="11299"/>
                  <a:pt x="845216" y="10169"/>
                  <a:pt x="843271" y="9382"/>
                </a:cubicBezTo>
                <a:cubicBezTo>
                  <a:pt x="841327" y="8593"/>
                  <a:pt x="838726" y="8093"/>
                  <a:pt x="835467" y="7883"/>
                </a:cubicBezTo>
                <a:cubicBezTo>
                  <a:pt x="834837" y="7883"/>
                  <a:pt x="834364" y="7594"/>
                  <a:pt x="834048" y="7017"/>
                </a:cubicBezTo>
                <a:cubicBezTo>
                  <a:pt x="833734" y="6438"/>
                  <a:pt x="833576" y="5834"/>
                  <a:pt x="833576" y="5203"/>
                </a:cubicBezTo>
                <a:cubicBezTo>
                  <a:pt x="833576" y="4573"/>
                  <a:pt x="833734" y="3995"/>
                  <a:pt x="834048" y="3469"/>
                </a:cubicBezTo>
                <a:cubicBezTo>
                  <a:pt x="834364" y="2943"/>
                  <a:pt x="834837" y="2680"/>
                  <a:pt x="835467" y="2680"/>
                </a:cubicBezTo>
                <a:cubicBezTo>
                  <a:pt x="838832" y="2680"/>
                  <a:pt x="842669" y="2838"/>
                  <a:pt x="846978" y="3154"/>
                </a:cubicBezTo>
                <a:cubicBezTo>
                  <a:pt x="851287" y="3468"/>
                  <a:pt x="855333" y="3625"/>
                  <a:pt x="859117" y="3625"/>
                </a:cubicBezTo>
                <a:cubicBezTo>
                  <a:pt x="861323" y="3625"/>
                  <a:pt x="863399" y="3573"/>
                  <a:pt x="865342" y="3469"/>
                </a:cubicBezTo>
                <a:cubicBezTo>
                  <a:pt x="867288" y="3363"/>
                  <a:pt x="869180" y="3258"/>
                  <a:pt x="871020" y="3154"/>
                </a:cubicBezTo>
                <a:cubicBezTo>
                  <a:pt x="872859" y="3048"/>
                  <a:pt x="874724" y="2943"/>
                  <a:pt x="876615" y="2839"/>
                </a:cubicBezTo>
                <a:cubicBezTo>
                  <a:pt x="878507" y="2733"/>
                  <a:pt x="880557" y="2680"/>
                  <a:pt x="882764" y="2680"/>
                </a:cubicBezTo>
                <a:cubicBezTo>
                  <a:pt x="883394" y="2680"/>
                  <a:pt x="883841" y="2943"/>
                  <a:pt x="884104" y="3469"/>
                </a:cubicBezTo>
                <a:cubicBezTo>
                  <a:pt x="884367" y="3995"/>
                  <a:pt x="884472" y="4573"/>
                  <a:pt x="884419" y="5203"/>
                </a:cubicBezTo>
                <a:cubicBezTo>
                  <a:pt x="884367" y="5834"/>
                  <a:pt x="884184" y="6438"/>
                  <a:pt x="883868" y="7017"/>
                </a:cubicBezTo>
                <a:cubicBezTo>
                  <a:pt x="883552" y="7594"/>
                  <a:pt x="883132" y="7883"/>
                  <a:pt x="882607" y="7883"/>
                </a:cubicBezTo>
                <a:cubicBezTo>
                  <a:pt x="879349" y="8093"/>
                  <a:pt x="876721" y="8540"/>
                  <a:pt x="874724" y="9223"/>
                </a:cubicBezTo>
                <a:cubicBezTo>
                  <a:pt x="872728" y="9906"/>
                  <a:pt x="871203" y="10957"/>
                  <a:pt x="870151" y="12377"/>
                </a:cubicBezTo>
                <a:cubicBezTo>
                  <a:pt x="869101" y="13794"/>
                  <a:pt x="868418" y="15660"/>
                  <a:pt x="868102" y="17972"/>
                </a:cubicBezTo>
                <a:cubicBezTo>
                  <a:pt x="867787" y="20285"/>
                  <a:pt x="867630" y="23228"/>
                  <a:pt x="867630" y="26801"/>
                </a:cubicBezTo>
                <a:lnTo>
                  <a:pt x="867630" y="81665"/>
                </a:lnTo>
                <a:cubicBezTo>
                  <a:pt x="867630" y="85028"/>
                  <a:pt x="867787" y="87840"/>
                  <a:pt x="868102" y="90099"/>
                </a:cubicBezTo>
                <a:cubicBezTo>
                  <a:pt x="868418" y="92359"/>
                  <a:pt x="868996" y="94250"/>
                  <a:pt x="869836" y="95774"/>
                </a:cubicBezTo>
                <a:cubicBezTo>
                  <a:pt x="870678" y="97298"/>
                  <a:pt x="871834" y="98480"/>
                  <a:pt x="873305" y="99322"/>
                </a:cubicBezTo>
                <a:cubicBezTo>
                  <a:pt x="874777" y="100163"/>
                  <a:pt x="876617" y="100898"/>
                  <a:pt x="878823" y="101528"/>
                </a:cubicBezTo>
                <a:cubicBezTo>
                  <a:pt x="880294" y="101844"/>
                  <a:pt x="881949" y="102081"/>
                  <a:pt x="883788" y="102238"/>
                </a:cubicBezTo>
                <a:cubicBezTo>
                  <a:pt x="885628" y="102395"/>
                  <a:pt x="887546" y="102474"/>
                  <a:pt x="889543" y="102474"/>
                </a:cubicBezTo>
                <a:cubicBezTo>
                  <a:pt x="892065" y="102474"/>
                  <a:pt x="894430" y="102369"/>
                  <a:pt x="896637" y="102158"/>
                </a:cubicBezTo>
                <a:cubicBezTo>
                  <a:pt x="898845" y="101948"/>
                  <a:pt x="900527" y="101633"/>
                  <a:pt x="901684" y="101213"/>
                </a:cubicBezTo>
                <a:cubicBezTo>
                  <a:pt x="903785" y="100477"/>
                  <a:pt x="905597" y="99689"/>
                  <a:pt x="907120" y="98848"/>
                </a:cubicBezTo>
                <a:cubicBezTo>
                  <a:pt x="908645" y="98008"/>
                  <a:pt x="909933" y="96905"/>
                  <a:pt x="910984" y="95538"/>
                </a:cubicBezTo>
                <a:cubicBezTo>
                  <a:pt x="912036" y="94172"/>
                  <a:pt x="912903" y="92464"/>
                  <a:pt x="913587" y="90414"/>
                </a:cubicBezTo>
                <a:cubicBezTo>
                  <a:pt x="914270" y="88365"/>
                  <a:pt x="914821" y="85763"/>
                  <a:pt x="915242" y="82611"/>
                </a:cubicBezTo>
                <a:cubicBezTo>
                  <a:pt x="915346" y="81980"/>
                  <a:pt x="915713" y="81560"/>
                  <a:pt x="916343" y="81350"/>
                </a:cubicBezTo>
                <a:cubicBezTo>
                  <a:pt x="916975" y="81140"/>
                  <a:pt x="917658" y="81035"/>
                  <a:pt x="918393" y="81035"/>
                </a:cubicBezTo>
                <a:cubicBezTo>
                  <a:pt x="919129" y="81035"/>
                  <a:pt x="919786" y="81193"/>
                  <a:pt x="920363" y="81509"/>
                </a:cubicBezTo>
                <a:cubicBezTo>
                  <a:pt x="920942" y="81823"/>
                  <a:pt x="921179" y="82242"/>
                  <a:pt x="921073" y="82767"/>
                </a:cubicBezTo>
                <a:cubicBezTo>
                  <a:pt x="920548" y="87182"/>
                  <a:pt x="920076" y="91308"/>
                  <a:pt x="919656" y="95144"/>
                </a:cubicBezTo>
                <a:cubicBezTo>
                  <a:pt x="919236" y="98980"/>
                  <a:pt x="919078" y="102895"/>
                  <a:pt x="919182" y="106888"/>
                </a:cubicBezTo>
                <a:cubicBezTo>
                  <a:pt x="919182" y="107204"/>
                  <a:pt x="918972" y="107651"/>
                  <a:pt x="918552" y="108230"/>
                </a:cubicBezTo>
                <a:cubicBezTo>
                  <a:pt x="918132" y="108807"/>
                  <a:pt x="917133" y="109096"/>
                  <a:pt x="915557" y="109096"/>
                </a:cubicBezTo>
                <a:lnTo>
                  <a:pt x="858328" y="109096"/>
                </a:lnTo>
                <a:cubicBezTo>
                  <a:pt x="854229" y="109096"/>
                  <a:pt x="850287" y="109228"/>
                  <a:pt x="846504" y="109491"/>
                </a:cubicBezTo>
                <a:cubicBezTo>
                  <a:pt x="842721" y="109754"/>
                  <a:pt x="838990" y="109990"/>
                  <a:pt x="835311" y="110200"/>
                </a:cubicBezTo>
                <a:cubicBezTo>
                  <a:pt x="834575" y="110200"/>
                  <a:pt x="834022" y="109937"/>
                  <a:pt x="833653" y="109411"/>
                </a:cubicBezTo>
                <a:cubicBezTo>
                  <a:pt x="833286" y="108885"/>
                  <a:pt x="833103" y="108307"/>
                  <a:pt x="833103" y="107677"/>
                </a:cubicBezTo>
                <a:cubicBezTo>
                  <a:pt x="833103" y="107047"/>
                  <a:pt x="833286" y="106443"/>
                  <a:pt x="833653" y="105865"/>
                </a:cubicBezTo>
                <a:cubicBezTo>
                  <a:pt x="834022" y="105286"/>
                  <a:pt x="834575" y="104945"/>
                  <a:pt x="835311" y="104841"/>
                </a:cubicBezTo>
                <a:cubicBezTo>
                  <a:pt x="838570" y="104419"/>
                  <a:pt x="841197" y="103972"/>
                  <a:pt x="843194" y="103501"/>
                </a:cubicBezTo>
                <a:cubicBezTo>
                  <a:pt x="845191" y="103028"/>
                  <a:pt x="846714" y="102292"/>
                  <a:pt x="847765" y="101292"/>
                </a:cubicBezTo>
                <a:cubicBezTo>
                  <a:pt x="848817" y="100293"/>
                  <a:pt x="849526" y="98822"/>
                  <a:pt x="849894" y="96878"/>
                </a:cubicBezTo>
                <a:cubicBezTo>
                  <a:pt x="850261" y="94934"/>
                  <a:pt x="850445" y="92228"/>
                  <a:pt x="850445" y="88759"/>
                </a:cubicBezTo>
                <a:lnTo>
                  <a:pt x="850445" y="26960"/>
                </a:lnTo>
                <a:lnTo>
                  <a:pt x="850445" y="26801"/>
                </a:lnTo>
                <a:close/>
                <a:moveTo>
                  <a:pt x="1003243" y="70943"/>
                </a:moveTo>
                <a:cubicBezTo>
                  <a:pt x="1003243" y="77355"/>
                  <a:pt x="1002349" y="83031"/>
                  <a:pt x="1000563" y="87970"/>
                </a:cubicBezTo>
                <a:cubicBezTo>
                  <a:pt x="998776" y="92910"/>
                  <a:pt x="996227" y="97062"/>
                  <a:pt x="992915" y="100426"/>
                </a:cubicBezTo>
                <a:cubicBezTo>
                  <a:pt x="989605" y="103789"/>
                  <a:pt x="985638" y="106338"/>
                  <a:pt x="981013" y="108071"/>
                </a:cubicBezTo>
                <a:cubicBezTo>
                  <a:pt x="976389" y="109805"/>
                  <a:pt x="971239" y="110672"/>
                  <a:pt x="965564" y="110672"/>
                </a:cubicBezTo>
                <a:cubicBezTo>
                  <a:pt x="960624" y="110672"/>
                  <a:pt x="956052" y="109858"/>
                  <a:pt x="951847" y="108230"/>
                </a:cubicBezTo>
                <a:cubicBezTo>
                  <a:pt x="947644" y="106601"/>
                  <a:pt x="944018" y="104183"/>
                  <a:pt x="940969" y="100977"/>
                </a:cubicBezTo>
                <a:cubicBezTo>
                  <a:pt x="937922" y="97771"/>
                  <a:pt x="935504" y="93725"/>
                  <a:pt x="933716" y="88839"/>
                </a:cubicBezTo>
                <a:cubicBezTo>
                  <a:pt x="931930" y="83950"/>
                  <a:pt x="931036" y="78195"/>
                  <a:pt x="931036" y="71574"/>
                </a:cubicBezTo>
                <a:cubicBezTo>
                  <a:pt x="931036" y="66214"/>
                  <a:pt x="931930" y="61301"/>
                  <a:pt x="933716" y="56835"/>
                </a:cubicBezTo>
                <a:cubicBezTo>
                  <a:pt x="935504" y="52368"/>
                  <a:pt x="938000" y="48559"/>
                  <a:pt x="941205" y="45406"/>
                </a:cubicBezTo>
                <a:cubicBezTo>
                  <a:pt x="944411" y="42251"/>
                  <a:pt x="948273" y="39781"/>
                  <a:pt x="952792" y="37994"/>
                </a:cubicBezTo>
                <a:cubicBezTo>
                  <a:pt x="957312" y="36207"/>
                  <a:pt x="962252" y="35314"/>
                  <a:pt x="967613" y="35314"/>
                </a:cubicBezTo>
                <a:cubicBezTo>
                  <a:pt x="972763" y="35314"/>
                  <a:pt x="977518" y="36102"/>
                  <a:pt x="981879" y="37679"/>
                </a:cubicBezTo>
                <a:cubicBezTo>
                  <a:pt x="986241" y="39255"/>
                  <a:pt x="989998" y="41541"/>
                  <a:pt x="993151" y="44537"/>
                </a:cubicBezTo>
                <a:cubicBezTo>
                  <a:pt x="996306" y="47533"/>
                  <a:pt x="998776" y="51238"/>
                  <a:pt x="1000563" y="55653"/>
                </a:cubicBezTo>
                <a:cubicBezTo>
                  <a:pt x="1002349" y="60067"/>
                  <a:pt x="1003243" y="65164"/>
                  <a:pt x="1003243" y="70943"/>
                </a:cubicBezTo>
                <a:moveTo>
                  <a:pt x="986690" y="72678"/>
                </a:moveTo>
                <a:cubicBezTo>
                  <a:pt x="986690" y="68685"/>
                  <a:pt x="986427" y="64796"/>
                  <a:pt x="985901" y="61013"/>
                </a:cubicBezTo>
                <a:cubicBezTo>
                  <a:pt x="985375" y="57228"/>
                  <a:pt x="984428" y="53864"/>
                  <a:pt x="983062" y="50922"/>
                </a:cubicBezTo>
                <a:cubicBezTo>
                  <a:pt x="981696" y="47979"/>
                  <a:pt x="979804" y="45614"/>
                  <a:pt x="977387" y="43828"/>
                </a:cubicBezTo>
                <a:cubicBezTo>
                  <a:pt x="974970" y="42041"/>
                  <a:pt x="971870" y="41148"/>
                  <a:pt x="968085" y="41148"/>
                </a:cubicBezTo>
                <a:cubicBezTo>
                  <a:pt x="963881" y="41148"/>
                  <a:pt x="960466" y="42041"/>
                  <a:pt x="957837" y="43828"/>
                </a:cubicBezTo>
                <a:cubicBezTo>
                  <a:pt x="955210" y="45614"/>
                  <a:pt x="953135" y="48005"/>
                  <a:pt x="951611" y="51001"/>
                </a:cubicBezTo>
                <a:cubicBezTo>
                  <a:pt x="950088" y="53997"/>
                  <a:pt x="949037" y="57386"/>
                  <a:pt x="948458" y="61169"/>
                </a:cubicBezTo>
                <a:cubicBezTo>
                  <a:pt x="947880" y="64953"/>
                  <a:pt x="947592" y="68894"/>
                  <a:pt x="947592" y="72993"/>
                </a:cubicBezTo>
                <a:cubicBezTo>
                  <a:pt x="947592" y="76566"/>
                  <a:pt x="947854" y="80245"/>
                  <a:pt x="948378" y="84030"/>
                </a:cubicBezTo>
                <a:cubicBezTo>
                  <a:pt x="948904" y="87813"/>
                  <a:pt x="949903" y="91229"/>
                  <a:pt x="951373" y="94278"/>
                </a:cubicBezTo>
                <a:cubicBezTo>
                  <a:pt x="952845" y="97325"/>
                  <a:pt x="954869" y="99847"/>
                  <a:pt x="957442" y="101846"/>
                </a:cubicBezTo>
                <a:cubicBezTo>
                  <a:pt x="960018" y="103842"/>
                  <a:pt x="963303" y="104841"/>
                  <a:pt x="967298" y="104841"/>
                </a:cubicBezTo>
                <a:cubicBezTo>
                  <a:pt x="971397" y="104841"/>
                  <a:pt x="974707" y="103894"/>
                  <a:pt x="977229" y="102002"/>
                </a:cubicBezTo>
                <a:cubicBezTo>
                  <a:pt x="979751" y="100110"/>
                  <a:pt x="981722" y="97640"/>
                  <a:pt x="983141" y="94593"/>
                </a:cubicBezTo>
                <a:cubicBezTo>
                  <a:pt x="984561" y="91544"/>
                  <a:pt x="985507" y="88102"/>
                  <a:pt x="985980" y="84266"/>
                </a:cubicBezTo>
                <a:cubicBezTo>
                  <a:pt x="986453" y="80429"/>
                  <a:pt x="986690" y="76567"/>
                  <a:pt x="986690" y="72678"/>
                </a:cubicBezTo>
                <a:close/>
                <a:moveTo>
                  <a:pt x="1064283" y="37679"/>
                </a:moveTo>
                <a:cubicBezTo>
                  <a:pt x="1063969" y="38835"/>
                  <a:pt x="1063680" y="40254"/>
                  <a:pt x="1063417" y="41937"/>
                </a:cubicBezTo>
                <a:cubicBezTo>
                  <a:pt x="1063154" y="43617"/>
                  <a:pt x="1063023" y="45404"/>
                  <a:pt x="1063023" y="47296"/>
                </a:cubicBezTo>
                <a:cubicBezTo>
                  <a:pt x="1063023" y="49293"/>
                  <a:pt x="1063075" y="51369"/>
                  <a:pt x="1063179" y="53524"/>
                </a:cubicBezTo>
                <a:cubicBezTo>
                  <a:pt x="1063285" y="55678"/>
                  <a:pt x="1063338" y="57333"/>
                  <a:pt x="1063338" y="58490"/>
                </a:cubicBezTo>
                <a:cubicBezTo>
                  <a:pt x="1063338" y="58806"/>
                  <a:pt x="1063128" y="59069"/>
                  <a:pt x="1062708" y="59279"/>
                </a:cubicBezTo>
                <a:cubicBezTo>
                  <a:pt x="1062288" y="59489"/>
                  <a:pt x="1061814" y="59620"/>
                  <a:pt x="1061288" y="59673"/>
                </a:cubicBezTo>
                <a:cubicBezTo>
                  <a:pt x="1060764" y="59725"/>
                  <a:pt x="1060291" y="59672"/>
                  <a:pt x="1059869" y="59514"/>
                </a:cubicBezTo>
                <a:cubicBezTo>
                  <a:pt x="1059449" y="59357"/>
                  <a:pt x="1059187" y="59121"/>
                  <a:pt x="1059083" y="58805"/>
                </a:cubicBezTo>
                <a:cubicBezTo>
                  <a:pt x="1057926" y="53235"/>
                  <a:pt x="1056034" y="48952"/>
                  <a:pt x="1053405" y="45956"/>
                </a:cubicBezTo>
                <a:cubicBezTo>
                  <a:pt x="1050778" y="42961"/>
                  <a:pt x="1046575" y="41463"/>
                  <a:pt x="1040795" y="41463"/>
                </a:cubicBezTo>
                <a:cubicBezTo>
                  <a:pt x="1036906" y="41463"/>
                  <a:pt x="1033700" y="42436"/>
                  <a:pt x="1031178" y="44381"/>
                </a:cubicBezTo>
                <a:cubicBezTo>
                  <a:pt x="1028655" y="46325"/>
                  <a:pt x="1027394" y="48926"/>
                  <a:pt x="1027394" y="52185"/>
                </a:cubicBezTo>
                <a:cubicBezTo>
                  <a:pt x="1027394" y="54916"/>
                  <a:pt x="1028444" y="57017"/>
                  <a:pt x="1030545" y="58490"/>
                </a:cubicBezTo>
                <a:cubicBezTo>
                  <a:pt x="1032647" y="59960"/>
                  <a:pt x="1035433" y="61327"/>
                  <a:pt x="1038902" y="62589"/>
                </a:cubicBezTo>
                <a:cubicBezTo>
                  <a:pt x="1040374" y="63115"/>
                  <a:pt x="1042135" y="63772"/>
                  <a:pt x="1044185" y="64561"/>
                </a:cubicBezTo>
                <a:cubicBezTo>
                  <a:pt x="1046234" y="65349"/>
                  <a:pt x="1047889" y="66005"/>
                  <a:pt x="1049150" y="66529"/>
                </a:cubicBezTo>
                <a:cubicBezTo>
                  <a:pt x="1051883" y="67791"/>
                  <a:pt x="1054431" y="69106"/>
                  <a:pt x="1056795" y="70472"/>
                </a:cubicBezTo>
                <a:cubicBezTo>
                  <a:pt x="1059160" y="71838"/>
                  <a:pt x="1061210" y="73441"/>
                  <a:pt x="1062944" y="75281"/>
                </a:cubicBezTo>
                <a:cubicBezTo>
                  <a:pt x="1064679" y="77119"/>
                  <a:pt x="1066045" y="79194"/>
                  <a:pt x="1067043" y="81506"/>
                </a:cubicBezTo>
                <a:cubicBezTo>
                  <a:pt x="1068042" y="83819"/>
                  <a:pt x="1068541" y="86500"/>
                  <a:pt x="1068541" y="89548"/>
                </a:cubicBezTo>
                <a:cubicBezTo>
                  <a:pt x="1068541" y="93542"/>
                  <a:pt x="1067700" y="96878"/>
                  <a:pt x="1066018" y="99558"/>
                </a:cubicBezTo>
                <a:cubicBezTo>
                  <a:pt x="1064337" y="102238"/>
                  <a:pt x="1062183" y="104392"/>
                  <a:pt x="1059554" y="106022"/>
                </a:cubicBezTo>
                <a:cubicBezTo>
                  <a:pt x="1056927" y="107651"/>
                  <a:pt x="1053932" y="108833"/>
                  <a:pt x="1050569" y="109568"/>
                </a:cubicBezTo>
                <a:cubicBezTo>
                  <a:pt x="1047206" y="110304"/>
                  <a:pt x="1043895" y="110672"/>
                  <a:pt x="1040636" y="110672"/>
                </a:cubicBezTo>
                <a:cubicBezTo>
                  <a:pt x="1037904" y="110672"/>
                  <a:pt x="1034856" y="110357"/>
                  <a:pt x="1031493" y="109726"/>
                </a:cubicBezTo>
                <a:cubicBezTo>
                  <a:pt x="1028130" y="109096"/>
                  <a:pt x="1025187" y="108203"/>
                  <a:pt x="1022664" y="107047"/>
                </a:cubicBezTo>
                <a:cubicBezTo>
                  <a:pt x="1022034" y="106837"/>
                  <a:pt x="1021377" y="106942"/>
                  <a:pt x="1020694" y="107362"/>
                </a:cubicBezTo>
                <a:cubicBezTo>
                  <a:pt x="1020011" y="107782"/>
                  <a:pt x="1019564" y="108570"/>
                  <a:pt x="1019354" y="109726"/>
                </a:cubicBezTo>
                <a:cubicBezTo>
                  <a:pt x="1019354" y="110042"/>
                  <a:pt x="1019118" y="110252"/>
                  <a:pt x="1018644" y="110357"/>
                </a:cubicBezTo>
                <a:cubicBezTo>
                  <a:pt x="1018171" y="110463"/>
                  <a:pt x="1017672" y="110515"/>
                  <a:pt x="1017146" y="110515"/>
                </a:cubicBezTo>
                <a:cubicBezTo>
                  <a:pt x="1016726" y="110515"/>
                  <a:pt x="1016305" y="110436"/>
                  <a:pt x="1015885" y="110277"/>
                </a:cubicBezTo>
                <a:cubicBezTo>
                  <a:pt x="1015465" y="110120"/>
                  <a:pt x="1015255" y="109884"/>
                  <a:pt x="1015255" y="109570"/>
                </a:cubicBezTo>
                <a:cubicBezTo>
                  <a:pt x="1015255" y="108728"/>
                  <a:pt x="1015360" y="107572"/>
                  <a:pt x="1015570" y="106101"/>
                </a:cubicBezTo>
                <a:cubicBezTo>
                  <a:pt x="1015780" y="104629"/>
                  <a:pt x="1015885" y="103263"/>
                  <a:pt x="1015885" y="102002"/>
                </a:cubicBezTo>
                <a:cubicBezTo>
                  <a:pt x="1015885" y="100740"/>
                  <a:pt x="1015806" y="99347"/>
                  <a:pt x="1015647" y="97824"/>
                </a:cubicBezTo>
                <a:cubicBezTo>
                  <a:pt x="1015490" y="96300"/>
                  <a:pt x="1015333" y="94803"/>
                  <a:pt x="1015176" y="93332"/>
                </a:cubicBezTo>
                <a:cubicBezTo>
                  <a:pt x="1015018" y="91860"/>
                  <a:pt x="1014887" y="90546"/>
                  <a:pt x="1014781" y="89390"/>
                </a:cubicBezTo>
                <a:cubicBezTo>
                  <a:pt x="1014677" y="88233"/>
                  <a:pt x="1014625" y="87392"/>
                  <a:pt x="1014625" y="86866"/>
                </a:cubicBezTo>
                <a:cubicBezTo>
                  <a:pt x="1014625" y="86446"/>
                  <a:pt x="1014835" y="86131"/>
                  <a:pt x="1015255" y="85921"/>
                </a:cubicBezTo>
                <a:cubicBezTo>
                  <a:pt x="1015675" y="85711"/>
                  <a:pt x="1016147" y="85580"/>
                  <a:pt x="1016672" y="85529"/>
                </a:cubicBezTo>
                <a:cubicBezTo>
                  <a:pt x="1017198" y="85476"/>
                  <a:pt x="1017697" y="85528"/>
                  <a:pt x="1018171" y="85685"/>
                </a:cubicBezTo>
                <a:cubicBezTo>
                  <a:pt x="1018644" y="85842"/>
                  <a:pt x="1018933" y="86131"/>
                  <a:pt x="1019039" y="86551"/>
                </a:cubicBezTo>
                <a:cubicBezTo>
                  <a:pt x="1019774" y="89600"/>
                  <a:pt x="1020719" y="92280"/>
                  <a:pt x="1021875" y="94593"/>
                </a:cubicBezTo>
                <a:cubicBezTo>
                  <a:pt x="1023031" y="96904"/>
                  <a:pt x="1024476" y="98848"/>
                  <a:pt x="1026210" y="100426"/>
                </a:cubicBezTo>
                <a:cubicBezTo>
                  <a:pt x="1027945" y="102003"/>
                  <a:pt x="1030048" y="103186"/>
                  <a:pt x="1032518" y="103975"/>
                </a:cubicBezTo>
                <a:cubicBezTo>
                  <a:pt x="1034987" y="104762"/>
                  <a:pt x="1037957" y="105156"/>
                  <a:pt x="1041425" y="105156"/>
                </a:cubicBezTo>
                <a:cubicBezTo>
                  <a:pt x="1045209" y="105156"/>
                  <a:pt x="1048282" y="104105"/>
                  <a:pt x="1050646" y="102002"/>
                </a:cubicBezTo>
                <a:cubicBezTo>
                  <a:pt x="1053012" y="99900"/>
                  <a:pt x="1054194" y="96957"/>
                  <a:pt x="1054194" y="93174"/>
                </a:cubicBezTo>
                <a:cubicBezTo>
                  <a:pt x="1054194" y="89811"/>
                  <a:pt x="1053012" y="87157"/>
                  <a:pt x="1050646" y="85213"/>
                </a:cubicBezTo>
                <a:cubicBezTo>
                  <a:pt x="1048282" y="83268"/>
                  <a:pt x="1045524" y="81559"/>
                  <a:pt x="1042371" y="80087"/>
                </a:cubicBezTo>
                <a:cubicBezTo>
                  <a:pt x="1040899" y="79457"/>
                  <a:pt x="1039401" y="78827"/>
                  <a:pt x="1037877" y="78196"/>
                </a:cubicBezTo>
                <a:cubicBezTo>
                  <a:pt x="1036354" y="77566"/>
                  <a:pt x="1034804" y="76936"/>
                  <a:pt x="1033227" y="76305"/>
                </a:cubicBezTo>
                <a:cubicBezTo>
                  <a:pt x="1030915" y="75359"/>
                  <a:pt x="1028629" y="74387"/>
                  <a:pt x="1026369" y="73390"/>
                </a:cubicBezTo>
                <a:cubicBezTo>
                  <a:pt x="1024109" y="72391"/>
                  <a:pt x="1022112" y="71155"/>
                  <a:pt x="1020377" y="69683"/>
                </a:cubicBezTo>
                <a:cubicBezTo>
                  <a:pt x="1018643" y="68211"/>
                  <a:pt x="1017251" y="66371"/>
                  <a:pt x="1016200" y="64164"/>
                </a:cubicBezTo>
                <a:cubicBezTo>
                  <a:pt x="1015150" y="61958"/>
                  <a:pt x="1014625" y="59225"/>
                  <a:pt x="1014625" y="55966"/>
                </a:cubicBezTo>
                <a:cubicBezTo>
                  <a:pt x="1014625" y="52183"/>
                  <a:pt x="1015439" y="48978"/>
                  <a:pt x="1017066" y="46351"/>
                </a:cubicBezTo>
                <a:cubicBezTo>
                  <a:pt x="1018696" y="43723"/>
                  <a:pt x="1020797" y="41594"/>
                  <a:pt x="1023371" y="39967"/>
                </a:cubicBezTo>
                <a:cubicBezTo>
                  <a:pt x="1025947" y="38337"/>
                  <a:pt x="1028811" y="37154"/>
                  <a:pt x="1031964" y="36418"/>
                </a:cubicBezTo>
                <a:cubicBezTo>
                  <a:pt x="1035119" y="35682"/>
                  <a:pt x="1038220" y="35314"/>
                  <a:pt x="1041267" y="35314"/>
                </a:cubicBezTo>
                <a:cubicBezTo>
                  <a:pt x="1044210" y="35314"/>
                  <a:pt x="1046811" y="35656"/>
                  <a:pt x="1049070" y="36339"/>
                </a:cubicBezTo>
                <a:cubicBezTo>
                  <a:pt x="1051330" y="37022"/>
                  <a:pt x="1053826" y="38257"/>
                  <a:pt x="1056559" y="40044"/>
                </a:cubicBezTo>
                <a:cubicBezTo>
                  <a:pt x="1056979" y="40254"/>
                  <a:pt x="1057531" y="40228"/>
                  <a:pt x="1058214" y="39967"/>
                </a:cubicBezTo>
                <a:cubicBezTo>
                  <a:pt x="1058897" y="39704"/>
                  <a:pt x="1059449" y="38836"/>
                  <a:pt x="1059869" y="37364"/>
                </a:cubicBezTo>
                <a:cubicBezTo>
                  <a:pt x="1059975" y="36944"/>
                  <a:pt x="1060290" y="36681"/>
                  <a:pt x="1060815" y="36577"/>
                </a:cubicBezTo>
                <a:cubicBezTo>
                  <a:pt x="1061341" y="36471"/>
                  <a:pt x="1061867" y="36445"/>
                  <a:pt x="1062393" y="36498"/>
                </a:cubicBezTo>
                <a:cubicBezTo>
                  <a:pt x="1062919" y="36549"/>
                  <a:pt x="1063392" y="36681"/>
                  <a:pt x="1063812" y="36892"/>
                </a:cubicBezTo>
                <a:cubicBezTo>
                  <a:pt x="1064232" y="37102"/>
                  <a:pt x="1064389" y="37365"/>
                  <a:pt x="1064283" y="37679"/>
                </a:cubicBezTo>
                <a:close/>
                <a:moveTo>
                  <a:pt x="1126430" y="37679"/>
                </a:moveTo>
                <a:cubicBezTo>
                  <a:pt x="1126116" y="38835"/>
                  <a:pt x="1125827" y="40254"/>
                  <a:pt x="1125564" y="41937"/>
                </a:cubicBezTo>
                <a:cubicBezTo>
                  <a:pt x="1125301" y="43617"/>
                  <a:pt x="1125170" y="45404"/>
                  <a:pt x="1125170" y="47296"/>
                </a:cubicBezTo>
                <a:cubicBezTo>
                  <a:pt x="1125170" y="49293"/>
                  <a:pt x="1125222" y="51369"/>
                  <a:pt x="1125326" y="53524"/>
                </a:cubicBezTo>
                <a:cubicBezTo>
                  <a:pt x="1125432" y="55678"/>
                  <a:pt x="1125485" y="57333"/>
                  <a:pt x="1125485" y="58490"/>
                </a:cubicBezTo>
                <a:cubicBezTo>
                  <a:pt x="1125485" y="58806"/>
                  <a:pt x="1125275" y="59069"/>
                  <a:pt x="1124855" y="59279"/>
                </a:cubicBezTo>
                <a:cubicBezTo>
                  <a:pt x="1124435" y="59489"/>
                  <a:pt x="1123962" y="59620"/>
                  <a:pt x="1123436" y="59673"/>
                </a:cubicBezTo>
                <a:cubicBezTo>
                  <a:pt x="1122911" y="59725"/>
                  <a:pt x="1122438" y="59672"/>
                  <a:pt x="1122016" y="59514"/>
                </a:cubicBezTo>
                <a:cubicBezTo>
                  <a:pt x="1121596" y="59357"/>
                  <a:pt x="1121334" y="59121"/>
                  <a:pt x="1121230" y="58805"/>
                </a:cubicBezTo>
                <a:cubicBezTo>
                  <a:pt x="1120073" y="53235"/>
                  <a:pt x="1118181" y="48952"/>
                  <a:pt x="1115552" y="45956"/>
                </a:cubicBezTo>
                <a:cubicBezTo>
                  <a:pt x="1112925" y="42961"/>
                  <a:pt x="1108722" y="41463"/>
                  <a:pt x="1102942" y="41463"/>
                </a:cubicBezTo>
                <a:cubicBezTo>
                  <a:pt x="1099053" y="41463"/>
                  <a:pt x="1095847" y="42436"/>
                  <a:pt x="1093325" y="44381"/>
                </a:cubicBezTo>
                <a:cubicBezTo>
                  <a:pt x="1090802" y="46325"/>
                  <a:pt x="1089541" y="48926"/>
                  <a:pt x="1089541" y="52185"/>
                </a:cubicBezTo>
                <a:cubicBezTo>
                  <a:pt x="1089541" y="54916"/>
                  <a:pt x="1090591" y="57017"/>
                  <a:pt x="1092692" y="58490"/>
                </a:cubicBezTo>
                <a:cubicBezTo>
                  <a:pt x="1094795" y="59960"/>
                  <a:pt x="1097580" y="61327"/>
                  <a:pt x="1101049" y="62589"/>
                </a:cubicBezTo>
                <a:cubicBezTo>
                  <a:pt x="1102521" y="63115"/>
                  <a:pt x="1104282" y="63772"/>
                  <a:pt x="1106332" y="64561"/>
                </a:cubicBezTo>
                <a:cubicBezTo>
                  <a:pt x="1108381" y="65349"/>
                  <a:pt x="1110036" y="66005"/>
                  <a:pt x="1111297" y="66529"/>
                </a:cubicBezTo>
                <a:cubicBezTo>
                  <a:pt x="1114030" y="67791"/>
                  <a:pt x="1116578" y="69106"/>
                  <a:pt x="1118942" y="70472"/>
                </a:cubicBezTo>
                <a:cubicBezTo>
                  <a:pt x="1121307" y="71838"/>
                  <a:pt x="1123357" y="73441"/>
                  <a:pt x="1125091" y="75281"/>
                </a:cubicBezTo>
                <a:cubicBezTo>
                  <a:pt x="1126826" y="77119"/>
                  <a:pt x="1128192" y="79194"/>
                  <a:pt x="1129190" y="81506"/>
                </a:cubicBezTo>
                <a:cubicBezTo>
                  <a:pt x="1130189" y="83819"/>
                  <a:pt x="1130688" y="86500"/>
                  <a:pt x="1130688" y="89548"/>
                </a:cubicBezTo>
                <a:cubicBezTo>
                  <a:pt x="1130688" y="93542"/>
                  <a:pt x="1129847" y="96878"/>
                  <a:pt x="1128165" y="99558"/>
                </a:cubicBezTo>
                <a:cubicBezTo>
                  <a:pt x="1126484" y="102238"/>
                  <a:pt x="1124330" y="104392"/>
                  <a:pt x="1121701" y="106022"/>
                </a:cubicBezTo>
                <a:cubicBezTo>
                  <a:pt x="1119074" y="107651"/>
                  <a:pt x="1116079" y="108833"/>
                  <a:pt x="1112716" y="109568"/>
                </a:cubicBezTo>
                <a:cubicBezTo>
                  <a:pt x="1109353" y="110304"/>
                  <a:pt x="1106042" y="110672"/>
                  <a:pt x="1102783" y="110672"/>
                </a:cubicBezTo>
                <a:cubicBezTo>
                  <a:pt x="1100051" y="110672"/>
                  <a:pt x="1097003" y="110357"/>
                  <a:pt x="1093640" y="109726"/>
                </a:cubicBezTo>
                <a:cubicBezTo>
                  <a:pt x="1090277" y="109096"/>
                  <a:pt x="1087334" y="108203"/>
                  <a:pt x="1084811" y="107047"/>
                </a:cubicBezTo>
                <a:cubicBezTo>
                  <a:pt x="1084181" y="106837"/>
                  <a:pt x="1083524" y="106942"/>
                  <a:pt x="1082841" y="107362"/>
                </a:cubicBezTo>
                <a:cubicBezTo>
                  <a:pt x="1082158" y="107782"/>
                  <a:pt x="1081711" y="108570"/>
                  <a:pt x="1081501" y="109726"/>
                </a:cubicBezTo>
                <a:cubicBezTo>
                  <a:pt x="1081501" y="110042"/>
                  <a:pt x="1081265" y="110252"/>
                  <a:pt x="1080792" y="110357"/>
                </a:cubicBezTo>
                <a:cubicBezTo>
                  <a:pt x="1080318" y="110463"/>
                  <a:pt x="1079819" y="110515"/>
                  <a:pt x="1079293" y="110515"/>
                </a:cubicBezTo>
                <a:cubicBezTo>
                  <a:pt x="1078873" y="110515"/>
                  <a:pt x="1078452" y="110436"/>
                  <a:pt x="1078032" y="110277"/>
                </a:cubicBezTo>
                <a:cubicBezTo>
                  <a:pt x="1077612" y="110120"/>
                  <a:pt x="1077402" y="109884"/>
                  <a:pt x="1077402" y="109570"/>
                </a:cubicBezTo>
                <a:cubicBezTo>
                  <a:pt x="1077402" y="108728"/>
                  <a:pt x="1077507" y="107572"/>
                  <a:pt x="1077717" y="106101"/>
                </a:cubicBezTo>
                <a:cubicBezTo>
                  <a:pt x="1077927" y="104629"/>
                  <a:pt x="1078032" y="103263"/>
                  <a:pt x="1078032" y="102002"/>
                </a:cubicBezTo>
                <a:cubicBezTo>
                  <a:pt x="1078032" y="100740"/>
                  <a:pt x="1077953" y="99347"/>
                  <a:pt x="1077794" y="97824"/>
                </a:cubicBezTo>
                <a:cubicBezTo>
                  <a:pt x="1077637" y="96300"/>
                  <a:pt x="1077480" y="94803"/>
                  <a:pt x="1077323" y="93332"/>
                </a:cubicBezTo>
                <a:cubicBezTo>
                  <a:pt x="1077166" y="91860"/>
                  <a:pt x="1077034" y="90546"/>
                  <a:pt x="1076928" y="89390"/>
                </a:cubicBezTo>
                <a:cubicBezTo>
                  <a:pt x="1076824" y="88233"/>
                  <a:pt x="1076772" y="87392"/>
                  <a:pt x="1076772" y="86866"/>
                </a:cubicBezTo>
                <a:cubicBezTo>
                  <a:pt x="1076772" y="86446"/>
                  <a:pt x="1076982" y="86131"/>
                  <a:pt x="1077402" y="85921"/>
                </a:cubicBezTo>
                <a:cubicBezTo>
                  <a:pt x="1077822" y="85711"/>
                  <a:pt x="1078295" y="85580"/>
                  <a:pt x="1078819" y="85529"/>
                </a:cubicBezTo>
                <a:cubicBezTo>
                  <a:pt x="1079345" y="85476"/>
                  <a:pt x="1079845" y="85528"/>
                  <a:pt x="1080318" y="85685"/>
                </a:cubicBezTo>
                <a:cubicBezTo>
                  <a:pt x="1080791" y="85842"/>
                  <a:pt x="1081080" y="86131"/>
                  <a:pt x="1081186" y="86551"/>
                </a:cubicBezTo>
                <a:cubicBezTo>
                  <a:pt x="1081921" y="89600"/>
                  <a:pt x="1082866" y="92280"/>
                  <a:pt x="1084022" y="94593"/>
                </a:cubicBezTo>
                <a:cubicBezTo>
                  <a:pt x="1085179" y="96904"/>
                  <a:pt x="1086624" y="98848"/>
                  <a:pt x="1088357" y="100426"/>
                </a:cubicBezTo>
                <a:cubicBezTo>
                  <a:pt x="1090092" y="102003"/>
                  <a:pt x="1092195" y="103186"/>
                  <a:pt x="1094665" y="103975"/>
                </a:cubicBezTo>
                <a:cubicBezTo>
                  <a:pt x="1097134" y="104762"/>
                  <a:pt x="1100104" y="105156"/>
                  <a:pt x="1103573" y="105156"/>
                </a:cubicBezTo>
                <a:cubicBezTo>
                  <a:pt x="1107356" y="105156"/>
                  <a:pt x="1110429" y="104105"/>
                  <a:pt x="1112793" y="102002"/>
                </a:cubicBezTo>
                <a:cubicBezTo>
                  <a:pt x="1115159" y="99900"/>
                  <a:pt x="1116341" y="96957"/>
                  <a:pt x="1116341" y="93174"/>
                </a:cubicBezTo>
                <a:cubicBezTo>
                  <a:pt x="1116341" y="89811"/>
                  <a:pt x="1115159" y="87157"/>
                  <a:pt x="1112793" y="85213"/>
                </a:cubicBezTo>
                <a:cubicBezTo>
                  <a:pt x="1110429" y="83268"/>
                  <a:pt x="1107671" y="81559"/>
                  <a:pt x="1104518" y="80087"/>
                </a:cubicBezTo>
                <a:cubicBezTo>
                  <a:pt x="1103046" y="79457"/>
                  <a:pt x="1101548" y="78827"/>
                  <a:pt x="1100024" y="78196"/>
                </a:cubicBezTo>
                <a:cubicBezTo>
                  <a:pt x="1098501" y="77566"/>
                  <a:pt x="1096951" y="76936"/>
                  <a:pt x="1095374" y="76305"/>
                </a:cubicBezTo>
                <a:cubicBezTo>
                  <a:pt x="1093062" y="75359"/>
                  <a:pt x="1090776" y="74387"/>
                  <a:pt x="1088516" y="73390"/>
                </a:cubicBezTo>
                <a:cubicBezTo>
                  <a:pt x="1086256" y="72391"/>
                  <a:pt x="1084259" y="71155"/>
                  <a:pt x="1082524" y="69683"/>
                </a:cubicBezTo>
                <a:cubicBezTo>
                  <a:pt x="1080790" y="68211"/>
                  <a:pt x="1079398" y="66371"/>
                  <a:pt x="1078347" y="64164"/>
                </a:cubicBezTo>
                <a:cubicBezTo>
                  <a:pt x="1077297" y="61958"/>
                  <a:pt x="1076772" y="59225"/>
                  <a:pt x="1076772" y="55966"/>
                </a:cubicBezTo>
                <a:cubicBezTo>
                  <a:pt x="1076772" y="52183"/>
                  <a:pt x="1077586" y="48978"/>
                  <a:pt x="1079213" y="46351"/>
                </a:cubicBezTo>
                <a:cubicBezTo>
                  <a:pt x="1080843" y="43723"/>
                  <a:pt x="1082945" y="41594"/>
                  <a:pt x="1085519" y="39967"/>
                </a:cubicBezTo>
                <a:cubicBezTo>
                  <a:pt x="1088094" y="38337"/>
                  <a:pt x="1090958" y="37154"/>
                  <a:pt x="1094111" y="36418"/>
                </a:cubicBezTo>
                <a:cubicBezTo>
                  <a:pt x="1097266" y="35682"/>
                  <a:pt x="1100367" y="35314"/>
                  <a:pt x="1103414" y="35314"/>
                </a:cubicBezTo>
                <a:cubicBezTo>
                  <a:pt x="1106357" y="35314"/>
                  <a:pt x="1108958" y="35656"/>
                  <a:pt x="1111218" y="36339"/>
                </a:cubicBezTo>
                <a:cubicBezTo>
                  <a:pt x="1113477" y="37022"/>
                  <a:pt x="1115973" y="38257"/>
                  <a:pt x="1118706" y="40044"/>
                </a:cubicBezTo>
                <a:cubicBezTo>
                  <a:pt x="1119126" y="40254"/>
                  <a:pt x="1119678" y="40228"/>
                  <a:pt x="1120361" y="39967"/>
                </a:cubicBezTo>
                <a:cubicBezTo>
                  <a:pt x="1121044" y="39704"/>
                  <a:pt x="1121596" y="38836"/>
                  <a:pt x="1122016" y="37364"/>
                </a:cubicBezTo>
                <a:cubicBezTo>
                  <a:pt x="1122122" y="36944"/>
                  <a:pt x="1122437" y="36681"/>
                  <a:pt x="1122962" y="36577"/>
                </a:cubicBezTo>
                <a:cubicBezTo>
                  <a:pt x="1123488" y="36471"/>
                  <a:pt x="1124014" y="36445"/>
                  <a:pt x="1124540" y="36498"/>
                </a:cubicBezTo>
                <a:cubicBezTo>
                  <a:pt x="1125066" y="36549"/>
                  <a:pt x="1125539" y="36681"/>
                  <a:pt x="1125959" y="36892"/>
                </a:cubicBezTo>
                <a:cubicBezTo>
                  <a:pt x="1126379" y="37102"/>
                  <a:pt x="1126536" y="37365"/>
                  <a:pt x="1126430" y="376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71A69-AD07-41AD-B893-66B97828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23" y="3527387"/>
            <a:ext cx="2689957" cy="1172546"/>
          </a:xfrm>
          <a:custGeom xmlns:a="http://schemas.openxmlformats.org/drawingml/2006/main">
            <a:pathLst>
              <a:path w="2689957" h="1172546" fill="none">
                <a:moveTo>
                  <a:pt x="0" y="35387"/>
                </a:moveTo>
                <a:cubicBezTo>
                  <a:pt x="0" y="15843"/>
                  <a:pt x="15843" y="0"/>
                  <a:pt x="35387" y="0"/>
                </a:cubicBezTo>
                <a:lnTo>
                  <a:pt x="2654570" y="0"/>
                </a:lnTo>
                <a:cubicBezTo>
                  <a:pt x="2674114" y="0"/>
                  <a:pt x="2689957" y="15843"/>
                  <a:pt x="2689957" y="35387"/>
                </a:cubicBezTo>
                <a:lnTo>
                  <a:pt x="2689957" y="1137159"/>
                </a:lnTo>
                <a:cubicBezTo>
                  <a:pt x="2689957" y="1156703"/>
                  <a:pt x="2674114" y="1172546"/>
                  <a:pt x="2654570" y="1172546"/>
                </a:cubicBezTo>
                <a:lnTo>
                  <a:pt x="35387" y="1172546"/>
                </a:lnTo>
                <a:cubicBezTo>
                  <a:pt x="15843" y="1172546"/>
                  <a:pt x="0" y="1156703"/>
                  <a:pt x="0" y="1137159"/>
                </a:cubicBezTo>
                <a:lnTo>
                  <a:pt x="0" y="353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156082"/>
            </a:solidFill>
            <a:custDash>
              <a:ds d="400000" sp="300000"/>
            </a:custDash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C33557-BFB8-4E4E-A205-EAB1E4C5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57" y="3532313"/>
            <a:ext cx="2197292" cy="172433"/>
          </a:xfrm>
          <a:custGeom xmlns:a="http://schemas.openxmlformats.org/drawingml/2006/main">
            <a:pathLst>
              <a:path w="2197292" h="172433">
                <a:moveTo>
                  <a:pt x="0" y="0"/>
                </a:moveTo>
                <a:lnTo>
                  <a:pt x="2197292" y="0"/>
                </a:lnTo>
                <a:lnTo>
                  <a:pt x="2197292" y="172433"/>
                </a:lnTo>
                <a:lnTo>
                  <a:pt x="0" y="1724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Text ElementaryDiscourseUnits(EDUs)">
            <a:extLst xmlns:a="http://schemas.openxmlformats.org/drawingml/2006/main">
              <a:ext uri="{FF2B5EF4-FFF2-40B4-BE49-F238E27FC236}">
                <a16:creationId xmlns:a16="http://schemas.microsoft.com/office/drawing/2014/main" id="{21CBB5F9-792D-40C1-9623-D8EA8E9F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67" y="3567448"/>
            <a:ext cx="2157989" cy="116662"/>
          </a:xfrm>
          <a:custGeom xmlns:a="http://schemas.openxmlformats.org/drawingml/2006/main">
            <a:pathLst>
              <a:path w="2157989" h="116662">
                <a:moveTo>
                  <a:pt x="845279" y="17270"/>
                </a:moveTo>
                <a:lnTo>
                  <a:pt x="845644" y="17222"/>
                </a:lnTo>
                <a:lnTo>
                  <a:pt x="846001" y="17166"/>
                </a:lnTo>
                <a:lnTo>
                  <a:pt x="846351" y="17101"/>
                </a:lnTo>
                <a:lnTo>
                  <a:pt x="846692" y="17028"/>
                </a:lnTo>
                <a:lnTo>
                  <a:pt x="847025" y="16945"/>
                </a:lnTo>
                <a:lnTo>
                  <a:pt x="847350" y="16854"/>
                </a:lnTo>
                <a:lnTo>
                  <a:pt x="847667" y="16755"/>
                </a:lnTo>
                <a:lnTo>
                  <a:pt x="847976" y="16647"/>
                </a:lnTo>
                <a:lnTo>
                  <a:pt x="848277" y="16530"/>
                </a:lnTo>
                <a:lnTo>
                  <a:pt x="848569" y="16405"/>
                </a:lnTo>
                <a:lnTo>
                  <a:pt x="848854" y="16270"/>
                </a:lnTo>
                <a:lnTo>
                  <a:pt x="849131" y="16128"/>
                </a:lnTo>
                <a:lnTo>
                  <a:pt x="849399" y="15976"/>
                </a:lnTo>
                <a:lnTo>
                  <a:pt x="849660" y="15816"/>
                </a:lnTo>
                <a:lnTo>
                  <a:pt x="849912" y="15647"/>
                </a:lnTo>
                <a:lnTo>
                  <a:pt x="850157" y="15470"/>
                </a:lnTo>
                <a:lnTo>
                  <a:pt x="850393" y="15284"/>
                </a:lnTo>
                <a:lnTo>
                  <a:pt x="850621" y="15089"/>
                </a:lnTo>
                <a:lnTo>
                  <a:pt x="850841" y="14886"/>
                </a:lnTo>
                <a:lnTo>
                  <a:pt x="851053" y="14676"/>
                </a:lnTo>
                <a:lnTo>
                  <a:pt x="851255" y="14462"/>
                </a:lnTo>
                <a:lnTo>
                  <a:pt x="851449" y="14244"/>
                </a:lnTo>
                <a:lnTo>
                  <a:pt x="851633" y="14021"/>
                </a:lnTo>
                <a:lnTo>
                  <a:pt x="851809" y="13795"/>
                </a:lnTo>
                <a:lnTo>
                  <a:pt x="851976" y="13564"/>
                </a:lnTo>
                <a:lnTo>
                  <a:pt x="852133" y="13329"/>
                </a:lnTo>
                <a:lnTo>
                  <a:pt x="852282" y="13090"/>
                </a:lnTo>
                <a:lnTo>
                  <a:pt x="852421" y="12846"/>
                </a:lnTo>
                <a:lnTo>
                  <a:pt x="852552" y="12599"/>
                </a:lnTo>
                <a:lnTo>
                  <a:pt x="852673" y="12347"/>
                </a:lnTo>
                <a:lnTo>
                  <a:pt x="852786" y="12091"/>
                </a:lnTo>
                <a:lnTo>
                  <a:pt x="852890" y="11830"/>
                </a:lnTo>
                <a:lnTo>
                  <a:pt x="852984" y="11566"/>
                </a:lnTo>
                <a:lnTo>
                  <a:pt x="853070" y="11297"/>
                </a:lnTo>
                <a:lnTo>
                  <a:pt x="853146" y="11024"/>
                </a:lnTo>
                <a:lnTo>
                  <a:pt x="853214" y="10747"/>
                </a:lnTo>
                <a:lnTo>
                  <a:pt x="853272" y="10466"/>
                </a:lnTo>
                <a:lnTo>
                  <a:pt x="853322" y="10180"/>
                </a:lnTo>
                <a:lnTo>
                  <a:pt x="853362" y="9890"/>
                </a:lnTo>
                <a:lnTo>
                  <a:pt x="853394" y="9596"/>
                </a:lnTo>
                <a:lnTo>
                  <a:pt x="853416" y="9298"/>
                </a:lnTo>
                <a:lnTo>
                  <a:pt x="853430" y="8996"/>
                </a:lnTo>
                <a:lnTo>
                  <a:pt x="853434" y="8689"/>
                </a:lnTo>
                <a:lnTo>
                  <a:pt x="853430" y="8377"/>
                </a:lnTo>
                <a:lnTo>
                  <a:pt x="853416" y="8069"/>
                </a:lnTo>
                <a:lnTo>
                  <a:pt x="853394" y="7767"/>
                </a:lnTo>
                <a:lnTo>
                  <a:pt x="853362" y="7468"/>
                </a:lnTo>
                <a:lnTo>
                  <a:pt x="853322" y="7174"/>
                </a:lnTo>
                <a:lnTo>
                  <a:pt x="853272" y="6885"/>
                </a:lnTo>
                <a:lnTo>
                  <a:pt x="853214" y="6600"/>
                </a:lnTo>
                <a:lnTo>
                  <a:pt x="853146" y="6320"/>
                </a:lnTo>
                <a:lnTo>
                  <a:pt x="853070" y="6045"/>
                </a:lnTo>
                <a:lnTo>
                  <a:pt x="852984" y="5774"/>
                </a:lnTo>
                <a:lnTo>
                  <a:pt x="852890" y="5507"/>
                </a:lnTo>
                <a:lnTo>
                  <a:pt x="852786" y="5245"/>
                </a:lnTo>
                <a:lnTo>
                  <a:pt x="852673" y="4988"/>
                </a:lnTo>
                <a:lnTo>
                  <a:pt x="852552" y="4735"/>
                </a:lnTo>
                <a:lnTo>
                  <a:pt x="852421" y="4487"/>
                </a:lnTo>
                <a:lnTo>
                  <a:pt x="852282" y="4243"/>
                </a:lnTo>
                <a:lnTo>
                  <a:pt x="852133" y="4004"/>
                </a:lnTo>
                <a:lnTo>
                  <a:pt x="851976" y="3770"/>
                </a:lnTo>
                <a:lnTo>
                  <a:pt x="851809" y="3540"/>
                </a:lnTo>
                <a:lnTo>
                  <a:pt x="851633" y="3315"/>
                </a:lnTo>
                <a:lnTo>
                  <a:pt x="851449" y="3094"/>
                </a:lnTo>
                <a:lnTo>
                  <a:pt x="851255" y="2877"/>
                </a:lnTo>
                <a:lnTo>
                  <a:pt x="851053" y="2666"/>
                </a:lnTo>
                <a:lnTo>
                  <a:pt x="850841" y="2459"/>
                </a:lnTo>
                <a:lnTo>
                  <a:pt x="850621" y="2258"/>
                </a:lnTo>
                <a:lnTo>
                  <a:pt x="850393" y="2066"/>
                </a:lnTo>
                <a:lnTo>
                  <a:pt x="850157" y="1882"/>
                </a:lnTo>
                <a:lnTo>
                  <a:pt x="849912" y="1707"/>
                </a:lnTo>
                <a:lnTo>
                  <a:pt x="849660" y="1541"/>
                </a:lnTo>
                <a:lnTo>
                  <a:pt x="849399" y="1383"/>
                </a:lnTo>
                <a:lnTo>
                  <a:pt x="849131" y="1234"/>
                </a:lnTo>
                <a:lnTo>
                  <a:pt x="848854" y="1093"/>
                </a:lnTo>
                <a:lnTo>
                  <a:pt x="848569" y="960"/>
                </a:lnTo>
                <a:lnTo>
                  <a:pt x="848277" y="837"/>
                </a:lnTo>
                <a:lnTo>
                  <a:pt x="847976" y="721"/>
                </a:lnTo>
                <a:lnTo>
                  <a:pt x="847667" y="615"/>
                </a:lnTo>
                <a:lnTo>
                  <a:pt x="847350" y="516"/>
                </a:lnTo>
                <a:lnTo>
                  <a:pt x="847025" y="427"/>
                </a:lnTo>
                <a:lnTo>
                  <a:pt x="846692" y="346"/>
                </a:lnTo>
                <a:lnTo>
                  <a:pt x="846351" y="273"/>
                </a:lnTo>
                <a:lnTo>
                  <a:pt x="846001" y="209"/>
                </a:lnTo>
                <a:lnTo>
                  <a:pt x="845644" y="154"/>
                </a:lnTo>
                <a:lnTo>
                  <a:pt x="845279" y="107"/>
                </a:lnTo>
                <a:lnTo>
                  <a:pt x="844905" y="68"/>
                </a:lnTo>
                <a:lnTo>
                  <a:pt x="844524" y="38"/>
                </a:lnTo>
                <a:lnTo>
                  <a:pt x="844134" y="17"/>
                </a:lnTo>
                <a:lnTo>
                  <a:pt x="843737" y="4"/>
                </a:lnTo>
                <a:lnTo>
                  <a:pt x="843331" y="0"/>
                </a:lnTo>
                <a:lnTo>
                  <a:pt x="842925" y="4"/>
                </a:lnTo>
                <a:lnTo>
                  <a:pt x="842527" y="17"/>
                </a:lnTo>
                <a:lnTo>
                  <a:pt x="842138" y="38"/>
                </a:lnTo>
                <a:lnTo>
                  <a:pt x="841756" y="68"/>
                </a:lnTo>
                <a:lnTo>
                  <a:pt x="841383" y="107"/>
                </a:lnTo>
                <a:lnTo>
                  <a:pt x="841018" y="154"/>
                </a:lnTo>
                <a:lnTo>
                  <a:pt x="840660" y="209"/>
                </a:lnTo>
                <a:lnTo>
                  <a:pt x="840311" y="273"/>
                </a:lnTo>
                <a:lnTo>
                  <a:pt x="839970" y="346"/>
                </a:lnTo>
                <a:lnTo>
                  <a:pt x="839637" y="427"/>
                </a:lnTo>
                <a:lnTo>
                  <a:pt x="839312" y="516"/>
                </a:lnTo>
                <a:lnTo>
                  <a:pt x="838995" y="615"/>
                </a:lnTo>
                <a:lnTo>
                  <a:pt x="838686" y="721"/>
                </a:lnTo>
                <a:lnTo>
                  <a:pt x="838385" y="837"/>
                </a:lnTo>
                <a:lnTo>
                  <a:pt x="838092" y="960"/>
                </a:lnTo>
                <a:lnTo>
                  <a:pt x="837808" y="1093"/>
                </a:lnTo>
                <a:lnTo>
                  <a:pt x="837531" y="1234"/>
                </a:lnTo>
                <a:lnTo>
                  <a:pt x="837262" y="1383"/>
                </a:lnTo>
                <a:lnTo>
                  <a:pt x="837002" y="1541"/>
                </a:lnTo>
                <a:lnTo>
                  <a:pt x="836750" y="1707"/>
                </a:lnTo>
                <a:lnTo>
                  <a:pt x="836505" y="1882"/>
                </a:lnTo>
                <a:lnTo>
                  <a:pt x="836269" y="2066"/>
                </a:lnTo>
                <a:lnTo>
                  <a:pt x="836041" y="2258"/>
                </a:lnTo>
                <a:lnTo>
                  <a:pt x="835821" y="2459"/>
                </a:lnTo>
                <a:lnTo>
                  <a:pt x="835609" y="2666"/>
                </a:lnTo>
                <a:lnTo>
                  <a:pt x="835406" y="2877"/>
                </a:lnTo>
                <a:lnTo>
                  <a:pt x="835213" y="3094"/>
                </a:lnTo>
                <a:lnTo>
                  <a:pt x="835028" y="3315"/>
                </a:lnTo>
                <a:lnTo>
                  <a:pt x="834853" y="3540"/>
                </a:lnTo>
                <a:lnTo>
                  <a:pt x="834686" y="3770"/>
                </a:lnTo>
                <a:lnTo>
                  <a:pt x="834528" y="4004"/>
                </a:lnTo>
                <a:lnTo>
                  <a:pt x="834380" y="4243"/>
                </a:lnTo>
                <a:lnTo>
                  <a:pt x="834240" y="4487"/>
                </a:lnTo>
                <a:lnTo>
                  <a:pt x="834110" y="4735"/>
                </a:lnTo>
                <a:lnTo>
                  <a:pt x="833988" y="4988"/>
                </a:lnTo>
                <a:lnTo>
                  <a:pt x="833876" y="5245"/>
                </a:lnTo>
                <a:lnTo>
                  <a:pt x="833772" y="5507"/>
                </a:lnTo>
                <a:lnTo>
                  <a:pt x="833678" y="5774"/>
                </a:lnTo>
                <a:lnTo>
                  <a:pt x="833592" y="6045"/>
                </a:lnTo>
                <a:lnTo>
                  <a:pt x="833515" y="6320"/>
                </a:lnTo>
                <a:lnTo>
                  <a:pt x="833448" y="6600"/>
                </a:lnTo>
                <a:lnTo>
                  <a:pt x="833389" y="6885"/>
                </a:lnTo>
                <a:lnTo>
                  <a:pt x="833340" y="7174"/>
                </a:lnTo>
                <a:lnTo>
                  <a:pt x="833299" y="7468"/>
                </a:lnTo>
                <a:lnTo>
                  <a:pt x="833268" y="7767"/>
                </a:lnTo>
                <a:lnTo>
                  <a:pt x="833245" y="8069"/>
                </a:lnTo>
                <a:lnTo>
                  <a:pt x="833232" y="8377"/>
                </a:lnTo>
                <a:lnTo>
                  <a:pt x="833227" y="8689"/>
                </a:lnTo>
                <a:lnTo>
                  <a:pt x="833232" y="8996"/>
                </a:lnTo>
                <a:lnTo>
                  <a:pt x="833245" y="9298"/>
                </a:lnTo>
                <a:lnTo>
                  <a:pt x="833268" y="9596"/>
                </a:lnTo>
                <a:lnTo>
                  <a:pt x="833299" y="9890"/>
                </a:lnTo>
                <a:lnTo>
                  <a:pt x="833340" y="10180"/>
                </a:lnTo>
                <a:lnTo>
                  <a:pt x="833389" y="10466"/>
                </a:lnTo>
                <a:lnTo>
                  <a:pt x="833448" y="10747"/>
                </a:lnTo>
                <a:lnTo>
                  <a:pt x="833515" y="11024"/>
                </a:lnTo>
                <a:lnTo>
                  <a:pt x="833592" y="11297"/>
                </a:lnTo>
                <a:lnTo>
                  <a:pt x="833678" y="11566"/>
                </a:lnTo>
                <a:lnTo>
                  <a:pt x="833772" y="11830"/>
                </a:lnTo>
                <a:lnTo>
                  <a:pt x="833876" y="12091"/>
                </a:lnTo>
                <a:lnTo>
                  <a:pt x="833988" y="12347"/>
                </a:lnTo>
                <a:lnTo>
                  <a:pt x="834110" y="12599"/>
                </a:lnTo>
                <a:lnTo>
                  <a:pt x="834240" y="12846"/>
                </a:lnTo>
                <a:lnTo>
                  <a:pt x="834380" y="13090"/>
                </a:lnTo>
                <a:lnTo>
                  <a:pt x="834528" y="13329"/>
                </a:lnTo>
                <a:lnTo>
                  <a:pt x="834686" y="13564"/>
                </a:lnTo>
                <a:lnTo>
                  <a:pt x="834853" y="13795"/>
                </a:lnTo>
                <a:lnTo>
                  <a:pt x="835028" y="14021"/>
                </a:lnTo>
                <a:lnTo>
                  <a:pt x="835213" y="14244"/>
                </a:lnTo>
                <a:lnTo>
                  <a:pt x="835406" y="14462"/>
                </a:lnTo>
                <a:lnTo>
                  <a:pt x="835609" y="14676"/>
                </a:lnTo>
                <a:lnTo>
                  <a:pt x="835821" y="14886"/>
                </a:lnTo>
                <a:lnTo>
                  <a:pt x="836041" y="15089"/>
                </a:lnTo>
                <a:lnTo>
                  <a:pt x="836269" y="15284"/>
                </a:lnTo>
                <a:lnTo>
                  <a:pt x="836505" y="15470"/>
                </a:lnTo>
                <a:lnTo>
                  <a:pt x="836750" y="15647"/>
                </a:lnTo>
                <a:lnTo>
                  <a:pt x="837002" y="15816"/>
                </a:lnTo>
                <a:lnTo>
                  <a:pt x="837262" y="15976"/>
                </a:lnTo>
                <a:lnTo>
                  <a:pt x="837531" y="16128"/>
                </a:lnTo>
                <a:lnTo>
                  <a:pt x="837808" y="16270"/>
                </a:lnTo>
                <a:lnTo>
                  <a:pt x="838092" y="16405"/>
                </a:lnTo>
                <a:lnTo>
                  <a:pt x="838385" y="16530"/>
                </a:lnTo>
                <a:lnTo>
                  <a:pt x="838686" y="16647"/>
                </a:lnTo>
                <a:lnTo>
                  <a:pt x="838995" y="16755"/>
                </a:lnTo>
                <a:lnTo>
                  <a:pt x="839312" y="16854"/>
                </a:lnTo>
                <a:lnTo>
                  <a:pt x="839637" y="16945"/>
                </a:lnTo>
                <a:lnTo>
                  <a:pt x="839970" y="17028"/>
                </a:lnTo>
                <a:lnTo>
                  <a:pt x="840311" y="17101"/>
                </a:lnTo>
                <a:lnTo>
                  <a:pt x="840660" y="17166"/>
                </a:lnTo>
                <a:lnTo>
                  <a:pt x="841018" y="17222"/>
                </a:lnTo>
                <a:lnTo>
                  <a:pt x="841383" y="17270"/>
                </a:lnTo>
                <a:lnTo>
                  <a:pt x="841756" y="17309"/>
                </a:lnTo>
                <a:lnTo>
                  <a:pt x="842138" y="17339"/>
                </a:lnTo>
                <a:lnTo>
                  <a:pt x="842527" y="17361"/>
                </a:lnTo>
                <a:lnTo>
                  <a:pt x="842925" y="17374"/>
                </a:lnTo>
                <a:lnTo>
                  <a:pt x="843331" y="17378"/>
                </a:lnTo>
                <a:lnTo>
                  <a:pt x="843737" y="17374"/>
                </a:lnTo>
                <a:lnTo>
                  <a:pt x="844134" y="17361"/>
                </a:lnTo>
                <a:lnTo>
                  <a:pt x="844524" y="17339"/>
                </a:lnTo>
                <a:lnTo>
                  <a:pt x="844905" y="17309"/>
                </a:lnTo>
                <a:lnTo>
                  <a:pt x="845279" y="17270"/>
                </a:lnTo>
                <a:close/>
                <a:moveTo>
                  <a:pt x="56916" y="53751"/>
                </a:moveTo>
                <a:lnTo>
                  <a:pt x="56916" y="38595"/>
                </a:lnTo>
                <a:lnTo>
                  <a:pt x="18927" y="38595"/>
                </a:lnTo>
                <a:lnTo>
                  <a:pt x="18927" y="17580"/>
                </a:lnTo>
                <a:lnTo>
                  <a:pt x="60823" y="17580"/>
                </a:lnTo>
                <a:lnTo>
                  <a:pt x="60823" y="1886"/>
                </a:lnTo>
                <a:lnTo>
                  <a:pt x="0" y="1886"/>
                </a:lnTo>
                <a:lnTo>
                  <a:pt x="0" y="92548"/>
                </a:lnTo>
                <a:lnTo>
                  <a:pt x="60823" y="92548"/>
                </a:lnTo>
                <a:lnTo>
                  <a:pt x="60823" y="76854"/>
                </a:lnTo>
                <a:lnTo>
                  <a:pt x="18927" y="76854"/>
                </a:lnTo>
                <a:lnTo>
                  <a:pt x="18927" y="53751"/>
                </a:lnTo>
                <a:lnTo>
                  <a:pt x="56916" y="53751"/>
                </a:lnTo>
                <a:close/>
                <a:moveTo>
                  <a:pt x="102103" y="78588"/>
                </a:moveTo>
                <a:lnTo>
                  <a:pt x="101703" y="78567"/>
                </a:lnTo>
                <a:lnTo>
                  <a:pt x="101317" y="78538"/>
                </a:lnTo>
                <a:lnTo>
                  <a:pt x="100944" y="78500"/>
                </a:lnTo>
                <a:lnTo>
                  <a:pt x="100584" y="78454"/>
                </a:lnTo>
                <a:lnTo>
                  <a:pt x="100237" y="78399"/>
                </a:lnTo>
                <a:lnTo>
                  <a:pt x="99903" y="78336"/>
                </a:lnTo>
                <a:lnTo>
                  <a:pt x="99582" y="78264"/>
                </a:lnTo>
                <a:lnTo>
                  <a:pt x="99274" y="78184"/>
                </a:lnTo>
                <a:lnTo>
                  <a:pt x="98979" y="78096"/>
                </a:lnTo>
                <a:lnTo>
                  <a:pt x="98698" y="77999"/>
                </a:lnTo>
                <a:lnTo>
                  <a:pt x="98429" y="77894"/>
                </a:lnTo>
                <a:lnTo>
                  <a:pt x="98174" y="77780"/>
                </a:lnTo>
                <a:lnTo>
                  <a:pt x="97932" y="77658"/>
                </a:lnTo>
                <a:lnTo>
                  <a:pt x="97702" y="77528"/>
                </a:lnTo>
                <a:lnTo>
                  <a:pt x="97486" y="77389"/>
                </a:lnTo>
                <a:lnTo>
                  <a:pt x="97283" y="77241"/>
                </a:lnTo>
                <a:lnTo>
                  <a:pt x="97093" y="77085"/>
                </a:lnTo>
                <a:lnTo>
                  <a:pt x="96916" y="76921"/>
                </a:lnTo>
                <a:lnTo>
                  <a:pt x="96753" y="76749"/>
                </a:lnTo>
                <a:lnTo>
                  <a:pt x="96602" y="76568"/>
                </a:lnTo>
                <a:lnTo>
                  <a:pt x="96465" y="76378"/>
                </a:lnTo>
                <a:lnTo>
                  <a:pt x="96340" y="76180"/>
                </a:lnTo>
                <a:lnTo>
                  <a:pt x="96225" y="75974"/>
                </a:lnTo>
                <a:lnTo>
                  <a:pt x="96114" y="75757"/>
                </a:lnTo>
                <a:lnTo>
                  <a:pt x="96009" y="75531"/>
                </a:lnTo>
                <a:lnTo>
                  <a:pt x="95908" y="75295"/>
                </a:lnTo>
                <a:lnTo>
                  <a:pt x="95812" y="75050"/>
                </a:lnTo>
                <a:lnTo>
                  <a:pt x="95721" y="74795"/>
                </a:lnTo>
                <a:lnTo>
                  <a:pt x="95635" y="74531"/>
                </a:lnTo>
                <a:lnTo>
                  <a:pt x="95554" y="74257"/>
                </a:lnTo>
                <a:lnTo>
                  <a:pt x="95478" y="73973"/>
                </a:lnTo>
                <a:lnTo>
                  <a:pt x="95407" y="73680"/>
                </a:lnTo>
                <a:lnTo>
                  <a:pt x="95341" y="73377"/>
                </a:lnTo>
                <a:lnTo>
                  <a:pt x="95279" y="73065"/>
                </a:lnTo>
                <a:lnTo>
                  <a:pt x="95223" y="72743"/>
                </a:lnTo>
                <a:lnTo>
                  <a:pt x="95171" y="72412"/>
                </a:lnTo>
                <a:lnTo>
                  <a:pt x="95125" y="72071"/>
                </a:lnTo>
                <a:lnTo>
                  <a:pt x="95083" y="71720"/>
                </a:lnTo>
                <a:lnTo>
                  <a:pt x="95046" y="71360"/>
                </a:lnTo>
                <a:lnTo>
                  <a:pt x="95014" y="70990"/>
                </a:lnTo>
                <a:lnTo>
                  <a:pt x="94987" y="70610"/>
                </a:lnTo>
                <a:lnTo>
                  <a:pt x="94965" y="70221"/>
                </a:lnTo>
                <a:lnTo>
                  <a:pt x="94948" y="69823"/>
                </a:lnTo>
                <a:lnTo>
                  <a:pt x="94936" y="69414"/>
                </a:lnTo>
                <a:lnTo>
                  <a:pt x="94928" y="68997"/>
                </a:lnTo>
                <a:lnTo>
                  <a:pt x="94926" y="68569"/>
                </a:lnTo>
                <a:lnTo>
                  <a:pt x="94926" y="1886"/>
                </a:lnTo>
                <a:lnTo>
                  <a:pt x="77144" y="1886"/>
                </a:lnTo>
                <a:lnTo>
                  <a:pt x="77144" y="69647"/>
                </a:lnTo>
                <a:lnTo>
                  <a:pt x="77147" y="70315"/>
                </a:lnTo>
                <a:lnTo>
                  <a:pt x="77159" y="70973"/>
                </a:lnTo>
                <a:lnTo>
                  <a:pt x="77177" y="71620"/>
                </a:lnTo>
                <a:lnTo>
                  <a:pt x="77203" y="72256"/>
                </a:lnTo>
                <a:lnTo>
                  <a:pt x="77237" y="72882"/>
                </a:lnTo>
                <a:lnTo>
                  <a:pt x="77278" y="73497"/>
                </a:lnTo>
                <a:lnTo>
                  <a:pt x="77327" y="74101"/>
                </a:lnTo>
                <a:lnTo>
                  <a:pt x="77383" y="74695"/>
                </a:lnTo>
                <a:lnTo>
                  <a:pt x="77447" y="75278"/>
                </a:lnTo>
                <a:lnTo>
                  <a:pt x="77518" y="75850"/>
                </a:lnTo>
                <a:lnTo>
                  <a:pt x="77596" y="76412"/>
                </a:lnTo>
                <a:lnTo>
                  <a:pt x="77682" y="76963"/>
                </a:lnTo>
                <a:lnTo>
                  <a:pt x="77776" y="77504"/>
                </a:lnTo>
                <a:lnTo>
                  <a:pt x="77877" y="78034"/>
                </a:lnTo>
                <a:lnTo>
                  <a:pt x="77986" y="78553"/>
                </a:lnTo>
                <a:lnTo>
                  <a:pt x="78102" y="79062"/>
                </a:lnTo>
                <a:lnTo>
                  <a:pt x="78225" y="79560"/>
                </a:lnTo>
                <a:lnTo>
                  <a:pt x="78356" y="80047"/>
                </a:lnTo>
                <a:lnTo>
                  <a:pt x="78494" y="80524"/>
                </a:lnTo>
                <a:lnTo>
                  <a:pt x="78640" y="80990"/>
                </a:lnTo>
                <a:lnTo>
                  <a:pt x="78794" y="81445"/>
                </a:lnTo>
                <a:lnTo>
                  <a:pt x="78955" y="81890"/>
                </a:lnTo>
                <a:lnTo>
                  <a:pt x="79123" y="82324"/>
                </a:lnTo>
                <a:lnTo>
                  <a:pt x="79299" y="82748"/>
                </a:lnTo>
                <a:lnTo>
                  <a:pt x="79484" y="83161"/>
                </a:lnTo>
                <a:lnTo>
                  <a:pt x="79681" y="83566"/>
                </a:lnTo>
                <a:lnTo>
                  <a:pt x="79889" y="83961"/>
                </a:lnTo>
                <a:lnTo>
                  <a:pt x="80109" y="84347"/>
                </a:lnTo>
                <a:lnTo>
                  <a:pt x="80340" y="84725"/>
                </a:lnTo>
                <a:lnTo>
                  <a:pt x="80583" y="85093"/>
                </a:lnTo>
                <a:lnTo>
                  <a:pt x="80837" y="85451"/>
                </a:lnTo>
                <a:lnTo>
                  <a:pt x="81103" y="85801"/>
                </a:lnTo>
                <a:lnTo>
                  <a:pt x="81380" y="86142"/>
                </a:lnTo>
                <a:lnTo>
                  <a:pt x="81668" y="86473"/>
                </a:lnTo>
                <a:lnTo>
                  <a:pt x="81968" y="86796"/>
                </a:lnTo>
                <a:lnTo>
                  <a:pt x="82280" y="87109"/>
                </a:lnTo>
                <a:lnTo>
                  <a:pt x="82602" y="87413"/>
                </a:lnTo>
                <a:lnTo>
                  <a:pt x="82937" y="87708"/>
                </a:lnTo>
                <a:lnTo>
                  <a:pt x="83282" y="87994"/>
                </a:lnTo>
                <a:lnTo>
                  <a:pt x="83640" y="88271"/>
                </a:lnTo>
                <a:lnTo>
                  <a:pt x="84008" y="88539"/>
                </a:lnTo>
                <a:lnTo>
                  <a:pt x="84389" y="88797"/>
                </a:lnTo>
                <a:lnTo>
                  <a:pt x="84780" y="89047"/>
                </a:lnTo>
                <a:lnTo>
                  <a:pt x="85183" y="89287"/>
                </a:lnTo>
                <a:lnTo>
                  <a:pt x="85598" y="89518"/>
                </a:lnTo>
                <a:lnTo>
                  <a:pt x="86024" y="89740"/>
                </a:lnTo>
                <a:lnTo>
                  <a:pt x="86461" y="89953"/>
                </a:lnTo>
                <a:lnTo>
                  <a:pt x="86910" y="90157"/>
                </a:lnTo>
                <a:lnTo>
                  <a:pt x="87373" y="90352"/>
                </a:lnTo>
                <a:lnTo>
                  <a:pt x="87851" y="90539"/>
                </a:lnTo>
                <a:lnTo>
                  <a:pt x="88346" y="90717"/>
                </a:lnTo>
                <a:lnTo>
                  <a:pt x="88856" y="90888"/>
                </a:lnTo>
                <a:lnTo>
                  <a:pt x="89382" y="91049"/>
                </a:lnTo>
                <a:lnTo>
                  <a:pt x="89924" y="91203"/>
                </a:lnTo>
                <a:lnTo>
                  <a:pt x="90483" y="91348"/>
                </a:lnTo>
                <a:lnTo>
                  <a:pt x="91056" y="91485"/>
                </a:lnTo>
                <a:lnTo>
                  <a:pt x="91646" y="91614"/>
                </a:lnTo>
                <a:lnTo>
                  <a:pt x="92252" y="91734"/>
                </a:lnTo>
                <a:lnTo>
                  <a:pt x="92874" y="91846"/>
                </a:lnTo>
                <a:lnTo>
                  <a:pt x="93511" y="91950"/>
                </a:lnTo>
                <a:lnTo>
                  <a:pt x="94165" y="92046"/>
                </a:lnTo>
                <a:lnTo>
                  <a:pt x="94834" y="92133"/>
                </a:lnTo>
                <a:lnTo>
                  <a:pt x="95519" y="92212"/>
                </a:lnTo>
                <a:lnTo>
                  <a:pt x="96220" y="92282"/>
                </a:lnTo>
                <a:lnTo>
                  <a:pt x="96938" y="92345"/>
                </a:lnTo>
                <a:lnTo>
                  <a:pt x="97671" y="92399"/>
                </a:lnTo>
                <a:lnTo>
                  <a:pt x="98419" y="92444"/>
                </a:lnTo>
                <a:lnTo>
                  <a:pt x="99184" y="92482"/>
                </a:lnTo>
                <a:lnTo>
                  <a:pt x="99965" y="92511"/>
                </a:lnTo>
                <a:lnTo>
                  <a:pt x="100761" y="92531"/>
                </a:lnTo>
                <a:lnTo>
                  <a:pt x="101574" y="92544"/>
                </a:lnTo>
                <a:lnTo>
                  <a:pt x="102402" y="92548"/>
                </a:lnTo>
                <a:lnTo>
                  <a:pt x="107050" y="92548"/>
                </a:lnTo>
                <a:lnTo>
                  <a:pt x="107050" y="78605"/>
                </a:lnTo>
                <a:lnTo>
                  <a:pt x="102941" y="78605"/>
                </a:lnTo>
                <a:lnTo>
                  <a:pt x="102516" y="78601"/>
                </a:lnTo>
                <a:lnTo>
                  <a:pt x="102103" y="78588"/>
                </a:lnTo>
                <a:close/>
                <a:moveTo>
                  <a:pt x="778092" y="92401"/>
                </a:moveTo>
                <a:lnTo>
                  <a:pt x="779230" y="92319"/>
                </a:lnTo>
                <a:lnTo>
                  <a:pt x="780353" y="92218"/>
                </a:lnTo>
                <a:lnTo>
                  <a:pt x="781463" y="92098"/>
                </a:lnTo>
                <a:lnTo>
                  <a:pt x="782558" y="91961"/>
                </a:lnTo>
                <a:lnTo>
                  <a:pt x="783639" y="91805"/>
                </a:lnTo>
                <a:lnTo>
                  <a:pt x="784705" y="91630"/>
                </a:lnTo>
                <a:lnTo>
                  <a:pt x="785758" y="91437"/>
                </a:lnTo>
                <a:lnTo>
                  <a:pt x="786796" y="91226"/>
                </a:lnTo>
                <a:lnTo>
                  <a:pt x="787821" y="90997"/>
                </a:lnTo>
                <a:lnTo>
                  <a:pt x="788831" y="90749"/>
                </a:lnTo>
                <a:lnTo>
                  <a:pt x="789827" y="90483"/>
                </a:lnTo>
                <a:lnTo>
                  <a:pt x="790809" y="90198"/>
                </a:lnTo>
                <a:lnTo>
                  <a:pt x="791777" y="89895"/>
                </a:lnTo>
                <a:lnTo>
                  <a:pt x="792730" y="89574"/>
                </a:lnTo>
                <a:lnTo>
                  <a:pt x="793670" y="89234"/>
                </a:lnTo>
                <a:lnTo>
                  <a:pt x="794595" y="88876"/>
                </a:lnTo>
                <a:lnTo>
                  <a:pt x="795506" y="88500"/>
                </a:lnTo>
                <a:lnTo>
                  <a:pt x="796403" y="88105"/>
                </a:lnTo>
                <a:lnTo>
                  <a:pt x="797286" y="87692"/>
                </a:lnTo>
                <a:lnTo>
                  <a:pt x="798154" y="87261"/>
                </a:lnTo>
                <a:lnTo>
                  <a:pt x="799008" y="86811"/>
                </a:lnTo>
                <a:lnTo>
                  <a:pt x="799844" y="86345"/>
                </a:lnTo>
                <a:lnTo>
                  <a:pt x="800664" y="85862"/>
                </a:lnTo>
                <a:lnTo>
                  <a:pt x="801467" y="85362"/>
                </a:lnTo>
                <a:lnTo>
                  <a:pt x="802253" y="84845"/>
                </a:lnTo>
                <a:lnTo>
                  <a:pt x="803023" y="84312"/>
                </a:lnTo>
                <a:lnTo>
                  <a:pt x="803776" y="83761"/>
                </a:lnTo>
                <a:lnTo>
                  <a:pt x="804512" y="83193"/>
                </a:lnTo>
                <a:lnTo>
                  <a:pt x="805232" y="82608"/>
                </a:lnTo>
                <a:lnTo>
                  <a:pt x="805934" y="82007"/>
                </a:lnTo>
                <a:lnTo>
                  <a:pt x="806620" y="81388"/>
                </a:lnTo>
                <a:lnTo>
                  <a:pt x="807290" y="80752"/>
                </a:lnTo>
                <a:lnTo>
                  <a:pt x="807942" y="80100"/>
                </a:lnTo>
                <a:lnTo>
                  <a:pt x="808578" y="79430"/>
                </a:lnTo>
                <a:lnTo>
                  <a:pt x="809197" y="78744"/>
                </a:lnTo>
                <a:lnTo>
                  <a:pt x="809800" y="78040"/>
                </a:lnTo>
                <a:lnTo>
                  <a:pt x="810385" y="77320"/>
                </a:lnTo>
                <a:lnTo>
                  <a:pt x="810954" y="76582"/>
                </a:lnTo>
                <a:lnTo>
                  <a:pt x="811507" y="75828"/>
                </a:lnTo>
                <a:lnTo>
                  <a:pt x="812042" y="75057"/>
                </a:lnTo>
                <a:lnTo>
                  <a:pt x="812561" y="74269"/>
                </a:lnTo>
                <a:lnTo>
                  <a:pt x="813063" y="73463"/>
                </a:lnTo>
                <a:lnTo>
                  <a:pt x="813548" y="72641"/>
                </a:lnTo>
                <a:lnTo>
                  <a:pt x="814017" y="71802"/>
                </a:lnTo>
                <a:lnTo>
                  <a:pt x="814468" y="70947"/>
                </a:lnTo>
                <a:lnTo>
                  <a:pt x="814899" y="70076"/>
                </a:lnTo>
                <a:lnTo>
                  <a:pt x="815311" y="69190"/>
                </a:lnTo>
                <a:lnTo>
                  <a:pt x="815705" y="68288"/>
                </a:lnTo>
                <a:lnTo>
                  <a:pt x="816079" y="67371"/>
                </a:lnTo>
                <a:lnTo>
                  <a:pt x="816433" y="66439"/>
                </a:lnTo>
                <a:lnTo>
                  <a:pt x="816769" y="65491"/>
                </a:lnTo>
                <a:lnTo>
                  <a:pt x="817085" y="64528"/>
                </a:lnTo>
                <a:lnTo>
                  <a:pt x="817383" y="63549"/>
                </a:lnTo>
                <a:lnTo>
                  <a:pt x="817661" y="62555"/>
                </a:lnTo>
                <a:lnTo>
                  <a:pt x="817920" y="61545"/>
                </a:lnTo>
                <a:lnTo>
                  <a:pt x="818159" y="60520"/>
                </a:lnTo>
                <a:lnTo>
                  <a:pt x="818380" y="59479"/>
                </a:lnTo>
                <a:lnTo>
                  <a:pt x="818581" y="58423"/>
                </a:lnTo>
                <a:lnTo>
                  <a:pt x="818763" y="57352"/>
                </a:lnTo>
                <a:lnTo>
                  <a:pt x="818927" y="56265"/>
                </a:lnTo>
                <a:lnTo>
                  <a:pt x="819070" y="55163"/>
                </a:lnTo>
                <a:lnTo>
                  <a:pt x="819195" y="54045"/>
                </a:lnTo>
                <a:lnTo>
                  <a:pt x="819300" y="52912"/>
                </a:lnTo>
                <a:lnTo>
                  <a:pt x="819387" y="51764"/>
                </a:lnTo>
                <a:lnTo>
                  <a:pt x="819454" y="50600"/>
                </a:lnTo>
                <a:lnTo>
                  <a:pt x="819502" y="49420"/>
                </a:lnTo>
                <a:lnTo>
                  <a:pt x="819531" y="48225"/>
                </a:lnTo>
                <a:lnTo>
                  <a:pt x="819540" y="47015"/>
                </a:lnTo>
                <a:lnTo>
                  <a:pt x="819531" y="45843"/>
                </a:lnTo>
                <a:lnTo>
                  <a:pt x="819502" y="44686"/>
                </a:lnTo>
                <a:lnTo>
                  <a:pt x="819455" y="43542"/>
                </a:lnTo>
                <a:lnTo>
                  <a:pt x="819389" y="42412"/>
                </a:lnTo>
                <a:lnTo>
                  <a:pt x="819303" y="41297"/>
                </a:lnTo>
                <a:lnTo>
                  <a:pt x="819199" y="40195"/>
                </a:lnTo>
                <a:lnTo>
                  <a:pt x="819076" y="39108"/>
                </a:lnTo>
                <a:lnTo>
                  <a:pt x="818934" y="38034"/>
                </a:lnTo>
                <a:lnTo>
                  <a:pt x="818773" y="36975"/>
                </a:lnTo>
                <a:lnTo>
                  <a:pt x="818593" y="35929"/>
                </a:lnTo>
                <a:lnTo>
                  <a:pt x="818394" y="34898"/>
                </a:lnTo>
                <a:lnTo>
                  <a:pt x="818176" y="33880"/>
                </a:lnTo>
                <a:lnTo>
                  <a:pt x="817939" y="32877"/>
                </a:lnTo>
                <a:lnTo>
                  <a:pt x="817684" y="31888"/>
                </a:lnTo>
                <a:lnTo>
                  <a:pt x="817409" y="30913"/>
                </a:lnTo>
                <a:lnTo>
                  <a:pt x="817115" y="29951"/>
                </a:lnTo>
                <a:lnTo>
                  <a:pt x="816803" y="29004"/>
                </a:lnTo>
                <a:lnTo>
                  <a:pt x="816471" y="28071"/>
                </a:lnTo>
                <a:lnTo>
                  <a:pt x="816121" y="27152"/>
                </a:lnTo>
                <a:lnTo>
                  <a:pt x="815751" y="26247"/>
                </a:lnTo>
                <a:lnTo>
                  <a:pt x="815363" y="25356"/>
                </a:lnTo>
                <a:lnTo>
                  <a:pt x="814956" y="24479"/>
                </a:lnTo>
                <a:lnTo>
                  <a:pt x="814530" y="23616"/>
                </a:lnTo>
                <a:lnTo>
                  <a:pt x="814084" y="22767"/>
                </a:lnTo>
                <a:lnTo>
                  <a:pt x="813621" y="21933"/>
                </a:lnTo>
                <a:lnTo>
                  <a:pt x="813141" y="21115"/>
                </a:lnTo>
                <a:lnTo>
                  <a:pt x="812644" y="20314"/>
                </a:lnTo>
                <a:lnTo>
                  <a:pt x="812130" y="19530"/>
                </a:lnTo>
                <a:lnTo>
                  <a:pt x="811599" y="18761"/>
                </a:lnTo>
                <a:lnTo>
                  <a:pt x="811051" y="18009"/>
                </a:lnTo>
                <a:lnTo>
                  <a:pt x="810486" y="17274"/>
                </a:lnTo>
                <a:lnTo>
                  <a:pt x="809904" y="16555"/>
                </a:lnTo>
                <a:lnTo>
                  <a:pt x="809306" y="15852"/>
                </a:lnTo>
                <a:lnTo>
                  <a:pt x="808690" y="15166"/>
                </a:lnTo>
                <a:lnTo>
                  <a:pt x="808057" y="14495"/>
                </a:lnTo>
                <a:lnTo>
                  <a:pt x="807408" y="13842"/>
                </a:lnTo>
                <a:lnTo>
                  <a:pt x="806741" y="13204"/>
                </a:lnTo>
                <a:lnTo>
                  <a:pt x="806057" y="12584"/>
                </a:lnTo>
                <a:lnTo>
                  <a:pt x="805357" y="11979"/>
                </a:lnTo>
                <a:lnTo>
                  <a:pt x="804639" y="11391"/>
                </a:lnTo>
                <a:lnTo>
                  <a:pt x="803905" y="10819"/>
                </a:lnTo>
                <a:lnTo>
                  <a:pt x="803154" y="10263"/>
                </a:lnTo>
                <a:lnTo>
                  <a:pt x="802385" y="9724"/>
                </a:lnTo>
                <a:lnTo>
                  <a:pt x="801600" y="9202"/>
                </a:lnTo>
                <a:lnTo>
                  <a:pt x="800798" y="8695"/>
                </a:lnTo>
                <a:lnTo>
                  <a:pt x="799978" y="8205"/>
                </a:lnTo>
                <a:lnTo>
                  <a:pt x="799142" y="7732"/>
                </a:lnTo>
                <a:lnTo>
                  <a:pt x="798289" y="7275"/>
                </a:lnTo>
                <a:lnTo>
                  <a:pt x="797420" y="6835"/>
                </a:lnTo>
                <a:lnTo>
                  <a:pt x="796537" y="6414"/>
                </a:lnTo>
                <a:lnTo>
                  <a:pt x="795639" y="6012"/>
                </a:lnTo>
                <a:lnTo>
                  <a:pt x="794726" y="5628"/>
                </a:lnTo>
                <a:lnTo>
                  <a:pt x="793798" y="5263"/>
                </a:lnTo>
                <a:lnTo>
                  <a:pt x="792856" y="4917"/>
                </a:lnTo>
                <a:lnTo>
                  <a:pt x="791900" y="4590"/>
                </a:lnTo>
                <a:lnTo>
                  <a:pt x="790929" y="4281"/>
                </a:lnTo>
                <a:lnTo>
                  <a:pt x="789943" y="3991"/>
                </a:lnTo>
                <a:lnTo>
                  <a:pt x="788942" y="3720"/>
                </a:lnTo>
                <a:lnTo>
                  <a:pt x="787927" y="3467"/>
                </a:lnTo>
                <a:lnTo>
                  <a:pt x="786897" y="3233"/>
                </a:lnTo>
                <a:lnTo>
                  <a:pt x="785853" y="3018"/>
                </a:lnTo>
                <a:lnTo>
                  <a:pt x="784794" y="2821"/>
                </a:lnTo>
                <a:lnTo>
                  <a:pt x="783721" y="2644"/>
                </a:lnTo>
                <a:lnTo>
                  <a:pt x="782632" y="2485"/>
                </a:lnTo>
                <a:lnTo>
                  <a:pt x="781530" y="2344"/>
                </a:lnTo>
                <a:lnTo>
                  <a:pt x="780412" y="2223"/>
                </a:lnTo>
                <a:lnTo>
                  <a:pt x="779280" y="2120"/>
                </a:lnTo>
                <a:lnTo>
                  <a:pt x="778134" y="2036"/>
                </a:lnTo>
                <a:lnTo>
                  <a:pt x="776972" y="1970"/>
                </a:lnTo>
                <a:lnTo>
                  <a:pt x="775796" y="1923"/>
                </a:lnTo>
                <a:lnTo>
                  <a:pt x="774606" y="1895"/>
                </a:lnTo>
                <a:lnTo>
                  <a:pt x="773401" y="1886"/>
                </a:lnTo>
                <a:lnTo>
                  <a:pt x="739655" y="1886"/>
                </a:lnTo>
                <a:lnTo>
                  <a:pt x="739655" y="92548"/>
                </a:lnTo>
                <a:lnTo>
                  <a:pt x="773401" y="92548"/>
                </a:lnTo>
                <a:lnTo>
                  <a:pt x="774595" y="92539"/>
                </a:lnTo>
                <a:lnTo>
                  <a:pt x="775775" y="92511"/>
                </a:lnTo>
                <a:lnTo>
                  <a:pt x="776941" y="92465"/>
                </a:lnTo>
                <a:lnTo>
                  <a:pt x="778092" y="92401"/>
                </a:lnTo>
                <a:close/>
                <a:moveTo>
                  <a:pt x="773611" y="17699"/>
                </a:moveTo>
                <a:lnTo>
                  <a:pt x="774336" y="17739"/>
                </a:lnTo>
                <a:lnTo>
                  <a:pt x="775052" y="17791"/>
                </a:lnTo>
                <a:lnTo>
                  <a:pt x="775758" y="17854"/>
                </a:lnTo>
                <a:lnTo>
                  <a:pt x="776455" y="17928"/>
                </a:lnTo>
                <a:lnTo>
                  <a:pt x="777143" y="18014"/>
                </a:lnTo>
                <a:lnTo>
                  <a:pt x="777821" y="18112"/>
                </a:lnTo>
                <a:lnTo>
                  <a:pt x="778490" y="18220"/>
                </a:lnTo>
                <a:lnTo>
                  <a:pt x="779150" y="18341"/>
                </a:lnTo>
                <a:lnTo>
                  <a:pt x="779800" y="18473"/>
                </a:lnTo>
                <a:lnTo>
                  <a:pt x="780441" y="18616"/>
                </a:lnTo>
                <a:lnTo>
                  <a:pt x="781072" y="18771"/>
                </a:lnTo>
                <a:lnTo>
                  <a:pt x="781694" y="18937"/>
                </a:lnTo>
                <a:lnTo>
                  <a:pt x="782307" y="19114"/>
                </a:lnTo>
                <a:lnTo>
                  <a:pt x="782910" y="19303"/>
                </a:lnTo>
                <a:lnTo>
                  <a:pt x="783504" y="19504"/>
                </a:lnTo>
                <a:lnTo>
                  <a:pt x="784089" y="19716"/>
                </a:lnTo>
                <a:lnTo>
                  <a:pt x="784664" y="19939"/>
                </a:lnTo>
                <a:lnTo>
                  <a:pt x="785230" y="20174"/>
                </a:lnTo>
                <a:lnTo>
                  <a:pt x="785787" y="20421"/>
                </a:lnTo>
                <a:lnTo>
                  <a:pt x="786334" y="20679"/>
                </a:lnTo>
                <a:lnTo>
                  <a:pt x="786872" y="20948"/>
                </a:lnTo>
                <a:lnTo>
                  <a:pt x="787400" y="21229"/>
                </a:lnTo>
                <a:lnTo>
                  <a:pt x="787918" y="21520"/>
                </a:lnTo>
                <a:lnTo>
                  <a:pt x="788425" y="21823"/>
                </a:lnTo>
                <a:lnTo>
                  <a:pt x="788922" y="22137"/>
                </a:lnTo>
                <a:lnTo>
                  <a:pt x="789408" y="22462"/>
                </a:lnTo>
                <a:lnTo>
                  <a:pt x="789884" y="22798"/>
                </a:lnTo>
                <a:lnTo>
                  <a:pt x="790350" y="23145"/>
                </a:lnTo>
                <a:lnTo>
                  <a:pt x="790805" y="23504"/>
                </a:lnTo>
                <a:lnTo>
                  <a:pt x="791250" y="23873"/>
                </a:lnTo>
                <a:lnTo>
                  <a:pt x="791684" y="24254"/>
                </a:lnTo>
                <a:lnTo>
                  <a:pt x="792108" y="24645"/>
                </a:lnTo>
                <a:lnTo>
                  <a:pt x="792522" y="25048"/>
                </a:lnTo>
                <a:lnTo>
                  <a:pt x="792925" y="25462"/>
                </a:lnTo>
                <a:lnTo>
                  <a:pt x="793318" y="25887"/>
                </a:lnTo>
                <a:lnTo>
                  <a:pt x="793700" y="26323"/>
                </a:lnTo>
                <a:lnTo>
                  <a:pt x="794072" y="26771"/>
                </a:lnTo>
                <a:lnTo>
                  <a:pt x="794433" y="27229"/>
                </a:lnTo>
                <a:lnTo>
                  <a:pt x="794785" y="27698"/>
                </a:lnTo>
                <a:lnTo>
                  <a:pt x="795125" y="28179"/>
                </a:lnTo>
                <a:lnTo>
                  <a:pt x="795456" y="28671"/>
                </a:lnTo>
                <a:lnTo>
                  <a:pt x="795775" y="29173"/>
                </a:lnTo>
                <a:lnTo>
                  <a:pt x="796085" y="29687"/>
                </a:lnTo>
                <a:lnTo>
                  <a:pt x="796384" y="30212"/>
                </a:lnTo>
                <a:lnTo>
                  <a:pt x="796673" y="30748"/>
                </a:lnTo>
                <a:lnTo>
                  <a:pt x="796950" y="31295"/>
                </a:lnTo>
                <a:lnTo>
                  <a:pt x="797216" y="31853"/>
                </a:lnTo>
                <a:lnTo>
                  <a:pt x="797470" y="32422"/>
                </a:lnTo>
                <a:lnTo>
                  <a:pt x="797712" y="33002"/>
                </a:lnTo>
                <a:lnTo>
                  <a:pt x="797942" y="33593"/>
                </a:lnTo>
                <a:lnTo>
                  <a:pt x="798161" y="34194"/>
                </a:lnTo>
                <a:lnTo>
                  <a:pt x="798367" y="34806"/>
                </a:lnTo>
                <a:lnTo>
                  <a:pt x="798562" y="35430"/>
                </a:lnTo>
                <a:lnTo>
                  <a:pt x="798745" y="36064"/>
                </a:lnTo>
                <a:lnTo>
                  <a:pt x="798917" y="36709"/>
                </a:lnTo>
                <a:lnTo>
                  <a:pt x="799076" y="37365"/>
                </a:lnTo>
                <a:lnTo>
                  <a:pt x="799224" y="38031"/>
                </a:lnTo>
                <a:lnTo>
                  <a:pt x="799360" y="38709"/>
                </a:lnTo>
                <a:lnTo>
                  <a:pt x="799484" y="39397"/>
                </a:lnTo>
                <a:lnTo>
                  <a:pt x="799596" y="40097"/>
                </a:lnTo>
                <a:lnTo>
                  <a:pt x="799696" y="40807"/>
                </a:lnTo>
                <a:lnTo>
                  <a:pt x="799785" y="41528"/>
                </a:lnTo>
                <a:lnTo>
                  <a:pt x="799862" y="42260"/>
                </a:lnTo>
                <a:lnTo>
                  <a:pt x="799926" y="43003"/>
                </a:lnTo>
                <a:lnTo>
                  <a:pt x="799980" y="43757"/>
                </a:lnTo>
                <a:lnTo>
                  <a:pt x="800021" y="44521"/>
                </a:lnTo>
                <a:lnTo>
                  <a:pt x="800051" y="45297"/>
                </a:lnTo>
                <a:lnTo>
                  <a:pt x="800068" y="46083"/>
                </a:lnTo>
                <a:lnTo>
                  <a:pt x="800074" y="46880"/>
                </a:lnTo>
                <a:lnTo>
                  <a:pt x="800069" y="47716"/>
                </a:lnTo>
                <a:lnTo>
                  <a:pt x="800052" y="48540"/>
                </a:lnTo>
                <a:lnTo>
                  <a:pt x="800025" y="49352"/>
                </a:lnTo>
                <a:lnTo>
                  <a:pt x="799986" y="50152"/>
                </a:lnTo>
                <a:lnTo>
                  <a:pt x="799937" y="50939"/>
                </a:lnTo>
                <a:lnTo>
                  <a:pt x="799876" y="51715"/>
                </a:lnTo>
                <a:lnTo>
                  <a:pt x="799805" y="52479"/>
                </a:lnTo>
                <a:lnTo>
                  <a:pt x="799722" y="53230"/>
                </a:lnTo>
                <a:lnTo>
                  <a:pt x="799629" y="53970"/>
                </a:lnTo>
                <a:lnTo>
                  <a:pt x="799525" y="54698"/>
                </a:lnTo>
                <a:lnTo>
                  <a:pt x="799409" y="55413"/>
                </a:lnTo>
                <a:lnTo>
                  <a:pt x="799283" y="56117"/>
                </a:lnTo>
                <a:lnTo>
                  <a:pt x="799145" y="56808"/>
                </a:lnTo>
                <a:lnTo>
                  <a:pt x="798997" y="57487"/>
                </a:lnTo>
                <a:lnTo>
                  <a:pt x="798838" y="58155"/>
                </a:lnTo>
                <a:lnTo>
                  <a:pt x="798667" y="58810"/>
                </a:lnTo>
                <a:lnTo>
                  <a:pt x="798486" y="59453"/>
                </a:lnTo>
                <a:lnTo>
                  <a:pt x="798293" y="60084"/>
                </a:lnTo>
                <a:lnTo>
                  <a:pt x="798090" y="60703"/>
                </a:lnTo>
                <a:lnTo>
                  <a:pt x="797876" y="61310"/>
                </a:lnTo>
                <a:lnTo>
                  <a:pt x="797650" y="61906"/>
                </a:lnTo>
                <a:lnTo>
                  <a:pt x="797414" y="62489"/>
                </a:lnTo>
                <a:lnTo>
                  <a:pt x="797167" y="63059"/>
                </a:lnTo>
                <a:lnTo>
                  <a:pt x="796908" y="63618"/>
                </a:lnTo>
                <a:lnTo>
                  <a:pt x="796639" y="64165"/>
                </a:lnTo>
                <a:lnTo>
                  <a:pt x="796359" y="64701"/>
                </a:lnTo>
                <a:lnTo>
                  <a:pt x="796067" y="65224"/>
                </a:lnTo>
                <a:lnTo>
                  <a:pt x="795764" y="65736"/>
                </a:lnTo>
                <a:lnTo>
                  <a:pt x="795450" y="66237"/>
                </a:lnTo>
                <a:lnTo>
                  <a:pt x="795126" y="66725"/>
                </a:lnTo>
                <a:lnTo>
                  <a:pt x="794789" y="67202"/>
                </a:lnTo>
                <a:lnTo>
                  <a:pt x="794442" y="67667"/>
                </a:lnTo>
                <a:lnTo>
                  <a:pt x="794084" y="68121"/>
                </a:lnTo>
                <a:lnTo>
                  <a:pt x="793715" y="68563"/>
                </a:lnTo>
                <a:lnTo>
                  <a:pt x="793334" y="68993"/>
                </a:lnTo>
                <a:lnTo>
                  <a:pt x="792943" y="69411"/>
                </a:lnTo>
                <a:lnTo>
                  <a:pt x="792540" y="69818"/>
                </a:lnTo>
                <a:lnTo>
                  <a:pt x="792126" y="70213"/>
                </a:lnTo>
                <a:lnTo>
                  <a:pt x="791701" y="70596"/>
                </a:lnTo>
                <a:lnTo>
                  <a:pt x="791265" y="70968"/>
                </a:lnTo>
                <a:lnTo>
                  <a:pt x="790818" y="71328"/>
                </a:lnTo>
                <a:lnTo>
                  <a:pt x="790360" y="71676"/>
                </a:lnTo>
                <a:lnTo>
                  <a:pt x="789891" y="72012"/>
                </a:lnTo>
                <a:lnTo>
                  <a:pt x="789410" y="72337"/>
                </a:lnTo>
                <a:lnTo>
                  <a:pt x="788919" y="72650"/>
                </a:lnTo>
                <a:lnTo>
                  <a:pt x="788416" y="72952"/>
                </a:lnTo>
                <a:lnTo>
                  <a:pt x="787902" y="73242"/>
                </a:lnTo>
                <a:lnTo>
                  <a:pt x="787377" y="73520"/>
                </a:lnTo>
                <a:lnTo>
                  <a:pt x="786841" y="73786"/>
                </a:lnTo>
                <a:lnTo>
                  <a:pt x="786294" y="74042"/>
                </a:lnTo>
                <a:lnTo>
                  <a:pt x="785735" y="74285"/>
                </a:lnTo>
                <a:lnTo>
                  <a:pt x="785165" y="74518"/>
                </a:lnTo>
                <a:lnTo>
                  <a:pt x="784583" y="74739"/>
                </a:lnTo>
                <a:lnTo>
                  <a:pt x="783991" y="74949"/>
                </a:lnTo>
                <a:lnTo>
                  <a:pt x="783386" y="75148"/>
                </a:lnTo>
                <a:lnTo>
                  <a:pt x="782771" y="75335"/>
                </a:lnTo>
                <a:lnTo>
                  <a:pt x="782144" y="75511"/>
                </a:lnTo>
                <a:lnTo>
                  <a:pt x="781506" y="75675"/>
                </a:lnTo>
                <a:lnTo>
                  <a:pt x="780856" y="75828"/>
                </a:lnTo>
                <a:lnTo>
                  <a:pt x="780195" y="75970"/>
                </a:lnTo>
                <a:lnTo>
                  <a:pt x="779523" y="76100"/>
                </a:lnTo>
                <a:lnTo>
                  <a:pt x="778840" y="76219"/>
                </a:lnTo>
                <a:lnTo>
                  <a:pt x="778145" y="76327"/>
                </a:lnTo>
                <a:lnTo>
                  <a:pt x="777439" y="76424"/>
                </a:lnTo>
                <a:lnTo>
                  <a:pt x="776721" y="76509"/>
                </a:lnTo>
                <a:lnTo>
                  <a:pt x="775992" y="76582"/>
                </a:lnTo>
                <a:lnTo>
                  <a:pt x="775252" y="76645"/>
                </a:lnTo>
                <a:lnTo>
                  <a:pt x="774500" y="76696"/>
                </a:lnTo>
                <a:lnTo>
                  <a:pt x="773737" y="76736"/>
                </a:lnTo>
                <a:lnTo>
                  <a:pt x="772963" y="76764"/>
                </a:lnTo>
                <a:lnTo>
                  <a:pt x="772177" y="76781"/>
                </a:lnTo>
                <a:lnTo>
                  <a:pt x="771380" y="76787"/>
                </a:lnTo>
                <a:lnTo>
                  <a:pt x="758582" y="76787"/>
                </a:lnTo>
                <a:lnTo>
                  <a:pt x="758582" y="17647"/>
                </a:lnTo>
                <a:lnTo>
                  <a:pt x="771380" y="17647"/>
                </a:lnTo>
                <a:lnTo>
                  <a:pt x="772133" y="17653"/>
                </a:lnTo>
                <a:lnTo>
                  <a:pt x="772877" y="17670"/>
                </a:lnTo>
                <a:lnTo>
                  <a:pt x="773611" y="17699"/>
                </a:lnTo>
                <a:close/>
                <a:moveTo>
                  <a:pt x="498143" y="78722"/>
                </a:moveTo>
                <a:lnTo>
                  <a:pt x="497748" y="78700"/>
                </a:lnTo>
                <a:lnTo>
                  <a:pt x="497366" y="78669"/>
                </a:lnTo>
                <a:lnTo>
                  <a:pt x="496997" y="78629"/>
                </a:lnTo>
                <a:lnTo>
                  <a:pt x="496640" y="78581"/>
                </a:lnTo>
                <a:lnTo>
                  <a:pt x="496297" y="78523"/>
                </a:lnTo>
                <a:lnTo>
                  <a:pt x="495966" y="78457"/>
                </a:lnTo>
                <a:lnTo>
                  <a:pt x="495647" y="78382"/>
                </a:lnTo>
                <a:lnTo>
                  <a:pt x="495342" y="78298"/>
                </a:lnTo>
                <a:lnTo>
                  <a:pt x="495049" y="78205"/>
                </a:lnTo>
                <a:lnTo>
                  <a:pt x="494769" y="78104"/>
                </a:lnTo>
                <a:lnTo>
                  <a:pt x="494502" y="77993"/>
                </a:lnTo>
                <a:lnTo>
                  <a:pt x="494247" y="77874"/>
                </a:lnTo>
                <a:lnTo>
                  <a:pt x="494005" y="77746"/>
                </a:lnTo>
                <a:lnTo>
                  <a:pt x="493776" y="77609"/>
                </a:lnTo>
                <a:lnTo>
                  <a:pt x="493560" y="77463"/>
                </a:lnTo>
                <a:lnTo>
                  <a:pt x="493357" y="77308"/>
                </a:lnTo>
                <a:lnTo>
                  <a:pt x="493166" y="77145"/>
                </a:lnTo>
                <a:lnTo>
                  <a:pt x="492988" y="76973"/>
                </a:lnTo>
                <a:lnTo>
                  <a:pt x="492823" y="76792"/>
                </a:lnTo>
                <a:lnTo>
                  <a:pt x="492670" y="76602"/>
                </a:lnTo>
                <a:lnTo>
                  <a:pt x="492530" y="76403"/>
                </a:lnTo>
                <a:lnTo>
                  <a:pt x="492403" y="76195"/>
                </a:lnTo>
                <a:lnTo>
                  <a:pt x="492285" y="75978"/>
                </a:lnTo>
                <a:lnTo>
                  <a:pt x="492172" y="75752"/>
                </a:lnTo>
                <a:lnTo>
                  <a:pt x="492064" y="75516"/>
                </a:lnTo>
                <a:lnTo>
                  <a:pt x="491961" y="75270"/>
                </a:lnTo>
                <a:lnTo>
                  <a:pt x="491863" y="75015"/>
                </a:lnTo>
                <a:lnTo>
                  <a:pt x="491770" y="74751"/>
                </a:lnTo>
                <a:lnTo>
                  <a:pt x="491682" y="74477"/>
                </a:lnTo>
                <a:lnTo>
                  <a:pt x="491599" y="74193"/>
                </a:lnTo>
                <a:lnTo>
                  <a:pt x="491521" y="73900"/>
                </a:lnTo>
                <a:lnTo>
                  <a:pt x="491448" y="73597"/>
                </a:lnTo>
                <a:lnTo>
                  <a:pt x="491380" y="73284"/>
                </a:lnTo>
                <a:lnTo>
                  <a:pt x="491317" y="72963"/>
                </a:lnTo>
                <a:lnTo>
                  <a:pt x="491259" y="72631"/>
                </a:lnTo>
                <a:lnTo>
                  <a:pt x="491206" y="72290"/>
                </a:lnTo>
                <a:lnTo>
                  <a:pt x="491159" y="71939"/>
                </a:lnTo>
                <a:lnTo>
                  <a:pt x="491116" y="71579"/>
                </a:lnTo>
                <a:lnTo>
                  <a:pt x="491078" y="71210"/>
                </a:lnTo>
                <a:lnTo>
                  <a:pt x="491045" y="70830"/>
                </a:lnTo>
                <a:lnTo>
                  <a:pt x="491018" y="70442"/>
                </a:lnTo>
                <a:lnTo>
                  <a:pt x="490995" y="70043"/>
                </a:lnTo>
                <a:lnTo>
                  <a:pt x="490978" y="69635"/>
                </a:lnTo>
                <a:lnTo>
                  <a:pt x="490965" y="69218"/>
                </a:lnTo>
                <a:lnTo>
                  <a:pt x="490957" y="68791"/>
                </a:lnTo>
                <a:lnTo>
                  <a:pt x="490955" y="68354"/>
                </a:lnTo>
                <a:lnTo>
                  <a:pt x="490955" y="39740"/>
                </a:lnTo>
                <a:lnTo>
                  <a:pt x="505302" y="39740"/>
                </a:lnTo>
                <a:lnTo>
                  <a:pt x="505302" y="26000"/>
                </a:lnTo>
                <a:lnTo>
                  <a:pt x="490955" y="26000"/>
                </a:lnTo>
                <a:lnTo>
                  <a:pt x="490955" y="10508"/>
                </a:lnTo>
                <a:lnTo>
                  <a:pt x="473105" y="10508"/>
                </a:lnTo>
                <a:lnTo>
                  <a:pt x="473105" y="26000"/>
                </a:lnTo>
                <a:lnTo>
                  <a:pt x="462194" y="26000"/>
                </a:lnTo>
                <a:lnTo>
                  <a:pt x="462194" y="39740"/>
                </a:lnTo>
                <a:lnTo>
                  <a:pt x="473105" y="39740"/>
                </a:lnTo>
                <a:lnTo>
                  <a:pt x="473105" y="69291"/>
                </a:lnTo>
                <a:lnTo>
                  <a:pt x="473109" y="69970"/>
                </a:lnTo>
                <a:lnTo>
                  <a:pt x="473120" y="70638"/>
                </a:lnTo>
                <a:lnTo>
                  <a:pt x="473139" y="71295"/>
                </a:lnTo>
                <a:lnTo>
                  <a:pt x="473165" y="71941"/>
                </a:lnTo>
                <a:lnTo>
                  <a:pt x="473199" y="72576"/>
                </a:lnTo>
                <a:lnTo>
                  <a:pt x="473240" y="73201"/>
                </a:lnTo>
                <a:lnTo>
                  <a:pt x="473289" y="73815"/>
                </a:lnTo>
                <a:lnTo>
                  <a:pt x="473345" y="74418"/>
                </a:lnTo>
                <a:lnTo>
                  <a:pt x="473409" y="75010"/>
                </a:lnTo>
                <a:lnTo>
                  <a:pt x="473480" y="75592"/>
                </a:lnTo>
                <a:lnTo>
                  <a:pt x="473558" y="76162"/>
                </a:lnTo>
                <a:lnTo>
                  <a:pt x="473644" y="76722"/>
                </a:lnTo>
                <a:lnTo>
                  <a:pt x="473738" y="77271"/>
                </a:lnTo>
                <a:lnTo>
                  <a:pt x="473839" y="77809"/>
                </a:lnTo>
                <a:lnTo>
                  <a:pt x="473947" y="78336"/>
                </a:lnTo>
                <a:lnTo>
                  <a:pt x="474063" y="78853"/>
                </a:lnTo>
                <a:lnTo>
                  <a:pt x="474187" y="79359"/>
                </a:lnTo>
                <a:lnTo>
                  <a:pt x="474318" y="79854"/>
                </a:lnTo>
                <a:lnTo>
                  <a:pt x="474456" y="80338"/>
                </a:lnTo>
                <a:lnTo>
                  <a:pt x="474602" y="80811"/>
                </a:lnTo>
                <a:lnTo>
                  <a:pt x="474756" y="81273"/>
                </a:lnTo>
                <a:lnTo>
                  <a:pt x="474917" y="81725"/>
                </a:lnTo>
                <a:lnTo>
                  <a:pt x="475085" y="82166"/>
                </a:lnTo>
                <a:lnTo>
                  <a:pt x="475261" y="82596"/>
                </a:lnTo>
                <a:lnTo>
                  <a:pt x="475446" y="83016"/>
                </a:lnTo>
                <a:lnTo>
                  <a:pt x="475643" y="83427"/>
                </a:lnTo>
                <a:lnTo>
                  <a:pt x="475852" y="83828"/>
                </a:lnTo>
                <a:lnTo>
                  <a:pt x="476072" y="84221"/>
                </a:lnTo>
                <a:lnTo>
                  <a:pt x="476304" y="84604"/>
                </a:lnTo>
                <a:lnTo>
                  <a:pt x="476547" y="84977"/>
                </a:lnTo>
                <a:lnTo>
                  <a:pt x="476802" y="85342"/>
                </a:lnTo>
                <a:lnTo>
                  <a:pt x="477068" y="85697"/>
                </a:lnTo>
                <a:lnTo>
                  <a:pt x="477346" y="86043"/>
                </a:lnTo>
                <a:lnTo>
                  <a:pt x="477636" y="86380"/>
                </a:lnTo>
                <a:lnTo>
                  <a:pt x="477937" y="86707"/>
                </a:lnTo>
                <a:lnTo>
                  <a:pt x="478250" y="87025"/>
                </a:lnTo>
                <a:lnTo>
                  <a:pt x="478574" y="87334"/>
                </a:lnTo>
                <a:lnTo>
                  <a:pt x="478910" y="87634"/>
                </a:lnTo>
                <a:lnTo>
                  <a:pt x="479258" y="87924"/>
                </a:lnTo>
                <a:lnTo>
                  <a:pt x="479617" y="88205"/>
                </a:lnTo>
                <a:lnTo>
                  <a:pt x="479987" y="88477"/>
                </a:lnTo>
                <a:lnTo>
                  <a:pt x="480369" y="88740"/>
                </a:lnTo>
                <a:lnTo>
                  <a:pt x="480763" y="88993"/>
                </a:lnTo>
                <a:lnTo>
                  <a:pt x="481169" y="89237"/>
                </a:lnTo>
                <a:lnTo>
                  <a:pt x="481586" y="89472"/>
                </a:lnTo>
                <a:lnTo>
                  <a:pt x="482014" y="89698"/>
                </a:lnTo>
                <a:lnTo>
                  <a:pt x="482454" y="89914"/>
                </a:lnTo>
                <a:lnTo>
                  <a:pt x="482906" y="90121"/>
                </a:lnTo>
                <a:lnTo>
                  <a:pt x="483371" y="90319"/>
                </a:lnTo>
                <a:lnTo>
                  <a:pt x="483852" y="90509"/>
                </a:lnTo>
                <a:lnTo>
                  <a:pt x="484348" y="90690"/>
                </a:lnTo>
                <a:lnTo>
                  <a:pt x="484860" y="90863"/>
                </a:lnTo>
                <a:lnTo>
                  <a:pt x="485388" y="91027"/>
                </a:lnTo>
                <a:lnTo>
                  <a:pt x="485931" y="91183"/>
                </a:lnTo>
                <a:lnTo>
                  <a:pt x="486489" y="91330"/>
                </a:lnTo>
                <a:lnTo>
                  <a:pt x="487063" y="91469"/>
                </a:lnTo>
                <a:lnTo>
                  <a:pt x="487653" y="91600"/>
                </a:lnTo>
                <a:lnTo>
                  <a:pt x="488258" y="91722"/>
                </a:lnTo>
                <a:lnTo>
                  <a:pt x="488879" y="91836"/>
                </a:lnTo>
                <a:lnTo>
                  <a:pt x="489515" y="91941"/>
                </a:lnTo>
                <a:lnTo>
                  <a:pt x="490167" y="92038"/>
                </a:lnTo>
                <a:lnTo>
                  <a:pt x="490835" y="92127"/>
                </a:lnTo>
                <a:lnTo>
                  <a:pt x="491518" y="92207"/>
                </a:lnTo>
                <a:lnTo>
                  <a:pt x="492216" y="92278"/>
                </a:lnTo>
                <a:lnTo>
                  <a:pt x="492930" y="92342"/>
                </a:lnTo>
                <a:lnTo>
                  <a:pt x="493660" y="92396"/>
                </a:lnTo>
                <a:lnTo>
                  <a:pt x="494405" y="92443"/>
                </a:lnTo>
                <a:lnTo>
                  <a:pt x="495166" y="92481"/>
                </a:lnTo>
                <a:lnTo>
                  <a:pt x="495942" y="92510"/>
                </a:lnTo>
                <a:lnTo>
                  <a:pt x="496734" y="92531"/>
                </a:lnTo>
                <a:lnTo>
                  <a:pt x="497541" y="92544"/>
                </a:lnTo>
                <a:lnTo>
                  <a:pt x="498364" y="92548"/>
                </a:lnTo>
                <a:lnTo>
                  <a:pt x="505302" y="92548"/>
                </a:lnTo>
                <a:lnTo>
                  <a:pt x="505302" y="78740"/>
                </a:lnTo>
                <a:lnTo>
                  <a:pt x="498970" y="78740"/>
                </a:lnTo>
                <a:lnTo>
                  <a:pt x="498550" y="78736"/>
                </a:lnTo>
                <a:lnTo>
                  <a:pt x="498143" y="78722"/>
                </a:lnTo>
                <a:close/>
                <a:moveTo>
                  <a:pt x="250883" y="33553"/>
                </a:moveTo>
                <a:lnTo>
                  <a:pt x="250507" y="32963"/>
                </a:lnTo>
                <a:lnTo>
                  <a:pt x="250112" y="32391"/>
                </a:lnTo>
                <a:lnTo>
                  <a:pt x="249699" y="31837"/>
                </a:lnTo>
                <a:lnTo>
                  <a:pt x="249267" y="31302"/>
                </a:lnTo>
                <a:lnTo>
                  <a:pt x="248819" y="30787"/>
                </a:lnTo>
                <a:lnTo>
                  <a:pt x="248354" y="30294"/>
                </a:lnTo>
                <a:lnTo>
                  <a:pt x="247874" y="29822"/>
                </a:lnTo>
                <a:lnTo>
                  <a:pt x="247377" y="29373"/>
                </a:lnTo>
                <a:lnTo>
                  <a:pt x="246864" y="28946"/>
                </a:lnTo>
                <a:lnTo>
                  <a:pt x="246335" y="28540"/>
                </a:lnTo>
                <a:lnTo>
                  <a:pt x="245791" y="28157"/>
                </a:lnTo>
                <a:lnTo>
                  <a:pt x="245230" y="27795"/>
                </a:lnTo>
                <a:lnTo>
                  <a:pt x="244653" y="27455"/>
                </a:lnTo>
                <a:lnTo>
                  <a:pt x="244060" y="27137"/>
                </a:lnTo>
                <a:lnTo>
                  <a:pt x="243451" y="26841"/>
                </a:lnTo>
                <a:lnTo>
                  <a:pt x="242826" y="26567"/>
                </a:lnTo>
                <a:lnTo>
                  <a:pt x="242186" y="26315"/>
                </a:lnTo>
                <a:lnTo>
                  <a:pt x="241529" y="26085"/>
                </a:lnTo>
                <a:lnTo>
                  <a:pt x="240856" y="25877"/>
                </a:lnTo>
                <a:lnTo>
                  <a:pt x="240167" y="25691"/>
                </a:lnTo>
                <a:lnTo>
                  <a:pt x="239462" y="25526"/>
                </a:lnTo>
                <a:lnTo>
                  <a:pt x="238741" y="25384"/>
                </a:lnTo>
                <a:lnTo>
                  <a:pt x="238004" y="25263"/>
                </a:lnTo>
                <a:lnTo>
                  <a:pt x="237251" y="25165"/>
                </a:lnTo>
                <a:lnTo>
                  <a:pt x="236482" y="25088"/>
                </a:lnTo>
                <a:lnTo>
                  <a:pt x="235697" y="25033"/>
                </a:lnTo>
                <a:lnTo>
                  <a:pt x="234896" y="25000"/>
                </a:lnTo>
                <a:lnTo>
                  <a:pt x="234079" y="24989"/>
                </a:lnTo>
                <a:lnTo>
                  <a:pt x="233387" y="24995"/>
                </a:lnTo>
                <a:lnTo>
                  <a:pt x="232705" y="25012"/>
                </a:lnTo>
                <a:lnTo>
                  <a:pt x="232032" y="25040"/>
                </a:lnTo>
                <a:lnTo>
                  <a:pt x="231368" y="25080"/>
                </a:lnTo>
                <a:lnTo>
                  <a:pt x="230714" y="25131"/>
                </a:lnTo>
                <a:lnTo>
                  <a:pt x="230069" y="25194"/>
                </a:lnTo>
                <a:lnTo>
                  <a:pt x="229433" y="25267"/>
                </a:lnTo>
                <a:lnTo>
                  <a:pt x="228806" y="25352"/>
                </a:lnTo>
                <a:lnTo>
                  <a:pt x="228189" y="25449"/>
                </a:lnTo>
                <a:lnTo>
                  <a:pt x="227580" y="25556"/>
                </a:lnTo>
                <a:lnTo>
                  <a:pt x="226981" y="25676"/>
                </a:lnTo>
                <a:lnTo>
                  <a:pt x="226391" y="25806"/>
                </a:lnTo>
                <a:lnTo>
                  <a:pt x="225811" y="25948"/>
                </a:lnTo>
                <a:lnTo>
                  <a:pt x="225240" y="26101"/>
                </a:lnTo>
                <a:lnTo>
                  <a:pt x="224678" y="26265"/>
                </a:lnTo>
                <a:lnTo>
                  <a:pt x="224125" y="26441"/>
                </a:lnTo>
                <a:lnTo>
                  <a:pt x="223581" y="26628"/>
                </a:lnTo>
                <a:lnTo>
                  <a:pt x="223047" y="26827"/>
                </a:lnTo>
                <a:lnTo>
                  <a:pt x="222522" y="27037"/>
                </a:lnTo>
                <a:lnTo>
                  <a:pt x="222006" y="27258"/>
                </a:lnTo>
                <a:lnTo>
                  <a:pt x="221499" y="27490"/>
                </a:lnTo>
                <a:lnTo>
                  <a:pt x="221002" y="27734"/>
                </a:lnTo>
                <a:lnTo>
                  <a:pt x="220514" y="27990"/>
                </a:lnTo>
                <a:lnTo>
                  <a:pt x="220035" y="28256"/>
                </a:lnTo>
                <a:lnTo>
                  <a:pt x="219565" y="28530"/>
                </a:lnTo>
                <a:lnTo>
                  <a:pt x="219103" y="28807"/>
                </a:lnTo>
                <a:lnTo>
                  <a:pt x="218650" y="29088"/>
                </a:lnTo>
                <a:lnTo>
                  <a:pt x="218206" y="29372"/>
                </a:lnTo>
                <a:lnTo>
                  <a:pt x="217770" y="29660"/>
                </a:lnTo>
                <a:lnTo>
                  <a:pt x="217343" y="29951"/>
                </a:lnTo>
                <a:lnTo>
                  <a:pt x="216924" y="30245"/>
                </a:lnTo>
                <a:lnTo>
                  <a:pt x="216513" y="30543"/>
                </a:lnTo>
                <a:lnTo>
                  <a:pt x="216112" y="30844"/>
                </a:lnTo>
                <a:lnTo>
                  <a:pt x="215718" y="31148"/>
                </a:lnTo>
                <a:lnTo>
                  <a:pt x="215334" y="31456"/>
                </a:lnTo>
                <a:lnTo>
                  <a:pt x="214958" y="31767"/>
                </a:lnTo>
                <a:lnTo>
                  <a:pt x="214590" y="32082"/>
                </a:lnTo>
                <a:lnTo>
                  <a:pt x="214231" y="32400"/>
                </a:lnTo>
                <a:lnTo>
                  <a:pt x="213880" y="32721"/>
                </a:lnTo>
                <a:lnTo>
                  <a:pt x="213539" y="33046"/>
                </a:lnTo>
                <a:lnTo>
                  <a:pt x="213205" y="33374"/>
                </a:lnTo>
                <a:lnTo>
                  <a:pt x="212880" y="33706"/>
                </a:lnTo>
                <a:lnTo>
                  <a:pt x="212564" y="34041"/>
                </a:lnTo>
                <a:lnTo>
                  <a:pt x="212256" y="34379"/>
                </a:lnTo>
                <a:lnTo>
                  <a:pt x="211957" y="34721"/>
                </a:lnTo>
                <a:lnTo>
                  <a:pt x="211666" y="35066"/>
                </a:lnTo>
                <a:lnTo>
                  <a:pt x="211384" y="35414"/>
                </a:lnTo>
                <a:lnTo>
                  <a:pt x="211110" y="35766"/>
                </a:lnTo>
                <a:lnTo>
                  <a:pt x="210773" y="26000"/>
                </a:lnTo>
                <a:lnTo>
                  <a:pt x="193597" y="26000"/>
                </a:lnTo>
                <a:lnTo>
                  <a:pt x="193597" y="92548"/>
                </a:lnTo>
                <a:lnTo>
                  <a:pt x="211447" y="92548"/>
                </a:lnTo>
                <a:lnTo>
                  <a:pt x="211447" y="47966"/>
                </a:lnTo>
                <a:lnTo>
                  <a:pt x="211684" y="47666"/>
                </a:lnTo>
                <a:lnTo>
                  <a:pt x="211924" y="47369"/>
                </a:lnTo>
                <a:lnTo>
                  <a:pt x="212168" y="47076"/>
                </a:lnTo>
                <a:lnTo>
                  <a:pt x="212414" y="46787"/>
                </a:lnTo>
                <a:lnTo>
                  <a:pt x="212663" y="46502"/>
                </a:lnTo>
                <a:lnTo>
                  <a:pt x="212916" y="46220"/>
                </a:lnTo>
                <a:lnTo>
                  <a:pt x="213171" y="45943"/>
                </a:lnTo>
                <a:lnTo>
                  <a:pt x="213430" y="45669"/>
                </a:lnTo>
                <a:lnTo>
                  <a:pt x="213692" y="45399"/>
                </a:lnTo>
                <a:lnTo>
                  <a:pt x="213956" y="45132"/>
                </a:lnTo>
                <a:lnTo>
                  <a:pt x="214224" y="44870"/>
                </a:lnTo>
                <a:lnTo>
                  <a:pt x="214495" y="44611"/>
                </a:lnTo>
                <a:lnTo>
                  <a:pt x="214768" y="44356"/>
                </a:lnTo>
                <a:lnTo>
                  <a:pt x="215045" y="44105"/>
                </a:lnTo>
                <a:lnTo>
                  <a:pt x="215325" y="43858"/>
                </a:lnTo>
                <a:lnTo>
                  <a:pt x="215608" y="43614"/>
                </a:lnTo>
                <a:lnTo>
                  <a:pt x="215894" y="43375"/>
                </a:lnTo>
                <a:lnTo>
                  <a:pt x="216183" y="43139"/>
                </a:lnTo>
                <a:lnTo>
                  <a:pt x="216475" y="42907"/>
                </a:lnTo>
                <a:lnTo>
                  <a:pt x="216770" y="42678"/>
                </a:lnTo>
                <a:lnTo>
                  <a:pt x="217068" y="42454"/>
                </a:lnTo>
                <a:lnTo>
                  <a:pt x="217369" y="42233"/>
                </a:lnTo>
                <a:lnTo>
                  <a:pt x="217673" y="42016"/>
                </a:lnTo>
                <a:lnTo>
                  <a:pt x="217980" y="41803"/>
                </a:lnTo>
                <a:lnTo>
                  <a:pt x="218292" y="41596"/>
                </a:lnTo>
                <a:lnTo>
                  <a:pt x="218608" y="41398"/>
                </a:lnTo>
                <a:lnTo>
                  <a:pt x="218930" y="41209"/>
                </a:lnTo>
                <a:lnTo>
                  <a:pt x="219256" y="41029"/>
                </a:lnTo>
                <a:lnTo>
                  <a:pt x="219588" y="40857"/>
                </a:lnTo>
                <a:lnTo>
                  <a:pt x="219925" y="40694"/>
                </a:lnTo>
                <a:lnTo>
                  <a:pt x="220267" y="40540"/>
                </a:lnTo>
                <a:lnTo>
                  <a:pt x="220615" y="40395"/>
                </a:lnTo>
                <a:lnTo>
                  <a:pt x="220967" y="40259"/>
                </a:lnTo>
                <a:lnTo>
                  <a:pt x="221325" y="40131"/>
                </a:lnTo>
                <a:lnTo>
                  <a:pt x="221687" y="40013"/>
                </a:lnTo>
                <a:lnTo>
                  <a:pt x="222055" y="39903"/>
                </a:lnTo>
                <a:lnTo>
                  <a:pt x="222428" y="39801"/>
                </a:lnTo>
                <a:lnTo>
                  <a:pt x="222807" y="39709"/>
                </a:lnTo>
                <a:lnTo>
                  <a:pt x="223190" y="39625"/>
                </a:lnTo>
                <a:lnTo>
                  <a:pt x="223578" y="39551"/>
                </a:lnTo>
                <a:lnTo>
                  <a:pt x="223972" y="39485"/>
                </a:lnTo>
                <a:lnTo>
                  <a:pt x="224371" y="39427"/>
                </a:lnTo>
                <a:lnTo>
                  <a:pt x="224775" y="39379"/>
                </a:lnTo>
                <a:lnTo>
                  <a:pt x="225184" y="39339"/>
                </a:lnTo>
                <a:lnTo>
                  <a:pt x="225598" y="39309"/>
                </a:lnTo>
                <a:lnTo>
                  <a:pt x="226017" y="39287"/>
                </a:lnTo>
                <a:lnTo>
                  <a:pt x="226442" y="39273"/>
                </a:lnTo>
                <a:lnTo>
                  <a:pt x="226871" y="39269"/>
                </a:lnTo>
                <a:lnTo>
                  <a:pt x="227161" y="39272"/>
                </a:lnTo>
                <a:lnTo>
                  <a:pt x="227446" y="39279"/>
                </a:lnTo>
                <a:lnTo>
                  <a:pt x="227726" y="39292"/>
                </a:lnTo>
                <a:lnTo>
                  <a:pt x="228002" y="39311"/>
                </a:lnTo>
                <a:lnTo>
                  <a:pt x="228274" y="39334"/>
                </a:lnTo>
                <a:lnTo>
                  <a:pt x="228541" y="39363"/>
                </a:lnTo>
                <a:lnTo>
                  <a:pt x="228803" y="39397"/>
                </a:lnTo>
                <a:lnTo>
                  <a:pt x="229060" y="39436"/>
                </a:lnTo>
                <a:lnTo>
                  <a:pt x="229314" y="39481"/>
                </a:lnTo>
                <a:lnTo>
                  <a:pt x="229562" y="39531"/>
                </a:lnTo>
                <a:lnTo>
                  <a:pt x="229806" y="39586"/>
                </a:lnTo>
                <a:lnTo>
                  <a:pt x="230046" y="39646"/>
                </a:lnTo>
                <a:lnTo>
                  <a:pt x="230280" y="39711"/>
                </a:lnTo>
                <a:lnTo>
                  <a:pt x="230511" y="39782"/>
                </a:lnTo>
                <a:lnTo>
                  <a:pt x="230736" y="39858"/>
                </a:lnTo>
                <a:lnTo>
                  <a:pt x="230958" y="39939"/>
                </a:lnTo>
                <a:lnTo>
                  <a:pt x="231174" y="40025"/>
                </a:lnTo>
                <a:lnTo>
                  <a:pt x="231386" y="40117"/>
                </a:lnTo>
                <a:lnTo>
                  <a:pt x="231594" y="40213"/>
                </a:lnTo>
                <a:lnTo>
                  <a:pt x="231797" y="40316"/>
                </a:lnTo>
                <a:lnTo>
                  <a:pt x="231995" y="40423"/>
                </a:lnTo>
                <a:lnTo>
                  <a:pt x="232189" y="40535"/>
                </a:lnTo>
                <a:lnTo>
                  <a:pt x="232378" y="40653"/>
                </a:lnTo>
                <a:lnTo>
                  <a:pt x="232563" y="40776"/>
                </a:lnTo>
                <a:lnTo>
                  <a:pt x="232743" y="40904"/>
                </a:lnTo>
                <a:lnTo>
                  <a:pt x="232919" y="41036"/>
                </a:lnTo>
                <a:lnTo>
                  <a:pt x="233091" y="41172"/>
                </a:lnTo>
                <a:lnTo>
                  <a:pt x="233259" y="41313"/>
                </a:lnTo>
                <a:lnTo>
                  <a:pt x="233423" y="41457"/>
                </a:lnTo>
                <a:lnTo>
                  <a:pt x="233582" y="41607"/>
                </a:lnTo>
                <a:lnTo>
                  <a:pt x="233737" y="41760"/>
                </a:lnTo>
                <a:lnTo>
                  <a:pt x="233888" y="41918"/>
                </a:lnTo>
                <a:lnTo>
                  <a:pt x="234034" y="42080"/>
                </a:lnTo>
                <a:lnTo>
                  <a:pt x="234177" y="42246"/>
                </a:lnTo>
                <a:lnTo>
                  <a:pt x="234315" y="42416"/>
                </a:lnTo>
                <a:lnTo>
                  <a:pt x="234449" y="42591"/>
                </a:lnTo>
                <a:lnTo>
                  <a:pt x="234579" y="42770"/>
                </a:lnTo>
                <a:lnTo>
                  <a:pt x="234704" y="42953"/>
                </a:lnTo>
                <a:lnTo>
                  <a:pt x="234826" y="43141"/>
                </a:lnTo>
                <a:lnTo>
                  <a:pt x="234943" y="43333"/>
                </a:lnTo>
                <a:lnTo>
                  <a:pt x="235056" y="43529"/>
                </a:lnTo>
                <a:lnTo>
                  <a:pt x="235165" y="43729"/>
                </a:lnTo>
                <a:lnTo>
                  <a:pt x="235269" y="43934"/>
                </a:lnTo>
                <a:lnTo>
                  <a:pt x="235370" y="44143"/>
                </a:lnTo>
                <a:lnTo>
                  <a:pt x="235466" y="44356"/>
                </a:lnTo>
                <a:lnTo>
                  <a:pt x="235558" y="44574"/>
                </a:lnTo>
                <a:lnTo>
                  <a:pt x="235645" y="44796"/>
                </a:lnTo>
                <a:lnTo>
                  <a:pt x="235729" y="45022"/>
                </a:lnTo>
                <a:lnTo>
                  <a:pt x="235808" y="45251"/>
                </a:lnTo>
                <a:lnTo>
                  <a:pt x="235885" y="45484"/>
                </a:lnTo>
                <a:lnTo>
                  <a:pt x="235958" y="45720"/>
                </a:lnTo>
                <a:lnTo>
                  <a:pt x="236027" y="45959"/>
                </a:lnTo>
                <a:lnTo>
                  <a:pt x="236093" y="46201"/>
                </a:lnTo>
                <a:lnTo>
                  <a:pt x="236156" y="46447"/>
                </a:lnTo>
                <a:lnTo>
                  <a:pt x="236215" y="46695"/>
                </a:lnTo>
                <a:lnTo>
                  <a:pt x="236271" y="46946"/>
                </a:lnTo>
                <a:lnTo>
                  <a:pt x="236324" y="47201"/>
                </a:lnTo>
                <a:lnTo>
                  <a:pt x="236373" y="47459"/>
                </a:lnTo>
                <a:lnTo>
                  <a:pt x="236419" y="47719"/>
                </a:lnTo>
                <a:lnTo>
                  <a:pt x="236461" y="47983"/>
                </a:lnTo>
                <a:lnTo>
                  <a:pt x="236500" y="48250"/>
                </a:lnTo>
                <a:lnTo>
                  <a:pt x="236536" y="48520"/>
                </a:lnTo>
                <a:lnTo>
                  <a:pt x="236568" y="48793"/>
                </a:lnTo>
                <a:lnTo>
                  <a:pt x="236597" y="49070"/>
                </a:lnTo>
                <a:lnTo>
                  <a:pt x="236622" y="49349"/>
                </a:lnTo>
                <a:lnTo>
                  <a:pt x="236644" y="49631"/>
                </a:lnTo>
                <a:lnTo>
                  <a:pt x="236663" y="49917"/>
                </a:lnTo>
                <a:lnTo>
                  <a:pt x="236678" y="50206"/>
                </a:lnTo>
                <a:lnTo>
                  <a:pt x="236690" y="50497"/>
                </a:lnTo>
                <a:lnTo>
                  <a:pt x="236699" y="50792"/>
                </a:lnTo>
                <a:lnTo>
                  <a:pt x="236704" y="51090"/>
                </a:lnTo>
                <a:lnTo>
                  <a:pt x="236705" y="51391"/>
                </a:lnTo>
                <a:lnTo>
                  <a:pt x="236705" y="92548"/>
                </a:lnTo>
                <a:lnTo>
                  <a:pt x="254555" y="92548"/>
                </a:lnTo>
                <a:lnTo>
                  <a:pt x="254555" y="49215"/>
                </a:lnTo>
                <a:lnTo>
                  <a:pt x="254546" y="48257"/>
                </a:lnTo>
                <a:lnTo>
                  <a:pt x="254518" y="47318"/>
                </a:lnTo>
                <a:lnTo>
                  <a:pt x="254511" y="47180"/>
                </a:lnTo>
                <a:lnTo>
                  <a:pt x="254669" y="47000"/>
                </a:lnTo>
                <a:lnTo>
                  <a:pt x="254920" y="46720"/>
                </a:lnTo>
                <a:lnTo>
                  <a:pt x="255173" y="46443"/>
                </a:lnTo>
                <a:lnTo>
                  <a:pt x="255430" y="46171"/>
                </a:lnTo>
                <a:lnTo>
                  <a:pt x="255689" y="45903"/>
                </a:lnTo>
                <a:lnTo>
                  <a:pt x="255951" y="45638"/>
                </a:lnTo>
                <a:lnTo>
                  <a:pt x="256215" y="45378"/>
                </a:lnTo>
                <a:lnTo>
                  <a:pt x="256482" y="45121"/>
                </a:lnTo>
                <a:lnTo>
                  <a:pt x="256752" y="44869"/>
                </a:lnTo>
                <a:lnTo>
                  <a:pt x="257024" y="44621"/>
                </a:lnTo>
                <a:lnTo>
                  <a:pt x="257300" y="44376"/>
                </a:lnTo>
                <a:lnTo>
                  <a:pt x="257578" y="44135"/>
                </a:lnTo>
                <a:lnTo>
                  <a:pt x="257858" y="43899"/>
                </a:lnTo>
                <a:lnTo>
                  <a:pt x="258141" y="43666"/>
                </a:lnTo>
                <a:lnTo>
                  <a:pt x="258427" y="43438"/>
                </a:lnTo>
                <a:lnTo>
                  <a:pt x="258716" y="43213"/>
                </a:lnTo>
                <a:lnTo>
                  <a:pt x="259007" y="42992"/>
                </a:lnTo>
                <a:lnTo>
                  <a:pt x="259302" y="42776"/>
                </a:lnTo>
                <a:lnTo>
                  <a:pt x="259598" y="42563"/>
                </a:lnTo>
                <a:lnTo>
                  <a:pt x="259898" y="42354"/>
                </a:lnTo>
                <a:lnTo>
                  <a:pt x="260200" y="42149"/>
                </a:lnTo>
                <a:lnTo>
                  <a:pt x="260505" y="41949"/>
                </a:lnTo>
                <a:lnTo>
                  <a:pt x="260812" y="41752"/>
                </a:lnTo>
                <a:lnTo>
                  <a:pt x="261122" y="41559"/>
                </a:lnTo>
                <a:lnTo>
                  <a:pt x="261436" y="41372"/>
                </a:lnTo>
                <a:lnTo>
                  <a:pt x="261755" y="41193"/>
                </a:lnTo>
                <a:lnTo>
                  <a:pt x="262079" y="41022"/>
                </a:lnTo>
                <a:lnTo>
                  <a:pt x="262409" y="40859"/>
                </a:lnTo>
                <a:lnTo>
                  <a:pt x="262743" y="40704"/>
                </a:lnTo>
                <a:lnTo>
                  <a:pt x="263082" y="40557"/>
                </a:lnTo>
                <a:lnTo>
                  <a:pt x="263426" y="40418"/>
                </a:lnTo>
                <a:lnTo>
                  <a:pt x="263775" y="40287"/>
                </a:lnTo>
                <a:lnTo>
                  <a:pt x="264130" y="40164"/>
                </a:lnTo>
                <a:lnTo>
                  <a:pt x="264489" y="40048"/>
                </a:lnTo>
                <a:lnTo>
                  <a:pt x="264853" y="39941"/>
                </a:lnTo>
                <a:lnTo>
                  <a:pt x="265223" y="39841"/>
                </a:lnTo>
                <a:lnTo>
                  <a:pt x="265597" y="39750"/>
                </a:lnTo>
                <a:lnTo>
                  <a:pt x="265976" y="39667"/>
                </a:lnTo>
                <a:lnTo>
                  <a:pt x="266361" y="39591"/>
                </a:lnTo>
                <a:lnTo>
                  <a:pt x="266750" y="39523"/>
                </a:lnTo>
                <a:lnTo>
                  <a:pt x="267145" y="39464"/>
                </a:lnTo>
                <a:lnTo>
                  <a:pt x="267544" y="39412"/>
                </a:lnTo>
                <a:lnTo>
                  <a:pt x="267949" y="39368"/>
                </a:lnTo>
                <a:lnTo>
                  <a:pt x="268358" y="39333"/>
                </a:lnTo>
                <a:lnTo>
                  <a:pt x="268773" y="39305"/>
                </a:lnTo>
                <a:lnTo>
                  <a:pt x="269193" y="39285"/>
                </a:lnTo>
                <a:lnTo>
                  <a:pt x="269617" y="39273"/>
                </a:lnTo>
                <a:lnTo>
                  <a:pt x="270047" y="39269"/>
                </a:lnTo>
                <a:lnTo>
                  <a:pt x="270337" y="39272"/>
                </a:lnTo>
                <a:lnTo>
                  <a:pt x="270622" y="39279"/>
                </a:lnTo>
                <a:lnTo>
                  <a:pt x="270902" y="39292"/>
                </a:lnTo>
                <a:lnTo>
                  <a:pt x="271178" y="39311"/>
                </a:lnTo>
                <a:lnTo>
                  <a:pt x="271449" y="39334"/>
                </a:lnTo>
                <a:lnTo>
                  <a:pt x="271716" y="39363"/>
                </a:lnTo>
                <a:lnTo>
                  <a:pt x="271978" y="39397"/>
                </a:lnTo>
                <a:lnTo>
                  <a:pt x="272236" y="39436"/>
                </a:lnTo>
                <a:lnTo>
                  <a:pt x="272489" y="39481"/>
                </a:lnTo>
                <a:lnTo>
                  <a:pt x="272738" y="39531"/>
                </a:lnTo>
                <a:lnTo>
                  <a:pt x="272982" y="39586"/>
                </a:lnTo>
                <a:lnTo>
                  <a:pt x="273221" y="39646"/>
                </a:lnTo>
                <a:lnTo>
                  <a:pt x="273456" y="39711"/>
                </a:lnTo>
                <a:lnTo>
                  <a:pt x="273686" y="39782"/>
                </a:lnTo>
                <a:lnTo>
                  <a:pt x="273912" y="39858"/>
                </a:lnTo>
                <a:lnTo>
                  <a:pt x="274133" y="39939"/>
                </a:lnTo>
                <a:lnTo>
                  <a:pt x="274350" y="40025"/>
                </a:lnTo>
                <a:lnTo>
                  <a:pt x="274562" y="40117"/>
                </a:lnTo>
                <a:lnTo>
                  <a:pt x="274770" y="40213"/>
                </a:lnTo>
                <a:lnTo>
                  <a:pt x="274972" y="40316"/>
                </a:lnTo>
                <a:lnTo>
                  <a:pt x="275171" y="40423"/>
                </a:lnTo>
                <a:lnTo>
                  <a:pt x="275365" y="40535"/>
                </a:lnTo>
                <a:lnTo>
                  <a:pt x="275554" y="40653"/>
                </a:lnTo>
                <a:lnTo>
                  <a:pt x="275739" y="40776"/>
                </a:lnTo>
                <a:lnTo>
                  <a:pt x="275919" y="40904"/>
                </a:lnTo>
                <a:lnTo>
                  <a:pt x="276095" y="41036"/>
                </a:lnTo>
                <a:lnTo>
                  <a:pt x="276267" y="41172"/>
                </a:lnTo>
                <a:lnTo>
                  <a:pt x="276435" y="41313"/>
                </a:lnTo>
                <a:lnTo>
                  <a:pt x="276598" y="41457"/>
                </a:lnTo>
                <a:lnTo>
                  <a:pt x="276757" y="41607"/>
                </a:lnTo>
                <a:lnTo>
                  <a:pt x="276912" y="41760"/>
                </a:lnTo>
                <a:lnTo>
                  <a:pt x="277063" y="41918"/>
                </a:lnTo>
                <a:lnTo>
                  <a:pt x="277210" y="42080"/>
                </a:lnTo>
                <a:lnTo>
                  <a:pt x="277352" y="42246"/>
                </a:lnTo>
                <a:lnTo>
                  <a:pt x="277491" y="42416"/>
                </a:lnTo>
                <a:lnTo>
                  <a:pt x="277625" y="42591"/>
                </a:lnTo>
                <a:lnTo>
                  <a:pt x="277754" y="42770"/>
                </a:lnTo>
                <a:lnTo>
                  <a:pt x="277880" y="42953"/>
                </a:lnTo>
                <a:lnTo>
                  <a:pt x="278001" y="43141"/>
                </a:lnTo>
                <a:lnTo>
                  <a:pt x="278119" y="43333"/>
                </a:lnTo>
                <a:lnTo>
                  <a:pt x="278232" y="43529"/>
                </a:lnTo>
                <a:lnTo>
                  <a:pt x="278340" y="43729"/>
                </a:lnTo>
                <a:lnTo>
                  <a:pt x="278445" y="43934"/>
                </a:lnTo>
                <a:lnTo>
                  <a:pt x="278545" y="44143"/>
                </a:lnTo>
                <a:lnTo>
                  <a:pt x="278641" y="44356"/>
                </a:lnTo>
                <a:lnTo>
                  <a:pt x="278733" y="44574"/>
                </a:lnTo>
                <a:lnTo>
                  <a:pt x="278821" y="44796"/>
                </a:lnTo>
                <a:lnTo>
                  <a:pt x="278904" y="45022"/>
                </a:lnTo>
                <a:lnTo>
                  <a:pt x="278984" y="45251"/>
                </a:lnTo>
                <a:lnTo>
                  <a:pt x="279060" y="45484"/>
                </a:lnTo>
                <a:lnTo>
                  <a:pt x="279133" y="45720"/>
                </a:lnTo>
                <a:lnTo>
                  <a:pt x="279203" y="45959"/>
                </a:lnTo>
                <a:lnTo>
                  <a:pt x="279269" y="46201"/>
                </a:lnTo>
                <a:lnTo>
                  <a:pt x="279332" y="46447"/>
                </a:lnTo>
                <a:lnTo>
                  <a:pt x="279391" y="46695"/>
                </a:lnTo>
                <a:lnTo>
                  <a:pt x="279447" y="46946"/>
                </a:lnTo>
                <a:lnTo>
                  <a:pt x="279500" y="47201"/>
                </a:lnTo>
                <a:lnTo>
                  <a:pt x="279549" y="47459"/>
                </a:lnTo>
                <a:lnTo>
                  <a:pt x="279595" y="47719"/>
                </a:lnTo>
                <a:lnTo>
                  <a:pt x="279637" y="47983"/>
                </a:lnTo>
                <a:lnTo>
                  <a:pt x="279676" y="48250"/>
                </a:lnTo>
                <a:lnTo>
                  <a:pt x="279712" y="48520"/>
                </a:lnTo>
                <a:lnTo>
                  <a:pt x="279744" y="48793"/>
                </a:lnTo>
                <a:lnTo>
                  <a:pt x="279773" y="49070"/>
                </a:lnTo>
                <a:lnTo>
                  <a:pt x="279798" y="49349"/>
                </a:lnTo>
                <a:lnTo>
                  <a:pt x="279820" y="49631"/>
                </a:lnTo>
                <a:lnTo>
                  <a:pt x="279839" y="49917"/>
                </a:lnTo>
                <a:lnTo>
                  <a:pt x="279854" y="50206"/>
                </a:lnTo>
                <a:lnTo>
                  <a:pt x="279866" y="50497"/>
                </a:lnTo>
                <a:lnTo>
                  <a:pt x="279874" y="50792"/>
                </a:lnTo>
                <a:lnTo>
                  <a:pt x="279879" y="51090"/>
                </a:lnTo>
                <a:lnTo>
                  <a:pt x="279881" y="51391"/>
                </a:lnTo>
                <a:lnTo>
                  <a:pt x="279881" y="92548"/>
                </a:lnTo>
                <a:lnTo>
                  <a:pt x="297731" y="92548"/>
                </a:lnTo>
                <a:lnTo>
                  <a:pt x="297731" y="49215"/>
                </a:lnTo>
                <a:lnTo>
                  <a:pt x="297721" y="48257"/>
                </a:lnTo>
                <a:lnTo>
                  <a:pt x="297693" y="47318"/>
                </a:lnTo>
                <a:lnTo>
                  <a:pt x="297647" y="46397"/>
                </a:lnTo>
                <a:lnTo>
                  <a:pt x="297582" y="45495"/>
                </a:lnTo>
                <a:lnTo>
                  <a:pt x="297498" y="44611"/>
                </a:lnTo>
                <a:lnTo>
                  <a:pt x="297396" y="43745"/>
                </a:lnTo>
                <a:lnTo>
                  <a:pt x="297275" y="42898"/>
                </a:lnTo>
                <a:lnTo>
                  <a:pt x="297136" y="42069"/>
                </a:lnTo>
                <a:lnTo>
                  <a:pt x="296978" y="41258"/>
                </a:lnTo>
                <a:lnTo>
                  <a:pt x="296801" y="40466"/>
                </a:lnTo>
                <a:lnTo>
                  <a:pt x="296606" y="39692"/>
                </a:lnTo>
                <a:lnTo>
                  <a:pt x="296392" y="38936"/>
                </a:lnTo>
                <a:lnTo>
                  <a:pt x="296159" y="38199"/>
                </a:lnTo>
                <a:lnTo>
                  <a:pt x="295908" y="37480"/>
                </a:lnTo>
                <a:lnTo>
                  <a:pt x="295639" y="36780"/>
                </a:lnTo>
                <a:lnTo>
                  <a:pt x="295351" y="36098"/>
                </a:lnTo>
                <a:lnTo>
                  <a:pt x="295044" y="35434"/>
                </a:lnTo>
                <a:lnTo>
                  <a:pt x="294718" y="34789"/>
                </a:lnTo>
                <a:lnTo>
                  <a:pt x="294375" y="34162"/>
                </a:lnTo>
                <a:lnTo>
                  <a:pt x="294012" y="33553"/>
                </a:lnTo>
                <a:lnTo>
                  <a:pt x="293631" y="32963"/>
                </a:lnTo>
                <a:lnTo>
                  <a:pt x="293231" y="32391"/>
                </a:lnTo>
                <a:lnTo>
                  <a:pt x="292813" y="31837"/>
                </a:lnTo>
                <a:lnTo>
                  <a:pt x="292376" y="31302"/>
                </a:lnTo>
                <a:lnTo>
                  <a:pt x="291922" y="30787"/>
                </a:lnTo>
                <a:lnTo>
                  <a:pt x="291452" y="30294"/>
                </a:lnTo>
                <a:lnTo>
                  <a:pt x="290967" y="29822"/>
                </a:lnTo>
                <a:lnTo>
                  <a:pt x="290466" y="29373"/>
                </a:lnTo>
                <a:lnTo>
                  <a:pt x="289950" y="28946"/>
                </a:lnTo>
                <a:lnTo>
                  <a:pt x="289418" y="28540"/>
                </a:lnTo>
                <a:lnTo>
                  <a:pt x="288871" y="28157"/>
                </a:lnTo>
                <a:lnTo>
                  <a:pt x="288308" y="27795"/>
                </a:lnTo>
                <a:lnTo>
                  <a:pt x="287730" y="27455"/>
                </a:lnTo>
                <a:lnTo>
                  <a:pt x="287136" y="27137"/>
                </a:lnTo>
                <a:lnTo>
                  <a:pt x="286526" y="26841"/>
                </a:lnTo>
                <a:lnTo>
                  <a:pt x="285901" y="26567"/>
                </a:lnTo>
                <a:lnTo>
                  <a:pt x="285260" y="26315"/>
                </a:lnTo>
                <a:lnTo>
                  <a:pt x="284604" y="26085"/>
                </a:lnTo>
                <a:lnTo>
                  <a:pt x="283932" y="25877"/>
                </a:lnTo>
                <a:lnTo>
                  <a:pt x="283245" y="25691"/>
                </a:lnTo>
                <a:lnTo>
                  <a:pt x="282542" y="25526"/>
                </a:lnTo>
                <a:lnTo>
                  <a:pt x="281824" y="25384"/>
                </a:lnTo>
                <a:lnTo>
                  <a:pt x="281090" y="25263"/>
                </a:lnTo>
                <a:lnTo>
                  <a:pt x="280340" y="25165"/>
                </a:lnTo>
                <a:lnTo>
                  <a:pt x="279575" y="25088"/>
                </a:lnTo>
                <a:lnTo>
                  <a:pt x="278795" y="25033"/>
                </a:lnTo>
                <a:lnTo>
                  <a:pt x="277999" y="25000"/>
                </a:lnTo>
                <a:lnTo>
                  <a:pt x="277187" y="24989"/>
                </a:lnTo>
                <a:lnTo>
                  <a:pt x="276495" y="24995"/>
                </a:lnTo>
                <a:lnTo>
                  <a:pt x="275810" y="25013"/>
                </a:lnTo>
                <a:lnTo>
                  <a:pt x="275133" y="25042"/>
                </a:lnTo>
                <a:lnTo>
                  <a:pt x="274464" y="25083"/>
                </a:lnTo>
                <a:lnTo>
                  <a:pt x="273802" y="25135"/>
                </a:lnTo>
                <a:lnTo>
                  <a:pt x="273148" y="25200"/>
                </a:lnTo>
                <a:lnTo>
                  <a:pt x="272501" y="25276"/>
                </a:lnTo>
                <a:lnTo>
                  <a:pt x="271862" y="25364"/>
                </a:lnTo>
                <a:lnTo>
                  <a:pt x="271230" y="25463"/>
                </a:lnTo>
                <a:lnTo>
                  <a:pt x="270607" y="25574"/>
                </a:lnTo>
                <a:lnTo>
                  <a:pt x="269990" y="25697"/>
                </a:lnTo>
                <a:lnTo>
                  <a:pt x="269382" y="25831"/>
                </a:lnTo>
                <a:lnTo>
                  <a:pt x="268781" y="25977"/>
                </a:lnTo>
                <a:lnTo>
                  <a:pt x="268187" y="26135"/>
                </a:lnTo>
                <a:lnTo>
                  <a:pt x="267602" y="26305"/>
                </a:lnTo>
                <a:lnTo>
                  <a:pt x="267023" y="26486"/>
                </a:lnTo>
                <a:lnTo>
                  <a:pt x="266453" y="26679"/>
                </a:lnTo>
                <a:lnTo>
                  <a:pt x="265890" y="26884"/>
                </a:lnTo>
                <a:lnTo>
                  <a:pt x="265334" y="27100"/>
                </a:lnTo>
                <a:lnTo>
                  <a:pt x="264787" y="27328"/>
                </a:lnTo>
                <a:lnTo>
                  <a:pt x="264246" y="27568"/>
                </a:lnTo>
                <a:lnTo>
                  <a:pt x="263714" y="27819"/>
                </a:lnTo>
                <a:lnTo>
                  <a:pt x="263189" y="28082"/>
                </a:lnTo>
                <a:lnTo>
                  <a:pt x="262671" y="28357"/>
                </a:lnTo>
                <a:lnTo>
                  <a:pt x="262161" y="28640"/>
                </a:lnTo>
                <a:lnTo>
                  <a:pt x="261658" y="28926"/>
                </a:lnTo>
                <a:lnTo>
                  <a:pt x="261161" y="29217"/>
                </a:lnTo>
                <a:lnTo>
                  <a:pt x="260670" y="29512"/>
                </a:lnTo>
                <a:lnTo>
                  <a:pt x="260187" y="29810"/>
                </a:lnTo>
                <a:lnTo>
                  <a:pt x="259710" y="30113"/>
                </a:lnTo>
                <a:lnTo>
                  <a:pt x="259240" y="30419"/>
                </a:lnTo>
                <a:lnTo>
                  <a:pt x="258776" y="30730"/>
                </a:lnTo>
                <a:lnTo>
                  <a:pt x="258319" y="31044"/>
                </a:lnTo>
                <a:lnTo>
                  <a:pt x="257869" y="31362"/>
                </a:lnTo>
                <a:lnTo>
                  <a:pt x="257425" y="31685"/>
                </a:lnTo>
                <a:lnTo>
                  <a:pt x="256988" y="32011"/>
                </a:lnTo>
                <a:lnTo>
                  <a:pt x="256558" y="32342"/>
                </a:lnTo>
                <a:lnTo>
                  <a:pt x="256134" y="32676"/>
                </a:lnTo>
                <a:lnTo>
                  <a:pt x="255717" y="33014"/>
                </a:lnTo>
                <a:lnTo>
                  <a:pt x="255307" y="33357"/>
                </a:lnTo>
                <a:lnTo>
                  <a:pt x="254904" y="33703"/>
                </a:lnTo>
                <a:lnTo>
                  <a:pt x="254507" y="34053"/>
                </a:lnTo>
                <a:lnTo>
                  <a:pt x="254116" y="34407"/>
                </a:lnTo>
                <a:lnTo>
                  <a:pt x="253733" y="34765"/>
                </a:lnTo>
                <a:lnTo>
                  <a:pt x="253356" y="35128"/>
                </a:lnTo>
                <a:lnTo>
                  <a:pt x="252985" y="35494"/>
                </a:lnTo>
                <a:lnTo>
                  <a:pt x="252622" y="35864"/>
                </a:lnTo>
                <a:lnTo>
                  <a:pt x="252265" y="36238"/>
                </a:lnTo>
                <a:lnTo>
                  <a:pt x="252266" y="36244"/>
                </a:lnTo>
                <a:lnTo>
                  <a:pt x="252205" y="36098"/>
                </a:lnTo>
                <a:lnTo>
                  <a:pt x="251902" y="35434"/>
                </a:lnTo>
                <a:lnTo>
                  <a:pt x="251581" y="34789"/>
                </a:lnTo>
                <a:lnTo>
                  <a:pt x="251241" y="34162"/>
                </a:lnTo>
                <a:lnTo>
                  <a:pt x="250883" y="33553"/>
                </a:lnTo>
                <a:close/>
                <a:moveTo>
                  <a:pt x="409819" y="47076"/>
                </a:moveTo>
                <a:lnTo>
                  <a:pt x="410067" y="46787"/>
                </a:lnTo>
                <a:lnTo>
                  <a:pt x="410318" y="46502"/>
                </a:lnTo>
                <a:lnTo>
                  <a:pt x="410572" y="46220"/>
                </a:lnTo>
                <a:lnTo>
                  <a:pt x="410830" y="45943"/>
                </a:lnTo>
                <a:lnTo>
                  <a:pt x="411091" y="45669"/>
                </a:lnTo>
                <a:lnTo>
                  <a:pt x="411356" y="45399"/>
                </a:lnTo>
                <a:lnTo>
                  <a:pt x="411623" y="45132"/>
                </a:lnTo>
                <a:lnTo>
                  <a:pt x="411895" y="44870"/>
                </a:lnTo>
                <a:lnTo>
                  <a:pt x="412170" y="44611"/>
                </a:lnTo>
                <a:lnTo>
                  <a:pt x="412448" y="44356"/>
                </a:lnTo>
                <a:lnTo>
                  <a:pt x="412729" y="44105"/>
                </a:lnTo>
                <a:lnTo>
                  <a:pt x="413014" y="43858"/>
                </a:lnTo>
                <a:lnTo>
                  <a:pt x="413302" y="43614"/>
                </a:lnTo>
                <a:lnTo>
                  <a:pt x="413594" y="43375"/>
                </a:lnTo>
                <a:lnTo>
                  <a:pt x="413889" y="43139"/>
                </a:lnTo>
                <a:lnTo>
                  <a:pt x="414188" y="42907"/>
                </a:lnTo>
                <a:lnTo>
                  <a:pt x="414490" y="42678"/>
                </a:lnTo>
                <a:lnTo>
                  <a:pt x="414795" y="42454"/>
                </a:lnTo>
                <a:lnTo>
                  <a:pt x="415104" y="42233"/>
                </a:lnTo>
                <a:lnTo>
                  <a:pt x="415416" y="42016"/>
                </a:lnTo>
                <a:lnTo>
                  <a:pt x="415731" y="41803"/>
                </a:lnTo>
                <a:lnTo>
                  <a:pt x="416051" y="41596"/>
                </a:lnTo>
                <a:lnTo>
                  <a:pt x="416376" y="41398"/>
                </a:lnTo>
                <a:lnTo>
                  <a:pt x="416706" y="41209"/>
                </a:lnTo>
                <a:lnTo>
                  <a:pt x="417042" y="41029"/>
                </a:lnTo>
                <a:lnTo>
                  <a:pt x="417383" y="40857"/>
                </a:lnTo>
                <a:lnTo>
                  <a:pt x="417729" y="40694"/>
                </a:lnTo>
                <a:lnTo>
                  <a:pt x="418080" y="40540"/>
                </a:lnTo>
                <a:lnTo>
                  <a:pt x="418437" y="40395"/>
                </a:lnTo>
                <a:lnTo>
                  <a:pt x="418798" y="40259"/>
                </a:lnTo>
                <a:lnTo>
                  <a:pt x="419166" y="40131"/>
                </a:lnTo>
                <a:lnTo>
                  <a:pt x="419538" y="40013"/>
                </a:lnTo>
                <a:lnTo>
                  <a:pt x="419916" y="39903"/>
                </a:lnTo>
                <a:lnTo>
                  <a:pt x="420299" y="39801"/>
                </a:lnTo>
                <a:lnTo>
                  <a:pt x="420687" y="39709"/>
                </a:lnTo>
                <a:lnTo>
                  <a:pt x="421080" y="39625"/>
                </a:lnTo>
                <a:lnTo>
                  <a:pt x="421479" y="39551"/>
                </a:lnTo>
                <a:lnTo>
                  <a:pt x="421883" y="39485"/>
                </a:lnTo>
                <a:lnTo>
                  <a:pt x="422292" y="39427"/>
                </a:lnTo>
                <a:lnTo>
                  <a:pt x="422707" y="39379"/>
                </a:lnTo>
                <a:lnTo>
                  <a:pt x="423126" y="39339"/>
                </a:lnTo>
                <a:lnTo>
                  <a:pt x="423551" y="39309"/>
                </a:lnTo>
                <a:lnTo>
                  <a:pt x="423982" y="39287"/>
                </a:lnTo>
                <a:lnTo>
                  <a:pt x="424417" y="39273"/>
                </a:lnTo>
                <a:lnTo>
                  <a:pt x="424858" y="39269"/>
                </a:lnTo>
                <a:lnTo>
                  <a:pt x="425153" y="39272"/>
                </a:lnTo>
                <a:lnTo>
                  <a:pt x="425443" y="39279"/>
                </a:lnTo>
                <a:lnTo>
                  <a:pt x="425729" y="39292"/>
                </a:lnTo>
                <a:lnTo>
                  <a:pt x="426010" y="39311"/>
                </a:lnTo>
                <a:lnTo>
                  <a:pt x="426285" y="39334"/>
                </a:lnTo>
                <a:lnTo>
                  <a:pt x="426557" y="39363"/>
                </a:lnTo>
                <a:lnTo>
                  <a:pt x="426823" y="39397"/>
                </a:lnTo>
                <a:lnTo>
                  <a:pt x="427084" y="39436"/>
                </a:lnTo>
                <a:lnTo>
                  <a:pt x="427341" y="39481"/>
                </a:lnTo>
                <a:lnTo>
                  <a:pt x="427593" y="39531"/>
                </a:lnTo>
                <a:lnTo>
                  <a:pt x="427840" y="39586"/>
                </a:lnTo>
                <a:lnTo>
                  <a:pt x="428083" y="39646"/>
                </a:lnTo>
                <a:lnTo>
                  <a:pt x="428320" y="39711"/>
                </a:lnTo>
                <a:lnTo>
                  <a:pt x="428553" y="39782"/>
                </a:lnTo>
                <a:lnTo>
                  <a:pt x="428781" y="39858"/>
                </a:lnTo>
                <a:lnTo>
                  <a:pt x="429004" y="39939"/>
                </a:lnTo>
                <a:lnTo>
                  <a:pt x="429222" y="40025"/>
                </a:lnTo>
                <a:lnTo>
                  <a:pt x="429436" y="40117"/>
                </a:lnTo>
                <a:lnTo>
                  <a:pt x="429645" y="40213"/>
                </a:lnTo>
                <a:lnTo>
                  <a:pt x="429849" y="40316"/>
                </a:lnTo>
                <a:lnTo>
                  <a:pt x="430048" y="40423"/>
                </a:lnTo>
                <a:lnTo>
                  <a:pt x="430242" y="40535"/>
                </a:lnTo>
                <a:lnTo>
                  <a:pt x="430432" y="40653"/>
                </a:lnTo>
                <a:lnTo>
                  <a:pt x="430617" y="40776"/>
                </a:lnTo>
                <a:lnTo>
                  <a:pt x="430797" y="40904"/>
                </a:lnTo>
                <a:lnTo>
                  <a:pt x="430974" y="41036"/>
                </a:lnTo>
                <a:lnTo>
                  <a:pt x="431146" y="41172"/>
                </a:lnTo>
                <a:lnTo>
                  <a:pt x="431314" y="41313"/>
                </a:lnTo>
                <a:lnTo>
                  <a:pt x="431478" y="41457"/>
                </a:lnTo>
                <a:lnTo>
                  <a:pt x="431638" y="41607"/>
                </a:lnTo>
                <a:lnTo>
                  <a:pt x="431794" y="41760"/>
                </a:lnTo>
                <a:lnTo>
                  <a:pt x="431945" y="41918"/>
                </a:lnTo>
                <a:lnTo>
                  <a:pt x="432093" y="42080"/>
                </a:lnTo>
                <a:lnTo>
                  <a:pt x="432237" y="42246"/>
                </a:lnTo>
                <a:lnTo>
                  <a:pt x="432376" y="42416"/>
                </a:lnTo>
                <a:lnTo>
                  <a:pt x="432511" y="42591"/>
                </a:lnTo>
                <a:lnTo>
                  <a:pt x="432643" y="42770"/>
                </a:lnTo>
                <a:lnTo>
                  <a:pt x="432770" y="42953"/>
                </a:lnTo>
                <a:lnTo>
                  <a:pt x="432893" y="43141"/>
                </a:lnTo>
                <a:lnTo>
                  <a:pt x="433012" y="43333"/>
                </a:lnTo>
                <a:lnTo>
                  <a:pt x="433127" y="43529"/>
                </a:lnTo>
                <a:lnTo>
                  <a:pt x="433237" y="43729"/>
                </a:lnTo>
                <a:lnTo>
                  <a:pt x="433344" y="43934"/>
                </a:lnTo>
                <a:lnTo>
                  <a:pt x="433447" y="44143"/>
                </a:lnTo>
                <a:lnTo>
                  <a:pt x="433545" y="44356"/>
                </a:lnTo>
                <a:lnTo>
                  <a:pt x="433640" y="44574"/>
                </a:lnTo>
                <a:lnTo>
                  <a:pt x="433730" y="44796"/>
                </a:lnTo>
                <a:lnTo>
                  <a:pt x="433816" y="45022"/>
                </a:lnTo>
                <a:lnTo>
                  <a:pt x="433899" y="45251"/>
                </a:lnTo>
                <a:lnTo>
                  <a:pt x="433978" y="45484"/>
                </a:lnTo>
                <a:lnTo>
                  <a:pt x="434053" y="45720"/>
                </a:lnTo>
                <a:lnTo>
                  <a:pt x="434125" y="45959"/>
                </a:lnTo>
                <a:lnTo>
                  <a:pt x="434193" y="46201"/>
                </a:lnTo>
                <a:lnTo>
                  <a:pt x="434258" y="46447"/>
                </a:lnTo>
                <a:lnTo>
                  <a:pt x="434320" y="46695"/>
                </a:lnTo>
                <a:lnTo>
                  <a:pt x="434378" y="46946"/>
                </a:lnTo>
                <a:lnTo>
                  <a:pt x="434432" y="47201"/>
                </a:lnTo>
                <a:lnTo>
                  <a:pt x="434483" y="47459"/>
                </a:lnTo>
                <a:lnTo>
                  <a:pt x="434530" y="47719"/>
                </a:lnTo>
                <a:lnTo>
                  <a:pt x="434574" y="47983"/>
                </a:lnTo>
                <a:lnTo>
                  <a:pt x="434614" y="48250"/>
                </a:lnTo>
                <a:lnTo>
                  <a:pt x="434651" y="48520"/>
                </a:lnTo>
                <a:lnTo>
                  <a:pt x="434685" y="48793"/>
                </a:lnTo>
                <a:lnTo>
                  <a:pt x="434714" y="49070"/>
                </a:lnTo>
                <a:lnTo>
                  <a:pt x="434741" y="49349"/>
                </a:lnTo>
                <a:lnTo>
                  <a:pt x="434764" y="49631"/>
                </a:lnTo>
                <a:lnTo>
                  <a:pt x="434783" y="49917"/>
                </a:lnTo>
                <a:lnTo>
                  <a:pt x="434799" y="50206"/>
                </a:lnTo>
                <a:lnTo>
                  <a:pt x="434811" y="50497"/>
                </a:lnTo>
                <a:lnTo>
                  <a:pt x="434820" y="50792"/>
                </a:lnTo>
                <a:lnTo>
                  <a:pt x="434825" y="51090"/>
                </a:lnTo>
                <a:lnTo>
                  <a:pt x="434827" y="51391"/>
                </a:lnTo>
                <a:lnTo>
                  <a:pt x="434827" y="92548"/>
                </a:lnTo>
                <a:lnTo>
                  <a:pt x="452541" y="92548"/>
                </a:lnTo>
                <a:lnTo>
                  <a:pt x="452541" y="49215"/>
                </a:lnTo>
                <a:lnTo>
                  <a:pt x="452532" y="48235"/>
                </a:lnTo>
                <a:lnTo>
                  <a:pt x="452503" y="47275"/>
                </a:lnTo>
                <a:lnTo>
                  <a:pt x="452455" y="46335"/>
                </a:lnTo>
                <a:lnTo>
                  <a:pt x="452388" y="45415"/>
                </a:lnTo>
                <a:lnTo>
                  <a:pt x="452302" y="44514"/>
                </a:lnTo>
                <a:lnTo>
                  <a:pt x="452196" y="43634"/>
                </a:lnTo>
                <a:lnTo>
                  <a:pt x="452072" y="42773"/>
                </a:lnTo>
                <a:lnTo>
                  <a:pt x="451928" y="41932"/>
                </a:lnTo>
                <a:lnTo>
                  <a:pt x="451765" y="41111"/>
                </a:lnTo>
                <a:lnTo>
                  <a:pt x="451583" y="40309"/>
                </a:lnTo>
                <a:lnTo>
                  <a:pt x="451381" y="39527"/>
                </a:lnTo>
                <a:lnTo>
                  <a:pt x="451161" y="38765"/>
                </a:lnTo>
                <a:lnTo>
                  <a:pt x="450921" y="38023"/>
                </a:lnTo>
                <a:lnTo>
                  <a:pt x="450662" y="37301"/>
                </a:lnTo>
                <a:lnTo>
                  <a:pt x="450384" y="36598"/>
                </a:lnTo>
                <a:lnTo>
                  <a:pt x="450087" y="35915"/>
                </a:lnTo>
                <a:lnTo>
                  <a:pt x="449770" y="35252"/>
                </a:lnTo>
                <a:lnTo>
                  <a:pt x="449435" y="34609"/>
                </a:lnTo>
                <a:lnTo>
                  <a:pt x="449080" y="33986"/>
                </a:lnTo>
                <a:lnTo>
                  <a:pt x="448706" y="33382"/>
                </a:lnTo>
                <a:lnTo>
                  <a:pt x="448313" y="32798"/>
                </a:lnTo>
                <a:lnTo>
                  <a:pt x="447900" y="32234"/>
                </a:lnTo>
                <a:lnTo>
                  <a:pt x="447469" y="31690"/>
                </a:lnTo>
                <a:lnTo>
                  <a:pt x="447018" y="31165"/>
                </a:lnTo>
                <a:lnTo>
                  <a:pt x="446550" y="30661"/>
                </a:lnTo>
                <a:lnTo>
                  <a:pt x="446066" y="30179"/>
                </a:lnTo>
                <a:lnTo>
                  <a:pt x="445567" y="29718"/>
                </a:lnTo>
                <a:lnTo>
                  <a:pt x="445052" y="29278"/>
                </a:lnTo>
                <a:lnTo>
                  <a:pt x="444521" y="28860"/>
                </a:lnTo>
                <a:lnTo>
                  <a:pt x="443975" y="28463"/>
                </a:lnTo>
                <a:lnTo>
                  <a:pt x="443412" y="28088"/>
                </a:lnTo>
                <a:lnTo>
                  <a:pt x="442835" y="27734"/>
                </a:lnTo>
                <a:lnTo>
                  <a:pt x="442241" y="27402"/>
                </a:lnTo>
                <a:lnTo>
                  <a:pt x="441632" y="27091"/>
                </a:lnTo>
                <a:lnTo>
                  <a:pt x="441007" y="26801"/>
                </a:lnTo>
                <a:lnTo>
                  <a:pt x="440367" y="26533"/>
                </a:lnTo>
                <a:lnTo>
                  <a:pt x="439711" y="26287"/>
                </a:lnTo>
                <a:lnTo>
                  <a:pt x="439039" y="26062"/>
                </a:lnTo>
                <a:lnTo>
                  <a:pt x="438351" y="25858"/>
                </a:lnTo>
                <a:lnTo>
                  <a:pt x="437648" y="25676"/>
                </a:lnTo>
                <a:lnTo>
                  <a:pt x="436929" y="25515"/>
                </a:lnTo>
                <a:lnTo>
                  <a:pt x="436195" y="25375"/>
                </a:lnTo>
                <a:lnTo>
                  <a:pt x="435445" y="25257"/>
                </a:lnTo>
                <a:lnTo>
                  <a:pt x="434679" y="25161"/>
                </a:lnTo>
                <a:lnTo>
                  <a:pt x="433897" y="25086"/>
                </a:lnTo>
                <a:lnTo>
                  <a:pt x="433100" y="25032"/>
                </a:lnTo>
                <a:lnTo>
                  <a:pt x="432287" y="25000"/>
                </a:lnTo>
                <a:lnTo>
                  <a:pt x="431459" y="24989"/>
                </a:lnTo>
                <a:lnTo>
                  <a:pt x="430746" y="24995"/>
                </a:lnTo>
                <a:lnTo>
                  <a:pt x="430044" y="25012"/>
                </a:lnTo>
                <a:lnTo>
                  <a:pt x="429354" y="25040"/>
                </a:lnTo>
                <a:lnTo>
                  <a:pt x="428675" y="25080"/>
                </a:lnTo>
                <a:lnTo>
                  <a:pt x="428007" y="25131"/>
                </a:lnTo>
                <a:lnTo>
                  <a:pt x="427350" y="25194"/>
                </a:lnTo>
                <a:lnTo>
                  <a:pt x="426705" y="25267"/>
                </a:lnTo>
                <a:lnTo>
                  <a:pt x="426070" y="25352"/>
                </a:lnTo>
                <a:lnTo>
                  <a:pt x="425447" y="25449"/>
                </a:lnTo>
                <a:lnTo>
                  <a:pt x="424835" y="25556"/>
                </a:lnTo>
                <a:lnTo>
                  <a:pt x="424235" y="25676"/>
                </a:lnTo>
                <a:lnTo>
                  <a:pt x="423645" y="25806"/>
                </a:lnTo>
                <a:lnTo>
                  <a:pt x="423067" y="25948"/>
                </a:lnTo>
                <a:lnTo>
                  <a:pt x="422500" y="26101"/>
                </a:lnTo>
                <a:lnTo>
                  <a:pt x="421945" y="26265"/>
                </a:lnTo>
                <a:lnTo>
                  <a:pt x="421400" y="26441"/>
                </a:lnTo>
                <a:lnTo>
                  <a:pt x="420867" y="26628"/>
                </a:lnTo>
                <a:lnTo>
                  <a:pt x="420345" y="26827"/>
                </a:lnTo>
                <a:lnTo>
                  <a:pt x="419834" y="27037"/>
                </a:lnTo>
                <a:lnTo>
                  <a:pt x="419335" y="27258"/>
                </a:lnTo>
                <a:lnTo>
                  <a:pt x="418846" y="27490"/>
                </a:lnTo>
                <a:lnTo>
                  <a:pt x="418369" y="27734"/>
                </a:lnTo>
                <a:lnTo>
                  <a:pt x="417903" y="27990"/>
                </a:lnTo>
                <a:lnTo>
                  <a:pt x="417449" y="28256"/>
                </a:lnTo>
                <a:lnTo>
                  <a:pt x="417003" y="28530"/>
                </a:lnTo>
                <a:lnTo>
                  <a:pt x="416565" y="28807"/>
                </a:lnTo>
                <a:lnTo>
                  <a:pt x="416134" y="29088"/>
                </a:lnTo>
                <a:lnTo>
                  <a:pt x="415710" y="29372"/>
                </a:lnTo>
                <a:lnTo>
                  <a:pt x="415294" y="29660"/>
                </a:lnTo>
                <a:lnTo>
                  <a:pt x="414885" y="29951"/>
                </a:lnTo>
                <a:lnTo>
                  <a:pt x="414483" y="30245"/>
                </a:lnTo>
                <a:lnTo>
                  <a:pt x="414088" y="30543"/>
                </a:lnTo>
                <a:lnTo>
                  <a:pt x="413701" y="30844"/>
                </a:lnTo>
                <a:lnTo>
                  <a:pt x="413321" y="31148"/>
                </a:lnTo>
                <a:lnTo>
                  <a:pt x="412948" y="31456"/>
                </a:lnTo>
                <a:lnTo>
                  <a:pt x="412582" y="31767"/>
                </a:lnTo>
                <a:lnTo>
                  <a:pt x="412224" y="32082"/>
                </a:lnTo>
                <a:lnTo>
                  <a:pt x="411873" y="32400"/>
                </a:lnTo>
                <a:lnTo>
                  <a:pt x="411529" y="32721"/>
                </a:lnTo>
                <a:lnTo>
                  <a:pt x="411192" y="33046"/>
                </a:lnTo>
                <a:lnTo>
                  <a:pt x="410863" y="33374"/>
                </a:lnTo>
                <a:lnTo>
                  <a:pt x="410540" y="33706"/>
                </a:lnTo>
                <a:lnTo>
                  <a:pt x="410225" y="34041"/>
                </a:lnTo>
                <a:lnTo>
                  <a:pt x="409918" y="34379"/>
                </a:lnTo>
                <a:lnTo>
                  <a:pt x="409617" y="34721"/>
                </a:lnTo>
                <a:lnTo>
                  <a:pt x="409324" y="35066"/>
                </a:lnTo>
                <a:lnTo>
                  <a:pt x="409038" y="35414"/>
                </a:lnTo>
                <a:lnTo>
                  <a:pt x="408760" y="35766"/>
                </a:lnTo>
                <a:lnTo>
                  <a:pt x="408423" y="26000"/>
                </a:lnTo>
                <a:lnTo>
                  <a:pt x="391247" y="26000"/>
                </a:lnTo>
                <a:lnTo>
                  <a:pt x="391247" y="92548"/>
                </a:lnTo>
                <a:lnTo>
                  <a:pt x="409096" y="92548"/>
                </a:lnTo>
                <a:lnTo>
                  <a:pt x="409096" y="47966"/>
                </a:lnTo>
                <a:lnTo>
                  <a:pt x="409334" y="47666"/>
                </a:lnTo>
                <a:lnTo>
                  <a:pt x="409575" y="47369"/>
                </a:lnTo>
                <a:lnTo>
                  <a:pt x="409819" y="47076"/>
                </a:lnTo>
                <a:close/>
                <a:moveTo>
                  <a:pt x="610043" y="47283"/>
                </a:moveTo>
                <a:lnTo>
                  <a:pt x="610232" y="47042"/>
                </a:lnTo>
                <a:lnTo>
                  <a:pt x="610424" y="46806"/>
                </a:lnTo>
                <a:lnTo>
                  <a:pt x="610620" y="46574"/>
                </a:lnTo>
                <a:lnTo>
                  <a:pt x="610817" y="46347"/>
                </a:lnTo>
                <a:lnTo>
                  <a:pt x="611018" y="46125"/>
                </a:lnTo>
                <a:lnTo>
                  <a:pt x="611222" y="45907"/>
                </a:lnTo>
                <a:lnTo>
                  <a:pt x="611428" y="45694"/>
                </a:lnTo>
                <a:lnTo>
                  <a:pt x="611637" y="45486"/>
                </a:lnTo>
                <a:lnTo>
                  <a:pt x="611849" y="45282"/>
                </a:lnTo>
                <a:lnTo>
                  <a:pt x="612063" y="45083"/>
                </a:lnTo>
                <a:lnTo>
                  <a:pt x="612281" y="44888"/>
                </a:lnTo>
                <a:lnTo>
                  <a:pt x="612501" y="44699"/>
                </a:lnTo>
                <a:lnTo>
                  <a:pt x="612724" y="44513"/>
                </a:lnTo>
                <a:lnTo>
                  <a:pt x="612950" y="44333"/>
                </a:lnTo>
                <a:lnTo>
                  <a:pt x="613179" y="44157"/>
                </a:lnTo>
                <a:lnTo>
                  <a:pt x="613411" y="43986"/>
                </a:lnTo>
                <a:lnTo>
                  <a:pt x="613645" y="43819"/>
                </a:lnTo>
                <a:lnTo>
                  <a:pt x="613882" y="43657"/>
                </a:lnTo>
                <a:lnTo>
                  <a:pt x="614122" y="43500"/>
                </a:lnTo>
                <a:lnTo>
                  <a:pt x="614365" y="43347"/>
                </a:lnTo>
                <a:lnTo>
                  <a:pt x="614610" y="43199"/>
                </a:lnTo>
                <a:lnTo>
                  <a:pt x="614859" y="43055"/>
                </a:lnTo>
                <a:lnTo>
                  <a:pt x="615109" y="42914"/>
                </a:lnTo>
                <a:lnTo>
                  <a:pt x="615362" y="42778"/>
                </a:lnTo>
                <a:lnTo>
                  <a:pt x="615617" y="42644"/>
                </a:lnTo>
                <a:lnTo>
                  <a:pt x="615875" y="42515"/>
                </a:lnTo>
                <a:lnTo>
                  <a:pt x="616134" y="42389"/>
                </a:lnTo>
                <a:lnTo>
                  <a:pt x="616397" y="42266"/>
                </a:lnTo>
                <a:lnTo>
                  <a:pt x="616661" y="42147"/>
                </a:lnTo>
                <a:lnTo>
                  <a:pt x="616928" y="42032"/>
                </a:lnTo>
                <a:lnTo>
                  <a:pt x="617197" y="41920"/>
                </a:lnTo>
                <a:lnTo>
                  <a:pt x="617469" y="41812"/>
                </a:lnTo>
                <a:lnTo>
                  <a:pt x="617743" y="41707"/>
                </a:lnTo>
                <a:lnTo>
                  <a:pt x="618019" y="41606"/>
                </a:lnTo>
                <a:lnTo>
                  <a:pt x="618297" y="41508"/>
                </a:lnTo>
                <a:lnTo>
                  <a:pt x="618578" y="41414"/>
                </a:lnTo>
                <a:lnTo>
                  <a:pt x="618861" y="41324"/>
                </a:lnTo>
                <a:lnTo>
                  <a:pt x="619147" y="41237"/>
                </a:lnTo>
                <a:lnTo>
                  <a:pt x="619435" y="41154"/>
                </a:lnTo>
                <a:lnTo>
                  <a:pt x="619725" y="41074"/>
                </a:lnTo>
                <a:lnTo>
                  <a:pt x="620018" y="40998"/>
                </a:lnTo>
                <a:lnTo>
                  <a:pt x="620313" y="40926"/>
                </a:lnTo>
                <a:lnTo>
                  <a:pt x="620610" y="40857"/>
                </a:lnTo>
                <a:lnTo>
                  <a:pt x="620909" y="40792"/>
                </a:lnTo>
                <a:lnTo>
                  <a:pt x="621211" y="40730"/>
                </a:lnTo>
                <a:lnTo>
                  <a:pt x="621515" y="40671"/>
                </a:lnTo>
                <a:lnTo>
                  <a:pt x="621820" y="40615"/>
                </a:lnTo>
                <a:lnTo>
                  <a:pt x="622126" y="40561"/>
                </a:lnTo>
                <a:lnTo>
                  <a:pt x="622433" y="40510"/>
                </a:lnTo>
                <a:lnTo>
                  <a:pt x="622742" y="40461"/>
                </a:lnTo>
                <a:lnTo>
                  <a:pt x="623051" y="40415"/>
                </a:lnTo>
                <a:lnTo>
                  <a:pt x="623362" y="40371"/>
                </a:lnTo>
                <a:lnTo>
                  <a:pt x="623674" y="40330"/>
                </a:lnTo>
                <a:lnTo>
                  <a:pt x="623987" y="40291"/>
                </a:lnTo>
                <a:lnTo>
                  <a:pt x="624301" y="40255"/>
                </a:lnTo>
                <a:lnTo>
                  <a:pt x="624616" y="40221"/>
                </a:lnTo>
                <a:lnTo>
                  <a:pt x="624933" y="40190"/>
                </a:lnTo>
                <a:lnTo>
                  <a:pt x="625251" y="40161"/>
                </a:lnTo>
                <a:lnTo>
                  <a:pt x="625569" y="40135"/>
                </a:lnTo>
                <a:lnTo>
                  <a:pt x="625890" y="40111"/>
                </a:lnTo>
                <a:lnTo>
                  <a:pt x="626211" y="40090"/>
                </a:lnTo>
                <a:lnTo>
                  <a:pt x="626533" y="40071"/>
                </a:lnTo>
                <a:lnTo>
                  <a:pt x="626857" y="40055"/>
                </a:lnTo>
                <a:lnTo>
                  <a:pt x="627181" y="40041"/>
                </a:lnTo>
                <a:lnTo>
                  <a:pt x="627507" y="40030"/>
                </a:lnTo>
                <a:lnTo>
                  <a:pt x="627834" y="40021"/>
                </a:lnTo>
                <a:lnTo>
                  <a:pt x="628163" y="40015"/>
                </a:lnTo>
                <a:lnTo>
                  <a:pt x="628492" y="40011"/>
                </a:lnTo>
                <a:lnTo>
                  <a:pt x="628823" y="40010"/>
                </a:lnTo>
                <a:lnTo>
                  <a:pt x="630507" y="40010"/>
                </a:lnTo>
                <a:lnTo>
                  <a:pt x="630507" y="24989"/>
                </a:lnTo>
                <a:lnTo>
                  <a:pt x="629159" y="24989"/>
                </a:lnTo>
                <a:lnTo>
                  <a:pt x="628557" y="24995"/>
                </a:lnTo>
                <a:lnTo>
                  <a:pt x="627962" y="25011"/>
                </a:lnTo>
                <a:lnTo>
                  <a:pt x="627375" y="25039"/>
                </a:lnTo>
                <a:lnTo>
                  <a:pt x="626794" y="25077"/>
                </a:lnTo>
                <a:lnTo>
                  <a:pt x="626222" y="25127"/>
                </a:lnTo>
                <a:lnTo>
                  <a:pt x="625657" y="25187"/>
                </a:lnTo>
                <a:lnTo>
                  <a:pt x="625099" y="25259"/>
                </a:lnTo>
                <a:lnTo>
                  <a:pt x="624549" y="25341"/>
                </a:lnTo>
                <a:lnTo>
                  <a:pt x="624007" y="25435"/>
                </a:lnTo>
                <a:lnTo>
                  <a:pt x="623472" y="25539"/>
                </a:lnTo>
                <a:lnTo>
                  <a:pt x="622944" y="25654"/>
                </a:lnTo>
                <a:lnTo>
                  <a:pt x="622424" y="25781"/>
                </a:lnTo>
                <a:lnTo>
                  <a:pt x="621911" y="25918"/>
                </a:lnTo>
                <a:lnTo>
                  <a:pt x="621406" y="26067"/>
                </a:lnTo>
                <a:lnTo>
                  <a:pt x="620908" y="26226"/>
                </a:lnTo>
                <a:lnTo>
                  <a:pt x="620418" y="26396"/>
                </a:lnTo>
                <a:lnTo>
                  <a:pt x="619935" y="26578"/>
                </a:lnTo>
                <a:lnTo>
                  <a:pt x="619460" y="26770"/>
                </a:lnTo>
                <a:lnTo>
                  <a:pt x="618992" y="26973"/>
                </a:lnTo>
                <a:lnTo>
                  <a:pt x="618532" y="27188"/>
                </a:lnTo>
                <a:lnTo>
                  <a:pt x="618079" y="27413"/>
                </a:lnTo>
                <a:lnTo>
                  <a:pt x="617634" y="27649"/>
                </a:lnTo>
                <a:lnTo>
                  <a:pt x="617196" y="27897"/>
                </a:lnTo>
                <a:lnTo>
                  <a:pt x="616766" y="28155"/>
                </a:lnTo>
                <a:lnTo>
                  <a:pt x="616344" y="28424"/>
                </a:lnTo>
                <a:lnTo>
                  <a:pt x="615930" y="28702"/>
                </a:lnTo>
                <a:lnTo>
                  <a:pt x="615526" y="28990"/>
                </a:lnTo>
                <a:lnTo>
                  <a:pt x="615131" y="29287"/>
                </a:lnTo>
                <a:lnTo>
                  <a:pt x="614744" y="29594"/>
                </a:lnTo>
                <a:lnTo>
                  <a:pt x="614366" y="29911"/>
                </a:lnTo>
                <a:lnTo>
                  <a:pt x="613997" y="30237"/>
                </a:lnTo>
                <a:lnTo>
                  <a:pt x="613637" y="30572"/>
                </a:lnTo>
                <a:lnTo>
                  <a:pt x="613286" y="30918"/>
                </a:lnTo>
                <a:lnTo>
                  <a:pt x="612944" y="31273"/>
                </a:lnTo>
                <a:lnTo>
                  <a:pt x="612611" y="31637"/>
                </a:lnTo>
                <a:lnTo>
                  <a:pt x="612287" y="32011"/>
                </a:lnTo>
                <a:lnTo>
                  <a:pt x="611971" y="32395"/>
                </a:lnTo>
                <a:lnTo>
                  <a:pt x="611664" y="32788"/>
                </a:lnTo>
                <a:lnTo>
                  <a:pt x="611367" y="33191"/>
                </a:lnTo>
                <a:lnTo>
                  <a:pt x="611078" y="33603"/>
                </a:lnTo>
                <a:lnTo>
                  <a:pt x="610798" y="34026"/>
                </a:lnTo>
                <a:lnTo>
                  <a:pt x="610527" y="34457"/>
                </a:lnTo>
                <a:lnTo>
                  <a:pt x="610265" y="34898"/>
                </a:lnTo>
                <a:lnTo>
                  <a:pt x="610011" y="35349"/>
                </a:lnTo>
                <a:lnTo>
                  <a:pt x="609767" y="35810"/>
                </a:lnTo>
                <a:lnTo>
                  <a:pt x="609532" y="36280"/>
                </a:lnTo>
                <a:lnTo>
                  <a:pt x="609305" y="36759"/>
                </a:lnTo>
                <a:lnTo>
                  <a:pt x="609087" y="37248"/>
                </a:lnTo>
                <a:lnTo>
                  <a:pt x="608750" y="26000"/>
                </a:lnTo>
                <a:lnTo>
                  <a:pt x="591642" y="26000"/>
                </a:lnTo>
                <a:lnTo>
                  <a:pt x="591642" y="92548"/>
                </a:lnTo>
                <a:lnTo>
                  <a:pt x="609491" y="92548"/>
                </a:lnTo>
                <a:lnTo>
                  <a:pt x="609491" y="48034"/>
                </a:lnTo>
                <a:lnTo>
                  <a:pt x="609672" y="47779"/>
                </a:lnTo>
                <a:lnTo>
                  <a:pt x="609856" y="47529"/>
                </a:lnTo>
                <a:lnTo>
                  <a:pt x="610043" y="47283"/>
                </a:lnTo>
                <a:close/>
                <a:moveTo>
                  <a:pt x="852222" y="92548"/>
                </a:moveTo>
                <a:lnTo>
                  <a:pt x="852222" y="26000"/>
                </a:lnTo>
                <a:lnTo>
                  <a:pt x="834372" y="26000"/>
                </a:lnTo>
                <a:lnTo>
                  <a:pt x="834372" y="92548"/>
                </a:lnTo>
                <a:lnTo>
                  <a:pt x="852222" y="92548"/>
                </a:lnTo>
                <a:close/>
                <a:moveTo>
                  <a:pt x="151204" y="93649"/>
                </a:moveTo>
                <a:lnTo>
                  <a:pt x="151908" y="93601"/>
                </a:lnTo>
                <a:lnTo>
                  <a:pt x="152604" y="93543"/>
                </a:lnTo>
                <a:lnTo>
                  <a:pt x="153291" y="93476"/>
                </a:lnTo>
                <a:lnTo>
                  <a:pt x="153971" y="93401"/>
                </a:lnTo>
                <a:lnTo>
                  <a:pt x="154643" y="93316"/>
                </a:lnTo>
                <a:lnTo>
                  <a:pt x="155308" y="93223"/>
                </a:lnTo>
                <a:lnTo>
                  <a:pt x="155964" y="93121"/>
                </a:lnTo>
                <a:lnTo>
                  <a:pt x="156613" y="93010"/>
                </a:lnTo>
                <a:lnTo>
                  <a:pt x="157253" y="92890"/>
                </a:lnTo>
                <a:lnTo>
                  <a:pt x="157886" y="92761"/>
                </a:lnTo>
                <a:lnTo>
                  <a:pt x="158511" y="92623"/>
                </a:lnTo>
                <a:lnTo>
                  <a:pt x="159129" y="92476"/>
                </a:lnTo>
                <a:lnTo>
                  <a:pt x="159738" y="92321"/>
                </a:lnTo>
                <a:lnTo>
                  <a:pt x="160340" y="92156"/>
                </a:lnTo>
                <a:lnTo>
                  <a:pt x="160933" y="91983"/>
                </a:lnTo>
                <a:lnTo>
                  <a:pt x="161519" y="91801"/>
                </a:lnTo>
                <a:lnTo>
                  <a:pt x="162097" y="91610"/>
                </a:lnTo>
                <a:lnTo>
                  <a:pt x="162668" y="91410"/>
                </a:lnTo>
                <a:lnTo>
                  <a:pt x="163230" y="91201"/>
                </a:lnTo>
                <a:lnTo>
                  <a:pt x="163784" y="90983"/>
                </a:lnTo>
                <a:lnTo>
                  <a:pt x="164328" y="90756"/>
                </a:lnTo>
                <a:lnTo>
                  <a:pt x="164861" y="90520"/>
                </a:lnTo>
                <a:lnTo>
                  <a:pt x="165386" y="90275"/>
                </a:lnTo>
                <a:lnTo>
                  <a:pt x="165900" y="90020"/>
                </a:lnTo>
                <a:lnTo>
                  <a:pt x="166404" y="89757"/>
                </a:lnTo>
                <a:lnTo>
                  <a:pt x="166899" y="89484"/>
                </a:lnTo>
                <a:lnTo>
                  <a:pt x="167384" y="89203"/>
                </a:lnTo>
                <a:lnTo>
                  <a:pt x="167859" y="88912"/>
                </a:lnTo>
                <a:lnTo>
                  <a:pt x="168324" y="88612"/>
                </a:lnTo>
                <a:lnTo>
                  <a:pt x="168779" y="88303"/>
                </a:lnTo>
                <a:lnTo>
                  <a:pt x="169225" y="87985"/>
                </a:lnTo>
                <a:lnTo>
                  <a:pt x="169661" y="87657"/>
                </a:lnTo>
                <a:lnTo>
                  <a:pt x="170087" y="87321"/>
                </a:lnTo>
                <a:lnTo>
                  <a:pt x="170503" y="86975"/>
                </a:lnTo>
                <a:lnTo>
                  <a:pt x="170909" y="86621"/>
                </a:lnTo>
                <a:lnTo>
                  <a:pt x="171305" y="86257"/>
                </a:lnTo>
                <a:lnTo>
                  <a:pt x="171692" y="85884"/>
                </a:lnTo>
                <a:lnTo>
                  <a:pt x="172069" y="85502"/>
                </a:lnTo>
                <a:lnTo>
                  <a:pt x="172436" y="85111"/>
                </a:lnTo>
                <a:lnTo>
                  <a:pt x="172793" y="84710"/>
                </a:lnTo>
                <a:lnTo>
                  <a:pt x="173140" y="84301"/>
                </a:lnTo>
                <a:lnTo>
                  <a:pt x="173477" y="83883"/>
                </a:lnTo>
                <a:lnTo>
                  <a:pt x="173805" y="83455"/>
                </a:lnTo>
                <a:lnTo>
                  <a:pt x="174122" y="83018"/>
                </a:lnTo>
                <a:lnTo>
                  <a:pt x="174426" y="82572"/>
                </a:lnTo>
                <a:lnTo>
                  <a:pt x="174718" y="82118"/>
                </a:lnTo>
                <a:lnTo>
                  <a:pt x="174998" y="81654"/>
                </a:lnTo>
                <a:lnTo>
                  <a:pt x="175265" y="81181"/>
                </a:lnTo>
                <a:lnTo>
                  <a:pt x="175521" y="80700"/>
                </a:lnTo>
                <a:lnTo>
                  <a:pt x="175764" y="80209"/>
                </a:lnTo>
                <a:lnTo>
                  <a:pt x="175994" y="79709"/>
                </a:lnTo>
                <a:lnTo>
                  <a:pt x="176213" y="79200"/>
                </a:lnTo>
                <a:lnTo>
                  <a:pt x="176419" y="78683"/>
                </a:lnTo>
                <a:lnTo>
                  <a:pt x="176613" y="78156"/>
                </a:lnTo>
                <a:lnTo>
                  <a:pt x="176794" y="77620"/>
                </a:lnTo>
                <a:lnTo>
                  <a:pt x="176963" y="77075"/>
                </a:lnTo>
                <a:lnTo>
                  <a:pt x="177120" y="76522"/>
                </a:lnTo>
                <a:lnTo>
                  <a:pt x="177265" y="75959"/>
                </a:lnTo>
                <a:lnTo>
                  <a:pt x="177398" y="75387"/>
                </a:lnTo>
                <a:lnTo>
                  <a:pt x="177518" y="74806"/>
                </a:lnTo>
                <a:lnTo>
                  <a:pt x="177626" y="74217"/>
                </a:lnTo>
                <a:lnTo>
                  <a:pt x="177721" y="73618"/>
                </a:lnTo>
                <a:lnTo>
                  <a:pt x="177804" y="73010"/>
                </a:lnTo>
                <a:lnTo>
                  <a:pt x="177875" y="72393"/>
                </a:lnTo>
                <a:lnTo>
                  <a:pt x="177934" y="71767"/>
                </a:lnTo>
                <a:lnTo>
                  <a:pt x="177981" y="71133"/>
                </a:lnTo>
                <a:lnTo>
                  <a:pt x="178015" y="70489"/>
                </a:lnTo>
                <a:lnTo>
                  <a:pt x="160435" y="70489"/>
                </a:lnTo>
                <a:lnTo>
                  <a:pt x="160423" y="70912"/>
                </a:lnTo>
                <a:lnTo>
                  <a:pt x="160400" y="71327"/>
                </a:lnTo>
                <a:lnTo>
                  <a:pt x="160364" y="71733"/>
                </a:lnTo>
                <a:lnTo>
                  <a:pt x="160317" y="72130"/>
                </a:lnTo>
                <a:lnTo>
                  <a:pt x="160258" y="72519"/>
                </a:lnTo>
                <a:lnTo>
                  <a:pt x="160186" y="72898"/>
                </a:lnTo>
                <a:lnTo>
                  <a:pt x="160103" y="73269"/>
                </a:lnTo>
                <a:lnTo>
                  <a:pt x="160008" y="73631"/>
                </a:lnTo>
                <a:lnTo>
                  <a:pt x="159901" y="73984"/>
                </a:lnTo>
                <a:lnTo>
                  <a:pt x="159782" y="74329"/>
                </a:lnTo>
                <a:lnTo>
                  <a:pt x="159651" y="74664"/>
                </a:lnTo>
                <a:lnTo>
                  <a:pt x="159509" y="74991"/>
                </a:lnTo>
                <a:lnTo>
                  <a:pt x="159354" y="75309"/>
                </a:lnTo>
                <a:lnTo>
                  <a:pt x="159187" y="75618"/>
                </a:lnTo>
                <a:lnTo>
                  <a:pt x="159009" y="75919"/>
                </a:lnTo>
                <a:lnTo>
                  <a:pt x="158818" y="76210"/>
                </a:lnTo>
                <a:lnTo>
                  <a:pt x="158616" y="76493"/>
                </a:lnTo>
                <a:lnTo>
                  <a:pt x="158402" y="76767"/>
                </a:lnTo>
                <a:lnTo>
                  <a:pt x="158175" y="77032"/>
                </a:lnTo>
                <a:lnTo>
                  <a:pt x="157937" y="77289"/>
                </a:lnTo>
                <a:lnTo>
                  <a:pt x="157687" y="77536"/>
                </a:lnTo>
                <a:lnTo>
                  <a:pt x="157425" y="77775"/>
                </a:lnTo>
                <a:lnTo>
                  <a:pt x="157151" y="78005"/>
                </a:lnTo>
                <a:lnTo>
                  <a:pt x="156865" y="78226"/>
                </a:lnTo>
                <a:lnTo>
                  <a:pt x="156569" y="78439"/>
                </a:lnTo>
                <a:lnTo>
                  <a:pt x="156265" y="78642"/>
                </a:lnTo>
                <a:lnTo>
                  <a:pt x="155954" y="78836"/>
                </a:lnTo>
                <a:lnTo>
                  <a:pt x="155634" y="79021"/>
                </a:lnTo>
                <a:lnTo>
                  <a:pt x="155306" y="79197"/>
                </a:lnTo>
                <a:lnTo>
                  <a:pt x="154971" y="79365"/>
                </a:lnTo>
                <a:lnTo>
                  <a:pt x="154627" y="79523"/>
                </a:lnTo>
                <a:lnTo>
                  <a:pt x="154275" y="79672"/>
                </a:lnTo>
                <a:lnTo>
                  <a:pt x="153916" y="79812"/>
                </a:lnTo>
                <a:lnTo>
                  <a:pt x="153549" y="79943"/>
                </a:lnTo>
                <a:lnTo>
                  <a:pt x="153173" y="80065"/>
                </a:lnTo>
                <a:lnTo>
                  <a:pt x="152790" y="80178"/>
                </a:lnTo>
                <a:lnTo>
                  <a:pt x="152399" y="80281"/>
                </a:lnTo>
                <a:lnTo>
                  <a:pt x="151999" y="80376"/>
                </a:lnTo>
                <a:lnTo>
                  <a:pt x="151592" y="80462"/>
                </a:lnTo>
                <a:lnTo>
                  <a:pt x="151177" y="80539"/>
                </a:lnTo>
                <a:lnTo>
                  <a:pt x="150754" y="80607"/>
                </a:lnTo>
                <a:lnTo>
                  <a:pt x="150323" y="80665"/>
                </a:lnTo>
                <a:lnTo>
                  <a:pt x="149884" y="80715"/>
                </a:lnTo>
                <a:lnTo>
                  <a:pt x="149437" y="80756"/>
                </a:lnTo>
                <a:lnTo>
                  <a:pt x="148982" y="80787"/>
                </a:lnTo>
                <a:lnTo>
                  <a:pt x="148519" y="80810"/>
                </a:lnTo>
                <a:lnTo>
                  <a:pt x="148048" y="80823"/>
                </a:lnTo>
                <a:lnTo>
                  <a:pt x="147570" y="80828"/>
                </a:lnTo>
                <a:lnTo>
                  <a:pt x="147108" y="80824"/>
                </a:lnTo>
                <a:lnTo>
                  <a:pt x="146653" y="80811"/>
                </a:lnTo>
                <a:lnTo>
                  <a:pt x="146206" y="80789"/>
                </a:lnTo>
                <a:lnTo>
                  <a:pt x="145766" y="80758"/>
                </a:lnTo>
                <a:lnTo>
                  <a:pt x="145334" y="80719"/>
                </a:lnTo>
                <a:lnTo>
                  <a:pt x="144909" y="80671"/>
                </a:lnTo>
                <a:lnTo>
                  <a:pt x="144492" y="80614"/>
                </a:lnTo>
                <a:lnTo>
                  <a:pt x="144082" y="80549"/>
                </a:lnTo>
                <a:lnTo>
                  <a:pt x="143680" y="80475"/>
                </a:lnTo>
                <a:lnTo>
                  <a:pt x="143285" y="80392"/>
                </a:lnTo>
                <a:lnTo>
                  <a:pt x="142898" y="80300"/>
                </a:lnTo>
                <a:lnTo>
                  <a:pt x="142518" y="80200"/>
                </a:lnTo>
                <a:lnTo>
                  <a:pt x="142146" y="80091"/>
                </a:lnTo>
                <a:lnTo>
                  <a:pt x="141781" y="79973"/>
                </a:lnTo>
                <a:lnTo>
                  <a:pt x="141423" y="79846"/>
                </a:lnTo>
                <a:lnTo>
                  <a:pt x="141074" y="79711"/>
                </a:lnTo>
                <a:lnTo>
                  <a:pt x="140731" y="79567"/>
                </a:lnTo>
                <a:lnTo>
                  <a:pt x="140396" y="79414"/>
                </a:lnTo>
                <a:lnTo>
                  <a:pt x="140069" y="79253"/>
                </a:lnTo>
                <a:lnTo>
                  <a:pt x="139749" y="79083"/>
                </a:lnTo>
                <a:lnTo>
                  <a:pt x="139436" y="78904"/>
                </a:lnTo>
                <a:lnTo>
                  <a:pt x="139131" y="78716"/>
                </a:lnTo>
                <a:lnTo>
                  <a:pt x="138834" y="78520"/>
                </a:lnTo>
                <a:lnTo>
                  <a:pt x="138544" y="78315"/>
                </a:lnTo>
                <a:lnTo>
                  <a:pt x="138261" y="78102"/>
                </a:lnTo>
                <a:lnTo>
                  <a:pt x="137984" y="77884"/>
                </a:lnTo>
                <a:lnTo>
                  <a:pt x="137714" y="77661"/>
                </a:lnTo>
                <a:lnTo>
                  <a:pt x="137450" y="77431"/>
                </a:lnTo>
                <a:lnTo>
                  <a:pt x="137193" y="77196"/>
                </a:lnTo>
                <a:lnTo>
                  <a:pt x="136942" y="76956"/>
                </a:lnTo>
                <a:lnTo>
                  <a:pt x="136698" y="76710"/>
                </a:lnTo>
                <a:lnTo>
                  <a:pt x="136460" y="76458"/>
                </a:lnTo>
                <a:lnTo>
                  <a:pt x="136228" y="76201"/>
                </a:lnTo>
                <a:lnTo>
                  <a:pt x="136003" y="75938"/>
                </a:lnTo>
                <a:lnTo>
                  <a:pt x="135784" y="75669"/>
                </a:lnTo>
                <a:lnTo>
                  <a:pt x="135572" y="75395"/>
                </a:lnTo>
                <a:lnTo>
                  <a:pt x="135366" y="75115"/>
                </a:lnTo>
                <a:lnTo>
                  <a:pt x="135167" y="74829"/>
                </a:lnTo>
                <a:lnTo>
                  <a:pt x="134974" y="74538"/>
                </a:lnTo>
                <a:lnTo>
                  <a:pt x="134787" y="74242"/>
                </a:lnTo>
                <a:lnTo>
                  <a:pt x="134607" y="73939"/>
                </a:lnTo>
                <a:lnTo>
                  <a:pt x="134433" y="73631"/>
                </a:lnTo>
                <a:lnTo>
                  <a:pt x="134266" y="73318"/>
                </a:lnTo>
                <a:lnTo>
                  <a:pt x="134105" y="72998"/>
                </a:lnTo>
                <a:lnTo>
                  <a:pt x="133951" y="72674"/>
                </a:lnTo>
                <a:lnTo>
                  <a:pt x="133803" y="72343"/>
                </a:lnTo>
                <a:lnTo>
                  <a:pt x="133661" y="72007"/>
                </a:lnTo>
                <a:lnTo>
                  <a:pt x="133526" y="71665"/>
                </a:lnTo>
                <a:lnTo>
                  <a:pt x="133396" y="71320"/>
                </a:lnTo>
                <a:lnTo>
                  <a:pt x="133272" y="70972"/>
                </a:lnTo>
                <a:lnTo>
                  <a:pt x="133153" y="70622"/>
                </a:lnTo>
                <a:lnTo>
                  <a:pt x="133038" y="70270"/>
                </a:lnTo>
                <a:lnTo>
                  <a:pt x="132929" y="69916"/>
                </a:lnTo>
                <a:lnTo>
                  <a:pt x="132825" y="69560"/>
                </a:lnTo>
                <a:lnTo>
                  <a:pt x="132726" y="69201"/>
                </a:lnTo>
                <a:lnTo>
                  <a:pt x="132632" y="68840"/>
                </a:lnTo>
                <a:lnTo>
                  <a:pt x="132542" y="68478"/>
                </a:lnTo>
                <a:lnTo>
                  <a:pt x="132458" y="68113"/>
                </a:lnTo>
                <a:lnTo>
                  <a:pt x="132379" y="67745"/>
                </a:lnTo>
                <a:lnTo>
                  <a:pt x="132305" y="67376"/>
                </a:lnTo>
                <a:lnTo>
                  <a:pt x="132236" y="67005"/>
                </a:lnTo>
                <a:lnTo>
                  <a:pt x="132172" y="66631"/>
                </a:lnTo>
                <a:lnTo>
                  <a:pt x="132113" y="66255"/>
                </a:lnTo>
                <a:lnTo>
                  <a:pt x="132059" y="65877"/>
                </a:lnTo>
                <a:lnTo>
                  <a:pt x="132010" y="65497"/>
                </a:lnTo>
                <a:lnTo>
                  <a:pt x="131966" y="65115"/>
                </a:lnTo>
                <a:lnTo>
                  <a:pt x="131927" y="64731"/>
                </a:lnTo>
                <a:lnTo>
                  <a:pt x="131893" y="64344"/>
                </a:lnTo>
                <a:lnTo>
                  <a:pt x="131865" y="63955"/>
                </a:lnTo>
                <a:lnTo>
                  <a:pt x="131841" y="63565"/>
                </a:lnTo>
                <a:lnTo>
                  <a:pt x="131822" y="63172"/>
                </a:lnTo>
                <a:lnTo>
                  <a:pt x="131808" y="62776"/>
                </a:lnTo>
                <a:lnTo>
                  <a:pt x="177948" y="62776"/>
                </a:lnTo>
                <a:lnTo>
                  <a:pt x="177959" y="62713"/>
                </a:lnTo>
                <a:lnTo>
                  <a:pt x="177970" y="62647"/>
                </a:lnTo>
                <a:lnTo>
                  <a:pt x="177980" y="62579"/>
                </a:lnTo>
                <a:lnTo>
                  <a:pt x="177991" y="62509"/>
                </a:lnTo>
                <a:lnTo>
                  <a:pt x="178001" y="62436"/>
                </a:lnTo>
                <a:lnTo>
                  <a:pt x="178011" y="62361"/>
                </a:lnTo>
                <a:lnTo>
                  <a:pt x="178020" y="62284"/>
                </a:lnTo>
                <a:lnTo>
                  <a:pt x="178030" y="62205"/>
                </a:lnTo>
                <a:lnTo>
                  <a:pt x="178039" y="62124"/>
                </a:lnTo>
                <a:lnTo>
                  <a:pt x="178048" y="62040"/>
                </a:lnTo>
                <a:lnTo>
                  <a:pt x="178057" y="61954"/>
                </a:lnTo>
                <a:lnTo>
                  <a:pt x="178065" y="61866"/>
                </a:lnTo>
                <a:lnTo>
                  <a:pt x="178074" y="61775"/>
                </a:lnTo>
                <a:lnTo>
                  <a:pt x="178082" y="61682"/>
                </a:lnTo>
                <a:lnTo>
                  <a:pt x="178090" y="61587"/>
                </a:lnTo>
                <a:lnTo>
                  <a:pt x="178097" y="61490"/>
                </a:lnTo>
                <a:lnTo>
                  <a:pt x="178105" y="61391"/>
                </a:lnTo>
                <a:lnTo>
                  <a:pt x="178112" y="61289"/>
                </a:lnTo>
                <a:lnTo>
                  <a:pt x="178119" y="61185"/>
                </a:lnTo>
                <a:lnTo>
                  <a:pt x="178125" y="61079"/>
                </a:lnTo>
                <a:lnTo>
                  <a:pt x="178132" y="60970"/>
                </a:lnTo>
                <a:lnTo>
                  <a:pt x="178138" y="60860"/>
                </a:lnTo>
                <a:lnTo>
                  <a:pt x="178144" y="60747"/>
                </a:lnTo>
                <a:lnTo>
                  <a:pt x="178150" y="60632"/>
                </a:lnTo>
                <a:lnTo>
                  <a:pt x="178155" y="60516"/>
                </a:lnTo>
                <a:lnTo>
                  <a:pt x="178160" y="60403"/>
                </a:lnTo>
                <a:lnTo>
                  <a:pt x="178165" y="60292"/>
                </a:lnTo>
                <a:lnTo>
                  <a:pt x="178170" y="60182"/>
                </a:lnTo>
                <a:lnTo>
                  <a:pt x="178175" y="60075"/>
                </a:lnTo>
                <a:lnTo>
                  <a:pt x="178179" y="59970"/>
                </a:lnTo>
                <a:lnTo>
                  <a:pt x="178183" y="59867"/>
                </a:lnTo>
                <a:lnTo>
                  <a:pt x="178187" y="59765"/>
                </a:lnTo>
                <a:lnTo>
                  <a:pt x="178191" y="59666"/>
                </a:lnTo>
                <a:lnTo>
                  <a:pt x="178194" y="59569"/>
                </a:lnTo>
                <a:lnTo>
                  <a:pt x="178197" y="59474"/>
                </a:lnTo>
                <a:lnTo>
                  <a:pt x="178200" y="59381"/>
                </a:lnTo>
                <a:lnTo>
                  <a:pt x="178203" y="59290"/>
                </a:lnTo>
                <a:lnTo>
                  <a:pt x="178205" y="59200"/>
                </a:lnTo>
                <a:lnTo>
                  <a:pt x="178208" y="59113"/>
                </a:lnTo>
                <a:lnTo>
                  <a:pt x="178210" y="59028"/>
                </a:lnTo>
                <a:lnTo>
                  <a:pt x="178211" y="58945"/>
                </a:lnTo>
                <a:lnTo>
                  <a:pt x="178213" y="58864"/>
                </a:lnTo>
                <a:lnTo>
                  <a:pt x="178214" y="58785"/>
                </a:lnTo>
                <a:lnTo>
                  <a:pt x="178215" y="58708"/>
                </a:lnTo>
                <a:lnTo>
                  <a:pt x="178216" y="58633"/>
                </a:lnTo>
                <a:lnTo>
                  <a:pt x="178217" y="58559"/>
                </a:lnTo>
                <a:lnTo>
                  <a:pt x="178217" y="58488"/>
                </a:lnTo>
                <a:lnTo>
                  <a:pt x="178217" y="58419"/>
                </a:lnTo>
                <a:lnTo>
                  <a:pt x="178202" y="57093"/>
                </a:lnTo>
                <a:lnTo>
                  <a:pt x="178158" y="55792"/>
                </a:lnTo>
                <a:lnTo>
                  <a:pt x="178084" y="54518"/>
                </a:lnTo>
                <a:lnTo>
                  <a:pt x="177980" y="53268"/>
                </a:lnTo>
                <a:lnTo>
                  <a:pt x="177847" y="52045"/>
                </a:lnTo>
                <a:lnTo>
                  <a:pt x="177684" y="50847"/>
                </a:lnTo>
                <a:lnTo>
                  <a:pt x="177492" y="49674"/>
                </a:lnTo>
                <a:lnTo>
                  <a:pt x="177270" y="48528"/>
                </a:lnTo>
                <a:lnTo>
                  <a:pt x="177019" y="47407"/>
                </a:lnTo>
                <a:lnTo>
                  <a:pt x="176738" y="46311"/>
                </a:lnTo>
                <a:lnTo>
                  <a:pt x="176427" y="45242"/>
                </a:lnTo>
                <a:lnTo>
                  <a:pt x="176087" y="44198"/>
                </a:lnTo>
                <a:lnTo>
                  <a:pt x="175717" y="43179"/>
                </a:lnTo>
                <a:lnTo>
                  <a:pt x="175318" y="42186"/>
                </a:lnTo>
                <a:lnTo>
                  <a:pt x="174889" y="41219"/>
                </a:lnTo>
                <a:lnTo>
                  <a:pt x="174430" y="40278"/>
                </a:lnTo>
                <a:lnTo>
                  <a:pt x="173942" y="39362"/>
                </a:lnTo>
                <a:lnTo>
                  <a:pt x="173424" y="38472"/>
                </a:lnTo>
                <a:lnTo>
                  <a:pt x="172877" y="37607"/>
                </a:lnTo>
                <a:lnTo>
                  <a:pt x="172300" y="36769"/>
                </a:lnTo>
                <a:lnTo>
                  <a:pt x="171693" y="35956"/>
                </a:lnTo>
                <a:lnTo>
                  <a:pt x="171057" y="35168"/>
                </a:lnTo>
                <a:lnTo>
                  <a:pt x="170392" y="34406"/>
                </a:lnTo>
                <a:lnTo>
                  <a:pt x="169696" y="33670"/>
                </a:lnTo>
                <a:lnTo>
                  <a:pt x="168976" y="32962"/>
                </a:lnTo>
                <a:lnTo>
                  <a:pt x="168233" y="32283"/>
                </a:lnTo>
                <a:lnTo>
                  <a:pt x="167470" y="31635"/>
                </a:lnTo>
                <a:lnTo>
                  <a:pt x="166685" y="31018"/>
                </a:lnTo>
                <a:lnTo>
                  <a:pt x="165879" y="30430"/>
                </a:lnTo>
                <a:lnTo>
                  <a:pt x="165051" y="29872"/>
                </a:lnTo>
                <a:lnTo>
                  <a:pt x="164202" y="29345"/>
                </a:lnTo>
                <a:lnTo>
                  <a:pt x="163331" y="28847"/>
                </a:lnTo>
                <a:lnTo>
                  <a:pt x="162439" y="28380"/>
                </a:lnTo>
                <a:lnTo>
                  <a:pt x="161526" y="27943"/>
                </a:lnTo>
                <a:lnTo>
                  <a:pt x="160591" y="27536"/>
                </a:lnTo>
                <a:lnTo>
                  <a:pt x="159635" y="27159"/>
                </a:lnTo>
                <a:lnTo>
                  <a:pt x="158657" y="26813"/>
                </a:lnTo>
                <a:lnTo>
                  <a:pt x="157658" y="26496"/>
                </a:lnTo>
                <a:lnTo>
                  <a:pt x="156638" y="26210"/>
                </a:lnTo>
                <a:lnTo>
                  <a:pt x="155596" y="25954"/>
                </a:lnTo>
                <a:lnTo>
                  <a:pt x="154533" y="25728"/>
                </a:lnTo>
                <a:lnTo>
                  <a:pt x="153449" y="25532"/>
                </a:lnTo>
                <a:lnTo>
                  <a:pt x="152343" y="25366"/>
                </a:lnTo>
                <a:lnTo>
                  <a:pt x="151215" y="25230"/>
                </a:lnTo>
                <a:lnTo>
                  <a:pt x="150067" y="25125"/>
                </a:lnTo>
                <a:lnTo>
                  <a:pt x="148897" y="25050"/>
                </a:lnTo>
                <a:lnTo>
                  <a:pt x="147705" y="25004"/>
                </a:lnTo>
                <a:lnTo>
                  <a:pt x="146492" y="24989"/>
                </a:lnTo>
                <a:lnTo>
                  <a:pt x="145617" y="24996"/>
                </a:lnTo>
                <a:lnTo>
                  <a:pt x="144753" y="25018"/>
                </a:lnTo>
                <a:lnTo>
                  <a:pt x="143900" y="25054"/>
                </a:lnTo>
                <a:lnTo>
                  <a:pt x="143060" y="25104"/>
                </a:lnTo>
                <a:lnTo>
                  <a:pt x="142230" y="25168"/>
                </a:lnTo>
                <a:lnTo>
                  <a:pt x="141413" y="25247"/>
                </a:lnTo>
                <a:lnTo>
                  <a:pt x="140607" y="25340"/>
                </a:lnTo>
                <a:lnTo>
                  <a:pt x="139812" y="25447"/>
                </a:lnTo>
                <a:lnTo>
                  <a:pt x="139030" y="25569"/>
                </a:lnTo>
                <a:lnTo>
                  <a:pt x="138258" y="25705"/>
                </a:lnTo>
                <a:lnTo>
                  <a:pt x="137499" y="25856"/>
                </a:lnTo>
                <a:lnTo>
                  <a:pt x="136751" y="26020"/>
                </a:lnTo>
                <a:lnTo>
                  <a:pt x="136014" y="26199"/>
                </a:lnTo>
                <a:lnTo>
                  <a:pt x="135289" y="26392"/>
                </a:lnTo>
                <a:lnTo>
                  <a:pt x="134576" y="26600"/>
                </a:lnTo>
                <a:lnTo>
                  <a:pt x="133874" y="26822"/>
                </a:lnTo>
                <a:lnTo>
                  <a:pt x="133184" y="27058"/>
                </a:lnTo>
                <a:lnTo>
                  <a:pt x="132505" y="27309"/>
                </a:lnTo>
                <a:lnTo>
                  <a:pt x="131838" y="27574"/>
                </a:lnTo>
                <a:lnTo>
                  <a:pt x="131182" y="27853"/>
                </a:lnTo>
                <a:lnTo>
                  <a:pt x="130538" y="28146"/>
                </a:lnTo>
                <a:lnTo>
                  <a:pt x="129906" y="28454"/>
                </a:lnTo>
                <a:lnTo>
                  <a:pt x="129285" y="28776"/>
                </a:lnTo>
                <a:lnTo>
                  <a:pt x="128676" y="29113"/>
                </a:lnTo>
                <a:lnTo>
                  <a:pt x="128079" y="29463"/>
                </a:lnTo>
                <a:lnTo>
                  <a:pt x="127494" y="29824"/>
                </a:lnTo>
                <a:lnTo>
                  <a:pt x="126921" y="30199"/>
                </a:lnTo>
                <a:lnTo>
                  <a:pt x="126360" y="30585"/>
                </a:lnTo>
                <a:lnTo>
                  <a:pt x="125811" y="30983"/>
                </a:lnTo>
                <a:lnTo>
                  <a:pt x="125275" y="31394"/>
                </a:lnTo>
                <a:lnTo>
                  <a:pt x="124750" y="31817"/>
                </a:lnTo>
                <a:lnTo>
                  <a:pt x="124238" y="32252"/>
                </a:lnTo>
                <a:lnTo>
                  <a:pt x="123738" y="32699"/>
                </a:lnTo>
                <a:lnTo>
                  <a:pt x="123250" y="33159"/>
                </a:lnTo>
                <a:lnTo>
                  <a:pt x="122775" y="33630"/>
                </a:lnTo>
                <a:lnTo>
                  <a:pt x="122311" y="34114"/>
                </a:lnTo>
                <a:lnTo>
                  <a:pt x="121860" y="34610"/>
                </a:lnTo>
                <a:lnTo>
                  <a:pt x="121420" y="35118"/>
                </a:lnTo>
                <a:lnTo>
                  <a:pt x="120993" y="35639"/>
                </a:lnTo>
                <a:lnTo>
                  <a:pt x="120578" y="36171"/>
                </a:lnTo>
                <a:lnTo>
                  <a:pt x="120176" y="36716"/>
                </a:lnTo>
                <a:lnTo>
                  <a:pt x="119785" y="37273"/>
                </a:lnTo>
                <a:lnTo>
                  <a:pt x="119407" y="37842"/>
                </a:lnTo>
                <a:lnTo>
                  <a:pt x="119040" y="38423"/>
                </a:lnTo>
                <a:lnTo>
                  <a:pt x="118686" y="39017"/>
                </a:lnTo>
                <a:lnTo>
                  <a:pt x="118344" y="39623"/>
                </a:lnTo>
                <a:lnTo>
                  <a:pt x="118015" y="40241"/>
                </a:lnTo>
                <a:lnTo>
                  <a:pt x="117697" y="40871"/>
                </a:lnTo>
                <a:lnTo>
                  <a:pt x="117392" y="41512"/>
                </a:lnTo>
                <a:lnTo>
                  <a:pt x="117100" y="42163"/>
                </a:lnTo>
                <a:lnTo>
                  <a:pt x="116821" y="42825"/>
                </a:lnTo>
                <a:lnTo>
                  <a:pt x="116555" y="43496"/>
                </a:lnTo>
                <a:lnTo>
                  <a:pt x="116302" y="44178"/>
                </a:lnTo>
                <a:lnTo>
                  <a:pt x="116062" y="44870"/>
                </a:lnTo>
                <a:lnTo>
                  <a:pt x="115834" y="45572"/>
                </a:lnTo>
                <a:lnTo>
                  <a:pt x="115620" y="46285"/>
                </a:lnTo>
                <a:lnTo>
                  <a:pt x="115419" y="47007"/>
                </a:lnTo>
                <a:lnTo>
                  <a:pt x="115231" y="47740"/>
                </a:lnTo>
                <a:lnTo>
                  <a:pt x="115056" y="48483"/>
                </a:lnTo>
                <a:lnTo>
                  <a:pt x="114893" y="49236"/>
                </a:lnTo>
                <a:lnTo>
                  <a:pt x="114744" y="49999"/>
                </a:lnTo>
                <a:lnTo>
                  <a:pt x="114608" y="50773"/>
                </a:lnTo>
                <a:lnTo>
                  <a:pt x="114484" y="51557"/>
                </a:lnTo>
                <a:lnTo>
                  <a:pt x="114374" y="52350"/>
                </a:lnTo>
                <a:lnTo>
                  <a:pt x="114277" y="53154"/>
                </a:lnTo>
                <a:lnTo>
                  <a:pt x="114192" y="53969"/>
                </a:lnTo>
                <a:lnTo>
                  <a:pt x="114121" y="54793"/>
                </a:lnTo>
                <a:lnTo>
                  <a:pt x="114063" y="55628"/>
                </a:lnTo>
                <a:lnTo>
                  <a:pt x="114017" y="56472"/>
                </a:lnTo>
                <a:lnTo>
                  <a:pt x="113985" y="57327"/>
                </a:lnTo>
                <a:lnTo>
                  <a:pt x="113965" y="58192"/>
                </a:lnTo>
                <a:lnTo>
                  <a:pt x="113959" y="59068"/>
                </a:lnTo>
                <a:lnTo>
                  <a:pt x="113965" y="59971"/>
                </a:lnTo>
                <a:lnTo>
                  <a:pt x="113985" y="60863"/>
                </a:lnTo>
                <a:lnTo>
                  <a:pt x="114019" y="61745"/>
                </a:lnTo>
                <a:lnTo>
                  <a:pt x="114065" y="62616"/>
                </a:lnTo>
                <a:lnTo>
                  <a:pt x="114125" y="63476"/>
                </a:lnTo>
                <a:lnTo>
                  <a:pt x="114199" y="64324"/>
                </a:lnTo>
                <a:lnTo>
                  <a:pt x="114285" y="65162"/>
                </a:lnTo>
                <a:lnTo>
                  <a:pt x="114385" y="65990"/>
                </a:lnTo>
                <a:lnTo>
                  <a:pt x="114499" y="66806"/>
                </a:lnTo>
                <a:lnTo>
                  <a:pt x="114625" y="67611"/>
                </a:lnTo>
                <a:lnTo>
                  <a:pt x="114765" y="68406"/>
                </a:lnTo>
                <a:lnTo>
                  <a:pt x="114919" y="69190"/>
                </a:lnTo>
                <a:lnTo>
                  <a:pt x="115085" y="69962"/>
                </a:lnTo>
                <a:lnTo>
                  <a:pt x="115265" y="70724"/>
                </a:lnTo>
                <a:lnTo>
                  <a:pt x="115458" y="71475"/>
                </a:lnTo>
                <a:lnTo>
                  <a:pt x="115665" y="72215"/>
                </a:lnTo>
                <a:lnTo>
                  <a:pt x="115885" y="72944"/>
                </a:lnTo>
                <a:lnTo>
                  <a:pt x="116118" y="73663"/>
                </a:lnTo>
                <a:lnTo>
                  <a:pt x="116365" y="74370"/>
                </a:lnTo>
                <a:lnTo>
                  <a:pt x="116625" y="75067"/>
                </a:lnTo>
                <a:lnTo>
                  <a:pt x="116898" y="75753"/>
                </a:lnTo>
                <a:lnTo>
                  <a:pt x="117185" y="76427"/>
                </a:lnTo>
                <a:lnTo>
                  <a:pt x="117485" y="77091"/>
                </a:lnTo>
                <a:lnTo>
                  <a:pt x="117798" y="77744"/>
                </a:lnTo>
                <a:lnTo>
                  <a:pt x="118124" y="78385"/>
                </a:lnTo>
                <a:lnTo>
                  <a:pt x="118463" y="79014"/>
                </a:lnTo>
                <a:lnTo>
                  <a:pt x="118815" y="79630"/>
                </a:lnTo>
                <a:lnTo>
                  <a:pt x="119179" y="80233"/>
                </a:lnTo>
                <a:lnTo>
                  <a:pt x="119556" y="80823"/>
                </a:lnTo>
                <a:lnTo>
                  <a:pt x="119945" y="81401"/>
                </a:lnTo>
                <a:lnTo>
                  <a:pt x="120347" y="81966"/>
                </a:lnTo>
                <a:lnTo>
                  <a:pt x="120762" y="82519"/>
                </a:lnTo>
                <a:lnTo>
                  <a:pt x="121189" y="83059"/>
                </a:lnTo>
                <a:lnTo>
                  <a:pt x="121629" y="83586"/>
                </a:lnTo>
                <a:lnTo>
                  <a:pt x="122082" y="84100"/>
                </a:lnTo>
                <a:lnTo>
                  <a:pt x="122547" y="84602"/>
                </a:lnTo>
                <a:lnTo>
                  <a:pt x="123025" y="85091"/>
                </a:lnTo>
                <a:lnTo>
                  <a:pt x="123515" y="85568"/>
                </a:lnTo>
                <a:lnTo>
                  <a:pt x="124018" y="86032"/>
                </a:lnTo>
                <a:lnTo>
                  <a:pt x="124534" y="86483"/>
                </a:lnTo>
                <a:lnTo>
                  <a:pt x="125062" y="86921"/>
                </a:lnTo>
                <a:lnTo>
                  <a:pt x="125603" y="87347"/>
                </a:lnTo>
                <a:lnTo>
                  <a:pt x="126157" y="87761"/>
                </a:lnTo>
                <a:lnTo>
                  <a:pt x="126723" y="88161"/>
                </a:lnTo>
                <a:lnTo>
                  <a:pt x="127302" y="88549"/>
                </a:lnTo>
                <a:lnTo>
                  <a:pt x="127893" y="88924"/>
                </a:lnTo>
                <a:lnTo>
                  <a:pt x="128497" y="89287"/>
                </a:lnTo>
                <a:lnTo>
                  <a:pt x="129114" y="89637"/>
                </a:lnTo>
                <a:lnTo>
                  <a:pt x="129743" y="89973"/>
                </a:lnTo>
                <a:lnTo>
                  <a:pt x="130384" y="90296"/>
                </a:lnTo>
                <a:lnTo>
                  <a:pt x="131038" y="90603"/>
                </a:lnTo>
                <a:lnTo>
                  <a:pt x="131703" y="90897"/>
                </a:lnTo>
                <a:lnTo>
                  <a:pt x="132381" y="91176"/>
                </a:lnTo>
                <a:lnTo>
                  <a:pt x="133071" y="91441"/>
                </a:lnTo>
                <a:lnTo>
                  <a:pt x="133773" y="91692"/>
                </a:lnTo>
                <a:lnTo>
                  <a:pt x="134488" y="91928"/>
                </a:lnTo>
                <a:lnTo>
                  <a:pt x="135214" y="92150"/>
                </a:lnTo>
                <a:lnTo>
                  <a:pt x="135953" y="92357"/>
                </a:lnTo>
                <a:lnTo>
                  <a:pt x="136703" y="92551"/>
                </a:lnTo>
                <a:lnTo>
                  <a:pt x="137466" y="92730"/>
                </a:lnTo>
                <a:lnTo>
                  <a:pt x="138241" y="92894"/>
                </a:lnTo>
                <a:lnTo>
                  <a:pt x="139029" y="93045"/>
                </a:lnTo>
                <a:lnTo>
                  <a:pt x="139828" y="93181"/>
                </a:lnTo>
                <a:lnTo>
                  <a:pt x="140639" y="93302"/>
                </a:lnTo>
                <a:lnTo>
                  <a:pt x="141463" y="93410"/>
                </a:lnTo>
                <a:lnTo>
                  <a:pt x="142299" y="93503"/>
                </a:lnTo>
                <a:lnTo>
                  <a:pt x="143147" y="93582"/>
                </a:lnTo>
                <a:lnTo>
                  <a:pt x="144007" y="93646"/>
                </a:lnTo>
                <a:lnTo>
                  <a:pt x="144880" y="93696"/>
                </a:lnTo>
                <a:lnTo>
                  <a:pt x="145764" y="93732"/>
                </a:lnTo>
                <a:lnTo>
                  <a:pt x="146661" y="93753"/>
                </a:lnTo>
                <a:lnTo>
                  <a:pt x="147570" y="93760"/>
                </a:lnTo>
                <a:lnTo>
                  <a:pt x="148312" y="93756"/>
                </a:lnTo>
                <a:lnTo>
                  <a:pt x="149047" y="93743"/>
                </a:lnTo>
                <a:lnTo>
                  <a:pt x="149774" y="93720"/>
                </a:lnTo>
                <a:lnTo>
                  <a:pt x="150493" y="93689"/>
                </a:lnTo>
                <a:lnTo>
                  <a:pt x="151204" y="93649"/>
                </a:lnTo>
                <a:close/>
                <a:moveTo>
                  <a:pt x="132332" y="48741"/>
                </a:moveTo>
                <a:lnTo>
                  <a:pt x="132433" y="48231"/>
                </a:lnTo>
                <a:lnTo>
                  <a:pt x="132547" y="47733"/>
                </a:lnTo>
                <a:lnTo>
                  <a:pt x="132673" y="47245"/>
                </a:lnTo>
                <a:lnTo>
                  <a:pt x="132811" y="46769"/>
                </a:lnTo>
                <a:lnTo>
                  <a:pt x="132961" y="46305"/>
                </a:lnTo>
                <a:lnTo>
                  <a:pt x="133124" y="45851"/>
                </a:lnTo>
                <a:lnTo>
                  <a:pt x="133299" y="45409"/>
                </a:lnTo>
                <a:lnTo>
                  <a:pt x="133486" y="44979"/>
                </a:lnTo>
                <a:lnTo>
                  <a:pt x="133685" y="44559"/>
                </a:lnTo>
                <a:lnTo>
                  <a:pt x="133897" y="44151"/>
                </a:lnTo>
                <a:lnTo>
                  <a:pt x="134121" y="43755"/>
                </a:lnTo>
                <a:lnTo>
                  <a:pt x="134357" y="43369"/>
                </a:lnTo>
                <a:lnTo>
                  <a:pt x="134606" y="42995"/>
                </a:lnTo>
                <a:lnTo>
                  <a:pt x="134867" y="42633"/>
                </a:lnTo>
                <a:lnTo>
                  <a:pt x="135140" y="42281"/>
                </a:lnTo>
                <a:lnTo>
                  <a:pt x="135425" y="41941"/>
                </a:lnTo>
                <a:lnTo>
                  <a:pt x="135723" y="41612"/>
                </a:lnTo>
                <a:lnTo>
                  <a:pt x="136033" y="41295"/>
                </a:lnTo>
                <a:lnTo>
                  <a:pt x="136355" y="40989"/>
                </a:lnTo>
                <a:lnTo>
                  <a:pt x="136687" y="40694"/>
                </a:lnTo>
                <a:lnTo>
                  <a:pt x="137027" y="40413"/>
                </a:lnTo>
                <a:lnTo>
                  <a:pt x="137375" y="40144"/>
                </a:lnTo>
                <a:lnTo>
                  <a:pt x="137731" y="39887"/>
                </a:lnTo>
                <a:lnTo>
                  <a:pt x="138095" y="39643"/>
                </a:lnTo>
                <a:lnTo>
                  <a:pt x="138466" y="39411"/>
                </a:lnTo>
                <a:lnTo>
                  <a:pt x="138845" y="39192"/>
                </a:lnTo>
                <a:lnTo>
                  <a:pt x="139232" y="38985"/>
                </a:lnTo>
                <a:lnTo>
                  <a:pt x="139627" y="38791"/>
                </a:lnTo>
                <a:lnTo>
                  <a:pt x="140030" y="38610"/>
                </a:lnTo>
                <a:lnTo>
                  <a:pt x="140441" y="38441"/>
                </a:lnTo>
                <a:lnTo>
                  <a:pt x="140859" y="38284"/>
                </a:lnTo>
                <a:lnTo>
                  <a:pt x="141286" y="38140"/>
                </a:lnTo>
                <a:lnTo>
                  <a:pt x="141720" y="38009"/>
                </a:lnTo>
                <a:lnTo>
                  <a:pt x="142162" y="37890"/>
                </a:lnTo>
                <a:lnTo>
                  <a:pt x="142612" y="37784"/>
                </a:lnTo>
                <a:lnTo>
                  <a:pt x="143069" y="37690"/>
                </a:lnTo>
                <a:lnTo>
                  <a:pt x="143535" y="37608"/>
                </a:lnTo>
                <a:lnTo>
                  <a:pt x="144008" y="37539"/>
                </a:lnTo>
                <a:lnTo>
                  <a:pt x="144489" y="37483"/>
                </a:lnTo>
                <a:lnTo>
                  <a:pt x="144978" y="37439"/>
                </a:lnTo>
                <a:lnTo>
                  <a:pt x="145475" y="37408"/>
                </a:lnTo>
                <a:lnTo>
                  <a:pt x="145980" y="37389"/>
                </a:lnTo>
                <a:lnTo>
                  <a:pt x="146492" y="37383"/>
                </a:lnTo>
                <a:lnTo>
                  <a:pt x="146993" y="37389"/>
                </a:lnTo>
                <a:lnTo>
                  <a:pt x="147487" y="37407"/>
                </a:lnTo>
                <a:lnTo>
                  <a:pt x="147973" y="37438"/>
                </a:lnTo>
                <a:lnTo>
                  <a:pt x="148452" y="37480"/>
                </a:lnTo>
                <a:lnTo>
                  <a:pt x="148923" y="37535"/>
                </a:lnTo>
                <a:lnTo>
                  <a:pt x="149386" y="37602"/>
                </a:lnTo>
                <a:lnTo>
                  <a:pt x="149842" y="37681"/>
                </a:lnTo>
                <a:lnTo>
                  <a:pt x="150290" y="37772"/>
                </a:lnTo>
                <a:lnTo>
                  <a:pt x="150731" y="37875"/>
                </a:lnTo>
                <a:lnTo>
                  <a:pt x="151164" y="37991"/>
                </a:lnTo>
                <a:lnTo>
                  <a:pt x="151589" y="38119"/>
                </a:lnTo>
                <a:lnTo>
                  <a:pt x="152007" y="38259"/>
                </a:lnTo>
                <a:lnTo>
                  <a:pt x="152417" y="38411"/>
                </a:lnTo>
                <a:lnTo>
                  <a:pt x="152820" y="38575"/>
                </a:lnTo>
                <a:lnTo>
                  <a:pt x="153215" y="38751"/>
                </a:lnTo>
                <a:lnTo>
                  <a:pt x="153602" y="38940"/>
                </a:lnTo>
                <a:lnTo>
                  <a:pt x="153982" y="39140"/>
                </a:lnTo>
                <a:lnTo>
                  <a:pt x="154354" y="39353"/>
                </a:lnTo>
                <a:lnTo>
                  <a:pt x="154718" y="39578"/>
                </a:lnTo>
                <a:lnTo>
                  <a:pt x="155075" y="39815"/>
                </a:lnTo>
                <a:lnTo>
                  <a:pt x="155425" y="40065"/>
                </a:lnTo>
                <a:lnTo>
                  <a:pt x="155766" y="40326"/>
                </a:lnTo>
                <a:lnTo>
                  <a:pt x="156101" y="40600"/>
                </a:lnTo>
                <a:lnTo>
                  <a:pt x="156427" y="40885"/>
                </a:lnTo>
                <a:lnTo>
                  <a:pt x="156744" y="41184"/>
                </a:lnTo>
                <a:lnTo>
                  <a:pt x="157047" y="41494"/>
                </a:lnTo>
                <a:lnTo>
                  <a:pt x="157338" y="41817"/>
                </a:lnTo>
                <a:lnTo>
                  <a:pt x="157616" y="42152"/>
                </a:lnTo>
                <a:lnTo>
                  <a:pt x="157882" y="42500"/>
                </a:lnTo>
                <a:lnTo>
                  <a:pt x="158134" y="42860"/>
                </a:lnTo>
                <a:lnTo>
                  <a:pt x="158374" y="43232"/>
                </a:lnTo>
                <a:lnTo>
                  <a:pt x="158601" y="43617"/>
                </a:lnTo>
                <a:lnTo>
                  <a:pt x="158816" y="44014"/>
                </a:lnTo>
                <a:lnTo>
                  <a:pt x="159017" y="44424"/>
                </a:lnTo>
                <a:lnTo>
                  <a:pt x="159206" y="44846"/>
                </a:lnTo>
                <a:lnTo>
                  <a:pt x="159382" y="45281"/>
                </a:lnTo>
                <a:lnTo>
                  <a:pt x="159546" y="45727"/>
                </a:lnTo>
                <a:lnTo>
                  <a:pt x="159697" y="46187"/>
                </a:lnTo>
                <a:lnTo>
                  <a:pt x="159834" y="46658"/>
                </a:lnTo>
                <a:lnTo>
                  <a:pt x="159960" y="47142"/>
                </a:lnTo>
                <a:lnTo>
                  <a:pt x="160072" y="47639"/>
                </a:lnTo>
                <a:lnTo>
                  <a:pt x="160172" y="48147"/>
                </a:lnTo>
                <a:lnTo>
                  <a:pt x="160259" y="48669"/>
                </a:lnTo>
                <a:lnTo>
                  <a:pt x="160333" y="49202"/>
                </a:lnTo>
                <a:lnTo>
                  <a:pt x="160394" y="49748"/>
                </a:lnTo>
                <a:lnTo>
                  <a:pt x="160443" y="50307"/>
                </a:lnTo>
                <a:lnTo>
                  <a:pt x="160479" y="50877"/>
                </a:lnTo>
                <a:lnTo>
                  <a:pt x="160502" y="51460"/>
                </a:lnTo>
                <a:lnTo>
                  <a:pt x="132010" y="51460"/>
                </a:lnTo>
                <a:lnTo>
                  <a:pt x="132050" y="50894"/>
                </a:lnTo>
                <a:lnTo>
                  <a:pt x="132102" y="50339"/>
                </a:lnTo>
                <a:lnTo>
                  <a:pt x="132167" y="49795"/>
                </a:lnTo>
                <a:lnTo>
                  <a:pt x="132243" y="49262"/>
                </a:lnTo>
                <a:lnTo>
                  <a:pt x="132332" y="48741"/>
                </a:lnTo>
                <a:close/>
                <a:moveTo>
                  <a:pt x="348854" y="93649"/>
                </a:moveTo>
                <a:lnTo>
                  <a:pt x="349558" y="93601"/>
                </a:lnTo>
                <a:lnTo>
                  <a:pt x="350253" y="93543"/>
                </a:lnTo>
                <a:lnTo>
                  <a:pt x="350941" y="93476"/>
                </a:lnTo>
                <a:lnTo>
                  <a:pt x="351621" y="93401"/>
                </a:lnTo>
                <a:lnTo>
                  <a:pt x="352293" y="93316"/>
                </a:lnTo>
                <a:lnTo>
                  <a:pt x="352957" y="93223"/>
                </a:lnTo>
                <a:lnTo>
                  <a:pt x="353614" y="93121"/>
                </a:lnTo>
                <a:lnTo>
                  <a:pt x="354262" y="93010"/>
                </a:lnTo>
                <a:lnTo>
                  <a:pt x="354903" y="92890"/>
                </a:lnTo>
                <a:lnTo>
                  <a:pt x="355536" y="92761"/>
                </a:lnTo>
                <a:lnTo>
                  <a:pt x="356161" y="92623"/>
                </a:lnTo>
                <a:lnTo>
                  <a:pt x="356778" y="92476"/>
                </a:lnTo>
                <a:lnTo>
                  <a:pt x="357388" y="92321"/>
                </a:lnTo>
                <a:lnTo>
                  <a:pt x="357989" y="92156"/>
                </a:lnTo>
                <a:lnTo>
                  <a:pt x="358583" y="91983"/>
                </a:lnTo>
                <a:lnTo>
                  <a:pt x="359169" y="91801"/>
                </a:lnTo>
                <a:lnTo>
                  <a:pt x="359747" y="91610"/>
                </a:lnTo>
                <a:lnTo>
                  <a:pt x="360317" y="91410"/>
                </a:lnTo>
                <a:lnTo>
                  <a:pt x="360880" y="91201"/>
                </a:lnTo>
                <a:lnTo>
                  <a:pt x="361433" y="90983"/>
                </a:lnTo>
                <a:lnTo>
                  <a:pt x="361977" y="90756"/>
                </a:lnTo>
                <a:lnTo>
                  <a:pt x="362511" y="90520"/>
                </a:lnTo>
                <a:lnTo>
                  <a:pt x="363035" y="90275"/>
                </a:lnTo>
                <a:lnTo>
                  <a:pt x="363550" y="90020"/>
                </a:lnTo>
                <a:lnTo>
                  <a:pt x="364054" y="89757"/>
                </a:lnTo>
                <a:lnTo>
                  <a:pt x="364549" y="89484"/>
                </a:lnTo>
                <a:lnTo>
                  <a:pt x="365034" y="89203"/>
                </a:lnTo>
                <a:lnTo>
                  <a:pt x="365509" y="88912"/>
                </a:lnTo>
                <a:lnTo>
                  <a:pt x="365974" y="88612"/>
                </a:lnTo>
                <a:lnTo>
                  <a:pt x="366429" y="88303"/>
                </a:lnTo>
                <a:lnTo>
                  <a:pt x="366875" y="87985"/>
                </a:lnTo>
                <a:lnTo>
                  <a:pt x="367310" y="87657"/>
                </a:lnTo>
                <a:lnTo>
                  <a:pt x="367736" y="87321"/>
                </a:lnTo>
                <a:lnTo>
                  <a:pt x="368152" y="86975"/>
                </a:lnTo>
                <a:lnTo>
                  <a:pt x="368559" y="86621"/>
                </a:lnTo>
                <a:lnTo>
                  <a:pt x="368955" y="86257"/>
                </a:lnTo>
                <a:lnTo>
                  <a:pt x="369342" y="85884"/>
                </a:lnTo>
                <a:lnTo>
                  <a:pt x="369718" y="85502"/>
                </a:lnTo>
                <a:lnTo>
                  <a:pt x="370085" y="85111"/>
                </a:lnTo>
                <a:lnTo>
                  <a:pt x="370442" y="84710"/>
                </a:lnTo>
                <a:lnTo>
                  <a:pt x="370790" y="84301"/>
                </a:lnTo>
                <a:lnTo>
                  <a:pt x="371127" y="83883"/>
                </a:lnTo>
                <a:lnTo>
                  <a:pt x="371455" y="83455"/>
                </a:lnTo>
                <a:lnTo>
                  <a:pt x="371772" y="83018"/>
                </a:lnTo>
                <a:lnTo>
                  <a:pt x="372076" y="82572"/>
                </a:lnTo>
                <a:lnTo>
                  <a:pt x="372368" y="82118"/>
                </a:lnTo>
                <a:lnTo>
                  <a:pt x="372648" y="81654"/>
                </a:lnTo>
                <a:lnTo>
                  <a:pt x="372915" y="81181"/>
                </a:lnTo>
                <a:lnTo>
                  <a:pt x="373170" y="80700"/>
                </a:lnTo>
                <a:lnTo>
                  <a:pt x="373413" y="80209"/>
                </a:lnTo>
                <a:lnTo>
                  <a:pt x="373644" y="79709"/>
                </a:lnTo>
                <a:lnTo>
                  <a:pt x="373862" y="79200"/>
                </a:lnTo>
                <a:lnTo>
                  <a:pt x="374068" y="78683"/>
                </a:lnTo>
                <a:lnTo>
                  <a:pt x="374262" y="78156"/>
                </a:lnTo>
                <a:lnTo>
                  <a:pt x="374444" y="77620"/>
                </a:lnTo>
                <a:lnTo>
                  <a:pt x="374613" y="77075"/>
                </a:lnTo>
                <a:lnTo>
                  <a:pt x="374770" y="76522"/>
                </a:lnTo>
                <a:lnTo>
                  <a:pt x="374915" y="75959"/>
                </a:lnTo>
                <a:lnTo>
                  <a:pt x="375047" y="75387"/>
                </a:lnTo>
                <a:lnTo>
                  <a:pt x="375167" y="74806"/>
                </a:lnTo>
                <a:lnTo>
                  <a:pt x="375275" y="74217"/>
                </a:lnTo>
                <a:lnTo>
                  <a:pt x="375371" y="73618"/>
                </a:lnTo>
                <a:lnTo>
                  <a:pt x="375454" y="73010"/>
                </a:lnTo>
                <a:lnTo>
                  <a:pt x="375525" y="72393"/>
                </a:lnTo>
                <a:lnTo>
                  <a:pt x="375584" y="71767"/>
                </a:lnTo>
                <a:lnTo>
                  <a:pt x="375630" y="71133"/>
                </a:lnTo>
                <a:lnTo>
                  <a:pt x="375665" y="70489"/>
                </a:lnTo>
                <a:lnTo>
                  <a:pt x="358085" y="70489"/>
                </a:lnTo>
                <a:lnTo>
                  <a:pt x="358073" y="70912"/>
                </a:lnTo>
                <a:lnTo>
                  <a:pt x="358050" y="71327"/>
                </a:lnTo>
                <a:lnTo>
                  <a:pt x="358014" y="71733"/>
                </a:lnTo>
                <a:lnTo>
                  <a:pt x="357967" y="72130"/>
                </a:lnTo>
                <a:lnTo>
                  <a:pt x="357907" y="72519"/>
                </a:lnTo>
                <a:lnTo>
                  <a:pt x="357836" y="72898"/>
                </a:lnTo>
                <a:lnTo>
                  <a:pt x="357753" y="73269"/>
                </a:lnTo>
                <a:lnTo>
                  <a:pt x="357658" y="73631"/>
                </a:lnTo>
                <a:lnTo>
                  <a:pt x="357551" y="73984"/>
                </a:lnTo>
                <a:lnTo>
                  <a:pt x="357432" y="74329"/>
                </a:lnTo>
                <a:lnTo>
                  <a:pt x="357301" y="74664"/>
                </a:lnTo>
                <a:lnTo>
                  <a:pt x="357158" y="74991"/>
                </a:lnTo>
                <a:lnTo>
                  <a:pt x="357004" y="75309"/>
                </a:lnTo>
                <a:lnTo>
                  <a:pt x="356837" y="75618"/>
                </a:lnTo>
                <a:lnTo>
                  <a:pt x="356659" y="75919"/>
                </a:lnTo>
                <a:lnTo>
                  <a:pt x="356468" y="76210"/>
                </a:lnTo>
                <a:lnTo>
                  <a:pt x="356266" y="76493"/>
                </a:lnTo>
                <a:lnTo>
                  <a:pt x="356051" y="76767"/>
                </a:lnTo>
                <a:lnTo>
                  <a:pt x="355825" y="77032"/>
                </a:lnTo>
                <a:lnTo>
                  <a:pt x="355587" y="77289"/>
                </a:lnTo>
                <a:lnTo>
                  <a:pt x="355337" y="77536"/>
                </a:lnTo>
                <a:lnTo>
                  <a:pt x="355075" y="77775"/>
                </a:lnTo>
                <a:lnTo>
                  <a:pt x="354801" y="78005"/>
                </a:lnTo>
                <a:lnTo>
                  <a:pt x="354515" y="78226"/>
                </a:lnTo>
                <a:lnTo>
                  <a:pt x="354219" y="78439"/>
                </a:lnTo>
                <a:lnTo>
                  <a:pt x="353915" y="78642"/>
                </a:lnTo>
                <a:lnTo>
                  <a:pt x="353603" y="78836"/>
                </a:lnTo>
                <a:lnTo>
                  <a:pt x="353284" y="79021"/>
                </a:lnTo>
                <a:lnTo>
                  <a:pt x="352956" y="79197"/>
                </a:lnTo>
                <a:lnTo>
                  <a:pt x="352620" y="79365"/>
                </a:lnTo>
                <a:lnTo>
                  <a:pt x="352277" y="79523"/>
                </a:lnTo>
                <a:lnTo>
                  <a:pt x="351925" y="79672"/>
                </a:lnTo>
                <a:lnTo>
                  <a:pt x="351566" y="79812"/>
                </a:lnTo>
                <a:lnTo>
                  <a:pt x="351198" y="79943"/>
                </a:lnTo>
                <a:lnTo>
                  <a:pt x="350823" y="80065"/>
                </a:lnTo>
                <a:lnTo>
                  <a:pt x="350440" y="80178"/>
                </a:lnTo>
                <a:lnTo>
                  <a:pt x="350048" y="80281"/>
                </a:lnTo>
                <a:lnTo>
                  <a:pt x="349649" y="80376"/>
                </a:lnTo>
                <a:lnTo>
                  <a:pt x="349242" y="80462"/>
                </a:lnTo>
                <a:lnTo>
                  <a:pt x="348827" y="80539"/>
                </a:lnTo>
                <a:lnTo>
                  <a:pt x="348404" y="80607"/>
                </a:lnTo>
                <a:lnTo>
                  <a:pt x="347973" y="80665"/>
                </a:lnTo>
                <a:lnTo>
                  <a:pt x="347534" y="80715"/>
                </a:lnTo>
                <a:lnTo>
                  <a:pt x="347087" y="80756"/>
                </a:lnTo>
                <a:lnTo>
                  <a:pt x="346632" y="80787"/>
                </a:lnTo>
                <a:lnTo>
                  <a:pt x="346169" y="80810"/>
                </a:lnTo>
                <a:lnTo>
                  <a:pt x="345698" y="80823"/>
                </a:lnTo>
                <a:lnTo>
                  <a:pt x="345219" y="80828"/>
                </a:lnTo>
                <a:lnTo>
                  <a:pt x="344757" y="80824"/>
                </a:lnTo>
                <a:lnTo>
                  <a:pt x="344303" y="80811"/>
                </a:lnTo>
                <a:lnTo>
                  <a:pt x="343855" y="80789"/>
                </a:lnTo>
                <a:lnTo>
                  <a:pt x="343416" y="80758"/>
                </a:lnTo>
                <a:lnTo>
                  <a:pt x="342984" y="80719"/>
                </a:lnTo>
                <a:lnTo>
                  <a:pt x="342559" y="80671"/>
                </a:lnTo>
                <a:lnTo>
                  <a:pt x="342142" y="80614"/>
                </a:lnTo>
                <a:lnTo>
                  <a:pt x="341732" y="80549"/>
                </a:lnTo>
                <a:lnTo>
                  <a:pt x="341330" y="80475"/>
                </a:lnTo>
                <a:lnTo>
                  <a:pt x="340935" y="80392"/>
                </a:lnTo>
                <a:lnTo>
                  <a:pt x="340548" y="80300"/>
                </a:lnTo>
                <a:lnTo>
                  <a:pt x="340168" y="80200"/>
                </a:lnTo>
                <a:lnTo>
                  <a:pt x="339795" y="80091"/>
                </a:lnTo>
                <a:lnTo>
                  <a:pt x="339431" y="79973"/>
                </a:lnTo>
                <a:lnTo>
                  <a:pt x="339073" y="79846"/>
                </a:lnTo>
                <a:lnTo>
                  <a:pt x="338723" y="79711"/>
                </a:lnTo>
                <a:lnTo>
                  <a:pt x="338381" y="79567"/>
                </a:lnTo>
                <a:lnTo>
                  <a:pt x="338046" y="79414"/>
                </a:lnTo>
                <a:lnTo>
                  <a:pt x="337719" y="79253"/>
                </a:lnTo>
                <a:lnTo>
                  <a:pt x="337399" y="79083"/>
                </a:lnTo>
                <a:lnTo>
                  <a:pt x="337086" y="78904"/>
                </a:lnTo>
                <a:lnTo>
                  <a:pt x="336781" y="78716"/>
                </a:lnTo>
                <a:lnTo>
                  <a:pt x="336484" y="78520"/>
                </a:lnTo>
                <a:lnTo>
                  <a:pt x="336194" y="78315"/>
                </a:lnTo>
                <a:lnTo>
                  <a:pt x="335911" y="78102"/>
                </a:lnTo>
                <a:lnTo>
                  <a:pt x="335634" y="77884"/>
                </a:lnTo>
                <a:lnTo>
                  <a:pt x="335364" y="77661"/>
                </a:lnTo>
                <a:lnTo>
                  <a:pt x="335100" y="77431"/>
                </a:lnTo>
                <a:lnTo>
                  <a:pt x="334843" y="77196"/>
                </a:lnTo>
                <a:lnTo>
                  <a:pt x="334592" y="76956"/>
                </a:lnTo>
                <a:lnTo>
                  <a:pt x="334347" y="76710"/>
                </a:lnTo>
                <a:lnTo>
                  <a:pt x="334109" y="76458"/>
                </a:lnTo>
                <a:lnTo>
                  <a:pt x="333878" y="76201"/>
                </a:lnTo>
                <a:lnTo>
                  <a:pt x="333653" y="75938"/>
                </a:lnTo>
                <a:lnTo>
                  <a:pt x="333434" y="75669"/>
                </a:lnTo>
                <a:lnTo>
                  <a:pt x="333222" y="75395"/>
                </a:lnTo>
                <a:lnTo>
                  <a:pt x="333016" y="75115"/>
                </a:lnTo>
                <a:lnTo>
                  <a:pt x="332816" y="74829"/>
                </a:lnTo>
                <a:lnTo>
                  <a:pt x="332623" y="74538"/>
                </a:lnTo>
                <a:lnTo>
                  <a:pt x="332437" y="74242"/>
                </a:lnTo>
                <a:lnTo>
                  <a:pt x="332257" y="73939"/>
                </a:lnTo>
                <a:lnTo>
                  <a:pt x="332083" y="73631"/>
                </a:lnTo>
                <a:lnTo>
                  <a:pt x="331916" y="73318"/>
                </a:lnTo>
                <a:lnTo>
                  <a:pt x="331755" y="72998"/>
                </a:lnTo>
                <a:lnTo>
                  <a:pt x="331600" y="72674"/>
                </a:lnTo>
                <a:lnTo>
                  <a:pt x="331452" y="72343"/>
                </a:lnTo>
                <a:lnTo>
                  <a:pt x="331311" y="72007"/>
                </a:lnTo>
                <a:lnTo>
                  <a:pt x="331176" y="71665"/>
                </a:lnTo>
                <a:lnTo>
                  <a:pt x="331046" y="71320"/>
                </a:lnTo>
                <a:lnTo>
                  <a:pt x="330922" y="70972"/>
                </a:lnTo>
                <a:lnTo>
                  <a:pt x="330803" y="70622"/>
                </a:lnTo>
                <a:lnTo>
                  <a:pt x="330688" y="70270"/>
                </a:lnTo>
                <a:lnTo>
                  <a:pt x="330579" y="69916"/>
                </a:lnTo>
                <a:lnTo>
                  <a:pt x="330475" y="69560"/>
                </a:lnTo>
                <a:lnTo>
                  <a:pt x="330375" y="69201"/>
                </a:lnTo>
                <a:lnTo>
                  <a:pt x="330281" y="68840"/>
                </a:lnTo>
                <a:lnTo>
                  <a:pt x="330192" y="68478"/>
                </a:lnTo>
                <a:lnTo>
                  <a:pt x="330108" y="68113"/>
                </a:lnTo>
                <a:lnTo>
                  <a:pt x="330029" y="67745"/>
                </a:lnTo>
                <a:lnTo>
                  <a:pt x="329955" y="67376"/>
                </a:lnTo>
                <a:lnTo>
                  <a:pt x="329886" y="67005"/>
                </a:lnTo>
                <a:lnTo>
                  <a:pt x="329822" y="66631"/>
                </a:lnTo>
                <a:lnTo>
                  <a:pt x="329763" y="66255"/>
                </a:lnTo>
                <a:lnTo>
                  <a:pt x="329709" y="65877"/>
                </a:lnTo>
                <a:lnTo>
                  <a:pt x="329660" y="65497"/>
                </a:lnTo>
                <a:lnTo>
                  <a:pt x="329616" y="65115"/>
                </a:lnTo>
                <a:lnTo>
                  <a:pt x="329577" y="64731"/>
                </a:lnTo>
                <a:lnTo>
                  <a:pt x="329543" y="64344"/>
                </a:lnTo>
                <a:lnTo>
                  <a:pt x="329514" y="63955"/>
                </a:lnTo>
                <a:lnTo>
                  <a:pt x="329491" y="63565"/>
                </a:lnTo>
                <a:lnTo>
                  <a:pt x="329472" y="63172"/>
                </a:lnTo>
                <a:lnTo>
                  <a:pt x="329458" y="62776"/>
                </a:lnTo>
                <a:lnTo>
                  <a:pt x="375597" y="62776"/>
                </a:lnTo>
                <a:lnTo>
                  <a:pt x="375608" y="62713"/>
                </a:lnTo>
                <a:lnTo>
                  <a:pt x="375619" y="62647"/>
                </a:lnTo>
                <a:lnTo>
                  <a:pt x="375630" y="62579"/>
                </a:lnTo>
                <a:lnTo>
                  <a:pt x="375640" y="62509"/>
                </a:lnTo>
                <a:lnTo>
                  <a:pt x="375651" y="62436"/>
                </a:lnTo>
                <a:lnTo>
                  <a:pt x="375660" y="62361"/>
                </a:lnTo>
                <a:lnTo>
                  <a:pt x="375670" y="62284"/>
                </a:lnTo>
                <a:lnTo>
                  <a:pt x="375680" y="62205"/>
                </a:lnTo>
                <a:lnTo>
                  <a:pt x="375689" y="62124"/>
                </a:lnTo>
                <a:lnTo>
                  <a:pt x="375698" y="62040"/>
                </a:lnTo>
                <a:lnTo>
                  <a:pt x="375707" y="61954"/>
                </a:lnTo>
                <a:lnTo>
                  <a:pt x="375715" y="61866"/>
                </a:lnTo>
                <a:lnTo>
                  <a:pt x="375724" y="61775"/>
                </a:lnTo>
                <a:lnTo>
                  <a:pt x="375732" y="61682"/>
                </a:lnTo>
                <a:lnTo>
                  <a:pt x="375739" y="61587"/>
                </a:lnTo>
                <a:lnTo>
                  <a:pt x="375747" y="61490"/>
                </a:lnTo>
                <a:lnTo>
                  <a:pt x="375754" y="61391"/>
                </a:lnTo>
                <a:lnTo>
                  <a:pt x="375762" y="61289"/>
                </a:lnTo>
                <a:lnTo>
                  <a:pt x="375768" y="61185"/>
                </a:lnTo>
                <a:lnTo>
                  <a:pt x="375775" y="61079"/>
                </a:lnTo>
                <a:lnTo>
                  <a:pt x="375782" y="60970"/>
                </a:lnTo>
                <a:lnTo>
                  <a:pt x="375788" y="60860"/>
                </a:lnTo>
                <a:lnTo>
                  <a:pt x="375794" y="60747"/>
                </a:lnTo>
                <a:lnTo>
                  <a:pt x="375799" y="60632"/>
                </a:lnTo>
                <a:lnTo>
                  <a:pt x="375805" y="60516"/>
                </a:lnTo>
                <a:lnTo>
                  <a:pt x="375810" y="60403"/>
                </a:lnTo>
                <a:lnTo>
                  <a:pt x="375815" y="60292"/>
                </a:lnTo>
                <a:lnTo>
                  <a:pt x="375820" y="60182"/>
                </a:lnTo>
                <a:lnTo>
                  <a:pt x="375825" y="60075"/>
                </a:lnTo>
                <a:lnTo>
                  <a:pt x="375829" y="59970"/>
                </a:lnTo>
                <a:lnTo>
                  <a:pt x="375833" y="59867"/>
                </a:lnTo>
                <a:lnTo>
                  <a:pt x="375837" y="59765"/>
                </a:lnTo>
                <a:lnTo>
                  <a:pt x="375840" y="59666"/>
                </a:lnTo>
                <a:lnTo>
                  <a:pt x="375844" y="59569"/>
                </a:lnTo>
                <a:lnTo>
                  <a:pt x="375847" y="59474"/>
                </a:lnTo>
                <a:lnTo>
                  <a:pt x="375850" y="59381"/>
                </a:lnTo>
                <a:lnTo>
                  <a:pt x="375853" y="59290"/>
                </a:lnTo>
                <a:lnTo>
                  <a:pt x="375855" y="59200"/>
                </a:lnTo>
                <a:lnTo>
                  <a:pt x="375857" y="59113"/>
                </a:lnTo>
                <a:lnTo>
                  <a:pt x="375859" y="59028"/>
                </a:lnTo>
                <a:lnTo>
                  <a:pt x="375861" y="58945"/>
                </a:lnTo>
                <a:lnTo>
                  <a:pt x="375863" y="58864"/>
                </a:lnTo>
                <a:lnTo>
                  <a:pt x="375864" y="58785"/>
                </a:lnTo>
                <a:lnTo>
                  <a:pt x="375865" y="58708"/>
                </a:lnTo>
                <a:lnTo>
                  <a:pt x="375866" y="58633"/>
                </a:lnTo>
                <a:lnTo>
                  <a:pt x="375866" y="58559"/>
                </a:lnTo>
                <a:lnTo>
                  <a:pt x="375867" y="58488"/>
                </a:lnTo>
                <a:lnTo>
                  <a:pt x="375867" y="58419"/>
                </a:lnTo>
                <a:lnTo>
                  <a:pt x="375852" y="57093"/>
                </a:lnTo>
                <a:lnTo>
                  <a:pt x="375808" y="55792"/>
                </a:lnTo>
                <a:lnTo>
                  <a:pt x="375734" y="54518"/>
                </a:lnTo>
                <a:lnTo>
                  <a:pt x="375630" y="53268"/>
                </a:lnTo>
                <a:lnTo>
                  <a:pt x="375497" y="52045"/>
                </a:lnTo>
                <a:lnTo>
                  <a:pt x="375334" y="50847"/>
                </a:lnTo>
                <a:lnTo>
                  <a:pt x="375142" y="49674"/>
                </a:lnTo>
                <a:lnTo>
                  <a:pt x="374920" y="48528"/>
                </a:lnTo>
                <a:lnTo>
                  <a:pt x="374669" y="47407"/>
                </a:lnTo>
                <a:lnTo>
                  <a:pt x="374387" y="46311"/>
                </a:lnTo>
                <a:lnTo>
                  <a:pt x="374077" y="45242"/>
                </a:lnTo>
                <a:lnTo>
                  <a:pt x="373737" y="44198"/>
                </a:lnTo>
                <a:lnTo>
                  <a:pt x="373367" y="43179"/>
                </a:lnTo>
                <a:lnTo>
                  <a:pt x="372967" y="42186"/>
                </a:lnTo>
                <a:lnTo>
                  <a:pt x="372538" y="41219"/>
                </a:lnTo>
                <a:lnTo>
                  <a:pt x="372080" y="40278"/>
                </a:lnTo>
                <a:lnTo>
                  <a:pt x="371592" y="39362"/>
                </a:lnTo>
                <a:lnTo>
                  <a:pt x="371074" y="38472"/>
                </a:lnTo>
                <a:lnTo>
                  <a:pt x="370527" y="37607"/>
                </a:lnTo>
                <a:lnTo>
                  <a:pt x="369950" y="36769"/>
                </a:lnTo>
                <a:lnTo>
                  <a:pt x="369343" y="35956"/>
                </a:lnTo>
                <a:lnTo>
                  <a:pt x="368707" y="35168"/>
                </a:lnTo>
                <a:lnTo>
                  <a:pt x="368041" y="34406"/>
                </a:lnTo>
                <a:lnTo>
                  <a:pt x="367346" y="33670"/>
                </a:lnTo>
                <a:lnTo>
                  <a:pt x="366625" y="32962"/>
                </a:lnTo>
                <a:lnTo>
                  <a:pt x="365883" y="32283"/>
                </a:lnTo>
                <a:lnTo>
                  <a:pt x="365120" y="31635"/>
                </a:lnTo>
                <a:lnTo>
                  <a:pt x="364335" y="31018"/>
                </a:lnTo>
                <a:lnTo>
                  <a:pt x="363528" y="30430"/>
                </a:lnTo>
                <a:lnTo>
                  <a:pt x="362701" y="29872"/>
                </a:lnTo>
                <a:lnTo>
                  <a:pt x="361851" y="29345"/>
                </a:lnTo>
                <a:lnTo>
                  <a:pt x="360981" y="28847"/>
                </a:lnTo>
                <a:lnTo>
                  <a:pt x="360089" y="28380"/>
                </a:lnTo>
                <a:lnTo>
                  <a:pt x="359176" y="27943"/>
                </a:lnTo>
                <a:lnTo>
                  <a:pt x="358241" y="27536"/>
                </a:lnTo>
                <a:lnTo>
                  <a:pt x="357285" y="27159"/>
                </a:lnTo>
                <a:lnTo>
                  <a:pt x="356307" y="26813"/>
                </a:lnTo>
                <a:lnTo>
                  <a:pt x="355308" y="26496"/>
                </a:lnTo>
                <a:lnTo>
                  <a:pt x="354288" y="26210"/>
                </a:lnTo>
                <a:lnTo>
                  <a:pt x="353246" y="25954"/>
                </a:lnTo>
                <a:lnTo>
                  <a:pt x="352183" y="25728"/>
                </a:lnTo>
                <a:lnTo>
                  <a:pt x="351098" y="25532"/>
                </a:lnTo>
                <a:lnTo>
                  <a:pt x="349992" y="25366"/>
                </a:lnTo>
                <a:lnTo>
                  <a:pt x="348865" y="25230"/>
                </a:lnTo>
                <a:lnTo>
                  <a:pt x="347716" y="25125"/>
                </a:lnTo>
                <a:lnTo>
                  <a:pt x="346546" y="25050"/>
                </a:lnTo>
                <a:lnTo>
                  <a:pt x="345355" y="25004"/>
                </a:lnTo>
                <a:lnTo>
                  <a:pt x="344142" y="24989"/>
                </a:lnTo>
                <a:lnTo>
                  <a:pt x="343266" y="24996"/>
                </a:lnTo>
                <a:lnTo>
                  <a:pt x="342402" y="25018"/>
                </a:lnTo>
                <a:lnTo>
                  <a:pt x="341550" y="25054"/>
                </a:lnTo>
                <a:lnTo>
                  <a:pt x="340709" y="25104"/>
                </a:lnTo>
                <a:lnTo>
                  <a:pt x="339880" y="25168"/>
                </a:lnTo>
                <a:lnTo>
                  <a:pt x="339063" y="25247"/>
                </a:lnTo>
                <a:lnTo>
                  <a:pt x="338257" y="25340"/>
                </a:lnTo>
                <a:lnTo>
                  <a:pt x="337462" y="25447"/>
                </a:lnTo>
                <a:lnTo>
                  <a:pt x="336679" y="25569"/>
                </a:lnTo>
                <a:lnTo>
                  <a:pt x="335908" y="25705"/>
                </a:lnTo>
                <a:lnTo>
                  <a:pt x="335148" y="25856"/>
                </a:lnTo>
                <a:lnTo>
                  <a:pt x="334400" y="26020"/>
                </a:lnTo>
                <a:lnTo>
                  <a:pt x="333664" y="26199"/>
                </a:lnTo>
                <a:lnTo>
                  <a:pt x="332939" y="26392"/>
                </a:lnTo>
                <a:lnTo>
                  <a:pt x="332225" y="26600"/>
                </a:lnTo>
                <a:lnTo>
                  <a:pt x="331524" y="26822"/>
                </a:lnTo>
                <a:lnTo>
                  <a:pt x="330833" y="27058"/>
                </a:lnTo>
                <a:lnTo>
                  <a:pt x="330155" y="27309"/>
                </a:lnTo>
                <a:lnTo>
                  <a:pt x="329488" y="27574"/>
                </a:lnTo>
                <a:lnTo>
                  <a:pt x="328832" y="27853"/>
                </a:lnTo>
                <a:lnTo>
                  <a:pt x="328188" y="28146"/>
                </a:lnTo>
                <a:lnTo>
                  <a:pt x="327556" y="28454"/>
                </a:lnTo>
                <a:lnTo>
                  <a:pt x="326935" y="28776"/>
                </a:lnTo>
                <a:lnTo>
                  <a:pt x="326326" y="29113"/>
                </a:lnTo>
                <a:lnTo>
                  <a:pt x="325729" y="29463"/>
                </a:lnTo>
                <a:lnTo>
                  <a:pt x="325143" y="29824"/>
                </a:lnTo>
                <a:lnTo>
                  <a:pt x="324570" y="30199"/>
                </a:lnTo>
                <a:lnTo>
                  <a:pt x="324010" y="30585"/>
                </a:lnTo>
                <a:lnTo>
                  <a:pt x="323461" y="30983"/>
                </a:lnTo>
                <a:lnTo>
                  <a:pt x="322924" y="31394"/>
                </a:lnTo>
                <a:lnTo>
                  <a:pt x="322400" y="31817"/>
                </a:lnTo>
                <a:lnTo>
                  <a:pt x="321888" y="32252"/>
                </a:lnTo>
                <a:lnTo>
                  <a:pt x="321388" y="32699"/>
                </a:lnTo>
                <a:lnTo>
                  <a:pt x="320900" y="33159"/>
                </a:lnTo>
                <a:lnTo>
                  <a:pt x="320424" y="33630"/>
                </a:lnTo>
                <a:lnTo>
                  <a:pt x="319961" y="34114"/>
                </a:lnTo>
                <a:lnTo>
                  <a:pt x="319509" y="34610"/>
                </a:lnTo>
                <a:lnTo>
                  <a:pt x="319070" y="35118"/>
                </a:lnTo>
                <a:lnTo>
                  <a:pt x="318643" y="35639"/>
                </a:lnTo>
                <a:lnTo>
                  <a:pt x="318228" y="36171"/>
                </a:lnTo>
                <a:lnTo>
                  <a:pt x="317825" y="36716"/>
                </a:lnTo>
                <a:lnTo>
                  <a:pt x="317435" y="37273"/>
                </a:lnTo>
                <a:lnTo>
                  <a:pt x="317056" y="37842"/>
                </a:lnTo>
                <a:lnTo>
                  <a:pt x="316690" y="38423"/>
                </a:lnTo>
                <a:lnTo>
                  <a:pt x="316336" y="39017"/>
                </a:lnTo>
                <a:lnTo>
                  <a:pt x="315994" y="39623"/>
                </a:lnTo>
                <a:lnTo>
                  <a:pt x="315664" y="40241"/>
                </a:lnTo>
                <a:lnTo>
                  <a:pt x="315347" y="40871"/>
                </a:lnTo>
                <a:lnTo>
                  <a:pt x="315042" y="41512"/>
                </a:lnTo>
                <a:lnTo>
                  <a:pt x="314750" y="42163"/>
                </a:lnTo>
                <a:lnTo>
                  <a:pt x="314471" y="42825"/>
                </a:lnTo>
                <a:lnTo>
                  <a:pt x="314205" y="43496"/>
                </a:lnTo>
                <a:lnTo>
                  <a:pt x="313951" y="44178"/>
                </a:lnTo>
                <a:lnTo>
                  <a:pt x="313711" y="44870"/>
                </a:lnTo>
                <a:lnTo>
                  <a:pt x="313484" y="45572"/>
                </a:lnTo>
                <a:lnTo>
                  <a:pt x="313270" y="46285"/>
                </a:lnTo>
                <a:lnTo>
                  <a:pt x="313069" y="47007"/>
                </a:lnTo>
                <a:lnTo>
                  <a:pt x="312881" y="47740"/>
                </a:lnTo>
                <a:lnTo>
                  <a:pt x="312705" y="48483"/>
                </a:lnTo>
                <a:lnTo>
                  <a:pt x="312543" y="49236"/>
                </a:lnTo>
                <a:lnTo>
                  <a:pt x="312394" y="49999"/>
                </a:lnTo>
                <a:lnTo>
                  <a:pt x="312257" y="50773"/>
                </a:lnTo>
                <a:lnTo>
                  <a:pt x="312134" y="51557"/>
                </a:lnTo>
                <a:lnTo>
                  <a:pt x="312024" y="52350"/>
                </a:lnTo>
                <a:lnTo>
                  <a:pt x="311927" y="53154"/>
                </a:lnTo>
                <a:lnTo>
                  <a:pt x="311842" y="53969"/>
                </a:lnTo>
                <a:lnTo>
                  <a:pt x="311771" y="54793"/>
                </a:lnTo>
                <a:lnTo>
                  <a:pt x="311712" y="55628"/>
                </a:lnTo>
                <a:lnTo>
                  <a:pt x="311667" y="56472"/>
                </a:lnTo>
                <a:lnTo>
                  <a:pt x="311634" y="57327"/>
                </a:lnTo>
                <a:lnTo>
                  <a:pt x="311615" y="58192"/>
                </a:lnTo>
                <a:lnTo>
                  <a:pt x="311608" y="59068"/>
                </a:lnTo>
                <a:lnTo>
                  <a:pt x="311615" y="59971"/>
                </a:lnTo>
                <a:lnTo>
                  <a:pt x="311635" y="60863"/>
                </a:lnTo>
                <a:lnTo>
                  <a:pt x="311668" y="61745"/>
                </a:lnTo>
                <a:lnTo>
                  <a:pt x="311715" y="62616"/>
                </a:lnTo>
                <a:lnTo>
                  <a:pt x="311775" y="63476"/>
                </a:lnTo>
                <a:lnTo>
                  <a:pt x="311848" y="64324"/>
                </a:lnTo>
                <a:lnTo>
                  <a:pt x="311935" y="65162"/>
                </a:lnTo>
                <a:lnTo>
                  <a:pt x="312035" y="65990"/>
                </a:lnTo>
                <a:lnTo>
                  <a:pt x="312148" y="66806"/>
                </a:lnTo>
                <a:lnTo>
                  <a:pt x="312275" y="67611"/>
                </a:lnTo>
                <a:lnTo>
                  <a:pt x="312415" y="68406"/>
                </a:lnTo>
                <a:lnTo>
                  <a:pt x="312568" y="69190"/>
                </a:lnTo>
                <a:lnTo>
                  <a:pt x="312735" y="69962"/>
                </a:lnTo>
                <a:lnTo>
                  <a:pt x="312915" y="70724"/>
                </a:lnTo>
                <a:lnTo>
                  <a:pt x="313108" y="71475"/>
                </a:lnTo>
                <a:lnTo>
                  <a:pt x="313315" y="72215"/>
                </a:lnTo>
                <a:lnTo>
                  <a:pt x="313535" y="72944"/>
                </a:lnTo>
                <a:lnTo>
                  <a:pt x="313768" y="73663"/>
                </a:lnTo>
                <a:lnTo>
                  <a:pt x="314015" y="74370"/>
                </a:lnTo>
                <a:lnTo>
                  <a:pt x="314275" y="75067"/>
                </a:lnTo>
                <a:lnTo>
                  <a:pt x="314548" y="75753"/>
                </a:lnTo>
                <a:lnTo>
                  <a:pt x="314835" y="76427"/>
                </a:lnTo>
                <a:lnTo>
                  <a:pt x="315135" y="77091"/>
                </a:lnTo>
                <a:lnTo>
                  <a:pt x="315448" y="77744"/>
                </a:lnTo>
                <a:lnTo>
                  <a:pt x="315774" y="78385"/>
                </a:lnTo>
                <a:lnTo>
                  <a:pt x="316113" y="79014"/>
                </a:lnTo>
                <a:lnTo>
                  <a:pt x="316464" y="79630"/>
                </a:lnTo>
                <a:lnTo>
                  <a:pt x="316829" y="80233"/>
                </a:lnTo>
                <a:lnTo>
                  <a:pt x="317205" y="80823"/>
                </a:lnTo>
                <a:lnTo>
                  <a:pt x="317595" y="81401"/>
                </a:lnTo>
                <a:lnTo>
                  <a:pt x="317997" y="81966"/>
                </a:lnTo>
                <a:lnTo>
                  <a:pt x="318412" y="82519"/>
                </a:lnTo>
                <a:lnTo>
                  <a:pt x="318839" y="83059"/>
                </a:lnTo>
                <a:lnTo>
                  <a:pt x="319279" y="83586"/>
                </a:lnTo>
                <a:lnTo>
                  <a:pt x="319731" y="84100"/>
                </a:lnTo>
                <a:lnTo>
                  <a:pt x="320196" y="84602"/>
                </a:lnTo>
                <a:lnTo>
                  <a:pt x="320674" y="85091"/>
                </a:lnTo>
                <a:lnTo>
                  <a:pt x="321165" y="85568"/>
                </a:lnTo>
                <a:lnTo>
                  <a:pt x="321668" y="86032"/>
                </a:lnTo>
                <a:lnTo>
                  <a:pt x="322183" y="86483"/>
                </a:lnTo>
                <a:lnTo>
                  <a:pt x="322712" y="86921"/>
                </a:lnTo>
                <a:lnTo>
                  <a:pt x="323253" y="87347"/>
                </a:lnTo>
                <a:lnTo>
                  <a:pt x="323806" y="87761"/>
                </a:lnTo>
                <a:lnTo>
                  <a:pt x="324373" y="88161"/>
                </a:lnTo>
                <a:lnTo>
                  <a:pt x="324951" y="88549"/>
                </a:lnTo>
                <a:lnTo>
                  <a:pt x="325543" y="88924"/>
                </a:lnTo>
                <a:lnTo>
                  <a:pt x="326147" y="89287"/>
                </a:lnTo>
                <a:lnTo>
                  <a:pt x="326764" y="89637"/>
                </a:lnTo>
                <a:lnTo>
                  <a:pt x="327393" y="89973"/>
                </a:lnTo>
                <a:lnTo>
                  <a:pt x="328034" y="90296"/>
                </a:lnTo>
                <a:lnTo>
                  <a:pt x="328688" y="90603"/>
                </a:lnTo>
                <a:lnTo>
                  <a:pt x="329353" y="90897"/>
                </a:lnTo>
                <a:lnTo>
                  <a:pt x="330031" y="91176"/>
                </a:lnTo>
                <a:lnTo>
                  <a:pt x="330721" y="91441"/>
                </a:lnTo>
                <a:lnTo>
                  <a:pt x="331423" y="91692"/>
                </a:lnTo>
                <a:lnTo>
                  <a:pt x="332137" y="91928"/>
                </a:lnTo>
                <a:lnTo>
                  <a:pt x="332864" y="92150"/>
                </a:lnTo>
                <a:lnTo>
                  <a:pt x="333602" y="92357"/>
                </a:lnTo>
                <a:lnTo>
                  <a:pt x="334353" y="92551"/>
                </a:lnTo>
                <a:lnTo>
                  <a:pt x="335116" y="92730"/>
                </a:lnTo>
                <a:lnTo>
                  <a:pt x="335891" y="92894"/>
                </a:lnTo>
                <a:lnTo>
                  <a:pt x="336678" y="93045"/>
                </a:lnTo>
                <a:lnTo>
                  <a:pt x="337478" y="93181"/>
                </a:lnTo>
                <a:lnTo>
                  <a:pt x="338289" y="93302"/>
                </a:lnTo>
                <a:lnTo>
                  <a:pt x="339113" y="93410"/>
                </a:lnTo>
                <a:lnTo>
                  <a:pt x="339949" y="93503"/>
                </a:lnTo>
                <a:lnTo>
                  <a:pt x="340797" y="93582"/>
                </a:lnTo>
                <a:lnTo>
                  <a:pt x="341657" y="93646"/>
                </a:lnTo>
                <a:lnTo>
                  <a:pt x="342529" y="93696"/>
                </a:lnTo>
                <a:lnTo>
                  <a:pt x="343414" y="93732"/>
                </a:lnTo>
                <a:lnTo>
                  <a:pt x="344311" y="93753"/>
                </a:lnTo>
                <a:lnTo>
                  <a:pt x="345219" y="93760"/>
                </a:lnTo>
                <a:lnTo>
                  <a:pt x="345962" y="93756"/>
                </a:lnTo>
                <a:lnTo>
                  <a:pt x="346697" y="93743"/>
                </a:lnTo>
                <a:lnTo>
                  <a:pt x="347424" y="93720"/>
                </a:lnTo>
                <a:lnTo>
                  <a:pt x="348143" y="93689"/>
                </a:lnTo>
                <a:lnTo>
                  <a:pt x="348854" y="93649"/>
                </a:lnTo>
                <a:close/>
                <a:moveTo>
                  <a:pt x="329982" y="48741"/>
                </a:moveTo>
                <a:lnTo>
                  <a:pt x="330083" y="48231"/>
                </a:lnTo>
                <a:lnTo>
                  <a:pt x="330197" y="47733"/>
                </a:lnTo>
                <a:lnTo>
                  <a:pt x="330322" y="47245"/>
                </a:lnTo>
                <a:lnTo>
                  <a:pt x="330460" y="46769"/>
                </a:lnTo>
                <a:lnTo>
                  <a:pt x="330611" y="46305"/>
                </a:lnTo>
                <a:lnTo>
                  <a:pt x="330773" y="45851"/>
                </a:lnTo>
                <a:lnTo>
                  <a:pt x="330948" y="45409"/>
                </a:lnTo>
                <a:lnTo>
                  <a:pt x="331135" y="44979"/>
                </a:lnTo>
                <a:lnTo>
                  <a:pt x="331335" y="44559"/>
                </a:lnTo>
                <a:lnTo>
                  <a:pt x="331547" y="44151"/>
                </a:lnTo>
                <a:lnTo>
                  <a:pt x="331771" y="43755"/>
                </a:lnTo>
                <a:lnTo>
                  <a:pt x="332007" y="43369"/>
                </a:lnTo>
                <a:lnTo>
                  <a:pt x="332255" y="42995"/>
                </a:lnTo>
                <a:lnTo>
                  <a:pt x="332516" y="42633"/>
                </a:lnTo>
                <a:lnTo>
                  <a:pt x="332789" y="42281"/>
                </a:lnTo>
                <a:lnTo>
                  <a:pt x="333075" y="41941"/>
                </a:lnTo>
                <a:lnTo>
                  <a:pt x="333372" y="41612"/>
                </a:lnTo>
                <a:lnTo>
                  <a:pt x="333682" y="41295"/>
                </a:lnTo>
                <a:lnTo>
                  <a:pt x="334005" y="40989"/>
                </a:lnTo>
                <a:lnTo>
                  <a:pt x="334337" y="40694"/>
                </a:lnTo>
                <a:lnTo>
                  <a:pt x="334677" y="40413"/>
                </a:lnTo>
                <a:lnTo>
                  <a:pt x="335025" y="40144"/>
                </a:lnTo>
                <a:lnTo>
                  <a:pt x="335381" y="39887"/>
                </a:lnTo>
                <a:lnTo>
                  <a:pt x="335744" y="39643"/>
                </a:lnTo>
                <a:lnTo>
                  <a:pt x="336116" y="39411"/>
                </a:lnTo>
                <a:lnTo>
                  <a:pt x="336495" y="39192"/>
                </a:lnTo>
                <a:lnTo>
                  <a:pt x="336882" y="38985"/>
                </a:lnTo>
                <a:lnTo>
                  <a:pt x="337277" y="38791"/>
                </a:lnTo>
                <a:lnTo>
                  <a:pt x="337680" y="38610"/>
                </a:lnTo>
                <a:lnTo>
                  <a:pt x="338091" y="38441"/>
                </a:lnTo>
                <a:lnTo>
                  <a:pt x="338509" y="38284"/>
                </a:lnTo>
                <a:lnTo>
                  <a:pt x="338935" y="38140"/>
                </a:lnTo>
                <a:lnTo>
                  <a:pt x="339369" y="38009"/>
                </a:lnTo>
                <a:lnTo>
                  <a:pt x="339811" y="37890"/>
                </a:lnTo>
                <a:lnTo>
                  <a:pt x="340261" y="37784"/>
                </a:lnTo>
                <a:lnTo>
                  <a:pt x="340719" y="37690"/>
                </a:lnTo>
                <a:lnTo>
                  <a:pt x="341184" y="37608"/>
                </a:lnTo>
                <a:lnTo>
                  <a:pt x="341658" y="37539"/>
                </a:lnTo>
                <a:lnTo>
                  <a:pt x="342139" y="37483"/>
                </a:lnTo>
                <a:lnTo>
                  <a:pt x="342628" y="37439"/>
                </a:lnTo>
                <a:lnTo>
                  <a:pt x="343125" y="37408"/>
                </a:lnTo>
                <a:lnTo>
                  <a:pt x="343629" y="37389"/>
                </a:lnTo>
                <a:lnTo>
                  <a:pt x="344142" y="37383"/>
                </a:lnTo>
                <a:lnTo>
                  <a:pt x="344643" y="37389"/>
                </a:lnTo>
                <a:lnTo>
                  <a:pt x="345137" y="37407"/>
                </a:lnTo>
                <a:lnTo>
                  <a:pt x="345623" y="37438"/>
                </a:lnTo>
                <a:lnTo>
                  <a:pt x="346102" y="37480"/>
                </a:lnTo>
                <a:lnTo>
                  <a:pt x="346573" y="37535"/>
                </a:lnTo>
                <a:lnTo>
                  <a:pt x="347036" y="37602"/>
                </a:lnTo>
                <a:lnTo>
                  <a:pt x="347492" y="37681"/>
                </a:lnTo>
                <a:lnTo>
                  <a:pt x="347940" y="37772"/>
                </a:lnTo>
                <a:lnTo>
                  <a:pt x="348380" y="37875"/>
                </a:lnTo>
                <a:lnTo>
                  <a:pt x="348813" y="37991"/>
                </a:lnTo>
                <a:lnTo>
                  <a:pt x="349239" y="38119"/>
                </a:lnTo>
                <a:lnTo>
                  <a:pt x="349657" y="38259"/>
                </a:lnTo>
                <a:lnTo>
                  <a:pt x="350067" y="38411"/>
                </a:lnTo>
                <a:lnTo>
                  <a:pt x="350469" y="38575"/>
                </a:lnTo>
                <a:lnTo>
                  <a:pt x="350864" y="38751"/>
                </a:lnTo>
                <a:lnTo>
                  <a:pt x="351252" y="38940"/>
                </a:lnTo>
                <a:lnTo>
                  <a:pt x="351631" y="39140"/>
                </a:lnTo>
                <a:lnTo>
                  <a:pt x="352004" y="39353"/>
                </a:lnTo>
                <a:lnTo>
                  <a:pt x="352368" y="39578"/>
                </a:lnTo>
                <a:lnTo>
                  <a:pt x="352725" y="39815"/>
                </a:lnTo>
                <a:lnTo>
                  <a:pt x="353074" y="40065"/>
                </a:lnTo>
                <a:lnTo>
                  <a:pt x="353416" y="40326"/>
                </a:lnTo>
                <a:lnTo>
                  <a:pt x="353750" y="40600"/>
                </a:lnTo>
                <a:lnTo>
                  <a:pt x="354077" y="40885"/>
                </a:lnTo>
                <a:lnTo>
                  <a:pt x="354393" y="41184"/>
                </a:lnTo>
                <a:lnTo>
                  <a:pt x="354697" y="41494"/>
                </a:lnTo>
                <a:lnTo>
                  <a:pt x="354988" y="41817"/>
                </a:lnTo>
                <a:lnTo>
                  <a:pt x="355266" y="42152"/>
                </a:lnTo>
                <a:lnTo>
                  <a:pt x="355531" y="42500"/>
                </a:lnTo>
                <a:lnTo>
                  <a:pt x="355784" y="42860"/>
                </a:lnTo>
                <a:lnTo>
                  <a:pt x="356024" y="43232"/>
                </a:lnTo>
                <a:lnTo>
                  <a:pt x="356251" y="43617"/>
                </a:lnTo>
                <a:lnTo>
                  <a:pt x="356465" y="44014"/>
                </a:lnTo>
                <a:lnTo>
                  <a:pt x="356667" y="44424"/>
                </a:lnTo>
                <a:lnTo>
                  <a:pt x="356856" y="44846"/>
                </a:lnTo>
                <a:lnTo>
                  <a:pt x="357032" y="45281"/>
                </a:lnTo>
                <a:lnTo>
                  <a:pt x="357196" y="45727"/>
                </a:lnTo>
                <a:lnTo>
                  <a:pt x="357346" y="46187"/>
                </a:lnTo>
                <a:lnTo>
                  <a:pt x="357484" y="46658"/>
                </a:lnTo>
                <a:lnTo>
                  <a:pt x="357609" y="47142"/>
                </a:lnTo>
                <a:lnTo>
                  <a:pt x="357722" y="47639"/>
                </a:lnTo>
                <a:lnTo>
                  <a:pt x="357821" y="48147"/>
                </a:lnTo>
                <a:lnTo>
                  <a:pt x="357908" y="48669"/>
                </a:lnTo>
                <a:lnTo>
                  <a:pt x="357983" y="49202"/>
                </a:lnTo>
                <a:lnTo>
                  <a:pt x="358044" y="49748"/>
                </a:lnTo>
                <a:lnTo>
                  <a:pt x="358093" y="50307"/>
                </a:lnTo>
                <a:lnTo>
                  <a:pt x="358129" y="50877"/>
                </a:lnTo>
                <a:lnTo>
                  <a:pt x="358152" y="51460"/>
                </a:lnTo>
                <a:lnTo>
                  <a:pt x="329660" y="51460"/>
                </a:lnTo>
                <a:lnTo>
                  <a:pt x="329700" y="50894"/>
                </a:lnTo>
                <a:lnTo>
                  <a:pt x="329752" y="50339"/>
                </a:lnTo>
                <a:lnTo>
                  <a:pt x="329816" y="49795"/>
                </a:lnTo>
                <a:lnTo>
                  <a:pt x="329893" y="49262"/>
                </a:lnTo>
                <a:lnTo>
                  <a:pt x="329982" y="48741"/>
                </a:lnTo>
                <a:close/>
                <a:moveTo>
                  <a:pt x="539115" y="93654"/>
                </a:moveTo>
                <a:lnTo>
                  <a:pt x="539683" y="93607"/>
                </a:lnTo>
                <a:lnTo>
                  <a:pt x="540246" y="93551"/>
                </a:lnTo>
                <a:lnTo>
                  <a:pt x="540803" y="93487"/>
                </a:lnTo>
                <a:lnTo>
                  <a:pt x="541353" y="93415"/>
                </a:lnTo>
                <a:lnTo>
                  <a:pt x="541899" y="93334"/>
                </a:lnTo>
                <a:lnTo>
                  <a:pt x="542438" y="93244"/>
                </a:lnTo>
                <a:lnTo>
                  <a:pt x="542971" y="93146"/>
                </a:lnTo>
                <a:lnTo>
                  <a:pt x="543499" y="93039"/>
                </a:lnTo>
                <a:lnTo>
                  <a:pt x="544020" y="92924"/>
                </a:lnTo>
                <a:lnTo>
                  <a:pt x="544536" y="92800"/>
                </a:lnTo>
                <a:lnTo>
                  <a:pt x="545046" y="92668"/>
                </a:lnTo>
                <a:lnTo>
                  <a:pt x="545550" y="92527"/>
                </a:lnTo>
                <a:lnTo>
                  <a:pt x="546048" y="92378"/>
                </a:lnTo>
                <a:lnTo>
                  <a:pt x="546541" y="92220"/>
                </a:lnTo>
                <a:lnTo>
                  <a:pt x="547027" y="92053"/>
                </a:lnTo>
                <a:lnTo>
                  <a:pt x="547508" y="91878"/>
                </a:lnTo>
                <a:lnTo>
                  <a:pt x="547983" y="91695"/>
                </a:lnTo>
                <a:lnTo>
                  <a:pt x="548452" y="91503"/>
                </a:lnTo>
                <a:lnTo>
                  <a:pt x="548915" y="91302"/>
                </a:lnTo>
                <a:lnTo>
                  <a:pt x="549373" y="91093"/>
                </a:lnTo>
                <a:lnTo>
                  <a:pt x="549826" y="90876"/>
                </a:lnTo>
                <a:lnTo>
                  <a:pt x="550275" y="90651"/>
                </a:lnTo>
                <a:lnTo>
                  <a:pt x="550719" y="90418"/>
                </a:lnTo>
                <a:lnTo>
                  <a:pt x="551158" y="90177"/>
                </a:lnTo>
                <a:lnTo>
                  <a:pt x="551593" y="89927"/>
                </a:lnTo>
                <a:lnTo>
                  <a:pt x="552023" y="89670"/>
                </a:lnTo>
                <a:lnTo>
                  <a:pt x="552448" y="89405"/>
                </a:lnTo>
                <a:lnTo>
                  <a:pt x="552868" y="89131"/>
                </a:lnTo>
                <a:lnTo>
                  <a:pt x="553284" y="88850"/>
                </a:lnTo>
                <a:lnTo>
                  <a:pt x="553695" y="88560"/>
                </a:lnTo>
                <a:lnTo>
                  <a:pt x="554102" y="88262"/>
                </a:lnTo>
                <a:lnTo>
                  <a:pt x="554504" y="87957"/>
                </a:lnTo>
                <a:lnTo>
                  <a:pt x="554901" y="87643"/>
                </a:lnTo>
                <a:lnTo>
                  <a:pt x="555293" y="87321"/>
                </a:lnTo>
                <a:lnTo>
                  <a:pt x="555681" y="86991"/>
                </a:lnTo>
                <a:lnTo>
                  <a:pt x="556064" y="86653"/>
                </a:lnTo>
                <a:lnTo>
                  <a:pt x="556442" y="86307"/>
                </a:lnTo>
                <a:lnTo>
                  <a:pt x="556816" y="85953"/>
                </a:lnTo>
                <a:lnTo>
                  <a:pt x="557185" y="85591"/>
                </a:lnTo>
                <a:lnTo>
                  <a:pt x="557550" y="85220"/>
                </a:lnTo>
                <a:lnTo>
                  <a:pt x="557909" y="84842"/>
                </a:lnTo>
                <a:lnTo>
                  <a:pt x="558264" y="84456"/>
                </a:lnTo>
                <a:lnTo>
                  <a:pt x="558615" y="84061"/>
                </a:lnTo>
                <a:lnTo>
                  <a:pt x="559154" y="92548"/>
                </a:lnTo>
                <a:lnTo>
                  <a:pt x="575858" y="92548"/>
                </a:lnTo>
                <a:lnTo>
                  <a:pt x="575858" y="47895"/>
                </a:lnTo>
                <a:lnTo>
                  <a:pt x="575854" y="47342"/>
                </a:lnTo>
                <a:lnTo>
                  <a:pt x="575843" y="46797"/>
                </a:lnTo>
                <a:lnTo>
                  <a:pt x="575825" y="46259"/>
                </a:lnTo>
                <a:lnTo>
                  <a:pt x="575800" y="45729"/>
                </a:lnTo>
                <a:lnTo>
                  <a:pt x="575767" y="45207"/>
                </a:lnTo>
                <a:lnTo>
                  <a:pt x="575727" y="44693"/>
                </a:lnTo>
                <a:lnTo>
                  <a:pt x="575680" y="44186"/>
                </a:lnTo>
                <a:lnTo>
                  <a:pt x="575626" y="43687"/>
                </a:lnTo>
                <a:lnTo>
                  <a:pt x="575564" y="43196"/>
                </a:lnTo>
                <a:lnTo>
                  <a:pt x="575495" y="42712"/>
                </a:lnTo>
                <a:lnTo>
                  <a:pt x="575419" y="42236"/>
                </a:lnTo>
                <a:lnTo>
                  <a:pt x="575336" y="41768"/>
                </a:lnTo>
                <a:lnTo>
                  <a:pt x="575245" y="41307"/>
                </a:lnTo>
                <a:lnTo>
                  <a:pt x="575147" y="40855"/>
                </a:lnTo>
                <a:lnTo>
                  <a:pt x="575042" y="40409"/>
                </a:lnTo>
                <a:lnTo>
                  <a:pt x="574930" y="39972"/>
                </a:lnTo>
                <a:lnTo>
                  <a:pt x="574810" y="39542"/>
                </a:lnTo>
                <a:lnTo>
                  <a:pt x="574683" y="39120"/>
                </a:lnTo>
                <a:lnTo>
                  <a:pt x="574549" y="38706"/>
                </a:lnTo>
                <a:lnTo>
                  <a:pt x="574408" y="38299"/>
                </a:lnTo>
                <a:lnTo>
                  <a:pt x="574259" y="37900"/>
                </a:lnTo>
                <a:lnTo>
                  <a:pt x="574103" y="37509"/>
                </a:lnTo>
                <a:lnTo>
                  <a:pt x="573940" y="37125"/>
                </a:lnTo>
                <a:lnTo>
                  <a:pt x="573770" y="36749"/>
                </a:lnTo>
                <a:lnTo>
                  <a:pt x="573593" y="36380"/>
                </a:lnTo>
                <a:lnTo>
                  <a:pt x="573410" y="36018"/>
                </a:lnTo>
                <a:lnTo>
                  <a:pt x="573221" y="35662"/>
                </a:lnTo>
                <a:lnTo>
                  <a:pt x="573026" y="35313"/>
                </a:lnTo>
                <a:lnTo>
                  <a:pt x="572825" y="34970"/>
                </a:lnTo>
                <a:lnTo>
                  <a:pt x="572619" y="34633"/>
                </a:lnTo>
                <a:lnTo>
                  <a:pt x="572406" y="34304"/>
                </a:lnTo>
                <a:lnTo>
                  <a:pt x="572187" y="33980"/>
                </a:lnTo>
                <a:lnTo>
                  <a:pt x="571962" y="33663"/>
                </a:lnTo>
                <a:lnTo>
                  <a:pt x="571732" y="33353"/>
                </a:lnTo>
                <a:lnTo>
                  <a:pt x="571495" y="33049"/>
                </a:lnTo>
                <a:lnTo>
                  <a:pt x="571252" y="32752"/>
                </a:lnTo>
                <a:lnTo>
                  <a:pt x="571004" y="32461"/>
                </a:lnTo>
                <a:lnTo>
                  <a:pt x="570749" y="32177"/>
                </a:lnTo>
                <a:lnTo>
                  <a:pt x="570489" y="31900"/>
                </a:lnTo>
                <a:lnTo>
                  <a:pt x="570222" y="31628"/>
                </a:lnTo>
                <a:lnTo>
                  <a:pt x="569950" y="31364"/>
                </a:lnTo>
                <a:lnTo>
                  <a:pt x="569672" y="31106"/>
                </a:lnTo>
                <a:lnTo>
                  <a:pt x="569387" y="30854"/>
                </a:lnTo>
                <a:lnTo>
                  <a:pt x="569097" y="30609"/>
                </a:lnTo>
                <a:lnTo>
                  <a:pt x="568801" y="30370"/>
                </a:lnTo>
                <a:lnTo>
                  <a:pt x="568499" y="30138"/>
                </a:lnTo>
                <a:lnTo>
                  <a:pt x="568190" y="29913"/>
                </a:lnTo>
                <a:lnTo>
                  <a:pt x="567876" y="29694"/>
                </a:lnTo>
                <a:lnTo>
                  <a:pt x="567557" y="29481"/>
                </a:lnTo>
                <a:lnTo>
                  <a:pt x="567232" y="29273"/>
                </a:lnTo>
                <a:lnTo>
                  <a:pt x="566903" y="29070"/>
                </a:lnTo>
                <a:lnTo>
                  <a:pt x="566569" y="28873"/>
                </a:lnTo>
                <a:lnTo>
                  <a:pt x="566231" y="28681"/>
                </a:lnTo>
                <a:lnTo>
                  <a:pt x="565887" y="28494"/>
                </a:lnTo>
                <a:lnTo>
                  <a:pt x="565539" y="28313"/>
                </a:lnTo>
                <a:lnTo>
                  <a:pt x="565186" y="28137"/>
                </a:lnTo>
                <a:lnTo>
                  <a:pt x="564828" y="27966"/>
                </a:lnTo>
                <a:lnTo>
                  <a:pt x="564465" y="27801"/>
                </a:lnTo>
                <a:lnTo>
                  <a:pt x="564098" y="27641"/>
                </a:lnTo>
                <a:lnTo>
                  <a:pt x="563725" y="27486"/>
                </a:lnTo>
                <a:lnTo>
                  <a:pt x="563348" y="27337"/>
                </a:lnTo>
                <a:lnTo>
                  <a:pt x="562966" y="27193"/>
                </a:lnTo>
                <a:lnTo>
                  <a:pt x="562580" y="27054"/>
                </a:lnTo>
                <a:lnTo>
                  <a:pt x="562188" y="26921"/>
                </a:lnTo>
                <a:lnTo>
                  <a:pt x="561792" y="26793"/>
                </a:lnTo>
                <a:lnTo>
                  <a:pt x="561391" y="26670"/>
                </a:lnTo>
                <a:lnTo>
                  <a:pt x="560985" y="26553"/>
                </a:lnTo>
                <a:lnTo>
                  <a:pt x="560575" y="26441"/>
                </a:lnTo>
                <a:lnTo>
                  <a:pt x="560159" y="26334"/>
                </a:lnTo>
                <a:lnTo>
                  <a:pt x="559739" y="26233"/>
                </a:lnTo>
                <a:lnTo>
                  <a:pt x="559314" y="26137"/>
                </a:lnTo>
                <a:lnTo>
                  <a:pt x="558884" y="26046"/>
                </a:lnTo>
                <a:lnTo>
                  <a:pt x="558450" y="25960"/>
                </a:lnTo>
                <a:lnTo>
                  <a:pt x="558012" y="25877"/>
                </a:lnTo>
                <a:lnTo>
                  <a:pt x="557571" y="25798"/>
                </a:lnTo>
                <a:lnTo>
                  <a:pt x="557125" y="25723"/>
                </a:lnTo>
                <a:lnTo>
                  <a:pt x="556676" y="25652"/>
                </a:lnTo>
                <a:lnTo>
                  <a:pt x="556224" y="25584"/>
                </a:lnTo>
                <a:lnTo>
                  <a:pt x="555767" y="25519"/>
                </a:lnTo>
                <a:lnTo>
                  <a:pt x="555307" y="25459"/>
                </a:lnTo>
                <a:lnTo>
                  <a:pt x="554843" y="25402"/>
                </a:lnTo>
                <a:lnTo>
                  <a:pt x="554375" y="25349"/>
                </a:lnTo>
                <a:lnTo>
                  <a:pt x="553903" y="25299"/>
                </a:lnTo>
                <a:lnTo>
                  <a:pt x="553428" y="25253"/>
                </a:lnTo>
                <a:lnTo>
                  <a:pt x="552949" y="25211"/>
                </a:lnTo>
                <a:lnTo>
                  <a:pt x="552466" y="25173"/>
                </a:lnTo>
                <a:lnTo>
                  <a:pt x="551980" y="25138"/>
                </a:lnTo>
                <a:lnTo>
                  <a:pt x="551490" y="25107"/>
                </a:lnTo>
                <a:lnTo>
                  <a:pt x="550996" y="25079"/>
                </a:lnTo>
                <a:lnTo>
                  <a:pt x="550498" y="25055"/>
                </a:lnTo>
                <a:lnTo>
                  <a:pt x="549997" y="25035"/>
                </a:lnTo>
                <a:lnTo>
                  <a:pt x="549492" y="25019"/>
                </a:lnTo>
                <a:lnTo>
                  <a:pt x="548983" y="25006"/>
                </a:lnTo>
                <a:lnTo>
                  <a:pt x="548470" y="24997"/>
                </a:lnTo>
                <a:lnTo>
                  <a:pt x="547954" y="24991"/>
                </a:lnTo>
                <a:lnTo>
                  <a:pt x="547433" y="24989"/>
                </a:lnTo>
                <a:lnTo>
                  <a:pt x="546724" y="24993"/>
                </a:lnTo>
                <a:lnTo>
                  <a:pt x="546022" y="25004"/>
                </a:lnTo>
                <a:lnTo>
                  <a:pt x="545327" y="25023"/>
                </a:lnTo>
                <a:lnTo>
                  <a:pt x="544639" y="25050"/>
                </a:lnTo>
                <a:lnTo>
                  <a:pt x="543958" y="25084"/>
                </a:lnTo>
                <a:lnTo>
                  <a:pt x="543285" y="25126"/>
                </a:lnTo>
                <a:lnTo>
                  <a:pt x="542618" y="25175"/>
                </a:lnTo>
                <a:lnTo>
                  <a:pt x="541959" y="25232"/>
                </a:lnTo>
                <a:lnTo>
                  <a:pt x="541307" y="25296"/>
                </a:lnTo>
                <a:lnTo>
                  <a:pt x="540662" y="25368"/>
                </a:lnTo>
                <a:lnTo>
                  <a:pt x="540024" y="25448"/>
                </a:lnTo>
                <a:lnTo>
                  <a:pt x="539393" y="25535"/>
                </a:lnTo>
                <a:lnTo>
                  <a:pt x="538769" y="25630"/>
                </a:lnTo>
                <a:lnTo>
                  <a:pt x="538153" y="25732"/>
                </a:lnTo>
                <a:lnTo>
                  <a:pt x="537543" y="25842"/>
                </a:lnTo>
                <a:lnTo>
                  <a:pt x="536941" y="25959"/>
                </a:lnTo>
                <a:lnTo>
                  <a:pt x="536346" y="26085"/>
                </a:lnTo>
                <a:lnTo>
                  <a:pt x="535758" y="26217"/>
                </a:lnTo>
                <a:lnTo>
                  <a:pt x="535177" y="26357"/>
                </a:lnTo>
                <a:lnTo>
                  <a:pt x="534603" y="26505"/>
                </a:lnTo>
                <a:lnTo>
                  <a:pt x="534036" y="26661"/>
                </a:lnTo>
                <a:lnTo>
                  <a:pt x="533477" y="26823"/>
                </a:lnTo>
                <a:lnTo>
                  <a:pt x="532924" y="26994"/>
                </a:lnTo>
                <a:lnTo>
                  <a:pt x="532379" y="27172"/>
                </a:lnTo>
                <a:lnTo>
                  <a:pt x="531842" y="27359"/>
                </a:lnTo>
                <a:lnTo>
                  <a:pt x="531316" y="27555"/>
                </a:lnTo>
                <a:lnTo>
                  <a:pt x="530798" y="27762"/>
                </a:lnTo>
                <a:lnTo>
                  <a:pt x="530291" y="27977"/>
                </a:lnTo>
                <a:lnTo>
                  <a:pt x="529794" y="28203"/>
                </a:lnTo>
                <a:lnTo>
                  <a:pt x="529306" y="28438"/>
                </a:lnTo>
                <a:lnTo>
                  <a:pt x="528828" y="28684"/>
                </a:lnTo>
                <a:lnTo>
                  <a:pt x="528360" y="28938"/>
                </a:lnTo>
                <a:lnTo>
                  <a:pt x="527902" y="29203"/>
                </a:lnTo>
                <a:lnTo>
                  <a:pt x="527454" y="29477"/>
                </a:lnTo>
                <a:lnTo>
                  <a:pt x="527015" y="29761"/>
                </a:lnTo>
                <a:lnTo>
                  <a:pt x="526587" y="30055"/>
                </a:lnTo>
                <a:lnTo>
                  <a:pt x="526168" y="30358"/>
                </a:lnTo>
                <a:lnTo>
                  <a:pt x="525759" y="30671"/>
                </a:lnTo>
                <a:lnTo>
                  <a:pt x="525359" y="30994"/>
                </a:lnTo>
                <a:lnTo>
                  <a:pt x="524970" y="31327"/>
                </a:lnTo>
                <a:lnTo>
                  <a:pt x="524590" y="31669"/>
                </a:lnTo>
                <a:lnTo>
                  <a:pt x="524221" y="32021"/>
                </a:lnTo>
                <a:lnTo>
                  <a:pt x="523861" y="32383"/>
                </a:lnTo>
                <a:lnTo>
                  <a:pt x="523511" y="32754"/>
                </a:lnTo>
                <a:lnTo>
                  <a:pt x="523170" y="33135"/>
                </a:lnTo>
                <a:lnTo>
                  <a:pt x="522840" y="33526"/>
                </a:lnTo>
                <a:lnTo>
                  <a:pt x="522519" y="33927"/>
                </a:lnTo>
                <a:lnTo>
                  <a:pt x="522208" y="34337"/>
                </a:lnTo>
                <a:lnTo>
                  <a:pt x="521909" y="34758"/>
                </a:lnTo>
                <a:lnTo>
                  <a:pt x="521622" y="35192"/>
                </a:lnTo>
                <a:lnTo>
                  <a:pt x="521348" y="35638"/>
                </a:lnTo>
                <a:lnTo>
                  <a:pt x="521087" y="36096"/>
                </a:lnTo>
                <a:lnTo>
                  <a:pt x="520838" y="36566"/>
                </a:lnTo>
                <a:lnTo>
                  <a:pt x="520602" y="37049"/>
                </a:lnTo>
                <a:lnTo>
                  <a:pt x="520379" y="37544"/>
                </a:lnTo>
                <a:lnTo>
                  <a:pt x="520169" y="38051"/>
                </a:lnTo>
                <a:lnTo>
                  <a:pt x="519971" y="38571"/>
                </a:lnTo>
                <a:lnTo>
                  <a:pt x="519787" y="39103"/>
                </a:lnTo>
                <a:lnTo>
                  <a:pt x="519615" y="39647"/>
                </a:lnTo>
                <a:lnTo>
                  <a:pt x="519455" y="40204"/>
                </a:lnTo>
                <a:lnTo>
                  <a:pt x="519309" y="40773"/>
                </a:lnTo>
                <a:lnTo>
                  <a:pt x="519175" y="41354"/>
                </a:lnTo>
                <a:lnTo>
                  <a:pt x="519054" y="41948"/>
                </a:lnTo>
                <a:lnTo>
                  <a:pt x="518945" y="42554"/>
                </a:lnTo>
                <a:lnTo>
                  <a:pt x="518850" y="43172"/>
                </a:lnTo>
                <a:lnTo>
                  <a:pt x="518767" y="43802"/>
                </a:lnTo>
                <a:lnTo>
                  <a:pt x="518697" y="44445"/>
                </a:lnTo>
                <a:lnTo>
                  <a:pt x="518639" y="45100"/>
                </a:lnTo>
                <a:lnTo>
                  <a:pt x="518595" y="45768"/>
                </a:lnTo>
                <a:lnTo>
                  <a:pt x="518563" y="46448"/>
                </a:lnTo>
                <a:lnTo>
                  <a:pt x="518544" y="47140"/>
                </a:lnTo>
                <a:lnTo>
                  <a:pt x="518537" y="47844"/>
                </a:lnTo>
                <a:lnTo>
                  <a:pt x="535242" y="47844"/>
                </a:lnTo>
                <a:lnTo>
                  <a:pt x="535248" y="47366"/>
                </a:lnTo>
                <a:lnTo>
                  <a:pt x="535266" y="46898"/>
                </a:lnTo>
                <a:lnTo>
                  <a:pt x="535296" y="46442"/>
                </a:lnTo>
                <a:lnTo>
                  <a:pt x="535337" y="45996"/>
                </a:lnTo>
                <a:lnTo>
                  <a:pt x="535391" y="45562"/>
                </a:lnTo>
                <a:lnTo>
                  <a:pt x="535457" y="45140"/>
                </a:lnTo>
                <a:lnTo>
                  <a:pt x="535534" y="44728"/>
                </a:lnTo>
                <a:lnTo>
                  <a:pt x="535624" y="44327"/>
                </a:lnTo>
                <a:lnTo>
                  <a:pt x="535725" y="43938"/>
                </a:lnTo>
                <a:lnTo>
                  <a:pt x="535838" y="43560"/>
                </a:lnTo>
                <a:lnTo>
                  <a:pt x="535964" y="43193"/>
                </a:lnTo>
                <a:lnTo>
                  <a:pt x="536101" y="42837"/>
                </a:lnTo>
                <a:lnTo>
                  <a:pt x="536250" y="42493"/>
                </a:lnTo>
                <a:lnTo>
                  <a:pt x="536411" y="42159"/>
                </a:lnTo>
                <a:lnTo>
                  <a:pt x="536584" y="41837"/>
                </a:lnTo>
                <a:lnTo>
                  <a:pt x="536769" y="41526"/>
                </a:lnTo>
                <a:lnTo>
                  <a:pt x="536965" y="41226"/>
                </a:lnTo>
                <a:lnTo>
                  <a:pt x="537174" y="40937"/>
                </a:lnTo>
                <a:lnTo>
                  <a:pt x="537395" y="40660"/>
                </a:lnTo>
                <a:lnTo>
                  <a:pt x="537627" y="40393"/>
                </a:lnTo>
                <a:lnTo>
                  <a:pt x="537872" y="40138"/>
                </a:lnTo>
                <a:lnTo>
                  <a:pt x="538128" y="39894"/>
                </a:lnTo>
                <a:lnTo>
                  <a:pt x="538397" y="39661"/>
                </a:lnTo>
                <a:lnTo>
                  <a:pt x="538677" y="39439"/>
                </a:lnTo>
                <a:lnTo>
                  <a:pt x="538967" y="39228"/>
                </a:lnTo>
                <a:lnTo>
                  <a:pt x="539263" y="39025"/>
                </a:lnTo>
                <a:lnTo>
                  <a:pt x="539565" y="38831"/>
                </a:lnTo>
                <a:lnTo>
                  <a:pt x="539875" y="38646"/>
                </a:lnTo>
                <a:lnTo>
                  <a:pt x="540190" y="38471"/>
                </a:lnTo>
                <a:lnTo>
                  <a:pt x="540513" y="38304"/>
                </a:lnTo>
                <a:lnTo>
                  <a:pt x="540841" y="38146"/>
                </a:lnTo>
                <a:lnTo>
                  <a:pt x="541177" y="37998"/>
                </a:lnTo>
                <a:lnTo>
                  <a:pt x="541519" y="37858"/>
                </a:lnTo>
                <a:lnTo>
                  <a:pt x="541867" y="37727"/>
                </a:lnTo>
                <a:lnTo>
                  <a:pt x="542222" y="37606"/>
                </a:lnTo>
                <a:lnTo>
                  <a:pt x="542584" y="37493"/>
                </a:lnTo>
                <a:lnTo>
                  <a:pt x="542952" y="37389"/>
                </a:lnTo>
                <a:lnTo>
                  <a:pt x="543327" y="37295"/>
                </a:lnTo>
                <a:lnTo>
                  <a:pt x="543708" y="37209"/>
                </a:lnTo>
                <a:lnTo>
                  <a:pt x="544096" y="37132"/>
                </a:lnTo>
                <a:lnTo>
                  <a:pt x="544490" y="37065"/>
                </a:lnTo>
                <a:lnTo>
                  <a:pt x="544891" y="37006"/>
                </a:lnTo>
                <a:lnTo>
                  <a:pt x="545298" y="36957"/>
                </a:lnTo>
                <a:lnTo>
                  <a:pt x="545712" y="36916"/>
                </a:lnTo>
                <a:lnTo>
                  <a:pt x="546133" y="36885"/>
                </a:lnTo>
                <a:lnTo>
                  <a:pt x="546560" y="36862"/>
                </a:lnTo>
                <a:lnTo>
                  <a:pt x="546993" y="36849"/>
                </a:lnTo>
                <a:lnTo>
                  <a:pt x="547433" y="36844"/>
                </a:lnTo>
                <a:lnTo>
                  <a:pt x="547834" y="36848"/>
                </a:lnTo>
                <a:lnTo>
                  <a:pt x="548229" y="36861"/>
                </a:lnTo>
                <a:lnTo>
                  <a:pt x="548618" y="36882"/>
                </a:lnTo>
                <a:lnTo>
                  <a:pt x="549000" y="36912"/>
                </a:lnTo>
                <a:lnTo>
                  <a:pt x="549377" y="36950"/>
                </a:lnTo>
                <a:lnTo>
                  <a:pt x="549747" y="36996"/>
                </a:lnTo>
                <a:lnTo>
                  <a:pt x="550111" y="37051"/>
                </a:lnTo>
                <a:lnTo>
                  <a:pt x="550468" y="37114"/>
                </a:lnTo>
                <a:lnTo>
                  <a:pt x="550820" y="37186"/>
                </a:lnTo>
                <a:lnTo>
                  <a:pt x="551165" y="37267"/>
                </a:lnTo>
                <a:lnTo>
                  <a:pt x="551504" y="37355"/>
                </a:lnTo>
                <a:lnTo>
                  <a:pt x="551837" y="37452"/>
                </a:lnTo>
                <a:lnTo>
                  <a:pt x="552164" y="37558"/>
                </a:lnTo>
                <a:lnTo>
                  <a:pt x="552484" y="37672"/>
                </a:lnTo>
                <a:lnTo>
                  <a:pt x="552798" y="37795"/>
                </a:lnTo>
                <a:lnTo>
                  <a:pt x="553106" y="37926"/>
                </a:lnTo>
                <a:lnTo>
                  <a:pt x="553408" y="38065"/>
                </a:lnTo>
                <a:lnTo>
                  <a:pt x="553704" y="38213"/>
                </a:lnTo>
                <a:lnTo>
                  <a:pt x="553993" y="38369"/>
                </a:lnTo>
                <a:lnTo>
                  <a:pt x="554277" y="38534"/>
                </a:lnTo>
                <a:lnTo>
                  <a:pt x="554554" y="38707"/>
                </a:lnTo>
                <a:lnTo>
                  <a:pt x="554825" y="38889"/>
                </a:lnTo>
                <a:lnTo>
                  <a:pt x="555089" y="39079"/>
                </a:lnTo>
                <a:lnTo>
                  <a:pt x="555348" y="39277"/>
                </a:lnTo>
                <a:lnTo>
                  <a:pt x="555598" y="39487"/>
                </a:lnTo>
                <a:lnTo>
                  <a:pt x="555837" y="39712"/>
                </a:lnTo>
                <a:lnTo>
                  <a:pt x="556066" y="39951"/>
                </a:lnTo>
                <a:lnTo>
                  <a:pt x="556284" y="40204"/>
                </a:lnTo>
                <a:lnTo>
                  <a:pt x="556492" y="40472"/>
                </a:lnTo>
                <a:lnTo>
                  <a:pt x="556689" y="40755"/>
                </a:lnTo>
                <a:lnTo>
                  <a:pt x="556875" y="41052"/>
                </a:lnTo>
                <a:lnTo>
                  <a:pt x="557050" y="41363"/>
                </a:lnTo>
                <a:lnTo>
                  <a:pt x="557215" y="41689"/>
                </a:lnTo>
                <a:lnTo>
                  <a:pt x="557370" y="42029"/>
                </a:lnTo>
                <a:lnTo>
                  <a:pt x="557513" y="42384"/>
                </a:lnTo>
                <a:lnTo>
                  <a:pt x="557646" y="42754"/>
                </a:lnTo>
                <a:lnTo>
                  <a:pt x="557769" y="43137"/>
                </a:lnTo>
                <a:lnTo>
                  <a:pt x="557881" y="43536"/>
                </a:lnTo>
                <a:lnTo>
                  <a:pt x="557982" y="43949"/>
                </a:lnTo>
                <a:lnTo>
                  <a:pt x="558072" y="44376"/>
                </a:lnTo>
                <a:lnTo>
                  <a:pt x="558152" y="44818"/>
                </a:lnTo>
                <a:lnTo>
                  <a:pt x="558221" y="45274"/>
                </a:lnTo>
                <a:lnTo>
                  <a:pt x="558280" y="45745"/>
                </a:lnTo>
                <a:lnTo>
                  <a:pt x="558327" y="46230"/>
                </a:lnTo>
                <a:lnTo>
                  <a:pt x="558365" y="46730"/>
                </a:lnTo>
                <a:lnTo>
                  <a:pt x="558391" y="47244"/>
                </a:lnTo>
                <a:lnTo>
                  <a:pt x="558407" y="47773"/>
                </a:lnTo>
                <a:lnTo>
                  <a:pt x="558413" y="48316"/>
                </a:lnTo>
                <a:lnTo>
                  <a:pt x="558413" y="51930"/>
                </a:lnTo>
                <a:lnTo>
                  <a:pt x="557335" y="51955"/>
                </a:lnTo>
                <a:lnTo>
                  <a:pt x="556268" y="51985"/>
                </a:lnTo>
                <a:lnTo>
                  <a:pt x="555213" y="52020"/>
                </a:lnTo>
                <a:lnTo>
                  <a:pt x="554168" y="52059"/>
                </a:lnTo>
                <a:lnTo>
                  <a:pt x="553135" y="52104"/>
                </a:lnTo>
                <a:lnTo>
                  <a:pt x="552113" y="52153"/>
                </a:lnTo>
                <a:lnTo>
                  <a:pt x="551102" y="52207"/>
                </a:lnTo>
                <a:lnTo>
                  <a:pt x="550102" y="52266"/>
                </a:lnTo>
                <a:lnTo>
                  <a:pt x="549113" y="52330"/>
                </a:lnTo>
                <a:lnTo>
                  <a:pt x="548135" y="52398"/>
                </a:lnTo>
                <a:lnTo>
                  <a:pt x="547168" y="52472"/>
                </a:lnTo>
                <a:lnTo>
                  <a:pt x="546213" y="52550"/>
                </a:lnTo>
                <a:lnTo>
                  <a:pt x="545268" y="52634"/>
                </a:lnTo>
                <a:lnTo>
                  <a:pt x="544335" y="52722"/>
                </a:lnTo>
                <a:lnTo>
                  <a:pt x="543413" y="52814"/>
                </a:lnTo>
                <a:lnTo>
                  <a:pt x="542501" y="52912"/>
                </a:lnTo>
                <a:lnTo>
                  <a:pt x="541601" y="53015"/>
                </a:lnTo>
                <a:lnTo>
                  <a:pt x="540713" y="53122"/>
                </a:lnTo>
                <a:lnTo>
                  <a:pt x="539835" y="53234"/>
                </a:lnTo>
                <a:lnTo>
                  <a:pt x="538968" y="53352"/>
                </a:lnTo>
                <a:lnTo>
                  <a:pt x="538112" y="53474"/>
                </a:lnTo>
                <a:lnTo>
                  <a:pt x="537268" y="53600"/>
                </a:lnTo>
                <a:lnTo>
                  <a:pt x="536435" y="53732"/>
                </a:lnTo>
                <a:lnTo>
                  <a:pt x="535612" y="53868"/>
                </a:lnTo>
                <a:lnTo>
                  <a:pt x="534803" y="54013"/>
                </a:lnTo>
                <a:lnTo>
                  <a:pt x="534009" y="54167"/>
                </a:lnTo>
                <a:lnTo>
                  <a:pt x="533230" y="54332"/>
                </a:lnTo>
                <a:lnTo>
                  <a:pt x="532466" y="54507"/>
                </a:lnTo>
                <a:lnTo>
                  <a:pt x="531717" y="54693"/>
                </a:lnTo>
                <a:lnTo>
                  <a:pt x="530984" y="54889"/>
                </a:lnTo>
                <a:lnTo>
                  <a:pt x="530265" y="55096"/>
                </a:lnTo>
                <a:lnTo>
                  <a:pt x="529561" y="55312"/>
                </a:lnTo>
                <a:lnTo>
                  <a:pt x="528873" y="55540"/>
                </a:lnTo>
                <a:lnTo>
                  <a:pt x="528200" y="55777"/>
                </a:lnTo>
                <a:lnTo>
                  <a:pt x="527541" y="56025"/>
                </a:lnTo>
                <a:lnTo>
                  <a:pt x="526898" y="56284"/>
                </a:lnTo>
                <a:lnTo>
                  <a:pt x="526270" y="56553"/>
                </a:lnTo>
                <a:lnTo>
                  <a:pt x="525657" y="56832"/>
                </a:lnTo>
                <a:lnTo>
                  <a:pt x="525059" y="57122"/>
                </a:lnTo>
                <a:lnTo>
                  <a:pt x="524476" y="57422"/>
                </a:lnTo>
                <a:lnTo>
                  <a:pt x="523908" y="57732"/>
                </a:lnTo>
                <a:lnTo>
                  <a:pt x="523356" y="58053"/>
                </a:lnTo>
                <a:lnTo>
                  <a:pt x="522818" y="58384"/>
                </a:lnTo>
                <a:lnTo>
                  <a:pt x="522295" y="58726"/>
                </a:lnTo>
                <a:lnTo>
                  <a:pt x="521788" y="59078"/>
                </a:lnTo>
                <a:lnTo>
                  <a:pt x="521296" y="59440"/>
                </a:lnTo>
                <a:lnTo>
                  <a:pt x="520818" y="59813"/>
                </a:lnTo>
                <a:lnTo>
                  <a:pt x="520356" y="60196"/>
                </a:lnTo>
                <a:lnTo>
                  <a:pt x="519911" y="60592"/>
                </a:lnTo>
                <a:lnTo>
                  <a:pt x="519485" y="61004"/>
                </a:lnTo>
                <a:lnTo>
                  <a:pt x="519077" y="61431"/>
                </a:lnTo>
                <a:lnTo>
                  <a:pt x="518689" y="61874"/>
                </a:lnTo>
                <a:lnTo>
                  <a:pt x="518320" y="62333"/>
                </a:lnTo>
                <a:lnTo>
                  <a:pt x="517969" y="62808"/>
                </a:lnTo>
                <a:lnTo>
                  <a:pt x="517638" y="63298"/>
                </a:lnTo>
                <a:lnTo>
                  <a:pt x="517325" y="63804"/>
                </a:lnTo>
                <a:lnTo>
                  <a:pt x="517031" y="64326"/>
                </a:lnTo>
                <a:lnTo>
                  <a:pt x="516757" y="64863"/>
                </a:lnTo>
                <a:lnTo>
                  <a:pt x="516501" y="65416"/>
                </a:lnTo>
                <a:lnTo>
                  <a:pt x="516264" y="65985"/>
                </a:lnTo>
                <a:lnTo>
                  <a:pt x="516046" y="66569"/>
                </a:lnTo>
                <a:lnTo>
                  <a:pt x="515847" y="67170"/>
                </a:lnTo>
                <a:lnTo>
                  <a:pt x="515667" y="67785"/>
                </a:lnTo>
                <a:lnTo>
                  <a:pt x="515506" y="68417"/>
                </a:lnTo>
                <a:lnTo>
                  <a:pt x="515364" y="69064"/>
                </a:lnTo>
                <a:lnTo>
                  <a:pt x="515241" y="69727"/>
                </a:lnTo>
                <a:lnTo>
                  <a:pt x="515137" y="70406"/>
                </a:lnTo>
                <a:lnTo>
                  <a:pt x="515052" y="71101"/>
                </a:lnTo>
                <a:lnTo>
                  <a:pt x="514985" y="71811"/>
                </a:lnTo>
                <a:lnTo>
                  <a:pt x="514938" y="72537"/>
                </a:lnTo>
                <a:lnTo>
                  <a:pt x="514910" y="73278"/>
                </a:lnTo>
                <a:lnTo>
                  <a:pt x="514900" y="74036"/>
                </a:lnTo>
                <a:lnTo>
                  <a:pt x="514905" y="74581"/>
                </a:lnTo>
                <a:lnTo>
                  <a:pt x="514921" y="75120"/>
                </a:lnTo>
                <a:lnTo>
                  <a:pt x="514947" y="75650"/>
                </a:lnTo>
                <a:lnTo>
                  <a:pt x="514983" y="76173"/>
                </a:lnTo>
                <a:lnTo>
                  <a:pt x="515030" y="76688"/>
                </a:lnTo>
                <a:lnTo>
                  <a:pt x="515088" y="77196"/>
                </a:lnTo>
                <a:lnTo>
                  <a:pt x="515155" y="77696"/>
                </a:lnTo>
                <a:lnTo>
                  <a:pt x="515233" y="78188"/>
                </a:lnTo>
                <a:lnTo>
                  <a:pt x="515322" y="78673"/>
                </a:lnTo>
                <a:lnTo>
                  <a:pt x="515421" y="79149"/>
                </a:lnTo>
                <a:lnTo>
                  <a:pt x="515530" y="79619"/>
                </a:lnTo>
                <a:lnTo>
                  <a:pt x="515650" y="80080"/>
                </a:lnTo>
                <a:lnTo>
                  <a:pt x="515780" y="80534"/>
                </a:lnTo>
                <a:lnTo>
                  <a:pt x="515920" y="80980"/>
                </a:lnTo>
                <a:lnTo>
                  <a:pt x="516071" y="81419"/>
                </a:lnTo>
                <a:lnTo>
                  <a:pt x="516232" y="81850"/>
                </a:lnTo>
                <a:lnTo>
                  <a:pt x="516404" y="82273"/>
                </a:lnTo>
                <a:lnTo>
                  <a:pt x="516586" y="82689"/>
                </a:lnTo>
                <a:lnTo>
                  <a:pt x="516779" y="83096"/>
                </a:lnTo>
                <a:lnTo>
                  <a:pt x="516982" y="83497"/>
                </a:lnTo>
                <a:lnTo>
                  <a:pt x="517195" y="83889"/>
                </a:lnTo>
                <a:lnTo>
                  <a:pt x="517419" y="84274"/>
                </a:lnTo>
                <a:lnTo>
                  <a:pt x="517653" y="84651"/>
                </a:lnTo>
                <a:lnTo>
                  <a:pt x="517898" y="85021"/>
                </a:lnTo>
                <a:lnTo>
                  <a:pt x="518151" y="85383"/>
                </a:lnTo>
                <a:lnTo>
                  <a:pt x="518410" y="85737"/>
                </a:lnTo>
                <a:lnTo>
                  <a:pt x="518676" y="86083"/>
                </a:lnTo>
                <a:lnTo>
                  <a:pt x="518948" y="86422"/>
                </a:lnTo>
                <a:lnTo>
                  <a:pt x="519227" y="86753"/>
                </a:lnTo>
                <a:lnTo>
                  <a:pt x="519512" y="87076"/>
                </a:lnTo>
                <a:lnTo>
                  <a:pt x="519804" y="87392"/>
                </a:lnTo>
                <a:lnTo>
                  <a:pt x="520102" y="87700"/>
                </a:lnTo>
                <a:lnTo>
                  <a:pt x="520406" y="88000"/>
                </a:lnTo>
                <a:lnTo>
                  <a:pt x="520717" y="88293"/>
                </a:lnTo>
                <a:lnTo>
                  <a:pt x="521034" y="88578"/>
                </a:lnTo>
                <a:lnTo>
                  <a:pt x="521358" y="88855"/>
                </a:lnTo>
                <a:lnTo>
                  <a:pt x="521688" y="89125"/>
                </a:lnTo>
                <a:lnTo>
                  <a:pt x="522025" y="89387"/>
                </a:lnTo>
                <a:lnTo>
                  <a:pt x="522368" y="89641"/>
                </a:lnTo>
                <a:lnTo>
                  <a:pt x="522717" y="89887"/>
                </a:lnTo>
                <a:lnTo>
                  <a:pt x="523073" y="90126"/>
                </a:lnTo>
                <a:lnTo>
                  <a:pt x="523436" y="90358"/>
                </a:lnTo>
                <a:lnTo>
                  <a:pt x="523804" y="90581"/>
                </a:lnTo>
                <a:lnTo>
                  <a:pt x="524179" y="90797"/>
                </a:lnTo>
                <a:lnTo>
                  <a:pt x="524561" y="91005"/>
                </a:lnTo>
                <a:lnTo>
                  <a:pt x="524949" y="91206"/>
                </a:lnTo>
                <a:lnTo>
                  <a:pt x="525344" y="91399"/>
                </a:lnTo>
                <a:lnTo>
                  <a:pt x="525745" y="91584"/>
                </a:lnTo>
                <a:lnTo>
                  <a:pt x="526150" y="91762"/>
                </a:lnTo>
                <a:lnTo>
                  <a:pt x="526558" y="91932"/>
                </a:lnTo>
                <a:lnTo>
                  <a:pt x="526969" y="92094"/>
                </a:lnTo>
                <a:lnTo>
                  <a:pt x="527382" y="92249"/>
                </a:lnTo>
                <a:lnTo>
                  <a:pt x="527797" y="92396"/>
                </a:lnTo>
                <a:lnTo>
                  <a:pt x="528216" y="92536"/>
                </a:lnTo>
                <a:lnTo>
                  <a:pt x="528637" y="92668"/>
                </a:lnTo>
                <a:lnTo>
                  <a:pt x="529060" y="92793"/>
                </a:lnTo>
                <a:lnTo>
                  <a:pt x="529486" y="92910"/>
                </a:lnTo>
                <a:lnTo>
                  <a:pt x="529915" y="93020"/>
                </a:lnTo>
                <a:lnTo>
                  <a:pt x="530346" y="93122"/>
                </a:lnTo>
                <a:lnTo>
                  <a:pt x="530780" y="93216"/>
                </a:lnTo>
                <a:lnTo>
                  <a:pt x="531216" y="93303"/>
                </a:lnTo>
                <a:lnTo>
                  <a:pt x="531655" y="93383"/>
                </a:lnTo>
                <a:lnTo>
                  <a:pt x="532096" y="93454"/>
                </a:lnTo>
                <a:lnTo>
                  <a:pt x="532540" y="93519"/>
                </a:lnTo>
                <a:lnTo>
                  <a:pt x="532987" y="93575"/>
                </a:lnTo>
                <a:lnTo>
                  <a:pt x="533436" y="93624"/>
                </a:lnTo>
                <a:lnTo>
                  <a:pt x="533888" y="93666"/>
                </a:lnTo>
                <a:lnTo>
                  <a:pt x="534342" y="93700"/>
                </a:lnTo>
                <a:lnTo>
                  <a:pt x="534799" y="93726"/>
                </a:lnTo>
                <a:lnTo>
                  <a:pt x="535258" y="93745"/>
                </a:lnTo>
                <a:lnTo>
                  <a:pt x="535720" y="93757"/>
                </a:lnTo>
                <a:lnTo>
                  <a:pt x="536185" y="93760"/>
                </a:lnTo>
                <a:lnTo>
                  <a:pt x="536783" y="93756"/>
                </a:lnTo>
                <a:lnTo>
                  <a:pt x="537374" y="93743"/>
                </a:lnTo>
                <a:lnTo>
                  <a:pt x="537960" y="93722"/>
                </a:lnTo>
                <a:lnTo>
                  <a:pt x="538541" y="93692"/>
                </a:lnTo>
                <a:lnTo>
                  <a:pt x="539115" y="93654"/>
                </a:lnTo>
                <a:close/>
                <a:moveTo>
                  <a:pt x="540399" y="81412"/>
                </a:moveTo>
                <a:lnTo>
                  <a:pt x="540085" y="81373"/>
                </a:lnTo>
                <a:lnTo>
                  <a:pt x="539777" y="81326"/>
                </a:lnTo>
                <a:lnTo>
                  <a:pt x="539474" y="81272"/>
                </a:lnTo>
                <a:lnTo>
                  <a:pt x="539176" y="81211"/>
                </a:lnTo>
                <a:lnTo>
                  <a:pt x="538884" y="81143"/>
                </a:lnTo>
                <a:lnTo>
                  <a:pt x="538597" y="81068"/>
                </a:lnTo>
                <a:lnTo>
                  <a:pt x="538315" y="80986"/>
                </a:lnTo>
                <a:lnTo>
                  <a:pt x="538038" y="80896"/>
                </a:lnTo>
                <a:lnTo>
                  <a:pt x="537767" y="80800"/>
                </a:lnTo>
                <a:lnTo>
                  <a:pt x="537501" y="80696"/>
                </a:lnTo>
                <a:lnTo>
                  <a:pt x="537240" y="80585"/>
                </a:lnTo>
                <a:lnTo>
                  <a:pt x="536985" y="80467"/>
                </a:lnTo>
                <a:lnTo>
                  <a:pt x="536734" y="80341"/>
                </a:lnTo>
                <a:lnTo>
                  <a:pt x="536489" y="80209"/>
                </a:lnTo>
                <a:lnTo>
                  <a:pt x="536249" y="80069"/>
                </a:lnTo>
                <a:lnTo>
                  <a:pt x="536015" y="79922"/>
                </a:lnTo>
                <a:lnTo>
                  <a:pt x="535786" y="79768"/>
                </a:lnTo>
                <a:lnTo>
                  <a:pt x="535562" y="79607"/>
                </a:lnTo>
                <a:lnTo>
                  <a:pt x="535343" y="79439"/>
                </a:lnTo>
                <a:lnTo>
                  <a:pt x="535131" y="79263"/>
                </a:lnTo>
                <a:lnTo>
                  <a:pt x="534929" y="79080"/>
                </a:lnTo>
                <a:lnTo>
                  <a:pt x="534735" y="78889"/>
                </a:lnTo>
                <a:lnTo>
                  <a:pt x="534551" y="78690"/>
                </a:lnTo>
                <a:lnTo>
                  <a:pt x="534375" y="78484"/>
                </a:lnTo>
                <a:lnTo>
                  <a:pt x="534208" y="78270"/>
                </a:lnTo>
                <a:lnTo>
                  <a:pt x="534051" y="78048"/>
                </a:lnTo>
                <a:lnTo>
                  <a:pt x="533902" y="77819"/>
                </a:lnTo>
                <a:lnTo>
                  <a:pt x="533763" y="77582"/>
                </a:lnTo>
                <a:lnTo>
                  <a:pt x="533632" y="77338"/>
                </a:lnTo>
                <a:lnTo>
                  <a:pt x="533511" y="77085"/>
                </a:lnTo>
                <a:lnTo>
                  <a:pt x="533398" y="76826"/>
                </a:lnTo>
                <a:lnTo>
                  <a:pt x="533294" y="76558"/>
                </a:lnTo>
                <a:lnTo>
                  <a:pt x="533200" y="76283"/>
                </a:lnTo>
                <a:lnTo>
                  <a:pt x="533114" y="76000"/>
                </a:lnTo>
                <a:lnTo>
                  <a:pt x="533038" y="75710"/>
                </a:lnTo>
                <a:lnTo>
                  <a:pt x="532970" y="75412"/>
                </a:lnTo>
                <a:lnTo>
                  <a:pt x="532912" y="75106"/>
                </a:lnTo>
                <a:lnTo>
                  <a:pt x="532862" y="74793"/>
                </a:lnTo>
                <a:lnTo>
                  <a:pt x="532822" y="74472"/>
                </a:lnTo>
                <a:lnTo>
                  <a:pt x="532790" y="74143"/>
                </a:lnTo>
                <a:lnTo>
                  <a:pt x="532768" y="73807"/>
                </a:lnTo>
                <a:lnTo>
                  <a:pt x="532754" y="73463"/>
                </a:lnTo>
                <a:lnTo>
                  <a:pt x="532750" y="73111"/>
                </a:lnTo>
                <a:lnTo>
                  <a:pt x="532760" y="72624"/>
                </a:lnTo>
                <a:lnTo>
                  <a:pt x="532789" y="72148"/>
                </a:lnTo>
                <a:lnTo>
                  <a:pt x="532838" y="71684"/>
                </a:lnTo>
                <a:lnTo>
                  <a:pt x="532907" y="71231"/>
                </a:lnTo>
                <a:lnTo>
                  <a:pt x="532995" y="70789"/>
                </a:lnTo>
                <a:lnTo>
                  <a:pt x="533103" y="70358"/>
                </a:lnTo>
                <a:lnTo>
                  <a:pt x="533231" y="69939"/>
                </a:lnTo>
                <a:lnTo>
                  <a:pt x="533378" y="69531"/>
                </a:lnTo>
                <a:lnTo>
                  <a:pt x="533545" y="69135"/>
                </a:lnTo>
                <a:lnTo>
                  <a:pt x="533732" y="68750"/>
                </a:lnTo>
                <a:lnTo>
                  <a:pt x="533938" y="68376"/>
                </a:lnTo>
                <a:lnTo>
                  <a:pt x="534164" y="68013"/>
                </a:lnTo>
                <a:lnTo>
                  <a:pt x="534410" y="67662"/>
                </a:lnTo>
                <a:lnTo>
                  <a:pt x="534675" y="67323"/>
                </a:lnTo>
                <a:lnTo>
                  <a:pt x="534960" y="66994"/>
                </a:lnTo>
                <a:lnTo>
                  <a:pt x="535264" y="66677"/>
                </a:lnTo>
                <a:lnTo>
                  <a:pt x="535589" y="66371"/>
                </a:lnTo>
                <a:lnTo>
                  <a:pt x="535932" y="66077"/>
                </a:lnTo>
                <a:lnTo>
                  <a:pt x="536296" y="65794"/>
                </a:lnTo>
                <a:lnTo>
                  <a:pt x="536679" y="65522"/>
                </a:lnTo>
                <a:lnTo>
                  <a:pt x="537082" y="65262"/>
                </a:lnTo>
                <a:lnTo>
                  <a:pt x="537504" y="65013"/>
                </a:lnTo>
                <a:lnTo>
                  <a:pt x="537946" y="64775"/>
                </a:lnTo>
                <a:lnTo>
                  <a:pt x="538408" y="64549"/>
                </a:lnTo>
                <a:lnTo>
                  <a:pt x="538894" y="64333"/>
                </a:lnTo>
                <a:lnTo>
                  <a:pt x="539410" y="64125"/>
                </a:lnTo>
                <a:lnTo>
                  <a:pt x="539955" y="63927"/>
                </a:lnTo>
                <a:lnTo>
                  <a:pt x="540529" y="63738"/>
                </a:lnTo>
                <a:lnTo>
                  <a:pt x="541133" y="63557"/>
                </a:lnTo>
                <a:lnTo>
                  <a:pt x="541767" y="63386"/>
                </a:lnTo>
                <a:lnTo>
                  <a:pt x="542430" y="63223"/>
                </a:lnTo>
                <a:lnTo>
                  <a:pt x="543123" y="63070"/>
                </a:lnTo>
                <a:lnTo>
                  <a:pt x="543845" y="62925"/>
                </a:lnTo>
                <a:lnTo>
                  <a:pt x="544596" y="62790"/>
                </a:lnTo>
                <a:lnTo>
                  <a:pt x="545377" y="62663"/>
                </a:lnTo>
                <a:lnTo>
                  <a:pt x="546187" y="62545"/>
                </a:lnTo>
                <a:lnTo>
                  <a:pt x="547027" y="62437"/>
                </a:lnTo>
                <a:lnTo>
                  <a:pt x="547897" y="62337"/>
                </a:lnTo>
                <a:lnTo>
                  <a:pt x="548795" y="62246"/>
                </a:lnTo>
                <a:lnTo>
                  <a:pt x="549724" y="62164"/>
                </a:lnTo>
                <a:lnTo>
                  <a:pt x="550681" y="62091"/>
                </a:lnTo>
                <a:lnTo>
                  <a:pt x="551669" y="62027"/>
                </a:lnTo>
                <a:lnTo>
                  <a:pt x="552685" y="61972"/>
                </a:lnTo>
                <a:lnTo>
                  <a:pt x="553731" y="61926"/>
                </a:lnTo>
                <a:lnTo>
                  <a:pt x="554807" y="61889"/>
                </a:lnTo>
                <a:lnTo>
                  <a:pt x="555912" y="61861"/>
                </a:lnTo>
                <a:lnTo>
                  <a:pt x="557047" y="61842"/>
                </a:lnTo>
                <a:lnTo>
                  <a:pt x="558211" y="61831"/>
                </a:lnTo>
                <a:lnTo>
                  <a:pt x="558211" y="72699"/>
                </a:lnTo>
                <a:lnTo>
                  <a:pt x="557994" y="72984"/>
                </a:lnTo>
                <a:lnTo>
                  <a:pt x="557772" y="73267"/>
                </a:lnTo>
                <a:lnTo>
                  <a:pt x="557544" y="73546"/>
                </a:lnTo>
                <a:lnTo>
                  <a:pt x="557310" y="73824"/>
                </a:lnTo>
                <a:lnTo>
                  <a:pt x="557069" y="74098"/>
                </a:lnTo>
                <a:lnTo>
                  <a:pt x="556823" y="74370"/>
                </a:lnTo>
                <a:lnTo>
                  <a:pt x="556571" y="74640"/>
                </a:lnTo>
                <a:lnTo>
                  <a:pt x="556313" y="74907"/>
                </a:lnTo>
                <a:lnTo>
                  <a:pt x="556049" y="75171"/>
                </a:lnTo>
                <a:lnTo>
                  <a:pt x="555779" y="75432"/>
                </a:lnTo>
                <a:lnTo>
                  <a:pt x="555503" y="75691"/>
                </a:lnTo>
                <a:lnTo>
                  <a:pt x="555222" y="75948"/>
                </a:lnTo>
                <a:lnTo>
                  <a:pt x="554934" y="76202"/>
                </a:lnTo>
                <a:lnTo>
                  <a:pt x="554640" y="76453"/>
                </a:lnTo>
                <a:lnTo>
                  <a:pt x="554340" y="76701"/>
                </a:lnTo>
                <a:lnTo>
                  <a:pt x="554034" y="76947"/>
                </a:lnTo>
                <a:lnTo>
                  <a:pt x="553723" y="77190"/>
                </a:lnTo>
                <a:lnTo>
                  <a:pt x="553405" y="77431"/>
                </a:lnTo>
                <a:lnTo>
                  <a:pt x="553081" y="77669"/>
                </a:lnTo>
                <a:lnTo>
                  <a:pt x="552752" y="77904"/>
                </a:lnTo>
                <a:lnTo>
                  <a:pt x="552416" y="78137"/>
                </a:lnTo>
                <a:lnTo>
                  <a:pt x="552075" y="78367"/>
                </a:lnTo>
                <a:lnTo>
                  <a:pt x="551727" y="78595"/>
                </a:lnTo>
                <a:lnTo>
                  <a:pt x="551374" y="78820"/>
                </a:lnTo>
                <a:lnTo>
                  <a:pt x="551016" y="79039"/>
                </a:lnTo>
                <a:lnTo>
                  <a:pt x="550656" y="79248"/>
                </a:lnTo>
                <a:lnTo>
                  <a:pt x="550292" y="79448"/>
                </a:lnTo>
                <a:lnTo>
                  <a:pt x="549927" y="79639"/>
                </a:lnTo>
                <a:lnTo>
                  <a:pt x="549558" y="79821"/>
                </a:lnTo>
                <a:lnTo>
                  <a:pt x="549187" y="79993"/>
                </a:lnTo>
                <a:lnTo>
                  <a:pt x="548813" y="80156"/>
                </a:lnTo>
                <a:lnTo>
                  <a:pt x="548436" y="80310"/>
                </a:lnTo>
                <a:lnTo>
                  <a:pt x="548057" y="80454"/>
                </a:lnTo>
                <a:lnTo>
                  <a:pt x="547675" y="80589"/>
                </a:lnTo>
                <a:lnTo>
                  <a:pt x="547290" y="80715"/>
                </a:lnTo>
                <a:lnTo>
                  <a:pt x="546903" y="80831"/>
                </a:lnTo>
                <a:lnTo>
                  <a:pt x="546513" y="80938"/>
                </a:lnTo>
                <a:lnTo>
                  <a:pt x="546120" y="81036"/>
                </a:lnTo>
                <a:lnTo>
                  <a:pt x="545725" y="81124"/>
                </a:lnTo>
                <a:lnTo>
                  <a:pt x="545327" y="81204"/>
                </a:lnTo>
                <a:lnTo>
                  <a:pt x="544926" y="81273"/>
                </a:lnTo>
                <a:lnTo>
                  <a:pt x="544522" y="81334"/>
                </a:lnTo>
                <a:lnTo>
                  <a:pt x="544116" y="81385"/>
                </a:lnTo>
                <a:lnTo>
                  <a:pt x="543707" y="81427"/>
                </a:lnTo>
                <a:lnTo>
                  <a:pt x="543296" y="81460"/>
                </a:lnTo>
                <a:lnTo>
                  <a:pt x="542881" y="81483"/>
                </a:lnTo>
                <a:lnTo>
                  <a:pt x="542465" y="81497"/>
                </a:lnTo>
                <a:lnTo>
                  <a:pt x="542045" y="81502"/>
                </a:lnTo>
                <a:lnTo>
                  <a:pt x="541705" y="81498"/>
                </a:lnTo>
                <a:lnTo>
                  <a:pt x="541371" y="81487"/>
                </a:lnTo>
                <a:lnTo>
                  <a:pt x="541041" y="81469"/>
                </a:lnTo>
                <a:lnTo>
                  <a:pt x="540717" y="81444"/>
                </a:lnTo>
                <a:lnTo>
                  <a:pt x="540399" y="81412"/>
                </a:lnTo>
                <a:close/>
                <a:moveTo>
                  <a:pt x="899741" y="93710"/>
                </a:moveTo>
                <a:lnTo>
                  <a:pt x="900195" y="93688"/>
                </a:lnTo>
                <a:lnTo>
                  <a:pt x="900647" y="93662"/>
                </a:lnTo>
                <a:lnTo>
                  <a:pt x="901097" y="93632"/>
                </a:lnTo>
                <a:lnTo>
                  <a:pt x="901547" y="93598"/>
                </a:lnTo>
                <a:lnTo>
                  <a:pt x="901995" y="93559"/>
                </a:lnTo>
                <a:lnTo>
                  <a:pt x="902441" y="93517"/>
                </a:lnTo>
                <a:lnTo>
                  <a:pt x="902887" y="93471"/>
                </a:lnTo>
                <a:lnTo>
                  <a:pt x="903331" y="93421"/>
                </a:lnTo>
                <a:lnTo>
                  <a:pt x="903774" y="93367"/>
                </a:lnTo>
                <a:lnTo>
                  <a:pt x="904216" y="93308"/>
                </a:lnTo>
                <a:lnTo>
                  <a:pt x="904656" y="93246"/>
                </a:lnTo>
                <a:lnTo>
                  <a:pt x="905095" y="93180"/>
                </a:lnTo>
                <a:lnTo>
                  <a:pt x="905533" y="93109"/>
                </a:lnTo>
                <a:lnTo>
                  <a:pt x="905969" y="93035"/>
                </a:lnTo>
                <a:lnTo>
                  <a:pt x="906404" y="92957"/>
                </a:lnTo>
                <a:lnTo>
                  <a:pt x="906838" y="92874"/>
                </a:lnTo>
                <a:lnTo>
                  <a:pt x="907271" y="92788"/>
                </a:lnTo>
                <a:lnTo>
                  <a:pt x="907702" y="92697"/>
                </a:lnTo>
                <a:lnTo>
                  <a:pt x="908132" y="92603"/>
                </a:lnTo>
                <a:lnTo>
                  <a:pt x="908560" y="92504"/>
                </a:lnTo>
                <a:lnTo>
                  <a:pt x="908983" y="92400"/>
                </a:lnTo>
                <a:lnTo>
                  <a:pt x="909403" y="92292"/>
                </a:lnTo>
                <a:lnTo>
                  <a:pt x="909818" y="92178"/>
                </a:lnTo>
                <a:lnTo>
                  <a:pt x="910229" y="92060"/>
                </a:lnTo>
                <a:lnTo>
                  <a:pt x="910637" y="91937"/>
                </a:lnTo>
                <a:lnTo>
                  <a:pt x="911041" y="91809"/>
                </a:lnTo>
                <a:lnTo>
                  <a:pt x="911440" y="91676"/>
                </a:lnTo>
                <a:lnTo>
                  <a:pt x="911836" y="91538"/>
                </a:lnTo>
                <a:lnTo>
                  <a:pt x="912227" y="91396"/>
                </a:lnTo>
                <a:lnTo>
                  <a:pt x="912615" y="91248"/>
                </a:lnTo>
                <a:lnTo>
                  <a:pt x="912999" y="91096"/>
                </a:lnTo>
                <a:lnTo>
                  <a:pt x="913378" y="90939"/>
                </a:lnTo>
                <a:lnTo>
                  <a:pt x="913754" y="90777"/>
                </a:lnTo>
                <a:lnTo>
                  <a:pt x="914126" y="90611"/>
                </a:lnTo>
                <a:lnTo>
                  <a:pt x="914494" y="90439"/>
                </a:lnTo>
                <a:lnTo>
                  <a:pt x="914857" y="90263"/>
                </a:lnTo>
                <a:lnTo>
                  <a:pt x="915217" y="90081"/>
                </a:lnTo>
                <a:lnTo>
                  <a:pt x="915573" y="89895"/>
                </a:lnTo>
                <a:lnTo>
                  <a:pt x="915925" y="89704"/>
                </a:lnTo>
                <a:lnTo>
                  <a:pt x="916273" y="89508"/>
                </a:lnTo>
                <a:lnTo>
                  <a:pt x="916617" y="89308"/>
                </a:lnTo>
                <a:lnTo>
                  <a:pt x="916957" y="89102"/>
                </a:lnTo>
                <a:lnTo>
                  <a:pt x="917293" y="88892"/>
                </a:lnTo>
                <a:lnTo>
                  <a:pt x="917624" y="88676"/>
                </a:lnTo>
                <a:lnTo>
                  <a:pt x="917949" y="88455"/>
                </a:lnTo>
                <a:lnTo>
                  <a:pt x="918269" y="88229"/>
                </a:lnTo>
                <a:lnTo>
                  <a:pt x="918584" y="87996"/>
                </a:lnTo>
                <a:lnTo>
                  <a:pt x="918892" y="87759"/>
                </a:lnTo>
                <a:lnTo>
                  <a:pt x="919196" y="87515"/>
                </a:lnTo>
                <a:lnTo>
                  <a:pt x="919493" y="87266"/>
                </a:lnTo>
                <a:lnTo>
                  <a:pt x="919785" y="87012"/>
                </a:lnTo>
                <a:lnTo>
                  <a:pt x="920071" y="86752"/>
                </a:lnTo>
                <a:lnTo>
                  <a:pt x="920352" y="86486"/>
                </a:lnTo>
                <a:lnTo>
                  <a:pt x="920627" y="86215"/>
                </a:lnTo>
                <a:lnTo>
                  <a:pt x="920896" y="85939"/>
                </a:lnTo>
                <a:lnTo>
                  <a:pt x="921160" y="85656"/>
                </a:lnTo>
                <a:lnTo>
                  <a:pt x="921418" y="85369"/>
                </a:lnTo>
                <a:lnTo>
                  <a:pt x="921671" y="85075"/>
                </a:lnTo>
                <a:lnTo>
                  <a:pt x="921918" y="84777"/>
                </a:lnTo>
                <a:lnTo>
                  <a:pt x="922159" y="84472"/>
                </a:lnTo>
                <a:lnTo>
                  <a:pt x="922395" y="84162"/>
                </a:lnTo>
                <a:lnTo>
                  <a:pt x="922625" y="83847"/>
                </a:lnTo>
                <a:lnTo>
                  <a:pt x="922850" y="83526"/>
                </a:lnTo>
                <a:lnTo>
                  <a:pt x="923069" y="83199"/>
                </a:lnTo>
                <a:lnTo>
                  <a:pt x="923282" y="82867"/>
                </a:lnTo>
                <a:lnTo>
                  <a:pt x="923490" y="82529"/>
                </a:lnTo>
                <a:lnTo>
                  <a:pt x="923692" y="82186"/>
                </a:lnTo>
                <a:lnTo>
                  <a:pt x="923887" y="81836"/>
                </a:lnTo>
                <a:lnTo>
                  <a:pt x="924074" y="81481"/>
                </a:lnTo>
                <a:lnTo>
                  <a:pt x="924252" y="81119"/>
                </a:lnTo>
                <a:lnTo>
                  <a:pt x="924422" y="80750"/>
                </a:lnTo>
                <a:lnTo>
                  <a:pt x="924584" y="80375"/>
                </a:lnTo>
                <a:lnTo>
                  <a:pt x="924738" y="79994"/>
                </a:lnTo>
                <a:lnTo>
                  <a:pt x="924883" y="79607"/>
                </a:lnTo>
                <a:lnTo>
                  <a:pt x="925020" y="79213"/>
                </a:lnTo>
                <a:lnTo>
                  <a:pt x="925149" y="78812"/>
                </a:lnTo>
                <a:lnTo>
                  <a:pt x="925269" y="78405"/>
                </a:lnTo>
                <a:lnTo>
                  <a:pt x="925381" y="77992"/>
                </a:lnTo>
                <a:lnTo>
                  <a:pt x="925485" y="77573"/>
                </a:lnTo>
                <a:lnTo>
                  <a:pt x="925580" y="77147"/>
                </a:lnTo>
                <a:lnTo>
                  <a:pt x="925668" y="76715"/>
                </a:lnTo>
                <a:lnTo>
                  <a:pt x="925747" y="76276"/>
                </a:lnTo>
                <a:lnTo>
                  <a:pt x="925817" y="75831"/>
                </a:lnTo>
                <a:lnTo>
                  <a:pt x="925879" y="75379"/>
                </a:lnTo>
                <a:lnTo>
                  <a:pt x="925933" y="74921"/>
                </a:lnTo>
                <a:lnTo>
                  <a:pt x="925979" y="74457"/>
                </a:lnTo>
                <a:lnTo>
                  <a:pt x="926016" y="73987"/>
                </a:lnTo>
                <a:lnTo>
                  <a:pt x="926045" y="73509"/>
                </a:lnTo>
                <a:lnTo>
                  <a:pt x="926066" y="73026"/>
                </a:lnTo>
                <a:lnTo>
                  <a:pt x="926079" y="72536"/>
                </a:lnTo>
                <a:lnTo>
                  <a:pt x="926083" y="72040"/>
                </a:lnTo>
                <a:lnTo>
                  <a:pt x="926078" y="71511"/>
                </a:lnTo>
                <a:lnTo>
                  <a:pt x="926062" y="70990"/>
                </a:lnTo>
                <a:lnTo>
                  <a:pt x="926036" y="70477"/>
                </a:lnTo>
                <a:lnTo>
                  <a:pt x="926000" y="69973"/>
                </a:lnTo>
                <a:lnTo>
                  <a:pt x="925954" y="69476"/>
                </a:lnTo>
                <a:lnTo>
                  <a:pt x="925898" y="68989"/>
                </a:lnTo>
                <a:lnTo>
                  <a:pt x="925831" y="68509"/>
                </a:lnTo>
                <a:lnTo>
                  <a:pt x="925753" y="68038"/>
                </a:lnTo>
                <a:lnTo>
                  <a:pt x="925666" y="67575"/>
                </a:lnTo>
                <a:lnTo>
                  <a:pt x="925568" y="67120"/>
                </a:lnTo>
                <a:lnTo>
                  <a:pt x="925460" y="66673"/>
                </a:lnTo>
                <a:lnTo>
                  <a:pt x="925342" y="66235"/>
                </a:lnTo>
                <a:lnTo>
                  <a:pt x="925213" y="65805"/>
                </a:lnTo>
                <a:lnTo>
                  <a:pt x="925074" y="65384"/>
                </a:lnTo>
                <a:lnTo>
                  <a:pt x="924925" y="64970"/>
                </a:lnTo>
                <a:lnTo>
                  <a:pt x="924766" y="64565"/>
                </a:lnTo>
                <a:lnTo>
                  <a:pt x="924596" y="64169"/>
                </a:lnTo>
                <a:lnTo>
                  <a:pt x="924416" y="63780"/>
                </a:lnTo>
                <a:lnTo>
                  <a:pt x="924225" y="63400"/>
                </a:lnTo>
                <a:lnTo>
                  <a:pt x="924025" y="63028"/>
                </a:lnTo>
                <a:lnTo>
                  <a:pt x="923814" y="62664"/>
                </a:lnTo>
                <a:lnTo>
                  <a:pt x="923592" y="62309"/>
                </a:lnTo>
                <a:lnTo>
                  <a:pt x="923361" y="61962"/>
                </a:lnTo>
                <a:lnTo>
                  <a:pt x="923119" y="61623"/>
                </a:lnTo>
                <a:lnTo>
                  <a:pt x="922868" y="61291"/>
                </a:lnTo>
                <a:lnTo>
                  <a:pt x="922611" y="60965"/>
                </a:lnTo>
                <a:lnTo>
                  <a:pt x="922346" y="60644"/>
                </a:lnTo>
                <a:lnTo>
                  <a:pt x="922073" y="60329"/>
                </a:lnTo>
                <a:lnTo>
                  <a:pt x="921794" y="60020"/>
                </a:lnTo>
                <a:lnTo>
                  <a:pt x="921507" y="59716"/>
                </a:lnTo>
                <a:lnTo>
                  <a:pt x="921213" y="59418"/>
                </a:lnTo>
                <a:lnTo>
                  <a:pt x="920911" y="59126"/>
                </a:lnTo>
                <a:lnTo>
                  <a:pt x="920603" y="58839"/>
                </a:lnTo>
                <a:lnTo>
                  <a:pt x="920287" y="58558"/>
                </a:lnTo>
                <a:lnTo>
                  <a:pt x="919964" y="58283"/>
                </a:lnTo>
                <a:lnTo>
                  <a:pt x="919633" y="58014"/>
                </a:lnTo>
                <a:lnTo>
                  <a:pt x="919296" y="57750"/>
                </a:lnTo>
                <a:lnTo>
                  <a:pt x="918951" y="57492"/>
                </a:lnTo>
                <a:lnTo>
                  <a:pt x="918599" y="57239"/>
                </a:lnTo>
                <a:lnTo>
                  <a:pt x="918239" y="56992"/>
                </a:lnTo>
                <a:lnTo>
                  <a:pt x="917873" y="56751"/>
                </a:lnTo>
                <a:lnTo>
                  <a:pt x="917499" y="56516"/>
                </a:lnTo>
                <a:lnTo>
                  <a:pt x="917118" y="56286"/>
                </a:lnTo>
                <a:lnTo>
                  <a:pt x="916730" y="56062"/>
                </a:lnTo>
                <a:lnTo>
                  <a:pt x="916334" y="55843"/>
                </a:lnTo>
                <a:lnTo>
                  <a:pt x="915931" y="55630"/>
                </a:lnTo>
                <a:lnTo>
                  <a:pt x="915521" y="55423"/>
                </a:lnTo>
                <a:lnTo>
                  <a:pt x="915104" y="55222"/>
                </a:lnTo>
                <a:lnTo>
                  <a:pt x="914680" y="55025"/>
                </a:lnTo>
                <a:lnTo>
                  <a:pt x="914252" y="54831"/>
                </a:lnTo>
                <a:lnTo>
                  <a:pt x="913820" y="54640"/>
                </a:lnTo>
                <a:lnTo>
                  <a:pt x="913382" y="54452"/>
                </a:lnTo>
                <a:lnTo>
                  <a:pt x="912940" y="54268"/>
                </a:lnTo>
                <a:lnTo>
                  <a:pt x="912494" y="54086"/>
                </a:lnTo>
                <a:lnTo>
                  <a:pt x="912042" y="53907"/>
                </a:lnTo>
                <a:lnTo>
                  <a:pt x="911586" y="53732"/>
                </a:lnTo>
                <a:lnTo>
                  <a:pt x="911125" y="53559"/>
                </a:lnTo>
                <a:lnTo>
                  <a:pt x="910660" y="53390"/>
                </a:lnTo>
                <a:lnTo>
                  <a:pt x="910190" y="53223"/>
                </a:lnTo>
                <a:lnTo>
                  <a:pt x="909715" y="53060"/>
                </a:lnTo>
                <a:lnTo>
                  <a:pt x="909236" y="52900"/>
                </a:lnTo>
                <a:lnTo>
                  <a:pt x="908752" y="52743"/>
                </a:lnTo>
                <a:lnTo>
                  <a:pt x="908263" y="52589"/>
                </a:lnTo>
                <a:lnTo>
                  <a:pt x="907769" y="52438"/>
                </a:lnTo>
                <a:lnTo>
                  <a:pt x="907271" y="52290"/>
                </a:lnTo>
                <a:lnTo>
                  <a:pt x="906768" y="52145"/>
                </a:lnTo>
                <a:lnTo>
                  <a:pt x="906261" y="52003"/>
                </a:lnTo>
                <a:lnTo>
                  <a:pt x="905749" y="51865"/>
                </a:lnTo>
                <a:lnTo>
                  <a:pt x="905232" y="51729"/>
                </a:lnTo>
                <a:lnTo>
                  <a:pt x="904710" y="51596"/>
                </a:lnTo>
                <a:lnTo>
                  <a:pt x="904184" y="51467"/>
                </a:lnTo>
                <a:lnTo>
                  <a:pt x="903653" y="51341"/>
                </a:lnTo>
                <a:lnTo>
                  <a:pt x="903152" y="51227"/>
                </a:lnTo>
                <a:lnTo>
                  <a:pt x="902659" y="51115"/>
                </a:lnTo>
                <a:lnTo>
                  <a:pt x="902174" y="51003"/>
                </a:lnTo>
                <a:lnTo>
                  <a:pt x="901698" y="50891"/>
                </a:lnTo>
                <a:lnTo>
                  <a:pt x="901229" y="50780"/>
                </a:lnTo>
                <a:lnTo>
                  <a:pt x="900769" y="50670"/>
                </a:lnTo>
                <a:lnTo>
                  <a:pt x="900317" y="50561"/>
                </a:lnTo>
                <a:lnTo>
                  <a:pt x="899874" y="50452"/>
                </a:lnTo>
                <a:lnTo>
                  <a:pt x="899438" y="50343"/>
                </a:lnTo>
                <a:lnTo>
                  <a:pt x="899011" y="50235"/>
                </a:lnTo>
                <a:lnTo>
                  <a:pt x="898591" y="50128"/>
                </a:lnTo>
                <a:lnTo>
                  <a:pt x="898180" y="50021"/>
                </a:lnTo>
                <a:lnTo>
                  <a:pt x="897777" y="49915"/>
                </a:lnTo>
                <a:lnTo>
                  <a:pt x="897383" y="49810"/>
                </a:lnTo>
                <a:lnTo>
                  <a:pt x="896996" y="49705"/>
                </a:lnTo>
                <a:lnTo>
                  <a:pt x="896618" y="49600"/>
                </a:lnTo>
                <a:lnTo>
                  <a:pt x="896248" y="49497"/>
                </a:lnTo>
                <a:lnTo>
                  <a:pt x="895886" y="49394"/>
                </a:lnTo>
                <a:lnTo>
                  <a:pt x="895532" y="49291"/>
                </a:lnTo>
                <a:lnTo>
                  <a:pt x="895187" y="49189"/>
                </a:lnTo>
                <a:lnTo>
                  <a:pt x="894849" y="49088"/>
                </a:lnTo>
                <a:lnTo>
                  <a:pt x="894520" y="48987"/>
                </a:lnTo>
                <a:lnTo>
                  <a:pt x="894199" y="48887"/>
                </a:lnTo>
                <a:lnTo>
                  <a:pt x="893886" y="48787"/>
                </a:lnTo>
                <a:lnTo>
                  <a:pt x="893581" y="48688"/>
                </a:lnTo>
                <a:lnTo>
                  <a:pt x="893283" y="48587"/>
                </a:lnTo>
                <a:lnTo>
                  <a:pt x="892992" y="48486"/>
                </a:lnTo>
                <a:lnTo>
                  <a:pt x="892708" y="48384"/>
                </a:lnTo>
                <a:lnTo>
                  <a:pt x="892430" y="48282"/>
                </a:lnTo>
                <a:lnTo>
                  <a:pt x="892160" y="48179"/>
                </a:lnTo>
                <a:lnTo>
                  <a:pt x="891897" y="48075"/>
                </a:lnTo>
                <a:lnTo>
                  <a:pt x="891641" y="47970"/>
                </a:lnTo>
                <a:lnTo>
                  <a:pt x="891392" y="47865"/>
                </a:lnTo>
                <a:lnTo>
                  <a:pt x="891150" y="47759"/>
                </a:lnTo>
                <a:lnTo>
                  <a:pt x="890915" y="47652"/>
                </a:lnTo>
                <a:lnTo>
                  <a:pt x="890687" y="47545"/>
                </a:lnTo>
                <a:lnTo>
                  <a:pt x="890466" y="47437"/>
                </a:lnTo>
                <a:lnTo>
                  <a:pt x="890252" y="47328"/>
                </a:lnTo>
                <a:lnTo>
                  <a:pt x="890045" y="47218"/>
                </a:lnTo>
                <a:lnTo>
                  <a:pt x="889845" y="47108"/>
                </a:lnTo>
                <a:lnTo>
                  <a:pt x="889652" y="46997"/>
                </a:lnTo>
                <a:lnTo>
                  <a:pt x="889466" y="46885"/>
                </a:lnTo>
                <a:lnTo>
                  <a:pt x="889287" y="46773"/>
                </a:lnTo>
                <a:lnTo>
                  <a:pt x="889115" y="46660"/>
                </a:lnTo>
                <a:lnTo>
                  <a:pt x="888950" y="46546"/>
                </a:lnTo>
                <a:lnTo>
                  <a:pt x="888792" y="46432"/>
                </a:lnTo>
                <a:lnTo>
                  <a:pt x="888642" y="46316"/>
                </a:lnTo>
                <a:lnTo>
                  <a:pt x="888498" y="46200"/>
                </a:lnTo>
                <a:lnTo>
                  <a:pt x="888360" y="46083"/>
                </a:lnTo>
                <a:lnTo>
                  <a:pt x="888229" y="45964"/>
                </a:lnTo>
                <a:lnTo>
                  <a:pt x="888103" y="45844"/>
                </a:lnTo>
                <a:lnTo>
                  <a:pt x="887983" y="45722"/>
                </a:lnTo>
                <a:lnTo>
                  <a:pt x="887869" y="45599"/>
                </a:lnTo>
                <a:lnTo>
                  <a:pt x="887761" y="45474"/>
                </a:lnTo>
                <a:lnTo>
                  <a:pt x="887659" y="45348"/>
                </a:lnTo>
                <a:lnTo>
                  <a:pt x="887562" y="45220"/>
                </a:lnTo>
                <a:lnTo>
                  <a:pt x="887472" y="45090"/>
                </a:lnTo>
                <a:lnTo>
                  <a:pt x="887387" y="44959"/>
                </a:lnTo>
                <a:lnTo>
                  <a:pt x="887308" y="44827"/>
                </a:lnTo>
                <a:lnTo>
                  <a:pt x="887235" y="44693"/>
                </a:lnTo>
                <a:lnTo>
                  <a:pt x="887168" y="44557"/>
                </a:lnTo>
                <a:lnTo>
                  <a:pt x="887106" y="44420"/>
                </a:lnTo>
                <a:lnTo>
                  <a:pt x="887051" y="44281"/>
                </a:lnTo>
                <a:lnTo>
                  <a:pt x="887001" y="44141"/>
                </a:lnTo>
                <a:lnTo>
                  <a:pt x="886957" y="44000"/>
                </a:lnTo>
                <a:lnTo>
                  <a:pt x="886919" y="43856"/>
                </a:lnTo>
                <a:lnTo>
                  <a:pt x="886887" y="43712"/>
                </a:lnTo>
                <a:lnTo>
                  <a:pt x="886861" y="43565"/>
                </a:lnTo>
                <a:lnTo>
                  <a:pt x="886840" y="43418"/>
                </a:lnTo>
                <a:lnTo>
                  <a:pt x="886826" y="43268"/>
                </a:lnTo>
                <a:lnTo>
                  <a:pt x="886817" y="43118"/>
                </a:lnTo>
                <a:lnTo>
                  <a:pt x="886814" y="42965"/>
                </a:lnTo>
                <a:lnTo>
                  <a:pt x="886818" y="42701"/>
                </a:lnTo>
                <a:lnTo>
                  <a:pt x="886832" y="42444"/>
                </a:lnTo>
                <a:lnTo>
                  <a:pt x="886855" y="42193"/>
                </a:lnTo>
                <a:lnTo>
                  <a:pt x="886888" y="41948"/>
                </a:lnTo>
                <a:lnTo>
                  <a:pt x="886929" y="41710"/>
                </a:lnTo>
                <a:lnTo>
                  <a:pt x="886980" y="41478"/>
                </a:lnTo>
                <a:lnTo>
                  <a:pt x="887040" y="41252"/>
                </a:lnTo>
                <a:lnTo>
                  <a:pt x="887109" y="41032"/>
                </a:lnTo>
                <a:lnTo>
                  <a:pt x="887188" y="40819"/>
                </a:lnTo>
                <a:lnTo>
                  <a:pt x="887276" y="40611"/>
                </a:lnTo>
                <a:lnTo>
                  <a:pt x="887373" y="40411"/>
                </a:lnTo>
                <a:lnTo>
                  <a:pt x="887479" y="40216"/>
                </a:lnTo>
                <a:lnTo>
                  <a:pt x="887594" y="40028"/>
                </a:lnTo>
                <a:lnTo>
                  <a:pt x="887719" y="39846"/>
                </a:lnTo>
                <a:lnTo>
                  <a:pt x="887853" y="39670"/>
                </a:lnTo>
                <a:lnTo>
                  <a:pt x="887996" y="39501"/>
                </a:lnTo>
                <a:lnTo>
                  <a:pt x="888149" y="39338"/>
                </a:lnTo>
                <a:lnTo>
                  <a:pt x="888310" y="39181"/>
                </a:lnTo>
                <a:lnTo>
                  <a:pt x="888481" y="39031"/>
                </a:lnTo>
                <a:lnTo>
                  <a:pt x="888661" y="38886"/>
                </a:lnTo>
                <a:lnTo>
                  <a:pt x="888851" y="38748"/>
                </a:lnTo>
                <a:lnTo>
                  <a:pt x="889049" y="38617"/>
                </a:lnTo>
                <a:lnTo>
                  <a:pt x="889257" y="38491"/>
                </a:lnTo>
                <a:lnTo>
                  <a:pt x="889474" y="38372"/>
                </a:lnTo>
                <a:lnTo>
                  <a:pt x="889700" y="38259"/>
                </a:lnTo>
                <a:lnTo>
                  <a:pt x="889932" y="38150"/>
                </a:lnTo>
                <a:lnTo>
                  <a:pt x="890171" y="38046"/>
                </a:lnTo>
                <a:lnTo>
                  <a:pt x="890416" y="37946"/>
                </a:lnTo>
                <a:lnTo>
                  <a:pt x="890669" y="37852"/>
                </a:lnTo>
                <a:lnTo>
                  <a:pt x="890929" y="37763"/>
                </a:lnTo>
                <a:lnTo>
                  <a:pt x="891195" y="37678"/>
                </a:lnTo>
                <a:lnTo>
                  <a:pt x="891469" y="37598"/>
                </a:lnTo>
                <a:lnTo>
                  <a:pt x="891749" y="37523"/>
                </a:lnTo>
                <a:lnTo>
                  <a:pt x="892037" y="37453"/>
                </a:lnTo>
                <a:lnTo>
                  <a:pt x="892331" y="37388"/>
                </a:lnTo>
                <a:lnTo>
                  <a:pt x="892632" y="37327"/>
                </a:lnTo>
                <a:lnTo>
                  <a:pt x="892940" y="37272"/>
                </a:lnTo>
                <a:lnTo>
                  <a:pt x="893255" y="37221"/>
                </a:lnTo>
                <a:lnTo>
                  <a:pt x="893576" y="37175"/>
                </a:lnTo>
                <a:lnTo>
                  <a:pt x="893905" y="37134"/>
                </a:lnTo>
                <a:lnTo>
                  <a:pt x="894241" y="37097"/>
                </a:lnTo>
                <a:lnTo>
                  <a:pt x="894583" y="37066"/>
                </a:lnTo>
                <a:lnTo>
                  <a:pt x="894932" y="37039"/>
                </a:lnTo>
                <a:lnTo>
                  <a:pt x="895289" y="37018"/>
                </a:lnTo>
                <a:lnTo>
                  <a:pt x="895652" y="37001"/>
                </a:lnTo>
                <a:lnTo>
                  <a:pt x="896022" y="36988"/>
                </a:lnTo>
                <a:lnTo>
                  <a:pt x="896399" y="36981"/>
                </a:lnTo>
                <a:lnTo>
                  <a:pt x="896783" y="36979"/>
                </a:lnTo>
                <a:lnTo>
                  <a:pt x="897140" y="36982"/>
                </a:lnTo>
                <a:lnTo>
                  <a:pt x="897493" y="36993"/>
                </a:lnTo>
                <a:lnTo>
                  <a:pt x="897843" y="37010"/>
                </a:lnTo>
                <a:lnTo>
                  <a:pt x="898189" y="37034"/>
                </a:lnTo>
                <a:lnTo>
                  <a:pt x="898531" y="37066"/>
                </a:lnTo>
                <a:lnTo>
                  <a:pt x="898869" y="37104"/>
                </a:lnTo>
                <a:lnTo>
                  <a:pt x="899203" y="37149"/>
                </a:lnTo>
                <a:lnTo>
                  <a:pt x="899533" y="37201"/>
                </a:lnTo>
                <a:lnTo>
                  <a:pt x="899859" y="37261"/>
                </a:lnTo>
                <a:lnTo>
                  <a:pt x="900182" y="37327"/>
                </a:lnTo>
                <a:lnTo>
                  <a:pt x="900501" y="37400"/>
                </a:lnTo>
                <a:lnTo>
                  <a:pt x="900816" y="37480"/>
                </a:lnTo>
                <a:lnTo>
                  <a:pt x="901127" y="37567"/>
                </a:lnTo>
                <a:lnTo>
                  <a:pt x="901434" y="37661"/>
                </a:lnTo>
                <a:lnTo>
                  <a:pt x="901737" y="37762"/>
                </a:lnTo>
                <a:lnTo>
                  <a:pt x="902036" y="37869"/>
                </a:lnTo>
                <a:lnTo>
                  <a:pt x="902332" y="37984"/>
                </a:lnTo>
                <a:lnTo>
                  <a:pt x="902624" y="38106"/>
                </a:lnTo>
                <a:lnTo>
                  <a:pt x="902912" y="38235"/>
                </a:lnTo>
                <a:lnTo>
                  <a:pt x="903196" y="38370"/>
                </a:lnTo>
                <a:lnTo>
                  <a:pt x="903476" y="38513"/>
                </a:lnTo>
                <a:lnTo>
                  <a:pt x="903752" y="38663"/>
                </a:lnTo>
                <a:lnTo>
                  <a:pt x="904024" y="38819"/>
                </a:lnTo>
                <a:lnTo>
                  <a:pt x="904293" y="38983"/>
                </a:lnTo>
                <a:lnTo>
                  <a:pt x="904554" y="39155"/>
                </a:lnTo>
                <a:lnTo>
                  <a:pt x="904804" y="39338"/>
                </a:lnTo>
                <a:lnTo>
                  <a:pt x="905043" y="39533"/>
                </a:lnTo>
                <a:lnTo>
                  <a:pt x="905270" y="39738"/>
                </a:lnTo>
                <a:lnTo>
                  <a:pt x="905487" y="39955"/>
                </a:lnTo>
                <a:lnTo>
                  <a:pt x="905693" y="40182"/>
                </a:lnTo>
                <a:lnTo>
                  <a:pt x="905887" y="40421"/>
                </a:lnTo>
                <a:lnTo>
                  <a:pt x="906070" y="40670"/>
                </a:lnTo>
                <a:lnTo>
                  <a:pt x="906243" y="40931"/>
                </a:lnTo>
                <a:lnTo>
                  <a:pt x="906404" y="41203"/>
                </a:lnTo>
                <a:lnTo>
                  <a:pt x="906554" y="41485"/>
                </a:lnTo>
                <a:lnTo>
                  <a:pt x="906692" y="41779"/>
                </a:lnTo>
                <a:lnTo>
                  <a:pt x="906820" y="42084"/>
                </a:lnTo>
                <a:lnTo>
                  <a:pt x="906937" y="42400"/>
                </a:lnTo>
                <a:lnTo>
                  <a:pt x="907042" y="42726"/>
                </a:lnTo>
                <a:lnTo>
                  <a:pt x="907137" y="43064"/>
                </a:lnTo>
                <a:lnTo>
                  <a:pt x="907220" y="43413"/>
                </a:lnTo>
                <a:lnTo>
                  <a:pt x="907292" y="43773"/>
                </a:lnTo>
                <a:lnTo>
                  <a:pt x="907353" y="44144"/>
                </a:lnTo>
                <a:lnTo>
                  <a:pt x="907403" y="44526"/>
                </a:lnTo>
                <a:lnTo>
                  <a:pt x="907442" y="44919"/>
                </a:lnTo>
                <a:lnTo>
                  <a:pt x="907470" y="45323"/>
                </a:lnTo>
                <a:lnTo>
                  <a:pt x="907487" y="45738"/>
                </a:lnTo>
                <a:lnTo>
                  <a:pt x="907492" y="46165"/>
                </a:lnTo>
                <a:lnTo>
                  <a:pt x="924062" y="46165"/>
                </a:lnTo>
                <a:lnTo>
                  <a:pt x="924058" y="45658"/>
                </a:lnTo>
                <a:lnTo>
                  <a:pt x="924046" y="45158"/>
                </a:lnTo>
                <a:lnTo>
                  <a:pt x="924025" y="44665"/>
                </a:lnTo>
                <a:lnTo>
                  <a:pt x="923997" y="44179"/>
                </a:lnTo>
                <a:lnTo>
                  <a:pt x="923960" y="43700"/>
                </a:lnTo>
                <a:lnTo>
                  <a:pt x="923915" y="43229"/>
                </a:lnTo>
                <a:lnTo>
                  <a:pt x="923862" y="42764"/>
                </a:lnTo>
                <a:lnTo>
                  <a:pt x="923800" y="42307"/>
                </a:lnTo>
                <a:lnTo>
                  <a:pt x="923731" y="41856"/>
                </a:lnTo>
                <a:lnTo>
                  <a:pt x="923653" y="41413"/>
                </a:lnTo>
                <a:lnTo>
                  <a:pt x="923567" y="40977"/>
                </a:lnTo>
                <a:lnTo>
                  <a:pt x="923473" y="40548"/>
                </a:lnTo>
                <a:lnTo>
                  <a:pt x="923370" y="40126"/>
                </a:lnTo>
                <a:lnTo>
                  <a:pt x="923260" y="39711"/>
                </a:lnTo>
                <a:lnTo>
                  <a:pt x="923141" y="39303"/>
                </a:lnTo>
                <a:lnTo>
                  <a:pt x="923014" y="38902"/>
                </a:lnTo>
                <a:lnTo>
                  <a:pt x="922879" y="38509"/>
                </a:lnTo>
                <a:lnTo>
                  <a:pt x="922736" y="38122"/>
                </a:lnTo>
                <a:lnTo>
                  <a:pt x="922585" y="37743"/>
                </a:lnTo>
                <a:lnTo>
                  <a:pt x="922425" y="37370"/>
                </a:lnTo>
                <a:lnTo>
                  <a:pt x="922257" y="37005"/>
                </a:lnTo>
                <a:lnTo>
                  <a:pt x="922081" y="36647"/>
                </a:lnTo>
                <a:lnTo>
                  <a:pt x="921897" y="36296"/>
                </a:lnTo>
                <a:lnTo>
                  <a:pt x="921705" y="35952"/>
                </a:lnTo>
                <a:lnTo>
                  <a:pt x="921505" y="35614"/>
                </a:lnTo>
                <a:lnTo>
                  <a:pt x="921301" y="35282"/>
                </a:lnTo>
                <a:lnTo>
                  <a:pt x="921091" y="34956"/>
                </a:lnTo>
                <a:lnTo>
                  <a:pt x="920876" y="34636"/>
                </a:lnTo>
                <a:lnTo>
                  <a:pt x="920655" y="34322"/>
                </a:lnTo>
                <a:lnTo>
                  <a:pt x="920429" y="34013"/>
                </a:lnTo>
                <a:lnTo>
                  <a:pt x="920198" y="33710"/>
                </a:lnTo>
                <a:lnTo>
                  <a:pt x="919961" y="33413"/>
                </a:lnTo>
                <a:lnTo>
                  <a:pt x="919719" y="33122"/>
                </a:lnTo>
                <a:lnTo>
                  <a:pt x="919471" y="32837"/>
                </a:lnTo>
                <a:lnTo>
                  <a:pt x="919218" y="32557"/>
                </a:lnTo>
                <a:lnTo>
                  <a:pt x="918960" y="32283"/>
                </a:lnTo>
                <a:lnTo>
                  <a:pt x="918696" y="32015"/>
                </a:lnTo>
                <a:lnTo>
                  <a:pt x="918427" y="31753"/>
                </a:lnTo>
                <a:lnTo>
                  <a:pt x="918153" y="31497"/>
                </a:lnTo>
                <a:lnTo>
                  <a:pt x="917873" y="31246"/>
                </a:lnTo>
                <a:lnTo>
                  <a:pt x="917588" y="31001"/>
                </a:lnTo>
                <a:lnTo>
                  <a:pt x="917297" y="30762"/>
                </a:lnTo>
                <a:lnTo>
                  <a:pt x="917001" y="30529"/>
                </a:lnTo>
                <a:lnTo>
                  <a:pt x="916700" y="30301"/>
                </a:lnTo>
                <a:lnTo>
                  <a:pt x="916393" y="30080"/>
                </a:lnTo>
                <a:lnTo>
                  <a:pt x="916081" y="29864"/>
                </a:lnTo>
                <a:lnTo>
                  <a:pt x="915763" y="29654"/>
                </a:lnTo>
                <a:lnTo>
                  <a:pt x="915440" y="29450"/>
                </a:lnTo>
                <a:lnTo>
                  <a:pt x="915113" y="29250"/>
                </a:lnTo>
                <a:lnTo>
                  <a:pt x="914783" y="29056"/>
                </a:lnTo>
                <a:lnTo>
                  <a:pt x="914449" y="28867"/>
                </a:lnTo>
                <a:lnTo>
                  <a:pt x="914112" y="28682"/>
                </a:lnTo>
                <a:lnTo>
                  <a:pt x="913772" y="28503"/>
                </a:lnTo>
                <a:lnTo>
                  <a:pt x="913428" y="28328"/>
                </a:lnTo>
                <a:lnTo>
                  <a:pt x="913081" y="28158"/>
                </a:lnTo>
                <a:lnTo>
                  <a:pt x="912731" y="27993"/>
                </a:lnTo>
                <a:lnTo>
                  <a:pt x="912378" y="27832"/>
                </a:lnTo>
                <a:lnTo>
                  <a:pt x="912021" y="27677"/>
                </a:lnTo>
                <a:lnTo>
                  <a:pt x="911661" y="27526"/>
                </a:lnTo>
                <a:lnTo>
                  <a:pt x="911298" y="27380"/>
                </a:lnTo>
                <a:lnTo>
                  <a:pt x="910931" y="27240"/>
                </a:lnTo>
                <a:lnTo>
                  <a:pt x="910562" y="27104"/>
                </a:lnTo>
                <a:lnTo>
                  <a:pt x="910189" y="26972"/>
                </a:lnTo>
                <a:lnTo>
                  <a:pt x="909812" y="26846"/>
                </a:lnTo>
                <a:lnTo>
                  <a:pt x="909433" y="26725"/>
                </a:lnTo>
                <a:lnTo>
                  <a:pt x="909050" y="26608"/>
                </a:lnTo>
                <a:lnTo>
                  <a:pt x="908664" y="26496"/>
                </a:lnTo>
                <a:lnTo>
                  <a:pt x="908274" y="26389"/>
                </a:lnTo>
                <a:lnTo>
                  <a:pt x="907882" y="26287"/>
                </a:lnTo>
                <a:lnTo>
                  <a:pt x="907486" y="26190"/>
                </a:lnTo>
                <a:lnTo>
                  <a:pt x="907087" y="26098"/>
                </a:lnTo>
                <a:lnTo>
                  <a:pt x="906684" y="26010"/>
                </a:lnTo>
                <a:lnTo>
                  <a:pt x="906280" y="25927"/>
                </a:lnTo>
                <a:lnTo>
                  <a:pt x="905874" y="25847"/>
                </a:lnTo>
                <a:lnTo>
                  <a:pt x="905468" y="25771"/>
                </a:lnTo>
                <a:lnTo>
                  <a:pt x="905062" y="25698"/>
                </a:lnTo>
                <a:lnTo>
                  <a:pt x="904655" y="25629"/>
                </a:lnTo>
                <a:lnTo>
                  <a:pt x="904247" y="25564"/>
                </a:lnTo>
                <a:lnTo>
                  <a:pt x="903838" y="25502"/>
                </a:lnTo>
                <a:lnTo>
                  <a:pt x="903428" y="25443"/>
                </a:lnTo>
                <a:lnTo>
                  <a:pt x="903018" y="25388"/>
                </a:lnTo>
                <a:lnTo>
                  <a:pt x="902608" y="25337"/>
                </a:lnTo>
                <a:lnTo>
                  <a:pt x="902196" y="25289"/>
                </a:lnTo>
                <a:lnTo>
                  <a:pt x="901784" y="25245"/>
                </a:lnTo>
                <a:lnTo>
                  <a:pt x="901371" y="25204"/>
                </a:lnTo>
                <a:lnTo>
                  <a:pt x="900957" y="25167"/>
                </a:lnTo>
                <a:lnTo>
                  <a:pt x="900543" y="25133"/>
                </a:lnTo>
                <a:lnTo>
                  <a:pt x="900128" y="25103"/>
                </a:lnTo>
                <a:lnTo>
                  <a:pt x="899712" y="25076"/>
                </a:lnTo>
                <a:lnTo>
                  <a:pt x="899296" y="25053"/>
                </a:lnTo>
                <a:lnTo>
                  <a:pt x="898879" y="25034"/>
                </a:lnTo>
                <a:lnTo>
                  <a:pt x="898461" y="25018"/>
                </a:lnTo>
                <a:lnTo>
                  <a:pt x="898042" y="25005"/>
                </a:lnTo>
                <a:lnTo>
                  <a:pt x="897623" y="24996"/>
                </a:lnTo>
                <a:lnTo>
                  <a:pt x="897203" y="24991"/>
                </a:lnTo>
                <a:lnTo>
                  <a:pt x="896783" y="24989"/>
                </a:lnTo>
                <a:lnTo>
                  <a:pt x="896351" y="24991"/>
                </a:lnTo>
                <a:lnTo>
                  <a:pt x="895920" y="24996"/>
                </a:lnTo>
                <a:lnTo>
                  <a:pt x="895490" y="25005"/>
                </a:lnTo>
                <a:lnTo>
                  <a:pt x="895060" y="25018"/>
                </a:lnTo>
                <a:lnTo>
                  <a:pt x="894632" y="25034"/>
                </a:lnTo>
                <a:lnTo>
                  <a:pt x="894204" y="25053"/>
                </a:lnTo>
                <a:lnTo>
                  <a:pt x="893777" y="25076"/>
                </a:lnTo>
                <a:lnTo>
                  <a:pt x="893351" y="25103"/>
                </a:lnTo>
                <a:lnTo>
                  <a:pt x="892926" y="25133"/>
                </a:lnTo>
                <a:lnTo>
                  <a:pt x="892501" y="25167"/>
                </a:lnTo>
                <a:lnTo>
                  <a:pt x="892078" y="25204"/>
                </a:lnTo>
                <a:lnTo>
                  <a:pt x="891655" y="25245"/>
                </a:lnTo>
                <a:lnTo>
                  <a:pt x="891233" y="25289"/>
                </a:lnTo>
                <a:lnTo>
                  <a:pt x="890812" y="25337"/>
                </a:lnTo>
                <a:lnTo>
                  <a:pt x="890392" y="25389"/>
                </a:lnTo>
                <a:lnTo>
                  <a:pt x="889972" y="25444"/>
                </a:lnTo>
                <a:lnTo>
                  <a:pt x="889553" y="25503"/>
                </a:lnTo>
                <a:lnTo>
                  <a:pt x="889136" y="25565"/>
                </a:lnTo>
                <a:lnTo>
                  <a:pt x="888718" y="25630"/>
                </a:lnTo>
                <a:lnTo>
                  <a:pt x="888302" y="25700"/>
                </a:lnTo>
                <a:lnTo>
                  <a:pt x="887887" y="25773"/>
                </a:lnTo>
                <a:lnTo>
                  <a:pt x="887472" y="25849"/>
                </a:lnTo>
                <a:lnTo>
                  <a:pt x="887058" y="25929"/>
                </a:lnTo>
                <a:lnTo>
                  <a:pt x="886645" y="26012"/>
                </a:lnTo>
                <a:lnTo>
                  <a:pt x="886235" y="26099"/>
                </a:lnTo>
                <a:lnTo>
                  <a:pt x="885827" y="26191"/>
                </a:lnTo>
                <a:lnTo>
                  <a:pt x="885424" y="26286"/>
                </a:lnTo>
                <a:lnTo>
                  <a:pt x="885023" y="26386"/>
                </a:lnTo>
                <a:lnTo>
                  <a:pt x="884626" y="26489"/>
                </a:lnTo>
                <a:lnTo>
                  <a:pt x="884233" y="26597"/>
                </a:lnTo>
                <a:lnTo>
                  <a:pt x="883843" y="26709"/>
                </a:lnTo>
                <a:lnTo>
                  <a:pt x="883457" y="26825"/>
                </a:lnTo>
                <a:lnTo>
                  <a:pt x="883074" y="26945"/>
                </a:lnTo>
                <a:lnTo>
                  <a:pt x="882695" y="27070"/>
                </a:lnTo>
                <a:lnTo>
                  <a:pt x="882320" y="27198"/>
                </a:lnTo>
                <a:lnTo>
                  <a:pt x="881947" y="27331"/>
                </a:lnTo>
                <a:lnTo>
                  <a:pt x="881579" y="27468"/>
                </a:lnTo>
                <a:lnTo>
                  <a:pt x="881213" y="27609"/>
                </a:lnTo>
                <a:lnTo>
                  <a:pt x="880852" y="27754"/>
                </a:lnTo>
                <a:lnTo>
                  <a:pt x="880494" y="27903"/>
                </a:lnTo>
                <a:lnTo>
                  <a:pt x="880139" y="28056"/>
                </a:lnTo>
                <a:lnTo>
                  <a:pt x="879788" y="28214"/>
                </a:lnTo>
                <a:lnTo>
                  <a:pt x="879440" y="28375"/>
                </a:lnTo>
                <a:lnTo>
                  <a:pt x="879096" y="28541"/>
                </a:lnTo>
                <a:lnTo>
                  <a:pt x="878755" y="28711"/>
                </a:lnTo>
                <a:lnTo>
                  <a:pt x="878418" y="28885"/>
                </a:lnTo>
                <a:lnTo>
                  <a:pt x="878084" y="29063"/>
                </a:lnTo>
                <a:lnTo>
                  <a:pt x="877754" y="29245"/>
                </a:lnTo>
                <a:lnTo>
                  <a:pt x="877429" y="29432"/>
                </a:lnTo>
                <a:lnTo>
                  <a:pt x="877109" y="29624"/>
                </a:lnTo>
                <a:lnTo>
                  <a:pt x="876794" y="29820"/>
                </a:lnTo>
                <a:lnTo>
                  <a:pt x="876485" y="30022"/>
                </a:lnTo>
                <a:lnTo>
                  <a:pt x="876181" y="30228"/>
                </a:lnTo>
                <a:lnTo>
                  <a:pt x="875883" y="30439"/>
                </a:lnTo>
                <a:lnTo>
                  <a:pt x="875590" y="30655"/>
                </a:lnTo>
                <a:lnTo>
                  <a:pt x="875303" y="30876"/>
                </a:lnTo>
                <a:lnTo>
                  <a:pt x="875022" y="31101"/>
                </a:lnTo>
                <a:lnTo>
                  <a:pt x="874746" y="31332"/>
                </a:lnTo>
                <a:lnTo>
                  <a:pt x="874475" y="31567"/>
                </a:lnTo>
                <a:lnTo>
                  <a:pt x="874210" y="31807"/>
                </a:lnTo>
                <a:lnTo>
                  <a:pt x="873950" y="32052"/>
                </a:lnTo>
                <a:lnTo>
                  <a:pt x="873696" y="32302"/>
                </a:lnTo>
                <a:lnTo>
                  <a:pt x="873447" y="32557"/>
                </a:lnTo>
                <a:lnTo>
                  <a:pt x="873204" y="32816"/>
                </a:lnTo>
                <a:lnTo>
                  <a:pt x="872966" y="33081"/>
                </a:lnTo>
                <a:lnTo>
                  <a:pt x="872734" y="33350"/>
                </a:lnTo>
                <a:lnTo>
                  <a:pt x="872507" y="33624"/>
                </a:lnTo>
                <a:lnTo>
                  <a:pt x="872286" y="33903"/>
                </a:lnTo>
                <a:lnTo>
                  <a:pt x="872071" y="34187"/>
                </a:lnTo>
                <a:lnTo>
                  <a:pt x="871860" y="34476"/>
                </a:lnTo>
                <a:lnTo>
                  <a:pt x="871656" y="34769"/>
                </a:lnTo>
                <a:lnTo>
                  <a:pt x="871456" y="35068"/>
                </a:lnTo>
                <a:lnTo>
                  <a:pt x="871264" y="35371"/>
                </a:lnTo>
                <a:lnTo>
                  <a:pt x="871080" y="35680"/>
                </a:lnTo>
                <a:lnTo>
                  <a:pt x="870904" y="35994"/>
                </a:lnTo>
                <a:lnTo>
                  <a:pt x="870736" y="36314"/>
                </a:lnTo>
                <a:lnTo>
                  <a:pt x="870577" y="36639"/>
                </a:lnTo>
                <a:lnTo>
                  <a:pt x="870425" y="36969"/>
                </a:lnTo>
                <a:lnTo>
                  <a:pt x="870282" y="37306"/>
                </a:lnTo>
                <a:lnTo>
                  <a:pt x="870147" y="37647"/>
                </a:lnTo>
                <a:lnTo>
                  <a:pt x="870020" y="37994"/>
                </a:lnTo>
                <a:lnTo>
                  <a:pt x="869901" y="38346"/>
                </a:lnTo>
                <a:lnTo>
                  <a:pt x="869791" y="38704"/>
                </a:lnTo>
                <a:lnTo>
                  <a:pt x="869688" y="39067"/>
                </a:lnTo>
                <a:lnTo>
                  <a:pt x="869594" y="39436"/>
                </a:lnTo>
                <a:lnTo>
                  <a:pt x="869508" y="39810"/>
                </a:lnTo>
                <a:lnTo>
                  <a:pt x="869431" y="40190"/>
                </a:lnTo>
                <a:lnTo>
                  <a:pt x="869361" y="40575"/>
                </a:lnTo>
                <a:lnTo>
                  <a:pt x="869300" y="40965"/>
                </a:lnTo>
                <a:lnTo>
                  <a:pt x="869246" y="41361"/>
                </a:lnTo>
                <a:lnTo>
                  <a:pt x="869201" y="41763"/>
                </a:lnTo>
                <a:lnTo>
                  <a:pt x="869165" y="42170"/>
                </a:lnTo>
                <a:lnTo>
                  <a:pt x="869136" y="42582"/>
                </a:lnTo>
                <a:lnTo>
                  <a:pt x="869115" y="43000"/>
                </a:lnTo>
                <a:lnTo>
                  <a:pt x="869103" y="43423"/>
                </a:lnTo>
                <a:lnTo>
                  <a:pt x="869099" y="43851"/>
                </a:lnTo>
                <a:lnTo>
                  <a:pt x="869104" y="44397"/>
                </a:lnTo>
                <a:lnTo>
                  <a:pt x="869121" y="44934"/>
                </a:lnTo>
                <a:lnTo>
                  <a:pt x="869147" y="45463"/>
                </a:lnTo>
                <a:lnTo>
                  <a:pt x="869185" y="45982"/>
                </a:lnTo>
                <a:lnTo>
                  <a:pt x="869233" y="46493"/>
                </a:lnTo>
                <a:lnTo>
                  <a:pt x="869293" y="46994"/>
                </a:lnTo>
                <a:lnTo>
                  <a:pt x="869363" y="47487"/>
                </a:lnTo>
                <a:lnTo>
                  <a:pt x="869443" y="47971"/>
                </a:lnTo>
                <a:lnTo>
                  <a:pt x="869535" y="48446"/>
                </a:lnTo>
                <a:lnTo>
                  <a:pt x="869637" y="48912"/>
                </a:lnTo>
                <a:lnTo>
                  <a:pt x="869750" y="49370"/>
                </a:lnTo>
                <a:lnTo>
                  <a:pt x="869874" y="49818"/>
                </a:lnTo>
                <a:lnTo>
                  <a:pt x="870008" y="50258"/>
                </a:lnTo>
                <a:lnTo>
                  <a:pt x="870153" y="50689"/>
                </a:lnTo>
                <a:lnTo>
                  <a:pt x="870309" y="51110"/>
                </a:lnTo>
                <a:lnTo>
                  <a:pt x="870476" y="51523"/>
                </a:lnTo>
                <a:lnTo>
                  <a:pt x="870654" y="51928"/>
                </a:lnTo>
                <a:lnTo>
                  <a:pt x="870842" y="52323"/>
                </a:lnTo>
                <a:lnTo>
                  <a:pt x="871041" y="52709"/>
                </a:lnTo>
                <a:lnTo>
                  <a:pt x="871251" y="53087"/>
                </a:lnTo>
                <a:lnTo>
                  <a:pt x="871471" y="53456"/>
                </a:lnTo>
                <a:lnTo>
                  <a:pt x="871703" y="53815"/>
                </a:lnTo>
                <a:lnTo>
                  <a:pt x="871945" y="54166"/>
                </a:lnTo>
                <a:lnTo>
                  <a:pt x="872197" y="54508"/>
                </a:lnTo>
                <a:lnTo>
                  <a:pt x="872460" y="54843"/>
                </a:lnTo>
                <a:lnTo>
                  <a:pt x="872730" y="55172"/>
                </a:lnTo>
                <a:lnTo>
                  <a:pt x="873009" y="55495"/>
                </a:lnTo>
                <a:lnTo>
                  <a:pt x="873297" y="55813"/>
                </a:lnTo>
                <a:lnTo>
                  <a:pt x="873592" y="56125"/>
                </a:lnTo>
                <a:lnTo>
                  <a:pt x="873896" y="56431"/>
                </a:lnTo>
                <a:lnTo>
                  <a:pt x="874208" y="56732"/>
                </a:lnTo>
                <a:lnTo>
                  <a:pt x="874529" y="57027"/>
                </a:lnTo>
                <a:lnTo>
                  <a:pt x="874857" y="57316"/>
                </a:lnTo>
                <a:lnTo>
                  <a:pt x="875195" y="57600"/>
                </a:lnTo>
                <a:lnTo>
                  <a:pt x="875540" y="57878"/>
                </a:lnTo>
                <a:lnTo>
                  <a:pt x="875894" y="58150"/>
                </a:lnTo>
                <a:lnTo>
                  <a:pt x="876256" y="58416"/>
                </a:lnTo>
                <a:lnTo>
                  <a:pt x="876626" y="58677"/>
                </a:lnTo>
                <a:lnTo>
                  <a:pt x="877004" y="58933"/>
                </a:lnTo>
                <a:lnTo>
                  <a:pt x="877391" y="59182"/>
                </a:lnTo>
                <a:lnTo>
                  <a:pt x="877787" y="59426"/>
                </a:lnTo>
                <a:lnTo>
                  <a:pt x="878190" y="59664"/>
                </a:lnTo>
                <a:lnTo>
                  <a:pt x="878602" y="59897"/>
                </a:lnTo>
                <a:lnTo>
                  <a:pt x="879022" y="60124"/>
                </a:lnTo>
                <a:lnTo>
                  <a:pt x="879450" y="60345"/>
                </a:lnTo>
                <a:lnTo>
                  <a:pt x="879887" y="60561"/>
                </a:lnTo>
                <a:lnTo>
                  <a:pt x="880332" y="60770"/>
                </a:lnTo>
                <a:lnTo>
                  <a:pt x="880785" y="60975"/>
                </a:lnTo>
                <a:lnTo>
                  <a:pt x="881245" y="61175"/>
                </a:lnTo>
                <a:lnTo>
                  <a:pt x="881711" y="61372"/>
                </a:lnTo>
                <a:lnTo>
                  <a:pt x="882181" y="61568"/>
                </a:lnTo>
                <a:lnTo>
                  <a:pt x="882657" y="61760"/>
                </a:lnTo>
                <a:lnTo>
                  <a:pt x="883138" y="61950"/>
                </a:lnTo>
                <a:lnTo>
                  <a:pt x="883625" y="62138"/>
                </a:lnTo>
                <a:lnTo>
                  <a:pt x="884117" y="62324"/>
                </a:lnTo>
                <a:lnTo>
                  <a:pt x="884614" y="62506"/>
                </a:lnTo>
                <a:lnTo>
                  <a:pt x="885116" y="62687"/>
                </a:lnTo>
                <a:lnTo>
                  <a:pt x="885623" y="62864"/>
                </a:lnTo>
                <a:lnTo>
                  <a:pt x="886136" y="63040"/>
                </a:lnTo>
                <a:lnTo>
                  <a:pt x="886654" y="63213"/>
                </a:lnTo>
                <a:lnTo>
                  <a:pt x="887177" y="63383"/>
                </a:lnTo>
                <a:lnTo>
                  <a:pt x="887706" y="63551"/>
                </a:lnTo>
                <a:lnTo>
                  <a:pt x="888239" y="63716"/>
                </a:lnTo>
                <a:lnTo>
                  <a:pt x="888778" y="63879"/>
                </a:lnTo>
                <a:lnTo>
                  <a:pt x="889323" y="64040"/>
                </a:lnTo>
                <a:lnTo>
                  <a:pt x="889872" y="64198"/>
                </a:lnTo>
                <a:lnTo>
                  <a:pt x="890427" y="64353"/>
                </a:lnTo>
                <a:lnTo>
                  <a:pt x="890987" y="64506"/>
                </a:lnTo>
                <a:lnTo>
                  <a:pt x="891552" y="64657"/>
                </a:lnTo>
                <a:lnTo>
                  <a:pt x="892123" y="64805"/>
                </a:lnTo>
                <a:lnTo>
                  <a:pt x="892699" y="64951"/>
                </a:lnTo>
                <a:lnTo>
                  <a:pt x="893280" y="65094"/>
                </a:lnTo>
                <a:lnTo>
                  <a:pt x="893967" y="65253"/>
                </a:lnTo>
                <a:lnTo>
                  <a:pt x="894637" y="65411"/>
                </a:lnTo>
                <a:lnTo>
                  <a:pt x="895290" y="65570"/>
                </a:lnTo>
                <a:lnTo>
                  <a:pt x="895925" y="65728"/>
                </a:lnTo>
                <a:lnTo>
                  <a:pt x="896542" y="65886"/>
                </a:lnTo>
                <a:lnTo>
                  <a:pt x="897143" y="66043"/>
                </a:lnTo>
                <a:lnTo>
                  <a:pt x="897725" y="66201"/>
                </a:lnTo>
                <a:lnTo>
                  <a:pt x="898291" y="66358"/>
                </a:lnTo>
                <a:lnTo>
                  <a:pt x="898839" y="66515"/>
                </a:lnTo>
                <a:lnTo>
                  <a:pt x="899369" y="66671"/>
                </a:lnTo>
                <a:lnTo>
                  <a:pt x="899882" y="66828"/>
                </a:lnTo>
                <a:lnTo>
                  <a:pt x="900378" y="66984"/>
                </a:lnTo>
                <a:lnTo>
                  <a:pt x="900856" y="67140"/>
                </a:lnTo>
                <a:lnTo>
                  <a:pt x="901317" y="67296"/>
                </a:lnTo>
                <a:lnTo>
                  <a:pt x="901760" y="67451"/>
                </a:lnTo>
                <a:lnTo>
                  <a:pt x="902186" y="67607"/>
                </a:lnTo>
                <a:lnTo>
                  <a:pt x="902595" y="67762"/>
                </a:lnTo>
                <a:lnTo>
                  <a:pt x="902986" y="67917"/>
                </a:lnTo>
                <a:lnTo>
                  <a:pt x="903359" y="68071"/>
                </a:lnTo>
                <a:lnTo>
                  <a:pt x="903716" y="68226"/>
                </a:lnTo>
                <a:lnTo>
                  <a:pt x="904054" y="68380"/>
                </a:lnTo>
                <a:lnTo>
                  <a:pt x="904376" y="68534"/>
                </a:lnTo>
                <a:lnTo>
                  <a:pt x="904680" y="68687"/>
                </a:lnTo>
                <a:lnTo>
                  <a:pt x="904966" y="68841"/>
                </a:lnTo>
                <a:lnTo>
                  <a:pt x="905239" y="68997"/>
                </a:lnTo>
                <a:lnTo>
                  <a:pt x="905499" y="69160"/>
                </a:lnTo>
                <a:lnTo>
                  <a:pt x="905748" y="69330"/>
                </a:lnTo>
                <a:lnTo>
                  <a:pt x="905985" y="69506"/>
                </a:lnTo>
                <a:lnTo>
                  <a:pt x="906211" y="69689"/>
                </a:lnTo>
                <a:lnTo>
                  <a:pt x="906425" y="69879"/>
                </a:lnTo>
                <a:lnTo>
                  <a:pt x="906628" y="70075"/>
                </a:lnTo>
                <a:lnTo>
                  <a:pt x="906819" y="70278"/>
                </a:lnTo>
                <a:lnTo>
                  <a:pt x="906998" y="70487"/>
                </a:lnTo>
                <a:lnTo>
                  <a:pt x="907166" y="70703"/>
                </a:lnTo>
                <a:lnTo>
                  <a:pt x="907322" y="70926"/>
                </a:lnTo>
                <a:lnTo>
                  <a:pt x="907467" y="71155"/>
                </a:lnTo>
                <a:lnTo>
                  <a:pt x="907600" y="71391"/>
                </a:lnTo>
                <a:lnTo>
                  <a:pt x="907722" y="71633"/>
                </a:lnTo>
                <a:lnTo>
                  <a:pt x="907832" y="71883"/>
                </a:lnTo>
                <a:lnTo>
                  <a:pt x="907930" y="72138"/>
                </a:lnTo>
                <a:lnTo>
                  <a:pt x="908017" y="72401"/>
                </a:lnTo>
                <a:lnTo>
                  <a:pt x="908092" y="72670"/>
                </a:lnTo>
                <a:lnTo>
                  <a:pt x="908156" y="72945"/>
                </a:lnTo>
                <a:lnTo>
                  <a:pt x="908208" y="73228"/>
                </a:lnTo>
                <a:lnTo>
                  <a:pt x="908249" y="73516"/>
                </a:lnTo>
                <a:lnTo>
                  <a:pt x="908277" y="73812"/>
                </a:lnTo>
                <a:lnTo>
                  <a:pt x="908295" y="74114"/>
                </a:lnTo>
                <a:lnTo>
                  <a:pt x="908301" y="74423"/>
                </a:lnTo>
                <a:lnTo>
                  <a:pt x="908296" y="74754"/>
                </a:lnTo>
                <a:lnTo>
                  <a:pt x="908281" y="75077"/>
                </a:lnTo>
                <a:lnTo>
                  <a:pt x="908256" y="75392"/>
                </a:lnTo>
                <a:lnTo>
                  <a:pt x="908222" y="75698"/>
                </a:lnTo>
                <a:lnTo>
                  <a:pt x="908178" y="75997"/>
                </a:lnTo>
                <a:lnTo>
                  <a:pt x="908124" y="76288"/>
                </a:lnTo>
                <a:lnTo>
                  <a:pt x="908060" y="76571"/>
                </a:lnTo>
                <a:lnTo>
                  <a:pt x="907986" y="76845"/>
                </a:lnTo>
                <a:lnTo>
                  <a:pt x="907903" y="77112"/>
                </a:lnTo>
                <a:lnTo>
                  <a:pt x="907809" y="77370"/>
                </a:lnTo>
                <a:lnTo>
                  <a:pt x="907706" y="77620"/>
                </a:lnTo>
                <a:lnTo>
                  <a:pt x="907593" y="77863"/>
                </a:lnTo>
                <a:lnTo>
                  <a:pt x="907471" y="78097"/>
                </a:lnTo>
                <a:lnTo>
                  <a:pt x="907338" y="78323"/>
                </a:lnTo>
                <a:lnTo>
                  <a:pt x="907196" y="78541"/>
                </a:lnTo>
                <a:lnTo>
                  <a:pt x="907043" y="78751"/>
                </a:lnTo>
                <a:lnTo>
                  <a:pt x="906881" y="78953"/>
                </a:lnTo>
                <a:lnTo>
                  <a:pt x="906709" y="79147"/>
                </a:lnTo>
                <a:lnTo>
                  <a:pt x="906528" y="79333"/>
                </a:lnTo>
                <a:lnTo>
                  <a:pt x="906336" y="79511"/>
                </a:lnTo>
                <a:lnTo>
                  <a:pt x="906135" y="79681"/>
                </a:lnTo>
                <a:lnTo>
                  <a:pt x="905923" y="79843"/>
                </a:lnTo>
                <a:lnTo>
                  <a:pt x="905702" y="79996"/>
                </a:lnTo>
                <a:lnTo>
                  <a:pt x="905472" y="80142"/>
                </a:lnTo>
                <a:lnTo>
                  <a:pt x="905232" y="80280"/>
                </a:lnTo>
                <a:lnTo>
                  <a:pt x="904984" y="80413"/>
                </a:lnTo>
                <a:lnTo>
                  <a:pt x="904729" y="80539"/>
                </a:lnTo>
                <a:lnTo>
                  <a:pt x="904465" y="80660"/>
                </a:lnTo>
                <a:lnTo>
                  <a:pt x="904193" y="80775"/>
                </a:lnTo>
                <a:lnTo>
                  <a:pt x="903914" y="80884"/>
                </a:lnTo>
                <a:lnTo>
                  <a:pt x="903627" y="80987"/>
                </a:lnTo>
                <a:lnTo>
                  <a:pt x="903331" y="81084"/>
                </a:lnTo>
                <a:lnTo>
                  <a:pt x="903028" y="81176"/>
                </a:lnTo>
                <a:lnTo>
                  <a:pt x="902717" y="81261"/>
                </a:lnTo>
                <a:lnTo>
                  <a:pt x="902397" y="81341"/>
                </a:lnTo>
                <a:lnTo>
                  <a:pt x="902070" y="81414"/>
                </a:lnTo>
                <a:lnTo>
                  <a:pt x="901735" y="81482"/>
                </a:lnTo>
                <a:lnTo>
                  <a:pt x="901392" y="81544"/>
                </a:lnTo>
                <a:lnTo>
                  <a:pt x="901041" y="81600"/>
                </a:lnTo>
                <a:lnTo>
                  <a:pt x="900682" y="81650"/>
                </a:lnTo>
                <a:lnTo>
                  <a:pt x="900315" y="81694"/>
                </a:lnTo>
                <a:lnTo>
                  <a:pt x="899940" y="81732"/>
                </a:lnTo>
                <a:lnTo>
                  <a:pt x="899557" y="81765"/>
                </a:lnTo>
                <a:lnTo>
                  <a:pt x="899166" y="81791"/>
                </a:lnTo>
                <a:lnTo>
                  <a:pt x="898768" y="81812"/>
                </a:lnTo>
                <a:lnTo>
                  <a:pt x="898361" y="81827"/>
                </a:lnTo>
                <a:lnTo>
                  <a:pt x="897946" y="81835"/>
                </a:lnTo>
                <a:lnTo>
                  <a:pt x="897524" y="81838"/>
                </a:lnTo>
                <a:lnTo>
                  <a:pt x="897094" y="81835"/>
                </a:lnTo>
                <a:lnTo>
                  <a:pt x="896668" y="81823"/>
                </a:lnTo>
                <a:lnTo>
                  <a:pt x="896247" y="81804"/>
                </a:lnTo>
                <a:lnTo>
                  <a:pt x="895831" y="81777"/>
                </a:lnTo>
                <a:lnTo>
                  <a:pt x="895420" y="81743"/>
                </a:lnTo>
                <a:lnTo>
                  <a:pt x="895012" y="81700"/>
                </a:lnTo>
                <a:lnTo>
                  <a:pt x="894610" y="81651"/>
                </a:lnTo>
                <a:lnTo>
                  <a:pt x="894212" y="81593"/>
                </a:lnTo>
                <a:lnTo>
                  <a:pt x="893818" y="81528"/>
                </a:lnTo>
                <a:lnTo>
                  <a:pt x="893430" y="81455"/>
                </a:lnTo>
                <a:lnTo>
                  <a:pt x="893045" y="81375"/>
                </a:lnTo>
                <a:lnTo>
                  <a:pt x="892665" y="81286"/>
                </a:lnTo>
                <a:lnTo>
                  <a:pt x="892290" y="81191"/>
                </a:lnTo>
                <a:lnTo>
                  <a:pt x="891920" y="81087"/>
                </a:lnTo>
                <a:lnTo>
                  <a:pt x="891554" y="80976"/>
                </a:lnTo>
                <a:lnTo>
                  <a:pt x="891192" y="80857"/>
                </a:lnTo>
                <a:lnTo>
                  <a:pt x="890835" y="80731"/>
                </a:lnTo>
                <a:lnTo>
                  <a:pt x="890483" y="80596"/>
                </a:lnTo>
                <a:lnTo>
                  <a:pt x="890135" y="80454"/>
                </a:lnTo>
                <a:lnTo>
                  <a:pt x="889792" y="80305"/>
                </a:lnTo>
                <a:lnTo>
                  <a:pt x="889453" y="80148"/>
                </a:lnTo>
                <a:lnTo>
                  <a:pt x="889119" y="79983"/>
                </a:lnTo>
                <a:lnTo>
                  <a:pt x="888789" y="79810"/>
                </a:lnTo>
                <a:lnTo>
                  <a:pt x="888464" y="79630"/>
                </a:lnTo>
                <a:lnTo>
                  <a:pt x="888148" y="79440"/>
                </a:lnTo>
                <a:lnTo>
                  <a:pt x="887845" y="79238"/>
                </a:lnTo>
                <a:lnTo>
                  <a:pt x="887556" y="79024"/>
                </a:lnTo>
                <a:lnTo>
                  <a:pt x="887281" y="78799"/>
                </a:lnTo>
                <a:lnTo>
                  <a:pt x="887018" y="78561"/>
                </a:lnTo>
                <a:lnTo>
                  <a:pt x="886770" y="78311"/>
                </a:lnTo>
                <a:lnTo>
                  <a:pt x="886534" y="78049"/>
                </a:lnTo>
                <a:lnTo>
                  <a:pt x="886312" y="77775"/>
                </a:lnTo>
                <a:lnTo>
                  <a:pt x="886104" y="77489"/>
                </a:lnTo>
                <a:lnTo>
                  <a:pt x="885909" y="77192"/>
                </a:lnTo>
                <a:lnTo>
                  <a:pt x="885727" y="76882"/>
                </a:lnTo>
                <a:lnTo>
                  <a:pt x="885559" y="76560"/>
                </a:lnTo>
                <a:lnTo>
                  <a:pt x="885405" y="76227"/>
                </a:lnTo>
                <a:lnTo>
                  <a:pt x="885263" y="75881"/>
                </a:lnTo>
                <a:lnTo>
                  <a:pt x="885136" y="75523"/>
                </a:lnTo>
                <a:lnTo>
                  <a:pt x="885021" y="75154"/>
                </a:lnTo>
                <a:lnTo>
                  <a:pt x="884921" y="74772"/>
                </a:lnTo>
                <a:lnTo>
                  <a:pt x="884833" y="74379"/>
                </a:lnTo>
                <a:lnTo>
                  <a:pt x="884759" y="73973"/>
                </a:lnTo>
                <a:lnTo>
                  <a:pt x="884699" y="73556"/>
                </a:lnTo>
                <a:lnTo>
                  <a:pt x="884652" y="73127"/>
                </a:lnTo>
                <a:lnTo>
                  <a:pt x="884618" y="72685"/>
                </a:lnTo>
                <a:lnTo>
                  <a:pt x="884598" y="72232"/>
                </a:lnTo>
                <a:lnTo>
                  <a:pt x="884591" y="71766"/>
                </a:lnTo>
                <a:lnTo>
                  <a:pt x="868021" y="71766"/>
                </a:lnTo>
                <a:lnTo>
                  <a:pt x="868026" y="72296"/>
                </a:lnTo>
                <a:lnTo>
                  <a:pt x="868039" y="72819"/>
                </a:lnTo>
                <a:lnTo>
                  <a:pt x="868060" y="73334"/>
                </a:lnTo>
                <a:lnTo>
                  <a:pt x="868091" y="73841"/>
                </a:lnTo>
                <a:lnTo>
                  <a:pt x="868129" y="74342"/>
                </a:lnTo>
                <a:lnTo>
                  <a:pt x="868177" y="74835"/>
                </a:lnTo>
                <a:lnTo>
                  <a:pt x="868233" y="75321"/>
                </a:lnTo>
                <a:lnTo>
                  <a:pt x="868298" y="75799"/>
                </a:lnTo>
                <a:lnTo>
                  <a:pt x="868372" y="76270"/>
                </a:lnTo>
                <a:lnTo>
                  <a:pt x="868454" y="76734"/>
                </a:lnTo>
                <a:lnTo>
                  <a:pt x="868545" y="77190"/>
                </a:lnTo>
                <a:lnTo>
                  <a:pt x="868644" y="77640"/>
                </a:lnTo>
                <a:lnTo>
                  <a:pt x="868753" y="78081"/>
                </a:lnTo>
                <a:lnTo>
                  <a:pt x="868869" y="78516"/>
                </a:lnTo>
                <a:lnTo>
                  <a:pt x="868995" y="78943"/>
                </a:lnTo>
                <a:lnTo>
                  <a:pt x="869129" y="79363"/>
                </a:lnTo>
                <a:lnTo>
                  <a:pt x="869272" y="79775"/>
                </a:lnTo>
                <a:lnTo>
                  <a:pt x="869423" y="80180"/>
                </a:lnTo>
                <a:lnTo>
                  <a:pt x="869583" y="80578"/>
                </a:lnTo>
                <a:lnTo>
                  <a:pt x="869752" y="80969"/>
                </a:lnTo>
                <a:lnTo>
                  <a:pt x="869929" y="81352"/>
                </a:lnTo>
                <a:lnTo>
                  <a:pt x="870115" y="81728"/>
                </a:lnTo>
                <a:lnTo>
                  <a:pt x="870310" y="82096"/>
                </a:lnTo>
                <a:lnTo>
                  <a:pt x="870514" y="82457"/>
                </a:lnTo>
                <a:lnTo>
                  <a:pt x="870724" y="82812"/>
                </a:lnTo>
                <a:lnTo>
                  <a:pt x="870941" y="83160"/>
                </a:lnTo>
                <a:lnTo>
                  <a:pt x="871164" y="83501"/>
                </a:lnTo>
                <a:lnTo>
                  <a:pt x="871393" y="83837"/>
                </a:lnTo>
                <a:lnTo>
                  <a:pt x="871628" y="84166"/>
                </a:lnTo>
                <a:lnTo>
                  <a:pt x="871869" y="84489"/>
                </a:lnTo>
                <a:lnTo>
                  <a:pt x="872116" y="84806"/>
                </a:lnTo>
                <a:lnTo>
                  <a:pt x="872370" y="85117"/>
                </a:lnTo>
                <a:lnTo>
                  <a:pt x="872629" y="85421"/>
                </a:lnTo>
                <a:lnTo>
                  <a:pt x="872894" y="85719"/>
                </a:lnTo>
                <a:lnTo>
                  <a:pt x="873166" y="86011"/>
                </a:lnTo>
                <a:lnTo>
                  <a:pt x="873444" y="86296"/>
                </a:lnTo>
                <a:lnTo>
                  <a:pt x="873727" y="86575"/>
                </a:lnTo>
                <a:lnTo>
                  <a:pt x="874017" y="86848"/>
                </a:lnTo>
                <a:lnTo>
                  <a:pt x="874313" y="87115"/>
                </a:lnTo>
                <a:lnTo>
                  <a:pt x="874615" y="87375"/>
                </a:lnTo>
                <a:lnTo>
                  <a:pt x="874923" y="87629"/>
                </a:lnTo>
                <a:lnTo>
                  <a:pt x="875237" y="87877"/>
                </a:lnTo>
                <a:lnTo>
                  <a:pt x="875557" y="88119"/>
                </a:lnTo>
                <a:lnTo>
                  <a:pt x="875883" y="88354"/>
                </a:lnTo>
                <a:lnTo>
                  <a:pt x="876216" y="88583"/>
                </a:lnTo>
                <a:lnTo>
                  <a:pt x="876554" y="88806"/>
                </a:lnTo>
                <a:lnTo>
                  <a:pt x="876899" y="89023"/>
                </a:lnTo>
                <a:lnTo>
                  <a:pt x="877249" y="89233"/>
                </a:lnTo>
                <a:lnTo>
                  <a:pt x="877605" y="89437"/>
                </a:lnTo>
                <a:lnTo>
                  <a:pt x="877963" y="89637"/>
                </a:lnTo>
                <a:lnTo>
                  <a:pt x="878326" y="89831"/>
                </a:lnTo>
                <a:lnTo>
                  <a:pt x="878692" y="90021"/>
                </a:lnTo>
                <a:lnTo>
                  <a:pt x="879061" y="90205"/>
                </a:lnTo>
                <a:lnTo>
                  <a:pt x="879434" y="90384"/>
                </a:lnTo>
                <a:lnTo>
                  <a:pt x="879810" y="90558"/>
                </a:lnTo>
                <a:lnTo>
                  <a:pt x="880190" y="90727"/>
                </a:lnTo>
                <a:lnTo>
                  <a:pt x="880574" y="90891"/>
                </a:lnTo>
                <a:lnTo>
                  <a:pt x="880961" y="91050"/>
                </a:lnTo>
                <a:lnTo>
                  <a:pt x="881351" y="91204"/>
                </a:lnTo>
                <a:lnTo>
                  <a:pt x="881745" y="91352"/>
                </a:lnTo>
                <a:lnTo>
                  <a:pt x="882143" y="91496"/>
                </a:lnTo>
                <a:lnTo>
                  <a:pt x="882544" y="91635"/>
                </a:lnTo>
                <a:lnTo>
                  <a:pt x="882948" y="91768"/>
                </a:lnTo>
                <a:lnTo>
                  <a:pt x="883356" y="91896"/>
                </a:lnTo>
                <a:lnTo>
                  <a:pt x="883768" y="92019"/>
                </a:lnTo>
                <a:lnTo>
                  <a:pt x="884183" y="92138"/>
                </a:lnTo>
                <a:lnTo>
                  <a:pt x="884601" y="92251"/>
                </a:lnTo>
                <a:lnTo>
                  <a:pt x="885023" y="92359"/>
                </a:lnTo>
                <a:lnTo>
                  <a:pt x="885449" y="92462"/>
                </a:lnTo>
                <a:lnTo>
                  <a:pt x="885878" y="92559"/>
                </a:lnTo>
                <a:lnTo>
                  <a:pt x="886310" y="92652"/>
                </a:lnTo>
                <a:lnTo>
                  <a:pt x="886746" y="92740"/>
                </a:lnTo>
                <a:lnTo>
                  <a:pt x="887185" y="92823"/>
                </a:lnTo>
                <a:lnTo>
                  <a:pt x="887624" y="92903"/>
                </a:lnTo>
                <a:lnTo>
                  <a:pt x="888063" y="92979"/>
                </a:lnTo>
                <a:lnTo>
                  <a:pt x="888503" y="93052"/>
                </a:lnTo>
                <a:lnTo>
                  <a:pt x="888944" y="93121"/>
                </a:lnTo>
                <a:lnTo>
                  <a:pt x="889386" y="93186"/>
                </a:lnTo>
                <a:lnTo>
                  <a:pt x="889828" y="93248"/>
                </a:lnTo>
                <a:lnTo>
                  <a:pt x="890271" y="93307"/>
                </a:lnTo>
                <a:lnTo>
                  <a:pt x="890715" y="93362"/>
                </a:lnTo>
                <a:lnTo>
                  <a:pt x="891160" y="93413"/>
                </a:lnTo>
                <a:lnTo>
                  <a:pt x="891605" y="93461"/>
                </a:lnTo>
                <a:lnTo>
                  <a:pt x="892051" y="93505"/>
                </a:lnTo>
                <a:lnTo>
                  <a:pt x="892497" y="93546"/>
                </a:lnTo>
                <a:lnTo>
                  <a:pt x="892945" y="93583"/>
                </a:lnTo>
                <a:lnTo>
                  <a:pt x="893393" y="93617"/>
                </a:lnTo>
                <a:lnTo>
                  <a:pt x="893841" y="93647"/>
                </a:lnTo>
                <a:lnTo>
                  <a:pt x="894291" y="93674"/>
                </a:lnTo>
                <a:lnTo>
                  <a:pt x="894741" y="93697"/>
                </a:lnTo>
                <a:lnTo>
                  <a:pt x="895192" y="93716"/>
                </a:lnTo>
                <a:lnTo>
                  <a:pt x="895643" y="93732"/>
                </a:lnTo>
                <a:lnTo>
                  <a:pt x="896095" y="93745"/>
                </a:lnTo>
                <a:lnTo>
                  <a:pt x="896548" y="93753"/>
                </a:lnTo>
                <a:lnTo>
                  <a:pt x="897002" y="93759"/>
                </a:lnTo>
                <a:lnTo>
                  <a:pt x="897456" y="93760"/>
                </a:lnTo>
                <a:lnTo>
                  <a:pt x="897916" y="93758"/>
                </a:lnTo>
                <a:lnTo>
                  <a:pt x="898374" y="93752"/>
                </a:lnTo>
                <a:lnTo>
                  <a:pt x="898831" y="93742"/>
                </a:lnTo>
                <a:lnTo>
                  <a:pt x="899287" y="93728"/>
                </a:lnTo>
                <a:lnTo>
                  <a:pt x="899741" y="93710"/>
                </a:lnTo>
                <a:close/>
                <a:moveTo>
                  <a:pt x="975425" y="93568"/>
                </a:moveTo>
                <a:lnTo>
                  <a:pt x="976111" y="93498"/>
                </a:lnTo>
                <a:lnTo>
                  <a:pt x="976790" y="93418"/>
                </a:lnTo>
                <a:lnTo>
                  <a:pt x="977462" y="93327"/>
                </a:lnTo>
                <a:lnTo>
                  <a:pt x="978127" y="93225"/>
                </a:lnTo>
                <a:lnTo>
                  <a:pt x="978786" y="93112"/>
                </a:lnTo>
                <a:lnTo>
                  <a:pt x="979437" y="92989"/>
                </a:lnTo>
                <a:lnTo>
                  <a:pt x="980082" y="92855"/>
                </a:lnTo>
                <a:lnTo>
                  <a:pt x="980720" y="92710"/>
                </a:lnTo>
                <a:lnTo>
                  <a:pt x="981352" y="92555"/>
                </a:lnTo>
                <a:lnTo>
                  <a:pt x="981976" y="92389"/>
                </a:lnTo>
                <a:lnTo>
                  <a:pt x="982594" y="92212"/>
                </a:lnTo>
                <a:lnTo>
                  <a:pt x="983205" y="92025"/>
                </a:lnTo>
                <a:lnTo>
                  <a:pt x="983809" y="91827"/>
                </a:lnTo>
                <a:lnTo>
                  <a:pt x="984407" y="91618"/>
                </a:lnTo>
                <a:lnTo>
                  <a:pt x="984997" y="91398"/>
                </a:lnTo>
                <a:lnTo>
                  <a:pt x="985581" y="91168"/>
                </a:lnTo>
                <a:lnTo>
                  <a:pt x="986158" y="90926"/>
                </a:lnTo>
                <a:lnTo>
                  <a:pt x="986729" y="90675"/>
                </a:lnTo>
                <a:lnTo>
                  <a:pt x="987291" y="90413"/>
                </a:lnTo>
                <a:lnTo>
                  <a:pt x="987843" y="90140"/>
                </a:lnTo>
                <a:lnTo>
                  <a:pt x="988385" y="89858"/>
                </a:lnTo>
                <a:lnTo>
                  <a:pt x="988917" y="89566"/>
                </a:lnTo>
                <a:lnTo>
                  <a:pt x="989439" y="89264"/>
                </a:lnTo>
                <a:lnTo>
                  <a:pt x="989951" y="88952"/>
                </a:lnTo>
                <a:lnTo>
                  <a:pt x="990454" y="88630"/>
                </a:lnTo>
                <a:lnTo>
                  <a:pt x="990946" y="88298"/>
                </a:lnTo>
                <a:lnTo>
                  <a:pt x="991428" y="87956"/>
                </a:lnTo>
                <a:lnTo>
                  <a:pt x="991901" y="87604"/>
                </a:lnTo>
                <a:lnTo>
                  <a:pt x="992363" y="87242"/>
                </a:lnTo>
                <a:lnTo>
                  <a:pt x="992816" y="86870"/>
                </a:lnTo>
                <a:lnTo>
                  <a:pt x="993259" y="86488"/>
                </a:lnTo>
                <a:lnTo>
                  <a:pt x="993691" y="86096"/>
                </a:lnTo>
                <a:lnTo>
                  <a:pt x="994114" y="85694"/>
                </a:lnTo>
                <a:lnTo>
                  <a:pt x="994527" y="85281"/>
                </a:lnTo>
                <a:lnTo>
                  <a:pt x="994930" y="84859"/>
                </a:lnTo>
                <a:lnTo>
                  <a:pt x="995323" y="84428"/>
                </a:lnTo>
                <a:lnTo>
                  <a:pt x="995706" y="83986"/>
                </a:lnTo>
                <a:lnTo>
                  <a:pt x="996079" y="83534"/>
                </a:lnTo>
                <a:lnTo>
                  <a:pt x="996442" y="83072"/>
                </a:lnTo>
                <a:lnTo>
                  <a:pt x="996795" y="82600"/>
                </a:lnTo>
                <a:lnTo>
                  <a:pt x="997139" y="82118"/>
                </a:lnTo>
                <a:lnTo>
                  <a:pt x="997472" y="81626"/>
                </a:lnTo>
                <a:lnTo>
                  <a:pt x="997794" y="81124"/>
                </a:lnTo>
                <a:lnTo>
                  <a:pt x="998103" y="80613"/>
                </a:lnTo>
                <a:lnTo>
                  <a:pt x="998399" y="80092"/>
                </a:lnTo>
                <a:lnTo>
                  <a:pt x="998682" y="79561"/>
                </a:lnTo>
                <a:lnTo>
                  <a:pt x="998952" y="79021"/>
                </a:lnTo>
                <a:lnTo>
                  <a:pt x="999209" y="78472"/>
                </a:lnTo>
                <a:lnTo>
                  <a:pt x="999453" y="77913"/>
                </a:lnTo>
                <a:lnTo>
                  <a:pt x="999684" y="77344"/>
                </a:lnTo>
                <a:lnTo>
                  <a:pt x="999902" y="76766"/>
                </a:lnTo>
                <a:lnTo>
                  <a:pt x="1000107" y="76179"/>
                </a:lnTo>
                <a:lnTo>
                  <a:pt x="1000299" y="75581"/>
                </a:lnTo>
                <a:lnTo>
                  <a:pt x="1000478" y="74975"/>
                </a:lnTo>
                <a:lnTo>
                  <a:pt x="1000644" y="74359"/>
                </a:lnTo>
                <a:lnTo>
                  <a:pt x="1000797" y="73733"/>
                </a:lnTo>
                <a:lnTo>
                  <a:pt x="1000937" y="73098"/>
                </a:lnTo>
                <a:lnTo>
                  <a:pt x="1001064" y="72453"/>
                </a:lnTo>
                <a:lnTo>
                  <a:pt x="1001179" y="71799"/>
                </a:lnTo>
                <a:lnTo>
                  <a:pt x="1001280" y="71135"/>
                </a:lnTo>
                <a:lnTo>
                  <a:pt x="1001368" y="70462"/>
                </a:lnTo>
                <a:lnTo>
                  <a:pt x="1001443" y="69779"/>
                </a:lnTo>
                <a:lnTo>
                  <a:pt x="1001506" y="69087"/>
                </a:lnTo>
                <a:lnTo>
                  <a:pt x="1001555" y="68385"/>
                </a:lnTo>
                <a:lnTo>
                  <a:pt x="1001591" y="67673"/>
                </a:lnTo>
                <a:lnTo>
                  <a:pt x="1001615" y="66953"/>
                </a:lnTo>
                <a:lnTo>
                  <a:pt x="984304" y="66953"/>
                </a:lnTo>
                <a:lnTo>
                  <a:pt x="984287" y="67466"/>
                </a:lnTo>
                <a:lnTo>
                  <a:pt x="984258" y="67970"/>
                </a:lnTo>
                <a:lnTo>
                  <a:pt x="984218" y="68463"/>
                </a:lnTo>
                <a:lnTo>
                  <a:pt x="984166" y="68947"/>
                </a:lnTo>
                <a:lnTo>
                  <a:pt x="984103" y="69421"/>
                </a:lnTo>
                <a:lnTo>
                  <a:pt x="984028" y="69886"/>
                </a:lnTo>
                <a:lnTo>
                  <a:pt x="983942" y="70340"/>
                </a:lnTo>
                <a:lnTo>
                  <a:pt x="983844" y="70785"/>
                </a:lnTo>
                <a:lnTo>
                  <a:pt x="983734" y="71220"/>
                </a:lnTo>
                <a:lnTo>
                  <a:pt x="983613" y="71645"/>
                </a:lnTo>
                <a:lnTo>
                  <a:pt x="983480" y="72060"/>
                </a:lnTo>
                <a:lnTo>
                  <a:pt x="983336" y="72465"/>
                </a:lnTo>
                <a:lnTo>
                  <a:pt x="983180" y="72861"/>
                </a:lnTo>
                <a:lnTo>
                  <a:pt x="983012" y="73247"/>
                </a:lnTo>
                <a:lnTo>
                  <a:pt x="982833" y="73622"/>
                </a:lnTo>
                <a:lnTo>
                  <a:pt x="982642" y="73988"/>
                </a:lnTo>
                <a:lnTo>
                  <a:pt x="982440" y="74345"/>
                </a:lnTo>
                <a:lnTo>
                  <a:pt x="982226" y="74691"/>
                </a:lnTo>
                <a:lnTo>
                  <a:pt x="982001" y="75028"/>
                </a:lnTo>
                <a:lnTo>
                  <a:pt x="981764" y="75355"/>
                </a:lnTo>
                <a:lnTo>
                  <a:pt x="981515" y="75672"/>
                </a:lnTo>
                <a:lnTo>
                  <a:pt x="981255" y="75979"/>
                </a:lnTo>
                <a:lnTo>
                  <a:pt x="980984" y="76276"/>
                </a:lnTo>
                <a:lnTo>
                  <a:pt x="980700" y="76563"/>
                </a:lnTo>
                <a:lnTo>
                  <a:pt x="980407" y="76840"/>
                </a:lnTo>
                <a:lnTo>
                  <a:pt x="980105" y="77105"/>
                </a:lnTo>
                <a:lnTo>
                  <a:pt x="979794" y="77358"/>
                </a:lnTo>
                <a:lnTo>
                  <a:pt x="979474" y="77599"/>
                </a:lnTo>
                <a:lnTo>
                  <a:pt x="979145" y="77828"/>
                </a:lnTo>
                <a:lnTo>
                  <a:pt x="978808" y="78046"/>
                </a:lnTo>
                <a:lnTo>
                  <a:pt x="978462" y="78252"/>
                </a:lnTo>
                <a:lnTo>
                  <a:pt x="978107" y="78446"/>
                </a:lnTo>
                <a:lnTo>
                  <a:pt x="977743" y="78629"/>
                </a:lnTo>
                <a:lnTo>
                  <a:pt x="977371" y="78799"/>
                </a:lnTo>
                <a:lnTo>
                  <a:pt x="976990" y="78958"/>
                </a:lnTo>
                <a:lnTo>
                  <a:pt x="976600" y="79105"/>
                </a:lnTo>
                <a:lnTo>
                  <a:pt x="976201" y="79240"/>
                </a:lnTo>
                <a:lnTo>
                  <a:pt x="975794" y="79364"/>
                </a:lnTo>
                <a:lnTo>
                  <a:pt x="975378" y="79476"/>
                </a:lnTo>
                <a:lnTo>
                  <a:pt x="974952" y="79576"/>
                </a:lnTo>
                <a:lnTo>
                  <a:pt x="974519" y="79664"/>
                </a:lnTo>
                <a:lnTo>
                  <a:pt x="974076" y="79741"/>
                </a:lnTo>
                <a:lnTo>
                  <a:pt x="973625" y="79805"/>
                </a:lnTo>
                <a:lnTo>
                  <a:pt x="973165" y="79858"/>
                </a:lnTo>
                <a:lnTo>
                  <a:pt x="972696" y="79899"/>
                </a:lnTo>
                <a:lnTo>
                  <a:pt x="972218" y="79929"/>
                </a:lnTo>
                <a:lnTo>
                  <a:pt x="971732" y="79946"/>
                </a:lnTo>
                <a:lnTo>
                  <a:pt x="971237" y="79952"/>
                </a:lnTo>
                <a:lnTo>
                  <a:pt x="970813" y="79948"/>
                </a:lnTo>
                <a:lnTo>
                  <a:pt x="970396" y="79936"/>
                </a:lnTo>
                <a:lnTo>
                  <a:pt x="969986" y="79915"/>
                </a:lnTo>
                <a:lnTo>
                  <a:pt x="969582" y="79886"/>
                </a:lnTo>
                <a:lnTo>
                  <a:pt x="969184" y="79849"/>
                </a:lnTo>
                <a:lnTo>
                  <a:pt x="968793" y="79803"/>
                </a:lnTo>
                <a:lnTo>
                  <a:pt x="968408" y="79749"/>
                </a:lnTo>
                <a:lnTo>
                  <a:pt x="968030" y="79687"/>
                </a:lnTo>
                <a:lnTo>
                  <a:pt x="967658" y="79617"/>
                </a:lnTo>
                <a:lnTo>
                  <a:pt x="967292" y="79538"/>
                </a:lnTo>
                <a:lnTo>
                  <a:pt x="966933" y="79451"/>
                </a:lnTo>
                <a:lnTo>
                  <a:pt x="966581" y="79356"/>
                </a:lnTo>
                <a:lnTo>
                  <a:pt x="966234" y="79253"/>
                </a:lnTo>
                <a:lnTo>
                  <a:pt x="965895" y="79141"/>
                </a:lnTo>
                <a:lnTo>
                  <a:pt x="965561" y="79021"/>
                </a:lnTo>
                <a:lnTo>
                  <a:pt x="965234" y="78892"/>
                </a:lnTo>
                <a:lnTo>
                  <a:pt x="964914" y="78756"/>
                </a:lnTo>
                <a:lnTo>
                  <a:pt x="964600" y="78611"/>
                </a:lnTo>
                <a:lnTo>
                  <a:pt x="964292" y="78458"/>
                </a:lnTo>
                <a:lnTo>
                  <a:pt x="963991" y="78296"/>
                </a:lnTo>
                <a:lnTo>
                  <a:pt x="963696" y="78126"/>
                </a:lnTo>
                <a:lnTo>
                  <a:pt x="963408" y="77948"/>
                </a:lnTo>
                <a:lnTo>
                  <a:pt x="963126" y="77762"/>
                </a:lnTo>
                <a:lnTo>
                  <a:pt x="962851" y="77568"/>
                </a:lnTo>
                <a:lnTo>
                  <a:pt x="962582" y="77365"/>
                </a:lnTo>
                <a:lnTo>
                  <a:pt x="962318" y="77155"/>
                </a:lnTo>
                <a:lnTo>
                  <a:pt x="962061" y="76937"/>
                </a:lnTo>
                <a:lnTo>
                  <a:pt x="961810" y="76712"/>
                </a:lnTo>
                <a:lnTo>
                  <a:pt x="961566" y="76480"/>
                </a:lnTo>
                <a:lnTo>
                  <a:pt x="961327" y="76240"/>
                </a:lnTo>
                <a:lnTo>
                  <a:pt x="961094" y="75993"/>
                </a:lnTo>
                <a:lnTo>
                  <a:pt x="960867" y="75738"/>
                </a:lnTo>
                <a:lnTo>
                  <a:pt x="960647" y="75476"/>
                </a:lnTo>
                <a:lnTo>
                  <a:pt x="960432" y="75206"/>
                </a:lnTo>
                <a:lnTo>
                  <a:pt x="960224" y="74929"/>
                </a:lnTo>
                <a:lnTo>
                  <a:pt x="960022" y="74645"/>
                </a:lnTo>
                <a:lnTo>
                  <a:pt x="959826" y="74353"/>
                </a:lnTo>
                <a:lnTo>
                  <a:pt x="959635" y="74054"/>
                </a:lnTo>
                <a:lnTo>
                  <a:pt x="959451" y="73747"/>
                </a:lnTo>
                <a:lnTo>
                  <a:pt x="959273" y="73433"/>
                </a:lnTo>
                <a:lnTo>
                  <a:pt x="959101" y="73111"/>
                </a:lnTo>
                <a:lnTo>
                  <a:pt x="958936" y="72782"/>
                </a:lnTo>
                <a:lnTo>
                  <a:pt x="958776" y="72445"/>
                </a:lnTo>
                <a:lnTo>
                  <a:pt x="958622" y="72101"/>
                </a:lnTo>
                <a:lnTo>
                  <a:pt x="958475" y="71750"/>
                </a:lnTo>
                <a:lnTo>
                  <a:pt x="958333" y="71391"/>
                </a:lnTo>
                <a:lnTo>
                  <a:pt x="958198" y="71025"/>
                </a:lnTo>
                <a:lnTo>
                  <a:pt x="958068" y="70651"/>
                </a:lnTo>
                <a:lnTo>
                  <a:pt x="957945" y="70270"/>
                </a:lnTo>
                <a:lnTo>
                  <a:pt x="957826" y="69882"/>
                </a:lnTo>
                <a:lnTo>
                  <a:pt x="957713" y="69488"/>
                </a:lnTo>
                <a:lnTo>
                  <a:pt x="957605" y="69087"/>
                </a:lnTo>
                <a:lnTo>
                  <a:pt x="957503" y="68680"/>
                </a:lnTo>
                <a:lnTo>
                  <a:pt x="957405" y="68266"/>
                </a:lnTo>
                <a:lnTo>
                  <a:pt x="957313" y="67846"/>
                </a:lnTo>
                <a:lnTo>
                  <a:pt x="957226" y="67418"/>
                </a:lnTo>
                <a:lnTo>
                  <a:pt x="957145" y="66985"/>
                </a:lnTo>
                <a:lnTo>
                  <a:pt x="957069" y="66544"/>
                </a:lnTo>
                <a:lnTo>
                  <a:pt x="956998" y="66097"/>
                </a:lnTo>
                <a:lnTo>
                  <a:pt x="956932" y="65644"/>
                </a:lnTo>
                <a:lnTo>
                  <a:pt x="956871" y="65184"/>
                </a:lnTo>
                <a:lnTo>
                  <a:pt x="956816" y="64717"/>
                </a:lnTo>
                <a:lnTo>
                  <a:pt x="956766" y="64244"/>
                </a:lnTo>
                <a:lnTo>
                  <a:pt x="956721" y="63764"/>
                </a:lnTo>
                <a:lnTo>
                  <a:pt x="956682" y="63277"/>
                </a:lnTo>
                <a:lnTo>
                  <a:pt x="956648" y="62784"/>
                </a:lnTo>
                <a:lnTo>
                  <a:pt x="956619" y="62284"/>
                </a:lnTo>
                <a:lnTo>
                  <a:pt x="956595" y="61778"/>
                </a:lnTo>
                <a:lnTo>
                  <a:pt x="956577" y="61265"/>
                </a:lnTo>
                <a:lnTo>
                  <a:pt x="956563" y="60745"/>
                </a:lnTo>
                <a:lnTo>
                  <a:pt x="956556" y="60219"/>
                </a:lnTo>
                <a:lnTo>
                  <a:pt x="956553" y="59686"/>
                </a:lnTo>
                <a:lnTo>
                  <a:pt x="956559" y="58864"/>
                </a:lnTo>
                <a:lnTo>
                  <a:pt x="956577" y="58058"/>
                </a:lnTo>
                <a:lnTo>
                  <a:pt x="956607" y="57267"/>
                </a:lnTo>
                <a:lnTo>
                  <a:pt x="956649" y="56491"/>
                </a:lnTo>
                <a:lnTo>
                  <a:pt x="956703" y="55731"/>
                </a:lnTo>
                <a:lnTo>
                  <a:pt x="956770" y="54987"/>
                </a:lnTo>
                <a:lnTo>
                  <a:pt x="956848" y="54259"/>
                </a:lnTo>
                <a:lnTo>
                  <a:pt x="956938" y="53546"/>
                </a:lnTo>
                <a:lnTo>
                  <a:pt x="957041" y="52848"/>
                </a:lnTo>
                <a:lnTo>
                  <a:pt x="957155" y="52167"/>
                </a:lnTo>
                <a:lnTo>
                  <a:pt x="957282" y="51501"/>
                </a:lnTo>
                <a:lnTo>
                  <a:pt x="957420" y="50850"/>
                </a:lnTo>
                <a:lnTo>
                  <a:pt x="957571" y="50215"/>
                </a:lnTo>
                <a:lnTo>
                  <a:pt x="957733" y="49596"/>
                </a:lnTo>
                <a:lnTo>
                  <a:pt x="957908" y="48992"/>
                </a:lnTo>
                <a:lnTo>
                  <a:pt x="958095" y="48404"/>
                </a:lnTo>
                <a:lnTo>
                  <a:pt x="958293" y="47832"/>
                </a:lnTo>
                <a:lnTo>
                  <a:pt x="958504" y="47275"/>
                </a:lnTo>
                <a:lnTo>
                  <a:pt x="958727" y="46734"/>
                </a:lnTo>
                <a:lnTo>
                  <a:pt x="958962" y="46208"/>
                </a:lnTo>
                <a:lnTo>
                  <a:pt x="959209" y="45698"/>
                </a:lnTo>
                <a:lnTo>
                  <a:pt x="959468" y="45204"/>
                </a:lnTo>
                <a:lnTo>
                  <a:pt x="959739" y="44725"/>
                </a:lnTo>
                <a:lnTo>
                  <a:pt x="960022" y="44262"/>
                </a:lnTo>
                <a:lnTo>
                  <a:pt x="960318" y="43816"/>
                </a:lnTo>
                <a:lnTo>
                  <a:pt x="960630" y="43389"/>
                </a:lnTo>
                <a:lnTo>
                  <a:pt x="960956" y="42981"/>
                </a:lnTo>
                <a:lnTo>
                  <a:pt x="961297" y="42592"/>
                </a:lnTo>
                <a:lnTo>
                  <a:pt x="961653" y="42222"/>
                </a:lnTo>
                <a:lnTo>
                  <a:pt x="962024" y="41871"/>
                </a:lnTo>
                <a:lnTo>
                  <a:pt x="962409" y="41539"/>
                </a:lnTo>
                <a:lnTo>
                  <a:pt x="962810" y="41226"/>
                </a:lnTo>
                <a:lnTo>
                  <a:pt x="963225" y="40932"/>
                </a:lnTo>
                <a:lnTo>
                  <a:pt x="963655" y="40657"/>
                </a:lnTo>
                <a:lnTo>
                  <a:pt x="964100" y="40401"/>
                </a:lnTo>
                <a:lnTo>
                  <a:pt x="964560" y="40164"/>
                </a:lnTo>
                <a:lnTo>
                  <a:pt x="965035" y="39945"/>
                </a:lnTo>
                <a:lnTo>
                  <a:pt x="965524" y="39746"/>
                </a:lnTo>
                <a:lnTo>
                  <a:pt x="966029" y="39566"/>
                </a:lnTo>
                <a:lnTo>
                  <a:pt x="966548" y="39405"/>
                </a:lnTo>
                <a:lnTo>
                  <a:pt x="967082" y="39262"/>
                </a:lnTo>
                <a:lnTo>
                  <a:pt x="967631" y="39139"/>
                </a:lnTo>
                <a:lnTo>
                  <a:pt x="968195" y="39035"/>
                </a:lnTo>
                <a:lnTo>
                  <a:pt x="968773" y="38949"/>
                </a:lnTo>
                <a:lnTo>
                  <a:pt x="969367" y="38883"/>
                </a:lnTo>
                <a:lnTo>
                  <a:pt x="969975" y="38835"/>
                </a:lnTo>
                <a:lnTo>
                  <a:pt x="970599" y="38807"/>
                </a:lnTo>
                <a:lnTo>
                  <a:pt x="971237" y="38797"/>
                </a:lnTo>
                <a:lnTo>
                  <a:pt x="971720" y="38803"/>
                </a:lnTo>
                <a:lnTo>
                  <a:pt x="972195" y="38819"/>
                </a:lnTo>
                <a:lnTo>
                  <a:pt x="972661" y="38846"/>
                </a:lnTo>
                <a:lnTo>
                  <a:pt x="973117" y="38884"/>
                </a:lnTo>
                <a:lnTo>
                  <a:pt x="973564" y="38932"/>
                </a:lnTo>
                <a:lnTo>
                  <a:pt x="974002" y="38992"/>
                </a:lnTo>
                <a:lnTo>
                  <a:pt x="974432" y="39062"/>
                </a:lnTo>
                <a:lnTo>
                  <a:pt x="974851" y="39143"/>
                </a:lnTo>
                <a:lnTo>
                  <a:pt x="975262" y="39234"/>
                </a:lnTo>
                <a:lnTo>
                  <a:pt x="975664" y="39337"/>
                </a:lnTo>
                <a:lnTo>
                  <a:pt x="976057" y="39450"/>
                </a:lnTo>
                <a:lnTo>
                  <a:pt x="976440" y="39574"/>
                </a:lnTo>
                <a:lnTo>
                  <a:pt x="976814" y="39709"/>
                </a:lnTo>
                <a:lnTo>
                  <a:pt x="977179" y="39855"/>
                </a:lnTo>
                <a:lnTo>
                  <a:pt x="977536" y="40011"/>
                </a:lnTo>
                <a:lnTo>
                  <a:pt x="977883" y="40178"/>
                </a:lnTo>
                <a:lnTo>
                  <a:pt x="978220" y="40356"/>
                </a:lnTo>
                <a:lnTo>
                  <a:pt x="978549" y="40545"/>
                </a:lnTo>
                <a:lnTo>
                  <a:pt x="978869" y="40745"/>
                </a:lnTo>
                <a:lnTo>
                  <a:pt x="979179" y="40955"/>
                </a:lnTo>
                <a:lnTo>
                  <a:pt x="979480" y="41176"/>
                </a:lnTo>
                <a:lnTo>
                  <a:pt x="979773" y="41408"/>
                </a:lnTo>
                <a:lnTo>
                  <a:pt x="980056" y="41651"/>
                </a:lnTo>
                <a:lnTo>
                  <a:pt x="980330" y="41904"/>
                </a:lnTo>
                <a:lnTo>
                  <a:pt x="980594" y="42167"/>
                </a:lnTo>
                <a:lnTo>
                  <a:pt x="980847" y="42437"/>
                </a:lnTo>
                <a:lnTo>
                  <a:pt x="981090" y="42714"/>
                </a:lnTo>
                <a:lnTo>
                  <a:pt x="981321" y="42999"/>
                </a:lnTo>
                <a:lnTo>
                  <a:pt x="981542" y="43291"/>
                </a:lnTo>
                <a:lnTo>
                  <a:pt x="981753" y="43591"/>
                </a:lnTo>
                <a:lnTo>
                  <a:pt x="981952" y="43898"/>
                </a:lnTo>
                <a:lnTo>
                  <a:pt x="982141" y="44212"/>
                </a:lnTo>
                <a:lnTo>
                  <a:pt x="982319" y="44534"/>
                </a:lnTo>
                <a:lnTo>
                  <a:pt x="982486" y="44863"/>
                </a:lnTo>
                <a:lnTo>
                  <a:pt x="982643" y="45200"/>
                </a:lnTo>
                <a:lnTo>
                  <a:pt x="982788" y="45544"/>
                </a:lnTo>
                <a:lnTo>
                  <a:pt x="982923" y="45895"/>
                </a:lnTo>
                <a:lnTo>
                  <a:pt x="983047" y="46254"/>
                </a:lnTo>
                <a:lnTo>
                  <a:pt x="983161" y="46620"/>
                </a:lnTo>
                <a:lnTo>
                  <a:pt x="983264" y="46993"/>
                </a:lnTo>
                <a:lnTo>
                  <a:pt x="983355" y="47374"/>
                </a:lnTo>
                <a:lnTo>
                  <a:pt x="983437" y="47763"/>
                </a:lnTo>
                <a:lnTo>
                  <a:pt x="983507" y="48158"/>
                </a:lnTo>
                <a:lnTo>
                  <a:pt x="983567" y="48562"/>
                </a:lnTo>
                <a:lnTo>
                  <a:pt x="983616" y="48972"/>
                </a:lnTo>
                <a:lnTo>
                  <a:pt x="983654" y="49390"/>
                </a:lnTo>
                <a:lnTo>
                  <a:pt x="983681" y="49815"/>
                </a:lnTo>
                <a:lnTo>
                  <a:pt x="983698" y="50248"/>
                </a:lnTo>
                <a:lnTo>
                  <a:pt x="1001008" y="50248"/>
                </a:lnTo>
                <a:lnTo>
                  <a:pt x="1000996" y="49546"/>
                </a:lnTo>
                <a:lnTo>
                  <a:pt x="1000970" y="48853"/>
                </a:lnTo>
                <a:lnTo>
                  <a:pt x="1000930" y="48171"/>
                </a:lnTo>
                <a:lnTo>
                  <a:pt x="1000877" y="47499"/>
                </a:lnTo>
                <a:lnTo>
                  <a:pt x="1000811" y="46837"/>
                </a:lnTo>
                <a:lnTo>
                  <a:pt x="1000730" y="46185"/>
                </a:lnTo>
                <a:lnTo>
                  <a:pt x="1000637" y="45544"/>
                </a:lnTo>
                <a:lnTo>
                  <a:pt x="1000529" y="44912"/>
                </a:lnTo>
                <a:lnTo>
                  <a:pt x="1000408" y="44291"/>
                </a:lnTo>
                <a:lnTo>
                  <a:pt x="1000274" y="43679"/>
                </a:lnTo>
                <a:lnTo>
                  <a:pt x="1000126" y="43078"/>
                </a:lnTo>
                <a:lnTo>
                  <a:pt x="999964" y="42487"/>
                </a:lnTo>
                <a:lnTo>
                  <a:pt x="999789" y="41906"/>
                </a:lnTo>
                <a:lnTo>
                  <a:pt x="999600" y="41335"/>
                </a:lnTo>
                <a:lnTo>
                  <a:pt x="999398" y="40774"/>
                </a:lnTo>
                <a:lnTo>
                  <a:pt x="999182" y="40223"/>
                </a:lnTo>
                <a:lnTo>
                  <a:pt x="998953" y="39683"/>
                </a:lnTo>
                <a:lnTo>
                  <a:pt x="998710" y="39152"/>
                </a:lnTo>
                <a:lnTo>
                  <a:pt x="998453" y="38632"/>
                </a:lnTo>
                <a:lnTo>
                  <a:pt x="998183" y="38121"/>
                </a:lnTo>
                <a:lnTo>
                  <a:pt x="997899" y="37621"/>
                </a:lnTo>
                <a:lnTo>
                  <a:pt x="997602" y="37131"/>
                </a:lnTo>
                <a:lnTo>
                  <a:pt x="997291" y="36651"/>
                </a:lnTo>
                <a:lnTo>
                  <a:pt x="996967" y="36181"/>
                </a:lnTo>
                <a:lnTo>
                  <a:pt x="996631" y="35721"/>
                </a:lnTo>
                <a:lnTo>
                  <a:pt x="996285" y="35271"/>
                </a:lnTo>
                <a:lnTo>
                  <a:pt x="995930" y="34830"/>
                </a:lnTo>
                <a:lnTo>
                  <a:pt x="995566" y="34399"/>
                </a:lnTo>
                <a:lnTo>
                  <a:pt x="995191" y="33977"/>
                </a:lnTo>
                <a:lnTo>
                  <a:pt x="994807" y="33565"/>
                </a:lnTo>
                <a:lnTo>
                  <a:pt x="994414" y="33163"/>
                </a:lnTo>
                <a:lnTo>
                  <a:pt x="994011" y="32770"/>
                </a:lnTo>
                <a:lnTo>
                  <a:pt x="993598" y="32387"/>
                </a:lnTo>
                <a:lnTo>
                  <a:pt x="993176" y="32014"/>
                </a:lnTo>
                <a:lnTo>
                  <a:pt x="992744" y="31650"/>
                </a:lnTo>
                <a:lnTo>
                  <a:pt x="992302" y="31296"/>
                </a:lnTo>
                <a:lnTo>
                  <a:pt x="991851" y="30952"/>
                </a:lnTo>
                <a:lnTo>
                  <a:pt x="991391" y="30617"/>
                </a:lnTo>
                <a:lnTo>
                  <a:pt x="990921" y="30291"/>
                </a:lnTo>
                <a:lnTo>
                  <a:pt x="990441" y="29976"/>
                </a:lnTo>
                <a:lnTo>
                  <a:pt x="989951" y="29670"/>
                </a:lnTo>
                <a:lnTo>
                  <a:pt x="989452" y="29373"/>
                </a:lnTo>
                <a:lnTo>
                  <a:pt x="988944" y="29087"/>
                </a:lnTo>
                <a:lnTo>
                  <a:pt x="988426" y="28810"/>
                </a:lnTo>
                <a:lnTo>
                  <a:pt x="987898" y="28542"/>
                </a:lnTo>
                <a:lnTo>
                  <a:pt x="987361" y="28284"/>
                </a:lnTo>
                <a:lnTo>
                  <a:pt x="986814" y="28036"/>
                </a:lnTo>
                <a:lnTo>
                  <a:pt x="986257" y="27797"/>
                </a:lnTo>
                <a:lnTo>
                  <a:pt x="985693" y="27568"/>
                </a:lnTo>
                <a:lnTo>
                  <a:pt x="985123" y="27349"/>
                </a:lnTo>
                <a:lnTo>
                  <a:pt x="984548" y="27139"/>
                </a:lnTo>
                <a:lnTo>
                  <a:pt x="983967" y="26939"/>
                </a:lnTo>
                <a:lnTo>
                  <a:pt x="983381" y="26749"/>
                </a:lnTo>
                <a:lnTo>
                  <a:pt x="982788" y="26569"/>
                </a:lnTo>
                <a:lnTo>
                  <a:pt x="982191" y="26398"/>
                </a:lnTo>
                <a:lnTo>
                  <a:pt x="981587" y="26237"/>
                </a:lnTo>
                <a:lnTo>
                  <a:pt x="980978" y="26086"/>
                </a:lnTo>
                <a:lnTo>
                  <a:pt x="980363" y="25945"/>
                </a:lnTo>
                <a:lnTo>
                  <a:pt x="979743" y="25813"/>
                </a:lnTo>
                <a:lnTo>
                  <a:pt x="979117" y="25691"/>
                </a:lnTo>
                <a:lnTo>
                  <a:pt x="978486" y="25579"/>
                </a:lnTo>
                <a:lnTo>
                  <a:pt x="977849" y="25477"/>
                </a:lnTo>
                <a:lnTo>
                  <a:pt x="977206" y="25384"/>
                </a:lnTo>
                <a:lnTo>
                  <a:pt x="976558" y="25301"/>
                </a:lnTo>
                <a:lnTo>
                  <a:pt x="975904" y="25228"/>
                </a:lnTo>
                <a:lnTo>
                  <a:pt x="975244" y="25165"/>
                </a:lnTo>
                <a:lnTo>
                  <a:pt x="974579" y="25111"/>
                </a:lnTo>
                <a:lnTo>
                  <a:pt x="973908" y="25067"/>
                </a:lnTo>
                <a:lnTo>
                  <a:pt x="973232" y="25033"/>
                </a:lnTo>
                <a:lnTo>
                  <a:pt x="972550" y="25009"/>
                </a:lnTo>
                <a:lnTo>
                  <a:pt x="971863" y="24994"/>
                </a:lnTo>
                <a:lnTo>
                  <a:pt x="971169" y="24989"/>
                </a:lnTo>
                <a:lnTo>
                  <a:pt x="970370" y="24996"/>
                </a:lnTo>
                <a:lnTo>
                  <a:pt x="969579" y="25015"/>
                </a:lnTo>
                <a:lnTo>
                  <a:pt x="968796" y="25048"/>
                </a:lnTo>
                <a:lnTo>
                  <a:pt x="968019" y="25093"/>
                </a:lnTo>
                <a:lnTo>
                  <a:pt x="967251" y="25151"/>
                </a:lnTo>
                <a:lnTo>
                  <a:pt x="966490" y="25222"/>
                </a:lnTo>
                <a:lnTo>
                  <a:pt x="965737" y="25307"/>
                </a:lnTo>
                <a:lnTo>
                  <a:pt x="964991" y="25404"/>
                </a:lnTo>
                <a:lnTo>
                  <a:pt x="964253" y="25514"/>
                </a:lnTo>
                <a:lnTo>
                  <a:pt x="963523" y="25637"/>
                </a:lnTo>
                <a:lnTo>
                  <a:pt x="962800" y="25773"/>
                </a:lnTo>
                <a:lnTo>
                  <a:pt x="962085" y="25922"/>
                </a:lnTo>
                <a:lnTo>
                  <a:pt x="961377" y="26084"/>
                </a:lnTo>
                <a:lnTo>
                  <a:pt x="960677" y="26259"/>
                </a:lnTo>
                <a:lnTo>
                  <a:pt x="959984" y="26446"/>
                </a:lnTo>
                <a:lnTo>
                  <a:pt x="959300" y="26647"/>
                </a:lnTo>
                <a:lnTo>
                  <a:pt x="958622" y="26861"/>
                </a:lnTo>
                <a:lnTo>
                  <a:pt x="957953" y="27087"/>
                </a:lnTo>
                <a:lnTo>
                  <a:pt x="957291" y="27327"/>
                </a:lnTo>
                <a:lnTo>
                  <a:pt x="956636" y="27580"/>
                </a:lnTo>
                <a:lnTo>
                  <a:pt x="955989" y="27845"/>
                </a:lnTo>
                <a:lnTo>
                  <a:pt x="955350" y="28123"/>
                </a:lnTo>
                <a:lnTo>
                  <a:pt x="954718" y="28415"/>
                </a:lnTo>
                <a:lnTo>
                  <a:pt x="954094" y="28719"/>
                </a:lnTo>
                <a:lnTo>
                  <a:pt x="953480" y="29037"/>
                </a:lnTo>
                <a:lnTo>
                  <a:pt x="952877" y="29368"/>
                </a:lnTo>
                <a:lnTo>
                  <a:pt x="952285" y="29713"/>
                </a:lnTo>
                <a:lnTo>
                  <a:pt x="951704" y="30072"/>
                </a:lnTo>
                <a:lnTo>
                  <a:pt x="951135" y="30444"/>
                </a:lnTo>
                <a:lnTo>
                  <a:pt x="950577" y="30830"/>
                </a:lnTo>
                <a:lnTo>
                  <a:pt x="950031" y="31230"/>
                </a:lnTo>
                <a:lnTo>
                  <a:pt x="949495" y="31643"/>
                </a:lnTo>
                <a:lnTo>
                  <a:pt x="948972" y="32070"/>
                </a:lnTo>
                <a:lnTo>
                  <a:pt x="948459" y="32510"/>
                </a:lnTo>
                <a:lnTo>
                  <a:pt x="947958" y="32965"/>
                </a:lnTo>
                <a:lnTo>
                  <a:pt x="947468" y="33433"/>
                </a:lnTo>
                <a:lnTo>
                  <a:pt x="946990" y="33914"/>
                </a:lnTo>
                <a:lnTo>
                  <a:pt x="946523" y="34409"/>
                </a:lnTo>
                <a:lnTo>
                  <a:pt x="946067" y="34918"/>
                </a:lnTo>
                <a:lnTo>
                  <a:pt x="945622" y="35441"/>
                </a:lnTo>
                <a:lnTo>
                  <a:pt x="945189" y="35977"/>
                </a:lnTo>
                <a:lnTo>
                  <a:pt x="944768" y="36527"/>
                </a:lnTo>
                <a:lnTo>
                  <a:pt x="944357" y="37090"/>
                </a:lnTo>
                <a:lnTo>
                  <a:pt x="943958" y="37668"/>
                </a:lnTo>
                <a:lnTo>
                  <a:pt x="943570" y="38258"/>
                </a:lnTo>
                <a:lnTo>
                  <a:pt x="943194" y="38863"/>
                </a:lnTo>
                <a:lnTo>
                  <a:pt x="942829" y="39481"/>
                </a:lnTo>
                <a:lnTo>
                  <a:pt x="942475" y="40113"/>
                </a:lnTo>
                <a:lnTo>
                  <a:pt x="942135" y="40759"/>
                </a:lnTo>
                <a:lnTo>
                  <a:pt x="941808" y="41420"/>
                </a:lnTo>
                <a:lnTo>
                  <a:pt x="941497" y="42095"/>
                </a:lnTo>
                <a:lnTo>
                  <a:pt x="941199" y="42785"/>
                </a:lnTo>
                <a:lnTo>
                  <a:pt x="940917" y="43490"/>
                </a:lnTo>
                <a:lnTo>
                  <a:pt x="940648" y="44210"/>
                </a:lnTo>
                <a:lnTo>
                  <a:pt x="940395" y="44944"/>
                </a:lnTo>
                <a:lnTo>
                  <a:pt x="940155" y="45694"/>
                </a:lnTo>
                <a:lnTo>
                  <a:pt x="939931" y="46457"/>
                </a:lnTo>
                <a:lnTo>
                  <a:pt x="939720" y="47236"/>
                </a:lnTo>
                <a:lnTo>
                  <a:pt x="939525" y="48029"/>
                </a:lnTo>
                <a:lnTo>
                  <a:pt x="939343" y="48837"/>
                </a:lnTo>
                <a:lnTo>
                  <a:pt x="939177" y="49660"/>
                </a:lnTo>
                <a:lnTo>
                  <a:pt x="939024" y="50497"/>
                </a:lnTo>
                <a:lnTo>
                  <a:pt x="938887" y="51350"/>
                </a:lnTo>
                <a:lnTo>
                  <a:pt x="938763" y="52217"/>
                </a:lnTo>
                <a:lnTo>
                  <a:pt x="938655" y="53098"/>
                </a:lnTo>
                <a:lnTo>
                  <a:pt x="938560" y="53995"/>
                </a:lnTo>
                <a:lnTo>
                  <a:pt x="938480" y="54906"/>
                </a:lnTo>
                <a:lnTo>
                  <a:pt x="938415" y="55832"/>
                </a:lnTo>
                <a:lnTo>
                  <a:pt x="938364" y="56772"/>
                </a:lnTo>
                <a:lnTo>
                  <a:pt x="938328" y="57727"/>
                </a:lnTo>
                <a:lnTo>
                  <a:pt x="938306" y="58697"/>
                </a:lnTo>
                <a:lnTo>
                  <a:pt x="938299" y="59682"/>
                </a:lnTo>
                <a:lnTo>
                  <a:pt x="938307" y="60667"/>
                </a:lnTo>
                <a:lnTo>
                  <a:pt x="938330" y="61636"/>
                </a:lnTo>
                <a:lnTo>
                  <a:pt x="938368" y="62591"/>
                </a:lnTo>
                <a:lnTo>
                  <a:pt x="938421" y="63530"/>
                </a:lnTo>
                <a:lnTo>
                  <a:pt x="938489" y="64454"/>
                </a:lnTo>
                <a:lnTo>
                  <a:pt x="938573" y="65362"/>
                </a:lnTo>
                <a:lnTo>
                  <a:pt x="938672" y="66256"/>
                </a:lnTo>
                <a:lnTo>
                  <a:pt x="938786" y="67134"/>
                </a:lnTo>
                <a:lnTo>
                  <a:pt x="938915" y="67997"/>
                </a:lnTo>
                <a:lnTo>
                  <a:pt x="939059" y="68845"/>
                </a:lnTo>
                <a:lnTo>
                  <a:pt x="939219" y="69677"/>
                </a:lnTo>
                <a:lnTo>
                  <a:pt x="939394" y="70495"/>
                </a:lnTo>
                <a:lnTo>
                  <a:pt x="939584" y="71297"/>
                </a:lnTo>
                <a:lnTo>
                  <a:pt x="939789" y="72084"/>
                </a:lnTo>
                <a:lnTo>
                  <a:pt x="940009" y="72855"/>
                </a:lnTo>
                <a:lnTo>
                  <a:pt x="940245" y="73612"/>
                </a:lnTo>
                <a:lnTo>
                  <a:pt x="940496" y="74353"/>
                </a:lnTo>
                <a:lnTo>
                  <a:pt x="940762" y="75079"/>
                </a:lnTo>
                <a:lnTo>
                  <a:pt x="941043" y="75790"/>
                </a:lnTo>
                <a:lnTo>
                  <a:pt x="941340" y="76486"/>
                </a:lnTo>
                <a:lnTo>
                  <a:pt x="941651" y="77167"/>
                </a:lnTo>
                <a:lnTo>
                  <a:pt x="941978" y="77832"/>
                </a:lnTo>
                <a:lnTo>
                  <a:pt x="942320" y="78482"/>
                </a:lnTo>
                <a:lnTo>
                  <a:pt x="942677" y="79117"/>
                </a:lnTo>
                <a:lnTo>
                  <a:pt x="943048" y="79737"/>
                </a:lnTo>
                <a:lnTo>
                  <a:pt x="943429" y="80344"/>
                </a:lnTo>
                <a:lnTo>
                  <a:pt x="943820" y="80937"/>
                </a:lnTo>
                <a:lnTo>
                  <a:pt x="944223" y="81516"/>
                </a:lnTo>
                <a:lnTo>
                  <a:pt x="944636" y="82081"/>
                </a:lnTo>
                <a:lnTo>
                  <a:pt x="945060" y="82632"/>
                </a:lnTo>
                <a:lnTo>
                  <a:pt x="945495" y="83170"/>
                </a:lnTo>
                <a:lnTo>
                  <a:pt x="945940" y="83694"/>
                </a:lnTo>
                <a:lnTo>
                  <a:pt x="946397" y="84204"/>
                </a:lnTo>
                <a:lnTo>
                  <a:pt x="946864" y="84700"/>
                </a:lnTo>
                <a:lnTo>
                  <a:pt x="947342" y="85183"/>
                </a:lnTo>
                <a:lnTo>
                  <a:pt x="947830" y="85652"/>
                </a:lnTo>
                <a:lnTo>
                  <a:pt x="948330" y="86107"/>
                </a:lnTo>
                <a:lnTo>
                  <a:pt x="948840" y="86548"/>
                </a:lnTo>
                <a:lnTo>
                  <a:pt x="949360" y="86976"/>
                </a:lnTo>
                <a:lnTo>
                  <a:pt x="949892" y="87389"/>
                </a:lnTo>
                <a:lnTo>
                  <a:pt x="950434" y="87789"/>
                </a:lnTo>
                <a:lnTo>
                  <a:pt x="950988" y="88176"/>
                </a:lnTo>
                <a:lnTo>
                  <a:pt x="951551" y="88548"/>
                </a:lnTo>
                <a:lnTo>
                  <a:pt x="952126" y="88907"/>
                </a:lnTo>
                <a:lnTo>
                  <a:pt x="952711" y="89251"/>
                </a:lnTo>
                <a:lnTo>
                  <a:pt x="953308" y="89582"/>
                </a:lnTo>
                <a:lnTo>
                  <a:pt x="953915" y="89900"/>
                </a:lnTo>
                <a:lnTo>
                  <a:pt x="954532" y="90203"/>
                </a:lnTo>
                <a:lnTo>
                  <a:pt x="955158" y="90493"/>
                </a:lnTo>
                <a:lnTo>
                  <a:pt x="955790" y="90771"/>
                </a:lnTo>
                <a:lnTo>
                  <a:pt x="956428" y="91037"/>
                </a:lnTo>
                <a:lnTo>
                  <a:pt x="957071" y="91290"/>
                </a:lnTo>
                <a:lnTo>
                  <a:pt x="957721" y="91531"/>
                </a:lnTo>
                <a:lnTo>
                  <a:pt x="958376" y="91760"/>
                </a:lnTo>
                <a:lnTo>
                  <a:pt x="959037" y="91976"/>
                </a:lnTo>
                <a:lnTo>
                  <a:pt x="959704" y="92179"/>
                </a:lnTo>
                <a:lnTo>
                  <a:pt x="960376" y="92371"/>
                </a:lnTo>
                <a:lnTo>
                  <a:pt x="961055" y="92550"/>
                </a:lnTo>
                <a:lnTo>
                  <a:pt x="961739" y="92717"/>
                </a:lnTo>
                <a:lnTo>
                  <a:pt x="962430" y="92871"/>
                </a:lnTo>
                <a:lnTo>
                  <a:pt x="963126" y="93013"/>
                </a:lnTo>
                <a:lnTo>
                  <a:pt x="963828" y="93143"/>
                </a:lnTo>
                <a:lnTo>
                  <a:pt x="964536" y="93260"/>
                </a:lnTo>
                <a:lnTo>
                  <a:pt x="965249" y="93365"/>
                </a:lnTo>
                <a:lnTo>
                  <a:pt x="965969" y="93458"/>
                </a:lnTo>
                <a:lnTo>
                  <a:pt x="966694" y="93538"/>
                </a:lnTo>
                <a:lnTo>
                  <a:pt x="967426" y="93606"/>
                </a:lnTo>
                <a:lnTo>
                  <a:pt x="968163" y="93662"/>
                </a:lnTo>
                <a:lnTo>
                  <a:pt x="968905" y="93705"/>
                </a:lnTo>
                <a:lnTo>
                  <a:pt x="969654" y="93736"/>
                </a:lnTo>
                <a:lnTo>
                  <a:pt x="970409" y="93754"/>
                </a:lnTo>
                <a:lnTo>
                  <a:pt x="971169" y="93760"/>
                </a:lnTo>
                <a:lnTo>
                  <a:pt x="971896" y="93755"/>
                </a:lnTo>
                <a:lnTo>
                  <a:pt x="972615" y="93739"/>
                </a:lnTo>
                <a:lnTo>
                  <a:pt x="973328" y="93712"/>
                </a:lnTo>
                <a:lnTo>
                  <a:pt x="974034" y="93675"/>
                </a:lnTo>
                <a:lnTo>
                  <a:pt x="974733" y="93627"/>
                </a:lnTo>
                <a:lnTo>
                  <a:pt x="975425" y="93568"/>
                </a:lnTo>
                <a:close/>
                <a:moveTo>
                  <a:pt x="651449" y="116597"/>
                </a:moveTo>
                <a:lnTo>
                  <a:pt x="652010" y="116568"/>
                </a:lnTo>
                <a:lnTo>
                  <a:pt x="652562" y="116534"/>
                </a:lnTo>
                <a:lnTo>
                  <a:pt x="653106" y="116495"/>
                </a:lnTo>
                <a:lnTo>
                  <a:pt x="653641" y="116451"/>
                </a:lnTo>
                <a:lnTo>
                  <a:pt x="654169" y="116402"/>
                </a:lnTo>
                <a:lnTo>
                  <a:pt x="654688" y="116347"/>
                </a:lnTo>
                <a:lnTo>
                  <a:pt x="655198" y="116288"/>
                </a:lnTo>
                <a:lnTo>
                  <a:pt x="655701" y="116223"/>
                </a:lnTo>
                <a:lnTo>
                  <a:pt x="656195" y="116152"/>
                </a:lnTo>
                <a:lnTo>
                  <a:pt x="656681" y="116077"/>
                </a:lnTo>
                <a:lnTo>
                  <a:pt x="657158" y="115997"/>
                </a:lnTo>
                <a:lnTo>
                  <a:pt x="657628" y="115911"/>
                </a:lnTo>
                <a:lnTo>
                  <a:pt x="658088" y="115820"/>
                </a:lnTo>
                <a:lnTo>
                  <a:pt x="658541" y="115724"/>
                </a:lnTo>
                <a:lnTo>
                  <a:pt x="658985" y="115622"/>
                </a:lnTo>
                <a:lnTo>
                  <a:pt x="659421" y="115516"/>
                </a:lnTo>
                <a:lnTo>
                  <a:pt x="659849" y="115404"/>
                </a:lnTo>
                <a:lnTo>
                  <a:pt x="660269" y="115287"/>
                </a:lnTo>
                <a:lnTo>
                  <a:pt x="660680" y="115165"/>
                </a:lnTo>
                <a:lnTo>
                  <a:pt x="661084" y="115037"/>
                </a:lnTo>
                <a:lnTo>
                  <a:pt x="661483" y="114900"/>
                </a:lnTo>
                <a:lnTo>
                  <a:pt x="661877" y="114754"/>
                </a:lnTo>
                <a:lnTo>
                  <a:pt x="662265" y="114601"/>
                </a:lnTo>
                <a:lnTo>
                  <a:pt x="662649" y="114439"/>
                </a:lnTo>
                <a:lnTo>
                  <a:pt x="663027" y="114269"/>
                </a:lnTo>
                <a:lnTo>
                  <a:pt x="663399" y="114091"/>
                </a:lnTo>
                <a:lnTo>
                  <a:pt x="663767" y="113905"/>
                </a:lnTo>
                <a:lnTo>
                  <a:pt x="664129" y="113710"/>
                </a:lnTo>
                <a:lnTo>
                  <a:pt x="664486" y="113507"/>
                </a:lnTo>
                <a:lnTo>
                  <a:pt x="664838" y="113296"/>
                </a:lnTo>
                <a:lnTo>
                  <a:pt x="665184" y="113076"/>
                </a:lnTo>
                <a:lnTo>
                  <a:pt x="665525" y="112848"/>
                </a:lnTo>
                <a:lnTo>
                  <a:pt x="665861" y="112612"/>
                </a:lnTo>
                <a:lnTo>
                  <a:pt x="666192" y="112368"/>
                </a:lnTo>
                <a:lnTo>
                  <a:pt x="666517" y="112115"/>
                </a:lnTo>
                <a:lnTo>
                  <a:pt x="666837" y="111855"/>
                </a:lnTo>
                <a:lnTo>
                  <a:pt x="667152" y="111586"/>
                </a:lnTo>
                <a:lnTo>
                  <a:pt x="667462" y="111308"/>
                </a:lnTo>
                <a:lnTo>
                  <a:pt x="667766" y="111023"/>
                </a:lnTo>
                <a:lnTo>
                  <a:pt x="668065" y="110729"/>
                </a:lnTo>
                <a:lnTo>
                  <a:pt x="668359" y="110427"/>
                </a:lnTo>
                <a:lnTo>
                  <a:pt x="668648" y="110116"/>
                </a:lnTo>
                <a:lnTo>
                  <a:pt x="668931" y="109798"/>
                </a:lnTo>
                <a:lnTo>
                  <a:pt x="669210" y="109470"/>
                </a:lnTo>
                <a:lnTo>
                  <a:pt x="669487" y="109130"/>
                </a:lnTo>
                <a:lnTo>
                  <a:pt x="669760" y="108781"/>
                </a:lnTo>
                <a:lnTo>
                  <a:pt x="670031" y="108420"/>
                </a:lnTo>
                <a:lnTo>
                  <a:pt x="670299" y="108048"/>
                </a:lnTo>
                <a:lnTo>
                  <a:pt x="670564" y="107666"/>
                </a:lnTo>
                <a:lnTo>
                  <a:pt x="670827" y="107272"/>
                </a:lnTo>
                <a:lnTo>
                  <a:pt x="671086" y="106868"/>
                </a:lnTo>
                <a:lnTo>
                  <a:pt x="671343" y="106453"/>
                </a:lnTo>
                <a:lnTo>
                  <a:pt x="671597" y="106027"/>
                </a:lnTo>
                <a:lnTo>
                  <a:pt x="671848" y="105590"/>
                </a:lnTo>
                <a:lnTo>
                  <a:pt x="672097" y="105143"/>
                </a:lnTo>
                <a:lnTo>
                  <a:pt x="672342" y="104684"/>
                </a:lnTo>
                <a:lnTo>
                  <a:pt x="672585" y="104215"/>
                </a:lnTo>
                <a:lnTo>
                  <a:pt x="672825" y="103735"/>
                </a:lnTo>
                <a:lnTo>
                  <a:pt x="673062" y="103244"/>
                </a:lnTo>
                <a:lnTo>
                  <a:pt x="673296" y="102742"/>
                </a:lnTo>
                <a:lnTo>
                  <a:pt x="673528" y="102229"/>
                </a:lnTo>
                <a:lnTo>
                  <a:pt x="673757" y="101705"/>
                </a:lnTo>
                <a:lnTo>
                  <a:pt x="673983" y="101171"/>
                </a:lnTo>
                <a:lnTo>
                  <a:pt x="674206" y="100625"/>
                </a:lnTo>
                <a:lnTo>
                  <a:pt x="674426" y="100069"/>
                </a:lnTo>
                <a:lnTo>
                  <a:pt x="674643" y="99502"/>
                </a:lnTo>
                <a:lnTo>
                  <a:pt x="674858" y="98924"/>
                </a:lnTo>
                <a:lnTo>
                  <a:pt x="677283" y="92331"/>
                </a:lnTo>
                <a:lnTo>
                  <a:pt x="700925" y="26000"/>
                </a:lnTo>
                <a:lnTo>
                  <a:pt x="682874" y="26000"/>
                </a:lnTo>
                <a:lnTo>
                  <a:pt x="668055" y="75229"/>
                </a:lnTo>
                <a:lnTo>
                  <a:pt x="651418" y="26000"/>
                </a:lnTo>
                <a:lnTo>
                  <a:pt x="632828" y="26000"/>
                </a:lnTo>
                <a:lnTo>
                  <a:pt x="658423" y="92548"/>
                </a:lnTo>
                <a:lnTo>
                  <a:pt x="656941" y="96118"/>
                </a:lnTo>
                <a:lnTo>
                  <a:pt x="656838" y="96384"/>
                </a:lnTo>
                <a:lnTo>
                  <a:pt x="656729" y="96644"/>
                </a:lnTo>
                <a:lnTo>
                  <a:pt x="656616" y="96898"/>
                </a:lnTo>
                <a:lnTo>
                  <a:pt x="656497" y="97145"/>
                </a:lnTo>
                <a:lnTo>
                  <a:pt x="656373" y="97386"/>
                </a:lnTo>
                <a:lnTo>
                  <a:pt x="656245" y="97621"/>
                </a:lnTo>
                <a:lnTo>
                  <a:pt x="656111" y="97849"/>
                </a:lnTo>
                <a:lnTo>
                  <a:pt x="655972" y="98071"/>
                </a:lnTo>
                <a:lnTo>
                  <a:pt x="655828" y="98287"/>
                </a:lnTo>
                <a:lnTo>
                  <a:pt x="655680" y="98497"/>
                </a:lnTo>
                <a:lnTo>
                  <a:pt x="655526" y="98700"/>
                </a:lnTo>
                <a:lnTo>
                  <a:pt x="655367" y="98896"/>
                </a:lnTo>
                <a:lnTo>
                  <a:pt x="655203" y="99087"/>
                </a:lnTo>
                <a:lnTo>
                  <a:pt x="655034" y="99271"/>
                </a:lnTo>
                <a:lnTo>
                  <a:pt x="654860" y="99449"/>
                </a:lnTo>
                <a:lnTo>
                  <a:pt x="654681" y="99621"/>
                </a:lnTo>
                <a:lnTo>
                  <a:pt x="654497" y="99786"/>
                </a:lnTo>
                <a:lnTo>
                  <a:pt x="654308" y="99945"/>
                </a:lnTo>
                <a:lnTo>
                  <a:pt x="654114" y="100097"/>
                </a:lnTo>
                <a:lnTo>
                  <a:pt x="653915" y="100244"/>
                </a:lnTo>
                <a:lnTo>
                  <a:pt x="653711" y="100384"/>
                </a:lnTo>
                <a:lnTo>
                  <a:pt x="653502" y="100517"/>
                </a:lnTo>
                <a:lnTo>
                  <a:pt x="653288" y="100645"/>
                </a:lnTo>
                <a:lnTo>
                  <a:pt x="653068" y="100766"/>
                </a:lnTo>
                <a:lnTo>
                  <a:pt x="652844" y="100881"/>
                </a:lnTo>
                <a:lnTo>
                  <a:pt x="652616" y="100992"/>
                </a:lnTo>
                <a:lnTo>
                  <a:pt x="652383" y="101097"/>
                </a:lnTo>
                <a:lnTo>
                  <a:pt x="652145" y="101198"/>
                </a:lnTo>
                <a:lnTo>
                  <a:pt x="651903" y="101294"/>
                </a:lnTo>
                <a:lnTo>
                  <a:pt x="651656" y="101384"/>
                </a:lnTo>
                <a:lnTo>
                  <a:pt x="651405" y="101470"/>
                </a:lnTo>
                <a:lnTo>
                  <a:pt x="651149" y="101551"/>
                </a:lnTo>
                <a:lnTo>
                  <a:pt x="650888" y="101628"/>
                </a:lnTo>
                <a:lnTo>
                  <a:pt x="650623" y="101699"/>
                </a:lnTo>
                <a:lnTo>
                  <a:pt x="650354" y="101765"/>
                </a:lnTo>
                <a:lnTo>
                  <a:pt x="650079" y="101826"/>
                </a:lnTo>
                <a:lnTo>
                  <a:pt x="649801" y="101883"/>
                </a:lnTo>
                <a:lnTo>
                  <a:pt x="649517" y="101934"/>
                </a:lnTo>
                <a:lnTo>
                  <a:pt x="649230" y="101981"/>
                </a:lnTo>
                <a:lnTo>
                  <a:pt x="648937" y="102023"/>
                </a:lnTo>
                <a:lnTo>
                  <a:pt x="648640" y="102060"/>
                </a:lnTo>
                <a:lnTo>
                  <a:pt x="648339" y="102092"/>
                </a:lnTo>
                <a:lnTo>
                  <a:pt x="648033" y="102119"/>
                </a:lnTo>
                <a:lnTo>
                  <a:pt x="647722" y="102141"/>
                </a:lnTo>
                <a:lnTo>
                  <a:pt x="647407" y="102158"/>
                </a:lnTo>
                <a:lnTo>
                  <a:pt x="647087" y="102170"/>
                </a:lnTo>
                <a:lnTo>
                  <a:pt x="646763" y="102178"/>
                </a:lnTo>
                <a:lnTo>
                  <a:pt x="646434" y="102180"/>
                </a:lnTo>
                <a:lnTo>
                  <a:pt x="640506" y="102180"/>
                </a:lnTo>
                <a:lnTo>
                  <a:pt x="640506" y="116662"/>
                </a:lnTo>
                <a:lnTo>
                  <a:pt x="648522" y="116662"/>
                </a:lnTo>
                <a:lnTo>
                  <a:pt x="649124" y="116659"/>
                </a:lnTo>
                <a:lnTo>
                  <a:pt x="649718" y="116651"/>
                </a:lnTo>
                <a:lnTo>
                  <a:pt x="650303" y="116638"/>
                </a:lnTo>
                <a:lnTo>
                  <a:pt x="650880" y="116620"/>
                </a:lnTo>
                <a:lnTo>
                  <a:pt x="651449" y="116597"/>
                </a:lnTo>
                <a:close/>
                <a:moveTo>
                  <a:pt x="1582037" y="17270"/>
                </a:moveTo>
                <a:lnTo>
                  <a:pt x="1582402" y="17222"/>
                </a:lnTo>
                <a:lnTo>
                  <a:pt x="1582760" y="17166"/>
                </a:lnTo>
                <a:lnTo>
                  <a:pt x="1583109" y="17101"/>
                </a:lnTo>
                <a:lnTo>
                  <a:pt x="1583450" y="17028"/>
                </a:lnTo>
                <a:lnTo>
                  <a:pt x="1583783" y="16945"/>
                </a:lnTo>
                <a:lnTo>
                  <a:pt x="1584108" y="16854"/>
                </a:lnTo>
                <a:lnTo>
                  <a:pt x="1584425" y="16755"/>
                </a:lnTo>
                <a:lnTo>
                  <a:pt x="1584734" y="16647"/>
                </a:lnTo>
                <a:lnTo>
                  <a:pt x="1585035" y="16530"/>
                </a:lnTo>
                <a:lnTo>
                  <a:pt x="1585328" y="16405"/>
                </a:lnTo>
                <a:lnTo>
                  <a:pt x="1585612" y="16270"/>
                </a:lnTo>
                <a:lnTo>
                  <a:pt x="1585889" y="16128"/>
                </a:lnTo>
                <a:lnTo>
                  <a:pt x="1586157" y="15976"/>
                </a:lnTo>
                <a:lnTo>
                  <a:pt x="1586418" y="15816"/>
                </a:lnTo>
                <a:lnTo>
                  <a:pt x="1586670" y="15647"/>
                </a:lnTo>
                <a:lnTo>
                  <a:pt x="1586915" y="15470"/>
                </a:lnTo>
                <a:lnTo>
                  <a:pt x="1587151" y="15284"/>
                </a:lnTo>
                <a:lnTo>
                  <a:pt x="1587379" y="15089"/>
                </a:lnTo>
                <a:lnTo>
                  <a:pt x="1587599" y="14886"/>
                </a:lnTo>
                <a:lnTo>
                  <a:pt x="1587811" y="14676"/>
                </a:lnTo>
                <a:lnTo>
                  <a:pt x="1588013" y="14462"/>
                </a:lnTo>
                <a:lnTo>
                  <a:pt x="1588207" y="14244"/>
                </a:lnTo>
                <a:lnTo>
                  <a:pt x="1588392" y="14021"/>
                </a:lnTo>
                <a:lnTo>
                  <a:pt x="1588567" y="13795"/>
                </a:lnTo>
                <a:lnTo>
                  <a:pt x="1588734" y="13564"/>
                </a:lnTo>
                <a:lnTo>
                  <a:pt x="1588891" y="13329"/>
                </a:lnTo>
                <a:lnTo>
                  <a:pt x="1589040" y="13090"/>
                </a:lnTo>
                <a:lnTo>
                  <a:pt x="1589179" y="12846"/>
                </a:lnTo>
                <a:lnTo>
                  <a:pt x="1589310" y="12599"/>
                </a:lnTo>
                <a:lnTo>
                  <a:pt x="1589432" y="12347"/>
                </a:lnTo>
                <a:lnTo>
                  <a:pt x="1589544" y="12091"/>
                </a:lnTo>
                <a:lnTo>
                  <a:pt x="1589648" y="11830"/>
                </a:lnTo>
                <a:lnTo>
                  <a:pt x="1589742" y="11566"/>
                </a:lnTo>
                <a:lnTo>
                  <a:pt x="1589828" y="11297"/>
                </a:lnTo>
                <a:lnTo>
                  <a:pt x="1589904" y="11024"/>
                </a:lnTo>
                <a:lnTo>
                  <a:pt x="1589972" y="10747"/>
                </a:lnTo>
                <a:lnTo>
                  <a:pt x="1590030" y="10466"/>
                </a:lnTo>
                <a:lnTo>
                  <a:pt x="1590080" y="10180"/>
                </a:lnTo>
                <a:lnTo>
                  <a:pt x="1590120" y="9890"/>
                </a:lnTo>
                <a:lnTo>
                  <a:pt x="1590152" y="9596"/>
                </a:lnTo>
                <a:lnTo>
                  <a:pt x="1590174" y="9298"/>
                </a:lnTo>
                <a:lnTo>
                  <a:pt x="1590188" y="8996"/>
                </a:lnTo>
                <a:lnTo>
                  <a:pt x="1590192" y="8689"/>
                </a:lnTo>
                <a:lnTo>
                  <a:pt x="1590188" y="8377"/>
                </a:lnTo>
                <a:lnTo>
                  <a:pt x="1590174" y="8069"/>
                </a:lnTo>
                <a:lnTo>
                  <a:pt x="1590152" y="7767"/>
                </a:lnTo>
                <a:lnTo>
                  <a:pt x="1590120" y="7468"/>
                </a:lnTo>
                <a:lnTo>
                  <a:pt x="1590080" y="7174"/>
                </a:lnTo>
                <a:lnTo>
                  <a:pt x="1590030" y="6885"/>
                </a:lnTo>
                <a:lnTo>
                  <a:pt x="1589972" y="6600"/>
                </a:lnTo>
                <a:lnTo>
                  <a:pt x="1589904" y="6320"/>
                </a:lnTo>
                <a:lnTo>
                  <a:pt x="1589828" y="6045"/>
                </a:lnTo>
                <a:lnTo>
                  <a:pt x="1589742" y="5774"/>
                </a:lnTo>
                <a:lnTo>
                  <a:pt x="1589648" y="5507"/>
                </a:lnTo>
                <a:lnTo>
                  <a:pt x="1589544" y="5245"/>
                </a:lnTo>
                <a:lnTo>
                  <a:pt x="1589432" y="4988"/>
                </a:lnTo>
                <a:lnTo>
                  <a:pt x="1589310" y="4735"/>
                </a:lnTo>
                <a:lnTo>
                  <a:pt x="1589179" y="4487"/>
                </a:lnTo>
                <a:lnTo>
                  <a:pt x="1589040" y="4243"/>
                </a:lnTo>
                <a:lnTo>
                  <a:pt x="1588891" y="4004"/>
                </a:lnTo>
                <a:lnTo>
                  <a:pt x="1588734" y="3770"/>
                </a:lnTo>
                <a:lnTo>
                  <a:pt x="1588567" y="3540"/>
                </a:lnTo>
                <a:lnTo>
                  <a:pt x="1588392" y="3315"/>
                </a:lnTo>
                <a:lnTo>
                  <a:pt x="1588207" y="3094"/>
                </a:lnTo>
                <a:lnTo>
                  <a:pt x="1588013" y="2877"/>
                </a:lnTo>
                <a:lnTo>
                  <a:pt x="1587811" y="2666"/>
                </a:lnTo>
                <a:lnTo>
                  <a:pt x="1587599" y="2459"/>
                </a:lnTo>
                <a:lnTo>
                  <a:pt x="1587379" y="2258"/>
                </a:lnTo>
                <a:lnTo>
                  <a:pt x="1587151" y="2066"/>
                </a:lnTo>
                <a:lnTo>
                  <a:pt x="1586915" y="1882"/>
                </a:lnTo>
                <a:lnTo>
                  <a:pt x="1586670" y="1707"/>
                </a:lnTo>
                <a:lnTo>
                  <a:pt x="1586418" y="1541"/>
                </a:lnTo>
                <a:lnTo>
                  <a:pt x="1586157" y="1383"/>
                </a:lnTo>
                <a:lnTo>
                  <a:pt x="1585889" y="1234"/>
                </a:lnTo>
                <a:lnTo>
                  <a:pt x="1585612" y="1093"/>
                </a:lnTo>
                <a:lnTo>
                  <a:pt x="1585328" y="960"/>
                </a:lnTo>
                <a:lnTo>
                  <a:pt x="1585035" y="837"/>
                </a:lnTo>
                <a:lnTo>
                  <a:pt x="1584734" y="721"/>
                </a:lnTo>
                <a:lnTo>
                  <a:pt x="1584425" y="615"/>
                </a:lnTo>
                <a:lnTo>
                  <a:pt x="1584108" y="516"/>
                </a:lnTo>
                <a:lnTo>
                  <a:pt x="1583783" y="427"/>
                </a:lnTo>
                <a:lnTo>
                  <a:pt x="1583450" y="346"/>
                </a:lnTo>
                <a:lnTo>
                  <a:pt x="1583109" y="273"/>
                </a:lnTo>
                <a:lnTo>
                  <a:pt x="1582760" y="209"/>
                </a:lnTo>
                <a:lnTo>
                  <a:pt x="1582402" y="154"/>
                </a:lnTo>
                <a:lnTo>
                  <a:pt x="1582037" y="107"/>
                </a:lnTo>
                <a:lnTo>
                  <a:pt x="1581663" y="68"/>
                </a:lnTo>
                <a:lnTo>
                  <a:pt x="1581282" y="38"/>
                </a:lnTo>
                <a:lnTo>
                  <a:pt x="1580892" y="17"/>
                </a:lnTo>
                <a:lnTo>
                  <a:pt x="1580495" y="4"/>
                </a:lnTo>
                <a:lnTo>
                  <a:pt x="1580089" y="0"/>
                </a:lnTo>
                <a:lnTo>
                  <a:pt x="1579683" y="4"/>
                </a:lnTo>
                <a:lnTo>
                  <a:pt x="1579286" y="17"/>
                </a:lnTo>
                <a:lnTo>
                  <a:pt x="1578896" y="38"/>
                </a:lnTo>
                <a:lnTo>
                  <a:pt x="1578515" y="68"/>
                </a:lnTo>
                <a:lnTo>
                  <a:pt x="1578141" y="107"/>
                </a:lnTo>
                <a:lnTo>
                  <a:pt x="1577776" y="154"/>
                </a:lnTo>
                <a:lnTo>
                  <a:pt x="1577418" y="209"/>
                </a:lnTo>
                <a:lnTo>
                  <a:pt x="1577069" y="273"/>
                </a:lnTo>
                <a:lnTo>
                  <a:pt x="1576728" y="346"/>
                </a:lnTo>
                <a:lnTo>
                  <a:pt x="1576395" y="427"/>
                </a:lnTo>
                <a:lnTo>
                  <a:pt x="1576070" y="516"/>
                </a:lnTo>
                <a:lnTo>
                  <a:pt x="1575753" y="615"/>
                </a:lnTo>
                <a:lnTo>
                  <a:pt x="1575444" y="721"/>
                </a:lnTo>
                <a:lnTo>
                  <a:pt x="1575143" y="837"/>
                </a:lnTo>
                <a:lnTo>
                  <a:pt x="1574850" y="960"/>
                </a:lnTo>
                <a:lnTo>
                  <a:pt x="1574566" y="1093"/>
                </a:lnTo>
                <a:lnTo>
                  <a:pt x="1574289" y="1234"/>
                </a:lnTo>
                <a:lnTo>
                  <a:pt x="1574021" y="1383"/>
                </a:lnTo>
                <a:lnTo>
                  <a:pt x="1573760" y="1541"/>
                </a:lnTo>
                <a:lnTo>
                  <a:pt x="1573508" y="1707"/>
                </a:lnTo>
                <a:lnTo>
                  <a:pt x="1573263" y="1882"/>
                </a:lnTo>
                <a:lnTo>
                  <a:pt x="1573027" y="2066"/>
                </a:lnTo>
                <a:lnTo>
                  <a:pt x="1572799" y="2258"/>
                </a:lnTo>
                <a:lnTo>
                  <a:pt x="1572579" y="2459"/>
                </a:lnTo>
                <a:lnTo>
                  <a:pt x="1572367" y="2666"/>
                </a:lnTo>
                <a:lnTo>
                  <a:pt x="1572165" y="2877"/>
                </a:lnTo>
                <a:lnTo>
                  <a:pt x="1571971" y="3094"/>
                </a:lnTo>
                <a:lnTo>
                  <a:pt x="1571786" y="3315"/>
                </a:lnTo>
                <a:lnTo>
                  <a:pt x="1571611" y="3540"/>
                </a:lnTo>
                <a:lnTo>
                  <a:pt x="1571444" y="3770"/>
                </a:lnTo>
                <a:lnTo>
                  <a:pt x="1571287" y="4004"/>
                </a:lnTo>
                <a:lnTo>
                  <a:pt x="1571138" y="4243"/>
                </a:lnTo>
                <a:lnTo>
                  <a:pt x="1570998" y="4487"/>
                </a:lnTo>
                <a:lnTo>
                  <a:pt x="1570868" y="4735"/>
                </a:lnTo>
                <a:lnTo>
                  <a:pt x="1570746" y="4988"/>
                </a:lnTo>
                <a:lnTo>
                  <a:pt x="1570634" y="5245"/>
                </a:lnTo>
                <a:lnTo>
                  <a:pt x="1570530" y="5507"/>
                </a:lnTo>
                <a:lnTo>
                  <a:pt x="1570436" y="5774"/>
                </a:lnTo>
                <a:lnTo>
                  <a:pt x="1570350" y="6045"/>
                </a:lnTo>
                <a:lnTo>
                  <a:pt x="1570274" y="6320"/>
                </a:lnTo>
                <a:lnTo>
                  <a:pt x="1570206" y="6600"/>
                </a:lnTo>
                <a:lnTo>
                  <a:pt x="1570148" y="6885"/>
                </a:lnTo>
                <a:lnTo>
                  <a:pt x="1570098" y="7174"/>
                </a:lnTo>
                <a:lnTo>
                  <a:pt x="1570058" y="7468"/>
                </a:lnTo>
                <a:lnTo>
                  <a:pt x="1570026" y="7767"/>
                </a:lnTo>
                <a:lnTo>
                  <a:pt x="1570003" y="8069"/>
                </a:lnTo>
                <a:lnTo>
                  <a:pt x="1569990" y="8377"/>
                </a:lnTo>
                <a:lnTo>
                  <a:pt x="1569985" y="8689"/>
                </a:lnTo>
                <a:lnTo>
                  <a:pt x="1569990" y="8996"/>
                </a:lnTo>
                <a:lnTo>
                  <a:pt x="1570003" y="9298"/>
                </a:lnTo>
                <a:lnTo>
                  <a:pt x="1570026" y="9596"/>
                </a:lnTo>
                <a:lnTo>
                  <a:pt x="1570058" y="9890"/>
                </a:lnTo>
                <a:lnTo>
                  <a:pt x="1570098" y="10180"/>
                </a:lnTo>
                <a:lnTo>
                  <a:pt x="1570148" y="10466"/>
                </a:lnTo>
                <a:lnTo>
                  <a:pt x="1570206" y="10747"/>
                </a:lnTo>
                <a:lnTo>
                  <a:pt x="1570274" y="11024"/>
                </a:lnTo>
                <a:lnTo>
                  <a:pt x="1570350" y="11297"/>
                </a:lnTo>
                <a:lnTo>
                  <a:pt x="1570436" y="11566"/>
                </a:lnTo>
                <a:lnTo>
                  <a:pt x="1570530" y="11830"/>
                </a:lnTo>
                <a:lnTo>
                  <a:pt x="1570634" y="12091"/>
                </a:lnTo>
                <a:lnTo>
                  <a:pt x="1570746" y="12347"/>
                </a:lnTo>
                <a:lnTo>
                  <a:pt x="1570868" y="12599"/>
                </a:lnTo>
                <a:lnTo>
                  <a:pt x="1570998" y="12846"/>
                </a:lnTo>
                <a:lnTo>
                  <a:pt x="1571138" y="13090"/>
                </a:lnTo>
                <a:lnTo>
                  <a:pt x="1571287" y="13329"/>
                </a:lnTo>
                <a:lnTo>
                  <a:pt x="1571444" y="13564"/>
                </a:lnTo>
                <a:lnTo>
                  <a:pt x="1571611" y="13795"/>
                </a:lnTo>
                <a:lnTo>
                  <a:pt x="1571786" y="14021"/>
                </a:lnTo>
                <a:lnTo>
                  <a:pt x="1571971" y="14244"/>
                </a:lnTo>
                <a:lnTo>
                  <a:pt x="1572165" y="14462"/>
                </a:lnTo>
                <a:lnTo>
                  <a:pt x="1572367" y="14676"/>
                </a:lnTo>
                <a:lnTo>
                  <a:pt x="1572579" y="14886"/>
                </a:lnTo>
                <a:lnTo>
                  <a:pt x="1572799" y="15089"/>
                </a:lnTo>
                <a:lnTo>
                  <a:pt x="1573027" y="15284"/>
                </a:lnTo>
                <a:lnTo>
                  <a:pt x="1573263" y="15470"/>
                </a:lnTo>
                <a:lnTo>
                  <a:pt x="1573508" y="15647"/>
                </a:lnTo>
                <a:lnTo>
                  <a:pt x="1573760" y="15816"/>
                </a:lnTo>
                <a:lnTo>
                  <a:pt x="1574021" y="15976"/>
                </a:lnTo>
                <a:lnTo>
                  <a:pt x="1574289" y="16128"/>
                </a:lnTo>
                <a:lnTo>
                  <a:pt x="1574566" y="16270"/>
                </a:lnTo>
                <a:lnTo>
                  <a:pt x="1574850" y="16405"/>
                </a:lnTo>
                <a:lnTo>
                  <a:pt x="1575143" y="16530"/>
                </a:lnTo>
                <a:lnTo>
                  <a:pt x="1575444" y="16647"/>
                </a:lnTo>
                <a:lnTo>
                  <a:pt x="1575753" y="16755"/>
                </a:lnTo>
                <a:lnTo>
                  <a:pt x="1576070" y="16854"/>
                </a:lnTo>
                <a:lnTo>
                  <a:pt x="1576395" y="16945"/>
                </a:lnTo>
                <a:lnTo>
                  <a:pt x="1576728" y="17028"/>
                </a:lnTo>
                <a:lnTo>
                  <a:pt x="1577069" y="17101"/>
                </a:lnTo>
                <a:lnTo>
                  <a:pt x="1577418" y="17166"/>
                </a:lnTo>
                <a:lnTo>
                  <a:pt x="1577776" y="17222"/>
                </a:lnTo>
                <a:lnTo>
                  <a:pt x="1578141" y="17270"/>
                </a:lnTo>
                <a:lnTo>
                  <a:pt x="1578515" y="17309"/>
                </a:lnTo>
                <a:lnTo>
                  <a:pt x="1578896" y="17339"/>
                </a:lnTo>
                <a:lnTo>
                  <a:pt x="1579286" y="17361"/>
                </a:lnTo>
                <a:lnTo>
                  <a:pt x="1579683" y="17374"/>
                </a:lnTo>
                <a:lnTo>
                  <a:pt x="1580089" y="17378"/>
                </a:lnTo>
                <a:lnTo>
                  <a:pt x="1580495" y="17374"/>
                </a:lnTo>
                <a:lnTo>
                  <a:pt x="1580892" y="17361"/>
                </a:lnTo>
                <a:lnTo>
                  <a:pt x="1581282" y="17339"/>
                </a:lnTo>
                <a:lnTo>
                  <a:pt x="1581663" y="17309"/>
                </a:lnTo>
                <a:lnTo>
                  <a:pt x="1582037" y="17270"/>
                </a:lnTo>
                <a:close/>
                <a:moveTo>
                  <a:pt x="1852455" y="53751"/>
                </a:moveTo>
                <a:lnTo>
                  <a:pt x="1852455" y="38595"/>
                </a:lnTo>
                <a:lnTo>
                  <a:pt x="1814466" y="38595"/>
                </a:lnTo>
                <a:lnTo>
                  <a:pt x="1814466" y="17580"/>
                </a:lnTo>
                <a:lnTo>
                  <a:pt x="1856362" y="17580"/>
                </a:lnTo>
                <a:lnTo>
                  <a:pt x="1856362" y="1886"/>
                </a:lnTo>
                <a:lnTo>
                  <a:pt x="1795539" y="1886"/>
                </a:lnTo>
                <a:lnTo>
                  <a:pt x="1795539" y="92548"/>
                </a:lnTo>
                <a:lnTo>
                  <a:pt x="1856362" y="92548"/>
                </a:lnTo>
                <a:lnTo>
                  <a:pt x="1856362" y="76854"/>
                </a:lnTo>
                <a:lnTo>
                  <a:pt x="1814466" y="76854"/>
                </a:lnTo>
                <a:lnTo>
                  <a:pt x="1814466" y="53751"/>
                </a:lnTo>
                <a:lnTo>
                  <a:pt x="1852455" y="53751"/>
                </a:lnTo>
                <a:close/>
                <a:moveTo>
                  <a:pt x="1913005" y="92401"/>
                </a:moveTo>
                <a:lnTo>
                  <a:pt x="1914143" y="92319"/>
                </a:lnTo>
                <a:lnTo>
                  <a:pt x="1915266" y="92218"/>
                </a:lnTo>
                <a:lnTo>
                  <a:pt x="1916376" y="92098"/>
                </a:lnTo>
                <a:lnTo>
                  <a:pt x="1917471" y="91961"/>
                </a:lnTo>
                <a:lnTo>
                  <a:pt x="1918552" y="91805"/>
                </a:lnTo>
                <a:lnTo>
                  <a:pt x="1919618" y="91630"/>
                </a:lnTo>
                <a:lnTo>
                  <a:pt x="1920671" y="91437"/>
                </a:lnTo>
                <a:lnTo>
                  <a:pt x="1921709" y="91226"/>
                </a:lnTo>
                <a:lnTo>
                  <a:pt x="1922734" y="90997"/>
                </a:lnTo>
                <a:lnTo>
                  <a:pt x="1923744" y="90749"/>
                </a:lnTo>
                <a:lnTo>
                  <a:pt x="1924740" y="90483"/>
                </a:lnTo>
                <a:lnTo>
                  <a:pt x="1925722" y="90198"/>
                </a:lnTo>
                <a:lnTo>
                  <a:pt x="1926690" y="89895"/>
                </a:lnTo>
                <a:lnTo>
                  <a:pt x="1927643" y="89574"/>
                </a:lnTo>
                <a:lnTo>
                  <a:pt x="1928583" y="89234"/>
                </a:lnTo>
                <a:lnTo>
                  <a:pt x="1929508" y="88876"/>
                </a:lnTo>
                <a:lnTo>
                  <a:pt x="1930419" y="88500"/>
                </a:lnTo>
                <a:lnTo>
                  <a:pt x="1931316" y="88105"/>
                </a:lnTo>
                <a:lnTo>
                  <a:pt x="1932199" y="87692"/>
                </a:lnTo>
                <a:lnTo>
                  <a:pt x="1933067" y="87261"/>
                </a:lnTo>
                <a:lnTo>
                  <a:pt x="1933921" y="86811"/>
                </a:lnTo>
                <a:lnTo>
                  <a:pt x="1934757" y="86345"/>
                </a:lnTo>
                <a:lnTo>
                  <a:pt x="1935577" y="85862"/>
                </a:lnTo>
                <a:lnTo>
                  <a:pt x="1936380" y="85362"/>
                </a:lnTo>
                <a:lnTo>
                  <a:pt x="1937166" y="84845"/>
                </a:lnTo>
                <a:lnTo>
                  <a:pt x="1937936" y="84312"/>
                </a:lnTo>
                <a:lnTo>
                  <a:pt x="1938689" y="83761"/>
                </a:lnTo>
                <a:lnTo>
                  <a:pt x="1939425" y="83193"/>
                </a:lnTo>
                <a:lnTo>
                  <a:pt x="1940145" y="82608"/>
                </a:lnTo>
                <a:lnTo>
                  <a:pt x="1940847" y="82007"/>
                </a:lnTo>
                <a:lnTo>
                  <a:pt x="1941533" y="81388"/>
                </a:lnTo>
                <a:lnTo>
                  <a:pt x="1942203" y="80752"/>
                </a:lnTo>
                <a:lnTo>
                  <a:pt x="1942855" y="80100"/>
                </a:lnTo>
                <a:lnTo>
                  <a:pt x="1943491" y="79430"/>
                </a:lnTo>
                <a:lnTo>
                  <a:pt x="1944110" y="78744"/>
                </a:lnTo>
                <a:lnTo>
                  <a:pt x="1944713" y="78040"/>
                </a:lnTo>
                <a:lnTo>
                  <a:pt x="1945298" y="77320"/>
                </a:lnTo>
                <a:lnTo>
                  <a:pt x="1945867" y="76582"/>
                </a:lnTo>
                <a:lnTo>
                  <a:pt x="1946420" y="75828"/>
                </a:lnTo>
                <a:lnTo>
                  <a:pt x="1946955" y="75057"/>
                </a:lnTo>
                <a:lnTo>
                  <a:pt x="1947474" y="74269"/>
                </a:lnTo>
                <a:lnTo>
                  <a:pt x="1947976" y="73463"/>
                </a:lnTo>
                <a:lnTo>
                  <a:pt x="1948461" y="72641"/>
                </a:lnTo>
                <a:lnTo>
                  <a:pt x="1948930" y="71802"/>
                </a:lnTo>
                <a:lnTo>
                  <a:pt x="1949381" y="70947"/>
                </a:lnTo>
                <a:lnTo>
                  <a:pt x="1949812" y="70076"/>
                </a:lnTo>
                <a:lnTo>
                  <a:pt x="1950224" y="69190"/>
                </a:lnTo>
                <a:lnTo>
                  <a:pt x="1950618" y="68288"/>
                </a:lnTo>
                <a:lnTo>
                  <a:pt x="1950992" y="67371"/>
                </a:lnTo>
                <a:lnTo>
                  <a:pt x="1951346" y="66439"/>
                </a:lnTo>
                <a:lnTo>
                  <a:pt x="1951682" y="65491"/>
                </a:lnTo>
                <a:lnTo>
                  <a:pt x="1951998" y="64528"/>
                </a:lnTo>
                <a:lnTo>
                  <a:pt x="1952296" y="63549"/>
                </a:lnTo>
                <a:lnTo>
                  <a:pt x="1952574" y="62555"/>
                </a:lnTo>
                <a:lnTo>
                  <a:pt x="1952833" y="61545"/>
                </a:lnTo>
                <a:lnTo>
                  <a:pt x="1953072" y="60520"/>
                </a:lnTo>
                <a:lnTo>
                  <a:pt x="1953293" y="59479"/>
                </a:lnTo>
                <a:lnTo>
                  <a:pt x="1953494" y="58423"/>
                </a:lnTo>
                <a:lnTo>
                  <a:pt x="1953676" y="57352"/>
                </a:lnTo>
                <a:lnTo>
                  <a:pt x="1953840" y="56265"/>
                </a:lnTo>
                <a:lnTo>
                  <a:pt x="1953983" y="55163"/>
                </a:lnTo>
                <a:lnTo>
                  <a:pt x="1954108" y="54045"/>
                </a:lnTo>
                <a:lnTo>
                  <a:pt x="1954213" y="52912"/>
                </a:lnTo>
                <a:lnTo>
                  <a:pt x="1954300" y="51764"/>
                </a:lnTo>
                <a:lnTo>
                  <a:pt x="1954367" y="50600"/>
                </a:lnTo>
                <a:lnTo>
                  <a:pt x="1954415" y="49420"/>
                </a:lnTo>
                <a:lnTo>
                  <a:pt x="1954444" y="48225"/>
                </a:lnTo>
                <a:lnTo>
                  <a:pt x="1954453" y="47015"/>
                </a:lnTo>
                <a:lnTo>
                  <a:pt x="1954444" y="45843"/>
                </a:lnTo>
                <a:lnTo>
                  <a:pt x="1954415" y="44686"/>
                </a:lnTo>
                <a:lnTo>
                  <a:pt x="1954368" y="43542"/>
                </a:lnTo>
                <a:lnTo>
                  <a:pt x="1954302" y="42412"/>
                </a:lnTo>
                <a:lnTo>
                  <a:pt x="1954216" y="41297"/>
                </a:lnTo>
                <a:lnTo>
                  <a:pt x="1954112" y="40195"/>
                </a:lnTo>
                <a:lnTo>
                  <a:pt x="1953989" y="39108"/>
                </a:lnTo>
                <a:lnTo>
                  <a:pt x="1953847" y="38034"/>
                </a:lnTo>
                <a:lnTo>
                  <a:pt x="1953686" y="36975"/>
                </a:lnTo>
                <a:lnTo>
                  <a:pt x="1953506" y="35929"/>
                </a:lnTo>
                <a:lnTo>
                  <a:pt x="1953307" y="34898"/>
                </a:lnTo>
                <a:lnTo>
                  <a:pt x="1953089" y="33880"/>
                </a:lnTo>
                <a:lnTo>
                  <a:pt x="1952852" y="32877"/>
                </a:lnTo>
                <a:lnTo>
                  <a:pt x="1952597" y="31888"/>
                </a:lnTo>
                <a:lnTo>
                  <a:pt x="1952322" y="30913"/>
                </a:lnTo>
                <a:lnTo>
                  <a:pt x="1952028" y="29951"/>
                </a:lnTo>
                <a:lnTo>
                  <a:pt x="1951716" y="29004"/>
                </a:lnTo>
                <a:lnTo>
                  <a:pt x="1951384" y="28071"/>
                </a:lnTo>
                <a:lnTo>
                  <a:pt x="1951034" y="27152"/>
                </a:lnTo>
                <a:lnTo>
                  <a:pt x="1950664" y="26247"/>
                </a:lnTo>
                <a:lnTo>
                  <a:pt x="1950276" y="25356"/>
                </a:lnTo>
                <a:lnTo>
                  <a:pt x="1949869" y="24479"/>
                </a:lnTo>
                <a:lnTo>
                  <a:pt x="1949442" y="23616"/>
                </a:lnTo>
                <a:lnTo>
                  <a:pt x="1948997" y="22767"/>
                </a:lnTo>
                <a:lnTo>
                  <a:pt x="1948534" y="21933"/>
                </a:lnTo>
                <a:lnTo>
                  <a:pt x="1948054" y="21115"/>
                </a:lnTo>
                <a:lnTo>
                  <a:pt x="1947557" y="20314"/>
                </a:lnTo>
                <a:lnTo>
                  <a:pt x="1947043" y="19530"/>
                </a:lnTo>
                <a:lnTo>
                  <a:pt x="1946512" y="18761"/>
                </a:lnTo>
                <a:lnTo>
                  <a:pt x="1945964" y="18009"/>
                </a:lnTo>
                <a:lnTo>
                  <a:pt x="1945399" y="17274"/>
                </a:lnTo>
                <a:lnTo>
                  <a:pt x="1944817" y="16555"/>
                </a:lnTo>
                <a:lnTo>
                  <a:pt x="1944219" y="15852"/>
                </a:lnTo>
                <a:lnTo>
                  <a:pt x="1943603" y="15166"/>
                </a:lnTo>
                <a:lnTo>
                  <a:pt x="1942970" y="14495"/>
                </a:lnTo>
                <a:lnTo>
                  <a:pt x="1942321" y="13842"/>
                </a:lnTo>
                <a:lnTo>
                  <a:pt x="1941654" y="13204"/>
                </a:lnTo>
                <a:lnTo>
                  <a:pt x="1940970" y="12584"/>
                </a:lnTo>
                <a:lnTo>
                  <a:pt x="1940270" y="11979"/>
                </a:lnTo>
                <a:lnTo>
                  <a:pt x="1939552" y="11391"/>
                </a:lnTo>
                <a:lnTo>
                  <a:pt x="1938818" y="10819"/>
                </a:lnTo>
                <a:lnTo>
                  <a:pt x="1938067" y="10263"/>
                </a:lnTo>
                <a:lnTo>
                  <a:pt x="1937298" y="9724"/>
                </a:lnTo>
                <a:lnTo>
                  <a:pt x="1936513" y="9202"/>
                </a:lnTo>
                <a:lnTo>
                  <a:pt x="1935711" y="8695"/>
                </a:lnTo>
                <a:lnTo>
                  <a:pt x="1934891" y="8205"/>
                </a:lnTo>
                <a:lnTo>
                  <a:pt x="1934055" y="7732"/>
                </a:lnTo>
                <a:lnTo>
                  <a:pt x="1933202" y="7275"/>
                </a:lnTo>
                <a:lnTo>
                  <a:pt x="1932333" y="6835"/>
                </a:lnTo>
                <a:lnTo>
                  <a:pt x="1931450" y="6414"/>
                </a:lnTo>
                <a:lnTo>
                  <a:pt x="1930552" y="6012"/>
                </a:lnTo>
                <a:lnTo>
                  <a:pt x="1929639" y="5628"/>
                </a:lnTo>
                <a:lnTo>
                  <a:pt x="1928711" y="5263"/>
                </a:lnTo>
                <a:lnTo>
                  <a:pt x="1927769" y="4917"/>
                </a:lnTo>
                <a:lnTo>
                  <a:pt x="1926813" y="4590"/>
                </a:lnTo>
                <a:lnTo>
                  <a:pt x="1925842" y="4281"/>
                </a:lnTo>
                <a:lnTo>
                  <a:pt x="1924856" y="3991"/>
                </a:lnTo>
                <a:lnTo>
                  <a:pt x="1923855" y="3720"/>
                </a:lnTo>
                <a:lnTo>
                  <a:pt x="1922840" y="3467"/>
                </a:lnTo>
                <a:lnTo>
                  <a:pt x="1921810" y="3233"/>
                </a:lnTo>
                <a:lnTo>
                  <a:pt x="1920766" y="3018"/>
                </a:lnTo>
                <a:lnTo>
                  <a:pt x="1919707" y="2821"/>
                </a:lnTo>
                <a:lnTo>
                  <a:pt x="1918634" y="2644"/>
                </a:lnTo>
                <a:lnTo>
                  <a:pt x="1917545" y="2485"/>
                </a:lnTo>
                <a:lnTo>
                  <a:pt x="1916443" y="2344"/>
                </a:lnTo>
                <a:lnTo>
                  <a:pt x="1915325" y="2223"/>
                </a:lnTo>
                <a:lnTo>
                  <a:pt x="1914193" y="2120"/>
                </a:lnTo>
                <a:lnTo>
                  <a:pt x="1913047" y="2036"/>
                </a:lnTo>
                <a:lnTo>
                  <a:pt x="1911885" y="1970"/>
                </a:lnTo>
                <a:lnTo>
                  <a:pt x="1910709" y="1923"/>
                </a:lnTo>
                <a:lnTo>
                  <a:pt x="1909519" y="1895"/>
                </a:lnTo>
                <a:lnTo>
                  <a:pt x="1908314" y="1886"/>
                </a:lnTo>
                <a:lnTo>
                  <a:pt x="1874568" y="1886"/>
                </a:lnTo>
                <a:lnTo>
                  <a:pt x="1874568" y="92548"/>
                </a:lnTo>
                <a:lnTo>
                  <a:pt x="1908314" y="92548"/>
                </a:lnTo>
                <a:lnTo>
                  <a:pt x="1909508" y="92539"/>
                </a:lnTo>
                <a:lnTo>
                  <a:pt x="1910688" y="92511"/>
                </a:lnTo>
                <a:lnTo>
                  <a:pt x="1911854" y="92465"/>
                </a:lnTo>
                <a:lnTo>
                  <a:pt x="1913005" y="92401"/>
                </a:lnTo>
                <a:close/>
                <a:moveTo>
                  <a:pt x="1908524" y="17699"/>
                </a:moveTo>
                <a:lnTo>
                  <a:pt x="1909249" y="17739"/>
                </a:lnTo>
                <a:lnTo>
                  <a:pt x="1909965" y="17791"/>
                </a:lnTo>
                <a:lnTo>
                  <a:pt x="1910671" y="17854"/>
                </a:lnTo>
                <a:lnTo>
                  <a:pt x="1911368" y="17928"/>
                </a:lnTo>
                <a:lnTo>
                  <a:pt x="1912056" y="18014"/>
                </a:lnTo>
                <a:lnTo>
                  <a:pt x="1912734" y="18112"/>
                </a:lnTo>
                <a:lnTo>
                  <a:pt x="1913403" y="18220"/>
                </a:lnTo>
                <a:lnTo>
                  <a:pt x="1914063" y="18341"/>
                </a:lnTo>
                <a:lnTo>
                  <a:pt x="1914713" y="18473"/>
                </a:lnTo>
                <a:lnTo>
                  <a:pt x="1915354" y="18616"/>
                </a:lnTo>
                <a:lnTo>
                  <a:pt x="1915985" y="18771"/>
                </a:lnTo>
                <a:lnTo>
                  <a:pt x="1916607" y="18937"/>
                </a:lnTo>
                <a:lnTo>
                  <a:pt x="1917220" y="19114"/>
                </a:lnTo>
                <a:lnTo>
                  <a:pt x="1917823" y="19303"/>
                </a:lnTo>
                <a:lnTo>
                  <a:pt x="1918417" y="19504"/>
                </a:lnTo>
                <a:lnTo>
                  <a:pt x="1919002" y="19716"/>
                </a:lnTo>
                <a:lnTo>
                  <a:pt x="1919577" y="19939"/>
                </a:lnTo>
                <a:lnTo>
                  <a:pt x="1920143" y="20174"/>
                </a:lnTo>
                <a:lnTo>
                  <a:pt x="1920700" y="20421"/>
                </a:lnTo>
                <a:lnTo>
                  <a:pt x="1921247" y="20679"/>
                </a:lnTo>
                <a:lnTo>
                  <a:pt x="1921785" y="20948"/>
                </a:lnTo>
                <a:lnTo>
                  <a:pt x="1922313" y="21229"/>
                </a:lnTo>
                <a:lnTo>
                  <a:pt x="1922831" y="21520"/>
                </a:lnTo>
                <a:lnTo>
                  <a:pt x="1923338" y="21823"/>
                </a:lnTo>
                <a:lnTo>
                  <a:pt x="1923835" y="22137"/>
                </a:lnTo>
                <a:lnTo>
                  <a:pt x="1924321" y="22462"/>
                </a:lnTo>
                <a:lnTo>
                  <a:pt x="1924797" y="22798"/>
                </a:lnTo>
                <a:lnTo>
                  <a:pt x="1925263" y="23145"/>
                </a:lnTo>
                <a:lnTo>
                  <a:pt x="1925718" y="23504"/>
                </a:lnTo>
                <a:lnTo>
                  <a:pt x="1926163" y="23873"/>
                </a:lnTo>
                <a:lnTo>
                  <a:pt x="1926597" y="24254"/>
                </a:lnTo>
                <a:lnTo>
                  <a:pt x="1927021" y="24645"/>
                </a:lnTo>
                <a:lnTo>
                  <a:pt x="1927435" y="25048"/>
                </a:lnTo>
                <a:lnTo>
                  <a:pt x="1927838" y="25462"/>
                </a:lnTo>
                <a:lnTo>
                  <a:pt x="1928231" y="25887"/>
                </a:lnTo>
                <a:lnTo>
                  <a:pt x="1928613" y="26323"/>
                </a:lnTo>
                <a:lnTo>
                  <a:pt x="1928985" y="26771"/>
                </a:lnTo>
                <a:lnTo>
                  <a:pt x="1929346" y="27229"/>
                </a:lnTo>
                <a:lnTo>
                  <a:pt x="1929698" y="27698"/>
                </a:lnTo>
                <a:lnTo>
                  <a:pt x="1930038" y="28179"/>
                </a:lnTo>
                <a:lnTo>
                  <a:pt x="1930369" y="28671"/>
                </a:lnTo>
                <a:lnTo>
                  <a:pt x="1930688" y="29173"/>
                </a:lnTo>
                <a:lnTo>
                  <a:pt x="1930998" y="29687"/>
                </a:lnTo>
                <a:lnTo>
                  <a:pt x="1931297" y="30212"/>
                </a:lnTo>
                <a:lnTo>
                  <a:pt x="1931586" y="30748"/>
                </a:lnTo>
                <a:lnTo>
                  <a:pt x="1931863" y="31295"/>
                </a:lnTo>
                <a:lnTo>
                  <a:pt x="1932129" y="31853"/>
                </a:lnTo>
                <a:lnTo>
                  <a:pt x="1932383" y="32422"/>
                </a:lnTo>
                <a:lnTo>
                  <a:pt x="1932625" y="33002"/>
                </a:lnTo>
                <a:lnTo>
                  <a:pt x="1932855" y="33593"/>
                </a:lnTo>
                <a:lnTo>
                  <a:pt x="1933074" y="34194"/>
                </a:lnTo>
                <a:lnTo>
                  <a:pt x="1933280" y="34806"/>
                </a:lnTo>
                <a:lnTo>
                  <a:pt x="1933475" y="35430"/>
                </a:lnTo>
                <a:lnTo>
                  <a:pt x="1933658" y="36064"/>
                </a:lnTo>
                <a:lnTo>
                  <a:pt x="1933830" y="36709"/>
                </a:lnTo>
                <a:lnTo>
                  <a:pt x="1933989" y="37365"/>
                </a:lnTo>
                <a:lnTo>
                  <a:pt x="1934137" y="38031"/>
                </a:lnTo>
                <a:lnTo>
                  <a:pt x="1934273" y="38709"/>
                </a:lnTo>
                <a:lnTo>
                  <a:pt x="1934397" y="39397"/>
                </a:lnTo>
                <a:lnTo>
                  <a:pt x="1934509" y="40097"/>
                </a:lnTo>
                <a:lnTo>
                  <a:pt x="1934609" y="40807"/>
                </a:lnTo>
                <a:lnTo>
                  <a:pt x="1934698" y="41528"/>
                </a:lnTo>
                <a:lnTo>
                  <a:pt x="1934775" y="42260"/>
                </a:lnTo>
                <a:lnTo>
                  <a:pt x="1934839" y="43003"/>
                </a:lnTo>
                <a:lnTo>
                  <a:pt x="1934893" y="43757"/>
                </a:lnTo>
                <a:lnTo>
                  <a:pt x="1934934" y="44521"/>
                </a:lnTo>
                <a:lnTo>
                  <a:pt x="1934963" y="45297"/>
                </a:lnTo>
                <a:lnTo>
                  <a:pt x="1934981" y="46083"/>
                </a:lnTo>
                <a:lnTo>
                  <a:pt x="1934987" y="46880"/>
                </a:lnTo>
                <a:lnTo>
                  <a:pt x="1934982" y="47716"/>
                </a:lnTo>
                <a:lnTo>
                  <a:pt x="1934965" y="48540"/>
                </a:lnTo>
                <a:lnTo>
                  <a:pt x="1934938" y="49352"/>
                </a:lnTo>
                <a:lnTo>
                  <a:pt x="1934899" y="50152"/>
                </a:lnTo>
                <a:lnTo>
                  <a:pt x="1934850" y="50939"/>
                </a:lnTo>
                <a:lnTo>
                  <a:pt x="1934789" y="51715"/>
                </a:lnTo>
                <a:lnTo>
                  <a:pt x="1934718" y="52479"/>
                </a:lnTo>
                <a:lnTo>
                  <a:pt x="1934635" y="53230"/>
                </a:lnTo>
                <a:lnTo>
                  <a:pt x="1934542" y="53970"/>
                </a:lnTo>
                <a:lnTo>
                  <a:pt x="1934438" y="54698"/>
                </a:lnTo>
                <a:lnTo>
                  <a:pt x="1934322" y="55413"/>
                </a:lnTo>
                <a:lnTo>
                  <a:pt x="1934196" y="56117"/>
                </a:lnTo>
                <a:lnTo>
                  <a:pt x="1934058" y="56808"/>
                </a:lnTo>
                <a:lnTo>
                  <a:pt x="1933910" y="57487"/>
                </a:lnTo>
                <a:lnTo>
                  <a:pt x="1933750" y="58155"/>
                </a:lnTo>
                <a:lnTo>
                  <a:pt x="1933580" y="58810"/>
                </a:lnTo>
                <a:lnTo>
                  <a:pt x="1933399" y="59453"/>
                </a:lnTo>
                <a:lnTo>
                  <a:pt x="1933206" y="60084"/>
                </a:lnTo>
                <a:lnTo>
                  <a:pt x="1933003" y="60703"/>
                </a:lnTo>
                <a:lnTo>
                  <a:pt x="1932789" y="61310"/>
                </a:lnTo>
                <a:lnTo>
                  <a:pt x="1932563" y="61906"/>
                </a:lnTo>
                <a:lnTo>
                  <a:pt x="1932327" y="62489"/>
                </a:lnTo>
                <a:lnTo>
                  <a:pt x="1932080" y="63059"/>
                </a:lnTo>
                <a:lnTo>
                  <a:pt x="1931821" y="63618"/>
                </a:lnTo>
                <a:lnTo>
                  <a:pt x="1931552" y="64165"/>
                </a:lnTo>
                <a:lnTo>
                  <a:pt x="1931272" y="64701"/>
                </a:lnTo>
                <a:lnTo>
                  <a:pt x="1930980" y="65224"/>
                </a:lnTo>
                <a:lnTo>
                  <a:pt x="1930677" y="65736"/>
                </a:lnTo>
                <a:lnTo>
                  <a:pt x="1930363" y="66237"/>
                </a:lnTo>
                <a:lnTo>
                  <a:pt x="1930039" y="66725"/>
                </a:lnTo>
                <a:lnTo>
                  <a:pt x="1929702" y="67202"/>
                </a:lnTo>
                <a:lnTo>
                  <a:pt x="1929355" y="67667"/>
                </a:lnTo>
                <a:lnTo>
                  <a:pt x="1928997" y="68121"/>
                </a:lnTo>
                <a:lnTo>
                  <a:pt x="1928628" y="68563"/>
                </a:lnTo>
                <a:lnTo>
                  <a:pt x="1928247" y="68993"/>
                </a:lnTo>
                <a:lnTo>
                  <a:pt x="1927856" y="69411"/>
                </a:lnTo>
                <a:lnTo>
                  <a:pt x="1927453" y="69818"/>
                </a:lnTo>
                <a:lnTo>
                  <a:pt x="1927039" y="70213"/>
                </a:lnTo>
                <a:lnTo>
                  <a:pt x="1926614" y="70596"/>
                </a:lnTo>
                <a:lnTo>
                  <a:pt x="1926178" y="70968"/>
                </a:lnTo>
                <a:lnTo>
                  <a:pt x="1925731" y="71328"/>
                </a:lnTo>
                <a:lnTo>
                  <a:pt x="1925273" y="71676"/>
                </a:lnTo>
                <a:lnTo>
                  <a:pt x="1924804" y="72012"/>
                </a:lnTo>
                <a:lnTo>
                  <a:pt x="1924323" y="72337"/>
                </a:lnTo>
                <a:lnTo>
                  <a:pt x="1923832" y="72650"/>
                </a:lnTo>
                <a:lnTo>
                  <a:pt x="1923329" y="72952"/>
                </a:lnTo>
                <a:lnTo>
                  <a:pt x="1922815" y="73242"/>
                </a:lnTo>
                <a:lnTo>
                  <a:pt x="1922290" y="73520"/>
                </a:lnTo>
                <a:lnTo>
                  <a:pt x="1921754" y="73786"/>
                </a:lnTo>
                <a:lnTo>
                  <a:pt x="1921207" y="74042"/>
                </a:lnTo>
                <a:lnTo>
                  <a:pt x="1920648" y="74285"/>
                </a:lnTo>
                <a:lnTo>
                  <a:pt x="1920078" y="74518"/>
                </a:lnTo>
                <a:lnTo>
                  <a:pt x="1919496" y="74739"/>
                </a:lnTo>
                <a:lnTo>
                  <a:pt x="1918904" y="74949"/>
                </a:lnTo>
                <a:lnTo>
                  <a:pt x="1918299" y="75148"/>
                </a:lnTo>
                <a:lnTo>
                  <a:pt x="1917684" y="75335"/>
                </a:lnTo>
                <a:lnTo>
                  <a:pt x="1917057" y="75511"/>
                </a:lnTo>
                <a:lnTo>
                  <a:pt x="1916419" y="75675"/>
                </a:lnTo>
                <a:lnTo>
                  <a:pt x="1915769" y="75828"/>
                </a:lnTo>
                <a:lnTo>
                  <a:pt x="1915108" y="75970"/>
                </a:lnTo>
                <a:lnTo>
                  <a:pt x="1914436" y="76100"/>
                </a:lnTo>
                <a:lnTo>
                  <a:pt x="1913753" y="76219"/>
                </a:lnTo>
                <a:lnTo>
                  <a:pt x="1913058" y="76327"/>
                </a:lnTo>
                <a:lnTo>
                  <a:pt x="1912352" y="76424"/>
                </a:lnTo>
                <a:lnTo>
                  <a:pt x="1911634" y="76509"/>
                </a:lnTo>
                <a:lnTo>
                  <a:pt x="1910905" y="76582"/>
                </a:lnTo>
                <a:lnTo>
                  <a:pt x="1910165" y="76645"/>
                </a:lnTo>
                <a:lnTo>
                  <a:pt x="1909413" y="76696"/>
                </a:lnTo>
                <a:lnTo>
                  <a:pt x="1908650" y="76736"/>
                </a:lnTo>
                <a:lnTo>
                  <a:pt x="1907876" y="76764"/>
                </a:lnTo>
                <a:lnTo>
                  <a:pt x="1907090" y="76781"/>
                </a:lnTo>
                <a:lnTo>
                  <a:pt x="1906293" y="76787"/>
                </a:lnTo>
                <a:lnTo>
                  <a:pt x="1893495" y="76787"/>
                </a:lnTo>
                <a:lnTo>
                  <a:pt x="1893495" y="17647"/>
                </a:lnTo>
                <a:lnTo>
                  <a:pt x="1906293" y="17647"/>
                </a:lnTo>
                <a:lnTo>
                  <a:pt x="1907046" y="17653"/>
                </a:lnTo>
                <a:lnTo>
                  <a:pt x="1907790" y="17670"/>
                </a:lnTo>
                <a:lnTo>
                  <a:pt x="1908524" y="17699"/>
                </a:lnTo>
                <a:close/>
                <a:moveTo>
                  <a:pt x="1442857" y="93575"/>
                </a:moveTo>
                <a:lnTo>
                  <a:pt x="1443884" y="93493"/>
                </a:lnTo>
                <a:lnTo>
                  <a:pt x="1444893" y="93397"/>
                </a:lnTo>
                <a:lnTo>
                  <a:pt x="1445885" y="93285"/>
                </a:lnTo>
                <a:lnTo>
                  <a:pt x="1446859" y="93159"/>
                </a:lnTo>
                <a:lnTo>
                  <a:pt x="1447816" y="93018"/>
                </a:lnTo>
                <a:lnTo>
                  <a:pt x="1448756" y="92862"/>
                </a:lnTo>
                <a:lnTo>
                  <a:pt x="1449678" y="92691"/>
                </a:lnTo>
                <a:lnTo>
                  <a:pt x="1450583" y="92506"/>
                </a:lnTo>
                <a:lnTo>
                  <a:pt x="1451471" y="92305"/>
                </a:lnTo>
                <a:lnTo>
                  <a:pt x="1452341" y="92090"/>
                </a:lnTo>
                <a:lnTo>
                  <a:pt x="1453193" y="91860"/>
                </a:lnTo>
                <a:lnTo>
                  <a:pt x="1454028" y="91614"/>
                </a:lnTo>
                <a:lnTo>
                  <a:pt x="1454846" y="91355"/>
                </a:lnTo>
                <a:lnTo>
                  <a:pt x="1455646" y="91080"/>
                </a:lnTo>
                <a:lnTo>
                  <a:pt x="1456429" y="90790"/>
                </a:lnTo>
                <a:lnTo>
                  <a:pt x="1457194" y="90486"/>
                </a:lnTo>
                <a:lnTo>
                  <a:pt x="1457942" y="90166"/>
                </a:lnTo>
                <a:lnTo>
                  <a:pt x="1458673" y="89832"/>
                </a:lnTo>
                <a:lnTo>
                  <a:pt x="1459386" y="89483"/>
                </a:lnTo>
                <a:lnTo>
                  <a:pt x="1460083" y="89120"/>
                </a:lnTo>
                <a:lnTo>
                  <a:pt x="1460764" y="88742"/>
                </a:lnTo>
                <a:lnTo>
                  <a:pt x="1461429" y="88350"/>
                </a:lnTo>
                <a:lnTo>
                  <a:pt x="1462079" y="87944"/>
                </a:lnTo>
                <a:lnTo>
                  <a:pt x="1462714" y="87524"/>
                </a:lnTo>
                <a:lnTo>
                  <a:pt x="1463333" y="87090"/>
                </a:lnTo>
                <a:lnTo>
                  <a:pt x="1463936" y="86642"/>
                </a:lnTo>
                <a:lnTo>
                  <a:pt x="1464524" y="86179"/>
                </a:lnTo>
                <a:lnTo>
                  <a:pt x="1465096" y="85702"/>
                </a:lnTo>
                <a:lnTo>
                  <a:pt x="1465653" y="85212"/>
                </a:lnTo>
                <a:lnTo>
                  <a:pt x="1466194" y="84707"/>
                </a:lnTo>
                <a:lnTo>
                  <a:pt x="1466720" y="84187"/>
                </a:lnTo>
                <a:lnTo>
                  <a:pt x="1467230" y="83654"/>
                </a:lnTo>
                <a:lnTo>
                  <a:pt x="1467724" y="83107"/>
                </a:lnTo>
                <a:lnTo>
                  <a:pt x="1468203" y="82545"/>
                </a:lnTo>
                <a:lnTo>
                  <a:pt x="1468666" y="81969"/>
                </a:lnTo>
                <a:lnTo>
                  <a:pt x="1469114" y="81379"/>
                </a:lnTo>
                <a:lnTo>
                  <a:pt x="1469546" y="80775"/>
                </a:lnTo>
                <a:lnTo>
                  <a:pt x="1469963" y="80157"/>
                </a:lnTo>
                <a:lnTo>
                  <a:pt x="1470364" y="79525"/>
                </a:lnTo>
                <a:lnTo>
                  <a:pt x="1470750" y="78878"/>
                </a:lnTo>
                <a:lnTo>
                  <a:pt x="1471120" y="78218"/>
                </a:lnTo>
                <a:lnTo>
                  <a:pt x="1471475" y="77543"/>
                </a:lnTo>
                <a:lnTo>
                  <a:pt x="1471813" y="76854"/>
                </a:lnTo>
                <a:lnTo>
                  <a:pt x="1472138" y="76152"/>
                </a:lnTo>
                <a:lnTo>
                  <a:pt x="1472448" y="75437"/>
                </a:lnTo>
                <a:lnTo>
                  <a:pt x="1472745" y="74709"/>
                </a:lnTo>
                <a:lnTo>
                  <a:pt x="1473028" y="73969"/>
                </a:lnTo>
                <a:lnTo>
                  <a:pt x="1473297" y="73216"/>
                </a:lnTo>
                <a:lnTo>
                  <a:pt x="1473552" y="72451"/>
                </a:lnTo>
                <a:lnTo>
                  <a:pt x="1473794" y="71672"/>
                </a:lnTo>
                <a:lnTo>
                  <a:pt x="1474021" y="70882"/>
                </a:lnTo>
                <a:lnTo>
                  <a:pt x="1474235" y="70078"/>
                </a:lnTo>
                <a:lnTo>
                  <a:pt x="1474435" y="69262"/>
                </a:lnTo>
                <a:lnTo>
                  <a:pt x="1474622" y="68434"/>
                </a:lnTo>
                <a:lnTo>
                  <a:pt x="1474794" y="67592"/>
                </a:lnTo>
                <a:lnTo>
                  <a:pt x="1474953" y="66739"/>
                </a:lnTo>
                <a:lnTo>
                  <a:pt x="1475098" y="65872"/>
                </a:lnTo>
                <a:lnTo>
                  <a:pt x="1475229" y="64993"/>
                </a:lnTo>
                <a:lnTo>
                  <a:pt x="1475346" y="64101"/>
                </a:lnTo>
                <a:lnTo>
                  <a:pt x="1475449" y="63197"/>
                </a:lnTo>
                <a:lnTo>
                  <a:pt x="1475539" y="62280"/>
                </a:lnTo>
                <a:lnTo>
                  <a:pt x="1475615" y="61350"/>
                </a:lnTo>
                <a:lnTo>
                  <a:pt x="1475677" y="60408"/>
                </a:lnTo>
                <a:lnTo>
                  <a:pt x="1475725" y="59453"/>
                </a:lnTo>
                <a:lnTo>
                  <a:pt x="1475760" y="58485"/>
                </a:lnTo>
                <a:lnTo>
                  <a:pt x="1475781" y="57505"/>
                </a:lnTo>
                <a:lnTo>
                  <a:pt x="1475788" y="56512"/>
                </a:lnTo>
                <a:lnTo>
                  <a:pt x="1475788" y="1886"/>
                </a:lnTo>
                <a:lnTo>
                  <a:pt x="1456321" y="1886"/>
                </a:lnTo>
                <a:lnTo>
                  <a:pt x="1456321" y="56041"/>
                </a:lnTo>
                <a:lnTo>
                  <a:pt x="1456314" y="56963"/>
                </a:lnTo>
                <a:lnTo>
                  <a:pt x="1456291" y="57865"/>
                </a:lnTo>
                <a:lnTo>
                  <a:pt x="1456253" y="58747"/>
                </a:lnTo>
                <a:lnTo>
                  <a:pt x="1456199" y="59609"/>
                </a:lnTo>
                <a:lnTo>
                  <a:pt x="1456130" y="60451"/>
                </a:lnTo>
                <a:lnTo>
                  <a:pt x="1456046" y="61274"/>
                </a:lnTo>
                <a:lnTo>
                  <a:pt x="1455946" y="62076"/>
                </a:lnTo>
                <a:lnTo>
                  <a:pt x="1455831" y="62859"/>
                </a:lnTo>
                <a:lnTo>
                  <a:pt x="1455701" y="63622"/>
                </a:lnTo>
                <a:lnTo>
                  <a:pt x="1455555" y="64364"/>
                </a:lnTo>
                <a:lnTo>
                  <a:pt x="1455395" y="65087"/>
                </a:lnTo>
                <a:lnTo>
                  <a:pt x="1455218" y="65791"/>
                </a:lnTo>
                <a:lnTo>
                  <a:pt x="1455027" y="66474"/>
                </a:lnTo>
                <a:lnTo>
                  <a:pt x="1454820" y="67137"/>
                </a:lnTo>
                <a:lnTo>
                  <a:pt x="1454598" y="67781"/>
                </a:lnTo>
                <a:lnTo>
                  <a:pt x="1454361" y="68404"/>
                </a:lnTo>
                <a:lnTo>
                  <a:pt x="1454108" y="69008"/>
                </a:lnTo>
                <a:lnTo>
                  <a:pt x="1453840" y="69592"/>
                </a:lnTo>
                <a:lnTo>
                  <a:pt x="1453556" y="70156"/>
                </a:lnTo>
                <a:lnTo>
                  <a:pt x="1453258" y="70700"/>
                </a:lnTo>
                <a:lnTo>
                  <a:pt x="1452944" y="71224"/>
                </a:lnTo>
                <a:lnTo>
                  <a:pt x="1452614" y="71729"/>
                </a:lnTo>
                <a:lnTo>
                  <a:pt x="1452270" y="72213"/>
                </a:lnTo>
                <a:lnTo>
                  <a:pt x="1451910" y="72678"/>
                </a:lnTo>
                <a:lnTo>
                  <a:pt x="1451532" y="73123"/>
                </a:lnTo>
                <a:lnTo>
                  <a:pt x="1451136" y="73549"/>
                </a:lnTo>
                <a:lnTo>
                  <a:pt x="1450721" y="73957"/>
                </a:lnTo>
                <a:lnTo>
                  <a:pt x="1450286" y="74345"/>
                </a:lnTo>
                <a:lnTo>
                  <a:pt x="1449833" y="74714"/>
                </a:lnTo>
                <a:lnTo>
                  <a:pt x="1449361" y="75065"/>
                </a:lnTo>
                <a:lnTo>
                  <a:pt x="1448869" y="75396"/>
                </a:lnTo>
                <a:lnTo>
                  <a:pt x="1448358" y="75709"/>
                </a:lnTo>
                <a:lnTo>
                  <a:pt x="1447829" y="76003"/>
                </a:lnTo>
                <a:lnTo>
                  <a:pt x="1447280" y="76277"/>
                </a:lnTo>
                <a:lnTo>
                  <a:pt x="1446712" y="76533"/>
                </a:lnTo>
                <a:lnTo>
                  <a:pt x="1446125" y="76770"/>
                </a:lnTo>
                <a:lnTo>
                  <a:pt x="1445519" y="76988"/>
                </a:lnTo>
                <a:lnTo>
                  <a:pt x="1444894" y="77187"/>
                </a:lnTo>
                <a:lnTo>
                  <a:pt x="1444250" y="77367"/>
                </a:lnTo>
                <a:lnTo>
                  <a:pt x="1443587" y="77528"/>
                </a:lnTo>
                <a:lnTo>
                  <a:pt x="1442905" y="77670"/>
                </a:lnTo>
                <a:lnTo>
                  <a:pt x="1442204" y="77793"/>
                </a:lnTo>
                <a:lnTo>
                  <a:pt x="1441484" y="77897"/>
                </a:lnTo>
                <a:lnTo>
                  <a:pt x="1440744" y="77982"/>
                </a:lnTo>
                <a:lnTo>
                  <a:pt x="1439986" y="78048"/>
                </a:lnTo>
                <a:lnTo>
                  <a:pt x="1439208" y="78096"/>
                </a:lnTo>
                <a:lnTo>
                  <a:pt x="1438412" y="78124"/>
                </a:lnTo>
                <a:lnTo>
                  <a:pt x="1437596" y="78134"/>
                </a:lnTo>
                <a:lnTo>
                  <a:pt x="1436786" y="78124"/>
                </a:lnTo>
                <a:lnTo>
                  <a:pt x="1435994" y="78096"/>
                </a:lnTo>
                <a:lnTo>
                  <a:pt x="1435220" y="78048"/>
                </a:lnTo>
                <a:lnTo>
                  <a:pt x="1434464" y="77982"/>
                </a:lnTo>
                <a:lnTo>
                  <a:pt x="1433727" y="77897"/>
                </a:lnTo>
                <a:lnTo>
                  <a:pt x="1433008" y="77793"/>
                </a:lnTo>
                <a:lnTo>
                  <a:pt x="1432307" y="77670"/>
                </a:lnTo>
                <a:lnTo>
                  <a:pt x="1431624" y="77528"/>
                </a:lnTo>
                <a:lnTo>
                  <a:pt x="1430960" y="77367"/>
                </a:lnTo>
                <a:lnTo>
                  <a:pt x="1430313" y="77187"/>
                </a:lnTo>
                <a:lnTo>
                  <a:pt x="1429685" y="76988"/>
                </a:lnTo>
                <a:lnTo>
                  <a:pt x="1429076" y="76770"/>
                </a:lnTo>
                <a:lnTo>
                  <a:pt x="1428484" y="76533"/>
                </a:lnTo>
                <a:lnTo>
                  <a:pt x="1427911" y="76277"/>
                </a:lnTo>
                <a:lnTo>
                  <a:pt x="1427356" y="76003"/>
                </a:lnTo>
                <a:lnTo>
                  <a:pt x="1426819" y="75709"/>
                </a:lnTo>
                <a:lnTo>
                  <a:pt x="1426301" y="75396"/>
                </a:lnTo>
                <a:lnTo>
                  <a:pt x="1425800" y="75065"/>
                </a:lnTo>
                <a:lnTo>
                  <a:pt x="1425318" y="74714"/>
                </a:lnTo>
                <a:lnTo>
                  <a:pt x="1424855" y="74345"/>
                </a:lnTo>
                <a:lnTo>
                  <a:pt x="1424409" y="73957"/>
                </a:lnTo>
                <a:lnTo>
                  <a:pt x="1423982" y="73549"/>
                </a:lnTo>
                <a:lnTo>
                  <a:pt x="1423573" y="73123"/>
                </a:lnTo>
                <a:lnTo>
                  <a:pt x="1423182" y="72678"/>
                </a:lnTo>
                <a:lnTo>
                  <a:pt x="1422808" y="72213"/>
                </a:lnTo>
                <a:lnTo>
                  <a:pt x="1422450" y="71729"/>
                </a:lnTo>
                <a:lnTo>
                  <a:pt x="1422108" y="71224"/>
                </a:lnTo>
                <a:lnTo>
                  <a:pt x="1421782" y="70700"/>
                </a:lnTo>
                <a:lnTo>
                  <a:pt x="1421472" y="70156"/>
                </a:lnTo>
                <a:lnTo>
                  <a:pt x="1421178" y="69592"/>
                </a:lnTo>
                <a:lnTo>
                  <a:pt x="1420900" y="69008"/>
                </a:lnTo>
                <a:lnTo>
                  <a:pt x="1420637" y="68404"/>
                </a:lnTo>
                <a:lnTo>
                  <a:pt x="1420391" y="67781"/>
                </a:lnTo>
                <a:lnTo>
                  <a:pt x="1420160" y="67137"/>
                </a:lnTo>
                <a:lnTo>
                  <a:pt x="1419946" y="66474"/>
                </a:lnTo>
                <a:lnTo>
                  <a:pt x="1419747" y="65791"/>
                </a:lnTo>
                <a:lnTo>
                  <a:pt x="1419564" y="65087"/>
                </a:lnTo>
                <a:lnTo>
                  <a:pt x="1419397" y="64364"/>
                </a:lnTo>
                <a:lnTo>
                  <a:pt x="1419246" y="63622"/>
                </a:lnTo>
                <a:lnTo>
                  <a:pt x="1419111" y="62859"/>
                </a:lnTo>
                <a:lnTo>
                  <a:pt x="1418991" y="62076"/>
                </a:lnTo>
                <a:lnTo>
                  <a:pt x="1418888" y="61274"/>
                </a:lnTo>
                <a:lnTo>
                  <a:pt x="1418801" y="60451"/>
                </a:lnTo>
                <a:lnTo>
                  <a:pt x="1418729" y="59609"/>
                </a:lnTo>
                <a:lnTo>
                  <a:pt x="1418673" y="58747"/>
                </a:lnTo>
                <a:lnTo>
                  <a:pt x="1418634" y="57865"/>
                </a:lnTo>
                <a:lnTo>
                  <a:pt x="1418610" y="56963"/>
                </a:lnTo>
                <a:lnTo>
                  <a:pt x="1418602" y="56041"/>
                </a:lnTo>
                <a:lnTo>
                  <a:pt x="1418602" y="1886"/>
                </a:lnTo>
                <a:lnTo>
                  <a:pt x="1399203" y="1886"/>
                </a:lnTo>
                <a:lnTo>
                  <a:pt x="1399203" y="56512"/>
                </a:lnTo>
                <a:lnTo>
                  <a:pt x="1399210" y="57505"/>
                </a:lnTo>
                <a:lnTo>
                  <a:pt x="1399231" y="58485"/>
                </a:lnTo>
                <a:lnTo>
                  <a:pt x="1399265" y="59453"/>
                </a:lnTo>
                <a:lnTo>
                  <a:pt x="1399313" y="60408"/>
                </a:lnTo>
                <a:lnTo>
                  <a:pt x="1399375" y="61350"/>
                </a:lnTo>
                <a:lnTo>
                  <a:pt x="1399451" y="62280"/>
                </a:lnTo>
                <a:lnTo>
                  <a:pt x="1399541" y="63197"/>
                </a:lnTo>
                <a:lnTo>
                  <a:pt x="1399645" y="64101"/>
                </a:lnTo>
                <a:lnTo>
                  <a:pt x="1399762" y="64993"/>
                </a:lnTo>
                <a:lnTo>
                  <a:pt x="1399893" y="65872"/>
                </a:lnTo>
                <a:lnTo>
                  <a:pt x="1400038" y="66739"/>
                </a:lnTo>
                <a:lnTo>
                  <a:pt x="1400196" y="67592"/>
                </a:lnTo>
                <a:lnTo>
                  <a:pt x="1400369" y="68434"/>
                </a:lnTo>
                <a:lnTo>
                  <a:pt x="1400555" y="69262"/>
                </a:lnTo>
                <a:lnTo>
                  <a:pt x="1400755" y="70078"/>
                </a:lnTo>
                <a:lnTo>
                  <a:pt x="1400969" y="70882"/>
                </a:lnTo>
                <a:lnTo>
                  <a:pt x="1401197" y="71672"/>
                </a:lnTo>
                <a:lnTo>
                  <a:pt x="1401438" y="72451"/>
                </a:lnTo>
                <a:lnTo>
                  <a:pt x="1401694" y="73216"/>
                </a:lnTo>
                <a:lnTo>
                  <a:pt x="1401963" y="73969"/>
                </a:lnTo>
                <a:lnTo>
                  <a:pt x="1402246" y="74709"/>
                </a:lnTo>
                <a:lnTo>
                  <a:pt x="1402542" y="75437"/>
                </a:lnTo>
                <a:lnTo>
                  <a:pt x="1402853" y="76152"/>
                </a:lnTo>
                <a:lnTo>
                  <a:pt x="1403177" y="76854"/>
                </a:lnTo>
                <a:lnTo>
                  <a:pt x="1403516" y="77543"/>
                </a:lnTo>
                <a:lnTo>
                  <a:pt x="1403871" y="78218"/>
                </a:lnTo>
                <a:lnTo>
                  <a:pt x="1404241" y="78878"/>
                </a:lnTo>
                <a:lnTo>
                  <a:pt x="1404627" y="79525"/>
                </a:lnTo>
                <a:lnTo>
                  <a:pt x="1405029" y="80157"/>
                </a:lnTo>
                <a:lnTo>
                  <a:pt x="1405446" y="80775"/>
                </a:lnTo>
                <a:lnTo>
                  <a:pt x="1405879" y="81379"/>
                </a:lnTo>
                <a:lnTo>
                  <a:pt x="1406328" y="81969"/>
                </a:lnTo>
                <a:lnTo>
                  <a:pt x="1406792" y="82545"/>
                </a:lnTo>
                <a:lnTo>
                  <a:pt x="1407272" y="83107"/>
                </a:lnTo>
                <a:lnTo>
                  <a:pt x="1407768" y="83654"/>
                </a:lnTo>
                <a:lnTo>
                  <a:pt x="1408279" y="84187"/>
                </a:lnTo>
                <a:lnTo>
                  <a:pt x="1408806" y="84707"/>
                </a:lnTo>
                <a:lnTo>
                  <a:pt x="1409349" y="85212"/>
                </a:lnTo>
                <a:lnTo>
                  <a:pt x="1409907" y="85702"/>
                </a:lnTo>
                <a:lnTo>
                  <a:pt x="1410481" y="86179"/>
                </a:lnTo>
                <a:lnTo>
                  <a:pt x="1411071" y="86642"/>
                </a:lnTo>
                <a:lnTo>
                  <a:pt x="1411677" y="87090"/>
                </a:lnTo>
                <a:lnTo>
                  <a:pt x="1412298" y="87524"/>
                </a:lnTo>
                <a:lnTo>
                  <a:pt x="1412934" y="87944"/>
                </a:lnTo>
                <a:lnTo>
                  <a:pt x="1413587" y="88350"/>
                </a:lnTo>
                <a:lnTo>
                  <a:pt x="1414255" y="88742"/>
                </a:lnTo>
                <a:lnTo>
                  <a:pt x="1414939" y="89120"/>
                </a:lnTo>
                <a:lnTo>
                  <a:pt x="1415638" y="89483"/>
                </a:lnTo>
                <a:lnTo>
                  <a:pt x="1416354" y="89832"/>
                </a:lnTo>
                <a:lnTo>
                  <a:pt x="1417086" y="90166"/>
                </a:lnTo>
                <a:lnTo>
                  <a:pt x="1417836" y="90486"/>
                </a:lnTo>
                <a:lnTo>
                  <a:pt x="1418602" y="90790"/>
                </a:lnTo>
                <a:lnTo>
                  <a:pt x="1419385" y="91080"/>
                </a:lnTo>
                <a:lnTo>
                  <a:pt x="1420185" y="91355"/>
                </a:lnTo>
                <a:lnTo>
                  <a:pt x="1421001" y="91614"/>
                </a:lnTo>
                <a:lnTo>
                  <a:pt x="1421835" y="91860"/>
                </a:lnTo>
                <a:lnTo>
                  <a:pt x="1422685" y="92090"/>
                </a:lnTo>
                <a:lnTo>
                  <a:pt x="1423552" y="92305"/>
                </a:lnTo>
                <a:lnTo>
                  <a:pt x="1424436" y="92506"/>
                </a:lnTo>
                <a:lnTo>
                  <a:pt x="1425337" y="92691"/>
                </a:lnTo>
                <a:lnTo>
                  <a:pt x="1426255" y="92862"/>
                </a:lnTo>
                <a:lnTo>
                  <a:pt x="1427190" y="93018"/>
                </a:lnTo>
                <a:lnTo>
                  <a:pt x="1428141" y="93159"/>
                </a:lnTo>
                <a:lnTo>
                  <a:pt x="1429109" y="93285"/>
                </a:lnTo>
                <a:lnTo>
                  <a:pt x="1430094" y="93397"/>
                </a:lnTo>
                <a:lnTo>
                  <a:pt x="1431096" y="93493"/>
                </a:lnTo>
                <a:lnTo>
                  <a:pt x="1432115" y="93575"/>
                </a:lnTo>
                <a:lnTo>
                  <a:pt x="1433151" y="93642"/>
                </a:lnTo>
                <a:lnTo>
                  <a:pt x="1434203" y="93694"/>
                </a:lnTo>
                <a:lnTo>
                  <a:pt x="1435272" y="93731"/>
                </a:lnTo>
                <a:lnTo>
                  <a:pt x="1436359" y="93753"/>
                </a:lnTo>
                <a:lnTo>
                  <a:pt x="1437462" y="93760"/>
                </a:lnTo>
                <a:lnTo>
                  <a:pt x="1438575" y="93753"/>
                </a:lnTo>
                <a:lnTo>
                  <a:pt x="1439672" y="93731"/>
                </a:lnTo>
                <a:lnTo>
                  <a:pt x="1440751" y="93694"/>
                </a:lnTo>
                <a:lnTo>
                  <a:pt x="1441813" y="93642"/>
                </a:lnTo>
                <a:lnTo>
                  <a:pt x="1442857" y="93575"/>
                </a:lnTo>
                <a:close/>
                <a:moveTo>
                  <a:pt x="2013141" y="93575"/>
                </a:moveTo>
                <a:lnTo>
                  <a:pt x="2014168" y="93493"/>
                </a:lnTo>
                <a:lnTo>
                  <a:pt x="2015177" y="93397"/>
                </a:lnTo>
                <a:lnTo>
                  <a:pt x="2016169" y="93285"/>
                </a:lnTo>
                <a:lnTo>
                  <a:pt x="2017144" y="93159"/>
                </a:lnTo>
                <a:lnTo>
                  <a:pt x="2018101" y="93018"/>
                </a:lnTo>
                <a:lnTo>
                  <a:pt x="2019040" y="92862"/>
                </a:lnTo>
                <a:lnTo>
                  <a:pt x="2019963" y="92691"/>
                </a:lnTo>
                <a:lnTo>
                  <a:pt x="2020867" y="92506"/>
                </a:lnTo>
                <a:lnTo>
                  <a:pt x="2021755" y="92305"/>
                </a:lnTo>
                <a:lnTo>
                  <a:pt x="2022625" y="92090"/>
                </a:lnTo>
                <a:lnTo>
                  <a:pt x="2023477" y="91860"/>
                </a:lnTo>
                <a:lnTo>
                  <a:pt x="2024312" y="91614"/>
                </a:lnTo>
                <a:lnTo>
                  <a:pt x="2025130" y="91355"/>
                </a:lnTo>
                <a:lnTo>
                  <a:pt x="2025930" y="91080"/>
                </a:lnTo>
                <a:lnTo>
                  <a:pt x="2026713" y="90790"/>
                </a:lnTo>
                <a:lnTo>
                  <a:pt x="2027479" y="90486"/>
                </a:lnTo>
                <a:lnTo>
                  <a:pt x="2028227" y="90166"/>
                </a:lnTo>
                <a:lnTo>
                  <a:pt x="2028957" y="89832"/>
                </a:lnTo>
                <a:lnTo>
                  <a:pt x="2029670" y="89483"/>
                </a:lnTo>
                <a:lnTo>
                  <a:pt x="2030367" y="89120"/>
                </a:lnTo>
                <a:lnTo>
                  <a:pt x="2031048" y="88742"/>
                </a:lnTo>
                <a:lnTo>
                  <a:pt x="2031714" y="88350"/>
                </a:lnTo>
                <a:lnTo>
                  <a:pt x="2032364" y="87944"/>
                </a:lnTo>
                <a:lnTo>
                  <a:pt x="2032998" y="87524"/>
                </a:lnTo>
                <a:lnTo>
                  <a:pt x="2033617" y="87090"/>
                </a:lnTo>
                <a:lnTo>
                  <a:pt x="2034220" y="86642"/>
                </a:lnTo>
                <a:lnTo>
                  <a:pt x="2034808" y="86179"/>
                </a:lnTo>
                <a:lnTo>
                  <a:pt x="2035380" y="85702"/>
                </a:lnTo>
                <a:lnTo>
                  <a:pt x="2035937" y="85212"/>
                </a:lnTo>
                <a:lnTo>
                  <a:pt x="2036478" y="84707"/>
                </a:lnTo>
                <a:lnTo>
                  <a:pt x="2037004" y="84187"/>
                </a:lnTo>
                <a:lnTo>
                  <a:pt x="2037514" y="83654"/>
                </a:lnTo>
                <a:lnTo>
                  <a:pt x="2038008" y="83107"/>
                </a:lnTo>
                <a:lnTo>
                  <a:pt x="2038487" y="82545"/>
                </a:lnTo>
                <a:lnTo>
                  <a:pt x="2038951" y="81969"/>
                </a:lnTo>
                <a:lnTo>
                  <a:pt x="2039398" y="81379"/>
                </a:lnTo>
                <a:lnTo>
                  <a:pt x="2039831" y="80775"/>
                </a:lnTo>
                <a:lnTo>
                  <a:pt x="2040247" y="80157"/>
                </a:lnTo>
                <a:lnTo>
                  <a:pt x="2040649" y="79525"/>
                </a:lnTo>
                <a:lnTo>
                  <a:pt x="2041034" y="78878"/>
                </a:lnTo>
                <a:lnTo>
                  <a:pt x="2041404" y="78218"/>
                </a:lnTo>
                <a:lnTo>
                  <a:pt x="2041759" y="77543"/>
                </a:lnTo>
                <a:lnTo>
                  <a:pt x="2042098" y="76854"/>
                </a:lnTo>
                <a:lnTo>
                  <a:pt x="2042422" y="76152"/>
                </a:lnTo>
                <a:lnTo>
                  <a:pt x="2042732" y="75437"/>
                </a:lnTo>
                <a:lnTo>
                  <a:pt x="2043029" y="74709"/>
                </a:lnTo>
                <a:lnTo>
                  <a:pt x="2043312" y="73969"/>
                </a:lnTo>
                <a:lnTo>
                  <a:pt x="2043581" y="73216"/>
                </a:lnTo>
                <a:lnTo>
                  <a:pt x="2043836" y="72451"/>
                </a:lnTo>
                <a:lnTo>
                  <a:pt x="2044078" y="71672"/>
                </a:lnTo>
                <a:lnTo>
                  <a:pt x="2044305" y="70882"/>
                </a:lnTo>
                <a:lnTo>
                  <a:pt x="2044519" y="70078"/>
                </a:lnTo>
                <a:lnTo>
                  <a:pt x="2044719" y="69262"/>
                </a:lnTo>
                <a:lnTo>
                  <a:pt x="2044906" y="68434"/>
                </a:lnTo>
                <a:lnTo>
                  <a:pt x="2045078" y="67592"/>
                </a:lnTo>
                <a:lnTo>
                  <a:pt x="2045237" y="66739"/>
                </a:lnTo>
                <a:lnTo>
                  <a:pt x="2045382" y="65872"/>
                </a:lnTo>
                <a:lnTo>
                  <a:pt x="2045513" y="64993"/>
                </a:lnTo>
                <a:lnTo>
                  <a:pt x="2045630" y="64101"/>
                </a:lnTo>
                <a:lnTo>
                  <a:pt x="2045734" y="63197"/>
                </a:lnTo>
                <a:lnTo>
                  <a:pt x="2045823" y="62280"/>
                </a:lnTo>
                <a:lnTo>
                  <a:pt x="2045899" y="61350"/>
                </a:lnTo>
                <a:lnTo>
                  <a:pt x="2045961" y="60408"/>
                </a:lnTo>
                <a:lnTo>
                  <a:pt x="2046010" y="59453"/>
                </a:lnTo>
                <a:lnTo>
                  <a:pt x="2046044" y="58485"/>
                </a:lnTo>
                <a:lnTo>
                  <a:pt x="2046065" y="57505"/>
                </a:lnTo>
                <a:lnTo>
                  <a:pt x="2046072" y="56512"/>
                </a:lnTo>
                <a:lnTo>
                  <a:pt x="2046072" y="1886"/>
                </a:lnTo>
                <a:lnTo>
                  <a:pt x="2026606" y="1886"/>
                </a:lnTo>
                <a:lnTo>
                  <a:pt x="2026606" y="56041"/>
                </a:lnTo>
                <a:lnTo>
                  <a:pt x="2026598" y="56963"/>
                </a:lnTo>
                <a:lnTo>
                  <a:pt x="2026575" y="57865"/>
                </a:lnTo>
                <a:lnTo>
                  <a:pt x="2026537" y="58747"/>
                </a:lnTo>
                <a:lnTo>
                  <a:pt x="2026483" y="59609"/>
                </a:lnTo>
                <a:lnTo>
                  <a:pt x="2026414" y="60451"/>
                </a:lnTo>
                <a:lnTo>
                  <a:pt x="2026330" y="61274"/>
                </a:lnTo>
                <a:lnTo>
                  <a:pt x="2026230" y="62076"/>
                </a:lnTo>
                <a:lnTo>
                  <a:pt x="2026115" y="62859"/>
                </a:lnTo>
                <a:lnTo>
                  <a:pt x="2025985" y="63622"/>
                </a:lnTo>
                <a:lnTo>
                  <a:pt x="2025840" y="64364"/>
                </a:lnTo>
                <a:lnTo>
                  <a:pt x="2025679" y="65087"/>
                </a:lnTo>
                <a:lnTo>
                  <a:pt x="2025503" y="65791"/>
                </a:lnTo>
                <a:lnTo>
                  <a:pt x="2025311" y="66474"/>
                </a:lnTo>
                <a:lnTo>
                  <a:pt x="2025104" y="67137"/>
                </a:lnTo>
                <a:lnTo>
                  <a:pt x="2024882" y="67781"/>
                </a:lnTo>
                <a:lnTo>
                  <a:pt x="2024645" y="68404"/>
                </a:lnTo>
                <a:lnTo>
                  <a:pt x="2024392" y="69008"/>
                </a:lnTo>
                <a:lnTo>
                  <a:pt x="2024124" y="69592"/>
                </a:lnTo>
                <a:lnTo>
                  <a:pt x="2023841" y="70156"/>
                </a:lnTo>
                <a:lnTo>
                  <a:pt x="2023542" y="70700"/>
                </a:lnTo>
                <a:lnTo>
                  <a:pt x="2023228" y="71224"/>
                </a:lnTo>
                <a:lnTo>
                  <a:pt x="2022898" y="71729"/>
                </a:lnTo>
                <a:lnTo>
                  <a:pt x="2022554" y="72213"/>
                </a:lnTo>
                <a:lnTo>
                  <a:pt x="2022194" y="72678"/>
                </a:lnTo>
                <a:lnTo>
                  <a:pt x="2021817" y="73123"/>
                </a:lnTo>
                <a:lnTo>
                  <a:pt x="2021420" y="73549"/>
                </a:lnTo>
                <a:lnTo>
                  <a:pt x="2021005" y="73957"/>
                </a:lnTo>
                <a:lnTo>
                  <a:pt x="2020571" y="74345"/>
                </a:lnTo>
                <a:lnTo>
                  <a:pt x="2020117" y="74714"/>
                </a:lnTo>
                <a:lnTo>
                  <a:pt x="2019645" y="75065"/>
                </a:lnTo>
                <a:lnTo>
                  <a:pt x="2019153" y="75396"/>
                </a:lnTo>
                <a:lnTo>
                  <a:pt x="2018643" y="75709"/>
                </a:lnTo>
                <a:lnTo>
                  <a:pt x="2018113" y="76003"/>
                </a:lnTo>
                <a:lnTo>
                  <a:pt x="2017564" y="76277"/>
                </a:lnTo>
                <a:lnTo>
                  <a:pt x="2016996" y="76533"/>
                </a:lnTo>
                <a:lnTo>
                  <a:pt x="2016409" y="76770"/>
                </a:lnTo>
                <a:lnTo>
                  <a:pt x="2015804" y="76988"/>
                </a:lnTo>
                <a:lnTo>
                  <a:pt x="2015179" y="77187"/>
                </a:lnTo>
                <a:lnTo>
                  <a:pt x="2014535" y="77367"/>
                </a:lnTo>
                <a:lnTo>
                  <a:pt x="2013871" y="77528"/>
                </a:lnTo>
                <a:lnTo>
                  <a:pt x="2013189" y="77670"/>
                </a:lnTo>
                <a:lnTo>
                  <a:pt x="2012488" y="77793"/>
                </a:lnTo>
                <a:lnTo>
                  <a:pt x="2011768" y="77897"/>
                </a:lnTo>
                <a:lnTo>
                  <a:pt x="2011028" y="77982"/>
                </a:lnTo>
                <a:lnTo>
                  <a:pt x="2010270" y="78048"/>
                </a:lnTo>
                <a:lnTo>
                  <a:pt x="2009493" y="78096"/>
                </a:lnTo>
                <a:lnTo>
                  <a:pt x="2008696" y="78124"/>
                </a:lnTo>
                <a:lnTo>
                  <a:pt x="2007880" y="78134"/>
                </a:lnTo>
                <a:lnTo>
                  <a:pt x="2007070" y="78124"/>
                </a:lnTo>
                <a:lnTo>
                  <a:pt x="2006278" y="78096"/>
                </a:lnTo>
                <a:lnTo>
                  <a:pt x="2005504" y="78048"/>
                </a:lnTo>
                <a:lnTo>
                  <a:pt x="2004748" y="77982"/>
                </a:lnTo>
                <a:lnTo>
                  <a:pt x="2004011" y="77897"/>
                </a:lnTo>
                <a:lnTo>
                  <a:pt x="2003292" y="77793"/>
                </a:lnTo>
                <a:lnTo>
                  <a:pt x="2002591" y="77670"/>
                </a:lnTo>
                <a:lnTo>
                  <a:pt x="2001908" y="77528"/>
                </a:lnTo>
                <a:lnTo>
                  <a:pt x="2001244" y="77367"/>
                </a:lnTo>
                <a:lnTo>
                  <a:pt x="2000597" y="77187"/>
                </a:lnTo>
                <a:lnTo>
                  <a:pt x="1999970" y="76988"/>
                </a:lnTo>
                <a:lnTo>
                  <a:pt x="1999360" y="76770"/>
                </a:lnTo>
                <a:lnTo>
                  <a:pt x="1998768" y="76533"/>
                </a:lnTo>
                <a:lnTo>
                  <a:pt x="1998195" y="76277"/>
                </a:lnTo>
                <a:lnTo>
                  <a:pt x="1997640" y="76003"/>
                </a:lnTo>
                <a:lnTo>
                  <a:pt x="1997103" y="75709"/>
                </a:lnTo>
                <a:lnTo>
                  <a:pt x="1996585" y="75396"/>
                </a:lnTo>
                <a:lnTo>
                  <a:pt x="1996085" y="75065"/>
                </a:lnTo>
                <a:lnTo>
                  <a:pt x="1995603" y="74714"/>
                </a:lnTo>
                <a:lnTo>
                  <a:pt x="1995139" y="74345"/>
                </a:lnTo>
                <a:lnTo>
                  <a:pt x="1994693" y="73957"/>
                </a:lnTo>
                <a:lnTo>
                  <a:pt x="1994266" y="73549"/>
                </a:lnTo>
                <a:lnTo>
                  <a:pt x="1993857" y="73123"/>
                </a:lnTo>
                <a:lnTo>
                  <a:pt x="1993466" y="72678"/>
                </a:lnTo>
                <a:lnTo>
                  <a:pt x="1993092" y="72213"/>
                </a:lnTo>
                <a:lnTo>
                  <a:pt x="1992735" y="71729"/>
                </a:lnTo>
                <a:lnTo>
                  <a:pt x="1992393" y="71224"/>
                </a:lnTo>
                <a:lnTo>
                  <a:pt x="1992067" y="70700"/>
                </a:lnTo>
                <a:lnTo>
                  <a:pt x="1991756" y="70156"/>
                </a:lnTo>
                <a:lnTo>
                  <a:pt x="1991462" y="69592"/>
                </a:lnTo>
                <a:lnTo>
                  <a:pt x="1991184" y="69008"/>
                </a:lnTo>
                <a:lnTo>
                  <a:pt x="1990922" y="68404"/>
                </a:lnTo>
                <a:lnTo>
                  <a:pt x="1990675" y="67781"/>
                </a:lnTo>
                <a:lnTo>
                  <a:pt x="1990444" y="67137"/>
                </a:lnTo>
                <a:lnTo>
                  <a:pt x="1990230" y="66474"/>
                </a:lnTo>
                <a:lnTo>
                  <a:pt x="1990031" y="65791"/>
                </a:lnTo>
                <a:lnTo>
                  <a:pt x="1989848" y="65087"/>
                </a:lnTo>
                <a:lnTo>
                  <a:pt x="1989681" y="64364"/>
                </a:lnTo>
                <a:lnTo>
                  <a:pt x="1989530" y="63622"/>
                </a:lnTo>
                <a:lnTo>
                  <a:pt x="1989395" y="62859"/>
                </a:lnTo>
                <a:lnTo>
                  <a:pt x="1989275" y="62076"/>
                </a:lnTo>
                <a:lnTo>
                  <a:pt x="1989172" y="61274"/>
                </a:lnTo>
                <a:lnTo>
                  <a:pt x="1989085" y="60451"/>
                </a:lnTo>
                <a:lnTo>
                  <a:pt x="1989013" y="59609"/>
                </a:lnTo>
                <a:lnTo>
                  <a:pt x="1988957" y="58747"/>
                </a:lnTo>
                <a:lnTo>
                  <a:pt x="1988918" y="57865"/>
                </a:lnTo>
                <a:lnTo>
                  <a:pt x="1988894" y="56963"/>
                </a:lnTo>
                <a:lnTo>
                  <a:pt x="1988886" y="56041"/>
                </a:lnTo>
                <a:lnTo>
                  <a:pt x="1988886" y="1886"/>
                </a:lnTo>
                <a:lnTo>
                  <a:pt x="1969487" y="1886"/>
                </a:lnTo>
                <a:lnTo>
                  <a:pt x="1969487" y="56512"/>
                </a:lnTo>
                <a:lnTo>
                  <a:pt x="1969494" y="57505"/>
                </a:lnTo>
                <a:lnTo>
                  <a:pt x="1969515" y="58485"/>
                </a:lnTo>
                <a:lnTo>
                  <a:pt x="1969549" y="59453"/>
                </a:lnTo>
                <a:lnTo>
                  <a:pt x="1969598" y="60408"/>
                </a:lnTo>
                <a:lnTo>
                  <a:pt x="1969660" y="61350"/>
                </a:lnTo>
                <a:lnTo>
                  <a:pt x="1969735" y="62280"/>
                </a:lnTo>
                <a:lnTo>
                  <a:pt x="1969825" y="63197"/>
                </a:lnTo>
                <a:lnTo>
                  <a:pt x="1969929" y="64101"/>
                </a:lnTo>
                <a:lnTo>
                  <a:pt x="1970046" y="64993"/>
                </a:lnTo>
                <a:lnTo>
                  <a:pt x="1970177" y="65872"/>
                </a:lnTo>
                <a:lnTo>
                  <a:pt x="1970322" y="66739"/>
                </a:lnTo>
                <a:lnTo>
                  <a:pt x="1970481" y="67592"/>
                </a:lnTo>
                <a:lnTo>
                  <a:pt x="1970653" y="68434"/>
                </a:lnTo>
                <a:lnTo>
                  <a:pt x="1970839" y="69262"/>
                </a:lnTo>
                <a:lnTo>
                  <a:pt x="1971039" y="70078"/>
                </a:lnTo>
                <a:lnTo>
                  <a:pt x="1971253" y="70882"/>
                </a:lnTo>
                <a:lnTo>
                  <a:pt x="1971481" y="71672"/>
                </a:lnTo>
                <a:lnTo>
                  <a:pt x="1971723" y="72451"/>
                </a:lnTo>
                <a:lnTo>
                  <a:pt x="1971978" y="73216"/>
                </a:lnTo>
                <a:lnTo>
                  <a:pt x="1972247" y="73969"/>
                </a:lnTo>
                <a:lnTo>
                  <a:pt x="1972530" y="74709"/>
                </a:lnTo>
                <a:lnTo>
                  <a:pt x="1972826" y="75437"/>
                </a:lnTo>
                <a:lnTo>
                  <a:pt x="1973137" y="76152"/>
                </a:lnTo>
                <a:lnTo>
                  <a:pt x="1973461" y="76854"/>
                </a:lnTo>
                <a:lnTo>
                  <a:pt x="1973800" y="77543"/>
                </a:lnTo>
                <a:lnTo>
                  <a:pt x="1974155" y="78218"/>
                </a:lnTo>
                <a:lnTo>
                  <a:pt x="1974525" y="78878"/>
                </a:lnTo>
                <a:lnTo>
                  <a:pt x="1974911" y="79525"/>
                </a:lnTo>
                <a:lnTo>
                  <a:pt x="1975313" y="80157"/>
                </a:lnTo>
                <a:lnTo>
                  <a:pt x="1975730" y="80775"/>
                </a:lnTo>
                <a:lnTo>
                  <a:pt x="1976163" y="81379"/>
                </a:lnTo>
                <a:lnTo>
                  <a:pt x="1976612" y="81969"/>
                </a:lnTo>
                <a:lnTo>
                  <a:pt x="1977076" y="82545"/>
                </a:lnTo>
                <a:lnTo>
                  <a:pt x="1977556" y="83107"/>
                </a:lnTo>
                <a:lnTo>
                  <a:pt x="1978052" y="83654"/>
                </a:lnTo>
                <a:lnTo>
                  <a:pt x="1978563" y="84187"/>
                </a:lnTo>
                <a:lnTo>
                  <a:pt x="1979090" y="84707"/>
                </a:lnTo>
                <a:lnTo>
                  <a:pt x="1979633" y="85212"/>
                </a:lnTo>
                <a:lnTo>
                  <a:pt x="1980192" y="85702"/>
                </a:lnTo>
                <a:lnTo>
                  <a:pt x="1980766" y="86179"/>
                </a:lnTo>
                <a:lnTo>
                  <a:pt x="1981355" y="86642"/>
                </a:lnTo>
                <a:lnTo>
                  <a:pt x="1981961" y="87090"/>
                </a:lnTo>
                <a:lnTo>
                  <a:pt x="1982582" y="87524"/>
                </a:lnTo>
                <a:lnTo>
                  <a:pt x="1983219" y="87944"/>
                </a:lnTo>
                <a:lnTo>
                  <a:pt x="1983871" y="88350"/>
                </a:lnTo>
                <a:lnTo>
                  <a:pt x="1984539" y="88742"/>
                </a:lnTo>
                <a:lnTo>
                  <a:pt x="1985223" y="89120"/>
                </a:lnTo>
                <a:lnTo>
                  <a:pt x="1985922" y="89483"/>
                </a:lnTo>
                <a:lnTo>
                  <a:pt x="1986638" y="89832"/>
                </a:lnTo>
                <a:lnTo>
                  <a:pt x="1987370" y="90166"/>
                </a:lnTo>
                <a:lnTo>
                  <a:pt x="1988120" y="90486"/>
                </a:lnTo>
                <a:lnTo>
                  <a:pt x="1988886" y="90790"/>
                </a:lnTo>
                <a:lnTo>
                  <a:pt x="1989669" y="91080"/>
                </a:lnTo>
                <a:lnTo>
                  <a:pt x="1990469" y="91355"/>
                </a:lnTo>
                <a:lnTo>
                  <a:pt x="1991285" y="91614"/>
                </a:lnTo>
                <a:lnTo>
                  <a:pt x="1992119" y="91860"/>
                </a:lnTo>
                <a:lnTo>
                  <a:pt x="1992969" y="92090"/>
                </a:lnTo>
                <a:lnTo>
                  <a:pt x="1993837" y="92305"/>
                </a:lnTo>
                <a:lnTo>
                  <a:pt x="1994721" y="92506"/>
                </a:lnTo>
                <a:lnTo>
                  <a:pt x="1995622" y="92691"/>
                </a:lnTo>
                <a:lnTo>
                  <a:pt x="1996539" y="92862"/>
                </a:lnTo>
                <a:lnTo>
                  <a:pt x="1997474" y="93018"/>
                </a:lnTo>
                <a:lnTo>
                  <a:pt x="1998425" y="93159"/>
                </a:lnTo>
                <a:lnTo>
                  <a:pt x="1999393" y="93285"/>
                </a:lnTo>
                <a:lnTo>
                  <a:pt x="2000379" y="93397"/>
                </a:lnTo>
                <a:lnTo>
                  <a:pt x="2001381" y="93493"/>
                </a:lnTo>
                <a:lnTo>
                  <a:pt x="2002399" y="93575"/>
                </a:lnTo>
                <a:lnTo>
                  <a:pt x="2003435" y="93642"/>
                </a:lnTo>
                <a:lnTo>
                  <a:pt x="2004487" y="93694"/>
                </a:lnTo>
                <a:lnTo>
                  <a:pt x="2005557" y="93731"/>
                </a:lnTo>
                <a:lnTo>
                  <a:pt x="2006643" y="93753"/>
                </a:lnTo>
                <a:lnTo>
                  <a:pt x="2007746" y="93760"/>
                </a:lnTo>
                <a:lnTo>
                  <a:pt x="2008860" y="93753"/>
                </a:lnTo>
                <a:lnTo>
                  <a:pt x="2009956" y="93731"/>
                </a:lnTo>
                <a:lnTo>
                  <a:pt x="2011035" y="93694"/>
                </a:lnTo>
                <a:lnTo>
                  <a:pt x="2012097" y="93642"/>
                </a:lnTo>
                <a:lnTo>
                  <a:pt x="2013141" y="93575"/>
                </a:lnTo>
                <a:close/>
                <a:moveTo>
                  <a:pt x="1635677" y="78722"/>
                </a:moveTo>
                <a:lnTo>
                  <a:pt x="1635282" y="78700"/>
                </a:lnTo>
                <a:lnTo>
                  <a:pt x="1634900" y="78669"/>
                </a:lnTo>
                <a:lnTo>
                  <a:pt x="1634531" y="78629"/>
                </a:lnTo>
                <a:lnTo>
                  <a:pt x="1634174" y="78581"/>
                </a:lnTo>
                <a:lnTo>
                  <a:pt x="1633831" y="78523"/>
                </a:lnTo>
                <a:lnTo>
                  <a:pt x="1633500" y="78457"/>
                </a:lnTo>
                <a:lnTo>
                  <a:pt x="1633181" y="78382"/>
                </a:lnTo>
                <a:lnTo>
                  <a:pt x="1632876" y="78298"/>
                </a:lnTo>
                <a:lnTo>
                  <a:pt x="1632583" y="78205"/>
                </a:lnTo>
                <a:lnTo>
                  <a:pt x="1632303" y="78104"/>
                </a:lnTo>
                <a:lnTo>
                  <a:pt x="1632036" y="77993"/>
                </a:lnTo>
                <a:lnTo>
                  <a:pt x="1631781" y="77874"/>
                </a:lnTo>
                <a:lnTo>
                  <a:pt x="1631539" y="77746"/>
                </a:lnTo>
                <a:lnTo>
                  <a:pt x="1631310" y="77609"/>
                </a:lnTo>
                <a:lnTo>
                  <a:pt x="1631094" y="77463"/>
                </a:lnTo>
                <a:lnTo>
                  <a:pt x="1630891" y="77308"/>
                </a:lnTo>
                <a:lnTo>
                  <a:pt x="1630700" y="77145"/>
                </a:lnTo>
                <a:lnTo>
                  <a:pt x="1630522" y="76973"/>
                </a:lnTo>
                <a:lnTo>
                  <a:pt x="1630357" y="76792"/>
                </a:lnTo>
                <a:lnTo>
                  <a:pt x="1630204" y="76602"/>
                </a:lnTo>
                <a:lnTo>
                  <a:pt x="1630064" y="76403"/>
                </a:lnTo>
                <a:lnTo>
                  <a:pt x="1629937" y="76195"/>
                </a:lnTo>
                <a:lnTo>
                  <a:pt x="1629819" y="75978"/>
                </a:lnTo>
                <a:lnTo>
                  <a:pt x="1629706" y="75752"/>
                </a:lnTo>
                <a:lnTo>
                  <a:pt x="1629598" y="75516"/>
                </a:lnTo>
                <a:lnTo>
                  <a:pt x="1629495" y="75270"/>
                </a:lnTo>
                <a:lnTo>
                  <a:pt x="1629397" y="75015"/>
                </a:lnTo>
                <a:lnTo>
                  <a:pt x="1629304" y="74751"/>
                </a:lnTo>
                <a:lnTo>
                  <a:pt x="1629216" y="74477"/>
                </a:lnTo>
                <a:lnTo>
                  <a:pt x="1629133" y="74193"/>
                </a:lnTo>
                <a:lnTo>
                  <a:pt x="1629055" y="73900"/>
                </a:lnTo>
                <a:lnTo>
                  <a:pt x="1628982" y="73597"/>
                </a:lnTo>
                <a:lnTo>
                  <a:pt x="1628914" y="73284"/>
                </a:lnTo>
                <a:lnTo>
                  <a:pt x="1628851" y="72963"/>
                </a:lnTo>
                <a:lnTo>
                  <a:pt x="1628793" y="72631"/>
                </a:lnTo>
                <a:lnTo>
                  <a:pt x="1628740" y="72290"/>
                </a:lnTo>
                <a:lnTo>
                  <a:pt x="1628693" y="71939"/>
                </a:lnTo>
                <a:lnTo>
                  <a:pt x="1628650" y="71579"/>
                </a:lnTo>
                <a:lnTo>
                  <a:pt x="1628612" y="71210"/>
                </a:lnTo>
                <a:lnTo>
                  <a:pt x="1628579" y="70830"/>
                </a:lnTo>
                <a:lnTo>
                  <a:pt x="1628552" y="70442"/>
                </a:lnTo>
                <a:lnTo>
                  <a:pt x="1628529" y="70043"/>
                </a:lnTo>
                <a:lnTo>
                  <a:pt x="1628512" y="69635"/>
                </a:lnTo>
                <a:lnTo>
                  <a:pt x="1628499" y="69218"/>
                </a:lnTo>
                <a:lnTo>
                  <a:pt x="1628491" y="68791"/>
                </a:lnTo>
                <a:lnTo>
                  <a:pt x="1628489" y="68354"/>
                </a:lnTo>
                <a:lnTo>
                  <a:pt x="1628489" y="39740"/>
                </a:lnTo>
                <a:lnTo>
                  <a:pt x="1642836" y="39740"/>
                </a:lnTo>
                <a:lnTo>
                  <a:pt x="1642836" y="26000"/>
                </a:lnTo>
                <a:lnTo>
                  <a:pt x="1628489" y="26000"/>
                </a:lnTo>
                <a:lnTo>
                  <a:pt x="1628489" y="10508"/>
                </a:lnTo>
                <a:lnTo>
                  <a:pt x="1610639" y="10508"/>
                </a:lnTo>
                <a:lnTo>
                  <a:pt x="1610639" y="26000"/>
                </a:lnTo>
                <a:lnTo>
                  <a:pt x="1599728" y="26000"/>
                </a:lnTo>
                <a:lnTo>
                  <a:pt x="1599728" y="39740"/>
                </a:lnTo>
                <a:lnTo>
                  <a:pt x="1610639" y="39740"/>
                </a:lnTo>
                <a:lnTo>
                  <a:pt x="1610639" y="69291"/>
                </a:lnTo>
                <a:lnTo>
                  <a:pt x="1610643" y="69970"/>
                </a:lnTo>
                <a:lnTo>
                  <a:pt x="1610654" y="70638"/>
                </a:lnTo>
                <a:lnTo>
                  <a:pt x="1610673" y="71295"/>
                </a:lnTo>
                <a:lnTo>
                  <a:pt x="1610699" y="71941"/>
                </a:lnTo>
                <a:lnTo>
                  <a:pt x="1610733" y="72576"/>
                </a:lnTo>
                <a:lnTo>
                  <a:pt x="1610774" y="73201"/>
                </a:lnTo>
                <a:lnTo>
                  <a:pt x="1610823" y="73815"/>
                </a:lnTo>
                <a:lnTo>
                  <a:pt x="1610879" y="74418"/>
                </a:lnTo>
                <a:lnTo>
                  <a:pt x="1610943" y="75010"/>
                </a:lnTo>
                <a:lnTo>
                  <a:pt x="1611014" y="75592"/>
                </a:lnTo>
                <a:lnTo>
                  <a:pt x="1611092" y="76162"/>
                </a:lnTo>
                <a:lnTo>
                  <a:pt x="1611178" y="76722"/>
                </a:lnTo>
                <a:lnTo>
                  <a:pt x="1611272" y="77271"/>
                </a:lnTo>
                <a:lnTo>
                  <a:pt x="1611373" y="77809"/>
                </a:lnTo>
                <a:lnTo>
                  <a:pt x="1611481" y="78336"/>
                </a:lnTo>
                <a:lnTo>
                  <a:pt x="1611597" y="78853"/>
                </a:lnTo>
                <a:lnTo>
                  <a:pt x="1611721" y="79359"/>
                </a:lnTo>
                <a:lnTo>
                  <a:pt x="1611852" y="79854"/>
                </a:lnTo>
                <a:lnTo>
                  <a:pt x="1611990" y="80338"/>
                </a:lnTo>
                <a:lnTo>
                  <a:pt x="1612136" y="80811"/>
                </a:lnTo>
                <a:lnTo>
                  <a:pt x="1612290" y="81273"/>
                </a:lnTo>
                <a:lnTo>
                  <a:pt x="1612451" y="81725"/>
                </a:lnTo>
                <a:lnTo>
                  <a:pt x="1612619" y="82166"/>
                </a:lnTo>
                <a:lnTo>
                  <a:pt x="1612795" y="82596"/>
                </a:lnTo>
                <a:lnTo>
                  <a:pt x="1612980" y="83016"/>
                </a:lnTo>
                <a:lnTo>
                  <a:pt x="1613177" y="83427"/>
                </a:lnTo>
                <a:lnTo>
                  <a:pt x="1613386" y="83828"/>
                </a:lnTo>
                <a:lnTo>
                  <a:pt x="1613606" y="84221"/>
                </a:lnTo>
                <a:lnTo>
                  <a:pt x="1613838" y="84604"/>
                </a:lnTo>
                <a:lnTo>
                  <a:pt x="1614081" y="84977"/>
                </a:lnTo>
                <a:lnTo>
                  <a:pt x="1614336" y="85342"/>
                </a:lnTo>
                <a:lnTo>
                  <a:pt x="1614602" y="85697"/>
                </a:lnTo>
                <a:lnTo>
                  <a:pt x="1614880" y="86043"/>
                </a:lnTo>
                <a:lnTo>
                  <a:pt x="1615170" y="86380"/>
                </a:lnTo>
                <a:lnTo>
                  <a:pt x="1615471" y="86707"/>
                </a:lnTo>
                <a:lnTo>
                  <a:pt x="1615784" y="87025"/>
                </a:lnTo>
                <a:lnTo>
                  <a:pt x="1616108" y="87334"/>
                </a:lnTo>
                <a:lnTo>
                  <a:pt x="1616444" y="87634"/>
                </a:lnTo>
                <a:lnTo>
                  <a:pt x="1616792" y="87924"/>
                </a:lnTo>
                <a:lnTo>
                  <a:pt x="1617151" y="88205"/>
                </a:lnTo>
                <a:lnTo>
                  <a:pt x="1617521" y="88477"/>
                </a:lnTo>
                <a:lnTo>
                  <a:pt x="1617903" y="88740"/>
                </a:lnTo>
                <a:lnTo>
                  <a:pt x="1618297" y="88993"/>
                </a:lnTo>
                <a:lnTo>
                  <a:pt x="1618703" y="89237"/>
                </a:lnTo>
                <a:lnTo>
                  <a:pt x="1619120" y="89472"/>
                </a:lnTo>
                <a:lnTo>
                  <a:pt x="1619548" y="89698"/>
                </a:lnTo>
                <a:lnTo>
                  <a:pt x="1619988" y="89914"/>
                </a:lnTo>
                <a:lnTo>
                  <a:pt x="1620440" y="90121"/>
                </a:lnTo>
                <a:lnTo>
                  <a:pt x="1620905" y="90319"/>
                </a:lnTo>
                <a:lnTo>
                  <a:pt x="1621386" y="90509"/>
                </a:lnTo>
                <a:lnTo>
                  <a:pt x="1621882" y="90690"/>
                </a:lnTo>
                <a:lnTo>
                  <a:pt x="1622394" y="90863"/>
                </a:lnTo>
                <a:lnTo>
                  <a:pt x="1622922" y="91027"/>
                </a:lnTo>
                <a:lnTo>
                  <a:pt x="1623465" y="91183"/>
                </a:lnTo>
                <a:lnTo>
                  <a:pt x="1624023" y="91330"/>
                </a:lnTo>
                <a:lnTo>
                  <a:pt x="1624597" y="91469"/>
                </a:lnTo>
                <a:lnTo>
                  <a:pt x="1625187" y="91600"/>
                </a:lnTo>
                <a:lnTo>
                  <a:pt x="1625792" y="91722"/>
                </a:lnTo>
                <a:lnTo>
                  <a:pt x="1626413" y="91836"/>
                </a:lnTo>
                <a:lnTo>
                  <a:pt x="1627049" y="91941"/>
                </a:lnTo>
                <a:lnTo>
                  <a:pt x="1627701" y="92038"/>
                </a:lnTo>
                <a:lnTo>
                  <a:pt x="1628369" y="92127"/>
                </a:lnTo>
                <a:lnTo>
                  <a:pt x="1629052" y="92207"/>
                </a:lnTo>
                <a:lnTo>
                  <a:pt x="1629750" y="92278"/>
                </a:lnTo>
                <a:lnTo>
                  <a:pt x="1630464" y="92342"/>
                </a:lnTo>
                <a:lnTo>
                  <a:pt x="1631194" y="92396"/>
                </a:lnTo>
                <a:lnTo>
                  <a:pt x="1631939" y="92443"/>
                </a:lnTo>
                <a:lnTo>
                  <a:pt x="1632700" y="92481"/>
                </a:lnTo>
                <a:lnTo>
                  <a:pt x="1633476" y="92510"/>
                </a:lnTo>
                <a:lnTo>
                  <a:pt x="1634268" y="92531"/>
                </a:lnTo>
                <a:lnTo>
                  <a:pt x="1635075" y="92544"/>
                </a:lnTo>
                <a:lnTo>
                  <a:pt x="1635898" y="92548"/>
                </a:lnTo>
                <a:lnTo>
                  <a:pt x="1642836" y="92548"/>
                </a:lnTo>
                <a:lnTo>
                  <a:pt x="1642836" y="78740"/>
                </a:lnTo>
                <a:lnTo>
                  <a:pt x="1636504" y="78740"/>
                </a:lnTo>
                <a:lnTo>
                  <a:pt x="1636084" y="78736"/>
                </a:lnTo>
                <a:lnTo>
                  <a:pt x="1635677" y="78722"/>
                </a:lnTo>
                <a:close/>
                <a:moveTo>
                  <a:pt x="1780236" y="111902"/>
                </a:moveTo>
                <a:lnTo>
                  <a:pt x="1779726" y="110833"/>
                </a:lnTo>
                <a:lnTo>
                  <a:pt x="1779225" y="109758"/>
                </a:lnTo>
                <a:lnTo>
                  <a:pt x="1778733" y="108677"/>
                </a:lnTo>
                <a:lnTo>
                  <a:pt x="1778249" y="107591"/>
                </a:lnTo>
                <a:lnTo>
                  <a:pt x="1777775" y="106499"/>
                </a:lnTo>
                <a:lnTo>
                  <a:pt x="1777309" y="105402"/>
                </a:lnTo>
                <a:lnTo>
                  <a:pt x="1776852" y="104299"/>
                </a:lnTo>
                <a:lnTo>
                  <a:pt x="1776405" y="103190"/>
                </a:lnTo>
                <a:lnTo>
                  <a:pt x="1775966" y="102076"/>
                </a:lnTo>
                <a:lnTo>
                  <a:pt x="1775535" y="100956"/>
                </a:lnTo>
                <a:lnTo>
                  <a:pt x="1775114" y="99831"/>
                </a:lnTo>
                <a:lnTo>
                  <a:pt x="1774702" y="98700"/>
                </a:lnTo>
                <a:lnTo>
                  <a:pt x="1774299" y="97563"/>
                </a:lnTo>
                <a:lnTo>
                  <a:pt x="1773904" y="96421"/>
                </a:lnTo>
                <a:lnTo>
                  <a:pt x="1773518" y="95273"/>
                </a:lnTo>
                <a:lnTo>
                  <a:pt x="1773142" y="94120"/>
                </a:lnTo>
                <a:lnTo>
                  <a:pt x="1772774" y="92961"/>
                </a:lnTo>
                <a:lnTo>
                  <a:pt x="1772415" y="91796"/>
                </a:lnTo>
                <a:lnTo>
                  <a:pt x="1772065" y="90626"/>
                </a:lnTo>
                <a:lnTo>
                  <a:pt x="1771723" y="89450"/>
                </a:lnTo>
                <a:lnTo>
                  <a:pt x="1771394" y="88270"/>
                </a:lnTo>
                <a:lnTo>
                  <a:pt x="1771078" y="87089"/>
                </a:lnTo>
                <a:lnTo>
                  <a:pt x="1770776" y="85906"/>
                </a:lnTo>
                <a:lnTo>
                  <a:pt x="1770488" y="84722"/>
                </a:lnTo>
                <a:lnTo>
                  <a:pt x="1770215" y="83535"/>
                </a:lnTo>
                <a:lnTo>
                  <a:pt x="1769955" y="82348"/>
                </a:lnTo>
                <a:lnTo>
                  <a:pt x="1769710" y="81158"/>
                </a:lnTo>
                <a:lnTo>
                  <a:pt x="1769478" y="79967"/>
                </a:lnTo>
                <a:lnTo>
                  <a:pt x="1769261" y="78775"/>
                </a:lnTo>
                <a:lnTo>
                  <a:pt x="1769057" y="77580"/>
                </a:lnTo>
                <a:lnTo>
                  <a:pt x="1768868" y="76384"/>
                </a:lnTo>
                <a:lnTo>
                  <a:pt x="1768692" y="75187"/>
                </a:lnTo>
                <a:lnTo>
                  <a:pt x="1768531" y="73988"/>
                </a:lnTo>
                <a:lnTo>
                  <a:pt x="1768384" y="72787"/>
                </a:lnTo>
                <a:lnTo>
                  <a:pt x="1768250" y="71584"/>
                </a:lnTo>
                <a:lnTo>
                  <a:pt x="1768131" y="70380"/>
                </a:lnTo>
                <a:lnTo>
                  <a:pt x="1768026" y="69174"/>
                </a:lnTo>
                <a:lnTo>
                  <a:pt x="1767934" y="67967"/>
                </a:lnTo>
                <a:lnTo>
                  <a:pt x="1767857" y="66758"/>
                </a:lnTo>
                <a:lnTo>
                  <a:pt x="1767794" y="65547"/>
                </a:lnTo>
                <a:lnTo>
                  <a:pt x="1767745" y="64335"/>
                </a:lnTo>
                <a:lnTo>
                  <a:pt x="1767710" y="63121"/>
                </a:lnTo>
                <a:lnTo>
                  <a:pt x="1767689" y="61906"/>
                </a:lnTo>
                <a:lnTo>
                  <a:pt x="1767682" y="60688"/>
                </a:lnTo>
                <a:lnTo>
                  <a:pt x="1767688" y="59393"/>
                </a:lnTo>
                <a:lnTo>
                  <a:pt x="1767708" y="58099"/>
                </a:lnTo>
                <a:lnTo>
                  <a:pt x="1767740" y="56806"/>
                </a:lnTo>
                <a:lnTo>
                  <a:pt x="1767786" y="55516"/>
                </a:lnTo>
                <a:lnTo>
                  <a:pt x="1767844" y="54227"/>
                </a:lnTo>
                <a:lnTo>
                  <a:pt x="1767916" y="52940"/>
                </a:lnTo>
                <a:lnTo>
                  <a:pt x="1768000" y="51655"/>
                </a:lnTo>
                <a:lnTo>
                  <a:pt x="1768097" y="50372"/>
                </a:lnTo>
                <a:lnTo>
                  <a:pt x="1768208" y="49090"/>
                </a:lnTo>
                <a:lnTo>
                  <a:pt x="1768331" y="47810"/>
                </a:lnTo>
                <a:lnTo>
                  <a:pt x="1768467" y="46532"/>
                </a:lnTo>
                <a:lnTo>
                  <a:pt x="1768616" y="45255"/>
                </a:lnTo>
                <a:lnTo>
                  <a:pt x="1768779" y="43981"/>
                </a:lnTo>
                <a:lnTo>
                  <a:pt x="1768954" y="42708"/>
                </a:lnTo>
                <a:lnTo>
                  <a:pt x="1769142" y="41436"/>
                </a:lnTo>
                <a:lnTo>
                  <a:pt x="1769343" y="40167"/>
                </a:lnTo>
                <a:lnTo>
                  <a:pt x="1769558" y="38899"/>
                </a:lnTo>
                <a:lnTo>
                  <a:pt x="1769785" y="37633"/>
                </a:lnTo>
                <a:lnTo>
                  <a:pt x="1770025" y="36369"/>
                </a:lnTo>
                <a:lnTo>
                  <a:pt x="1770278" y="35107"/>
                </a:lnTo>
                <a:lnTo>
                  <a:pt x="1770544" y="33846"/>
                </a:lnTo>
                <a:lnTo>
                  <a:pt x="1770823" y="32587"/>
                </a:lnTo>
                <a:lnTo>
                  <a:pt x="1771115" y="31330"/>
                </a:lnTo>
                <a:lnTo>
                  <a:pt x="1771420" y="30075"/>
                </a:lnTo>
                <a:lnTo>
                  <a:pt x="1771738" y="28823"/>
                </a:lnTo>
                <a:lnTo>
                  <a:pt x="1772067" y="27575"/>
                </a:lnTo>
                <a:lnTo>
                  <a:pt x="1772409" y="26333"/>
                </a:lnTo>
                <a:lnTo>
                  <a:pt x="1772763" y="25095"/>
                </a:lnTo>
                <a:lnTo>
                  <a:pt x="1773128" y="23862"/>
                </a:lnTo>
                <a:lnTo>
                  <a:pt x="1773506" y="22634"/>
                </a:lnTo>
                <a:lnTo>
                  <a:pt x="1773896" y="21411"/>
                </a:lnTo>
                <a:lnTo>
                  <a:pt x="1774298" y="20192"/>
                </a:lnTo>
                <a:lnTo>
                  <a:pt x="1774712" y="18978"/>
                </a:lnTo>
                <a:lnTo>
                  <a:pt x="1775138" y="17769"/>
                </a:lnTo>
                <a:lnTo>
                  <a:pt x="1775576" y="16565"/>
                </a:lnTo>
                <a:lnTo>
                  <a:pt x="1776026" y="15366"/>
                </a:lnTo>
                <a:lnTo>
                  <a:pt x="1776488" y="14171"/>
                </a:lnTo>
                <a:lnTo>
                  <a:pt x="1776962" y="12981"/>
                </a:lnTo>
                <a:lnTo>
                  <a:pt x="1777448" y="11796"/>
                </a:lnTo>
                <a:lnTo>
                  <a:pt x="1777946" y="10616"/>
                </a:lnTo>
                <a:lnTo>
                  <a:pt x="1778457" y="9441"/>
                </a:lnTo>
                <a:lnTo>
                  <a:pt x="1778979" y="8270"/>
                </a:lnTo>
                <a:lnTo>
                  <a:pt x="1779513" y="7104"/>
                </a:lnTo>
                <a:lnTo>
                  <a:pt x="1780060" y="5943"/>
                </a:lnTo>
                <a:lnTo>
                  <a:pt x="1780618" y="4787"/>
                </a:lnTo>
                <a:lnTo>
                  <a:pt x="1781189" y="3636"/>
                </a:lnTo>
                <a:lnTo>
                  <a:pt x="1781771" y="2489"/>
                </a:lnTo>
                <a:lnTo>
                  <a:pt x="1782366" y="1347"/>
                </a:lnTo>
                <a:lnTo>
                  <a:pt x="1767345" y="1347"/>
                </a:lnTo>
                <a:lnTo>
                  <a:pt x="1766888" y="2171"/>
                </a:lnTo>
                <a:lnTo>
                  <a:pt x="1766438" y="2993"/>
                </a:lnTo>
                <a:lnTo>
                  <a:pt x="1765994" y="3812"/>
                </a:lnTo>
                <a:lnTo>
                  <a:pt x="1765556" y="4629"/>
                </a:lnTo>
                <a:lnTo>
                  <a:pt x="1765126" y="5443"/>
                </a:lnTo>
                <a:lnTo>
                  <a:pt x="1764701" y="6256"/>
                </a:lnTo>
                <a:lnTo>
                  <a:pt x="1764284" y="7066"/>
                </a:lnTo>
                <a:lnTo>
                  <a:pt x="1763872" y="7873"/>
                </a:lnTo>
                <a:lnTo>
                  <a:pt x="1763468" y="8678"/>
                </a:lnTo>
                <a:lnTo>
                  <a:pt x="1763070" y="9481"/>
                </a:lnTo>
                <a:lnTo>
                  <a:pt x="1762678" y="10282"/>
                </a:lnTo>
                <a:lnTo>
                  <a:pt x="1762293" y="11080"/>
                </a:lnTo>
                <a:lnTo>
                  <a:pt x="1761915" y="11876"/>
                </a:lnTo>
                <a:lnTo>
                  <a:pt x="1761543" y="12670"/>
                </a:lnTo>
                <a:lnTo>
                  <a:pt x="1761178" y="13461"/>
                </a:lnTo>
                <a:lnTo>
                  <a:pt x="1760819" y="14250"/>
                </a:lnTo>
                <a:lnTo>
                  <a:pt x="1760467" y="15036"/>
                </a:lnTo>
                <a:lnTo>
                  <a:pt x="1760121" y="15820"/>
                </a:lnTo>
                <a:lnTo>
                  <a:pt x="1759782" y="16602"/>
                </a:lnTo>
                <a:lnTo>
                  <a:pt x="1759449" y="17382"/>
                </a:lnTo>
                <a:lnTo>
                  <a:pt x="1759123" y="18159"/>
                </a:lnTo>
                <a:lnTo>
                  <a:pt x="1758804" y="18934"/>
                </a:lnTo>
                <a:lnTo>
                  <a:pt x="1758491" y="19706"/>
                </a:lnTo>
                <a:lnTo>
                  <a:pt x="1758185" y="20476"/>
                </a:lnTo>
                <a:lnTo>
                  <a:pt x="1757885" y="21246"/>
                </a:lnTo>
                <a:lnTo>
                  <a:pt x="1757591" y="22017"/>
                </a:lnTo>
                <a:lnTo>
                  <a:pt x="1757304" y="22789"/>
                </a:lnTo>
                <a:lnTo>
                  <a:pt x="1757024" y="23562"/>
                </a:lnTo>
                <a:lnTo>
                  <a:pt x="1756749" y="24336"/>
                </a:lnTo>
                <a:lnTo>
                  <a:pt x="1756482" y="25111"/>
                </a:lnTo>
                <a:lnTo>
                  <a:pt x="1756220" y="25888"/>
                </a:lnTo>
                <a:lnTo>
                  <a:pt x="1755966" y="26666"/>
                </a:lnTo>
                <a:lnTo>
                  <a:pt x="1755717" y="27445"/>
                </a:lnTo>
                <a:lnTo>
                  <a:pt x="1755475" y="28225"/>
                </a:lnTo>
                <a:lnTo>
                  <a:pt x="1755240" y="29006"/>
                </a:lnTo>
                <a:lnTo>
                  <a:pt x="1755010" y="29788"/>
                </a:lnTo>
                <a:lnTo>
                  <a:pt x="1754788" y="30572"/>
                </a:lnTo>
                <a:lnTo>
                  <a:pt x="1754571" y="31357"/>
                </a:lnTo>
                <a:lnTo>
                  <a:pt x="1754362" y="32143"/>
                </a:lnTo>
                <a:lnTo>
                  <a:pt x="1754158" y="32930"/>
                </a:lnTo>
                <a:lnTo>
                  <a:pt x="1753961" y="33718"/>
                </a:lnTo>
                <a:lnTo>
                  <a:pt x="1753771" y="34508"/>
                </a:lnTo>
                <a:lnTo>
                  <a:pt x="1753587" y="35298"/>
                </a:lnTo>
                <a:lnTo>
                  <a:pt x="1753409" y="36090"/>
                </a:lnTo>
                <a:lnTo>
                  <a:pt x="1753238" y="36883"/>
                </a:lnTo>
                <a:lnTo>
                  <a:pt x="1753073" y="37677"/>
                </a:lnTo>
                <a:lnTo>
                  <a:pt x="1752914" y="38472"/>
                </a:lnTo>
                <a:lnTo>
                  <a:pt x="1752762" y="39269"/>
                </a:lnTo>
                <a:lnTo>
                  <a:pt x="1752617" y="40069"/>
                </a:lnTo>
                <a:lnTo>
                  <a:pt x="1752477" y="40874"/>
                </a:lnTo>
                <a:lnTo>
                  <a:pt x="1752344" y="41684"/>
                </a:lnTo>
                <a:lnTo>
                  <a:pt x="1752217" y="42500"/>
                </a:lnTo>
                <a:lnTo>
                  <a:pt x="1752096" y="43321"/>
                </a:lnTo>
                <a:lnTo>
                  <a:pt x="1751981" y="44148"/>
                </a:lnTo>
                <a:lnTo>
                  <a:pt x="1751873" y="44980"/>
                </a:lnTo>
                <a:lnTo>
                  <a:pt x="1751771" y="45818"/>
                </a:lnTo>
                <a:lnTo>
                  <a:pt x="1751675" y="46660"/>
                </a:lnTo>
                <a:lnTo>
                  <a:pt x="1751585" y="47508"/>
                </a:lnTo>
                <a:lnTo>
                  <a:pt x="1751501" y="48362"/>
                </a:lnTo>
                <a:lnTo>
                  <a:pt x="1751424" y="49221"/>
                </a:lnTo>
                <a:lnTo>
                  <a:pt x="1751352" y="50085"/>
                </a:lnTo>
                <a:lnTo>
                  <a:pt x="1751287" y="50955"/>
                </a:lnTo>
                <a:lnTo>
                  <a:pt x="1751228" y="51830"/>
                </a:lnTo>
                <a:lnTo>
                  <a:pt x="1751176" y="52710"/>
                </a:lnTo>
                <a:lnTo>
                  <a:pt x="1751129" y="53596"/>
                </a:lnTo>
                <a:lnTo>
                  <a:pt x="1751089" y="54487"/>
                </a:lnTo>
                <a:lnTo>
                  <a:pt x="1751055" y="55384"/>
                </a:lnTo>
                <a:lnTo>
                  <a:pt x="1751027" y="56286"/>
                </a:lnTo>
                <a:lnTo>
                  <a:pt x="1751005" y="57193"/>
                </a:lnTo>
                <a:lnTo>
                  <a:pt x="1750990" y="58106"/>
                </a:lnTo>
                <a:lnTo>
                  <a:pt x="1750981" y="59024"/>
                </a:lnTo>
                <a:lnTo>
                  <a:pt x="1750977" y="59947"/>
                </a:lnTo>
                <a:lnTo>
                  <a:pt x="1750981" y="60843"/>
                </a:lnTo>
                <a:lnTo>
                  <a:pt x="1750991" y="61732"/>
                </a:lnTo>
                <a:lnTo>
                  <a:pt x="1751007" y="62616"/>
                </a:lnTo>
                <a:lnTo>
                  <a:pt x="1751031" y="63494"/>
                </a:lnTo>
                <a:lnTo>
                  <a:pt x="1751061" y="64366"/>
                </a:lnTo>
                <a:lnTo>
                  <a:pt x="1751097" y="65233"/>
                </a:lnTo>
                <a:lnTo>
                  <a:pt x="1751141" y="66094"/>
                </a:lnTo>
                <a:lnTo>
                  <a:pt x="1751191" y="66949"/>
                </a:lnTo>
                <a:lnTo>
                  <a:pt x="1751247" y="67798"/>
                </a:lnTo>
                <a:lnTo>
                  <a:pt x="1751311" y="68642"/>
                </a:lnTo>
                <a:lnTo>
                  <a:pt x="1751381" y="69480"/>
                </a:lnTo>
                <a:lnTo>
                  <a:pt x="1751457" y="70312"/>
                </a:lnTo>
                <a:lnTo>
                  <a:pt x="1751541" y="71138"/>
                </a:lnTo>
                <a:lnTo>
                  <a:pt x="1751631" y="71959"/>
                </a:lnTo>
                <a:lnTo>
                  <a:pt x="1751727" y="72774"/>
                </a:lnTo>
                <a:lnTo>
                  <a:pt x="1751831" y="73583"/>
                </a:lnTo>
                <a:lnTo>
                  <a:pt x="1751941" y="74387"/>
                </a:lnTo>
                <a:lnTo>
                  <a:pt x="1752057" y="75185"/>
                </a:lnTo>
                <a:lnTo>
                  <a:pt x="1752181" y="75977"/>
                </a:lnTo>
                <a:lnTo>
                  <a:pt x="1752311" y="76763"/>
                </a:lnTo>
                <a:lnTo>
                  <a:pt x="1752447" y="77544"/>
                </a:lnTo>
                <a:lnTo>
                  <a:pt x="1752590" y="78319"/>
                </a:lnTo>
                <a:lnTo>
                  <a:pt x="1752740" y="79088"/>
                </a:lnTo>
                <a:lnTo>
                  <a:pt x="1752897" y="79851"/>
                </a:lnTo>
                <a:lnTo>
                  <a:pt x="1753060" y="80611"/>
                </a:lnTo>
                <a:lnTo>
                  <a:pt x="1753229" y="81370"/>
                </a:lnTo>
                <a:lnTo>
                  <a:pt x="1753404" y="82127"/>
                </a:lnTo>
                <a:lnTo>
                  <a:pt x="1753586" y="82882"/>
                </a:lnTo>
                <a:lnTo>
                  <a:pt x="1753773" y="83637"/>
                </a:lnTo>
                <a:lnTo>
                  <a:pt x="1753966" y="84389"/>
                </a:lnTo>
                <a:lnTo>
                  <a:pt x="1754166" y="85141"/>
                </a:lnTo>
                <a:lnTo>
                  <a:pt x="1754371" y="85891"/>
                </a:lnTo>
                <a:lnTo>
                  <a:pt x="1754583" y="86640"/>
                </a:lnTo>
                <a:lnTo>
                  <a:pt x="1754801" y="87387"/>
                </a:lnTo>
                <a:lnTo>
                  <a:pt x="1755025" y="88133"/>
                </a:lnTo>
                <a:lnTo>
                  <a:pt x="1755255" y="88877"/>
                </a:lnTo>
                <a:lnTo>
                  <a:pt x="1755491" y="89620"/>
                </a:lnTo>
                <a:lnTo>
                  <a:pt x="1755733" y="90362"/>
                </a:lnTo>
                <a:lnTo>
                  <a:pt x="1755981" y="91102"/>
                </a:lnTo>
                <a:lnTo>
                  <a:pt x="1756235" y="91841"/>
                </a:lnTo>
                <a:lnTo>
                  <a:pt x="1756495" y="92578"/>
                </a:lnTo>
                <a:lnTo>
                  <a:pt x="1756762" y="93314"/>
                </a:lnTo>
                <a:lnTo>
                  <a:pt x="1757034" y="94049"/>
                </a:lnTo>
                <a:lnTo>
                  <a:pt x="1757313" y="94782"/>
                </a:lnTo>
                <a:lnTo>
                  <a:pt x="1757597" y="95514"/>
                </a:lnTo>
                <a:lnTo>
                  <a:pt x="1757888" y="96244"/>
                </a:lnTo>
                <a:lnTo>
                  <a:pt x="1758185" y="96973"/>
                </a:lnTo>
                <a:lnTo>
                  <a:pt x="1758488" y="97701"/>
                </a:lnTo>
                <a:lnTo>
                  <a:pt x="1758796" y="98429"/>
                </a:lnTo>
                <a:lnTo>
                  <a:pt x="1759110" y="99161"/>
                </a:lnTo>
                <a:lnTo>
                  <a:pt x="1759429" y="99897"/>
                </a:lnTo>
                <a:lnTo>
                  <a:pt x="1759753" y="100636"/>
                </a:lnTo>
                <a:lnTo>
                  <a:pt x="1760083" y="101378"/>
                </a:lnTo>
                <a:lnTo>
                  <a:pt x="1760418" y="102123"/>
                </a:lnTo>
                <a:lnTo>
                  <a:pt x="1760758" y="102872"/>
                </a:lnTo>
                <a:lnTo>
                  <a:pt x="1761103" y="103624"/>
                </a:lnTo>
                <a:lnTo>
                  <a:pt x="1761454" y="104380"/>
                </a:lnTo>
                <a:lnTo>
                  <a:pt x="1761810" y="105139"/>
                </a:lnTo>
                <a:lnTo>
                  <a:pt x="1762171" y="105902"/>
                </a:lnTo>
                <a:lnTo>
                  <a:pt x="1762538" y="106668"/>
                </a:lnTo>
                <a:lnTo>
                  <a:pt x="1762909" y="107437"/>
                </a:lnTo>
                <a:lnTo>
                  <a:pt x="1763286" y="108210"/>
                </a:lnTo>
                <a:lnTo>
                  <a:pt x="1763668" y="108986"/>
                </a:lnTo>
                <a:lnTo>
                  <a:pt x="1764056" y="109765"/>
                </a:lnTo>
                <a:lnTo>
                  <a:pt x="1764449" y="110548"/>
                </a:lnTo>
                <a:lnTo>
                  <a:pt x="1764847" y="111334"/>
                </a:lnTo>
                <a:lnTo>
                  <a:pt x="1765250" y="112124"/>
                </a:lnTo>
                <a:lnTo>
                  <a:pt x="1765658" y="112917"/>
                </a:lnTo>
                <a:lnTo>
                  <a:pt x="1766072" y="113713"/>
                </a:lnTo>
                <a:lnTo>
                  <a:pt x="1766491" y="114513"/>
                </a:lnTo>
                <a:lnTo>
                  <a:pt x="1766916" y="115316"/>
                </a:lnTo>
                <a:lnTo>
                  <a:pt x="1767345" y="116123"/>
                </a:lnTo>
                <a:lnTo>
                  <a:pt x="1782366" y="116123"/>
                </a:lnTo>
                <a:lnTo>
                  <a:pt x="1781820" y="115076"/>
                </a:lnTo>
                <a:lnTo>
                  <a:pt x="1781283" y="114024"/>
                </a:lnTo>
                <a:lnTo>
                  <a:pt x="1780755" y="112966"/>
                </a:lnTo>
                <a:lnTo>
                  <a:pt x="1780236" y="111902"/>
                </a:lnTo>
                <a:close/>
                <a:moveTo>
                  <a:pt x="2143276" y="112821"/>
                </a:moveTo>
                <a:lnTo>
                  <a:pt x="2143708" y="112003"/>
                </a:lnTo>
                <a:lnTo>
                  <a:pt x="2144133" y="111187"/>
                </a:lnTo>
                <a:lnTo>
                  <a:pt x="2144551" y="110374"/>
                </a:lnTo>
                <a:lnTo>
                  <a:pt x="2144963" y="109563"/>
                </a:lnTo>
                <a:lnTo>
                  <a:pt x="2145369" y="108755"/>
                </a:lnTo>
                <a:lnTo>
                  <a:pt x="2145768" y="107950"/>
                </a:lnTo>
                <a:lnTo>
                  <a:pt x="2146161" y="107148"/>
                </a:lnTo>
                <a:lnTo>
                  <a:pt x="2146547" y="106348"/>
                </a:lnTo>
                <a:lnTo>
                  <a:pt x="2146927" y="105551"/>
                </a:lnTo>
                <a:lnTo>
                  <a:pt x="2147300" y="104756"/>
                </a:lnTo>
                <a:lnTo>
                  <a:pt x="2147667" y="103964"/>
                </a:lnTo>
                <a:lnTo>
                  <a:pt x="2148028" y="103175"/>
                </a:lnTo>
                <a:lnTo>
                  <a:pt x="2148382" y="102389"/>
                </a:lnTo>
                <a:lnTo>
                  <a:pt x="2148730" y="101605"/>
                </a:lnTo>
                <a:lnTo>
                  <a:pt x="2149071" y="100824"/>
                </a:lnTo>
                <a:lnTo>
                  <a:pt x="2149406" y="100046"/>
                </a:lnTo>
                <a:lnTo>
                  <a:pt x="2149734" y="99271"/>
                </a:lnTo>
                <a:lnTo>
                  <a:pt x="2150056" y="98498"/>
                </a:lnTo>
                <a:lnTo>
                  <a:pt x="2150372" y="97727"/>
                </a:lnTo>
                <a:lnTo>
                  <a:pt x="2150681" y="96960"/>
                </a:lnTo>
                <a:lnTo>
                  <a:pt x="2150984" y="96193"/>
                </a:lnTo>
                <a:lnTo>
                  <a:pt x="2151280" y="95425"/>
                </a:lnTo>
                <a:lnTo>
                  <a:pt x="2151570" y="94655"/>
                </a:lnTo>
                <a:lnTo>
                  <a:pt x="2151853" y="93884"/>
                </a:lnTo>
                <a:lnTo>
                  <a:pt x="2152130" y="93111"/>
                </a:lnTo>
                <a:lnTo>
                  <a:pt x="2152401" y="92338"/>
                </a:lnTo>
                <a:lnTo>
                  <a:pt x="2152665" y="91562"/>
                </a:lnTo>
                <a:lnTo>
                  <a:pt x="2152922" y="90786"/>
                </a:lnTo>
                <a:lnTo>
                  <a:pt x="2153174" y="90007"/>
                </a:lnTo>
                <a:lnTo>
                  <a:pt x="2153418" y="89228"/>
                </a:lnTo>
                <a:lnTo>
                  <a:pt x="2153657" y="88447"/>
                </a:lnTo>
                <a:lnTo>
                  <a:pt x="2153889" y="87665"/>
                </a:lnTo>
                <a:lnTo>
                  <a:pt x="2154114" y="86881"/>
                </a:lnTo>
                <a:lnTo>
                  <a:pt x="2154333" y="86096"/>
                </a:lnTo>
                <a:lnTo>
                  <a:pt x="2154546" y="85309"/>
                </a:lnTo>
                <a:lnTo>
                  <a:pt x="2154752" y="84521"/>
                </a:lnTo>
                <a:lnTo>
                  <a:pt x="2154952" y="83732"/>
                </a:lnTo>
                <a:lnTo>
                  <a:pt x="2155145" y="82941"/>
                </a:lnTo>
                <a:lnTo>
                  <a:pt x="2155332" y="82149"/>
                </a:lnTo>
                <a:lnTo>
                  <a:pt x="2155513" y="81356"/>
                </a:lnTo>
                <a:lnTo>
                  <a:pt x="2155687" y="80561"/>
                </a:lnTo>
                <a:lnTo>
                  <a:pt x="2155855" y="79764"/>
                </a:lnTo>
                <a:lnTo>
                  <a:pt x="2156016" y="78967"/>
                </a:lnTo>
                <a:lnTo>
                  <a:pt x="2156170" y="78167"/>
                </a:lnTo>
                <a:lnTo>
                  <a:pt x="2156319" y="77365"/>
                </a:lnTo>
                <a:lnTo>
                  <a:pt x="2156461" y="76557"/>
                </a:lnTo>
                <a:lnTo>
                  <a:pt x="2156597" y="75744"/>
                </a:lnTo>
                <a:lnTo>
                  <a:pt x="2156726" y="74926"/>
                </a:lnTo>
                <a:lnTo>
                  <a:pt x="2156849" y="74102"/>
                </a:lnTo>
                <a:lnTo>
                  <a:pt x="2156966" y="73274"/>
                </a:lnTo>
                <a:lnTo>
                  <a:pt x="2157077" y="72439"/>
                </a:lnTo>
                <a:lnTo>
                  <a:pt x="2157181" y="71600"/>
                </a:lnTo>
                <a:lnTo>
                  <a:pt x="2157279" y="70756"/>
                </a:lnTo>
                <a:lnTo>
                  <a:pt x="2157370" y="69906"/>
                </a:lnTo>
                <a:lnTo>
                  <a:pt x="2157456" y="69051"/>
                </a:lnTo>
                <a:lnTo>
                  <a:pt x="2157534" y="68190"/>
                </a:lnTo>
                <a:lnTo>
                  <a:pt x="2157607" y="67325"/>
                </a:lnTo>
                <a:lnTo>
                  <a:pt x="2157673" y="66454"/>
                </a:lnTo>
                <a:lnTo>
                  <a:pt x="2157733" y="65578"/>
                </a:lnTo>
                <a:lnTo>
                  <a:pt x="2157787" y="64696"/>
                </a:lnTo>
                <a:lnTo>
                  <a:pt x="2157834" y="63809"/>
                </a:lnTo>
                <a:lnTo>
                  <a:pt x="2157875" y="62917"/>
                </a:lnTo>
                <a:lnTo>
                  <a:pt x="2157910" y="62020"/>
                </a:lnTo>
                <a:lnTo>
                  <a:pt x="2157939" y="61118"/>
                </a:lnTo>
                <a:lnTo>
                  <a:pt x="2157961" y="60210"/>
                </a:lnTo>
                <a:lnTo>
                  <a:pt x="2157976" y="59297"/>
                </a:lnTo>
                <a:lnTo>
                  <a:pt x="2157986" y="58379"/>
                </a:lnTo>
                <a:lnTo>
                  <a:pt x="2157989" y="57455"/>
                </a:lnTo>
                <a:lnTo>
                  <a:pt x="2157986" y="56560"/>
                </a:lnTo>
                <a:lnTo>
                  <a:pt x="2157976" y="55671"/>
                </a:lnTo>
                <a:lnTo>
                  <a:pt x="2157959" y="54787"/>
                </a:lnTo>
                <a:lnTo>
                  <a:pt x="2157935" y="53909"/>
                </a:lnTo>
                <a:lnTo>
                  <a:pt x="2157904" y="53036"/>
                </a:lnTo>
                <a:lnTo>
                  <a:pt x="2157867" y="52170"/>
                </a:lnTo>
                <a:lnTo>
                  <a:pt x="2157823" y="51309"/>
                </a:lnTo>
                <a:lnTo>
                  <a:pt x="2157772" y="50454"/>
                </a:lnTo>
                <a:lnTo>
                  <a:pt x="2157714" y="49605"/>
                </a:lnTo>
                <a:lnTo>
                  <a:pt x="2157650" y="48761"/>
                </a:lnTo>
                <a:lnTo>
                  <a:pt x="2157579" y="47923"/>
                </a:lnTo>
                <a:lnTo>
                  <a:pt x="2157501" y="47091"/>
                </a:lnTo>
                <a:lnTo>
                  <a:pt x="2157416" y="46264"/>
                </a:lnTo>
                <a:lnTo>
                  <a:pt x="2157324" y="45444"/>
                </a:lnTo>
                <a:lnTo>
                  <a:pt x="2157226" y="44629"/>
                </a:lnTo>
                <a:lnTo>
                  <a:pt x="2157121" y="43819"/>
                </a:lnTo>
                <a:lnTo>
                  <a:pt x="2157009" y="43016"/>
                </a:lnTo>
                <a:lnTo>
                  <a:pt x="2156890" y="42218"/>
                </a:lnTo>
                <a:lnTo>
                  <a:pt x="2156765" y="41426"/>
                </a:lnTo>
                <a:lnTo>
                  <a:pt x="2156633" y="40639"/>
                </a:lnTo>
                <a:lnTo>
                  <a:pt x="2156494" y="39859"/>
                </a:lnTo>
                <a:lnTo>
                  <a:pt x="2156348" y="39084"/>
                </a:lnTo>
                <a:lnTo>
                  <a:pt x="2156195" y="38315"/>
                </a:lnTo>
                <a:lnTo>
                  <a:pt x="2156036" y="37551"/>
                </a:lnTo>
                <a:lnTo>
                  <a:pt x="2155870" y="36791"/>
                </a:lnTo>
                <a:lnTo>
                  <a:pt x="2155698" y="36033"/>
                </a:lnTo>
                <a:lnTo>
                  <a:pt x="2155521" y="35276"/>
                </a:lnTo>
                <a:lnTo>
                  <a:pt x="2155337" y="34520"/>
                </a:lnTo>
                <a:lnTo>
                  <a:pt x="2155147" y="33766"/>
                </a:lnTo>
                <a:lnTo>
                  <a:pt x="2154952" y="33013"/>
                </a:lnTo>
                <a:lnTo>
                  <a:pt x="2154750" y="32262"/>
                </a:lnTo>
                <a:lnTo>
                  <a:pt x="2154543" y="31512"/>
                </a:lnTo>
                <a:lnTo>
                  <a:pt x="2154329" y="30763"/>
                </a:lnTo>
                <a:lnTo>
                  <a:pt x="2154110" y="30016"/>
                </a:lnTo>
                <a:lnTo>
                  <a:pt x="2153884" y="29270"/>
                </a:lnTo>
                <a:lnTo>
                  <a:pt x="2153653" y="28526"/>
                </a:lnTo>
                <a:lnTo>
                  <a:pt x="2153416" y="27783"/>
                </a:lnTo>
                <a:lnTo>
                  <a:pt x="2153172" y="27041"/>
                </a:lnTo>
                <a:lnTo>
                  <a:pt x="2152923" y="26301"/>
                </a:lnTo>
                <a:lnTo>
                  <a:pt x="2152668" y="25562"/>
                </a:lnTo>
                <a:lnTo>
                  <a:pt x="2152407" y="24824"/>
                </a:lnTo>
                <a:lnTo>
                  <a:pt x="2152140" y="24088"/>
                </a:lnTo>
                <a:lnTo>
                  <a:pt x="2151867" y="23354"/>
                </a:lnTo>
                <a:lnTo>
                  <a:pt x="2151587" y="22621"/>
                </a:lnTo>
                <a:lnTo>
                  <a:pt x="2151302" y="21889"/>
                </a:lnTo>
                <a:lnTo>
                  <a:pt x="2151011" y="21158"/>
                </a:lnTo>
                <a:lnTo>
                  <a:pt x="2150714" y="20429"/>
                </a:lnTo>
                <a:lnTo>
                  <a:pt x="2150411" y="19702"/>
                </a:lnTo>
                <a:lnTo>
                  <a:pt x="2150103" y="18973"/>
                </a:lnTo>
                <a:lnTo>
                  <a:pt x="2149789" y="18242"/>
                </a:lnTo>
                <a:lnTo>
                  <a:pt x="2149469" y="17507"/>
                </a:lnTo>
                <a:lnTo>
                  <a:pt x="2149144" y="16769"/>
                </a:lnTo>
                <a:lnTo>
                  <a:pt x="2148813" y="16028"/>
                </a:lnTo>
                <a:lnTo>
                  <a:pt x="2148477" y="15284"/>
                </a:lnTo>
                <a:lnTo>
                  <a:pt x="2148135" y="14536"/>
                </a:lnTo>
                <a:lnTo>
                  <a:pt x="2147788" y="13786"/>
                </a:lnTo>
                <a:lnTo>
                  <a:pt x="2147436" y="13032"/>
                </a:lnTo>
                <a:lnTo>
                  <a:pt x="2147078" y="12275"/>
                </a:lnTo>
                <a:lnTo>
                  <a:pt x="2146714" y="11515"/>
                </a:lnTo>
                <a:lnTo>
                  <a:pt x="2146345" y="10752"/>
                </a:lnTo>
                <a:lnTo>
                  <a:pt x="2145970" y="9985"/>
                </a:lnTo>
                <a:lnTo>
                  <a:pt x="2145590" y="9216"/>
                </a:lnTo>
                <a:lnTo>
                  <a:pt x="2145205" y="8443"/>
                </a:lnTo>
                <a:lnTo>
                  <a:pt x="2144813" y="7667"/>
                </a:lnTo>
                <a:lnTo>
                  <a:pt x="2144417" y="6888"/>
                </a:lnTo>
                <a:lnTo>
                  <a:pt x="2144015" y="6106"/>
                </a:lnTo>
                <a:lnTo>
                  <a:pt x="2143607" y="5321"/>
                </a:lnTo>
                <a:lnTo>
                  <a:pt x="2143194" y="4533"/>
                </a:lnTo>
                <a:lnTo>
                  <a:pt x="2142775" y="3741"/>
                </a:lnTo>
                <a:lnTo>
                  <a:pt x="2142351" y="2946"/>
                </a:lnTo>
                <a:lnTo>
                  <a:pt x="2141922" y="2148"/>
                </a:lnTo>
                <a:lnTo>
                  <a:pt x="2141487" y="1347"/>
                </a:lnTo>
                <a:lnTo>
                  <a:pt x="2126601" y="1347"/>
                </a:lnTo>
                <a:lnTo>
                  <a:pt x="2127146" y="2394"/>
                </a:lnTo>
                <a:lnTo>
                  <a:pt x="2127683" y="3446"/>
                </a:lnTo>
                <a:lnTo>
                  <a:pt x="2128211" y="4504"/>
                </a:lnTo>
                <a:lnTo>
                  <a:pt x="2128729" y="5567"/>
                </a:lnTo>
                <a:lnTo>
                  <a:pt x="2129239" y="6636"/>
                </a:lnTo>
                <a:lnTo>
                  <a:pt x="2129739" y="7710"/>
                </a:lnTo>
                <a:lnTo>
                  <a:pt x="2130231" y="8790"/>
                </a:lnTo>
                <a:lnTo>
                  <a:pt x="2130713" y="9875"/>
                </a:lnTo>
                <a:lnTo>
                  <a:pt x="2131187" y="10966"/>
                </a:lnTo>
                <a:lnTo>
                  <a:pt x="2131651" y="12062"/>
                </a:lnTo>
                <a:lnTo>
                  <a:pt x="2132107" y="13164"/>
                </a:lnTo>
                <a:lnTo>
                  <a:pt x="2132554" y="14271"/>
                </a:lnTo>
                <a:lnTo>
                  <a:pt x="2132991" y="15384"/>
                </a:lnTo>
                <a:lnTo>
                  <a:pt x="2133420" y="16502"/>
                </a:lnTo>
                <a:lnTo>
                  <a:pt x="2133839" y="17626"/>
                </a:lnTo>
                <a:lnTo>
                  <a:pt x="2134250" y="18755"/>
                </a:lnTo>
                <a:lnTo>
                  <a:pt x="2134651" y="19890"/>
                </a:lnTo>
                <a:lnTo>
                  <a:pt x="2135044" y="21030"/>
                </a:lnTo>
                <a:lnTo>
                  <a:pt x="2135427" y="22176"/>
                </a:lnTo>
                <a:lnTo>
                  <a:pt x="2135802" y="23327"/>
                </a:lnTo>
                <a:lnTo>
                  <a:pt x="2136167" y="24484"/>
                </a:lnTo>
                <a:lnTo>
                  <a:pt x="2136524" y="25646"/>
                </a:lnTo>
                <a:lnTo>
                  <a:pt x="2136871" y="26814"/>
                </a:lnTo>
                <a:lnTo>
                  <a:pt x="2137210" y="27987"/>
                </a:lnTo>
                <a:lnTo>
                  <a:pt x="2137537" y="29164"/>
                </a:lnTo>
                <a:lnTo>
                  <a:pt x="2137850" y="30342"/>
                </a:lnTo>
                <a:lnTo>
                  <a:pt x="2138149" y="31522"/>
                </a:lnTo>
                <a:lnTo>
                  <a:pt x="2138434" y="32704"/>
                </a:lnTo>
                <a:lnTo>
                  <a:pt x="2138706" y="33888"/>
                </a:lnTo>
                <a:lnTo>
                  <a:pt x="2138963" y="35074"/>
                </a:lnTo>
                <a:lnTo>
                  <a:pt x="2139206" y="36261"/>
                </a:lnTo>
                <a:lnTo>
                  <a:pt x="2139436" y="37450"/>
                </a:lnTo>
                <a:lnTo>
                  <a:pt x="2139652" y="38641"/>
                </a:lnTo>
                <a:lnTo>
                  <a:pt x="2139854" y="39834"/>
                </a:lnTo>
                <a:lnTo>
                  <a:pt x="2140041" y="41028"/>
                </a:lnTo>
                <a:lnTo>
                  <a:pt x="2140215" y="42224"/>
                </a:lnTo>
                <a:lnTo>
                  <a:pt x="2140375" y="43422"/>
                </a:lnTo>
                <a:lnTo>
                  <a:pt x="2140522" y="44622"/>
                </a:lnTo>
                <a:lnTo>
                  <a:pt x="2140654" y="45823"/>
                </a:lnTo>
                <a:lnTo>
                  <a:pt x="2140772" y="47026"/>
                </a:lnTo>
                <a:lnTo>
                  <a:pt x="2140876" y="48231"/>
                </a:lnTo>
                <a:lnTo>
                  <a:pt x="2140967" y="49438"/>
                </a:lnTo>
                <a:lnTo>
                  <a:pt x="2141043" y="50646"/>
                </a:lnTo>
                <a:lnTo>
                  <a:pt x="2141106" y="51856"/>
                </a:lnTo>
                <a:lnTo>
                  <a:pt x="2141155" y="53068"/>
                </a:lnTo>
                <a:lnTo>
                  <a:pt x="2141189" y="54282"/>
                </a:lnTo>
                <a:lnTo>
                  <a:pt x="2141210" y="55497"/>
                </a:lnTo>
                <a:lnTo>
                  <a:pt x="2141217" y="56714"/>
                </a:lnTo>
                <a:lnTo>
                  <a:pt x="2141211" y="58016"/>
                </a:lnTo>
                <a:lnTo>
                  <a:pt x="2141191" y="59315"/>
                </a:lnTo>
                <a:lnTo>
                  <a:pt x="2141159" y="60612"/>
                </a:lnTo>
                <a:lnTo>
                  <a:pt x="2141113" y="61907"/>
                </a:lnTo>
                <a:lnTo>
                  <a:pt x="2141055" y="63201"/>
                </a:lnTo>
                <a:lnTo>
                  <a:pt x="2140984" y="64492"/>
                </a:lnTo>
                <a:lnTo>
                  <a:pt x="2140899" y="65781"/>
                </a:lnTo>
                <a:lnTo>
                  <a:pt x="2140802" y="67069"/>
                </a:lnTo>
                <a:lnTo>
                  <a:pt x="2140692" y="68354"/>
                </a:lnTo>
                <a:lnTo>
                  <a:pt x="2140568" y="69637"/>
                </a:lnTo>
                <a:lnTo>
                  <a:pt x="2140432" y="70919"/>
                </a:lnTo>
                <a:lnTo>
                  <a:pt x="2140283" y="72198"/>
                </a:lnTo>
                <a:lnTo>
                  <a:pt x="2140120" y="73475"/>
                </a:lnTo>
                <a:lnTo>
                  <a:pt x="2139945" y="74751"/>
                </a:lnTo>
                <a:lnTo>
                  <a:pt x="2139757" y="76024"/>
                </a:lnTo>
                <a:lnTo>
                  <a:pt x="2139556" y="77296"/>
                </a:lnTo>
                <a:lnTo>
                  <a:pt x="2139342" y="78565"/>
                </a:lnTo>
                <a:lnTo>
                  <a:pt x="2139115" y="79832"/>
                </a:lnTo>
                <a:lnTo>
                  <a:pt x="2138874" y="81098"/>
                </a:lnTo>
                <a:lnTo>
                  <a:pt x="2138621" y="82361"/>
                </a:lnTo>
                <a:lnTo>
                  <a:pt x="2138355" y="83623"/>
                </a:lnTo>
                <a:lnTo>
                  <a:pt x="2138076" y="84882"/>
                </a:lnTo>
                <a:lnTo>
                  <a:pt x="2137784" y="86140"/>
                </a:lnTo>
                <a:lnTo>
                  <a:pt x="2137479" y="87395"/>
                </a:lnTo>
                <a:lnTo>
                  <a:pt x="2137162" y="88647"/>
                </a:lnTo>
                <a:lnTo>
                  <a:pt x="2136832" y="89895"/>
                </a:lnTo>
                <a:lnTo>
                  <a:pt x="2136491" y="91137"/>
                </a:lnTo>
                <a:lnTo>
                  <a:pt x="2136138" y="92375"/>
                </a:lnTo>
                <a:lnTo>
                  <a:pt x="2135774" y="93608"/>
                </a:lnTo>
                <a:lnTo>
                  <a:pt x="2135397" y="94836"/>
                </a:lnTo>
                <a:lnTo>
                  <a:pt x="2135009" y="96059"/>
                </a:lnTo>
                <a:lnTo>
                  <a:pt x="2134609" y="97278"/>
                </a:lnTo>
                <a:lnTo>
                  <a:pt x="2134197" y="98492"/>
                </a:lnTo>
                <a:lnTo>
                  <a:pt x="2133773" y="99701"/>
                </a:lnTo>
                <a:lnTo>
                  <a:pt x="2133338" y="100905"/>
                </a:lnTo>
                <a:lnTo>
                  <a:pt x="2132890" y="102104"/>
                </a:lnTo>
                <a:lnTo>
                  <a:pt x="2132431" y="103299"/>
                </a:lnTo>
                <a:lnTo>
                  <a:pt x="2131960" y="104489"/>
                </a:lnTo>
                <a:lnTo>
                  <a:pt x="2131477" y="105674"/>
                </a:lnTo>
                <a:lnTo>
                  <a:pt x="2130983" y="106854"/>
                </a:lnTo>
                <a:lnTo>
                  <a:pt x="2130476" y="108029"/>
                </a:lnTo>
                <a:lnTo>
                  <a:pt x="2129958" y="109200"/>
                </a:lnTo>
                <a:lnTo>
                  <a:pt x="2129428" y="110366"/>
                </a:lnTo>
                <a:lnTo>
                  <a:pt x="2128886" y="111527"/>
                </a:lnTo>
                <a:lnTo>
                  <a:pt x="2128333" y="112683"/>
                </a:lnTo>
                <a:lnTo>
                  <a:pt x="2127767" y="113834"/>
                </a:lnTo>
                <a:lnTo>
                  <a:pt x="2127190" y="114981"/>
                </a:lnTo>
                <a:lnTo>
                  <a:pt x="2126601" y="116123"/>
                </a:lnTo>
                <a:lnTo>
                  <a:pt x="2141487" y="116123"/>
                </a:lnTo>
                <a:lnTo>
                  <a:pt x="2141944" y="115294"/>
                </a:lnTo>
                <a:lnTo>
                  <a:pt x="2142394" y="114467"/>
                </a:lnTo>
                <a:lnTo>
                  <a:pt x="2142839" y="113643"/>
                </a:lnTo>
                <a:lnTo>
                  <a:pt x="2143276" y="112821"/>
                </a:lnTo>
                <a:close/>
                <a:moveTo>
                  <a:pt x="1191501" y="47283"/>
                </a:moveTo>
                <a:lnTo>
                  <a:pt x="1191690" y="47042"/>
                </a:lnTo>
                <a:lnTo>
                  <a:pt x="1191883" y="46806"/>
                </a:lnTo>
                <a:lnTo>
                  <a:pt x="1192078" y="46574"/>
                </a:lnTo>
                <a:lnTo>
                  <a:pt x="1192275" y="46347"/>
                </a:lnTo>
                <a:lnTo>
                  <a:pt x="1192476" y="46125"/>
                </a:lnTo>
                <a:lnTo>
                  <a:pt x="1192680" y="45907"/>
                </a:lnTo>
                <a:lnTo>
                  <a:pt x="1192886" y="45694"/>
                </a:lnTo>
                <a:lnTo>
                  <a:pt x="1193095" y="45486"/>
                </a:lnTo>
                <a:lnTo>
                  <a:pt x="1193307" y="45282"/>
                </a:lnTo>
                <a:lnTo>
                  <a:pt x="1193522" y="45083"/>
                </a:lnTo>
                <a:lnTo>
                  <a:pt x="1193739" y="44888"/>
                </a:lnTo>
                <a:lnTo>
                  <a:pt x="1193959" y="44699"/>
                </a:lnTo>
                <a:lnTo>
                  <a:pt x="1194182" y="44513"/>
                </a:lnTo>
                <a:lnTo>
                  <a:pt x="1194408" y="44333"/>
                </a:lnTo>
                <a:lnTo>
                  <a:pt x="1194637" y="44157"/>
                </a:lnTo>
                <a:lnTo>
                  <a:pt x="1194869" y="43986"/>
                </a:lnTo>
                <a:lnTo>
                  <a:pt x="1195103" y="43819"/>
                </a:lnTo>
                <a:lnTo>
                  <a:pt x="1195340" y="43657"/>
                </a:lnTo>
                <a:lnTo>
                  <a:pt x="1195580" y="43500"/>
                </a:lnTo>
                <a:lnTo>
                  <a:pt x="1195823" y="43347"/>
                </a:lnTo>
                <a:lnTo>
                  <a:pt x="1196068" y="43199"/>
                </a:lnTo>
                <a:lnTo>
                  <a:pt x="1196317" y="43055"/>
                </a:lnTo>
                <a:lnTo>
                  <a:pt x="1196567" y="42914"/>
                </a:lnTo>
                <a:lnTo>
                  <a:pt x="1196820" y="42778"/>
                </a:lnTo>
                <a:lnTo>
                  <a:pt x="1197075" y="42644"/>
                </a:lnTo>
                <a:lnTo>
                  <a:pt x="1197333" y="42515"/>
                </a:lnTo>
                <a:lnTo>
                  <a:pt x="1197592" y="42389"/>
                </a:lnTo>
                <a:lnTo>
                  <a:pt x="1197855" y="42266"/>
                </a:lnTo>
                <a:lnTo>
                  <a:pt x="1198119" y="42147"/>
                </a:lnTo>
                <a:lnTo>
                  <a:pt x="1198386" y="42032"/>
                </a:lnTo>
                <a:lnTo>
                  <a:pt x="1198655" y="41920"/>
                </a:lnTo>
                <a:lnTo>
                  <a:pt x="1198927" y="41812"/>
                </a:lnTo>
                <a:lnTo>
                  <a:pt x="1199201" y="41707"/>
                </a:lnTo>
                <a:lnTo>
                  <a:pt x="1199477" y="41606"/>
                </a:lnTo>
                <a:lnTo>
                  <a:pt x="1199755" y="41508"/>
                </a:lnTo>
                <a:lnTo>
                  <a:pt x="1200036" y="41414"/>
                </a:lnTo>
                <a:lnTo>
                  <a:pt x="1200319" y="41324"/>
                </a:lnTo>
                <a:lnTo>
                  <a:pt x="1200605" y="41237"/>
                </a:lnTo>
                <a:lnTo>
                  <a:pt x="1200893" y="41154"/>
                </a:lnTo>
                <a:lnTo>
                  <a:pt x="1201183" y="41074"/>
                </a:lnTo>
                <a:lnTo>
                  <a:pt x="1201476" y="40998"/>
                </a:lnTo>
                <a:lnTo>
                  <a:pt x="1201771" y="40926"/>
                </a:lnTo>
                <a:lnTo>
                  <a:pt x="1202068" y="40857"/>
                </a:lnTo>
                <a:lnTo>
                  <a:pt x="1202367" y="40792"/>
                </a:lnTo>
                <a:lnTo>
                  <a:pt x="1202669" y="40730"/>
                </a:lnTo>
                <a:lnTo>
                  <a:pt x="1202973" y="40671"/>
                </a:lnTo>
                <a:lnTo>
                  <a:pt x="1203278" y="40615"/>
                </a:lnTo>
                <a:lnTo>
                  <a:pt x="1203584" y="40561"/>
                </a:lnTo>
                <a:lnTo>
                  <a:pt x="1203891" y="40510"/>
                </a:lnTo>
                <a:lnTo>
                  <a:pt x="1204200" y="40461"/>
                </a:lnTo>
                <a:lnTo>
                  <a:pt x="1204509" y="40415"/>
                </a:lnTo>
                <a:lnTo>
                  <a:pt x="1204820" y="40371"/>
                </a:lnTo>
                <a:lnTo>
                  <a:pt x="1205132" y="40330"/>
                </a:lnTo>
                <a:lnTo>
                  <a:pt x="1205445" y="40291"/>
                </a:lnTo>
                <a:lnTo>
                  <a:pt x="1205759" y="40255"/>
                </a:lnTo>
                <a:lnTo>
                  <a:pt x="1206074" y="40221"/>
                </a:lnTo>
                <a:lnTo>
                  <a:pt x="1206391" y="40190"/>
                </a:lnTo>
                <a:lnTo>
                  <a:pt x="1206709" y="40161"/>
                </a:lnTo>
                <a:lnTo>
                  <a:pt x="1207027" y="40135"/>
                </a:lnTo>
                <a:lnTo>
                  <a:pt x="1207348" y="40111"/>
                </a:lnTo>
                <a:lnTo>
                  <a:pt x="1207669" y="40090"/>
                </a:lnTo>
                <a:lnTo>
                  <a:pt x="1207991" y="40071"/>
                </a:lnTo>
                <a:lnTo>
                  <a:pt x="1208315" y="40055"/>
                </a:lnTo>
                <a:lnTo>
                  <a:pt x="1208639" y="40041"/>
                </a:lnTo>
                <a:lnTo>
                  <a:pt x="1208965" y="40030"/>
                </a:lnTo>
                <a:lnTo>
                  <a:pt x="1209292" y="40021"/>
                </a:lnTo>
                <a:lnTo>
                  <a:pt x="1209621" y="40015"/>
                </a:lnTo>
                <a:lnTo>
                  <a:pt x="1209950" y="40011"/>
                </a:lnTo>
                <a:lnTo>
                  <a:pt x="1210281" y="40010"/>
                </a:lnTo>
                <a:lnTo>
                  <a:pt x="1211965" y="40010"/>
                </a:lnTo>
                <a:lnTo>
                  <a:pt x="1211965" y="24989"/>
                </a:lnTo>
                <a:lnTo>
                  <a:pt x="1210617" y="24989"/>
                </a:lnTo>
                <a:lnTo>
                  <a:pt x="1210015" y="24995"/>
                </a:lnTo>
                <a:lnTo>
                  <a:pt x="1209420" y="25011"/>
                </a:lnTo>
                <a:lnTo>
                  <a:pt x="1208833" y="25039"/>
                </a:lnTo>
                <a:lnTo>
                  <a:pt x="1208253" y="25077"/>
                </a:lnTo>
                <a:lnTo>
                  <a:pt x="1207680" y="25127"/>
                </a:lnTo>
                <a:lnTo>
                  <a:pt x="1207115" y="25187"/>
                </a:lnTo>
                <a:lnTo>
                  <a:pt x="1206557" y="25259"/>
                </a:lnTo>
                <a:lnTo>
                  <a:pt x="1206007" y="25341"/>
                </a:lnTo>
                <a:lnTo>
                  <a:pt x="1205465" y="25435"/>
                </a:lnTo>
                <a:lnTo>
                  <a:pt x="1204930" y="25539"/>
                </a:lnTo>
                <a:lnTo>
                  <a:pt x="1204402" y="25654"/>
                </a:lnTo>
                <a:lnTo>
                  <a:pt x="1203882" y="25781"/>
                </a:lnTo>
                <a:lnTo>
                  <a:pt x="1203369" y="25918"/>
                </a:lnTo>
                <a:lnTo>
                  <a:pt x="1202864" y="26067"/>
                </a:lnTo>
                <a:lnTo>
                  <a:pt x="1202366" y="26226"/>
                </a:lnTo>
                <a:lnTo>
                  <a:pt x="1201876" y="26396"/>
                </a:lnTo>
                <a:lnTo>
                  <a:pt x="1201393" y="26578"/>
                </a:lnTo>
                <a:lnTo>
                  <a:pt x="1200918" y="26770"/>
                </a:lnTo>
                <a:lnTo>
                  <a:pt x="1200450" y="26973"/>
                </a:lnTo>
                <a:lnTo>
                  <a:pt x="1199990" y="27188"/>
                </a:lnTo>
                <a:lnTo>
                  <a:pt x="1199537" y="27413"/>
                </a:lnTo>
                <a:lnTo>
                  <a:pt x="1199092" y="27649"/>
                </a:lnTo>
                <a:lnTo>
                  <a:pt x="1198654" y="27897"/>
                </a:lnTo>
                <a:lnTo>
                  <a:pt x="1198224" y="28155"/>
                </a:lnTo>
                <a:lnTo>
                  <a:pt x="1197802" y="28424"/>
                </a:lnTo>
                <a:lnTo>
                  <a:pt x="1197388" y="28702"/>
                </a:lnTo>
                <a:lnTo>
                  <a:pt x="1196984" y="28990"/>
                </a:lnTo>
                <a:lnTo>
                  <a:pt x="1196589" y="29287"/>
                </a:lnTo>
                <a:lnTo>
                  <a:pt x="1196202" y="29594"/>
                </a:lnTo>
                <a:lnTo>
                  <a:pt x="1195824" y="29911"/>
                </a:lnTo>
                <a:lnTo>
                  <a:pt x="1195455" y="30237"/>
                </a:lnTo>
                <a:lnTo>
                  <a:pt x="1195096" y="30572"/>
                </a:lnTo>
                <a:lnTo>
                  <a:pt x="1194744" y="30918"/>
                </a:lnTo>
                <a:lnTo>
                  <a:pt x="1194402" y="31273"/>
                </a:lnTo>
                <a:lnTo>
                  <a:pt x="1194069" y="31637"/>
                </a:lnTo>
                <a:lnTo>
                  <a:pt x="1193745" y="32011"/>
                </a:lnTo>
                <a:lnTo>
                  <a:pt x="1193429" y="32395"/>
                </a:lnTo>
                <a:lnTo>
                  <a:pt x="1193123" y="32788"/>
                </a:lnTo>
                <a:lnTo>
                  <a:pt x="1192825" y="33191"/>
                </a:lnTo>
                <a:lnTo>
                  <a:pt x="1192536" y="33603"/>
                </a:lnTo>
                <a:lnTo>
                  <a:pt x="1192256" y="34026"/>
                </a:lnTo>
                <a:lnTo>
                  <a:pt x="1191985" y="34457"/>
                </a:lnTo>
                <a:lnTo>
                  <a:pt x="1191723" y="34898"/>
                </a:lnTo>
                <a:lnTo>
                  <a:pt x="1191469" y="35349"/>
                </a:lnTo>
                <a:lnTo>
                  <a:pt x="1191225" y="35810"/>
                </a:lnTo>
                <a:lnTo>
                  <a:pt x="1190990" y="36280"/>
                </a:lnTo>
                <a:lnTo>
                  <a:pt x="1190763" y="36759"/>
                </a:lnTo>
                <a:lnTo>
                  <a:pt x="1190545" y="37248"/>
                </a:lnTo>
                <a:lnTo>
                  <a:pt x="1190208" y="26000"/>
                </a:lnTo>
                <a:lnTo>
                  <a:pt x="1173100" y="26000"/>
                </a:lnTo>
                <a:lnTo>
                  <a:pt x="1173100" y="92548"/>
                </a:lnTo>
                <a:lnTo>
                  <a:pt x="1190949" y="92548"/>
                </a:lnTo>
                <a:lnTo>
                  <a:pt x="1190949" y="48034"/>
                </a:lnTo>
                <a:lnTo>
                  <a:pt x="1191130" y="47779"/>
                </a:lnTo>
                <a:lnTo>
                  <a:pt x="1191314" y="47529"/>
                </a:lnTo>
                <a:lnTo>
                  <a:pt x="1191501" y="47283"/>
                </a:lnTo>
                <a:close/>
                <a:moveTo>
                  <a:pt x="1510673" y="47076"/>
                </a:moveTo>
                <a:lnTo>
                  <a:pt x="1510921" y="46787"/>
                </a:lnTo>
                <a:lnTo>
                  <a:pt x="1511172" y="46502"/>
                </a:lnTo>
                <a:lnTo>
                  <a:pt x="1511426" y="46220"/>
                </a:lnTo>
                <a:lnTo>
                  <a:pt x="1511684" y="45943"/>
                </a:lnTo>
                <a:lnTo>
                  <a:pt x="1511945" y="45669"/>
                </a:lnTo>
                <a:lnTo>
                  <a:pt x="1512210" y="45399"/>
                </a:lnTo>
                <a:lnTo>
                  <a:pt x="1512478" y="45132"/>
                </a:lnTo>
                <a:lnTo>
                  <a:pt x="1512749" y="44870"/>
                </a:lnTo>
                <a:lnTo>
                  <a:pt x="1513024" y="44611"/>
                </a:lnTo>
                <a:lnTo>
                  <a:pt x="1513302" y="44356"/>
                </a:lnTo>
                <a:lnTo>
                  <a:pt x="1513583" y="44105"/>
                </a:lnTo>
                <a:lnTo>
                  <a:pt x="1513868" y="43858"/>
                </a:lnTo>
                <a:lnTo>
                  <a:pt x="1514157" y="43614"/>
                </a:lnTo>
                <a:lnTo>
                  <a:pt x="1514448" y="43375"/>
                </a:lnTo>
                <a:lnTo>
                  <a:pt x="1514743" y="43139"/>
                </a:lnTo>
                <a:lnTo>
                  <a:pt x="1515042" y="42907"/>
                </a:lnTo>
                <a:lnTo>
                  <a:pt x="1515344" y="42678"/>
                </a:lnTo>
                <a:lnTo>
                  <a:pt x="1515649" y="42454"/>
                </a:lnTo>
                <a:lnTo>
                  <a:pt x="1515958" y="42233"/>
                </a:lnTo>
                <a:lnTo>
                  <a:pt x="1516270" y="42016"/>
                </a:lnTo>
                <a:lnTo>
                  <a:pt x="1516585" y="41803"/>
                </a:lnTo>
                <a:lnTo>
                  <a:pt x="1516905" y="41596"/>
                </a:lnTo>
                <a:lnTo>
                  <a:pt x="1517230" y="41398"/>
                </a:lnTo>
                <a:lnTo>
                  <a:pt x="1517560" y="41209"/>
                </a:lnTo>
                <a:lnTo>
                  <a:pt x="1517896" y="41029"/>
                </a:lnTo>
                <a:lnTo>
                  <a:pt x="1518237" y="40857"/>
                </a:lnTo>
                <a:lnTo>
                  <a:pt x="1518583" y="40694"/>
                </a:lnTo>
                <a:lnTo>
                  <a:pt x="1518934" y="40540"/>
                </a:lnTo>
                <a:lnTo>
                  <a:pt x="1519291" y="40395"/>
                </a:lnTo>
                <a:lnTo>
                  <a:pt x="1519653" y="40259"/>
                </a:lnTo>
                <a:lnTo>
                  <a:pt x="1520020" y="40131"/>
                </a:lnTo>
                <a:lnTo>
                  <a:pt x="1520392" y="40013"/>
                </a:lnTo>
                <a:lnTo>
                  <a:pt x="1520770" y="39903"/>
                </a:lnTo>
                <a:lnTo>
                  <a:pt x="1521153" y="39801"/>
                </a:lnTo>
                <a:lnTo>
                  <a:pt x="1521541" y="39709"/>
                </a:lnTo>
                <a:lnTo>
                  <a:pt x="1521934" y="39625"/>
                </a:lnTo>
                <a:lnTo>
                  <a:pt x="1522333" y="39551"/>
                </a:lnTo>
                <a:lnTo>
                  <a:pt x="1522737" y="39485"/>
                </a:lnTo>
                <a:lnTo>
                  <a:pt x="1523146" y="39427"/>
                </a:lnTo>
                <a:lnTo>
                  <a:pt x="1523561" y="39379"/>
                </a:lnTo>
                <a:lnTo>
                  <a:pt x="1523980" y="39339"/>
                </a:lnTo>
                <a:lnTo>
                  <a:pt x="1524405" y="39309"/>
                </a:lnTo>
                <a:lnTo>
                  <a:pt x="1524836" y="39287"/>
                </a:lnTo>
                <a:lnTo>
                  <a:pt x="1525271" y="39273"/>
                </a:lnTo>
                <a:lnTo>
                  <a:pt x="1525712" y="39269"/>
                </a:lnTo>
                <a:lnTo>
                  <a:pt x="1526007" y="39272"/>
                </a:lnTo>
                <a:lnTo>
                  <a:pt x="1526297" y="39279"/>
                </a:lnTo>
                <a:lnTo>
                  <a:pt x="1526583" y="39292"/>
                </a:lnTo>
                <a:lnTo>
                  <a:pt x="1526864" y="39311"/>
                </a:lnTo>
                <a:lnTo>
                  <a:pt x="1527140" y="39334"/>
                </a:lnTo>
                <a:lnTo>
                  <a:pt x="1527411" y="39363"/>
                </a:lnTo>
                <a:lnTo>
                  <a:pt x="1527677" y="39397"/>
                </a:lnTo>
                <a:lnTo>
                  <a:pt x="1527939" y="39436"/>
                </a:lnTo>
                <a:lnTo>
                  <a:pt x="1528195" y="39481"/>
                </a:lnTo>
                <a:lnTo>
                  <a:pt x="1528447" y="39531"/>
                </a:lnTo>
                <a:lnTo>
                  <a:pt x="1528694" y="39586"/>
                </a:lnTo>
                <a:lnTo>
                  <a:pt x="1528937" y="39646"/>
                </a:lnTo>
                <a:lnTo>
                  <a:pt x="1529174" y="39711"/>
                </a:lnTo>
                <a:lnTo>
                  <a:pt x="1529407" y="39782"/>
                </a:lnTo>
                <a:lnTo>
                  <a:pt x="1529635" y="39858"/>
                </a:lnTo>
                <a:lnTo>
                  <a:pt x="1529858" y="39939"/>
                </a:lnTo>
                <a:lnTo>
                  <a:pt x="1530077" y="40025"/>
                </a:lnTo>
                <a:lnTo>
                  <a:pt x="1530290" y="40117"/>
                </a:lnTo>
                <a:lnTo>
                  <a:pt x="1530499" y="40213"/>
                </a:lnTo>
                <a:lnTo>
                  <a:pt x="1530703" y="40316"/>
                </a:lnTo>
                <a:lnTo>
                  <a:pt x="1530902" y="40423"/>
                </a:lnTo>
                <a:lnTo>
                  <a:pt x="1531097" y="40535"/>
                </a:lnTo>
                <a:lnTo>
                  <a:pt x="1531286" y="40653"/>
                </a:lnTo>
                <a:lnTo>
                  <a:pt x="1531471" y="40776"/>
                </a:lnTo>
                <a:lnTo>
                  <a:pt x="1531651" y="40904"/>
                </a:lnTo>
                <a:lnTo>
                  <a:pt x="1531828" y="41036"/>
                </a:lnTo>
                <a:lnTo>
                  <a:pt x="1532000" y="41172"/>
                </a:lnTo>
                <a:lnTo>
                  <a:pt x="1532168" y="41313"/>
                </a:lnTo>
                <a:lnTo>
                  <a:pt x="1532332" y="41457"/>
                </a:lnTo>
                <a:lnTo>
                  <a:pt x="1532492" y="41607"/>
                </a:lnTo>
                <a:lnTo>
                  <a:pt x="1532648" y="41760"/>
                </a:lnTo>
                <a:lnTo>
                  <a:pt x="1532799" y="41918"/>
                </a:lnTo>
                <a:lnTo>
                  <a:pt x="1532947" y="42080"/>
                </a:lnTo>
                <a:lnTo>
                  <a:pt x="1533091" y="42246"/>
                </a:lnTo>
                <a:lnTo>
                  <a:pt x="1533230" y="42416"/>
                </a:lnTo>
                <a:lnTo>
                  <a:pt x="1533365" y="42591"/>
                </a:lnTo>
                <a:lnTo>
                  <a:pt x="1533497" y="42770"/>
                </a:lnTo>
                <a:lnTo>
                  <a:pt x="1533624" y="42953"/>
                </a:lnTo>
                <a:lnTo>
                  <a:pt x="1533747" y="43141"/>
                </a:lnTo>
                <a:lnTo>
                  <a:pt x="1533866" y="43333"/>
                </a:lnTo>
                <a:lnTo>
                  <a:pt x="1533981" y="43529"/>
                </a:lnTo>
                <a:lnTo>
                  <a:pt x="1534092" y="43729"/>
                </a:lnTo>
                <a:lnTo>
                  <a:pt x="1534198" y="43934"/>
                </a:lnTo>
                <a:lnTo>
                  <a:pt x="1534301" y="44143"/>
                </a:lnTo>
                <a:lnTo>
                  <a:pt x="1534399" y="44356"/>
                </a:lnTo>
                <a:lnTo>
                  <a:pt x="1534494" y="44574"/>
                </a:lnTo>
                <a:lnTo>
                  <a:pt x="1534584" y="44796"/>
                </a:lnTo>
                <a:lnTo>
                  <a:pt x="1534670" y="45022"/>
                </a:lnTo>
                <a:lnTo>
                  <a:pt x="1534753" y="45251"/>
                </a:lnTo>
                <a:lnTo>
                  <a:pt x="1534832" y="45484"/>
                </a:lnTo>
                <a:lnTo>
                  <a:pt x="1534907" y="45720"/>
                </a:lnTo>
                <a:lnTo>
                  <a:pt x="1534979" y="45959"/>
                </a:lnTo>
                <a:lnTo>
                  <a:pt x="1535048" y="46201"/>
                </a:lnTo>
                <a:lnTo>
                  <a:pt x="1535112" y="46447"/>
                </a:lnTo>
                <a:lnTo>
                  <a:pt x="1535174" y="46695"/>
                </a:lnTo>
                <a:lnTo>
                  <a:pt x="1535232" y="46946"/>
                </a:lnTo>
                <a:lnTo>
                  <a:pt x="1535286" y="47201"/>
                </a:lnTo>
                <a:lnTo>
                  <a:pt x="1535337" y="47459"/>
                </a:lnTo>
                <a:lnTo>
                  <a:pt x="1535384" y="47719"/>
                </a:lnTo>
                <a:lnTo>
                  <a:pt x="1535428" y="47983"/>
                </a:lnTo>
                <a:lnTo>
                  <a:pt x="1535469" y="48250"/>
                </a:lnTo>
                <a:lnTo>
                  <a:pt x="1535505" y="48520"/>
                </a:lnTo>
                <a:lnTo>
                  <a:pt x="1535539" y="48793"/>
                </a:lnTo>
                <a:lnTo>
                  <a:pt x="1535569" y="49070"/>
                </a:lnTo>
                <a:lnTo>
                  <a:pt x="1535595" y="49349"/>
                </a:lnTo>
                <a:lnTo>
                  <a:pt x="1535618" y="49631"/>
                </a:lnTo>
                <a:lnTo>
                  <a:pt x="1535637" y="49917"/>
                </a:lnTo>
                <a:lnTo>
                  <a:pt x="1535653" y="50206"/>
                </a:lnTo>
                <a:lnTo>
                  <a:pt x="1535665" y="50497"/>
                </a:lnTo>
                <a:lnTo>
                  <a:pt x="1535674" y="50792"/>
                </a:lnTo>
                <a:lnTo>
                  <a:pt x="1535679" y="51090"/>
                </a:lnTo>
                <a:lnTo>
                  <a:pt x="1535681" y="51391"/>
                </a:lnTo>
                <a:lnTo>
                  <a:pt x="1535681" y="92548"/>
                </a:lnTo>
                <a:lnTo>
                  <a:pt x="1553396" y="92548"/>
                </a:lnTo>
                <a:lnTo>
                  <a:pt x="1553396" y="49215"/>
                </a:lnTo>
                <a:lnTo>
                  <a:pt x="1553386" y="48235"/>
                </a:lnTo>
                <a:lnTo>
                  <a:pt x="1553357" y="47275"/>
                </a:lnTo>
                <a:lnTo>
                  <a:pt x="1553309" y="46335"/>
                </a:lnTo>
                <a:lnTo>
                  <a:pt x="1553242" y="45415"/>
                </a:lnTo>
                <a:lnTo>
                  <a:pt x="1553156" y="44514"/>
                </a:lnTo>
                <a:lnTo>
                  <a:pt x="1553050" y="43634"/>
                </a:lnTo>
                <a:lnTo>
                  <a:pt x="1552926" y="42773"/>
                </a:lnTo>
                <a:lnTo>
                  <a:pt x="1552782" y="41932"/>
                </a:lnTo>
                <a:lnTo>
                  <a:pt x="1552619" y="41111"/>
                </a:lnTo>
                <a:lnTo>
                  <a:pt x="1552437" y="40309"/>
                </a:lnTo>
                <a:lnTo>
                  <a:pt x="1552235" y="39527"/>
                </a:lnTo>
                <a:lnTo>
                  <a:pt x="1552015" y="38765"/>
                </a:lnTo>
                <a:lnTo>
                  <a:pt x="1551775" y="38023"/>
                </a:lnTo>
                <a:lnTo>
                  <a:pt x="1551516" y="37301"/>
                </a:lnTo>
                <a:lnTo>
                  <a:pt x="1551238" y="36598"/>
                </a:lnTo>
                <a:lnTo>
                  <a:pt x="1550941" y="35915"/>
                </a:lnTo>
                <a:lnTo>
                  <a:pt x="1550624" y="35252"/>
                </a:lnTo>
                <a:lnTo>
                  <a:pt x="1550289" y="34609"/>
                </a:lnTo>
                <a:lnTo>
                  <a:pt x="1549934" y="33986"/>
                </a:lnTo>
                <a:lnTo>
                  <a:pt x="1549560" y="33382"/>
                </a:lnTo>
                <a:lnTo>
                  <a:pt x="1549167" y="32798"/>
                </a:lnTo>
                <a:lnTo>
                  <a:pt x="1548755" y="32234"/>
                </a:lnTo>
                <a:lnTo>
                  <a:pt x="1548323" y="31690"/>
                </a:lnTo>
                <a:lnTo>
                  <a:pt x="1547872" y="31165"/>
                </a:lnTo>
                <a:lnTo>
                  <a:pt x="1547404" y="30661"/>
                </a:lnTo>
                <a:lnTo>
                  <a:pt x="1546920" y="30179"/>
                </a:lnTo>
                <a:lnTo>
                  <a:pt x="1546421" y="29718"/>
                </a:lnTo>
                <a:lnTo>
                  <a:pt x="1545906" y="29278"/>
                </a:lnTo>
                <a:lnTo>
                  <a:pt x="1545375" y="28860"/>
                </a:lnTo>
                <a:lnTo>
                  <a:pt x="1544829" y="28463"/>
                </a:lnTo>
                <a:lnTo>
                  <a:pt x="1544267" y="28088"/>
                </a:lnTo>
                <a:lnTo>
                  <a:pt x="1543689" y="27734"/>
                </a:lnTo>
                <a:lnTo>
                  <a:pt x="1543095" y="27402"/>
                </a:lnTo>
                <a:lnTo>
                  <a:pt x="1542486" y="27091"/>
                </a:lnTo>
                <a:lnTo>
                  <a:pt x="1541861" y="26801"/>
                </a:lnTo>
                <a:lnTo>
                  <a:pt x="1541221" y="26533"/>
                </a:lnTo>
                <a:lnTo>
                  <a:pt x="1540565" y="26287"/>
                </a:lnTo>
                <a:lnTo>
                  <a:pt x="1539893" y="26062"/>
                </a:lnTo>
                <a:lnTo>
                  <a:pt x="1539205" y="25858"/>
                </a:lnTo>
                <a:lnTo>
                  <a:pt x="1538502" y="25676"/>
                </a:lnTo>
                <a:lnTo>
                  <a:pt x="1537783" y="25515"/>
                </a:lnTo>
                <a:lnTo>
                  <a:pt x="1537049" y="25375"/>
                </a:lnTo>
                <a:lnTo>
                  <a:pt x="1536299" y="25257"/>
                </a:lnTo>
                <a:lnTo>
                  <a:pt x="1535533" y="25161"/>
                </a:lnTo>
                <a:lnTo>
                  <a:pt x="1534752" y="25086"/>
                </a:lnTo>
                <a:lnTo>
                  <a:pt x="1533954" y="25032"/>
                </a:lnTo>
                <a:lnTo>
                  <a:pt x="1533141" y="25000"/>
                </a:lnTo>
                <a:lnTo>
                  <a:pt x="1532313" y="24989"/>
                </a:lnTo>
                <a:lnTo>
                  <a:pt x="1531600" y="24995"/>
                </a:lnTo>
                <a:lnTo>
                  <a:pt x="1530898" y="25012"/>
                </a:lnTo>
                <a:lnTo>
                  <a:pt x="1530208" y="25040"/>
                </a:lnTo>
                <a:lnTo>
                  <a:pt x="1529529" y="25080"/>
                </a:lnTo>
                <a:lnTo>
                  <a:pt x="1528861" y="25131"/>
                </a:lnTo>
                <a:lnTo>
                  <a:pt x="1528204" y="25194"/>
                </a:lnTo>
                <a:lnTo>
                  <a:pt x="1527559" y="25267"/>
                </a:lnTo>
                <a:lnTo>
                  <a:pt x="1526924" y="25352"/>
                </a:lnTo>
                <a:lnTo>
                  <a:pt x="1526301" y="25449"/>
                </a:lnTo>
                <a:lnTo>
                  <a:pt x="1525690" y="25556"/>
                </a:lnTo>
                <a:lnTo>
                  <a:pt x="1525089" y="25676"/>
                </a:lnTo>
                <a:lnTo>
                  <a:pt x="1524500" y="25806"/>
                </a:lnTo>
                <a:lnTo>
                  <a:pt x="1523921" y="25948"/>
                </a:lnTo>
                <a:lnTo>
                  <a:pt x="1523355" y="26101"/>
                </a:lnTo>
                <a:lnTo>
                  <a:pt x="1522799" y="26265"/>
                </a:lnTo>
                <a:lnTo>
                  <a:pt x="1522254" y="26441"/>
                </a:lnTo>
                <a:lnTo>
                  <a:pt x="1521721" y="26628"/>
                </a:lnTo>
                <a:lnTo>
                  <a:pt x="1521199" y="26827"/>
                </a:lnTo>
                <a:lnTo>
                  <a:pt x="1520688" y="27037"/>
                </a:lnTo>
                <a:lnTo>
                  <a:pt x="1520189" y="27258"/>
                </a:lnTo>
                <a:lnTo>
                  <a:pt x="1519700" y="27490"/>
                </a:lnTo>
                <a:lnTo>
                  <a:pt x="1519223" y="27734"/>
                </a:lnTo>
                <a:lnTo>
                  <a:pt x="1518757" y="27990"/>
                </a:lnTo>
                <a:lnTo>
                  <a:pt x="1518303" y="28256"/>
                </a:lnTo>
                <a:lnTo>
                  <a:pt x="1517857" y="28530"/>
                </a:lnTo>
                <a:lnTo>
                  <a:pt x="1517419" y="28807"/>
                </a:lnTo>
                <a:lnTo>
                  <a:pt x="1516988" y="29088"/>
                </a:lnTo>
                <a:lnTo>
                  <a:pt x="1516565" y="29372"/>
                </a:lnTo>
                <a:lnTo>
                  <a:pt x="1516148" y="29660"/>
                </a:lnTo>
                <a:lnTo>
                  <a:pt x="1515739" y="29951"/>
                </a:lnTo>
                <a:lnTo>
                  <a:pt x="1515337" y="30245"/>
                </a:lnTo>
                <a:lnTo>
                  <a:pt x="1514942" y="30543"/>
                </a:lnTo>
                <a:lnTo>
                  <a:pt x="1514555" y="30844"/>
                </a:lnTo>
                <a:lnTo>
                  <a:pt x="1514175" y="31148"/>
                </a:lnTo>
                <a:lnTo>
                  <a:pt x="1513802" y="31456"/>
                </a:lnTo>
                <a:lnTo>
                  <a:pt x="1513436" y="31767"/>
                </a:lnTo>
                <a:lnTo>
                  <a:pt x="1513078" y="32082"/>
                </a:lnTo>
                <a:lnTo>
                  <a:pt x="1512727" y="32400"/>
                </a:lnTo>
                <a:lnTo>
                  <a:pt x="1512383" y="32721"/>
                </a:lnTo>
                <a:lnTo>
                  <a:pt x="1512046" y="33046"/>
                </a:lnTo>
                <a:lnTo>
                  <a:pt x="1511717" y="33374"/>
                </a:lnTo>
                <a:lnTo>
                  <a:pt x="1511395" y="33706"/>
                </a:lnTo>
                <a:lnTo>
                  <a:pt x="1511080" y="34041"/>
                </a:lnTo>
                <a:lnTo>
                  <a:pt x="1510772" y="34379"/>
                </a:lnTo>
                <a:lnTo>
                  <a:pt x="1510472" y="34721"/>
                </a:lnTo>
                <a:lnTo>
                  <a:pt x="1510178" y="35066"/>
                </a:lnTo>
                <a:lnTo>
                  <a:pt x="1509892" y="35414"/>
                </a:lnTo>
                <a:lnTo>
                  <a:pt x="1509614" y="35766"/>
                </a:lnTo>
                <a:lnTo>
                  <a:pt x="1509277" y="26000"/>
                </a:lnTo>
                <a:lnTo>
                  <a:pt x="1492101" y="26000"/>
                </a:lnTo>
                <a:lnTo>
                  <a:pt x="1492101" y="92548"/>
                </a:lnTo>
                <a:lnTo>
                  <a:pt x="1509951" y="92548"/>
                </a:lnTo>
                <a:lnTo>
                  <a:pt x="1509951" y="47966"/>
                </a:lnTo>
                <a:lnTo>
                  <a:pt x="1510188" y="47666"/>
                </a:lnTo>
                <a:lnTo>
                  <a:pt x="1510429" y="47369"/>
                </a:lnTo>
                <a:lnTo>
                  <a:pt x="1510673" y="47076"/>
                </a:lnTo>
                <a:close/>
                <a:moveTo>
                  <a:pt x="1588980" y="92548"/>
                </a:moveTo>
                <a:lnTo>
                  <a:pt x="1588980" y="26000"/>
                </a:lnTo>
                <a:lnTo>
                  <a:pt x="1571131" y="26000"/>
                </a:lnTo>
                <a:lnTo>
                  <a:pt x="1571131" y="92548"/>
                </a:lnTo>
                <a:lnTo>
                  <a:pt x="1588980" y="92548"/>
                </a:lnTo>
                <a:close/>
                <a:moveTo>
                  <a:pt x="1048977" y="93586"/>
                </a:moveTo>
                <a:lnTo>
                  <a:pt x="1049770" y="93509"/>
                </a:lnTo>
                <a:lnTo>
                  <a:pt x="1050553" y="93418"/>
                </a:lnTo>
                <a:lnTo>
                  <a:pt x="1051327" y="93314"/>
                </a:lnTo>
                <a:lnTo>
                  <a:pt x="1052093" y="93195"/>
                </a:lnTo>
                <a:lnTo>
                  <a:pt x="1052849" y="93063"/>
                </a:lnTo>
                <a:lnTo>
                  <a:pt x="1053597" y="92916"/>
                </a:lnTo>
                <a:lnTo>
                  <a:pt x="1054335" y="92755"/>
                </a:lnTo>
                <a:lnTo>
                  <a:pt x="1055065" y="92581"/>
                </a:lnTo>
                <a:lnTo>
                  <a:pt x="1055785" y="92392"/>
                </a:lnTo>
                <a:lnTo>
                  <a:pt x="1056496" y="92190"/>
                </a:lnTo>
                <a:lnTo>
                  <a:pt x="1057199" y="91974"/>
                </a:lnTo>
                <a:lnTo>
                  <a:pt x="1057892" y="91743"/>
                </a:lnTo>
                <a:lnTo>
                  <a:pt x="1058577" y="91499"/>
                </a:lnTo>
                <a:lnTo>
                  <a:pt x="1059252" y="91241"/>
                </a:lnTo>
                <a:lnTo>
                  <a:pt x="1059918" y="90969"/>
                </a:lnTo>
                <a:lnTo>
                  <a:pt x="1060576" y="90682"/>
                </a:lnTo>
                <a:lnTo>
                  <a:pt x="1061224" y="90382"/>
                </a:lnTo>
                <a:lnTo>
                  <a:pt x="1061863" y="90068"/>
                </a:lnTo>
                <a:lnTo>
                  <a:pt x="1062494" y="89740"/>
                </a:lnTo>
                <a:lnTo>
                  <a:pt x="1063114" y="89399"/>
                </a:lnTo>
                <a:lnTo>
                  <a:pt x="1063722" y="89045"/>
                </a:lnTo>
                <a:lnTo>
                  <a:pt x="1064319" y="88678"/>
                </a:lnTo>
                <a:lnTo>
                  <a:pt x="1064905" y="88299"/>
                </a:lnTo>
                <a:lnTo>
                  <a:pt x="1065478" y="87907"/>
                </a:lnTo>
                <a:lnTo>
                  <a:pt x="1066040" y="87503"/>
                </a:lnTo>
                <a:lnTo>
                  <a:pt x="1066591" y="87087"/>
                </a:lnTo>
                <a:lnTo>
                  <a:pt x="1067130" y="86657"/>
                </a:lnTo>
                <a:lnTo>
                  <a:pt x="1067658" y="86216"/>
                </a:lnTo>
                <a:lnTo>
                  <a:pt x="1068173" y="85761"/>
                </a:lnTo>
                <a:lnTo>
                  <a:pt x="1068678" y="85295"/>
                </a:lnTo>
                <a:lnTo>
                  <a:pt x="1069170" y="84815"/>
                </a:lnTo>
                <a:lnTo>
                  <a:pt x="1069652" y="84323"/>
                </a:lnTo>
                <a:lnTo>
                  <a:pt x="1070121" y="83819"/>
                </a:lnTo>
                <a:lnTo>
                  <a:pt x="1070579" y="83302"/>
                </a:lnTo>
                <a:lnTo>
                  <a:pt x="1071026" y="82772"/>
                </a:lnTo>
                <a:lnTo>
                  <a:pt x="1071460" y="82230"/>
                </a:lnTo>
                <a:lnTo>
                  <a:pt x="1071884" y="81676"/>
                </a:lnTo>
                <a:lnTo>
                  <a:pt x="1072295" y="81109"/>
                </a:lnTo>
                <a:lnTo>
                  <a:pt x="1072695" y="80529"/>
                </a:lnTo>
                <a:lnTo>
                  <a:pt x="1073084" y="79937"/>
                </a:lnTo>
                <a:lnTo>
                  <a:pt x="1073461" y="79332"/>
                </a:lnTo>
                <a:lnTo>
                  <a:pt x="1073826" y="78715"/>
                </a:lnTo>
                <a:lnTo>
                  <a:pt x="1074180" y="78085"/>
                </a:lnTo>
                <a:lnTo>
                  <a:pt x="1074521" y="77444"/>
                </a:lnTo>
                <a:lnTo>
                  <a:pt x="1074847" y="76791"/>
                </a:lnTo>
                <a:lnTo>
                  <a:pt x="1075159" y="76127"/>
                </a:lnTo>
                <a:lnTo>
                  <a:pt x="1075456" y="75452"/>
                </a:lnTo>
                <a:lnTo>
                  <a:pt x="1075739" y="74765"/>
                </a:lnTo>
                <a:lnTo>
                  <a:pt x="1076007" y="74068"/>
                </a:lnTo>
                <a:lnTo>
                  <a:pt x="1076261" y="73359"/>
                </a:lnTo>
                <a:lnTo>
                  <a:pt x="1076500" y="72640"/>
                </a:lnTo>
                <a:lnTo>
                  <a:pt x="1076725" y="71909"/>
                </a:lnTo>
                <a:lnTo>
                  <a:pt x="1076935" y="71167"/>
                </a:lnTo>
                <a:lnTo>
                  <a:pt x="1077131" y="70414"/>
                </a:lnTo>
                <a:lnTo>
                  <a:pt x="1077312" y="69650"/>
                </a:lnTo>
                <a:lnTo>
                  <a:pt x="1077479" y="68875"/>
                </a:lnTo>
                <a:lnTo>
                  <a:pt x="1077631" y="68088"/>
                </a:lnTo>
                <a:lnTo>
                  <a:pt x="1077769" y="67291"/>
                </a:lnTo>
                <a:lnTo>
                  <a:pt x="1077892" y="66482"/>
                </a:lnTo>
                <a:lnTo>
                  <a:pt x="1078001" y="65662"/>
                </a:lnTo>
                <a:lnTo>
                  <a:pt x="1078095" y="64832"/>
                </a:lnTo>
                <a:lnTo>
                  <a:pt x="1078175" y="63990"/>
                </a:lnTo>
                <a:lnTo>
                  <a:pt x="1078240" y="63136"/>
                </a:lnTo>
                <a:lnTo>
                  <a:pt x="1078291" y="62272"/>
                </a:lnTo>
                <a:lnTo>
                  <a:pt x="1078327" y="61397"/>
                </a:lnTo>
                <a:lnTo>
                  <a:pt x="1078349" y="60510"/>
                </a:lnTo>
                <a:lnTo>
                  <a:pt x="1078356" y="59613"/>
                </a:lnTo>
                <a:lnTo>
                  <a:pt x="1078349" y="58698"/>
                </a:lnTo>
                <a:lnTo>
                  <a:pt x="1078327" y="57796"/>
                </a:lnTo>
                <a:lnTo>
                  <a:pt x="1078291" y="56904"/>
                </a:lnTo>
                <a:lnTo>
                  <a:pt x="1078240" y="56024"/>
                </a:lnTo>
                <a:lnTo>
                  <a:pt x="1078175" y="55156"/>
                </a:lnTo>
                <a:lnTo>
                  <a:pt x="1078095" y="54299"/>
                </a:lnTo>
                <a:lnTo>
                  <a:pt x="1078001" y="53454"/>
                </a:lnTo>
                <a:lnTo>
                  <a:pt x="1077892" y="52620"/>
                </a:lnTo>
                <a:lnTo>
                  <a:pt x="1077769" y="51797"/>
                </a:lnTo>
                <a:lnTo>
                  <a:pt x="1077631" y="50986"/>
                </a:lnTo>
                <a:lnTo>
                  <a:pt x="1077479" y="50187"/>
                </a:lnTo>
                <a:lnTo>
                  <a:pt x="1077312" y="49399"/>
                </a:lnTo>
                <a:lnTo>
                  <a:pt x="1077131" y="48622"/>
                </a:lnTo>
                <a:lnTo>
                  <a:pt x="1076935" y="47857"/>
                </a:lnTo>
                <a:lnTo>
                  <a:pt x="1076725" y="47103"/>
                </a:lnTo>
                <a:lnTo>
                  <a:pt x="1076500" y="46361"/>
                </a:lnTo>
                <a:lnTo>
                  <a:pt x="1076261" y="45631"/>
                </a:lnTo>
                <a:lnTo>
                  <a:pt x="1076007" y="44911"/>
                </a:lnTo>
                <a:lnTo>
                  <a:pt x="1075739" y="44204"/>
                </a:lnTo>
                <a:lnTo>
                  <a:pt x="1075456" y="43507"/>
                </a:lnTo>
                <a:lnTo>
                  <a:pt x="1075159" y="42823"/>
                </a:lnTo>
                <a:lnTo>
                  <a:pt x="1074847" y="42149"/>
                </a:lnTo>
                <a:lnTo>
                  <a:pt x="1074521" y="41487"/>
                </a:lnTo>
                <a:lnTo>
                  <a:pt x="1074180" y="40837"/>
                </a:lnTo>
                <a:lnTo>
                  <a:pt x="1073826" y="40199"/>
                </a:lnTo>
                <a:lnTo>
                  <a:pt x="1073461" y="39573"/>
                </a:lnTo>
                <a:lnTo>
                  <a:pt x="1073084" y="38960"/>
                </a:lnTo>
                <a:lnTo>
                  <a:pt x="1072695" y="38360"/>
                </a:lnTo>
                <a:lnTo>
                  <a:pt x="1072295" y="37773"/>
                </a:lnTo>
                <a:lnTo>
                  <a:pt x="1071884" y="37199"/>
                </a:lnTo>
                <a:lnTo>
                  <a:pt x="1071460" y="36637"/>
                </a:lnTo>
                <a:lnTo>
                  <a:pt x="1071026" y="36088"/>
                </a:lnTo>
                <a:lnTo>
                  <a:pt x="1070579" y="35552"/>
                </a:lnTo>
                <a:lnTo>
                  <a:pt x="1070121" y="35029"/>
                </a:lnTo>
                <a:lnTo>
                  <a:pt x="1069652" y="34518"/>
                </a:lnTo>
                <a:lnTo>
                  <a:pt x="1069170" y="34020"/>
                </a:lnTo>
                <a:lnTo>
                  <a:pt x="1068678" y="33535"/>
                </a:lnTo>
                <a:lnTo>
                  <a:pt x="1068173" y="33063"/>
                </a:lnTo>
                <a:lnTo>
                  <a:pt x="1067658" y="32604"/>
                </a:lnTo>
                <a:lnTo>
                  <a:pt x="1067130" y="32157"/>
                </a:lnTo>
                <a:lnTo>
                  <a:pt x="1066591" y="31724"/>
                </a:lnTo>
                <a:lnTo>
                  <a:pt x="1066040" y="31303"/>
                </a:lnTo>
                <a:lnTo>
                  <a:pt x="1065478" y="30895"/>
                </a:lnTo>
                <a:lnTo>
                  <a:pt x="1064905" y="30499"/>
                </a:lnTo>
                <a:lnTo>
                  <a:pt x="1064319" y="30117"/>
                </a:lnTo>
                <a:lnTo>
                  <a:pt x="1063722" y="29747"/>
                </a:lnTo>
                <a:lnTo>
                  <a:pt x="1063114" y="29390"/>
                </a:lnTo>
                <a:lnTo>
                  <a:pt x="1062494" y="29045"/>
                </a:lnTo>
                <a:lnTo>
                  <a:pt x="1061863" y="28714"/>
                </a:lnTo>
                <a:lnTo>
                  <a:pt x="1061224" y="28398"/>
                </a:lnTo>
                <a:lnTo>
                  <a:pt x="1060576" y="28095"/>
                </a:lnTo>
                <a:lnTo>
                  <a:pt x="1059918" y="27806"/>
                </a:lnTo>
                <a:lnTo>
                  <a:pt x="1059252" y="27531"/>
                </a:lnTo>
                <a:lnTo>
                  <a:pt x="1058577" y="27271"/>
                </a:lnTo>
                <a:lnTo>
                  <a:pt x="1057892" y="27024"/>
                </a:lnTo>
                <a:lnTo>
                  <a:pt x="1057199" y="26792"/>
                </a:lnTo>
                <a:lnTo>
                  <a:pt x="1056496" y="26574"/>
                </a:lnTo>
                <a:lnTo>
                  <a:pt x="1055785" y="26370"/>
                </a:lnTo>
                <a:lnTo>
                  <a:pt x="1055065" y="26179"/>
                </a:lnTo>
                <a:lnTo>
                  <a:pt x="1054335" y="26003"/>
                </a:lnTo>
                <a:lnTo>
                  <a:pt x="1053597" y="25841"/>
                </a:lnTo>
                <a:lnTo>
                  <a:pt x="1052849" y="25694"/>
                </a:lnTo>
                <a:lnTo>
                  <a:pt x="1052093" y="25560"/>
                </a:lnTo>
                <a:lnTo>
                  <a:pt x="1051327" y="25440"/>
                </a:lnTo>
                <a:lnTo>
                  <a:pt x="1050553" y="25334"/>
                </a:lnTo>
                <a:lnTo>
                  <a:pt x="1049770" y="25243"/>
                </a:lnTo>
                <a:lnTo>
                  <a:pt x="1048977" y="25165"/>
                </a:lnTo>
                <a:lnTo>
                  <a:pt x="1048176" y="25102"/>
                </a:lnTo>
                <a:lnTo>
                  <a:pt x="1047365" y="25053"/>
                </a:lnTo>
                <a:lnTo>
                  <a:pt x="1046546" y="25017"/>
                </a:lnTo>
                <a:lnTo>
                  <a:pt x="1045717" y="24996"/>
                </a:lnTo>
                <a:lnTo>
                  <a:pt x="1044880" y="24989"/>
                </a:lnTo>
                <a:lnTo>
                  <a:pt x="1044054" y="24996"/>
                </a:lnTo>
                <a:lnTo>
                  <a:pt x="1043236" y="25017"/>
                </a:lnTo>
                <a:lnTo>
                  <a:pt x="1042426" y="25053"/>
                </a:lnTo>
                <a:lnTo>
                  <a:pt x="1041625" y="25102"/>
                </a:lnTo>
                <a:lnTo>
                  <a:pt x="1040833" y="25165"/>
                </a:lnTo>
                <a:lnTo>
                  <a:pt x="1040049" y="25243"/>
                </a:lnTo>
                <a:lnTo>
                  <a:pt x="1039274" y="25334"/>
                </a:lnTo>
                <a:lnTo>
                  <a:pt x="1038507" y="25440"/>
                </a:lnTo>
                <a:lnTo>
                  <a:pt x="1037749" y="25560"/>
                </a:lnTo>
                <a:lnTo>
                  <a:pt x="1036999" y="25694"/>
                </a:lnTo>
                <a:lnTo>
                  <a:pt x="1036258" y="25841"/>
                </a:lnTo>
                <a:lnTo>
                  <a:pt x="1035526" y="26003"/>
                </a:lnTo>
                <a:lnTo>
                  <a:pt x="1034802" y="26179"/>
                </a:lnTo>
                <a:lnTo>
                  <a:pt x="1034086" y="26370"/>
                </a:lnTo>
                <a:lnTo>
                  <a:pt x="1033379" y="26574"/>
                </a:lnTo>
                <a:lnTo>
                  <a:pt x="1032681" y="26792"/>
                </a:lnTo>
                <a:lnTo>
                  <a:pt x="1031991" y="27024"/>
                </a:lnTo>
                <a:lnTo>
                  <a:pt x="1031310" y="27271"/>
                </a:lnTo>
                <a:lnTo>
                  <a:pt x="1030637" y="27531"/>
                </a:lnTo>
                <a:lnTo>
                  <a:pt x="1029973" y="27806"/>
                </a:lnTo>
                <a:lnTo>
                  <a:pt x="1029317" y="28095"/>
                </a:lnTo>
                <a:lnTo>
                  <a:pt x="1028670" y="28398"/>
                </a:lnTo>
                <a:lnTo>
                  <a:pt x="1028031" y="28714"/>
                </a:lnTo>
                <a:lnTo>
                  <a:pt x="1027401" y="29045"/>
                </a:lnTo>
                <a:lnTo>
                  <a:pt x="1026781" y="29390"/>
                </a:lnTo>
                <a:lnTo>
                  <a:pt x="1026173" y="29747"/>
                </a:lnTo>
                <a:lnTo>
                  <a:pt x="1025576" y="30117"/>
                </a:lnTo>
                <a:lnTo>
                  <a:pt x="1024992" y="30499"/>
                </a:lnTo>
                <a:lnTo>
                  <a:pt x="1024419" y="30895"/>
                </a:lnTo>
                <a:lnTo>
                  <a:pt x="1023858" y="31303"/>
                </a:lnTo>
                <a:lnTo>
                  <a:pt x="1023309" y="31724"/>
                </a:lnTo>
                <a:lnTo>
                  <a:pt x="1022772" y="32157"/>
                </a:lnTo>
                <a:lnTo>
                  <a:pt x="1022247" y="32604"/>
                </a:lnTo>
                <a:lnTo>
                  <a:pt x="1021733" y="33063"/>
                </a:lnTo>
                <a:lnTo>
                  <a:pt x="1021231" y="33535"/>
                </a:lnTo>
                <a:lnTo>
                  <a:pt x="1020741" y="34020"/>
                </a:lnTo>
                <a:lnTo>
                  <a:pt x="1020263" y="34518"/>
                </a:lnTo>
                <a:lnTo>
                  <a:pt x="1019796" y="35029"/>
                </a:lnTo>
                <a:lnTo>
                  <a:pt x="1019342" y="35552"/>
                </a:lnTo>
                <a:lnTo>
                  <a:pt x="1018899" y="36088"/>
                </a:lnTo>
                <a:lnTo>
                  <a:pt x="1018468" y="36637"/>
                </a:lnTo>
                <a:lnTo>
                  <a:pt x="1018049" y="37199"/>
                </a:lnTo>
                <a:lnTo>
                  <a:pt x="1017642" y="37773"/>
                </a:lnTo>
                <a:lnTo>
                  <a:pt x="1017246" y="38360"/>
                </a:lnTo>
                <a:lnTo>
                  <a:pt x="1016862" y="38960"/>
                </a:lnTo>
                <a:lnTo>
                  <a:pt x="1016490" y="39573"/>
                </a:lnTo>
                <a:lnTo>
                  <a:pt x="1016130" y="40199"/>
                </a:lnTo>
                <a:lnTo>
                  <a:pt x="1015782" y="40837"/>
                </a:lnTo>
                <a:lnTo>
                  <a:pt x="1015447" y="41487"/>
                </a:lnTo>
                <a:lnTo>
                  <a:pt x="1015126" y="42149"/>
                </a:lnTo>
                <a:lnTo>
                  <a:pt x="1014819" y="42823"/>
                </a:lnTo>
                <a:lnTo>
                  <a:pt x="1014526" y="43507"/>
                </a:lnTo>
                <a:lnTo>
                  <a:pt x="1014248" y="44204"/>
                </a:lnTo>
                <a:lnTo>
                  <a:pt x="1013984" y="44911"/>
                </a:lnTo>
                <a:lnTo>
                  <a:pt x="1013735" y="45631"/>
                </a:lnTo>
                <a:lnTo>
                  <a:pt x="1013499" y="46361"/>
                </a:lnTo>
                <a:lnTo>
                  <a:pt x="1013278" y="47103"/>
                </a:lnTo>
                <a:lnTo>
                  <a:pt x="1013071" y="47857"/>
                </a:lnTo>
                <a:lnTo>
                  <a:pt x="1012879" y="48622"/>
                </a:lnTo>
                <a:lnTo>
                  <a:pt x="1012700" y="49399"/>
                </a:lnTo>
                <a:lnTo>
                  <a:pt x="1012536" y="50187"/>
                </a:lnTo>
                <a:lnTo>
                  <a:pt x="1012386" y="50986"/>
                </a:lnTo>
                <a:lnTo>
                  <a:pt x="1012251" y="51797"/>
                </a:lnTo>
                <a:lnTo>
                  <a:pt x="1012130" y="52620"/>
                </a:lnTo>
                <a:lnTo>
                  <a:pt x="1012023" y="53454"/>
                </a:lnTo>
                <a:lnTo>
                  <a:pt x="1011930" y="54299"/>
                </a:lnTo>
                <a:lnTo>
                  <a:pt x="1011851" y="55156"/>
                </a:lnTo>
                <a:lnTo>
                  <a:pt x="1011787" y="56024"/>
                </a:lnTo>
                <a:lnTo>
                  <a:pt x="1011737" y="56904"/>
                </a:lnTo>
                <a:lnTo>
                  <a:pt x="1011702" y="57796"/>
                </a:lnTo>
                <a:lnTo>
                  <a:pt x="1011680" y="58698"/>
                </a:lnTo>
                <a:lnTo>
                  <a:pt x="1011673" y="59613"/>
                </a:lnTo>
                <a:lnTo>
                  <a:pt x="1011680" y="60510"/>
                </a:lnTo>
                <a:lnTo>
                  <a:pt x="1011702" y="61397"/>
                </a:lnTo>
                <a:lnTo>
                  <a:pt x="1011737" y="62272"/>
                </a:lnTo>
                <a:lnTo>
                  <a:pt x="1011787" y="63136"/>
                </a:lnTo>
                <a:lnTo>
                  <a:pt x="1011851" y="63990"/>
                </a:lnTo>
                <a:lnTo>
                  <a:pt x="1011930" y="64832"/>
                </a:lnTo>
                <a:lnTo>
                  <a:pt x="1012023" y="65662"/>
                </a:lnTo>
                <a:lnTo>
                  <a:pt x="1012130" y="66482"/>
                </a:lnTo>
                <a:lnTo>
                  <a:pt x="1012251" y="67291"/>
                </a:lnTo>
                <a:lnTo>
                  <a:pt x="1012386" y="68088"/>
                </a:lnTo>
                <a:lnTo>
                  <a:pt x="1012536" y="68875"/>
                </a:lnTo>
                <a:lnTo>
                  <a:pt x="1012700" y="69650"/>
                </a:lnTo>
                <a:lnTo>
                  <a:pt x="1012879" y="70414"/>
                </a:lnTo>
                <a:lnTo>
                  <a:pt x="1013071" y="71167"/>
                </a:lnTo>
                <a:lnTo>
                  <a:pt x="1013278" y="71909"/>
                </a:lnTo>
                <a:lnTo>
                  <a:pt x="1013499" y="72640"/>
                </a:lnTo>
                <a:lnTo>
                  <a:pt x="1013735" y="73359"/>
                </a:lnTo>
                <a:lnTo>
                  <a:pt x="1013984" y="74068"/>
                </a:lnTo>
                <a:lnTo>
                  <a:pt x="1014248" y="74765"/>
                </a:lnTo>
                <a:lnTo>
                  <a:pt x="1014526" y="75452"/>
                </a:lnTo>
                <a:lnTo>
                  <a:pt x="1014819" y="76127"/>
                </a:lnTo>
                <a:lnTo>
                  <a:pt x="1015126" y="76791"/>
                </a:lnTo>
                <a:lnTo>
                  <a:pt x="1015447" y="77444"/>
                </a:lnTo>
                <a:lnTo>
                  <a:pt x="1015782" y="78085"/>
                </a:lnTo>
                <a:lnTo>
                  <a:pt x="1016130" y="78715"/>
                </a:lnTo>
                <a:lnTo>
                  <a:pt x="1016490" y="79332"/>
                </a:lnTo>
                <a:lnTo>
                  <a:pt x="1016862" y="79937"/>
                </a:lnTo>
                <a:lnTo>
                  <a:pt x="1017246" y="80529"/>
                </a:lnTo>
                <a:lnTo>
                  <a:pt x="1017642" y="81109"/>
                </a:lnTo>
                <a:lnTo>
                  <a:pt x="1018049" y="81676"/>
                </a:lnTo>
                <a:lnTo>
                  <a:pt x="1018468" y="82230"/>
                </a:lnTo>
                <a:lnTo>
                  <a:pt x="1018899" y="82772"/>
                </a:lnTo>
                <a:lnTo>
                  <a:pt x="1019342" y="83302"/>
                </a:lnTo>
                <a:lnTo>
                  <a:pt x="1019796" y="83819"/>
                </a:lnTo>
                <a:lnTo>
                  <a:pt x="1020263" y="84323"/>
                </a:lnTo>
                <a:lnTo>
                  <a:pt x="1020741" y="84815"/>
                </a:lnTo>
                <a:lnTo>
                  <a:pt x="1021231" y="85295"/>
                </a:lnTo>
                <a:lnTo>
                  <a:pt x="1021733" y="85761"/>
                </a:lnTo>
                <a:lnTo>
                  <a:pt x="1022247" y="86216"/>
                </a:lnTo>
                <a:lnTo>
                  <a:pt x="1022772" y="86657"/>
                </a:lnTo>
                <a:lnTo>
                  <a:pt x="1023309" y="87087"/>
                </a:lnTo>
                <a:lnTo>
                  <a:pt x="1023858" y="87503"/>
                </a:lnTo>
                <a:lnTo>
                  <a:pt x="1024419" y="87907"/>
                </a:lnTo>
                <a:lnTo>
                  <a:pt x="1024992" y="88299"/>
                </a:lnTo>
                <a:lnTo>
                  <a:pt x="1025576" y="88678"/>
                </a:lnTo>
                <a:lnTo>
                  <a:pt x="1026173" y="89045"/>
                </a:lnTo>
                <a:lnTo>
                  <a:pt x="1026781" y="89399"/>
                </a:lnTo>
                <a:lnTo>
                  <a:pt x="1027401" y="89740"/>
                </a:lnTo>
                <a:lnTo>
                  <a:pt x="1028031" y="90068"/>
                </a:lnTo>
                <a:lnTo>
                  <a:pt x="1028670" y="90382"/>
                </a:lnTo>
                <a:lnTo>
                  <a:pt x="1029317" y="90682"/>
                </a:lnTo>
                <a:lnTo>
                  <a:pt x="1029973" y="90969"/>
                </a:lnTo>
                <a:lnTo>
                  <a:pt x="1030637" y="91241"/>
                </a:lnTo>
                <a:lnTo>
                  <a:pt x="1031310" y="91499"/>
                </a:lnTo>
                <a:lnTo>
                  <a:pt x="1031991" y="91743"/>
                </a:lnTo>
                <a:lnTo>
                  <a:pt x="1032681" y="91974"/>
                </a:lnTo>
                <a:lnTo>
                  <a:pt x="1033379" y="92190"/>
                </a:lnTo>
                <a:lnTo>
                  <a:pt x="1034086" y="92392"/>
                </a:lnTo>
                <a:lnTo>
                  <a:pt x="1034802" y="92581"/>
                </a:lnTo>
                <a:lnTo>
                  <a:pt x="1035526" y="92755"/>
                </a:lnTo>
                <a:lnTo>
                  <a:pt x="1036258" y="92916"/>
                </a:lnTo>
                <a:lnTo>
                  <a:pt x="1036999" y="93063"/>
                </a:lnTo>
                <a:lnTo>
                  <a:pt x="1037749" y="93195"/>
                </a:lnTo>
                <a:lnTo>
                  <a:pt x="1038507" y="93314"/>
                </a:lnTo>
                <a:lnTo>
                  <a:pt x="1039274" y="93418"/>
                </a:lnTo>
                <a:lnTo>
                  <a:pt x="1040049" y="93509"/>
                </a:lnTo>
                <a:lnTo>
                  <a:pt x="1040833" y="93586"/>
                </a:lnTo>
                <a:lnTo>
                  <a:pt x="1041625" y="93649"/>
                </a:lnTo>
                <a:lnTo>
                  <a:pt x="1042426" y="93698"/>
                </a:lnTo>
                <a:lnTo>
                  <a:pt x="1043236" y="93733"/>
                </a:lnTo>
                <a:lnTo>
                  <a:pt x="1044054" y="93754"/>
                </a:lnTo>
                <a:lnTo>
                  <a:pt x="1044880" y="93760"/>
                </a:lnTo>
                <a:lnTo>
                  <a:pt x="1045717" y="93754"/>
                </a:lnTo>
                <a:lnTo>
                  <a:pt x="1046546" y="93733"/>
                </a:lnTo>
                <a:lnTo>
                  <a:pt x="1047365" y="93698"/>
                </a:lnTo>
                <a:lnTo>
                  <a:pt x="1048176" y="93649"/>
                </a:lnTo>
                <a:lnTo>
                  <a:pt x="1048977" y="93586"/>
                </a:lnTo>
                <a:close/>
                <a:moveTo>
                  <a:pt x="1042601" y="80034"/>
                </a:moveTo>
                <a:lnTo>
                  <a:pt x="1042171" y="79981"/>
                </a:lnTo>
                <a:lnTo>
                  <a:pt x="1041749" y="79918"/>
                </a:lnTo>
                <a:lnTo>
                  <a:pt x="1041336" y="79845"/>
                </a:lnTo>
                <a:lnTo>
                  <a:pt x="1040932" y="79763"/>
                </a:lnTo>
                <a:lnTo>
                  <a:pt x="1040536" y="79671"/>
                </a:lnTo>
                <a:lnTo>
                  <a:pt x="1040148" y="79570"/>
                </a:lnTo>
                <a:lnTo>
                  <a:pt x="1039769" y="79459"/>
                </a:lnTo>
                <a:lnTo>
                  <a:pt x="1039399" y="79338"/>
                </a:lnTo>
                <a:lnTo>
                  <a:pt x="1039037" y="79208"/>
                </a:lnTo>
                <a:lnTo>
                  <a:pt x="1038684" y="79067"/>
                </a:lnTo>
                <a:lnTo>
                  <a:pt x="1038339" y="78918"/>
                </a:lnTo>
                <a:lnTo>
                  <a:pt x="1038003" y="78758"/>
                </a:lnTo>
                <a:lnTo>
                  <a:pt x="1037675" y="78589"/>
                </a:lnTo>
                <a:lnTo>
                  <a:pt x="1037356" y="78410"/>
                </a:lnTo>
                <a:lnTo>
                  <a:pt x="1037045" y="78222"/>
                </a:lnTo>
                <a:lnTo>
                  <a:pt x="1036743" y="78024"/>
                </a:lnTo>
                <a:lnTo>
                  <a:pt x="1036449" y="77816"/>
                </a:lnTo>
                <a:lnTo>
                  <a:pt x="1036164" y="77599"/>
                </a:lnTo>
                <a:lnTo>
                  <a:pt x="1035888" y="77372"/>
                </a:lnTo>
                <a:lnTo>
                  <a:pt x="1035619" y="77137"/>
                </a:lnTo>
                <a:lnTo>
                  <a:pt x="1035357" y="76895"/>
                </a:lnTo>
                <a:lnTo>
                  <a:pt x="1035101" y="76647"/>
                </a:lnTo>
                <a:lnTo>
                  <a:pt x="1034852" y="76392"/>
                </a:lnTo>
                <a:lnTo>
                  <a:pt x="1034610" y="76130"/>
                </a:lnTo>
                <a:lnTo>
                  <a:pt x="1034374" y="75862"/>
                </a:lnTo>
                <a:lnTo>
                  <a:pt x="1034146" y="75588"/>
                </a:lnTo>
                <a:lnTo>
                  <a:pt x="1033923" y="75307"/>
                </a:lnTo>
                <a:lnTo>
                  <a:pt x="1033708" y="75019"/>
                </a:lnTo>
                <a:lnTo>
                  <a:pt x="1033499" y="74725"/>
                </a:lnTo>
                <a:lnTo>
                  <a:pt x="1033297" y="74424"/>
                </a:lnTo>
                <a:lnTo>
                  <a:pt x="1033101" y="74117"/>
                </a:lnTo>
                <a:lnTo>
                  <a:pt x="1032912" y="73803"/>
                </a:lnTo>
                <a:lnTo>
                  <a:pt x="1032730" y="73483"/>
                </a:lnTo>
                <a:lnTo>
                  <a:pt x="1032554" y="73156"/>
                </a:lnTo>
                <a:lnTo>
                  <a:pt x="1032385" y="72822"/>
                </a:lnTo>
                <a:lnTo>
                  <a:pt x="1032223" y="72482"/>
                </a:lnTo>
                <a:lnTo>
                  <a:pt x="1032067" y="72136"/>
                </a:lnTo>
                <a:lnTo>
                  <a:pt x="1031919" y="71783"/>
                </a:lnTo>
                <a:lnTo>
                  <a:pt x="1031776" y="71423"/>
                </a:lnTo>
                <a:lnTo>
                  <a:pt x="1031641" y="71057"/>
                </a:lnTo>
                <a:lnTo>
                  <a:pt x="1031512" y="70684"/>
                </a:lnTo>
                <a:lnTo>
                  <a:pt x="1031390" y="70304"/>
                </a:lnTo>
                <a:lnTo>
                  <a:pt x="1031274" y="69918"/>
                </a:lnTo>
                <a:lnTo>
                  <a:pt x="1031164" y="69527"/>
                </a:lnTo>
                <a:lnTo>
                  <a:pt x="1031059" y="69133"/>
                </a:lnTo>
                <a:lnTo>
                  <a:pt x="1030958" y="68736"/>
                </a:lnTo>
                <a:lnTo>
                  <a:pt x="1030862" y="68335"/>
                </a:lnTo>
                <a:lnTo>
                  <a:pt x="1030771" y="67930"/>
                </a:lnTo>
                <a:lnTo>
                  <a:pt x="1030685" y="67523"/>
                </a:lnTo>
                <a:lnTo>
                  <a:pt x="1030603" y="67112"/>
                </a:lnTo>
                <a:lnTo>
                  <a:pt x="1030526" y="66698"/>
                </a:lnTo>
                <a:lnTo>
                  <a:pt x="1030453" y="66280"/>
                </a:lnTo>
                <a:lnTo>
                  <a:pt x="1030385" y="65859"/>
                </a:lnTo>
                <a:lnTo>
                  <a:pt x="1030322" y="65435"/>
                </a:lnTo>
                <a:lnTo>
                  <a:pt x="1030264" y="65007"/>
                </a:lnTo>
                <a:lnTo>
                  <a:pt x="1030210" y="64576"/>
                </a:lnTo>
                <a:lnTo>
                  <a:pt x="1030161" y="64142"/>
                </a:lnTo>
                <a:lnTo>
                  <a:pt x="1030116" y="63704"/>
                </a:lnTo>
                <a:lnTo>
                  <a:pt x="1030076" y="63263"/>
                </a:lnTo>
                <a:lnTo>
                  <a:pt x="1030041" y="62819"/>
                </a:lnTo>
                <a:lnTo>
                  <a:pt x="1030011" y="62371"/>
                </a:lnTo>
                <a:lnTo>
                  <a:pt x="1029985" y="61920"/>
                </a:lnTo>
                <a:lnTo>
                  <a:pt x="1029964" y="61466"/>
                </a:lnTo>
                <a:lnTo>
                  <a:pt x="1029948" y="61008"/>
                </a:lnTo>
                <a:lnTo>
                  <a:pt x="1029936" y="60547"/>
                </a:lnTo>
                <a:lnTo>
                  <a:pt x="1029929" y="60083"/>
                </a:lnTo>
                <a:lnTo>
                  <a:pt x="1029927" y="59615"/>
                </a:lnTo>
                <a:lnTo>
                  <a:pt x="1029929" y="59136"/>
                </a:lnTo>
                <a:lnTo>
                  <a:pt x="1029936" y="58660"/>
                </a:lnTo>
                <a:lnTo>
                  <a:pt x="1029948" y="58188"/>
                </a:lnTo>
                <a:lnTo>
                  <a:pt x="1029964" y="57720"/>
                </a:lnTo>
                <a:lnTo>
                  <a:pt x="1029985" y="57255"/>
                </a:lnTo>
                <a:lnTo>
                  <a:pt x="1030011" y="56794"/>
                </a:lnTo>
                <a:lnTo>
                  <a:pt x="1030041" y="56336"/>
                </a:lnTo>
                <a:lnTo>
                  <a:pt x="1030076" y="55882"/>
                </a:lnTo>
                <a:lnTo>
                  <a:pt x="1030116" y="55431"/>
                </a:lnTo>
                <a:lnTo>
                  <a:pt x="1030161" y="54984"/>
                </a:lnTo>
                <a:lnTo>
                  <a:pt x="1030210" y="54541"/>
                </a:lnTo>
                <a:lnTo>
                  <a:pt x="1030264" y="54101"/>
                </a:lnTo>
                <a:lnTo>
                  <a:pt x="1030322" y="53665"/>
                </a:lnTo>
                <a:lnTo>
                  <a:pt x="1030385" y="53232"/>
                </a:lnTo>
                <a:lnTo>
                  <a:pt x="1030453" y="52803"/>
                </a:lnTo>
                <a:lnTo>
                  <a:pt x="1030526" y="52378"/>
                </a:lnTo>
                <a:lnTo>
                  <a:pt x="1030603" y="51956"/>
                </a:lnTo>
                <a:lnTo>
                  <a:pt x="1030685" y="51538"/>
                </a:lnTo>
                <a:lnTo>
                  <a:pt x="1030771" y="51123"/>
                </a:lnTo>
                <a:lnTo>
                  <a:pt x="1030862" y="50712"/>
                </a:lnTo>
                <a:lnTo>
                  <a:pt x="1030958" y="50304"/>
                </a:lnTo>
                <a:lnTo>
                  <a:pt x="1031059" y="49900"/>
                </a:lnTo>
                <a:lnTo>
                  <a:pt x="1031164" y="49500"/>
                </a:lnTo>
                <a:lnTo>
                  <a:pt x="1031274" y="49103"/>
                </a:lnTo>
                <a:lnTo>
                  <a:pt x="1031390" y="48711"/>
                </a:lnTo>
                <a:lnTo>
                  <a:pt x="1031512" y="48326"/>
                </a:lnTo>
                <a:lnTo>
                  <a:pt x="1031641" y="47948"/>
                </a:lnTo>
                <a:lnTo>
                  <a:pt x="1031776" y="47576"/>
                </a:lnTo>
                <a:lnTo>
                  <a:pt x="1031919" y="47211"/>
                </a:lnTo>
                <a:lnTo>
                  <a:pt x="1032067" y="46853"/>
                </a:lnTo>
                <a:lnTo>
                  <a:pt x="1032223" y="46502"/>
                </a:lnTo>
                <a:lnTo>
                  <a:pt x="1032385" y="46157"/>
                </a:lnTo>
                <a:lnTo>
                  <a:pt x="1032554" y="45818"/>
                </a:lnTo>
                <a:lnTo>
                  <a:pt x="1032730" y="45487"/>
                </a:lnTo>
                <a:lnTo>
                  <a:pt x="1032912" y="45162"/>
                </a:lnTo>
                <a:lnTo>
                  <a:pt x="1033101" y="44844"/>
                </a:lnTo>
                <a:lnTo>
                  <a:pt x="1033297" y="44532"/>
                </a:lnTo>
                <a:lnTo>
                  <a:pt x="1033499" y="44227"/>
                </a:lnTo>
                <a:lnTo>
                  <a:pt x="1033708" y="43929"/>
                </a:lnTo>
                <a:lnTo>
                  <a:pt x="1033923" y="43638"/>
                </a:lnTo>
                <a:lnTo>
                  <a:pt x="1034146" y="43353"/>
                </a:lnTo>
                <a:lnTo>
                  <a:pt x="1034374" y="43075"/>
                </a:lnTo>
                <a:lnTo>
                  <a:pt x="1034610" y="42803"/>
                </a:lnTo>
                <a:lnTo>
                  <a:pt x="1034852" y="42539"/>
                </a:lnTo>
                <a:lnTo>
                  <a:pt x="1035101" y="42281"/>
                </a:lnTo>
                <a:lnTo>
                  <a:pt x="1035357" y="42029"/>
                </a:lnTo>
                <a:lnTo>
                  <a:pt x="1035619" y="41784"/>
                </a:lnTo>
                <a:lnTo>
                  <a:pt x="1035888" y="41546"/>
                </a:lnTo>
                <a:lnTo>
                  <a:pt x="1036164" y="41317"/>
                </a:lnTo>
                <a:lnTo>
                  <a:pt x="1036449" y="41097"/>
                </a:lnTo>
                <a:lnTo>
                  <a:pt x="1036743" y="40886"/>
                </a:lnTo>
                <a:lnTo>
                  <a:pt x="1037045" y="40686"/>
                </a:lnTo>
                <a:lnTo>
                  <a:pt x="1037356" y="40495"/>
                </a:lnTo>
                <a:lnTo>
                  <a:pt x="1037675" y="40314"/>
                </a:lnTo>
                <a:lnTo>
                  <a:pt x="1038003" y="40143"/>
                </a:lnTo>
                <a:lnTo>
                  <a:pt x="1038339" y="39982"/>
                </a:lnTo>
                <a:lnTo>
                  <a:pt x="1038684" y="39830"/>
                </a:lnTo>
                <a:lnTo>
                  <a:pt x="1039037" y="39688"/>
                </a:lnTo>
                <a:lnTo>
                  <a:pt x="1039399" y="39556"/>
                </a:lnTo>
                <a:lnTo>
                  <a:pt x="1039769" y="39434"/>
                </a:lnTo>
                <a:lnTo>
                  <a:pt x="1040148" y="39322"/>
                </a:lnTo>
                <a:lnTo>
                  <a:pt x="1040536" y="39219"/>
                </a:lnTo>
                <a:lnTo>
                  <a:pt x="1040932" y="39126"/>
                </a:lnTo>
                <a:lnTo>
                  <a:pt x="1041336" y="39043"/>
                </a:lnTo>
                <a:lnTo>
                  <a:pt x="1041749" y="38970"/>
                </a:lnTo>
                <a:lnTo>
                  <a:pt x="1042171" y="38906"/>
                </a:lnTo>
                <a:lnTo>
                  <a:pt x="1042601" y="38852"/>
                </a:lnTo>
                <a:lnTo>
                  <a:pt x="1043040" y="38808"/>
                </a:lnTo>
                <a:lnTo>
                  <a:pt x="1043487" y="38774"/>
                </a:lnTo>
                <a:lnTo>
                  <a:pt x="1043943" y="38750"/>
                </a:lnTo>
                <a:lnTo>
                  <a:pt x="1044407" y="38735"/>
                </a:lnTo>
                <a:lnTo>
                  <a:pt x="1044880" y="38730"/>
                </a:lnTo>
                <a:lnTo>
                  <a:pt x="1045364" y="38735"/>
                </a:lnTo>
                <a:lnTo>
                  <a:pt x="1045839" y="38750"/>
                </a:lnTo>
                <a:lnTo>
                  <a:pt x="1046306" y="38774"/>
                </a:lnTo>
                <a:lnTo>
                  <a:pt x="1046763" y="38808"/>
                </a:lnTo>
                <a:lnTo>
                  <a:pt x="1047212" y="38852"/>
                </a:lnTo>
                <a:lnTo>
                  <a:pt x="1047652" y="38906"/>
                </a:lnTo>
                <a:lnTo>
                  <a:pt x="1048083" y="38970"/>
                </a:lnTo>
                <a:lnTo>
                  <a:pt x="1048506" y="39043"/>
                </a:lnTo>
                <a:lnTo>
                  <a:pt x="1048920" y="39126"/>
                </a:lnTo>
                <a:lnTo>
                  <a:pt x="1049325" y="39219"/>
                </a:lnTo>
                <a:lnTo>
                  <a:pt x="1049721" y="39322"/>
                </a:lnTo>
                <a:lnTo>
                  <a:pt x="1050109" y="39434"/>
                </a:lnTo>
                <a:lnTo>
                  <a:pt x="1050487" y="39556"/>
                </a:lnTo>
                <a:lnTo>
                  <a:pt x="1050857" y="39688"/>
                </a:lnTo>
                <a:lnTo>
                  <a:pt x="1051218" y="39830"/>
                </a:lnTo>
                <a:lnTo>
                  <a:pt x="1051571" y="39982"/>
                </a:lnTo>
                <a:lnTo>
                  <a:pt x="1051914" y="40143"/>
                </a:lnTo>
                <a:lnTo>
                  <a:pt x="1052249" y="40314"/>
                </a:lnTo>
                <a:lnTo>
                  <a:pt x="1052575" y="40495"/>
                </a:lnTo>
                <a:lnTo>
                  <a:pt x="1052893" y="40686"/>
                </a:lnTo>
                <a:lnTo>
                  <a:pt x="1053201" y="40886"/>
                </a:lnTo>
                <a:lnTo>
                  <a:pt x="1053501" y="41097"/>
                </a:lnTo>
                <a:lnTo>
                  <a:pt x="1053792" y="41317"/>
                </a:lnTo>
                <a:lnTo>
                  <a:pt x="1054074" y="41546"/>
                </a:lnTo>
                <a:lnTo>
                  <a:pt x="1054349" y="41784"/>
                </a:lnTo>
                <a:lnTo>
                  <a:pt x="1054616" y="42029"/>
                </a:lnTo>
                <a:lnTo>
                  <a:pt x="1054877" y="42281"/>
                </a:lnTo>
                <a:lnTo>
                  <a:pt x="1055131" y="42539"/>
                </a:lnTo>
                <a:lnTo>
                  <a:pt x="1055379" y="42803"/>
                </a:lnTo>
                <a:lnTo>
                  <a:pt x="1055619" y="43075"/>
                </a:lnTo>
                <a:lnTo>
                  <a:pt x="1055853" y="43353"/>
                </a:lnTo>
                <a:lnTo>
                  <a:pt x="1056080" y="43638"/>
                </a:lnTo>
                <a:lnTo>
                  <a:pt x="1056300" y="43929"/>
                </a:lnTo>
                <a:lnTo>
                  <a:pt x="1056513" y="44227"/>
                </a:lnTo>
                <a:lnTo>
                  <a:pt x="1056720" y="44532"/>
                </a:lnTo>
                <a:lnTo>
                  <a:pt x="1056920" y="44844"/>
                </a:lnTo>
                <a:lnTo>
                  <a:pt x="1057113" y="45162"/>
                </a:lnTo>
                <a:lnTo>
                  <a:pt x="1057299" y="45487"/>
                </a:lnTo>
                <a:lnTo>
                  <a:pt x="1057479" y="45818"/>
                </a:lnTo>
                <a:lnTo>
                  <a:pt x="1057652" y="46157"/>
                </a:lnTo>
                <a:lnTo>
                  <a:pt x="1057817" y="46502"/>
                </a:lnTo>
                <a:lnTo>
                  <a:pt x="1057977" y="46853"/>
                </a:lnTo>
                <a:lnTo>
                  <a:pt x="1058129" y="47211"/>
                </a:lnTo>
                <a:lnTo>
                  <a:pt x="1058275" y="47576"/>
                </a:lnTo>
                <a:lnTo>
                  <a:pt x="1058413" y="47948"/>
                </a:lnTo>
                <a:lnTo>
                  <a:pt x="1058545" y="48326"/>
                </a:lnTo>
                <a:lnTo>
                  <a:pt x="1058671" y="48711"/>
                </a:lnTo>
                <a:lnTo>
                  <a:pt x="1058789" y="49103"/>
                </a:lnTo>
                <a:lnTo>
                  <a:pt x="1058902" y="49500"/>
                </a:lnTo>
                <a:lnTo>
                  <a:pt x="1059010" y="49900"/>
                </a:lnTo>
                <a:lnTo>
                  <a:pt x="1059113" y="50304"/>
                </a:lnTo>
                <a:lnTo>
                  <a:pt x="1059211" y="50712"/>
                </a:lnTo>
                <a:lnTo>
                  <a:pt x="1059305" y="51123"/>
                </a:lnTo>
                <a:lnTo>
                  <a:pt x="1059393" y="51538"/>
                </a:lnTo>
                <a:lnTo>
                  <a:pt x="1059477" y="51956"/>
                </a:lnTo>
                <a:lnTo>
                  <a:pt x="1059556" y="52378"/>
                </a:lnTo>
                <a:lnTo>
                  <a:pt x="1059631" y="52803"/>
                </a:lnTo>
                <a:lnTo>
                  <a:pt x="1059700" y="53232"/>
                </a:lnTo>
                <a:lnTo>
                  <a:pt x="1059765" y="53665"/>
                </a:lnTo>
                <a:lnTo>
                  <a:pt x="1059825" y="54101"/>
                </a:lnTo>
                <a:lnTo>
                  <a:pt x="1059880" y="54541"/>
                </a:lnTo>
                <a:lnTo>
                  <a:pt x="1059930" y="54984"/>
                </a:lnTo>
                <a:lnTo>
                  <a:pt x="1059976" y="55431"/>
                </a:lnTo>
                <a:lnTo>
                  <a:pt x="1060017" y="55882"/>
                </a:lnTo>
                <a:lnTo>
                  <a:pt x="1060052" y="56336"/>
                </a:lnTo>
                <a:lnTo>
                  <a:pt x="1060084" y="56794"/>
                </a:lnTo>
                <a:lnTo>
                  <a:pt x="1060110" y="57255"/>
                </a:lnTo>
                <a:lnTo>
                  <a:pt x="1060132" y="57720"/>
                </a:lnTo>
                <a:lnTo>
                  <a:pt x="1060148" y="58188"/>
                </a:lnTo>
                <a:lnTo>
                  <a:pt x="1060160" y="58660"/>
                </a:lnTo>
                <a:lnTo>
                  <a:pt x="1060168" y="59136"/>
                </a:lnTo>
                <a:lnTo>
                  <a:pt x="1060170" y="59615"/>
                </a:lnTo>
                <a:lnTo>
                  <a:pt x="1060168" y="60083"/>
                </a:lnTo>
                <a:lnTo>
                  <a:pt x="1060160" y="60547"/>
                </a:lnTo>
                <a:lnTo>
                  <a:pt x="1060148" y="61008"/>
                </a:lnTo>
                <a:lnTo>
                  <a:pt x="1060132" y="61466"/>
                </a:lnTo>
                <a:lnTo>
                  <a:pt x="1060110" y="61920"/>
                </a:lnTo>
                <a:lnTo>
                  <a:pt x="1060084" y="62371"/>
                </a:lnTo>
                <a:lnTo>
                  <a:pt x="1060052" y="62819"/>
                </a:lnTo>
                <a:lnTo>
                  <a:pt x="1060017" y="63263"/>
                </a:lnTo>
                <a:lnTo>
                  <a:pt x="1059976" y="63704"/>
                </a:lnTo>
                <a:lnTo>
                  <a:pt x="1059930" y="64142"/>
                </a:lnTo>
                <a:lnTo>
                  <a:pt x="1059880" y="64576"/>
                </a:lnTo>
                <a:lnTo>
                  <a:pt x="1059825" y="65007"/>
                </a:lnTo>
                <a:lnTo>
                  <a:pt x="1059765" y="65435"/>
                </a:lnTo>
                <a:lnTo>
                  <a:pt x="1059700" y="65859"/>
                </a:lnTo>
                <a:lnTo>
                  <a:pt x="1059631" y="66280"/>
                </a:lnTo>
                <a:lnTo>
                  <a:pt x="1059556" y="66698"/>
                </a:lnTo>
                <a:lnTo>
                  <a:pt x="1059477" y="67112"/>
                </a:lnTo>
                <a:lnTo>
                  <a:pt x="1059393" y="67523"/>
                </a:lnTo>
                <a:lnTo>
                  <a:pt x="1059305" y="67930"/>
                </a:lnTo>
                <a:lnTo>
                  <a:pt x="1059211" y="68335"/>
                </a:lnTo>
                <a:lnTo>
                  <a:pt x="1059113" y="68736"/>
                </a:lnTo>
                <a:lnTo>
                  <a:pt x="1059010" y="69133"/>
                </a:lnTo>
                <a:lnTo>
                  <a:pt x="1058902" y="69527"/>
                </a:lnTo>
                <a:lnTo>
                  <a:pt x="1058789" y="69918"/>
                </a:lnTo>
                <a:lnTo>
                  <a:pt x="1058671" y="70304"/>
                </a:lnTo>
                <a:lnTo>
                  <a:pt x="1058545" y="70684"/>
                </a:lnTo>
                <a:lnTo>
                  <a:pt x="1058413" y="71057"/>
                </a:lnTo>
                <a:lnTo>
                  <a:pt x="1058275" y="71423"/>
                </a:lnTo>
                <a:lnTo>
                  <a:pt x="1058129" y="71783"/>
                </a:lnTo>
                <a:lnTo>
                  <a:pt x="1057977" y="72136"/>
                </a:lnTo>
                <a:lnTo>
                  <a:pt x="1057817" y="72482"/>
                </a:lnTo>
                <a:lnTo>
                  <a:pt x="1057652" y="72822"/>
                </a:lnTo>
                <a:lnTo>
                  <a:pt x="1057479" y="73156"/>
                </a:lnTo>
                <a:lnTo>
                  <a:pt x="1057299" y="73483"/>
                </a:lnTo>
                <a:lnTo>
                  <a:pt x="1057113" y="73803"/>
                </a:lnTo>
                <a:lnTo>
                  <a:pt x="1056920" y="74117"/>
                </a:lnTo>
                <a:lnTo>
                  <a:pt x="1056720" y="74424"/>
                </a:lnTo>
                <a:lnTo>
                  <a:pt x="1056513" y="74725"/>
                </a:lnTo>
                <a:lnTo>
                  <a:pt x="1056300" y="75019"/>
                </a:lnTo>
                <a:lnTo>
                  <a:pt x="1056080" y="75307"/>
                </a:lnTo>
                <a:lnTo>
                  <a:pt x="1055853" y="75588"/>
                </a:lnTo>
                <a:lnTo>
                  <a:pt x="1055619" y="75862"/>
                </a:lnTo>
                <a:lnTo>
                  <a:pt x="1055379" y="76130"/>
                </a:lnTo>
                <a:lnTo>
                  <a:pt x="1055131" y="76392"/>
                </a:lnTo>
                <a:lnTo>
                  <a:pt x="1054877" y="76647"/>
                </a:lnTo>
                <a:lnTo>
                  <a:pt x="1054616" y="76895"/>
                </a:lnTo>
                <a:lnTo>
                  <a:pt x="1054349" y="77137"/>
                </a:lnTo>
                <a:lnTo>
                  <a:pt x="1054074" y="77372"/>
                </a:lnTo>
                <a:lnTo>
                  <a:pt x="1053792" y="77599"/>
                </a:lnTo>
                <a:lnTo>
                  <a:pt x="1053501" y="77816"/>
                </a:lnTo>
                <a:lnTo>
                  <a:pt x="1053201" y="78024"/>
                </a:lnTo>
                <a:lnTo>
                  <a:pt x="1052893" y="78222"/>
                </a:lnTo>
                <a:lnTo>
                  <a:pt x="1052575" y="78410"/>
                </a:lnTo>
                <a:lnTo>
                  <a:pt x="1052249" y="78589"/>
                </a:lnTo>
                <a:lnTo>
                  <a:pt x="1051914" y="78758"/>
                </a:lnTo>
                <a:lnTo>
                  <a:pt x="1051571" y="78918"/>
                </a:lnTo>
                <a:lnTo>
                  <a:pt x="1051218" y="79067"/>
                </a:lnTo>
                <a:lnTo>
                  <a:pt x="1050857" y="79208"/>
                </a:lnTo>
                <a:lnTo>
                  <a:pt x="1050487" y="79338"/>
                </a:lnTo>
                <a:lnTo>
                  <a:pt x="1050109" y="79459"/>
                </a:lnTo>
                <a:lnTo>
                  <a:pt x="1049721" y="79570"/>
                </a:lnTo>
                <a:lnTo>
                  <a:pt x="1049325" y="79671"/>
                </a:lnTo>
                <a:lnTo>
                  <a:pt x="1048920" y="79763"/>
                </a:lnTo>
                <a:lnTo>
                  <a:pt x="1048506" y="79845"/>
                </a:lnTo>
                <a:lnTo>
                  <a:pt x="1048083" y="79918"/>
                </a:lnTo>
                <a:lnTo>
                  <a:pt x="1047652" y="79981"/>
                </a:lnTo>
                <a:lnTo>
                  <a:pt x="1047212" y="80034"/>
                </a:lnTo>
                <a:lnTo>
                  <a:pt x="1046763" y="80077"/>
                </a:lnTo>
                <a:lnTo>
                  <a:pt x="1046306" y="80111"/>
                </a:lnTo>
                <a:lnTo>
                  <a:pt x="1045839" y="80135"/>
                </a:lnTo>
                <a:lnTo>
                  <a:pt x="1045364" y="80150"/>
                </a:lnTo>
                <a:lnTo>
                  <a:pt x="1044880" y="80154"/>
                </a:lnTo>
                <a:lnTo>
                  <a:pt x="1044407" y="80150"/>
                </a:lnTo>
                <a:lnTo>
                  <a:pt x="1043943" y="80135"/>
                </a:lnTo>
                <a:lnTo>
                  <a:pt x="1043487" y="80111"/>
                </a:lnTo>
                <a:lnTo>
                  <a:pt x="1043040" y="80077"/>
                </a:lnTo>
                <a:lnTo>
                  <a:pt x="1042601" y="80034"/>
                </a:lnTo>
                <a:close/>
                <a:moveTo>
                  <a:pt x="1252540" y="93710"/>
                </a:moveTo>
                <a:lnTo>
                  <a:pt x="1252993" y="93688"/>
                </a:lnTo>
                <a:lnTo>
                  <a:pt x="1253445" y="93662"/>
                </a:lnTo>
                <a:lnTo>
                  <a:pt x="1253895" y="93632"/>
                </a:lnTo>
                <a:lnTo>
                  <a:pt x="1254345" y="93598"/>
                </a:lnTo>
                <a:lnTo>
                  <a:pt x="1254793" y="93559"/>
                </a:lnTo>
                <a:lnTo>
                  <a:pt x="1255239" y="93517"/>
                </a:lnTo>
                <a:lnTo>
                  <a:pt x="1255685" y="93471"/>
                </a:lnTo>
                <a:lnTo>
                  <a:pt x="1256129" y="93421"/>
                </a:lnTo>
                <a:lnTo>
                  <a:pt x="1256572" y="93367"/>
                </a:lnTo>
                <a:lnTo>
                  <a:pt x="1257014" y="93308"/>
                </a:lnTo>
                <a:lnTo>
                  <a:pt x="1257454" y="93246"/>
                </a:lnTo>
                <a:lnTo>
                  <a:pt x="1257893" y="93180"/>
                </a:lnTo>
                <a:lnTo>
                  <a:pt x="1258331" y="93109"/>
                </a:lnTo>
                <a:lnTo>
                  <a:pt x="1258767" y="93035"/>
                </a:lnTo>
                <a:lnTo>
                  <a:pt x="1259202" y="92957"/>
                </a:lnTo>
                <a:lnTo>
                  <a:pt x="1259636" y="92874"/>
                </a:lnTo>
                <a:lnTo>
                  <a:pt x="1260069" y="92788"/>
                </a:lnTo>
                <a:lnTo>
                  <a:pt x="1260500" y="92697"/>
                </a:lnTo>
                <a:lnTo>
                  <a:pt x="1260930" y="92603"/>
                </a:lnTo>
                <a:lnTo>
                  <a:pt x="1261358" y="92504"/>
                </a:lnTo>
                <a:lnTo>
                  <a:pt x="1261781" y="92400"/>
                </a:lnTo>
                <a:lnTo>
                  <a:pt x="1262201" y="92292"/>
                </a:lnTo>
                <a:lnTo>
                  <a:pt x="1262616" y="92178"/>
                </a:lnTo>
                <a:lnTo>
                  <a:pt x="1263028" y="92060"/>
                </a:lnTo>
                <a:lnTo>
                  <a:pt x="1263435" y="91937"/>
                </a:lnTo>
                <a:lnTo>
                  <a:pt x="1263839" y="91809"/>
                </a:lnTo>
                <a:lnTo>
                  <a:pt x="1264238" y="91676"/>
                </a:lnTo>
                <a:lnTo>
                  <a:pt x="1264634" y="91538"/>
                </a:lnTo>
                <a:lnTo>
                  <a:pt x="1265025" y="91396"/>
                </a:lnTo>
                <a:lnTo>
                  <a:pt x="1265413" y="91248"/>
                </a:lnTo>
                <a:lnTo>
                  <a:pt x="1265797" y="91096"/>
                </a:lnTo>
                <a:lnTo>
                  <a:pt x="1266177" y="90939"/>
                </a:lnTo>
                <a:lnTo>
                  <a:pt x="1266552" y="90777"/>
                </a:lnTo>
                <a:lnTo>
                  <a:pt x="1266924" y="90611"/>
                </a:lnTo>
                <a:lnTo>
                  <a:pt x="1267292" y="90439"/>
                </a:lnTo>
                <a:lnTo>
                  <a:pt x="1267656" y="90263"/>
                </a:lnTo>
                <a:lnTo>
                  <a:pt x="1268015" y="90081"/>
                </a:lnTo>
                <a:lnTo>
                  <a:pt x="1268371" y="89895"/>
                </a:lnTo>
                <a:lnTo>
                  <a:pt x="1268723" y="89704"/>
                </a:lnTo>
                <a:lnTo>
                  <a:pt x="1269071" y="89508"/>
                </a:lnTo>
                <a:lnTo>
                  <a:pt x="1269415" y="89308"/>
                </a:lnTo>
                <a:lnTo>
                  <a:pt x="1269755" y="89102"/>
                </a:lnTo>
                <a:lnTo>
                  <a:pt x="1270091" y="88892"/>
                </a:lnTo>
                <a:lnTo>
                  <a:pt x="1270422" y="88676"/>
                </a:lnTo>
                <a:lnTo>
                  <a:pt x="1270748" y="88455"/>
                </a:lnTo>
                <a:lnTo>
                  <a:pt x="1271067" y="88229"/>
                </a:lnTo>
                <a:lnTo>
                  <a:pt x="1271382" y="87996"/>
                </a:lnTo>
                <a:lnTo>
                  <a:pt x="1271691" y="87759"/>
                </a:lnTo>
                <a:lnTo>
                  <a:pt x="1271994" y="87515"/>
                </a:lnTo>
                <a:lnTo>
                  <a:pt x="1272291" y="87266"/>
                </a:lnTo>
                <a:lnTo>
                  <a:pt x="1272583" y="87012"/>
                </a:lnTo>
                <a:lnTo>
                  <a:pt x="1272869" y="86752"/>
                </a:lnTo>
                <a:lnTo>
                  <a:pt x="1273150" y="86486"/>
                </a:lnTo>
                <a:lnTo>
                  <a:pt x="1273425" y="86215"/>
                </a:lnTo>
                <a:lnTo>
                  <a:pt x="1273694" y="85939"/>
                </a:lnTo>
                <a:lnTo>
                  <a:pt x="1273958" y="85656"/>
                </a:lnTo>
                <a:lnTo>
                  <a:pt x="1274216" y="85369"/>
                </a:lnTo>
                <a:lnTo>
                  <a:pt x="1274469" y="85075"/>
                </a:lnTo>
                <a:lnTo>
                  <a:pt x="1274716" y="84777"/>
                </a:lnTo>
                <a:lnTo>
                  <a:pt x="1274957" y="84472"/>
                </a:lnTo>
                <a:lnTo>
                  <a:pt x="1275193" y="84162"/>
                </a:lnTo>
                <a:lnTo>
                  <a:pt x="1275423" y="83847"/>
                </a:lnTo>
                <a:lnTo>
                  <a:pt x="1275648" y="83526"/>
                </a:lnTo>
                <a:lnTo>
                  <a:pt x="1275867" y="83199"/>
                </a:lnTo>
                <a:lnTo>
                  <a:pt x="1276080" y="82867"/>
                </a:lnTo>
                <a:lnTo>
                  <a:pt x="1276288" y="82529"/>
                </a:lnTo>
                <a:lnTo>
                  <a:pt x="1276490" y="82186"/>
                </a:lnTo>
                <a:lnTo>
                  <a:pt x="1276685" y="81836"/>
                </a:lnTo>
                <a:lnTo>
                  <a:pt x="1276872" y="81481"/>
                </a:lnTo>
                <a:lnTo>
                  <a:pt x="1277050" y="81119"/>
                </a:lnTo>
                <a:lnTo>
                  <a:pt x="1277220" y="80750"/>
                </a:lnTo>
                <a:lnTo>
                  <a:pt x="1277382" y="80375"/>
                </a:lnTo>
                <a:lnTo>
                  <a:pt x="1277536" y="79994"/>
                </a:lnTo>
                <a:lnTo>
                  <a:pt x="1277681" y="79607"/>
                </a:lnTo>
                <a:lnTo>
                  <a:pt x="1277818" y="79213"/>
                </a:lnTo>
                <a:lnTo>
                  <a:pt x="1277947" y="78812"/>
                </a:lnTo>
                <a:lnTo>
                  <a:pt x="1278067" y="78405"/>
                </a:lnTo>
                <a:lnTo>
                  <a:pt x="1278179" y="77992"/>
                </a:lnTo>
                <a:lnTo>
                  <a:pt x="1278283" y="77573"/>
                </a:lnTo>
                <a:lnTo>
                  <a:pt x="1278379" y="77147"/>
                </a:lnTo>
                <a:lnTo>
                  <a:pt x="1278466" y="76715"/>
                </a:lnTo>
                <a:lnTo>
                  <a:pt x="1278545" y="76276"/>
                </a:lnTo>
                <a:lnTo>
                  <a:pt x="1278615" y="75831"/>
                </a:lnTo>
                <a:lnTo>
                  <a:pt x="1278677" y="75379"/>
                </a:lnTo>
                <a:lnTo>
                  <a:pt x="1278731" y="74921"/>
                </a:lnTo>
                <a:lnTo>
                  <a:pt x="1278777" y="74457"/>
                </a:lnTo>
                <a:lnTo>
                  <a:pt x="1278814" y="73987"/>
                </a:lnTo>
                <a:lnTo>
                  <a:pt x="1278843" y="73509"/>
                </a:lnTo>
                <a:lnTo>
                  <a:pt x="1278864" y="73026"/>
                </a:lnTo>
                <a:lnTo>
                  <a:pt x="1278877" y="72536"/>
                </a:lnTo>
                <a:lnTo>
                  <a:pt x="1278881" y="72040"/>
                </a:lnTo>
                <a:lnTo>
                  <a:pt x="1278876" y="71511"/>
                </a:lnTo>
                <a:lnTo>
                  <a:pt x="1278860" y="70990"/>
                </a:lnTo>
                <a:lnTo>
                  <a:pt x="1278835" y="70477"/>
                </a:lnTo>
                <a:lnTo>
                  <a:pt x="1278799" y="69973"/>
                </a:lnTo>
                <a:lnTo>
                  <a:pt x="1278752" y="69476"/>
                </a:lnTo>
                <a:lnTo>
                  <a:pt x="1278696" y="68989"/>
                </a:lnTo>
                <a:lnTo>
                  <a:pt x="1278629" y="68509"/>
                </a:lnTo>
                <a:lnTo>
                  <a:pt x="1278552" y="68038"/>
                </a:lnTo>
                <a:lnTo>
                  <a:pt x="1278464" y="67575"/>
                </a:lnTo>
                <a:lnTo>
                  <a:pt x="1278366" y="67120"/>
                </a:lnTo>
                <a:lnTo>
                  <a:pt x="1278258" y="66673"/>
                </a:lnTo>
                <a:lnTo>
                  <a:pt x="1278140" y="66235"/>
                </a:lnTo>
                <a:lnTo>
                  <a:pt x="1278011" y="65805"/>
                </a:lnTo>
                <a:lnTo>
                  <a:pt x="1277872" y="65384"/>
                </a:lnTo>
                <a:lnTo>
                  <a:pt x="1277723" y="64970"/>
                </a:lnTo>
                <a:lnTo>
                  <a:pt x="1277564" y="64565"/>
                </a:lnTo>
                <a:lnTo>
                  <a:pt x="1277394" y="64169"/>
                </a:lnTo>
                <a:lnTo>
                  <a:pt x="1277214" y="63780"/>
                </a:lnTo>
                <a:lnTo>
                  <a:pt x="1277023" y="63400"/>
                </a:lnTo>
                <a:lnTo>
                  <a:pt x="1276823" y="63028"/>
                </a:lnTo>
                <a:lnTo>
                  <a:pt x="1276612" y="62664"/>
                </a:lnTo>
                <a:lnTo>
                  <a:pt x="1276391" y="62309"/>
                </a:lnTo>
                <a:lnTo>
                  <a:pt x="1276159" y="61962"/>
                </a:lnTo>
                <a:lnTo>
                  <a:pt x="1275917" y="61623"/>
                </a:lnTo>
                <a:lnTo>
                  <a:pt x="1275667" y="61291"/>
                </a:lnTo>
                <a:lnTo>
                  <a:pt x="1275409" y="60965"/>
                </a:lnTo>
                <a:lnTo>
                  <a:pt x="1275144" y="60644"/>
                </a:lnTo>
                <a:lnTo>
                  <a:pt x="1274871" y="60329"/>
                </a:lnTo>
                <a:lnTo>
                  <a:pt x="1274592" y="60020"/>
                </a:lnTo>
                <a:lnTo>
                  <a:pt x="1274305" y="59716"/>
                </a:lnTo>
                <a:lnTo>
                  <a:pt x="1274011" y="59418"/>
                </a:lnTo>
                <a:lnTo>
                  <a:pt x="1273709" y="59126"/>
                </a:lnTo>
                <a:lnTo>
                  <a:pt x="1273401" y="58839"/>
                </a:lnTo>
                <a:lnTo>
                  <a:pt x="1273085" y="58558"/>
                </a:lnTo>
                <a:lnTo>
                  <a:pt x="1272762" y="58283"/>
                </a:lnTo>
                <a:lnTo>
                  <a:pt x="1272431" y="58014"/>
                </a:lnTo>
                <a:lnTo>
                  <a:pt x="1272094" y="57750"/>
                </a:lnTo>
                <a:lnTo>
                  <a:pt x="1271749" y="57492"/>
                </a:lnTo>
                <a:lnTo>
                  <a:pt x="1271397" y="57239"/>
                </a:lnTo>
                <a:lnTo>
                  <a:pt x="1271038" y="56992"/>
                </a:lnTo>
                <a:lnTo>
                  <a:pt x="1270671" y="56751"/>
                </a:lnTo>
                <a:lnTo>
                  <a:pt x="1270297" y="56516"/>
                </a:lnTo>
                <a:lnTo>
                  <a:pt x="1269916" y="56286"/>
                </a:lnTo>
                <a:lnTo>
                  <a:pt x="1269528" y="56062"/>
                </a:lnTo>
                <a:lnTo>
                  <a:pt x="1269132" y="55843"/>
                </a:lnTo>
                <a:lnTo>
                  <a:pt x="1268729" y="55630"/>
                </a:lnTo>
                <a:lnTo>
                  <a:pt x="1268319" y="55423"/>
                </a:lnTo>
                <a:lnTo>
                  <a:pt x="1267902" y="55222"/>
                </a:lnTo>
                <a:lnTo>
                  <a:pt x="1267478" y="55025"/>
                </a:lnTo>
                <a:lnTo>
                  <a:pt x="1267050" y="54831"/>
                </a:lnTo>
                <a:lnTo>
                  <a:pt x="1266618" y="54640"/>
                </a:lnTo>
                <a:lnTo>
                  <a:pt x="1266180" y="54452"/>
                </a:lnTo>
                <a:lnTo>
                  <a:pt x="1265738" y="54268"/>
                </a:lnTo>
                <a:lnTo>
                  <a:pt x="1265292" y="54086"/>
                </a:lnTo>
                <a:lnTo>
                  <a:pt x="1264840" y="53907"/>
                </a:lnTo>
                <a:lnTo>
                  <a:pt x="1264384" y="53732"/>
                </a:lnTo>
                <a:lnTo>
                  <a:pt x="1263923" y="53559"/>
                </a:lnTo>
                <a:lnTo>
                  <a:pt x="1263458" y="53390"/>
                </a:lnTo>
                <a:lnTo>
                  <a:pt x="1262988" y="53223"/>
                </a:lnTo>
                <a:lnTo>
                  <a:pt x="1262513" y="53060"/>
                </a:lnTo>
                <a:lnTo>
                  <a:pt x="1262034" y="52900"/>
                </a:lnTo>
                <a:lnTo>
                  <a:pt x="1261550" y="52743"/>
                </a:lnTo>
                <a:lnTo>
                  <a:pt x="1261061" y="52589"/>
                </a:lnTo>
                <a:lnTo>
                  <a:pt x="1260567" y="52438"/>
                </a:lnTo>
                <a:lnTo>
                  <a:pt x="1260069" y="52290"/>
                </a:lnTo>
                <a:lnTo>
                  <a:pt x="1259566" y="52145"/>
                </a:lnTo>
                <a:lnTo>
                  <a:pt x="1259059" y="52003"/>
                </a:lnTo>
                <a:lnTo>
                  <a:pt x="1258547" y="51865"/>
                </a:lnTo>
                <a:lnTo>
                  <a:pt x="1258030" y="51729"/>
                </a:lnTo>
                <a:lnTo>
                  <a:pt x="1257508" y="51596"/>
                </a:lnTo>
                <a:lnTo>
                  <a:pt x="1256982" y="51467"/>
                </a:lnTo>
                <a:lnTo>
                  <a:pt x="1256451" y="51341"/>
                </a:lnTo>
                <a:lnTo>
                  <a:pt x="1255950" y="51227"/>
                </a:lnTo>
                <a:lnTo>
                  <a:pt x="1255457" y="51115"/>
                </a:lnTo>
                <a:lnTo>
                  <a:pt x="1254972" y="51003"/>
                </a:lnTo>
                <a:lnTo>
                  <a:pt x="1254496" y="50891"/>
                </a:lnTo>
                <a:lnTo>
                  <a:pt x="1254028" y="50780"/>
                </a:lnTo>
                <a:lnTo>
                  <a:pt x="1253567" y="50670"/>
                </a:lnTo>
                <a:lnTo>
                  <a:pt x="1253115" y="50561"/>
                </a:lnTo>
                <a:lnTo>
                  <a:pt x="1252672" y="50452"/>
                </a:lnTo>
                <a:lnTo>
                  <a:pt x="1252236" y="50343"/>
                </a:lnTo>
                <a:lnTo>
                  <a:pt x="1251809" y="50235"/>
                </a:lnTo>
                <a:lnTo>
                  <a:pt x="1251389" y="50128"/>
                </a:lnTo>
                <a:lnTo>
                  <a:pt x="1250978" y="50021"/>
                </a:lnTo>
                <a:lnTo>
                  <a:pt x="1250575" y="49915"/>
                </a:lnTo>
                <a:lnTo>
                  <a:pt x="1250181" y="49810"/>
                </a:lnTo>
                <a:lnTo>
                  <a:pt x="1249794" y="49705"/>
                </a:lnTo>
                <a:lnTo>
                  <a:pt x="1249416" y="49600"/>
                </a:lnTo>
                <a:lnTo>
                  <a:pt x="1249046" y="49497"/>
                </a:lnTo>
                <a:lnTo>
                  <a:pt x="1248684" y="49394"/>
                </a:lnTo>
                <a:lnTo>
                  <a:pt x="1248330" y="49291"/>
                </a:lnTo>
                <a:lnTo>
                  <a:pt x="1247985" y="49189"/>
                </a:lnTo>
                <a:lnTo>
                  <a:pt x="1247647" y="49088"/>
                </a:lnTo>
                <a:lnTo>
                  <a:pt x="1247318" y="48987"/>
                </a:lnTo>
                <a:lnTo>
                  <a:pt x="1246997" y="48887"/>
                </a:lnTo>
                <a:lnTo>
                  <a:pt x="1246684" y="48787"/>
                </a:lnTo>
                <a:lnTo>
                  <a:pt x="1246379" y="48688"/>
                </a:lnTo>
                <a:lnTo>
                  <a:pt x="1246081" y="48587"/>
                </a:lnTo>
                <a:lnTo>
                  <a:pt x="1245790" y="48486"/>
                </a:lnTo>
                <a:lnTo>
                  <a:pt x="1245506" y="48384"/>
                </a:lnTo>
                <a:lnTo>
                  <a:pt x="1245228" y="48282"/>
                </a:lnTo>
                <a:lnTo>
                  <a:pt x="1244958" y="48179"/>
                </a:lnTo>
                <a:lnTo>
                  <a:pt x="1244695" y="48075"/>
                </a:lnTo>
                <a:lnTo>
                  <a:pt x="1244439" y="47970"/>
                </a:lnTo>
                <a:lnTo>
                  <a:pt x="1244190" y="47865"/>
                </a:lnTo>
                <a:lnTo>
                  <a:pt x="1243948" y="47759"/>
                </a:lnTo>
                <a:lnTo>
                  <a:pt x="1243713" y="47652"/>
                </a:lnTo>
                <a:lnTo>
                  <a:pt x="1243485" y="47545"/>
                </a:lnTo>
                <a:lnTo>
                  <a:pt x="1243264" y="47437"/>
                </a:lnTo>
                <a:lnTo>
                  <a:pt x="1243050" y="47328"/>
                </a:lnTo>
                <a:lnTo>
                  <a:pt x="1242843" y="47218"/>
                </a:lnTo>
                <a:lnTo>
                  <a:pt x="1242643" y="47108"/>
                </a:lnTo>
                <a:lnTo>
                  <a:pt x="1242450" y="46997"/>
                </a:lnTo>
                <a:lnTo>
                  <a:pt x="1242264" y="46885"/>
                </a:lnTo>
                <a:lnTo>
                  <a:pt x="1242085" y="46773"/>
                </a:lnTo>
                <a:lnTo>
                  <a:pt x="1241913" y="46660"/>
                </a:lnTo>
                <a:lnTo>
                  <a:pt x="1241748" y="46546"/>
                </a:lnTo>
                <a:lnTo>
                  <a:pt x="1241591" y="46432"/>
                </a:lnTo>
                <a:lnTo>
                  <a:pt x="1241440" y="46316"/>
                </a:lnTo>
                <a:lnTo>
                  <a:pt x="1241296" y="46200"/>
                </a:lnTo>
                <a:lnTo>
                  <a:pt x="1241158" y="46083"/>
                </a:lnTo>
                <a:lnTo>
                  <a:pt x="1241027" y="45964"/>
                </a:lnTo>
                <a:lnTo>
                  <a:pt x="1240901" y="45844"/>
                </a:lnTo>
                <a:lnTo>
                  <a:pt x="1240781" y="45722"/>
                </a:lnTo>
                <a:lnTo>
                  <a:pt x="1240667" y="45599"/>
                </a:lnTo>
                <a:lnTo>
                  <a:pt x="1240559" y="45474"/>
                </a:lnTo>
                <a:lnTo>
                  <a:pt x="1240457" y="45348"/>
                </a:lnTo>
                <a:lnTo>
                  <a:pt x="1240360" y="45220"/>
                </a:lnTo>
                <a:lnTo>
                  <a:pt x="1240270" y="45090"/>
                </a:lnTo>
                <a:lnTo>
                  <a:pt x="1240185" y="44959"/>
                </a:lnTo>
                <a:lnTo>
                  <a:pt x="1240106" y="44827"/>
                </a:lnTo>
                <a:lnTo>
                  <a:pt x="1240033" y="44693"/>
                </a:lnTo>
                <a:lnTo>
                  <a:pt x="1239966" y="44557"/>
                </a:lnTo>
                <a:lnTo>
                  <a:pt x="1239904" y="44420"/>
                </a:lnTo>
                <a:lnTo>
                  <a:pt x="1239849" y="44281"/>
                </a:lnTo>
                <a:lnTo>
                  <a:pt x="1239799" y="44141"/>
                </a:lnTo>
                <a:lnTo>
                  <a:pt x="1239755" y="44000"/>
                </a:lnTo>
                <a:lnTo>
                  <a:pt x="1239717" y="43856"/>
                </a:lnTo>
                <a:lnTo>
                  <a:pt x="1239685" y="43712"/>
                </a:lnTo>
                <a:lnTo>
                  <a:pt x="1239659" y="43565"/>
                </a:lnTo>
                <a:lnTo>
                  <a:pt x="1239638" y="43418"/>
                </a:lnTo>
                <a:lnTo>
                  <a:pt x="1239624" y="43268"/>
                </a:lnTo>
                <a:lnTo>
                  <a:pt x="1239615" y="43118"/>
                </a:lnTo>
                <a:lnTo>
                  <a:pt x="1239612" y="42965"/>
                </a:lnTo>
                <a:lnTo>
                  <a:pt x="1239617" y="42701"/>
                </a:lnTo>
                <a:lnTo>
                  <a:pt x="1239630" y="42444"/>
                </a:lnTo>
                <a:lnTo>
                  <a:pt x="1239653" y="42193"/>
                </a:lnTo>
                <a:lnTo>
                  <a:pt x="1239686" y="41948"/>
                </a:lnTo>
                <a:lnTo>
                  <a:pt x="1239727" y="41710"/>
                </a:lnTo>
                <a:lnTo>
                  <a:pt x="1239778" y="41478"/>
                </a:lnTo>
                <a:lnTo>
                  <a:pt x="1239838" y="41252"/>
                </a:lnTo>
                <a:lnTo>
                  <a:pt x="1239908" y="41032"/>
                </a:lnTo>
                <a:lnTo>
                  <a:pt x="1239986" y="40819"/>
                </a:lnTo>
                <a:lnTo>
                  <a:pt x="1240074" y="40611"/>
                </a:lnTo>
                <a:lnTo>
                  <a:pt x="1240171" y="40411"/>
                </a:lnTo>
                <a:lnTo>
                  <a:pt x="1240277" y="40216"/>
                </a:lnTo>
                <a:lnTo>
                  <a:pt x="1240393" y="40028"/>
                </a:lnTo>
                <a:lnTo>
                  <a:pt x="1240517" y="39846"/>
                </a:lnTo>
                <a:lnTo>
                  <a:pt x="1240651" y="39670"/>
                </a:lnTo>
                <a:lnTo>
                  <a:pt x="1240794" y="39501"/>
                </a:lnTo>
                <a:lnTo>
                  <a:pt x="1240947" y="39338"/>
                </a:lnTo>
                <a:lnTo>
                  <a:pt x="1241108" y="39181"/>
                </a:lnTo>
                <a:lnTo>
                  <a:pt x="1241279" y="39031"/>
                </a:lnTo>
                <a:lnTo>
                  <a:pt x="1241460" y="38886"/>
                </a:lnTo>
                <a:lnTo>
                  <a:pt x="1241649" y="38748"/>
                </a:lnTo>
                <a:lnTo>
                  <a:pt x="1241848" y="38617"/>
                </a:lnTo>
                <a:lnTo>
                  <a:pt x="1242055" y="38491"/>
                </a:lnTo>
                <a:lnTo>
                  <a:pt x="1242273" y="38372"/>
                </a:lnTo>
                <a:lnTo>
                  <a:pt x="1242498" y="38259"/>
                </a:lnTo>
                <a:lnTo>
                  <a:pt x="1242730" y="38150"/>
                </a:lnTo>
                <a:lnTo>
                  <a:pt x="1242969" y="38046"/>
                </a:lnTo>
                <a:lnTo>
                  <a:pt x="1243215" y="37946"/>
                </a:lnTo>
                <a:lnTo>
                  <a:pt x="1243467" y="37852"/>
                </a:lnTo>
                <a:lnTo>
                  <a:pt x="1243727" y="37763"/>
                </a:lnTo>
                <a:lnTo>
                  <a:pt x="1243994" y="37678"/>
                </a:lnTo>
                <a:lnTo>
                  <a:pt x="1244267" y="37598"/>
                </a:lnTo>
                <a:lnTo>
                  <a:pt x="1244547" y="37523"/>
                </a:lnTo>
                <a:lnTo>
                  <a:pt x="1244835" y="37453"/>
                </a:lnTo>
                <a:lnTo>
                  <a:pt x="1245129" y="37388"/>
                </a:lnTo>
                <a:lnTo>
                  <a:pt x="1245430" y="37327"/>
                </a:lnTo>
                <a:lnTo>
                  <a:pt x="1245738" y="37272"/>
                </a:lnTo>
                <a:lnTo>
                  <a:pt x="1246053" y="37221"/>
                </a:lnTo>
                <a:lnTo>
                  <a:pt x="1246374" y="37175"/>
                </a:lnTo>
                <a:lnTo>
                  <a:pt x="1246703" y="37134"/>
                </a:lnTo>
                <a:lnTo>
                  <a:pt x="1247039" y="37097"/>
                </a:lnTo>
                <a:lnTo>
                  <a:pt x="1247381" y="37066"/>
                </a:lnTo>
                <a:lnTo>
                  <a:pt x="1247730" y="37039"/>
                </a:lnTo>
                <a:lnTo>
                  <a:pt x="1248087" y="37018"/>
                </a:lnTo>
                <a:lnTo>
                  <a:pt x="1248450" y="37001"/>
                </a:lnTo>
                <a:lnTo>
                  <a:pt x="1248820" y="36988"/>
                </a:lnTo>
                <a:lnTo>
                  <a:pt x="1249197" y="36981"/>
                </a:lnTo>
                <a:lnTo>
                  <a:pt x="1249581" y="36979"/>
                </a:lnTo>
                <a:lnTo>
                  <a:pt x="1249938" y="36982"/>
                </a:lnTo>
                <a:lnTo>
                  <a:pt x="1250291" y="36993"/>
                </a:lnTo>
                <a:lnTo>
                  <a:pt x="1250641" y="37010"/>
                </a:lnTo>
                <a:lnTo>
                  <a:pt x="1250987" y="37034"/>
                </a:lnTo>
                <a:lnTo>
                  <a:pt x="1251329" y="37066"/>
                </a:lnTo>
                <a:lnTo>
                  <a:pt x="1251667" y="37104"/>
                </a:lnTo>
                <a:lnTo>
                  <a:pt x="1252001" y="37149"/>
                </a:lnTo>
                <a:lnTo>
                  <a:pt x="1252331" y="37201"/>
                </a:lnTo>
                <a:lnTo>
                  <a:pt x="1252658" y="37261"/>
                </a:lnTo>
                <a:lnTo>
                  <a:pt x="1252980" y="37327"/>
                </a:lnTo>
                <a:lnTo>
                  <a:pt x="1253299" y="37400"/>
                </a:lnTo>
                <a:lnTo>
                  <a:pt x="1253614" y="37480"/>
                </a:lnTo>
                <a:lnTo>
                  <a:pt x="1253925" y="37567"/>
                </a:lnTo>
                <a:lnTo>
                  <a:pt x="1254232" y="37661"/>
                </a:lnTo>
                <a:lnTo>
                  <a:pt x="1254535" y="37762"/>
                </a:lnTo>
                <a:lnTo>
                  <a:pt x="1254835" y="37869"/>
                </a:lnTo>
                <a:lnTo>
                  <a:pt x="1255130" y="37984"/>
                </a:lnTo>
                <a:lnTo>
                  <a:pt x="1255422" y="38106"/>
                </a:lnTo>
                <a:lnTo>
                  <a:pt x="1255710" y="38235"/>
                </a:lnTo>
                <a:lnTo>
                  <a:pt x="1255994" y="38370"/>
                </a:lnTo>
                <a:lnTo>
                  <a:pt x="1256274" y="38513"/>
                </a:lnTo>
                <a:lnTo>
                  <a:pt x="1256550" y="38663"/>
                </a:lnTo>
                <a:lnTo>
                  <a:pt x="1256822" y="38819"/>
                </a:lnTo>
                <a:lnTo>
                  <a:pt x="1257091" y="38983"/>
                </a:lnTo>
                <a:lnTo>
                  <a:pt x="1257352" y="39155"/>
                </a:lnTo>
                <a:lnTo>
                  <a:pt x="1257602" y="39338"/>
                </a:lnTo>
                <a:lnTo>
                  <a:pt x="1257841" y="39533"/>
                </a:lnTo>
                <a:lnTo>
                  <a:pt x="1258069" y="39738"/>
                </a:lnTo>
                <a:lnTo>
                  <a:pt x="1258285" y="39955"/>
                </a:lnTo>
                <a:lnTo>
                  <a:pt x="1258491" y="40182"/>
                </a:lnTo>
                <a:lnTo>
                  <a:pt x="1258685" y="40421"/>
                </a:lnTo>
                <a:lnTo>
                  <a:pt x="1258868" y="40670"/>
                </a:lnTo>
                <a:lnTo>
                  <a:pt x="1259041" y="40931"/>
                </a:lnTo>
                <a:lnTo>
                  <a:pt x="1259202" y="41203"/>
                </a:lnTo>
                <a:lnTo>
                  <a:pt x="1259352" y="41485"/>
                </a:lnTo>
                <a:lnTo>
                  <a:pt x="1259491" y="41779"/>
                </a:lnTo>
                <a:lnTo>
                  <a:pt x="1259618" y="42084"/>
                </a:lnTo>
                <a:lnTo>
                  <a:pt x="1259735" y="42400"/>
                </a:lnTo>
                <a:lnTo>
                  <a:pt x="1259840" y="42726"/>
                </a:lnTo>
                <a:lnTo>
                  <a:pt x="1259935" y="43064"/>
                </a:lnTo>
                <a:lnTo>
                  <a:pt x="1260018" y="43413"/>
                </a:lnTo>
                <a:lnTo>
                  <a:pt x="1260090" y="43773"/>
                </a:lnTo>
                <a:lnTo>
                  <a:pt x="1260152" y="44144"/>
                </a:lnTo>
                <a:lnTo>
                  <a:pt x="1260202" y="44526"/>
                </a:lnTo>
                <a:lnTo>
                  <a:pt x="1260240" y="44919"/>
                </a:lnTo>
                <a:lnTo>
                  <a:pt x="1260268" y="45323"/>
                </a:lnTo>
                <a:lnTo>
                  <a:pt x="1260285" y="45738"/>
                </a:lnTo>
                <a:lnTo>
                  <a:pt x="1260290" y="46165"/>
                </a:lnTo>
                <a:lnTo>
                  <a:pt x="1276860" y="46165"/>
                </a:lnTo>
                <a:lnTo>
                  <a:pt x="1276856" y="45658"/>
                </a:lnTo>
                <a:lnTo>
                  <a:pt x="1276844" y="45158"/>
                </a:lnTo>
                <a:lnTo>
                  <a:pt x="1276823" y="44665"/>
                </a:lnTo>
                <a:lnTo>
                  <a:pt x="1276795" y="44179"/>
                </a:lnTo>
                <a:lnTo>
                  <a:pt x="1276758" y="43700"/>
                </a:lnTo>
                <a:lnTo>
                  <a:pt x="1276713" y="43229"/>
                </a:lnTo>
                <a:lnTo>
                  <a:pt x="1276660" y="42764"/>
                </a:lnTo>
                <a:lnTo>
                  <a:pt x="1276598" y="42307"/>
                </a:lnTo>
                <a:lnTo>
                  <a:pt x="1276529" y="41856"/>
                </a:lnTo>
                <a:lnTo>
                  <a:pt x="1276451" y="41413"/>
                </a:lnTo>
                <a:lnTo>
                  <a:pt x="1276365" y="40977"/>
                </a:lnTo>
                <a:lnTo>
                  <a:pt x="1276271" y="40548"/>
                </a:lnTo>
                <a:lnTo>
                  <a:pt x="1276168" y="40126"/>
                </a:lnTo>
                <a:lnTo>
                  <a:pt x="1276058" y="39711"/>
                </a:lnTo>
                <a:lnTo>
                  <a:pt x="1275939" y="39303"/>
                </a:lnTo>
                <a:lnTo>
                  <a:pt x="1275812" y="38902"/>
                </a:lnTo>
                <a:lnTo>
                  <a:pt x="1275677" y="38509"/>
                </a:lnTo>
                <a:lnTo>
                  <a:pt x="1275534" y="38122"/>
                </a:lnTo>
                <a:lnTo>
                  <a:pt x="1275383" y="37743"/>
                </a:lnTo>
                <a:lnTo>
                  <a:pt x="1275223" y="37370"/>
                </a:lnTo>
                <a:lnTo>
                  <a:pt x="1275055" y="37005"/>
                </a:lnTo>
                <a:lnTo>
                  <a:pt x="1274879" y="36647"/>
                </a:lnTo>
                <a:lnTo>
                  <a:pt x="1274695" y="36296"/>
                </a:lnTo>
                <a:lnTo>
                  <a:pt x="1274503" y="35952"/>
                </a:lnTo>
                <a:lnTo>
                  <a:pt x="1274304" y="35614"/>
                </a:lnTo>
                <a:lnTo>
                  <a:pt x="1274099" y="35282"/>
                </a:lnTo>
                <a:lnTo>
                  <a:pt x="1273889" y="34956"/>
                </a:lnTo>
                <a:lnTo>
                  <a:pt x="1273674" y="34636"/>
                </a:lnTo>
                <a:lnTo>
                  <a:pt x="1273453" y="34322"/>
                </a:lnTo>
                <a:lnTo>
                  <a:pt x="1273227" y="34013"/>
                </a:lnTo>
                <a:lnTo>
                  <a:pt x="1272996" y="33710"/>
                </a:lnTo>
                <a:lnTo>
                  <a:pt x="1272759" y="33413"/>
                </a:lnTo>
                <a:lnTo>
                  <a:pt x="1272517" y="33122"/>
                </a:lnTo>
                <a:lnTo>
                  <a:pt x="1272269" y="32837"/>
                </a:lnTo>
                <a:lnTo>
                  <a:pt x="1272016" y="32557"/>
                </a:lnTo>
                <a:lnTo>
                  <a:pt x="1271758" y="32283"/>
                </a:lnTo>
                <a:lnTo>
                  <a:pt x="1271494" y="32015"/>
                </a:lnTo>
                <a:lnTo>
                  <a:pt x="1271225" y="31753"/>
                </a:lnTo>
                <a:lnTo>
                  <a:pt x="1270951" y="31497"/>
                </a:lnTo>
                <a:lnTo>
                  <a:pt x="1270671" y="31246"/>
                </a:lnTo>
                <a:lnTo>
                  <a:pt x="1270386" y="31001"/>
                </a:lnTo>
                <a:lnTo>
                  <a:pt x="1270095" y="30762"/>
                </a:lnTo>
                <a:lnTo>
                  <a:pt x="1269799" y="30529"/>
                </a:lnTo>
                <a:lnTo>
                  <a:pt x="1269498" y="30301"/>
                </a:lnTo>
                <a:lnTo>
                  <a:pt x="1269191" y="30080"/>
                </a:lnTo>
                <a:lnTo>
                  <a:pt x="1268879" y="29864"/>
                </a:lnTo>
                <a:lnTo>
                  <a:pt x="1268561" y="29654"/>
                </a:lnTo>
                <a:lnTo>
                  <a:pt x="1268238" y="29450"/>
                </a:lnTo>
                <a:lnTo>
                  <a:pt x="1267911" y="29250"/>
                </a:lnTo>
                <a:lnTo>
                  <a:pt x="1267581" y="29056"/>
                </a:lnTo>
                <a:lnTo>
                  <a:pt x="1267247" y="28867"/>
                </a:lnTo>
                <a:lnTo>
                  <a:pt x="1266910" y="28682"/>
                </a:lnTo>
                <a:lnTo>
                  <a:pt x="1266570" y="28503"/>
                </a:lnTo>
                <a:lnTo>
                  <a:pt x="1266226" y="28328"/>
                </a:lnTo>
                <a:lnTo>
                  <a:pt x="1265879" y="28158"/>
                </a:lnTo>
                <a:lnTo>
                  <a:pt x="1265529" y="27993"/>
                </a:lnTo>
                <a:lnTo>
                  <a:pt x="1265176" y="27832"/>
                </a:lnTo>
                <a:lnTo>
                  <a:pt x="1264819" y="27677"/>
                </a:lnTo>
                <a:lnTo>
                  <a:pt x="1264459" y="27526"/>
                </a:lnTo>
                <a:lnTo>
                  <a:pt x="1264096" y="27380"/>
                </a:lnTo>
                <a:lnTo>
                  <a:pt x="1263730" y="27240"/>
                </a:lnTo>
                <a:lnTo>
                  <a:pt x="1263360" y="27104"/>
                </a:lnTo>
                <a:lnTo>
                  <a:pt x="1262987" y="26972"/>
                </a:lnTo>
                <a:lnTo>
                  <a:pt x="1262610" y="26846"/>
                </a:lnTo>
                <a:lnTo>
                  <a:pt x="1262231" y="26725"/>
                </a:lnTo>
                <a:lnTo>
                  <a:pt x="1261848" y="26608"/>
                </a:lnTo>
                <a:lnTo>
                  <a:pt x="1261462" y="26496"/>
                </a:lnTo>
                <a:lnTo>
                  <a:pt x="1261072" y="26389"/>
                </a:lnTo>
                <a:lnTo>
                  <a:pt x="1260680" y="26287"/>
                </a:lnTo>
                <a:lnTo>
                  <a:pt x="1260284" y="26190"/>
                </a:lnTo>
                <a:lnTo>
                  <a:pt x="1259885" y="26098"/>
                </a:lnTo>
                <a:lnTo>
                  <a:pt x="1259482" y="26010"/>
                </a:lnTo>
                <a:lnTo>
                  <a:pt x="1259078" y="25927"/>
                </a:lnTo>
                <a:lnTo>
                  <a:pt x="1258672" y="25847"/>
                </a:lnTo>
                <a:lnTo>
                  <a:pt x="1258267" y="25771"/>
                </a:lnTo>
                <a:lnTo>
                  <a:pt x="1257860" y="25698"/>
                </a:lnTo>
                <a:lnTo>
                  <a:pt x="1257453" y="25629"/>
                </a:lnTo>
                <a:lnTo>
                  <a:pt x="1257045" y="25564"/>
                </a:lnTo>
                <a:lnTo>
                  <a:pt x="1256636" y="25502"/>
                </a:lnTo>
                <a:lnTo>
                  <a:pt x="1256227" y="25443"/>
                </a:lnTo>
                <a:lnTo>
                  <a:pt x="1255816" y="25388"/>
                </a:lnTo>
                <a:lnTo>
                  <a:pt x="1255406" y="25337"/>
                </a:lnTo>
                <a:lnTo>
                  <a:pt x="1254994" y="25289"/>
                </a:lnTo>
                <a:lnTo>
                  <a:pt x="1254582" y="25245"/>
                </a:lnTo>
                <a:lnTo>
                  <a:pt x="1254169" y="25204"/>
                </a:lnTo>
                <a:lnTo>
                  <a:pt x="1253755" y="25167"/>
                </a:lnTo>
                <a:lnTo>
                  <a:pt x="1253341" y="25133"/>
                </a:lnTo>
                <a:lnTo>
                  <a:pt x="1252926" y="25103"/>
                </a:lnTo>
                <a:lnTo>
                  <a:pt x="1252510" y="25076"/>
                </a:lnTo>
                <a:lnTo>
                  <a:pt x="1252094" y="25053"/>
                </a:lnTo>
                <a:lnTo>
                  <a:pt x="1251677" y="25034"/>
                </a:lnTo>
                <a:lnTo>
                  <a:pt x="1251259" y="25018"/>
                </a:lnTo>
                <a:lnTo>
                  <a:pt x="1250840" y="25005"/>
                </a:lnTo>
                <a:lnTo>
                  <a:pt x="1250421" y="24996"/>
                </a:lnTo>
                <a:lnTo>
                  <a:pt x="1250001" y="24991"/>
                </a:lnTo>
                <a:lnTo>
                  <a:pt x="1249581" y="24989"/>
                </a:lnTo>
                <a:lnTo>
                  <a:pt x="1249149" y="24991"/>
                </a:lnTo>
                <a:lnTo>
                  <a:pt x="1248718" y="24996"/>
                </a:lnTo>
                <a:lnTo>
                  <a:pt x="1248288" y="25005"/>
                </a:lnTo>
                <a:lnTo>
                  <a:pt x="1247858" y="25018"/>
                </a:lnTo>
                <a:lnTo>
                  <a:pt x="1247430" y="25034"/>
                </a:lnTo>
                <a:lnTo>
                  <a:pt x="1247002" y="25053"/>
                </a:lnTo>
                <a:lnTo>
                  <a:pt x="1246575" y="25076"/>
                </a:lnTo>
                <a:lnTo>
                  <a:pt x="1246149" y="25103"/>
                </a:lnTo>
                <a:lnTo>
                  <a:pt x="1245724" y="25133"/>
                </a:lnTo>
                <a:lnTo>
                  <a:pt x="1245300" y="25167"/>
                </a:lnTo>
                <a:lnTo>
                  <a:pt x="1244876" y="25204"/>
                </a:lnTo>
                <a:lnTo>
                  <a:pt x="1244453" y="25245"/>
                </a:lnTo>
                <a:lnTo>
                  <a:pt x="1244031" y="25289"/>
                </a:lnTo>
                <a:lnTo>
                  <a:pt x="1243610" y="25337"/>
                </a:lnTo>
                <a:lnTo>
                  <a:pt x="1243190" y="25389"/>
                </a:lnTo>
                <a:lnTo>
                  <a:pt x="1242770" y="25444"/>
                </a:lnTo>
                <a:lnTo>
                  <a:pt x="1242351" y="25503"/>
                </a:lnTo>
                <a:lnTo>
                  <a:pt x="1241934" y="25565"/>
                </a:lnTo>
                <a:lnTo>
                  <a:pt x="1241517" y="25630"/>
                </a:lnTo>
                <a:lnTo>
                  <a:pt x="1241100" y="25700"/>
                </a:lnTo>
                <a:lnTo>
                  <a:pt x="1240685" y="25773"/>
                </a:lnTo>
                <a:lnTo>
                  <a:pt x="1240270" y="25849"/>
                </a:lnTo>
                <a:lnTo>
                  <a:pt x="1239856" y="25929"/>
                </a:lnTo>
                <a:lnTo>
                  <a:pt x="1239444" y="26012"/>
                </a:lnTo>
                <a:lnTo>
                  <a:pt x="1239033" y="26099"/>
                </a:lnTo>
                <a:lnTo>
                  <a:pt x="1238625" y="26191"/>
                </a:lnTo>
                <a:lnTo>
                  <a:pt x="1238222" y="26286"/>
                </a:lnTo>
                <a:lnTo>
                  <a:pt x="1237821" y="26386"/>
                </a:lnTo>
                <a:lnTo>
                  <a:pt x="1237425" y="26489"/>
                </a:lnTo>
                <a:lnTo>
                  <a:pt x="1237031" y="26597"/>
                </a:lnTo>
                <a:lnTo>
                  <a:pt x="1236642" y="26709"/>
                </a:lnTo>
                <a:lnTo>
                  <a:pt x="1236255" y="26825"/>
                </a:lnTo>
                <a:lnTo>
                  <a:pt x="1235873" y="26945"/>
                </a:lnTo>
                <a:lnTo>
                  <a:pt x="1235493" y="27070"/>
                </a:lnTo>
                <a:lnTo>
                  <a:pt x="1235118" y="27198"/>
                </a:lnTo>
                <a:lnTo>
                  <a:pt x="1234745" y="27331"/>
                </a:lnTo>
                <a:lnTo>
                  <a:pt x="1234377" y="27468"/>
                </a:lnTo>
                <a:lnTo>
                  <a:pt x="1234011" y="27609"/>
                </a:lnTo>
                <a:lnTo>
                  <a:pt x="1233650" y="27754"/>
                </a:lnTo>
                <a:lnTo>
                  <a:pt x="1233292" y="27903"/>
                </a:lnTo>
                <a:lnTo>
                  <a:pt x="1232937" y="28056"/>
                </a:lnTo>
                <a:lnTo>
                  <a:pt x="1232586" y="28214"/>
                </a:lnTo>
                <a:lnTo>
                  <a:pt x="1232238" y="28375"/>
                </a:lnTo>
                <a:lnTo>
                  <a:pt x="1231894" y="28541"/>
                </a:lnTo>
                <a:lnTo>
                  <a:pt x="1231553" y="28711"/>
                </a:lnTo>
                <a:lnTo>
                  <a:pt x="1231216" y="28885"/>
                </a:lnTo>
                <a:lnTo>
                  <a:pt x="1230883" y="29063"/>
                </a:lnTo>
                <a:lnTo>
                  <a:pt x="1230552" y="29245"/>
                </a:lnTo>
                <a:lnTo>
                  <a:pt x="1230227" y="29432"/>
                </a:lnTo>
                <a:lnTo>
                  <a:pt x="1229907" y="29624"/>
                </a:lnTo>
                <a:lnTo>
                  <a:pt x="1229592" y="29820"/>
                </a:lnTo>
                <a:lnTo>
                  <a:pt x="1229283" y="30022"/>
                </a:lnTo>
                <a:lnTo>
                  <a:pt x="1228979" y="30228"/>
                </a:lnTo>
                <a:lnTo>
                  <a:pt x="1228681" y="30439"/>
                </a:lnTo>
                <a:lnTo>
                  <a:pt x="1228389" y="30655"/>
                </a:lnTo>
                <a:lnTo>
                  <a:pt x="1228101" y="30876"/>
                </a:lnTo>
                <a:lnTo>
                  <a:pt x="1227820" y="31101"/>
                </a:lnTo>
                <a:lnTo>
                  <a:pt x="1227544" y="31332"/>
                </a:lnTo>
                <a:lnTo>
                  <a:pt x="1227273" y="31567"/>
                </a:lnTo>
                <a:lnTo>
                  <a:pt x="1227008" y="31807"/>
                </a:lnTo>
                <a:lnTo>
                  <a:pt x="1226748" y="32052"/>
                </a:lnTo>
                <a:lnTo>
                  <a:pt x="1226494" y="32302"/>
                </a:lnTo>
                <a:lnTo>
                  <a:pt x="1226245" y="32557"/>
                </a:lnTo>
                <a:lnTo>
                  <a:pt x="1226002" y="32816"/>
                </a:lnTo>
                <a:lnTo>
                  <a:pt x="1225764" y="33081"/>
                </a:lnTo>
                <a:lnTo>
                  <a:pt x="1225532" y="33350"/>
                </a:lnTo>
                <a:lnTo>
                  <a:pt x="1225306" y="33624"/>
                </a:lnTo>
                <a:lnTo>
                  <a:pt x="1225084" y="33903"/>
                </a:lnTo>
                <a:lnTo>
                  <a:pt x="1224869" y="34187"/>
                </a:lnTo>
                <a:lnTo>
                  <a:pt x="1224658" y="34476"/>
                </a:lnTo>
                <a:lnTo>
                  <a:pt x="1224454" y="34769"/>
                </a:lnTo>
                <a:lnTo>
                  <a:pt x="1224255" y="35068"/>
                </a:lnTo>
                <a:lnTo>
                  <a:pt x="1224062" y="35371"/>
                </a:lnTo>
                <a:lnTo>
                  <a:pt x="1223878" y="35680"/>
                </a:lnTo>
                <a:lnTo>
                  <a:pt x="1223702" y="35994"/>
                </a:lnTo>
                <a:lnTo>
                  <a:pt x="1223534" y="36314"/>
                </a:lnTo>
                <a:lnTo>
                  <a:pt x="1223375" y="36639"/>
                </a:lnTo>
                <a:lnTo>
                  <a:pt x="1223223" y="36969"/>
                </a:lnTo>
                <a:lnTo>
                  <a:pt x="1223080" y="37306"/>
                </a:lnTo>
                <a:lnTo>
                  <a:pt x="1222945" y="37647"/>
                </a:lnTo>
                <a:lnTo>
                  <a:pt x="1222818" y="37994"/>
                </a:lnTo>
                <a:lnTo>
                  <a:pt x="1222699" y="38346"/>
                </a:lnTo>
                <a:lnTo>
                  <a:pt x="1222589" y="38704"/>
                </a:lnTo>
                <a:lnTo>
                  <a:pt x="1222486" y="39067"/>
                </a:lnTo>
                <a:lnTo>
                  <a:pt x="1222392" y="39436"/>
                </a:lnTo>
                <a:lnTo>
                  <a:pt x="1222306" y="39810"/>
                </a:lnTo>
                <a:lnTo>
                  <a:pt x="1222229" y="40190"/>
                </a:lnTo>
                <a:lnTo>
                  <a:pt x="1222159" y="40575"/>
                </a:lnTo>
                <a:lnTo>
                  <a:pt x="1222098" y="40965"/>
                </a:lnTo>
                <a:lnTo>
                  <a:pt x="1222044" y="41361"/>
                </a:lnTo>
                <a:lnTo>
                  <a:pt x="1221999" y="41763"/>
                </a:lnTo>
                <a:lnTo>
                  <a:pt x="1221963" y="42170"/>
                </a:lnTo>
                <a:lnTo>
                  <a:pt x="1221934" y="42582"/>
                </a:lnTo>
                <a:lnTo>
                  <a:pt x="1221913" y="43000"/>
                </a:lnTo>
                <a:lnTo>
                  <a:pt x="1221901" y="43423"/>
                </a:lnTo>
                <a:lnTo>
                  <a:pt x="1221897" y="43851"/>
                </a:lnTo>
                <a:lnTo>
                  <a:pt x="1221902" y="44397"/>
                </a:lnTo>
                <a:lnTo>
                  <a:pt x="1221919" y="44934"/>
                </a:lnTo>
                <a:lnTo>
                  <a:pt x="1221946" y="45463"/>
                </a:lnTo>
                <a:lnTo>
                  <a:pt x="1221983" y="45982"/>
                </a:lnTo>
                <a:lnTo>
                  <a:pt x="1222032" y="46493"/>
                </a:lnTo>
                <a:lnTo>
                  <a:pt x="1222091" y="46994"/>
                </a:lnTo>
                <a:lnTo>
                  <a:pt x="1222161" y="47487"/>
                </a:lnTo>
                <a:lnTo>
                  <a:pt x="1222241" y="47971"/>
                </a:lnTo>
                <a:lnTo>
                  <a:pt x="1222333" y="48446"/>
                </a:lnTo>
                <a:lnTo>
                  <a:pt x="1222435" y="48912"/>
                </a:lnTo>
                <a:lnTo>
                  <a:pt x="1222548" y="49370"/>
                </a:lnTo>
                <a:lnTo>
                  <a:pt x="1222672" y="49818"/>
                </a:lnTo>
                <a:lnTo>
                  <a:pt x="1222806" y="50258"/>
                </a:lnTo>
                <a:lnTo>
                  <a:pt x="1222951" y="50689"/>
                </a:lnTo>
                <a:lnTo>
                  <a:pt x="1223107" y="51110"/>
                </a:lnTo>
                <a:lnTo>
                  <a:pt x="1223274" y="51523"/>
                </a:lnTo>
                <a:lnTo>
                  <a:pt x="1223452" y="51928"/>
                </a:lnTo>
                <a:lnTo>
                  <a:pt x="1223640" y="52323"/>
                </a:lnTo>
                <a:lnTo>
                  <a:pt x="1223839" y="52709"/>
                </a:lnTo>
                <a:lnTo>
                  <a:pt x="1224049" y="53087"/>
                </a:lnTo>
                <a:lnTo>
                  <a:pt x="1224269" y="53456"/>
                </a:lnTo>
                <a:lnTo>
                  <a:pt x="1224501" y="53815"/>
                </a:lnTo>
                <a:lnTo>
                  <a:pt x="1224743" y="54166"/>
                </a:lnTo>
                <a:lnTo>
                  <a:pt x="1224996" y="54508"/>
                </a:lnTo>
                <a:lnTo>
                  <a:pt x="1225258" y="54843"/>
                </a:lnTo>
                <a:lnTo>
                  <a:pt x="1225529" y="55172"/>
                </a:lnTo>
                <a:lnTo>
                  <a:pt x="1225807" y="55495"/>
                </a:lnTo>
                <a:lnTo>
                  <a:pt x="1226095" y="55813"/>
                </a:lnTo>
                <a:lnTo>
                  <a:pt x="1226390" y="56125"/>
                </a:lnTo>
                <a:lnTo>
                  <a:pt x="1226694" y="56431"/>
                </a:lnTo>
                <a:lnTo>
                  <a:pt x="1227006" y="56732"/>
                </a:lnTo>
                <a:lnTo>
                  <a:pt x="1227327" y="57027"/>
                </a:lnTo>
                <a:lnTo>
                  <a:pt x="1227656" y="57316"/>
                </a:lnTo>
                <a:lnTo>
                  <a:pt x="1227993" y="57600"/>
                </a:lnTo>
                <a:lnTo>
                  <a:pt x="1228338" y="57878"/>
                </a:lnTo>
                <a:lnTo>
                  <a:pt x="1228692" y="58150"/>
                </a:lnTo>
                <a:lnTo>
                  <a:pt x="1229054" y="58416"/>
                </a:lnTo>
                <a:lnTo>
                  <a:pt x="1229424" y="58677"/>
                </a:lnTo>
                <a:lnTo>
                  <a:pt x="1229803" y="58933"/>
                </a:lnTo>
                <a:lnTo>
                  <a:pt x="1230189" y="59182"/>
                </a:lnTo>
                <a:lnTo>
                  <a:pt x="1230585" y="59426"/>
                </a:lnTo>
                <a:lnTo>
                  <a:pt x="1230988" y="59664"/>
                </a:lnTo>
                <a:lnTo>
                  <a:pt x="1231400" y="59897"/>
                </a:lnTo>
                <a:lnTo>
                  <a:pt x="1231820" y="60124"/>
                </a:lnTo>
                <a:lnTo>
                  <a:pt x="1232248" y="60345"/>
                </a:lnTo>
                <a:lnTo>
                  <a:pt x="1232685" y="60561"/>
                </a:lnTo>
                <a:lnTo>
                  <a:pt x="1233130" y="60770"/>
                </a:lnTo>
                <a:lnTo>
                  <a:pt x="1233583" y="60975"/>
                </a:lnTo>
                <a:lnTo>
                  <a:pt x="1234044" y="61175"/>
                </a:lnTo>
                <a:lnTo>
                  <a:pt x="1234509" y="61372"/>
                </a:lnTo>
                <a:lnTo>
                  <a:pt x="1234980" y="61568"/>
                </a:lnTo>
                <a:lnTo>
                  <a:pt x="1235455" y="61760"/>
                </a:lnTo>
                <a:lnTo>
                  <a:pt x="1235937" y="61950"/>
                </a:lnTo>
                <a:lnTo>
                  <a:pt x="1236423" y="62138"/>
                </a:lnTo>
                <a:lnTo>
                  <a:pt x="1236915" y="62324"/>
                </a:lnTo>
                <a:lnTo>
                  <a:pt x="1237412" y="62506"/>
                </a:lnTo>
                <a:lnTo>
                  <a:pt x="1237914" y="62687"/>
                </a:lnTo>
                <a:lnTo>
                  <a:pt x="1238421" y="62864"/>
                </a:lnTo>
                <a:lnTo>
                  <a:pt x="1238934" y="63040"/>
                </a:lnTo>
                <a:lnTo>
                  <a:pt x="1239452" y="63213"/>
                </a:lnTo>
                <a:lnTo>
                  <a:pt x="1239975" y="63383"/>
                </a:lnTo>
                <a:lnTo>
                  <a:pt x="1240504" y="63551"/>
                </a:lnTo>
                <a:lnTo>
                  <a:pt x="1241037" y="63716"/>
                </a:lnTo>
                <a:lnTo>
                  <a:pt x="1241576" y="63879"/>
                </a:lnTo>
                <a:lnTo>
                  <a:pt x="1242121" y="64040"/>
                </a:lnTo>
                <a:lnTo>
                  <a:pt x="1242670" y="64198"/>
                </a:lnTo>
                <a:lnTo>
                  <a:pt x="1243225" y="64353"/>
                </a:lnTo>
                <a:lnTo>
                  <a:pt x="1243785" y="64506"/>
                </a:lnTo>
                <a:lnTo>
                  <a:pt x="1244351" y="64657"/>
                </a:lnTo>
                <a:lnTo>
                  <a:pt x="1244921" y="64805"/>
                </a:lnTo>
                <a:lnTo>
                  <a:pt x="1245497" y="64951"/>
                </a:lnTo>
                <a:lnTo>
                  <a:pt x="1246078" y="65094"/>
                </a:lnTo>
                <a:lnTo>
                  <a:pt x="1246765" y="65253"/>
                </a:lnTo>
                <a:lnTo>
                  <a:pt x="1247435" y="65411"/>
                </a:lnTo>
                <a:lnTo>
                  <a:pt x="1248088" y="65570"/>
                </a:lnTo>
                <a:lnTo>
                  <a:pt x="1248723" y="65728"/>
                </a:lnTo>
                <a:lnTo>
                  <a:pt x="1249340" y="65886"/>
                </a:lnTo>
                <a:lnTo>
                  <a:pt x="1249941" y="66043"/>
                </a:lnTo>
                <a:lnTo>
                  <a:pt x="1250523" y="66201"/>
                </a:lnTo>
                <a:lnTo>
                  <a:pt x="1251089" y="66358"/>
                </a:lnTo>
                <a:lnTo>
                  <a:pt x="1251637" y="66515"/>
                </a:lnTo>
                <a:lnTo>
                  <a:pt x="1252167" y="66671"/>
                </a:lnTo>
                <a:lnTo>
                  <a:pt x="1252680" y="66828"/>
                </a:lnTo>
                <a:lnTo>
                  <a:pt x="1253176" y="66984"/>
                </a:lnTo>
                <a:lnTo>
                  <a:pt x="1253654" y="67140"/>
                </a:lnTo>
                <a:lnTo>
                  <a:pt x="1254115" y="67296"/>
                </a:lnTo>
                <a:lnTo>
                  <a:pt x="1254558" y="67451"/>
                </a:lnTo>
                <a:lnTo>
                  <a:pt x="1254984" y="67607"/>
                </a:lnTo>
                <a:lnTo>
                  <a:pt x="1255393" y="67762"/>
                </a:lnTo>
                <a:lnTo>
                  <a:pt x="1255784" y="67917"/>
                </a:lnTo>
                <a:lnTo>
                  <a:pt x="1256158" y="68071"/>
                </a:lnTo>
                <a:lnTo>
                  <a:pt x="1256514" y="68226"/>
                </a:lnTo>
                <a:lnTo>
                  <a:pt x="1256853" y="68380"/>
                </a:lnTo>
                <a:lnTo>
                  <a:pt x="1257174" y="68534"/>
                </a:lnTo>
                <a:lnTo>
                  <a:pt x="1257478" y="68687"/>
                </a:lnTo>
                <a:lnTo>
                  <a:pt x="1257765" y="68841"/>
                </a:lnTo>
                <a:lnTo>
                  <a:pt x="1258037" y="68997"/>
                </a:lnTo>
                <a:lnTo>
                  <a:pt x="1258297" y="69160"/>
                </a:lnTo>
                <a:lnTo>
                  <a:pt x="1258546" y="69330"/>
                </a:lnTo>
                <a:lnTo>
                  <a:pt x="1258783" y="69506"/>
                </a:lnTo>
                <a:lnTo>
                  <a:pt x="1259009" y="69689"/>
                </a:lnTo>
                <a:lnTo>
                  <a:pt x="1259223" y="69879"/>
                </a:lnTo>
                <a:lnTo>
                  <a:pt x="1259426" y="70075"/>
                </a:lnTo>
                <a:lnTo>
                  <a:pt x="1259617" y="70278"/>
                </a:lnTo>
                <a:lnTo>
                  <a:pt x="1259796" y="70487"/>
                </a:lnTo>
                <a:lnTo>
                  <a:pt x="1259964" y="70703"/>
                </a:lnTo>
                <a:lnTo>
                  <a:pt x="1260120" y="70926"/>
                </a:lnTo>
                <a:lnTo>
                  <a:pt x="1260265" y="71155"/>
                </a:lnTo>
                <a:lnTo>
                  <a:pt x="1260398" y="71391"/>
                </a:lnTo>
                <a:lnTo>
                  <a:pt x="1260520" y="71633"/>
                </a:lnTo>
                <a:lnTo>
                  <a:pt x="1260630" y="71883"/>
                </a:lnTo>
                <a:lnTo>
                  <a:pt x="1260728" y="72138"/>
                </a:lnTo>
                <a:lnTo>
                  <a:pt x="1260815" y="72401"/>
                </a:lnTo>
                <a:lnTo>
                  <a:pt x="1260890" y="72670"/>
                </a:lnTo>
                <a:lnTo>
                  <a:pt x="1260954" y="72945"/>
                </a:lnTo>
                <a:lnTo>
                  <a:pt x="1261006" y="73228"/>
                </a:lnTo>
                <a:lnTo>
                  <a:pt x="1261047" y="73516"/>
                </a:lnTo>
                <a:lnTo>
                  <a:pt x="1261076" y="73812"/>
                </a:lnTo>
                <a:lnTo>
                  <a:pt x="1261093" y="74114"/>
                </a:lnTo>
                <a:lnTo>
                  <a:pt x="1261099" y="74423"/>
                </a:lnTo>
                <a:lnTo>
                  <a:pt x="1261094" y="74754"/>
                </a:lnTo>
                <a:lnTo>
                  <a:pt x="1261079" y="75077"/>
                </a:lnTo>
                <a:lnTo>
                  <a:pt x="1261054" y="75392"/>
                </a:lnTo>
                <a:lnTo>
                  <a:pt x="1261020" y="75698"/>
                </a:lnTo>
                <a:lnTo>
                  <a:pt x="1260976" y="75997"/>
                </a:lnTo>
                <a:lnTo>
                  <a:pt x="1260922" y="76288"/>
                </a:lnTo>
                <a:lnTo>
                  <a:pt x="1260858" y="76571"/>
                </a:lnTo>
                <a:lnTo>
                  <a:pt x="1260784" y="76845"/>
                </a:lnTo>
                <a:lnTo>
                  <a:pt x="1260701" y="77112"/>
                </a:lnTo>
                <a:lnTo>
                  <a:pt x="1260608" y="77370"/>
                </a:lnTo>
                <a:lnTo>
                  <a:pt x="1260504" y="77620"/>
                </a:lnTo>
                <a:lnTo>
                  <a:pt x="1260391" y="77863"/>
                </a:lnTo>
                <a:lnTo>
                  <a:pt x="1260269" y="78097"/>
                </a:lnTo>
                <a:lnTo>
                  <a:pt x="1260136" y="78323"/>
                </a:lnTo>
                <a:lnTo>
                  <a:pt x="1259994" y="78541"/>
                </a:lnTo>
                <a:lnTo>
                  <a:pt x="1259841" y="78751"/>
                </a:lnTo>
                <a:lnTo>
                  <a:pt x="1259679" y="78953"/>
                </a:lnTo>
                <a:lnTo>
                  <a:pt x="1259507" y="79147"/>
                </a:lnTo>
                <a:lnTo>
                  <a:pt x="1259326" y="79333"/>
                </a:lnTo>
                <a:lnTo>
                  <a:pt x="1259134" y="79511"/>
                </a:lnTo>
                <a:lnTo>
                  <a:pt x="1258933" y="79681"/>
                </a:lnTo>
                <a:lnTo>
                  <a:pt x="1258722" y="79843"/>
                </a:lnTo>
                <a:lnTo>
                  <a:pt x="1258501" y="79996"/>
                </a:lnTo>
                <a:lnTo>
                  <a:pt x="1258270" y="80142"/>
                </a:lnTo>
                <a:lnTo>
                  <a:pt x="1258030" y="80280"/>
                </a:lnTo>
                <a:lnTo>
                  <a:pt x="1257782" y="80413"/>
                </a:lnTo>
                <a:lnTo>
                  <a:pt x="1257527" y="80539"/>
                </a:lnTo>
                <a:lnTo>
                  <a:pt x="1257263" y="80660"/>
                </a:lnTo>
                <a:lnTo>
                  <a:pt x="1256992" y="80775"/>
                </a:lnTo>
                <a:lnTo>
                  <a:pt x="1256712" y="80884"/>
                </a:lnTo>
                <a:lnTo>
                  <a:pt x="1256425" y="80987"/>
                </a:lnTo>
                <a:lnTo>
                  <a:pt x="1256129" y="81084"/>
                </a:lnTo>
                <a:lnTo>
                  <a:pt x="1255826" y="81176"/>
                </a:lnTo>
                <a:lnTo>
                  <a:pt x="1255515" y="81261"/>
                </a:lnTo>
                <a:lnTo>
                  <a:pt x="1255195" y="81341"/>
                </a:lnTo>
                <a:lnTo>
                  <a:pt x="1254868" y="81414"/>
                </a:lnTo>
                <a:lnTo>
                  <a:pt x="1254533" y="81482"/>
                </a:lnTo>
                <a:lnTo>
                  <a:pt x="1254190" y="81544"/>
                </a:lnTo>
                <a:lnTo>
                  <a:pt x="1253839" y="81600"/>
                </a:lnTo>
                <a:lnTo>
                  <a:pt x="1253480" y="81650"/>
                </a:lnTo>
                <a:lnTo>
                  <a:pt x="1253113" y="81694"/>
                </a:lnTo>
                <a:lnTo>
                  <a:pt x="1252738" y="81732"/>
                </a:lnTo>
                <a:lnTo>
                  <a:pt x="1252355" y="81765"/>
                </a:lnTo>
                <a:lnTo>
                  <a:pt x="1251964" y="81791"/>
                </a:lnTo>
                <a:lnTo>
                  <a:pt x="1251566" y="81812"/>
                </a:lnTo>
                <a:lnTo>
                  <a:pt x="1251159" y="81827"/>
                </a:lnTo>
                <a:lnTo>
                  <a:pt x="1250744" y="81835"/>
                </a:lnTo>
                <a:lnTo>
                  <a:pt x="1250322" y="81838"/>
                </a:lnTo>
                <a:lnTo>
                  <a:pt x="1249892" y="81835"/>
                </a:lnTo>
                <a:lnTo>
                  <a:pt x="1249466" y="81823"/>
                </a:lnTo>
                <a:lnTo>
                  <a:pt x="1249046" y="81804"/>
                </a:lnTo>
                <a:lnTo>
                  <a:pt x="1248629" y="81777"/>
                </a:lnTo>
                <a:lnTo>
                  <a:pt x="1248218" y="81743"/>
                </a:lnTo>
                <a:lnTo>
                  <a:pt x="1247810" y="81700"/>
                </a:lnTo>
                <a:lnTo>
                  <a:pt x="1247408" y="81651"/>
                </a:lnTo>
                <a:lnTo>
                  <a:pt x="1247010" y="81593"/>
                </a:lnTo>
                <a:lnTo>
                  <a:pt x="1246616" y="81528"/>
                </a:lnTo>
                <a:lnTo>
                  <a:pt x="1246228" y="81455"/>
                </a:lnTo>
                <a:lnTo>
                  <a:pt x="1245843" y="81375"/>
                </a:lnTo>
                <a:lnTo>
                  <a:pt x="1245464" y="81286"/>
                </a:lnTo>
                <a:lnTo>
                  <a:pt x="1245088" y="81191"/>
                </a:lnTo>
                <a:lnTo>
                  <a:pt x="1244718" y="81087"/>
                </a:lnTo>
                <a:lnTo>
                  <a:pt x="1244352" y="80976"/>
                </a:lnTo>
                <a:lnTo>
                  <a:pt x="1243990" y="80857"/>
                </a:lnTo>
                <a:lnTo>
                  <a:pt x="1243633" y="80731"/>
                </a:lnTo>
                <a:lnTo>
                  <a:pt x="1243281" y="80596"/>
                </a:lnTo>
                <a:lnTo>
                  <a:pt x="1242933" y="80454"/>
                </a:lnTo>
                <a:lnTo>
                  <a:pt x="1242590" y="80305"/>
                </a:lnTo>
                <a:lnTo>
                  <a:pt x="1242251" y="80148"/>
                </a:lnTo>
                <a:lnTo>
                  <a:pt x="1241917" y="79983"/>
                </a:lnTo>
                <a:lnTo>
                  <a:pt x="1241587" y="79810"/>
                </a:lnTo>
                <a:lnTo>
                  <a:pt x="1241262" y="79630"/>
                </a:lnTo>
                <a:lnTo>
                  <a:pt x="1240946" y="79440"/>
                </a:lnTo>
                <a:lnTo>
                  <a:pt x="1240644" y="79238"/>
                </a:lnTo>
                <a:lnTo>
                  <a:pt x="1240354" y="79024"/>
                </a:lnTo>
                <a:lnTo>
                  <a:pt x="1240079" y="78799"/>
                </a:lnTo>
                <a:lnTo>
                  <a:pt x="1239816" y="78561"/>
                </a:lnTo>
                <a:lnTo>
                  <a:pt x="1239568" y="78311"/>
                </a:lnTo>
                <a:lnTo>
                  <a:pt x="1239332" y="78049"/>
                </a:lnTo>
                <a:lnTo>
                  <a:pt x="1239110" y="77775"/>
                </a:lnTo>
                <a:lnTo>
                  <a:pt x="1238902" y="77489"/>
                </a:lnTo>
                <a:lnTo>
                  <a:pt x="1238707" y="77192"/>
                </a:lnTo>
                <a:lnTo>
                  <a:pt x="1238525" y="76882"/>
                </a:lnTo>
                <a:lnTo>
                  <a:pt x="1238357" y="76560"/>
                </a:lnTo>
                <a:lnTo>
                  <a:pt x="1238203" y="76227"/>
                </a:lnTo>
                <a:lnTo>
                  <a:pt x="1238062" y="75881"/>
                </a:lnTo>
                <a:lnTo>
                  <a:pt x="1237934" y="75523"/>
                </a:lnTo>
                <a:lnTo>
                  <a:pt x="1237819" y="75154"/>
                </a:lnTo>
                <a:lnTo>
                  <a:pt x="1237719" y="74772"/>
                </a:lnTo>
                <a:lnTo>
                  <a:pt x="1237631" y="74379"/>
                </a:lnTo>
                <a:lnTo>
                  <a:pt x="1237557" y="73973"/>
                </a:lnTo>
                <a:lnTo>
                  <a:pt x="1237497" y="73556"/>
                </a:lnTo>
                <a:lnTo>
                  <a:pt x="1237450" y="73127"/>
                </a:lnTo>
                <a:lnTo>
                  <a:pt x="1237416" y="72685"/>
                </a:lnTo>
                <a:lnTo>
                  <a:pt x="1237396" y="72232"/>
                </a:lnTo>
                <a:lnTo>
                  <a:pt x="1237389" y="71766"/>
                </a:lnTo>
                <a:lnTo>
                  <a:pt x="1220819" y="71766"/>
                </a:lnTo>
                <a:lnTo>
                  <a:pt x="1220824" y="72296"/>
                </a:lnTo>
                <a:lnTo>
                  <a:pt x="1220837" y="72819"/>
                </a:lnTo>
                <a:lnTo>
                  <a:pt x="1220858" y="73334"/>
                </a:lnTo>
                <a:lnTo>
                  <a:pt x="1220889" y="73841"/>
                </a:lnTo>
                <a:lnTo>
                  <a:pt x="1220928" y="74342"/>
                </a:lnTo>
                <a:lnTo>
                  <a:pt x="1220975" y="74835"/>
                </a:lnTo>
                <a:lnTo>
                  <a:pt x="1221031" y="75321"/>
                </a:lnTo>
                <a:lnTo>
                  <a:pt x="1221096" y="75799"/>
                </a:lnTo>
                <a:lnTo>
                  <a:pt x="1221170" y="76270"/>
                </a:lnTo>
                <a:lnTo>
                  <a:pt x="1221252" y="76734"/>
                </a:lnTo>
                <a:lnTo>
                  <a:pt x="1221343" y="77190"/>
                </a:lnTo>
                <a:lnTo>
                  <a:pt x="1221442" y="77640"/>
                </a:lnTo>
                <a:lnTo>
                  <a:pt x="1221551" y="78081"/>
                </a:lnTo>
                <a:lnTo>
                  <a:pt x="1221667" y="78516"/>
                </a:lnTo>
                <a:lnTo>
                  <a:pt x="1221793" y="78943"/>
                </a:lnTo>
                <a:lnTo>
                  <a:pt x="1221927" y="79363"/>
                </a:lnTo>
                <a:lnTo>
                  <a:pt x="1222070" y="79775"/>
                </a:lnTo>
                <a:lnTo>
                  <a:pt x="1222221" y="80180"/>
                </a:lnTo>
                <a:lnTo>
                  <a:pt x="1222381" y="80578"/>
                </a:lnTo>
                <a:lnTo>
                  <a:pt x="1222550" y="80969"/>
                </a:lnTo>
                <a:lnTo>
                  <a:pt x="1222727" y="81352"/>
                </a:lnTo>
                <a:lnTo>
                  <a:pt x="1222914" y="81728"/>
                </a:lnTo>
                <a:lnTo>
                  <a:pt x="1223108" y="82096"/>
                </a:lnTo>
                <a:lnTo>
                  <a:pt x="1223312" y="82457"/>
                </a:lnTo>
                <a:lnTo>
                  <a:pt x="1223522" y="82812"/>
                </a:lnTo>
                <a:lnTo>
                  <a:pt x="1223739" y="83160"/>
                </a:lnTo>
                <a:lnTo>
                  <a:pt x="1223962" y="83501"/>
                </a:lnTo>
                <a:lnTo>
                  <a:pt x="1224191" y="83837"/>
                </a:lnTo>
                <a:lnTo>
                  <a:pt x="1224426" y="84166"/>
                </a:lnTo>
                <a:lnTo>
                  <a:pt x="1224667" y="84489"/>
                </a:lnTo>
                <a:lnTo>
                  <a:pt x="1224914" y="84806"/>
                </a:lnTo>
                <a:lnTo>
                  <a:pt x="1225168" y="85117"/>
                </a:lnTo>
                <a:lnTo>
                  <a:pt x="1225427" y="85421"/>
                </a:lnTo>
                <a:lnTo>
                  <a:pt x="1225692" y="85719"/>
                </a:lnTo>
                <a:lnTo>
                  <a:pt x="1225964" y="86011"/>
                </a:lnTo>
                <a:lnTo>
                  <a:pt x="1226242" y="86296"/>
                </a:lnTo>
                <a:lnTo>
                  <a:pt x="1226525" y="86575"/>
                </a:lnTo>
                <a:lnTo>
                  <a:pt x="1226815" y="86848"/>
                </a:lnTo>
                <a:lnTo>
                  <a:pt x="1227111" y="87115"/>
                </a:lnTo>
                <a:lnTo>
                  <a:pt x="1227413" y="87375"/>
                </a:lnTo>
                <a:lnTo>
                  <a:pt x="1227721" y="87629"/>
                </a:lnTo>
                <a:lnTo>
                  <a:pt x="1228035" y="87877"/>
                </a:lnTo>
                <a:lnTo>
                  <a:pt x="1228355" y="88119"/>
                </a:lnTo>
                <a:lnTo>
                  <a:pt x="1228681" y="88354"/>
                </a:lnTo>
                <a:lnTo>
                  <a:pt x="1229014" y="88583"/>
                </a:lnTo>
                <a:lnTo>
                  <a:pt x="1229352" y="88806"/>
                </a:lnTo>
                <a:lnTo>
                  <a:pt x="1229697" y="89023"/>
                </a:lnTo>
                <a:lnTo>
                  <a:pt x="1230047" y="89233"/>
                </a:lnTo>
                <a:lnTo>
                  <a:pt x="1230403" y="89437"/>
                </a:lnTo>
                <a:lnTo>
                  <a:pt x="1230762" y="89637"/>
                </a:lnTo>
                <a:lnTo>
                  <a:pt x="1231124" y="89831"/>
                </a:lnTo>
                <a:lnTo>
                  <a:pt x="1231490" y="90021"/>
                </a:lnTo>
                <a:lnTo>
                  <a:pt x="1231859" y="90205"/>
                </a:lnTo>
                <a:lnTo>
                  <a:pt x="1232232" y="90384"/>
                </a:lnTo>
                <a:lnTo>
                  <a:pt x="1232609" y="90558"/>
                </a:lnTo>
                <a:lnTo>
                  <a:pt x="1232989" y="90727"/>
                </a:lnTo>
                <a:lnTo>
                  <a:pt x="1233372" y="90891"/>
                </a:lnTo>
                <a:lnTo>
                  <a:pt x="1233759" y="91050"/>
                </a:lnTo>
                <a:lnTo>
                  <a:pt x="1234149" y="91204"/>
                </a:lnTo>
                <a:lnTo>
                  <a:pt x="1234543" y="91352"/>
                </a:lnTo>
                <a:lnTo>
                  <a:pt x="1234941" y="91496"/>
                </a:lnTo>
                <a:lnTo>
                  <a:pt x="1235342" y="91635"/>
                </a:lnTo>
                <a:lnTo>
                  <a:pt x="1235746" y="91768"/>
                </a:lnTo>
                <a:lnTo>
                  <a:pt x="1236154" y="91896"/>
                </a:lnTo>
                <a:lnTo>
                  <a:pt x="1236566" y="92019"/>
                </a:lnTo>
                <a:lnTo>
                  <a:pt x="1236981" y="92138"/>
                </a:lnTo>
                <a:lnTo>
                  <a:pt x="1237399" y="92251"/>
                </a:lnTo>
                <a:lnTo>
                  <a:pt x="1237821" y="92359"/>
                </a:lnTo>
                <a:lnTo>
                  <a:pt x="1238247" y="92462"/>
                </a:lnTo>
                <a:lnTo>
                  <a:pt x="1238676" y="92559"/>
                </a:lnTo>
                <a:lnTo>
                  <a:pt x="1239108" y="92652"/>
                </a:lnTo>
                <a:lnTo>
                  <a:pt x="1239545" y="92740"/>
                </a:lnTo>
                <a:lnTo>
                  <a:pt x="1239983" y="92823"/>
                </a:lnTo>
                <a:lnTo>
                  <a:pt x="1240422" y="92903"/>
                </a:lnTo>
                <a:lnTo>
                  <a:pt x="1240861" y="92979"/>
                </a:lnTo>
                <a:lnTo>
                  <a:pt x="1241301" y="93052"/>
                </a:lnTo>
                <a:lnTo>
                  <a:pt x="1241742" y="93121"/>
                </a:lnTo>
                <a:lnTo>
                  <a:pt x="1242184" y="93186"/>
                </a:lnTo>
                <a:lnTo>
                  <a:pt x="1242626" y="93248"/>
                </a:lnTo>
                <a:lnTo>
                  <a:pt x="1243070" y="93307"/>
                </a:lnTo>
                <a:lnTo>
                  <a:pt x="1243513" y="93362"/>
                </a:lnTo>
                <a:lnTo>
                  <a:pt x="1243958" y="93413"/>
                </a:lnTo>
                <a:lnTo>
                  <a:pt x="1244403" y="93461"/>
                </a:lnTo>
                <a:lnTo>
                  <a:pt x="1244849" y="93505"/>
                </a:lnTo>
                <a:lnTo>
                  <a:pt x="1245295" y="93546"/>
                </a:lnTo>
                <a:lnTo>
                  <a:pt x="1245743" y="93583"/>
                </a:lnTo>
                <a:lnTo>
                  <a:pt x="1246191" y="93617"/>
                </a:lnTo>
                <a:lnTo>
                  <a:pt x="1246639" y="93647"/>
                </a:lnTo>
                <a:lnTo>
                  <a:pt x="1247089" y="93674"/>
                </a:lnTo>
                <a:lnTo>
                  <a:pt x="1247539" y="93697"/>
                </a:lnTo>
                <a:lnTo>
                  <a:pt x="1247990" y="93716"/>
                </a:lnTo>
                <a:lnTo>
                  <a:pt x="1248441" y="93732"/>
                </a:lnTo>
                <a:lnTo>
                  <a:pt x="1248893" y="93745"/>
                </a:lnTo>
                <a:lnTo>
                  <a:pt x="1249346" y="93753"/>
                </a:lnTo>
                <a:lnTo>
                  <a:pt x="1249800" y="93759"/>
                </a:lnTo>
                <a:lnTo>
                  <a:pt x="1250254" y="93760"/>
                </a:lnTo>
                <a:lnTo>
                  <a:pt x="1250714" y="93758"/>
                </a:lnTo>
                <a:lnTo>
                  <a:pt x="1251172" y="93752"/>
                </a:lnTo>
                <a:lnTo>
                  <a:pt x="1251629" y="93742"/>
                </a:lnTo>
                <a:lnTo>
                  <a:pt x="1252085" y="93728"/>
                </a:lnTo>
                <a:lnTo>
                  <a:pt x="1252540" y="93710"/>
                </a:lnTo>
                <a:close/>
                <a:moveTo>
                  <a:pt x="1328343" y="93649"/>
                </a:moveTo>
                <a:lnTo>
                  <a:pt x="1329047" y="93601"/>
                </a:lnTo>
                <a:lnTo>
                  <a:pt x="1329742" y="93543"/>
                </a:lnTo>
                <a:lnTo>
                  <a:pt x="1330430" y="93476"/>
                </a:lnTo>
                <a:lnTo>
                  <a:pt x="1331110" y="93401"/>
                </a:lnTo>
                <a:lnTo>
                  <a:pt x="1331782" y="93316"/>
                </a:lnTo>
                <a:lnTo>
                  <a:pt x="1332446" y="93223"/>
                </a:lnTo>
                <a:lnTo>
                  <a:pt x="1333103" y="93121"/>
                </a:lnTo>
                <a:lnTo>
                  <a:pt x="1333751" y="93010"/>
                </a:lnTo>
                <a:lnTo>
                  <a:pt x="1334392" y="92890"/>
                </a:lnTo>
                <a:lnTo>
                  <a:pt x="1335025" y="92761"/>
                </a:lnTo>
                <a:lnTo>
                  <a:pt x="1335650" y="92623"/>
                </a:lnTo>
                <a:lnTo>
                  <a:pt x="1336267" y="92476"/>
                </a:lnTo>
                <a:lnTo>
                  <a:pt x="1336877" y="92321"/>
                </a:lnTo>
                <a:lnTo>
                  <a:pt x="1337478" y="92156"/>
                </a:lnTo>
                <a:lnTo>
                  <a:pt x="1338072" y="91983"/>
                </a:lnTo>
                <a:lnTo>
                  <a:pt x="1338658" y="91801"/>
                </a:lnTo>
                <a:lnTo>
                  <a:pt x="1339236" y="91610"/>
                </a:lnTo>
                <a:lnTo>
                  <a:pt x="1339806" y="91410"/>
                </a:lnTo>
                <a:lnTo>
                  <a:pt x="1340369" y="91201"/>
                </a:lnTo>
                <a:lnTo>
                  <a:pt x="1340922" y="90983"/>
                </a:lnTo>
                <a:lnTo>
                  <a:pt x="1341466" y="90756"/>
                </a:lnTo>
                <a:lnTo>
                  <a:pt x="1342000" y="90520"/>
                </a:lnTo>
                <a:lnTo>
                  <a:pt x="1342524" y="90275"/>
                </a:lnTo>
                <a:lnTo>
                  <a:pt x="1343038" y="90020"/>
                </a:lnTo>
                <a:lnTo>
                  <a:pt x="1343543" y="89757"/>
                </a:lnTo>
                <a:lnTo>
                  <a:pt x="1344038" y="89484"/>
                </a:lnTo>
                <a:lnTo>
                  <a:pt x="1344522" y="89203"/>
                </a:lnTo>
                <a:lnTo>
                  <a:pt x="1344997" y="88912"/>
                </a:lnTo>
                <a:lnTo>
                  <a:pt x="1345463" y="88612"/>
                </a:lnTo>
                <a:lnTo>
                  <a:pt x="1345918" y="88303"/>
                </a:lnTo>
                <a:lnTo>
                  <a:pt x="1346363" y="87985"/>
                </a:lnTo>
                <a:lnTo>
                  <a:pt x="1346799" y="87657"/>
                </a:lnTo>
                <a:lnTo>
                  <a:pt x="1347225" y="87321"/>
                </a:lnTo>
                <a:lnTo>
                  <a:pt x="1347641" y="86975"/>
                </a:lnTo>
                <a:lnTo>
                  <a:pt x="1348047" y="86621"/>
                </a:lnTo>
                <a:lnTo>
                  <a:pt x="1348444" y="86257"/>
                </a:lnTo>
                <a:lnTo>
                  <a:pt x="1348830" y="85884"/>
                </a:lnTo>
                <a:lnTo>
                  <a:pt x="1349207" y="85502"/>
                </a:lnTo>
                <a:lnTo>
                  <a:pt x="1349574" y="85111"/>
                </a:lnTo>
                <a:lnTo>
                  <a:pt x="1349931" y="84710"/>
                </a:lnTo>
                <a:lnTo>
                  <a:pt x="1350279" y="84301"/>
                </a:lnTo>
                <a:lnTo>
                  <a:pt x="1350616" y="83883"/>
                </a:lnTo>
                <a:lnTo>
                  <a:pt x="1350944" y="83455"/>
                </a:lnTo>
                <a:lnTo>
                  <a:pt x="1351260" y="83018"/>
                </a:lnTo>
                <a:lnTo>
                  <a:pt x="1351565" y="82572"/>
                </a:lnTo>
                <a:lnTo>
                  <a:pt x="1351857" y="82118"/>
                </a:lnTo>
                <a:lnTo>
                  <a:pt x="1352137" y="81654"/>
                </a:lnTo>
                <a:lnTo>
                  <a:pt x="1352404" y="81181"/>
                </a:lnTo>
                <a:lnTo>
                  <a:pt x="1352659" y="80700"/>
                </a:lnTo>
                <a:lnTo>
                  <a:pt x="1352902" y="80209"/>
                </a:lnTo>
                <a:lnTo>
                  <a:pt x="1353133" y="79709"/>
                </a:lnTo>
                <a:lnTo>
                  <a:pt x="1353351" y="79200"/>
                </a:lnTo>
                <a:lnTo>
                  <a:pt x="1353557" y="78683"/>
                </a:lnTo>
                <a:lnTo>
                  <a:pt x="1353751" y="78156"/>
                </a:lnTo>
                <a:lnTo>
                  <a:pt x="1353933" y="77620"/>
                </a:lnTo>
                <a:lnTo>
                  <a:pt x="1354102" y="77075"/>
                </a:lnTo>
                <a:lnTo>
                  <a:pt x="1354259" y="76522"/>
                </a:lnTo>
                <a:lnTo>
                  <a:pt x="1354404" y="75959"/>
                </a:lnTo>
                <a:lnTo>
                  <a:pt x="1354536" y="75387"/>
                </a:lnTo>
                <a:lnTo>
                  <a:pt x="1354656" y="74806"/>
                </a:lnTo>
                <a:lnTo>
                  <a:pt x="1354764" y="74217"/>
                </a:lnTo>
                <a:lnTo>
                  <a:pt x="1354860" y="73618"/>
                </a:lnTo>
                <a:lnTo>
                  <a:pt x="1354943" y="73010"/>
                </a:lnTo>
                <a:lnTo>
                  <a:pt x="1355014" y="72393"/>
                </a:lnTo>
                <a:lnTo>
                  <a:pt x="1355073" y="71767"/>
                </a:lnTo>
                <a:lnTo>
                  <a:pt x="1355119" y="71133"/>
                </a:lnTo>
                <a:lnTo>
                  <a:pt x="1355154" y="70489"/>
                </a:lnTo>
                <a:lnTo>
                  <a:pt x="1337573" y="70489"/>
                </a:lnTo>
                <a:lnTo>
                  <a:pt x="1337562" y="70912"/>
                </a:lnTo>
                <a:lnTo>
                  <a:pt x="1337538" y="71327"/>
                </a:lnTo>
                <a:lnTo>
                  <a:pt x="1337503" y="71733"/>
                </a:lnTo>
                <a:lnTo>
                  <a:pt x="1337456" y="72130"/>
                </a:lnTo>
                <a:lnTo>
                  <a:pt x="1337396" y="72519"/>
                </a:lnTo>
                <a:lnTo>
                  <a:pt x="1337325" y="72898"/>
                </a:lnTo>
                <a:lnTo>
                  <a:pt x="1337242" y="73269"/>
                </a:lnTo>
                <a:lnTo>
                  <a:pt x="1337147" y="73631"/>
                </a:lnTo>
                <a:lnTo>
                  <a:pt x="1337040" y="73984"/>
                </a:lnTo>
                <a:lnTo>
                  <a:pt x="1336921" y="74329"/>
                </a:lnTo>
                <a:lnTo>
                  <a:pt x="1336790" y="74664"/>
                </a:lnTo>
                <a:lnTo>
                  <a:pt x="1336647" y="74991"/>
                </a:lnTo>
                <a:lnTo>
                  <a:pt x="1336493" y="75309"/>
                </a:lnTo>
                <a:lnTo>
                  <a:pt x="1336326" y="75618"/>
                </a:lnTo>
                <a:lnTo>
                  <a:pt x="1336147" y="75919"/>
                </a:lnTo>
                <a:lnTo>
                  <a:pt x="1335957" y="76210"/>
                </a:lnTo>
                <a:lnTo>
                  <a:pt x="1335754" y="76493"/>
                </a:lnTo>
                <a:lnTo>
                  <a:pt x="1335540" y="76767"/>
                </a:lnTo>
                <a:lnTo>
                  <a:pt x="1335314" y="77032"/>
                </a:lnTo>
                <a:lnTo>
                  <a:pt x="1335076" y="77289"/>
                </a:lnTo>
                <a:lnTo>
                  <a:pt x="1334825" y="77536"/>
                </a:lnTo>
                <a:lnTo>
                  <a:pt x="1334563" y="77775"/>
                </a:lnTo>
                <a:lnTo>
                  <a:pt x="1334289" y="78005"/>
                </a:lnTo>
                <a:lnTo>
                  <a:pt x="1334004" y="78226"/>
                </a:lnTo>
                <a:lnTo>
                  <a:pt x="1333708" y="78439"/>
                </a:lnTo>
                <a:lnTo>
                  <a:pt x="1333404" y="78642"/>
                </a:lnTo>
                <a:lnTo>
                  <a:pt x="1333092" y="78836"/>
                </a:lnTo>
                <a:lnTo>
                  <a:pt x="1332772" y="79021"/>
                </a:lnTo>
                <a:lnTo>
                  <a:pt x="1332445" y="79197"/>
                </a:lnTo>
                <a:lnTo>
                  <a:pt x="1332109" y="79365"/>
                </a:lnTo>
                <a:lnTo>
                  <a:pt x="1331766" y="79523"/>
                </a:lnTo>
                <a:lnTo>
                  <a:pt x="1331414" y="79672"/>
                </a:lnTo>
                <a:lnTo>
                  <a:pt x="1331055" y="79812"/>
                </a:lnTo>
                <a:lnTo>
                  <a:pt x="1330687" y="79943"/>
                </a:lnTo>
                <a:lnTo>
                  <a:pt x="1330312" y="80065"/>
                </a:lnTo>
                <a:lnTo>
                  <a:pt x="1329928" y="80178"/>
                </a:lnTo>
                <a:lnTo>
                  <a:pt x="1329537" y="80281"/>
                </a:lnTo>
                <a:lnTo>
                  <a:pt x="1329138" y="80376"/>
                </a:lnTo>
                <a:lnTo>
                  <a:pt x="1328731" y="80462"/>
                </a:lnTo>
                <a:lnTo>
                  <a:pt x="1328316" y="80539"/>
                </a:lnTo>
                <a:lnTo>
                  <a:pt x="1327893" y="80607"/>
                </a:lnTo>
                <a:lnTo>
                  <a:pt x="1327462" y="80665"/>
                </a:lnTo>
                <a:lnTo>
                  <a:pt x="1327023" y="80715"/>
                </a:lnTo>
                <a:lnTo>
                  <a:pt x="1326576" y="80756"/>
                </a:lnTo>
                <a:lnTo>
                  <a:pt x="1326121" y="80787"/>
                </a:lnTo>
                <a:lnTo>
                  <a:pt x="1325658" y="80810"/>
                </a:lnTo>
                <a:lnTo>
                  <a:pt x="1325187" y="80823"/>
                </a:lnTo>
                <a:lnTo>
                  <a:pt x="1324708" y="80828"/>
                </a:lnTo>
                <a:lnTo>
                  <a:pt x="1324246" y="80824"/>
                </a:lnTo>
                <a:lnTo>
                  <a:pt x="1323792" y="80811"/>
                </a:lnTo>
                <a:lnTo>
                  <a:pt x="1323344" y="80789"/>
                </a:lnTo>
                <a:lnTo>
                  <a:pt x="1322905" y="80758"/>
                </a:lnTo>
                <a:lnTo>
                  <a:pt x="1322472" y="80719"/>
                </a:lnTo>
                <a:lnTo>
                  <a:pt x="1322048" y="80671"/>
                </a:lnTo>
                <a:lnTo>
                  <a:pt x="1321630" y="80614"/>
                </a:lnTo>
                <a:lnTo>
                  <a:pt x="1321221" y="80549"/>
                </a:lnTo>
                <a:lnTo>
                  <a:pt x="1320818" y="80475"/>
                </a:lnTo>
                <a:lnTo>
                  <a:pt x="1320424" y="80392"/>
                </a:lnTo>
                <a:lnTo>
                  <a:pt x="1320036" y="80300"/>
                </a:lnTo>
                <a:lnTo>
                  <a:pt x="1319657" y="80200"/>
                </a:lnTo>
                <a:lnTo>
                  <a:pt x="1319284" y="80091"/>
                </a:lnTo>
                <a:lnTo>
                  <a:pt x="1318919" y="79973"/>
                </a:lnTo>
                <a:lnTo>
                  <a:pt x="1318562" y="79846"/>
                </a:lnTo>
                <a:lnTo>
                  <a:pt x="1318212" y="79711"/>
                </a:lnTo>
                <a:lnTo>
                  <a:pt x="1317870" y="79567"/>
                </a:lnTo>
                <a:lnTo>
                  <a:pt x="1317535" y="79414"/>
                </a:lnTo>
                <a:lnTo>
                  <a:pt x="1317207" y="79253"/>
                </a:lnTo>
                <a:lnTo>
                  <a:pt x="1316887" y="79083"/>
                </a:lnTo>
                <a:lnTo>
                  <a:pt x="1316575" y="78904"/>
                </a:lnTo>
                <a:lnTo>
                  <a:pt x="1316270" y="78716"/>
                </a:lnTo>
                <a:lnTo>
                  <a:pt x="1315973" y="78520"/>
                </a:lnTo>
                <a:lnTo>
                  <a:pt x="1315683" y="78315"/>
                </a:lnTo>
                <a:lnTo>
                  <a:pt x="1315399" y="78102"/>
                </a:lnTo>
                <a:lnTo>
                  <a:pt x="1315123" y="77884"/>
                </a:lnTo>
                <a:lnTo>
                  <a:pt x="1314853" y="77661"/>
                </a:lnTo>
                <a:lnTo>
                  <a:pt x="1314589" y="77431"/>
                </a:lnTo>
                <a:lnTo>
                  <a:pt x="1314332" y="77196"/>
                </a:lnTo>
                <a:lnTo>
                  <a:pt x="1314081" y="76956"/>
                </a:lnTo>
                <a:lnTo>
                  <a:pt x="1313836" y="76710"/>
                </a:lnTo>
                <a:lnTo>
                  <a:pt x="1313598" y="76458"/>
                </a:lnTo>
                <a:lnTo>
                  <a:pt x="1313367" y="76201"/>
                </a:lnTo>
                <a:lnTo>
                  <a:pt x="1313141" y="75938"/>
                </a:lnTo>
                <a:lnTo>
                  <a:pt x="1312923" y="75669"/>
                </a:lnTo>
                <a:lnTo>
                  <a:pt x="1312710" y="75395"/>
                </a:lnTo>
                <a:lnTo>
                  <a:pt x="1312505" y="75115"/>
                </a:lnTo>
                <a:lnTo>
                  <a:pt x="1312305" y="74829"/>
                </a:lnTo>
                <a:lnTo>
                  <a:pt x="1312112" y="74538"/>
                </a:lnTo>
                <a:lnTo>
                  <a:pt x="1311926" y="74242"/>
                </a:lnTo>
                <a:lnTo>
                  <a:pt x="1311745" y="73939"/>
                </a:lnTo>
                <a:lnTo>
                  <a:pt x="1311572" y="73631"/>
                </a:lnTo>
                <a:lnTo>
                  <a:pt x="1311404" y="73318"/>
                </a:lnTo>
                <a:lnTo>
                  <a:pt x="1311244" y="72998"/>
                </a:lnTo>
                <a:lnTo>
                  <a:pt x="1311089" y="72674"/>
                </a:lnTo>
                <a:lnTo>
                  <a:pt x="1310941" y="72343"/>
                </a:lnTo>
                <a:lnTo>
                  <a:pt x="1310800" y="72007"/>
                </a:lnTo>
                <a:lnTo>
                  <a:pt x="1310664" y="71665"/>
                </a:lnTo>
                <a:lnTo>
                  <a:pt x="1310535" y="71320"/>
                </a:lnTo>
                <a:lnTo>
                  <a:pt x="1310411" y="70972"/>
                </a:lnTo>
                <a:lnTo>
                  <a:pt x="1310291" y="70622"/>
                </a:lnTo>
                <a:lnTo>
                  <a:pt x="1310177" y="70270"/>
                </a:lnTo>
                <a:lnTo>
                  <a:pt x="1310068" y="69916"/>
                </a:lnTo>
                <a:lnTo>
                  <a:pt x="1309964" y="69560"/>
                </a:lnTo>
                <a:lnTo>
                  <a:pt x="1309864" y="69201"/>
                </a:lnTo>
                <a:lnTo>
                  <a:pt x="1309770" y="68840"/>
                </a:lnTo>
                <a:lnTo>
                  <a:pt x="1309681" y="68478"/>
                </a:lnTo>
                <a:lnTo>
                  <a:pt x="1309597" y="68113"/>
                </a:lnTo>
                <a:lnTo>
                  <a:pt x="1309518" y="67745"/>
                </a:lnTo>
                <a:lnTo>
                  <a:pt x="1309444" y="67376"/>
                </a:lnTo>
                <a:lnTo>
                  <a:pt x="1309375" y="67005"/>
                </a:lnTo>
                <a:lnTo>
                  <a:pt x="1309311" y="66631"/>
                </a:lnTo>
                <a:lnTo>
                  <a:pt x="1309252" y="66255"/>
                </a:lnTo>
                <a:lnTo>
                  <a:pt x="1309198" y="65877"/>
                </a:lnTo>
                <a:lnTo>
                  <a:pt x="1309149" y="65497"/>
                </a:lnTo>
                <a:lnTo>
                  <a:pt x="1309105" y="65115"/>
                </a:lnTo>
                <a:lnTo>
                  <a:pt x="1309066" y="64731"/>
                </a:lnTo>
                <a:lnTo>
                  <a:pt x="1309032" y="64344"/>
                </a:lnTo>
                <a:lnTo>
                  <a:pt x="1309003" y="63955"/>
                </a:lnTo>
                <a:lnTo>
                  <a:pt x="1308979" y="63565"/>
                </a:lnTo>
                <a:lnTo>
                  <a:pt x="1308961" y="63172"/>
                </a:lnTo>
                <a:lnTo>
                  <a:pt x="1308947" y="62776"/>
                </a:lnTo>
                <a:lnTo>
                  <a:pt x="1355086" y="62776"/>
                </a:lnTo>
                <a:lnTo>
                  <a:pt x="1355097" y="62713"/>
                </a:lnTo>
                <a:lnTo>
                  <a:pt x="1355108" y="62647"/>
                </a:lnTo>
                <a:lnTo>
                  <a:pt x="1355119" y="62579"/>
                </a:lnTo>
                <a:lnTo>
                  <a:pt x="1355129" y="62509"/>
                </a:lnTo>
                <a:lnTo>
                  <a:pt x="1355139" y="62436"/>
                </a:lnTo>
                <a:lnTo>
                  <a:pt x="1355149" y="62361"/>
                </a:lnTo>
                <a:lnTo>
                  <a:pt x="1355159" y="62284"/>
                </a:lnTo>
                <a:lnTo>
                  <a:pt x="1355168" y="62205"/>
                </a:lnTo>
                <a:lnTo>
                  <a:pt x="1355178" y="62124"/>
                </a:lnTo>
                <a:lnTo>
                  <a:pt x="1355187" y="62040"/>
                </a:lnTo>
                <a:lnTo>
                  <a:pt x="1355196" y="61954"/>
                </a:lnTo>
                <a:lnTo>
                  <a:pt x="1355204" y="61866"/>
                </a:lnTo>
                <a:lnTo>
                  <a:pt x="1355212" y="61775"/>
                </a:lnTo>
                <a:lnTo>
                  <a:pt x="1355220" y="61682"/>
                </a:lnTo>
                <a:lnTo>
                  <a:pt x="1355228" y="61587"/>
                </a:lnTo>
                <a:lnTo>
                  <a:pt x="1355236" y="61490"/>
                </a:lnTo>
                <a:lnTo>
                  <a:pt x="1355243" y="61391"/>
                </a:lnTo>
                <a:lnTo>
                  <a:pt x="1355250" y="61289"/>
                </a:lnTo>
                <a:lnTo>
                  <a:pt x="1355257" y="61185"/>
                </a:lnTo>
                <a:lnTo>
                  <a:pt x="1355264" y="61079"/>
                </a:lnTo>
                <a:lnTo>
                  <a:pt x="1355270" y="60970"/>
                </a:lnTo>
                <a:lnTo>
                  <a:pt x="1355277" y="60860"/>
                </a:lnTo>
                <a:lnTo>
                  <a:pt x="1355283" y="60747"/>
                </a:lnTo>
                <a:lnTo>
                  <a:pt x="1355288" y="60632"/>
                </a:lnTo>
                <a:lnTo>
                  <a:pt x="1355294" y="60516"/>
                </a:lnTo>
                <a:lnTo>
                  <a:pt x="1355299" y="60403"/>
                </a:lnTo>
                <a:lnTo>
                  <a:pt x="1355304" y="60292"/>
                </a:lnTo>
                <a:lnTo>
                  <a:pt x="1355309" y="60182"/>
                </a:lnTo>
                <a:lnTo>
                  <a:pt x="1355313" y="60075"/>
                </a:lnTo>
                <a:lnTo>
                  <a:pt x="1355318" y="59970"/>
                </a:lnTo>
                <a:lnTo>
                  <a:pt x="1355322" y="59867"/>
                </a:lnTo>
                <a:lnTo>
                  <a:pt x="1355326" y="59765"/>
                </a:lnTo>
                <a:lnTo>
                  <a:pt x="1355329" y="59666"/>
                </a:lnTo>
                <a:lnTo>
                  <a:pt x="1355333" y="59569"/>
                </a:lnTo>
                <a:lnTo>
                  <a:pt x="1355336" y="59474"/>
                </a:lnTo>
                <a:lnTo>
                  <a:pt x="1355339" y="59381"/>
                </a:lnTo>
                <a:lnTo>
                  <a:pt x="1355341" y="59290"/>
                </a:lnTo>
                <a:lnTo>
                  <a:pt x="1355344" y="59200"/>
                </a:lnTo>
                <a:lnTo>
                  <a:pt x="1355346" y="59113"/>
                </a:lnTo>
                <a:lnTo>
                  <a:pt x="1355348" y="59028"/>
                </a:lnTo>
                <a:lnTo>
                  <a:pt x="1355350" y="58945"/>
                </a:lnTo>
                <a:lnTo>
                  <a:pt x="1355351" y="58864"/>
                </a:lnTo>
                <a:lnTo>
                  <a:pt x="1355353" y="58785"/>
                </a:lnTo>
                <a:lnTo>
                  <a:pt x="1355354" y="58708"/>
                </a:lnTo>
                <a:lnTo>
                  <a:pt x="1355355" y="58633"/>
                </a:lnTo>
                <a:lnTo>
                  <a:pt x="1355355" y="58559"/>
                </a:lnTo>
                <a:lnTo>
                  <a:pt x="1355355" y="58488"/>
                </a:lnTo>
                <a:lnTo>
                  <a:pt x="1355356" y="58419"/>
                </a:lnTo>
                <a:lnTo>
                  <a:pt x="1355341" y="57093"/>
                </a:lnTo>
                <a:lnTo>
                  <a:pt x="1355296" y="55792"/>
                </a:lnTo>
                <a:lnTo>
                  <a:pt x="1355222" y="54518"/>
                </a:lnTo>
                <a:lnTo>
                  <a:pt x="1355119" y="53268"/>
                </a:lnTo>
                <a:lnTo>
                  <a:pt x="1354986" y="52045"/>
                </a:lnTo>
                <a:lnTo>
                  <a:pt x="1354823" y="50847"/>
                </a:lnTo>
                <a:lnTo>
                  <a:pt x="1354631" y="49674"/>
                </a:lnTo>
                <a:lnTo>
                  <a:pt x="1354409" y="48528"/>
                </a:lnTo>
                <a:lnTo>
                  <a:pt x="1354157" y="47407"/>
                </a:lnTo>
                <a:lnTo>
                  <a:pt x="1353876" y="46311"/>
                </a:lnTo>
                <a:lnTo>
                  <a:pt x="1353566" y="45242"/>
                </a:lnTo>
                <a:lnTo>
                  <a:pt x="1353225" y="44198"/>
                </a:lnTo>
                <a:lnTo>
                  <a:pt x="1352856" y="43179"/>
                </a:lnTo>
                <a:lnTo>
                  <a:pt x="1352456" y="42186"/>
                </a:lnTo>
                <a:lnTo>
                  <a:pt x="1352027" y="41219"/>
                </a:lnTo>
                <a:lnTo>
                  <a:pt x="1351569" y="40278"/>
                </a:lnTo>
                <a:lnTo>
                  <a:pt x="1351080" y="39362"/>
                </a:lnTo>
                <a:lnTo>
                  <a:pt x="1350563" y="38472"/>
                </a:lnTo>
                <a:lnTo>
                  <a:pt x="1350015" y="37607"/>
                </a:lnTo>
                <a:lnTo>
                  <a:pt x="1349439" y="36769"/>
                </a:lnTo>
                <a:lnTo>
                  <a:pt x="1348832" y="35956"/>
                </a:lnTo>
                <a:lnTo>
                  <a:pt x="1348196" y="35168"/>
                </a:lnTo>
                <a:lnTo>
                  <a:pt x="1347530" y="34406"/>
                </a:lnTo>
                <a:lnTo>
                  <a:pt x="1346835" y="33670"/>
                </a:lnTo>
                <a:lnTo>
                  <a:pt x="1346114" y="32962"/>
                </a:lnTo>
                <a:lnTo>
                  <a:pt x="1345372" y="32283"/>
                </a:lnTo>
                <a:lnTo>
                  <a:pt x="1344609" y="31635"/>
                </a:lnTo>
                <a:lnTo>
                  <a:pt x="1343824" y="31018"/>
                </a:lnTo>
                <a:lnTo>
                  <a:pt x="1343017" y="30430"/>
                </a:lnTo>
                <a:lnTo>
                  <a:pt x="1342189" y="29872"/>
                </a:lnTo>
                <a:lnTo>
                  <a:pt x="1341340" y="29345"/>
                </a:lnTo>
                <a:lnTo>
                  <a:pt x="1340470" y="28847"/>
                </a:lnTo>
                <a:lnTo>
                  <a:pt x="1339578" y="28380"/>
                </a:lnTo>
                <a:lnTo>
                  <a:pt x="1338664" y="27943"/>
                </a:lnTo>
                <a:lnTo>
                  <a:pt x="1337730" y="27536"/>
                </a:lnTo>
                <a:lnTo>
                  <a:pt x="1336774" y="27159"/>
                </a:lnTo>
                <a:lnTo>
                  <a:pt x="1335796" y="26813"/>
                </a:lnTo>
                <a:lnTo>
                  <a:pt x="1334797" y="26496"/>
                </a:lnTo>
                <a:lnTo>
                  <a:pt x="1333777" y="26210"/>
                </a:lnTo>
                <a:lnTo>
                  <a:pt x="1332735" y="25954"/>
                </a:lnTo>
                <a:lnTo>
                  <a:pt x="1331672" y="25728"/>
                </a:lnTo>
                <a:lnTo>
                  <a:pt x="1330587" y="25532"/>
                </a:lnTo>
                <a:lnTo>
                  <a:pt x="1329481" y="25366"/>
                </a:lnTo>
                <a:lnTo>
                  <a:pt x="1328354" y="25230"/>
                </a:lnTo>
                <a:lnTo>
                  <a:pt x="1327205" y="25125"/>
                </a:lnTo>
                <a:lnTo>
                  <a:pt x="1326035" y="25050"/>
                </a:lnTo>
                <a:lnTo>
                  <a:pt x="1324844" y="25004"/>
                </a:lnTo>
                <a:lnTo>
                  <a:pt x="1323631" y="24989"/>
                </a:lnTo>
                <a:lnTo>
                  <a:pt x="1322755" y="24996"/>
                </a:lnTo>
                <a:lnTo>
                  <a:pt x="1321891" y="25018"/>
                </a:lnTo>
                <a:lnTo>
                  <a:pt x="1321039" y="25054"/>
                </a:lnTo>
                <a:lnTo>
                  <a:pt x="1320198" y="25104"/>
                </a:lnTo>
                <a:lnTo>
                  <a:pt x="1319369" y="25168"/>
                </a:lnTo>
                <a:lnTo>
                  <a:pt x="1318551" y="25247"/>
                </a:lnTo>
                <a:lnTo>
                  <a:pt x="1317745" y="25340"/>
                </a:lnTo>
                <a:lnTo>
                  <a:pt x="1316951" y="25447"/>
                </a:lnTo>
                <a:lnTo>
                  <a:pt x="1316168" y="25569"/>
                </a:lnTo>
                <a:lnTo>
                  <a:pt x="1315397" y="25705"/>
                </a:lnTo>
                <a:lnTo>
                  <a:pt x="1314637" y="25856"/>
                </a:lnTo>
                <a:lnTo>
                  <a:pt x="1313889" y="26020"/>
                </a:lnTo>
                <a:lnTo>
                  <a:pt x="1313153" y="26199"/>
                </a:lnTo>
                <a:lnTo>
                  <a:pt x="1312428" y="26392"/>
                </a:lnTo>
                <a:lnTo>
                  <a:pt x="1311714" y="26600"/>
                </a:lnTo>
                <a:lnTo>
                  <a:pt x="1311012" y="26822"/>
                </a:lnTo>
                <a:lnTo>
                  <a:pt x="1310322" y="27058"/>
                </a:lnTo>
                <a:lnTo>
                  <a:pt x="1309644" y="27309"/>
                </a:lnTo>
                <a:lnTo>
                  <a:pt x="1308976" y="27574"/>
                </a:lnTo>
                <a:lnTo>
                  <a:pt x="1308321" y="27853"/>
                </a:lnTo>
                <a:lnTo>
                  <a:pt x="1307677" y="28146"/>
                </a:lnTo>
                <a:lnTo>
                  <a:pt x="1307045" y="28454"/>
                </a:lnTo>
                <a:lnTo>
                  <a:pt x="1306424" y="28776"/>
                </a:lnTo>
                <a:lnTo>
                  <a:pt x="1305815" y="29113"/>
                </a:lnTo>
                <a:lnTo>
                  <a:pt x="1305217" y="29463"/>
                </a:lnTo>
                <a:lnTo>
                  <a:pt x="1304632" y="29824"/>
                </a:lnTo>
                <a:lnTo>
                  <a:pt x="1304059" y="30199"/>
                </a:lnTo>
                <a:lnTo>
                  <a:pt x="1303498" y="30585"/>
                </a:lnTo>
                <a:lnTo>
                  <a:pt x="1302950" y="30983"/>
                </a:lnTo>
                <a:lnTo>
                  <a:pt x="1302413" y="31394"/>
                </a:lnTo>
                <a:lnTo>
                  <a:pt x="1301889" y="31817"/>
                </a:lnTo>
                <a:lnTo>
                  <a:pt x="1301377" y="32252"/>
                </a:lnTo>
                <a:lnTo>
                  <a:pt x="1300877" y="32699"/>
                </a:lnTo>
                <a:lnTo>
                  <a:pt x="1300389" y="33159"/>
                </a:lnTo>
                <a:lnTo>
                  <a:pt x="1299913" y="33630"/>
                </a:lnTo>
                <a:lnTo>
                  <a:pt x="1299450" y="34114"/>
                </a:lnTo>
                <a:lnTo>
                  <a:pt x="1298998" y="34610"/>
                </a:lnTo>
                <a:lnTo>
                  <a:pt x="1298559" y="35118"/>
                </a:lnTo>
                <a:lnTo>
                  <a:pt x="1298132" y="35639"/>
                </a:lnTo>
                <a:lnTo>
                  <a:pt x="1297717" y="36171"/>
                </a:lnTo>
                <a:lnTo>
                  <a:pt x="1297314" y="36716"/>
                </a:lnTo>
                <a:lnTo>
                  <a:pt x="1296924" y="37273"/>
                </a:lnTo>
                <a:lnTo>
                  <a:pt x="1296545" y="37842"/>
                </a:lnTo>
                <a:lnTo>
                  <a:pt x="1296179" y="38423"/>
                </a:lnTo>
                <a:lnTo>
                  <a:pt x="1295825" y="39017"/>
                </a:lnTo>
                <a:lnTo>
                  <a:pt x="1295483" y="39623"/>
                </a:lnTo>
                <a:lnTo>
                  <a:pt x="1295153" y="40241"/>
                </a:lnTo>
                <a:lnTo>
                  <a:pt x="1294836" y="40871"/>
                </a:lnTo>
                <a:lnTo>
                  <a:pt x="1294531" y="41512"/>
                </a:lnTo>
                <a:lnTo>
                  <a:pt x="1294239" y="42163"/>
                </a:lnTo>
                <a:lnTo>
                  <a:pt x="1293959" y="42825"/>
                </a:lnTo>
                <a:lnTo>
                  <a:pt x="1293693" y="43496"/>
                </a:lnTo>
                <a:lnTo>
                  <a:pt x="1293440" y="44178"/>
                </a:lnTo>
                <a:lnTo>
                  <a:pt x="1293200" y="44870"/>
                </a:lnTo>
                <a:lnTo>
                  <a:pt x="1292973" y="45572"/>
                </a:lnTo>
                <a:lnTo>
                  <a:pt x="1292759" y="46285"/>
                </a:lnTo>
                <a:lnTo>
                  <a:pt x="1292558" y="47007"/>
                </a:lnTo>
                <a:lnTo>
                  <a:pt x="1292369" y="47740"/>
                </a:lnTo>
                <a:lnTo>
                  <a:pt x="1292194" y="48483"/>
                </a:lnTo>
                <a:lnTo>
                  <a:pt x="1292032" y="49236"/>
                </a:lnTo>
                <a:lnTo>
                  <a:pt x="1291883" y="49999"/>
                </a:lnTo>
                <a:lnTo>
                  <a:pt x="1291746" y="50773"/>
                </a:lnTo>
                <a:lnTo>
                  <a:pt x="1291623" y="51557"/>
                </a:lnTo>
                <a:lnTo>
                  <a:pt x="1291513" y="52350"/>
                </a:lnTo>
                <a:lnTo>
                  <a:pt x="1291415" y="53154"/>
                </a:lnTo>
                <a:lnTo>
                  <a:pt x="1291331" y="53969"/>
                </a:lnTo>
                <a:lnTo>
                  <a:pt x="1291260" y="54793"/>
                </a:lnTo>
                <a:lnTo>
                  <a:pt x="1291201" y="55628"/>
                </a:lnTo>
                <a:lnTo>
                  <a:pt x="1291156" y="56472"/>
                </a:lnTo>
                <a:lnTo>
                  <a:pt x="1291123" y="57327"/>
                </a:lnTo>
                <a:lnTo>
                  <a:pt x="1291104" y="58192"/>
                </a:lnTo>
                <a:lnTo>
                  <a:pt x="1291097" y="59068"/>
                </a:lnTo>
                <a:lnTo>
                  <a:pt x="1291104" y="59971"/>
                </a:lnTo>
                <a:lnTo>
                  <a:pt x="1291124" y="60863"/>
                </a:lnTo>
                <a:lnTo>
                  <a:pt x="1291157" y="61745"/>
                </a:lnTo>
                <a:lnTo>
                  <a:pt x="1291204" y="62616"/>
                </a:lnTo>
                <a:lnTo>
                  <a:pt x="1291264" y="63476"/>
                </a:lnTo>
                <a:lnTo>
                  <a:pt x="1291337" y="64324"/>
                </a:lnTo>
                <a:lnTo>
                  <a:pt x="1291424" y="65162"/>
                </a:lnTo>
                <a:lnTo>
                  <a:pt x="1291524" y="65990"/>
                </a:lnTo>
                <a:lnTo>
                  <a:pt x="1291637" y="66806"/>
                </a:lnTo>
                <a:lnTo>
                  <a:pt x="1291764" y="67611"/>
                </a:lnTo>
                <a:lnTo>
                  <a:pt x="1291904" y="68406"/>
                </a:lnTo>
                <a:lnTo>
                  <a:pt x="1292057" y="69190"/>
                </a:lnTo>
                <a:lnTo>
                  <a:pt x="1292224" y="69962"/>
                </a:lnTo>
                <a:lnTo>
                  <a:pt x="1292404" y="70724"/>
                </a:lnTo>
                <a:lnTo>
                  <a:pt x="1292597" y="71475"/>
                </a:lnTo>
                <a:lnTo>
                  <a:pt x="1292804" y="72215"/>
                </a:lnTo>
                <a:lnTo>
                  <a:pt x="1293024" y="72944"/>
                </a:lnTo>
                <a:lnTo>
                  <a:pt x="1293257" y="73663"/>
                </a:lnTo>
                <a:lnTo>
                  <a:pt x="1293504" y="74370"/>
                </a:lnTo>
                <a:lnTo>
                  <a:pt x="1293764" y="75067"/>
                </a:lnTo>
                <a:lnTo>
                  <a:pt x="1294037" y="75753"/>
                </a:lnTo>
                <a:lnTo>
                  <a:pt x="1294323" y="76427"/>
                </a:lnTo>
                <a:lnTo>
                  <a:pt x="1294623" y="77091"/>
                </a:lnTo>
                <a:lnTo>
                  <a:pt x="1294937" y="77744"/>
                </a:lnTo>
                <a:lnTo>
                  <a:pt x="1295263" y="78385"/>
                </a:lnTo>
                <a:lnTo>
                  <a:pt x="1295602" y="79014"/>
                </a:lnTo>
                <a:lnTo>
                  <a:pt x="1295953" y="79630"/>
                </a:lnTo>
                <a:lnTo>
                  <a:pt x="1296317" y="80233"/>
                </a:lnTo>
                <a:lnTo>
                  <a:pt x="1296694" y="80823"/>
                </a:lnTo>
                <a:lnTo>
                  <a:pt x="1297084" y="81401"/>
                </a:lnTo>
                <a:lnTo>
                  <a:pt x="1297486" y="81966"/>
                </a:lnTo>
                <a:lnTo>
                  <a:pt x="1297900" y="82519"/>
                </a:lnTo>
                <a:lnTo>
                  <a:pt x="1298328" y="83059"/>
                </a:lnTo>
                <a:lnTo>
                  <a:pt x="1298768" y="83586"/>
                </a:lnTo>
                <a:lnTo>
                  <a:pt x="1299220" y="84100"/>
                </a:lnTo>
                <a:lnTo>
                  <a:pt x="1299685" y="84602"/>
                </a:lnTo>
                <a:lnTo>
                  <a:pt x="1300163" y="85091"/>
                </a:lnTo>
                <a:lnTo>
                  <a:pt x="1300654" y="85568"/>
                </a:lnTo>
                <a:lnTo>
                  <a:pt x="1301157" y="86032"/>
                </a:lnTo>
                <a:lnTo>
                  <a:pt x="1301672" y="86483"/>
                </a:lnTo>
                <a:lnTo>
                  <a:pt x="1302201" y="86921"/>
                </a:lnTo>
                <a:lnTo>
                  <a:pt x="1302742" y="87347"/>
                </a:lnTo>
                <a:lnTo>
                  <a:pt x="1303295" y="87761"/>
                </a:lnTo>
                <a:lnTo>
                  <a:pt x="1303861" y="88161"/>
                </a:lnTo>
                <a:lnTo>
                  <a:pt x="1304440" y="88549"/>
                </a:lnTo>
                <a:lnTo>
                  <a:pt x="1305032" y="88924"/>
                </a:lnTo>
                <a:lnTo>
                  <a:pt x="1305636" y="89287"/>
                </a:lnTo>
                <a:lnTo>
                  <a:pt x="1306253" y="89637"/>
                </a:lnTo>
                <a:lnTo>
                  <a:pt x="1306882" y="89973"/>
                </a:lnTo>
                <a:lnTo>
                  <a:pt x="1307523" y="90296"/>
                </a:lnTo>
                <a:lnTo>
                  <a:pt x="1308176" y="90603"/>
                </a:lnTo>
                <a:lnTo>
                  <a:pt x="1308842" y="90897"/>
                </a:lnTo>
                <a:lnTo>
                  <a:pt x="1309520" y="91176"/>
                </a:lnTo>
                <a:lnTo>
                  <a:pt x="1310210" y="91441"/>
                </a:lnTo>
                <a:lnTo>
                  <a:pt x="1310912" y="91692"/>
                </a:lnTo>
                <a:lnTo>
                  <a:pt x="1311626" y="91928"/>
                </a:lnTo>
                <a:lnTo>
                  <a:pt x="1312353" y="92150"/>
                </a:lnTo>
                <a:lnTo>
                  <a:pt x="1313091" y="92357"/>
                </a:lnTo>
                <a:lnTo>
                  <a:pt x="1313842" y="92551"/>
                </a:lnTo>
                <a:lnTo>
                  <a:pt x="1314605" y="92730"/>
                </a:lnTo>
                <a:lnTo>
                  <a:pt x="1315380" y="92894"/>
                </a:lnTo>
                <a:lnTo>
                  <a:pt x="1316167" y="93045"/>
                </a:lnTo>
                <a:lnTo>
                  <a:pt x="1316967" y="93181"/>
                </a:lnTo>
                <a:lnTo>
                  <a:pt x="1317778" y="93302"/>
                </a:lnTo>
                <a:lnTo>
                  <a:pt x="1318602" y="93410"/>
                </a:lnTo>
                <a:lnTo>
                  <a:pt x="1319438" y="93503"/>
                </a:lnTo>
                <a:lnTo>
                  <a:pt x="1320286" y="93582"/>
                </a:lnTo>
                <a:lnTo>
                  <a:pt x="1321146" y="93646"/>
                </a:lnTo>
                <a:lnTo>
                  <a:pt x="1322018" y="93696"/>
                </a:lnTo>
                <a:lnTo>
                  <a:pt x="1322903" y="93732"/>
                </a:lnTo>
                <a:lnTo>
                  <a:pt x="1323799" y="93753"/>
                </a:lnTo>
                <a:lnTo>
                  <a:pt x="1324708" y="93760"/>
                </a:lnTo>
                <a:lnTo>
                  <a:pt x="1325451" y="93756"/>
                </a:lnTo>
                <a:lnTo>
                  <a:pt x="1326186" y="93743"/>
                </a:lnTo>
                <a:lnTo>
                  <a:pt x="1326913" y="93720"/>
                </a:lnTo>
                <a:lnTo>
                  <a:pt x="1327632" y="93689"/>
                </a:lnTo>
                <a:lnTo>
                  <a:pt x="1328343" y="93649"/>
                </a:lnTo>
                <a:close/>
                <a:moveTo>
                  <a:pt x="1309471" y="48741"/>
                </a:moveTo>
                <a:lnTo>
                  <a:pt x="1309572" y="48231"/>
                </a:lnTo>
                <a:lnTo>
                  <a:pt x="1309685" y="47733"/>
                </a:lnTo>
                <a:lnTo>
                  <a:pt x="1309811" y="47245"/>
                </a:lnTo>
                <a:lnTo>
                  <a:pt x="1309949" y="46769"/>
                </a:lnTo>
                <a:lnTo>
                  <a:pt x="1310100" y="46305"/>
                </a:lnTo>
                <a:lnTo>
                  <a:pt x="1310262" y="45851"/>
                </a:lnTo>
                <a:lnTo>
                  <a:pt x="1310437" y="45409"/>
                </a:lnTo>
                <a:lnTo>
                  <a:pt x="1310624" y="44979"/>
                </a:lnTo>
                <a:lnTo>
                  <a:pt x="1310824" y="44559"/>
                </a:lnTo>
                <a:lnTo>
                  <a:pt x="1311035" y="44151"/>
                </a:lnTo>
                <a:lnTo>
                  <a:pt x="1311259" y="43755"/>
                </a:lnTo>
                <a:lnTo>
                  <a:pt x="1311496" y="43369"/>
                </a:lnTo>
                <a:lnTo>
                  <a:pt x="1311744" y="42995"/>
                </a:lnTo>
                <a:lnTo>
                  <a:pt x="1312005" y="42633"/>
                </a:lnTo>
                <a:lnTo>
                  <a:pt x="1312278" y="42281"/>
                </a:lnTo>
                <a:lnTo>
                  <a:pt x="1312564" y="41941"/>
                </a:lnTo>
                <a:lnTo>
                  <a:pt x="1312861" y="41612"/>
                </a:lnTo>
                <a:lnTo>
                  <a:pt x="1313171" y="41295"/>
                </a:lnTo>
                <a:lnTo>
                  <a:pt x="1313493" y="40989"/>
                </a:lnTo>
                <a:lnTo>
                  <a:pt x="1313826" y="40694"/>
                </a:lnTo>
                <a:lnTo>
                  <a:pt x="1314166" y="40413"/>
                </a:lnTo>
                <a:lnTo>
                  <a:pt x="1314514" y="40144"/>
                </a:lnTo>
                <a:lnTo>
                  <a:pt x="1314870" y="39887"/>
                </a:lnTo>
                <a:lnTo>
                  <a:pt x="1315233" y="39643"/>
                </a:lnTo>
                <a:lnTo>
                  <a:pt x="1315605" y="39411"/>
                </a:lnTo>
                <a:lnTo>
                  <a:pt x="1315984" y="39192"/>
                </a:lnTo>
                <a:lnTo>
                  <a:pt x="1316371" y="38985"/>
                </a:lnTo>
                <a:lnTo>
                  <a:pt x="1316766" y="38791"/>
                </a:lnTo>
                <a:lnTo>
                  <a:pt x="1317169" y="38610"/>
                </a:lnTo>
                <a:lnTo>
                  <a:pt x="1317579" y="38441"/>
                </a:lnTo>
                <a:lnTo>
                  <a:pt x="1317998" y="38284"/>
                </a:lnTo>
                <a:lnTo>
                  <a:pt x="1318424" y="38140"/>
                </a:lnTo>
                <a:lnTo>
                  <a:pt x="1318858" y="38009"/>
                </a:lnTo>
                <a:lnTo>
                  <a:pt x="1319300" y="37890"/>
                </a:lnTo>
                <a:lnTo>
                  <a:pt x="1319750" y="37784"/>
                </a:lnTo>
                <a:lnTo>
                  <a:pt x="1320208" y="37690"/>
                </a:lnTo>
                <a:lnTo>
                  <a:pt x="1320673" y="37608"/>
                </a:lnTo>
                <a:lnTo>
                  <a:pt x="1321147" y="37539"/>
                </a:lnTo>
                <a:lnTo>
                  <a:pt x="1321628" y="37483"/>
                </a:lnTo>
                <a:lnTo>
                  <a:pt x="1322117" y="37439"/>
                </a:lnTo>
                <a:lnTo>
                  <a:pt x="1322613" y="37408"/>
                </a:lnTo>
                <a:lnTo>
                  <a:pt x="1323118" y="37389"/>
                </a:lnTo>
                <a:lnTo>
                  <a:pt x="1323631" y="37383"/>
                </a:lnTo>
                <a:lnTo>
                  <a:pt x="1324132" y="37389"/>
                </a:lnTo>
                <a:lnTo>
                  <a:pt x="1324626" y="37407"/>
                </a:lnTo>
                <a:lnTo>
                  <a:pt x="1325112" y="37438"/>
                </a:lnTo>
                <a:lnTo>
                  <a:pt x="1325591" y="37480"/>
                </a:lnTo>
                <a:lnTo>
                  <a:pt x="1326061" y="37535"/>
                </a:lnTo>
                <a:lnTo>
                  <a:pt x="1326525" y="37602"/>
                </a:lnTo>
                <a:lnTo>
                  <a:pt x="1326981" y="37681"/>
                </a:lnTo>
                <a:lnTo>
                  <a:pt x="1327429" y="37772"/>
                </a:lnTo>
                <a:lnTo>
                  <a:pt x="1327869" y="37875"/>
                </a:lnTo>
                <a:lnTo>
                  <a:pt x="1328302" y="37991"/>
                </a:lnTo>
                <a:lnTo>
                  <a:pt x="1328728" y="38119"/>
                </a:lnTo>
                <a:lnTo>
                  <a:pt x="1329145" y="38259"/>
                </a:lnTo>
                <a:lnTo>
                  <a:pt x="1329556" y="38411"/>
                </a:lnTo>
                <a:lnTo>
                  <a:pt x="1329958" y="38575"/>
                </a:lnTo>
                <a:lnTo>
                  <a:pt x="1330353" y="38751"/>
                </a:lnTo>
                <a:lnTo>
                  <a:pt x="1330740" y="38940"/>
                </a:lnTo>
                <a:lnTo>
                  <a:pt x="1331120" y="39140"/>
                </a:lnTo>
                <a:lnTo>
                  <a:pt x="1331492" y="39353"/>
                </a:lnTo>
                <a:lnTo>
                  <a:pt x="1331857" y="39578"/>
                </a:lnTo>
                <a:lnTo>
                  <a:pt x="1332214" y="39815"/>
                </a:lnTo>
                <a:lnTo>
                  <a:pt x="1332563" y="40065"/>
                </a:lnTo>
                <a:lnTo>
                  <a:pt x="1332905" y="40326"/>
                </a:lnTo>
                <a:lnTo>
                  <a:pt x="1333239" y="40600"/>
                </a:lnTo>
                <a:lnTo>
                  <a:pt x="1333566" y="40885"/>
                </a:lnTo>
                <a:lnTo>
                  <a:pt x="1333882" y="41184"/>
                </a:lnTo>
                <a:lnTo>
                  <a:pt x="1334186" y="41494"/>
                </a:lnTo>
                <a:lnTo>
                  <a:pt x="1334477" y="41817"/>
                </a:lnTo>
                <a:lnTo>
                  <a:pt x="1334755" y="42152"/>
                </a:lnTo>
                <a:lnTo>
                  <a:pt x="1335020" y="42500"/>
                </a:lnTo>
                <a:lnTo>
                  <a:pt x="1335273" y="42860"/>
                </a:lnTo>
                <a:lnTo>
                  <a:pt x="1335513" y="43232"/>
                </a:lnTo>
                <a:lnTo>
                  <a:pt x="1335740" y="43617"/>
                </a:lnTo>
                <a:lnTo>
                  <a:pt x="1335954" y="44014"/>
                </a:lnTo>
                <a:lnTo>
                  <a:pt x="1336156" y="44424"/>
                </a:lnTo>
                <a:lnTo>
                  <a:pt x="1336345" y="44846"/>
                </a:lnTo>
                <a:lnTo>
                  <a:pt x="1336521" y="45281"/>
                </a:lnTo>
                <a:lnTo>
                  <a:pt x="1336684" y="45727"/>
                </a:lnTo>
                <a:lnTo>
                  <a:pt x="1336835" y="46187"/>
                </a:lnTo>
                <a:lnTo>
                  <a:pt x="1336973" y="46658"/>
                </a:lnTo>
                <a:lnTo>
                  <a:pt x="1337098" y="47142"/>
                </a:lnTo>
                <a:lnTo>
                  <a:pt x="1337211" y="47639"/>
                </a:lnTo>
                <a:lnTo>
                  <a:pt x="1337310" y="48147"/>
                </a:lnTo>
                <a:lnTo>
                  <a:pt x="1337397" y="48669"/>
                </a:lnTo>
                <a:lnTo>
                  <a:pt x="1337471" y="49202"/>
                </a:lnTo>
                <a:lnTo>
                  <a:pt x="1337533" y="49748"/>
                </a:lnTo>
                <a:lnTo>
                  <a:pt x="1337582" y="50307"/>
                </a:lnTo>
                <a:lnTo>
                  <a:pt x="1337618" y="50877"/>
                </a:lnTo>
                <a:lnTo>
                  <a:pt x="1337641" y="51460"/>
                </a:lnTo>
                <a:lnTo>
                  <a:pt x="1309149" y="51460"/>
                </a:lnTo>
                <a:lnTo>
                  <a:pt x="1309189" y="50894"/>
                </a:lnTo>
                <a:lnTo>
                  <a:pt x="1309241" y="50339"/>
                </a:lnTo>
                <a:lnTo>
                  <a:pt x="1309305" y="49795"/>
                </a:lnTo>
                <a:lnTo>
                  <a:pt x="1309382" y="49262"/>
                </a:lnTo>
                <a:lnTo>
                  <a:pt x="1309471" y="48741"/>
                </a:lnTo>
                <a:close/>
                <a:moveTo>
                  <a:pt x="1684491" y="93710"/>
                </a:moveTo>
                <a:lnTo>
                  <a:pt x="1684944" y="93688"/>
                </a:lnTo>
                <a:lnTo>
                  <a:pt x="1685396" y="93662"/>
                </a:lnTo>
                <a:lnTo>
                  <a:pt x="1685847" y="93632"/>
                </a:lnTo>
                <a:lnTo>
                  <a:pt x="1686296" y="93598"/>
                </a:lnTo>
                <a:lnTo>
                  <a:pt x="1686744" y="93559"/>
                </a:lnTo>
                <a:lnTo>
                  <a:pt x="1687191" y="93517"/>
                </a:lnTo>
                <a:lnTo>
                  <a:pt x="1687636" y="93471"/>
                </a:lnTo>
                <a:lnTo>
                  <a:pt x="1688081" y="93421"/>
                </a:lnTo>
                <a:lnTo>
                  <a:pt x="1688523" y="93367"/>
                </a:lnTo>
                <a:lnTo>
                  <a:pt x="1688965" y="93308"/>
                </a:lnTo>
                <a:lnTo>
                  <a:pt x="1689405" y="93246"/>
                </a:lnTo>
                <a:lnTo>
                  <a:pt x="1689844" y="93180"/>
                </a:lnTo>
                <a:lnTo>
                  <a:pt x="1690282" y="93109"/>
                </a:lnTo>
                <a:lnTo>
                  <a:pt x="1690719" y="93035"/>
                </a:lnTo>
                <a:lnTo>
                  <a:pt x="1691154" y="92957"/>
                </a:lnTo>
                <a:lnTo>
                  <a:pt x="1691588" y="92874"/>
                </a:lnTo>
                <a:lnTo>
                  <a:pt x="1692020" y="92788"/>
                </a:lnTo>
                <a:lnTo>
                  <a:pt x="1692452" y="92697"/>
                </a:lnTo>
                <a:lnTo>
                  <a:pt x="1692882" y="92603"/>
                </a:lnTo>
                <a:lnTo>
                  <a:pt x="1693309" y="92504"/>
                </a:lnTo>
                <a:lnTo>
                  <a:pt x="1693733" y="92400"/>
                </a:lnTo>
                <a:lnTo>
                  <a:pt x="1694152" y="92292"/>
                </a:lnTo>
                <a:lnTo>
                  <a:pt x="1694568" y="92178"/>
                </a:lnTo>
                <a:lnTo>
                  <a:pt x="1694979" y="92060"/>
                </a:lnTo>
                <a:lnTo>
                  <a:pt x="1695387" y="91937"/>
                </a:lnTo>
                <a:lnTo>
                  <a:pt x="1695790" y="91809"/>
                </a:lnTo>
                <a:lnTo>
                  <a:pt x="1696190" y="91676"/>
                </a:lnTo>
                <a:lnTo>
                  <a:pt x="1696585" y="91538"/>
                </a:lnTo>
                <a:lnTo>
                  <a:pt x="1696977" y="91396"/>
                </a:lnTo>
                <a:lnTo>
                  <a:pt x="1697365" y="91248"/>
                </a:lnTo>
                <a:lnTo>
                  <a:pt x="1697748" y="91096"/>
                </a:lnTo>
                <a:lnTo>
                  <a:pt x="1698128" y="90939"/>
                </a:lnTo>
                <a:lnTo>
                  <a:pt x="1698504" y="90777"/>
                </a:lnTo>
                <a:lnTo>
                  <a:pt x="1698875" y="90611"/>
                </a:lnTo>
                <a:lnTo>
                  <a:pt x="1699243" y="90439"/>
                </a:lnTo>
                <a:lnTo>
                  <a:pt x="1699607" y="90263"/>
                </a:lnTo>
                <a:lnTo>
                  <a:pt x="1699967" y="90081"/>
                </a:lnTo>
                <a:lnTo>
                  <a:pt x="1700323" y="89895"/>
                </a:lnTo>
                <a:lnTo>
                  <a:pt x="1700675" y="89704"/>
                </a:lnTo>
                <a:lnTo>
                  <a:pt x="1701022" y="89508"/>
                </a:lnTo>
                <a:lnTo>
                  <a:pt x="1701366" y="89308"/>
                </a:lnTo>
                <a:lnTo>
                  <a:pt x="1701706" y="89102"/>
                </a:lnTo>
                <a:lnTo>
                  <a:pt x="1702042" y="88892"/>
                </a:lnTo>
                <a:lnTo>
                  <a:pt x="1702373" y="88676"/>
                </a:lnTo>
                <a:lnTo>
                  <a:pt x="1702699" y="88455"/>
                </a:lnTo>
                <a:lnTo>
                  <a:pt x="1703019" y="88229"/>
                </a:lnTo>
                <a:lnTo>
                  <a:pt x="1703333" y="87996"/>
                </a:lnTo>
                <a:lnTo>
                  <a:pt x="1703642" y="87759"/>
                </a:lnTo>
                <a:lnTo>
                  <a:pt x="1703945" y="87515"/>
                </a:lnTo>
                <a:lnTo>
                  <a:pt x="1704243" y="87266"/>
                </a:lnTo>
                <a:lnTo>
                  <a:pt x="1704534" y="87012"/>
                </a:lnTo>
                <a:lnTo>
                  <a:pt x="1704821" y="86752"/>
                </a:lnTo>
                <a:lnTo>
                  <a:pt x="1705101" y="86486"/>
                </a:lnTo>
                <a:lnTo>
                  <a:pt x="1705376" y="86215"/>
                </a:lnTo>
                <a:lnTo>
                  <a:pt x="1705646" y="85939"/>
                </a:lnTo>
                <a:lnTo>
                  <a:pt x="1705910" y="85656"/>
                </a:lnTo>
                <a:lnTo>
                  <a:pt x="1706168" y="85369"/>
                </a:lnTo>
                <a:lnTo>
                  <a:pt x="1706420" y="85075"/>
                </a:lnTo>
                <a:lnTo>
                  <a:pt x="1706667" y="84777"/>
                </a:lnTo>
                <a:lnTo>
                  <a:pt x="1706909" y="84472"/>
                </a:lnTo>
                <a:lnTo>
                  <a:pt x="1707145" y="84162"/>
                </a:lnTo>
                <a:lnTo>
                  <a:pt x="1707375" y="83847"/>
                </a:lnTo>
                <a:lnTo>
                  <a:pt x="1707599" y="83526"/>
                </a:lnTo>
                <a:lnTo>
                  <a:pt x="1707818" y="83199"/>
                </a:lnTo>
                <a:lnTo>
                  <a:pt x="1708031" y="82867"/>
                </a:lnTo>
                <a:lnTo>
                  <a:pt x="1708239" y="82529"/>
                </a:lnTo>
                <a:lnTo>
                  <a:pt x="1708441" y="82186"/>
                </a:lnTo>
                <a:lnTo>
                  <a:pt x="1708636" y="81836"/>
                </a:lnTo>
                <a:lnTo>
                  <a:pt x="1708823" y="81481"/>
                </a:lnTo>
                <a:lnTo>
                  <a:pt x="1709002" y="81119"/>
                </a:lnTo>
                <a:lnTo>
                  <a:pt x="1709172" y="80750"/>
                </a:lnTo>
                <a:lnTo>
                  <a:pt x="1709334" y="80375"/>
                </a:lnTo>
                <a:lnTo>
                  <a:pt x="1709487" y="79994"/>
                </a:lnTo>
                <a:lnTo>
                  <a:pt x="1709633" y="79607"/>
                </a:lnTo>
                <a:lnTo>
                  <a:pt x="1709770" y="79213"/>
                </a:lnTo>
                <a:lnTo>
                  <a:pt x="1709898" y="78812"/>
                </a:lnTo>
                <a:lnTo>
                  <a:pt x="1710019" y="78405"/>
                </a:lnTo>
                <a:lnTo>
                  <a:pt x="1710131" y="77992"/>
                </a:lnTo>
                <a:lnTo>
                  <a:pt x="1710235" y="77573"/>
                </a:lnTo>
                <a:lnTo>
                  <a:pt x="1710330" y="77147"/>
                </a:lnTo>
                <a:lnTo>
                  <a:pt x="1710417" y="76715"/>
                </a:lnTo>
                <a:lnTo>
                  <a:pt x="1710496" y="76276"/>
                </a:lnTo>
                <a:lnTo>
                  <a:pt x="1710567" y="75831"/>
                </a:lnTo>
                <a:lnTo>
                  <a:pt x="1710629" y="75379"/>
                </a:lnTo>
                <a:lnTo>
                  <a:pt x="1710683" y="74921"/>
                </a:lnTo>
                <a:lnTo>
                  <a:pt x="1710729" y="74457"/>
                </a:lnTo>
                <a:lnTo>
                  <a:pt x="1710766" y="73987"/>
                </a:lnTo>
                <a:lnTo>
                  <a:pt x="1710795" y="73509"/>
                </a:lnTo>
                <a:lnTo>
                  <a:pt x="1710816" y="73026"/>
                </a:lnTo>
                <a:lnTo>
                  <a:pt x="1710828" y="72536"/>
                </a:lnTo>
                <a:lnTo>
                  <a:pt x="1710832" y="72040"/>
                </a:lnTo>
                <a:lnTo>
                  <a:pt x="1710827" y="71511"/>
                </a:lnTo>
                <a:lnTo>
                  <a:pt x="1710812" y="70990"/>
                </a:lnTo>
                <a:lnTo>
                  <a:pt x="1710786" y="70477"/>
                </a:lnTo>
                <a:lnTo>
                  <a:pt x="1710750" y="69973"/>
                </a:lnTo>
                <a:lnTo>
                  <a:pt x="1710704" y="69476"/>
                </a:lnTo>
                <a:lnTo>
                  <a:pt x="1710647" y="68989"/>
                </a:lnTo>
                <a:lnTo>
                  <a:pt x="1710580" y="68509"/>
                </a:lnTo>
                <a:lnTo>
                  <a:pt x="1710503" y="68038"/>
                </a:lnTo>
                <a:lnTo>
                  <a:pt x="1710416" y="67575"/>
                </a:lnTo>
                <a:lnTo>
                  <a:pt x="1710318" y="67120"/>
                </a:lnTo>
                <a:lnTo>
                  <a:pt x="1710210" y="66673"/>
                </a:lnTo>
                <a:lnTo>
                  <a:pt x="1710091" y="66235"/>
                </a:lnTo>
                <a:lnTo>
                  <a:pt x="1709963" y="65805"/>
                </a:lnTo>
                <a:lnTo>
                  <a:pt x="1709824" y="65384"/>
                </a:lnTo>
                <a:lnTo>
                  <a:pt x="1709675" y="64970"/>
                </a:lnTo>
                <a:lnTo>
                  <a:pt x="1709515" y="64565"/>
                </a:lnTo>
                <a:lnTo>
                  <a:pt x="1709345" y="64169"/>
                </a:lnTo>
                <a:lnTo>
                  <a:pt x="1709165" y="63780"/>
                </a:lnTo>
                <a:lnTo>
                  <a:pt x="1708975" y="63400"/>
                </a:lnTo>
                <a:lnTo>
                  <a:pt x="1708774" y="63028"/>
                </a:lnTo>
                <a:lnTo>
                  <a:pt x="1708563" y="62664"/>
                </a:lnTo>
                <a:lnTo>
                  <a:pt x="1708342" y="62309"/>
                </a:lnTo>
                <a:lnTo>
                  <a:pt x="1708110" y="61962"/>
                </a:lnTo>
                <a:lnTo>
                  <a:pt x="1707869" y="61623"/>
                </a:lnTo>
                <a:lnTo>
                  <a:pt x="1707618" y="61291"/>
                </a:lnTo>
                <a:lnTo>
                  <a:pt x="1707360" y="60965"/>
                </a:lnTo>
                <a:lnTo>
                  <a:pt x="1707095" y="60644"/>
                </a:lnTo>
                <a:lnTo>
                  <a:pt x="1706823" y="60329"/>
                </a:lnTo>
                <a:lnTo>
                  <a:pt x="1706543" y="60020"/>
                </a:lnTo>
                <a:lnTo>
                  <a:pt x="1706256" y="59716"/>
                </a:lnTo>
                <a:lnTo>
                  <a:pt x="1705962" y="59418"/>
                </a:lnTo>
                <a:lnTo>
                  <a:pt x="1705661" y="59126"/>
                </a:lnTo>
                <a:lnTo>
                  <a:pt x="1705352" y="58839"/>
                </a:lnTo>
                <a:lnTo>
                  <a:pt x="1705036" y="58558"/>
                </a:lnTo>
                <a:lnTo>
                  <a:pt x="1704713" y="58283"/>
                </a:lnTo>
                <a:lnTo>
                  <a:pt x="1704383" y="58014"/>
                </a:lnTo>
                <a:lnTo>
                  <a:pt x="1704045" y="57750"/>
                </a:lnTo>
                <a:lnTo>
                  <a:pt x="1703700" y="57492"/>
                </a:lnTo>
                <a:lnTo>
                  <a:pt x="1703348" y="57239"/>
                </a:lnTo>
                <a:lnTo>
                  <a:pt x="1702989" y="56992"/>
                </a:lnTo>
                <a:lnTo>
                  <a:pt x="1702622" y="56751"/>
                </a:lnTo>
                <a:lnTo>
                  <a:pt x="1702249" y="56516"/>
                </a:lnTo>
                <a:lnTo>
                  <a:pt x="1701867" y="56286"/>
                </a:lnTo>
                <a:lnTo>
                  <a:pt x="1701479" y="56062"/>
                </a:lnTo>
                <a:lnTo>
                  <a:pt x="1701083" y="55843"/>
                </a:lnTo>
                <a:lnTo>
                  <a:pt x="1700681" y="55630"/>
                </a:lnTo>
                <a:lnTo>
                  <a:pt x="1700271" y="55423"/>
                </a:lnTo>
                <a:lnTo>
                  <a:pt x="1699853" y="55222"/>
                </a:lnTo>
                <a:lnTo>
                  <a:pt x="1699430" y="55025"/>
                </a:lnTo>
                <a:lnTo>
                  <a:pt x="1699002" y="54831"/>
                </a:lnTo>
                <a:lnTo>
                  <a:pt x="1698569" y="54640"/>
                </a:lnTo>
                <a:lnTo>
                  <a:pt x="1698132" y="54452"/>
                </a:lnTo>
                <a:lnTo>
                  <a:pt x="1697690" y="54268"/>
                </a:lnTo>
                <a:lnTo>
                  <a:pt x="1697243" y="54086"/>
                </a:lnTo>
                <a:lnTo>
                  <a:pt x="1696792" y="53907"/>
                </a:lnTo>
                <a:lnTo>
                  <a:pt x="1696336" y="53732"/>
                </a:lnTo>
                <a:lnTo>
                  <a:pt x="1695875" y="53559"/>
                </a:lnTo>
                <a:lnTo>
                  <a:pt x="1695409" y="53390"/>
                </a:lnTo>
                <a:lnTo>
                  <a:pt x="1694939" y="53223"/>
                </a:lnTo>
                <a:lnTo>
                  <a:pt x="1694465" y="53060"/>
                </a:lnTo>
                <a:lnTo>
                  <a:pt x="1693985" y="52900"/>
                </a:lnTo>
                <a:lnTo>
                  <a:pt x="1693501" y="52743"/>
                </a:lnTo>
                <a:lnTo>
                  <a:pt x="1693012" y="52589"/>
                </a:lnTo>
                <a:lnTo>
                  <a:pt x="1692519" y="52438"/>
                </a:lnTo>
                <a:lnTo>
                  <a:pt x="1692021" y="52290"/>
                </a:lnTo>
                <a:lnTo>
                  <a:pt x="1691518" y="52145"/>
                </a:lnTo>
                <a:lnTo>
                  <a:pt x="1691010" y="52003"/>
                </a:lnTo>
                <a:lnTo>
                  <a:pt x="1690498" y="51865"/>
                </a:lnTo>
                <a:lnTo>
                  <a:pt x="1689981" y="51729"/>
                </a:lnTo>
                <a:lnTo>
                  <a:pt x="1689460" y="51596"/>
                </a:lnTo>
                <a:lnTo>
                  <a:pt x="1688933" y="51467"/>
                </a:lnTo>
                <a:lnTo>
                  <a:pt x="1688403" y="51341"/>
                </a:lnTo>
                <a:lnTo>
                  <a:pt x="1687901" y="51227"/>
                </a:lnTo>
                <a:lnTo>
                  <a:pt x="1687409" y="51115"/>
                </a:lnTo>
                <a:lnTo>
                  <a:pt x="1686924" y="51003"/>
                </a:lnTo>
                <a:lnTo>
                  <a:pt x="1686447" y="50891"/>
                </a:lnTo>
                <a:lnTo>
                  <a:pt x="1685979" y="50780"/>
                </a:lnTo>
                <a:lnTo>
                  <a:pt x="1685519" y="50670"/>
                </a:lnTo>
                <a:lnTo>
                  <a:pt x="1685067" y="50561"/>
                </a:lnTo>
                <a:lnTo>
                  <a:pt x="1684623" y="50452"/>
                </a:lnTo>
                <a:lnTo>
                  <a:pt x="1684187" y="50343"/>
                </a:lnTo>
                <a:lnTo>
                  <a:pt x="1683760" y="50235"/>
                </a:lnTo>
                <a:lnTo>
                  <a:pt x="1683341" y="50128"/>
                </a:lnTo>
                <a:lnTo>
                  <a:pt x="1682930" y="50021"/>
                </a:lnTo>
                <a:lnTo>
                  <a:pt x="1682527" y="49915"/>
                </a:lnTo>
                <a:lnTo>
                  <a:pt x="1682132" y="49810"/>
                </a:lnTo>
                <a:lnTo>
                  <a:pt x="1681746" y="49705"/>
                </a:lnTo>
                <a:lnTo>
                  <a:pt x="1681368" y="49600"/>
                </a:lnTo>
                <a:lnTo>
                  <a:pt x="1680997" y="49497"/>
                </a:lnTo>
                <a:lnTo>
                  <a:pt x="1680635" y="49394"/>
                </a:lnTo>
                <a:lnTo>
                  <a:pt x="1680282" y="49291"/>
                </a:lnTo>
                <a:lnTo>
                  <a:pt x="1679936" y="49189"/>
                </a:lnTo>
                <a:lnTo>
                  <a:pt x="1679599" y="49088"/>
                </a:lnTo>
                <a:lnTo>
                  <a:pt x="1679270" y="48987"/>
                </a:lnTo>
                <a:lnTo>
                  <a:pt x="1678949" y="48887"/>
                </a:lnTo>
                <a:lnTo>
                  <a:pt x="1678636" y="48787"/>
                </a:lnTo>
                <a:lnTo>
                  <a:pt x="1678331" y="48688"/>
                </a:lnTo>
                <a:lnTo>
                  <a:pt x="1678032" y="48587"/>
                </a:lnTo>
                <a:lnTo>
                  <a:pt x="1677741" y="48486"/>
                </a:lnTo>
                <a:lnTo>
                  <a:pt x="1677457" y="48384"/>
                </a:lnTo>
                <a:lnTo>
                  <a:pt x="1677180" y="48282"/>
                </a:lnTo>
                <a:lnTo>
                  <a:pt x="1676910" y="48179"/>
                </a:lnTo>
                <a:lnTo>
                  <a:pt x="1676647" y="48075"/>
                </a:lnTo>
                <a:lnTo>
                  <a:pt x="1676391" y="47970"/>
                </a:lnTo>
                <a:lnTo>
                  <a:pt x="1676142" y="47865"/>
                </a:lnTo>
                <a:lnTo>
                  <a:pt x="1675899" y="47759"/>
                </a:lnTo>
                <a:lnTo>
                  <a:pt x="1675664" y="47652"/>
                </a:lnTo>
                <a:lnTo>
                  <a:pt x="1675436" y="47545"/>
                </a:lnTo>
                <a:lnTo>
                  <a:pt x="1675215" y="47437"/>
                </a:lnTo>
                <a:lnTo>
                  <a:pt x="1675001" y="47328"/>
                </a:lnTo>
                <a:lnTo>
                  <a:pt x="1674794" y="47218"/>
                </a:lnTo>
                <a:lnTo>
                  <a:pt x="1674594" y="47108"/>
                </a:lnTo>
                <a:lnTo>
                  <a:pt x="1674401" y="46997"/>
                </a:lnTo>
                <a:lnTo>
                  <a:pt x="1674216" y="46885"/>
                </a:lnTo>
                <a:lnTo>
                  <a:pt x="1674037" y="46773"/>
                </a:lnTo>
                <a:lnTo>
                  <a:pt x="1673865" y="46660"/>
                </a:lnTo>
                <a:lnTo>
                  <a:pt x="1673700" y="46546"/>
                </a:lnTo>
                <a:lnTo>
                  <a:pt x="1673542" y="46432"/>
                </a:lnTo>
                <a:lnTo>
                  <a:pt x="1673391" y="46316"/>
                </a:lnTo>
                <a:lnTo>
                  <a:pt x="1673247" y="46200"/>
                </a:lnTo>
                <a:lnTo>
                  <a:pt x="1673110" y="46083"/>
                </a:lnTo>
                <a:lnTo>
                  <a:pt x="1672978" y="45964"/>
                </a:lnTo>
                <a:lnTo>
                  <a:pt x="1672853" y="45844"/>
                </a:lnTo>
                <a:lnTo>
                  <a:pt x="1672733" y="45722"/>
                </a:lnTo>
                <a:lnTo>
                  <a:pt x="1672619" y="45599"/>
                </a:lnTo>
                <a:lnTo>
                  <a:pt x="1672511" y="45474"/>
                </a:lnTo>
                <a:lnTo>
                  <a:pt x="1672408" y="45348"/>
                </a:lnTo>
                <a:lnTo>
                  <a:pt x="1672312" y="45220"/>
                </a:lnTo>
                <a:lnTo>
                  <a:pt x="1672221" y="45090"/>
                </a:lnTo>
                <a:lnTo>
                  <a:pt x="1672136" y="44959"/>
                </a:lnTo>
                <a:lnTo>
                  <a:pt x="1672057" y="44827"/>
                </a:lnTo>
                <a:lnTo>
                  <a:pt x="1671984" y="44693"/>
                </a:lnTo>
                <a:lnTo>
                  <a:pt x="1671917" y="44557"/>
                </a:lnTo>
                <a:lnTo>
                  <a:pt x="1671856" y="44420"/>
                </a:lnTo>
                <a:lnTo>
                  <a:pt x="1671800" y="44281"/>
                </a:lnTo>
                <a:lnTo>
                  <a:pt x="1671750" y="44141"/>
                </a:lnTo>
                <a:lnTo>
                  <a:pt x="1671707" y="44000"/>
                </a:lnTo>
                <a:lnTo>
                  <a:pt x="1671669" y="43856"/>
                </a:lnTo>
                <a:lnTo>
                  <a:pt x="1671636" y="43712"/>
                </a:lnTo>
                <a:lnTo>
                  <a:pt x="1671610" y="43565"/>
                </a:lnTo>
                <a:lnTo>
                  <a:pt x="1671590" y="43418"/>
                </a:lnTo>
                <a:lnTo>
                  <a:pt x="1671575" y="43268"/>
                </a:lnTo>
                <a:lnTo>
                  <a:pt x="1671566" y="43118"/>
                </a:lnTo>
                <a:lnTo>
                  <a:pt x="1671563" y="42965"/>
                </a:lnTo>
                <a:lnTo>
                  <a:pt x="1671568" y="42701"/>
                </a:lnTo>
                <a:lnTo>
                  <a:pt x="1671582" y="42444"/>
                </a:lnTo>
                <a:lnTo>
                  <a:pt x="1671605" y="42193"/>
                </a:lnTo>
                <a:lnTo>
                  <a:pt x="1671637" y="41948"/>
                </a:lnTo>
                <a:lnTo>
                  <a:pt x="1671679" y="41710"/>
                </a:lnTo>
                <a:lnTo>
                  <a:pt x="1671730" y="41478"/>
                </a:lnTo>
                <a:lnTo>
                  <a:pt x="1671790" y="41252"/>
                </a:lnTo>
                <a:lnTo>
                  <a:pt x="1671859" y="41032"/>
                </a:lnTo>
                <a:lnTo>
                  <a:pt x="1671938" y="40819"/>
                </a:lnTo>
                <a:lnTo>
                  <a:pt x="1672025" y="40611"/>
                </a:lnTo>
                <a:lnTo>
                  <a:pt x="1672122" y="40411"/>
                </a:lnTo>
                <a:lnTo>
                  <a:pt x="1672229" y="40216"/>
                </a:lnTo>
                <a:lnTo>
                  <a:pt x="1672344" y="40028"/>
                </a:lnTo>
                <a:lnTo>
                  <a:pt x="1672469" y="39846"/>
                </a:lnTo>
                <a:lnTo>
                  <a:pt x="1672603" y="39670"/>
                </a:lnTo>
                <a:lnTo>
                  <a:pt x="1672746" y="39501"/>
                </a:lnTo>
                <a:lnTo>
                  <a:pt x="1672898" y="39338"/>
                </a:lnTo>
                <a:lnTo>
                  <a:pt x="1673060" y="39181"/>
                </a:lnTo>
                <a:lnTo>
                  <a:pt x="1673231" y="39031"/>
                </a:lnTo>
                <a:lnTo>
                  <a:pt x="1673411" y="38886"/>
                </a:lnTo>
                <a:lnTo>
                  <a:pt x="1673600" y="38748"/>
                </a:lnTo>
                <a:lnTo>
                  <a:pt x="1673799" y="38617"/>
                </a:lnTo>
                <a:lnTo>
                  <a:pt x="1674007" y="38491"/>
                </a:lnTo>
                <a:lnTo>
                  <a:pt x="1674224" y="38372"/>
                </a:lnTo>
                <a:lnTo>
                  <a:pt x="1674449" y="38259"/>
                </a:lnTo>
                <a:lnTo>
                  <a:pt x="1674681" y="38150"/>
                </a:lnTo>
                <a:lnTo>
                  <a:pt x="1674920" y="38046"/>
                </a:lnTo>
                <a:lnTo>
                  <a:pt x="1675166" y="37946"/>
                </a:lnTo>
                <a:lnTo>
                  <a:pt x="1675419" y="37852"/>
                </a:lnTo>
                <a:lnTo>
                  <a:pt x="1675678" y="37763"/>
                </a:lnTo>
                <a:lnTo>
                  <a:pt x="1675945" y="37678"/>
                </a:lnTo>
                <a:lnTo>
                  <a:pt x="1676218" y="37598"/>
                </a:lnTo>
                <a:lnTo>
                  <a:pt x="1676499" y="37523"/>
                </a:lnTo>
                <a:lnTo>
                  <a:pt x="1676786" y="37453"/>
                </a:lnTo>
                <a:lnTo>
                  <a:pt x="1677080" y="37388"/>
                </a:lnTo>
                <a:lnTo>
                  <a:pt x="1677381" y="37327"/>
                </a:lnTo>
                <a:lnTo>
                  <a:pt x="1677689" y="37272"/>
                </a:lnTo>
                <a:lnTo>
                  <a:pt x="1678004" y="37221"/>
                </a:lnTo>
                <a:lnTo>
                  <a:pt x="1678326" y="37175"/>
                </a:lnTo>
                <a:lnTo>
                  <a:pt x="1678655" y="37134"/>
                </a:lnTo>
                <a:lnTo>
                  <a:pt x="1678990" y="37097"/>
                </a:lnTo>
                <a:lnTo>
                  <a:pt x="1679333" y="37066"/>
                </a:lnTo>
                <a:lnTo>
                  <a:pt x="1679682" y="37039"/>
                </a:lnTo>
                <a:lnTo>
                  <a:pt x="1680038" y="37018"/>
                </a:lnTo>
                <a:lnTo>
                  <a:pt x="1680401" y="37001"/>
                </a:lnTo>
                <a:lnTo>
                  <a:pt x="1680771" y="36988"/>
                </a:lnTo>
                <a:lnTo>
                  <a:pt x="1681148" y="36981"/>
                </a:lnTo>
                <a:lnTo>
                  <a:pt x="1681532" y="36979"/>
                </a:lnTo>
                <a:lnTo>
                  <a:pt x="1681889" y="36982"/>
                </a:lnTo>
                <a:lnTo>
                  <a:pt x="1682243" y="36993"/>
                </a:lnTo>
                <a:lnTo>
                  <a:pt x="1682592" y="37010"/>
                </a:lnTo>
                <a:lnTo>
                  <a:pt x="1682938" y="37034"/>
                </a:lnTo>
                <a:lnTo>
                  <a:pt x="1683280" y="37066"/>
                </a:lnTo>
                <a:lnTo>
                  <a:pt x="1683618" y="37104"/>
                </a:lnTo>
                <a:lnTo>
                  <a:pt x="1683952" y="37149"/>
                </a:lnTo>
                <a:lnTo>
                  <a:pt x="1684283" y="37201"/>
                </a:lnTo>
                <a:lnTo>
                  <a:pt x="1684609" y="37261"/>
                </a:lnTo>
                <a:lnTo>
                  <a:pt x="1684932" y="37327"/>
                </a:lnTo>
                <a:lnTo>
                  <a:pt x="1685250" y="37400"/>
                </a:lnTo>
                <a:lnTo>
                  <a:pt x="1685565" y="37480"/>
                </a:lnTo>
                <a:lnTo>
                  <a:pt x="1685876" y="37567"/>
                </a:lnTo>
                <a:lnTo>
                  <a:pt x="1686183" y="37661"/>
                </a:lnTo>
                <a:lnTo>
                  <a:pt x="1686487" y="37762"/>
                </a:lnTo>
                <a:lnTo>
                  <a:pt x="1686786" y="37869"/>
                </a:lnTo>
                <a:lnTo>
                  <a:pt x="1687082" y="37984"/>
                </a:lnTo>
                <a:lnTo>
                  <a:pt x="1687373" y="38106"/>
                </a:lnTo>
                <a:lnTo>
                  <a:pt x="1687661" y="38235"/>
                </a:lnTo>
                <a:lnTo>
                  <a:pt x="1687945" y="38370"/>
                </a:lnTo>
                <a:lnTo>
                  <a:pt x="1688225" y="38513"/>
                </a:lnTo>
                <a:lnTo>
                  <a:pt x="1688501" y="38663"/>
                </a:lnTo>
                <a:lnTo>
                  <a:pt x="1688774" y="38819"/>
                </a:lnTo>
                <a:lnTo>
                  <a:pt x="1689042" y="38983"/>
                </a:lnTo>
                <a:lnTo>
                  <a:pt x="1689303" y="39155"/>
                </a:lnTo>
                <a:lnTo>
                  <a:pt x="1689553" y="39338"/>
                </a:lnTo>
                <a:lnTo>
                  <a:pt x="1689792" y="39533"/>
                </a:lnTo>
                <a:lnTo>
                  <a:pt x="1690020" y="39738"/>
                </a:lnTo>
                <a:lnTo>
                  <a:pt x="1690237" y="39955"/>
                </a:lnTo>
                <a:lnTo>
                  <a:pt x="1690442" y="40182"/>
                </a:lnTo>
                <a:lnTo>
                  <a:pt x="1690637" y="40421"/>
                </a:lnTo>
                <a:lnTo>
                  <a:pt x="1690820" y="40670"/>
                </a:lnTo>
                <a:lnTo>
                  <a:pt x="1690992" y="40931"/>
                </a:lnTo>
                <a:lnTo>
                  <a:pt x="1691153" y="41203"/>
                </a:lnTo>
                <a:lnTo>
                  <a:pt x="1691303" y="41485"/>
                </a:lnTo>
                <a:lnTo>
                  <a:pt x="1691442" y="41779"/>
                </a:lnTo>
                <a:lnTo>
                  <a:pt x="1691570" y="42084"/>
                </a:lnTo>
                <a:lnTo>
                  <a:pt x="1691686" y="42400"/>
                </a:lnTo>
                <a:lnTo>
                  <a:pt x="1691792" y="42726"/>
                </a:lnTo>
                <a:lnTo>
                  <a:pt x="1691886" y="43064"/>
                </a:lnTo>
                <a:lnTo>
                  <a:pt x="1691970" y="43413"/>
                </a:lnTo>
                <a:lnTo>
                  <a:pt x="1692042" y="43773"/>
                </a:lnTo>
                <a:lnTo>
                  <a:pt x="1692103" y="44144"/>
                </a:lnTo>
                <a:lnTo>
                  <a:pt x="1692153" y="44526"/>
                </a:lnTo>
                <a:lnTo>
                  <a:pt x="1692192" y="44919"/>
                </a:lnTo>
                <a:lnTo>
                  <a:pt x="1692220" y="45323"/>
                </a:lnTo>
                <a:lnTo>
                  <a:pt x="1692236" y="45738"/>
                </a:lnTo>
                <a:lnTo>
                  <a:pt x="1692242" y="46165"/>
                </a:lnTo>
                <a:lnTo>
                  <a:pt x="1708812" y="46165"/>
                </a:lnTo>
                <a:lnTo>
                  <a:pt x="1708808" y="45658"/>
                </a:lnTo>
                <a:lnTo>
                  <a:pt x="1708795" y="45158"/>
                </a:lnTo>
                <a:lnTo>
                  <a:pt x="1708775" y="44665"/>
                </a:lnTo>
                <a:lnTo>
                  <a:pt x="1708746" y="44179"/>
                </a:lnTo>
                <a:lnTo>
                  <a:pt x="1708709" y="43700"/>
                </a:lnTo>
                <a:lnTo>
                  <a:pt x="1708664" y="43229"/>
                </a:lnTo>
                <a:lnTo>
                  <a:pt x="1708611" y="42764"/>
                </a:lnTo>
                <a:lnTo>
                  <a:pt x="1708550" y="42307"/>
                </a:lnTo>
                <a:lnTo>
                  <a:pt x="1708480" y="41856"/>
                </a:lnTo>
                <a:lnTo>
                  <a:pt x="1708402" y="41413"/>
                </a:lnTo>
                <a:lnTo>
                  <a:pt x="1708316" y="40977"/>
                </a:lnTo>
                <a:lnTo>
                  <a:pt x="1708222" y="40548"/>
                </a:lnTo>
                <a:lnTo>
                  <a:pt x="1708120" y="40126"/>
                </a:lnTo>
                <a:lnTo>
                  <a:pt x="1708009" y="39711"/>
                </a:lnTo>
                <a:lnTo>
                  <a:pt x="1707891" y="39303"/>
                </a:lnTo>
                <a:lnTo>
                  <a:pt x="1707764" y="38902"/>
                </a:lnTo>
                <a:lnTo>
                  <a:pt x="1707629" y="38509"/>
                </a:lnTo>
                <a:lnTo>
                  <a:pt x="1707486" y="38122"/>
                </a:lnTo>
                <a:lnTo>
                  <a:pt x="1707334" y="37743"/>
                </a:lnTo>
                <a:lnTo>
                  <a:pt x="1707174" y="37370"/>
                </a:lnTo>
                <a:lnTo>
                  <a:pt x="1707007" y="37005"/>
                </a:lnTo>
                <a:lnTo>
                  <a:pt x="1706831" y="36647"/>
                </a:lnTo>
                <a:lnTo>
                  <a:pt x="1706646" y="36296"/>
                </a:lnTo>
                <a:lnTo>
                  <a:pt x="1706454" y="35952"/>
                </a:lnTo>
                <a:lnTo>
                  <a:pt x="1706255" y="35614"/>
                </a:lnTo>
                <a:lnTo>
                  <a:pt x="1706050" y="35282"/>
                </a:lnTo>
                <a:lnTo>
                  <a:pt x="1705841" y="34956"/>
                </a:lnTo>
                <a:lnTo>
                  <a:pt x="1705625" y="34636"/>
                </a:lnTo>
                <a:lnTo>
                  <a:pt x="1705405" y="34322"/>
                </a:lnTo>
                <a:lnTo>
                  <a:pt x="1705179" y="34013"/>
                </a:lnTo>
                <a:lnTo>
                  <a:pt x="1704947" y="33710"/>
                </a:lnTo>
                <a:lnTo>
                  <a:pt x="1704710" y="33413"/>
                </a:lnTo>
                <a:lnTo>
                  <a:pt x="1704468" y="33122"/>
                </a:lnTo>
                <a:lnTo>
                  <a:pt x="1704221" y="32837"/>
                </a:lnTo>
                <a:lnTo>
                  <a:pt x="1703968" y="32557"/>
                </a:lnTo>
                <a:lnTo>
                  <a:pt x="1703709" y="32283"/>
                </a:lnTo>
                <a:lnTo>
                  <a:pt x="1703446" y="32015"/>
                </a:lnTo>
                <a:lnTo>
                  <a:pt x="1703177" y="31753"/>
                </a:lnTo>
                <a:lnTo>
                  <a:pt x="1702902" y="31497"/>
                </a:lnTo>
                <a:lnTo>
                  <a:pt x="1702622" y="31246"/>
                </a:lnTo>
                <a:lnTo>
                  <a:pt x="1702337" y="31001"/>
                </a:lnTo>
                <a:lnTo>
                  <a:pt x="1702046" y="30762"/>
                </a:lnTo>
                <a:lnTo>
                  <a:pt x="1701750" y="30529"/>
                </a:lnTo>
                <a:lnTo>
                  <a:pt x="1701449" y="30301"/>
                </a:lnTo>
                <a:lnTo>
                  <a:pt x="1701142" y="30080"/>
                </a:lnTo>
                <a:lnTo>
                  <a:pt x="1700830" y="29864"/>
                </a:lnTo>
                <a:lnTo>
                  <a:pt x="1700513" y="29654"/>
                </a:lnTo>
                <a:lnTo>
                  <a:pt x="1700190" y="29450"/>
                </a:lnTo>
                <a:lnTo>
                  <a:pt x="1699863" y="29250"/>
                </a:lnTo>
                <a:lnTo>
                  <a:pt x="1699532" y="29056"/>
                </a:lnTo>
                <a:lnTo>
                  <a:pt x="1699199" y="28867"/>
                </a:lnTo>
                <a:lnTo>
                  <a:pt x="1698862" y="28682"/>
                </a:lnTo>
                <a:lnTo>
                  <a:pt x="1698521" y="28503"/>
                </a:lnTo>
                <a:lnTo>
                  <a:pt x="1698178" y="28328"/>
                </a:lnTo>
                <a:lnTo>
                  <a:pt x="1697831" y="28158"/>
                </a:lnTo>
                <a:lnTo>
                  <a:pt x="1697481" y="27993"/>
                </a:lnTo>
                <a:lnTo>
                  <a:pt x="1697127" y="27832"/>
                </a:lnTo>
                <a:lnTo>
                  <a:pt x="1696771" y="27677"/>
                </a:lnTo>
                <a:lnTo>
                  <a:pt x="1696411" y="27526"/>
                </a:lnTo>
                <a:lnTo>
                  <a:pt x="1696048" y="27380"/>
                </a:lnTo>
                <a:lnTo>
                  <a:pt x="1695681" y="27240"/>
                </a:lnTo>
                <a:lnTo>
                  <a:pt x="1695311" y="27104"/>
                </a:lnTo>
                <a:lnTo>
                  <a:pt x="1694938" y="26972"/>
                </a:lnTo>
                <a:lnTo>
                  <a:pt x="1694562" y="26846"/>
                </a:lnTo>
                <a:lnTo>
                  <a:pt x="1694182" y="26725"/>
                </a:lnTo>
                <a:lnTo>
                  <a:pt x="1693799" y="26608"/>
                </a:lnTo>
                <a:lnTo>
                  <a:pt x="1693413" y="26496"/>
                </a:lnTo>
                <a:lnTo>
                  <a:pt x="1693024" y="26389"/>
                </a:lnTo>
                <a:lnTo>
                  <a:pt x="1692631" y="26287"/>
                </a:lnTo>
                <a:lnTo>
                  <a:pt x="1692235" y="26190"/>
                </a:lnTo>
                <a:lnTo>
                  <a:pt x="1691836" y="26098"/>
                </a:lnTo>
                <a:lnTo>
                  <a:pt x="1691434" y="26010"/>
                </a:lnTo>
                <a:lnTo>
                  <a:pt x="1691029" y="25927"/>
                </a:lnTo>
                <a:lnTo>
                  <a:pt x="1690624" y="25847"/>
                </a:lnTo>
                <a:lnTo>
                  <a:pt x="1690218" y="25771"/>
                </a:lnTo>
                <a:lnTo>
                  <a:pt x="1689811" y="25698"/>
                </a:lnTo>
                <a:lnTo>
                  <a:pt x="1689404" y="25629"/>
                </a:lnTo>
                <a:lnTo>
                  <a:pt x="1688996" y="25564"/>
                </a:lnTo>
                <a:lnTo>
                  <a:pt x="1688587" y="25502"/>
                </a:lnTo>
                <a:lnTo>
                  <a:pt x="1688178" y="25443"/>
                </a:lnTo>
                <a:lnTo>
                  <a:pt x="1687768" y="25388"/>
                </a:lnTo>
                <a:lnTo>
                  <a:pt x="1687357" y="25337"/>
                </a:lnTo>
                <a:lnTo>
                  <a:pt x="1686946" y="25289"/>
                </a:lnTo>
                <a:lnTo>
                  <a:pt x="1686533" y="25245"/>
                </a:lnTo>
                <a:lnTo>
                  <a:pt x="1686120" y="25204"/>
                </a:lnTo>
                <a:lnTo>
                  <a:pt x="1685707" y="25167"/>
                </a:lnTo>
                <a:lnTo>
                  <a:pt x="1685293" y="25133"/>
                </a:lnTo>
                <a:lnTo>
                  <a:pt x="1684878" y="25103"/>
                </a:lnTo>
                <a:lnTo>
                  <a:pt x="1684462" y="25076"/>
                </a:lnTo>
                <a:lnTo>
                  <a:pt x="1684045" y="25053"/>
                </a:lnTo>
                <a:lnTo>
                  <a:pt x="1683628" y="25034"/>
                </a:lnTo>
                <a:lnTo>
                  <a:pt x="1683210" y="25018"/>
                </a:lnTo>
                <a:lnTo>
                  <a:pt x="1682792" y="25005"/>
                </a:lnTo>
                <a:lnTo>
                  <a:pt x="1682373" y="24996"/>
                </a:lnTo>
                <a:lnTo>
                  <a:pt x="1681953" y="24991"/>
                </a:lnTo>
                <a:lnTo>
                  <a:pt x="1681532" y="24989"/>
                </a:lnTo>
                <a:lnTo>
                  <a:pt x="1681100" y="24991"/>
                </a:lnTo>
                <a:lnTo>
                  <a:pt x="1680669" y="24996"/>
                </a:lnTo>
                <a:lnTo>
                  <a:pt x="1680239" y="25005"/>
                </a:lnTo>
                <a:lnTo>
                  <a:pt x="1679810" y="25018"/>
                </a:lnTo>
                <a:lnTo>
                  <a:pt x="1679381" y="25034"/>
                </a:lnTo>
                <a:lnTo>
                  <a:pt x="1678954" y="25053"/>
                </a:lnTo>
                <a:lnTo>
                  <a:pt x="1678527" y="25076"/>
                </a:lnTo>
                <a:lnTo>
                  <a:pt x="1678101" y="25103"/>
                </a:lnTo>
                <a:lnTo>
                  <a:pt x="1677675" y="25133"/>
                </a:lnTo>
                <a:lnTo>
                  <a:pt x="1677251" y="25167"/>
                </a:lnTo>
                <a:lnTo>
                  <a:pt x="1676827" y="25204"/>
                </a:lnTo>
                <a:lnTo>
                  <a:pt x="1676405" y="25245"/>
                </a:lnTo>
                <a:lnTo>
                  <a:pt x="1675983" y="25289"/>
                </a:lnTo>
                <a:lnTo>
                  <a:pt x="1675561" y="25337"/>
                </a:lnTo>
                <a:lnTo>
                  <a:pt x="1675141" y="25389"/>
                </a:lnTo>
                <a:lnTo>
                  <a:pt x="1674722" y="25444"/>
                </a:lnTo>
                <a:lnTo>
                  <a:pt x="1674303" y="25503"/>
                </a:lnTo>
                <a:lnTo>
                  <a:pt x="1673885" y="25565"/>
                </a:lnTo>
                <a:lnTo>
                  <a:pt x="1673468" y="25630"/>
                </a:lnTo>
                <a:lnTo>
                  <a:pt x="1673052" y="25700"/>
                </a:lnTo>
                <a:lnTo>
                  <a:pt x="1672636" y="25773"/>
                </a:lnTo>
                <a:lnTo>
                  <a:pt x="1672222" y="25849"/>
                </a:lnTo>
                <a:lnTo>
                  <a:pt x="1671808" y="25929"/>
                </a:lnTo>
                <a:lnTo>
                  <a:pt x="1671395" y="26012"/>
                </a:lnTo>
                <a:lnTo>
                  <a:pt x="1670984" y="26099"/>
                </a:lnTo>
                <a:lnTo>
                  <a:pt x="1670577" y="26191"/>
                </a:lnTo>
                <a:lnTo>
                  <a:pt x="1670173" y="26286"/>
                </a:lnTo>
                <a:lnTo>
                  <a:pt x="1669773" y="26386"/>
                </a:lnTo>
                <a:lnTo>
                  <a:pt x="1669376" y="26489"/>
                </a:lnTo>
                <a:lnTo>
                  <a:pt x="1668983" y="26597"/>
                </a:lnTo>
                <a:lnTo>
                  <a:pt x="1668593" y="26709"/>
                </a:lnTo>
                <a:lnTo>
                  <a:pt x="1668207" y="26825"/>
                </a:lnTo>
                <a:lnTo>
                  <a:pt x="1667824" y="26945"/>
                </a:lnTo>
                <a:lnTo>
                  <a:pt x="1667445" y="27070"/>
                </a:lnTo>
                <a:lnTo>
                  <a:pt x="1667069" y="27198"/>
                </a:lnTo>
                <a:lnTo>
                  <a:pt x="1666697" y="27331"/>
                </a:lnTo>
                <a:lnTo>
                  <a:pt x="1666328" y="27468"/>
                </a:lnTo>
                <a:lnTo>
                  <a:pt x="1665963" y="27609"/>
                </a:lnTo>
                <a:lnTo>
                  <a:pt x="1665601" y="27754"/>
                </a:lnTo>
                <a:lnTo>
                  <a:pt x="1665243" y="27903"/>
                </a:lnTo>
                <a:lnTo>
                  <a:pt x="1664888" y="28056"/>
                </a:lnTo>
                <a:lnTo>
                  <a:pt x="1664537" y="28214"/>
                </a:lnTo>
                <a:lnTo>
                  <a:pt x="1664190" y="28375"/>
                </a:lnTo>
                <a:lnTo>
                  <a:pt x="1663845" y="28541"/>
                </a:lnTo>
                <a:lnTo>
                  <a:pt x="1663505" y="28711"/>
                </a:lnTo>
                <a:lnTo>
                  <a:pt x="1663168" y="28885"/>
                </a:lnTo>
                <a:lnTo>
                  <a:pt x="1662834" y="29063"/>
                </a:lnTo>
                <a:lnTo>
                  <a:pt x="1662504" y="29245"/>
                </a:lnTo>
                <a:lnTo>
                  <a:pt x="1662178" y="29432"/>
                </a:lnTo>
                <a:lnTo>
                  <a:pt x="1661858" y="29624"/>
                </a:lnTo>
                <a:lnTo>
                  <a:pt x="1661544" y="29820"/>
                </a:lnTo>
                <a:lnTo>
                  <a:pt x="1661234" y="30022"/>
                </a:lnTo>
                <a:lnTo>
                  <a:pt x="1660931" y="30228"/>
                </a:lnTo>
                <a:lnTo>
                  <a:pt x="1660633" y="30439"/>
                </a:lnTo>
                <a:lnTo>
                  <a:pt x="1660340" y="30655"/>
                </a:lnTo>
                <a:lnTo>
                  <a:pt x="1660053" y="30876"/>
                </a:lnTo>
                <a:lnTo>
                  <a:pt x="1659771" y="31101"/>
                </a:lnTo>
                <a:lnTo>
                  <a:pt x="1659495" y="31332"/>
                </a:lnTo>
                <a:lnTo>
                  <a:pt x="1659224" y="31567"/>
                </a:lnTo>
                <a:lnTo>
                  <a:pt x="1658959" y="31807"/>
                </a:lnTo>
                <a:lnTo>
                  <a:pt x="1658700" y="32052"/>
                </a:lnTo>
                <a:lnTo>
                  <a:pt x="1658445" y="32302"/>
                </a:lnTo>
                <a:lnTo>
                  <a:pt x="1658197" y="32557"/>
                </a:lnTo>
                <a:lnTo>
                  <a:pt x="1657954" y="32816"/>
                </a:lnTo>
                <a:lnTo>
                  <a:pt x="1657716" y="33081"/>
                </a:lnTo>
                <a:lnTo>
                  <a:pt x="1657484" y="33350"/>
                </a:lnTo>
                <a:lnTo>
                  <a:pt x="1657257" y="33624"/>
                </a:lnTo>
                <a:lnTo>
                  <a:pt x="1657036" y="33903"/>
                </a:lnTo>
                <a:lnTo>
                  <a:pt x="1656820" y="34187"/>
                </a:lnTo>
                <a:lnTo>
                  <a:pt x="1656610" y="34476"/>
                </a:lnTo>
                <a:lnTo>
                  <a:pt x="1656405" y="34769"/>
                </a:lnTo>
                <a:lnTo>
                  <a:pt x="1656206" y="35068"/>
                </a:lnTo>
                <a:lnTo>
                  <a:pt x="1656014" y="35371"/>
                </a:lnTo>
                <a:lnTo>
                  <a:pt x="1655830" y="35680"/>
                </a:lnTo>
                <a:lnTo>
                  <a:pt x="1655654" y="35994"/>
                </a:lnTo>
                <a:lnTo>
                  <a:pt x="1655486" y="36314"/>
                </a:lnTo>
                <a:lnTo>
                  <a:pt x="1655326" y="36639"/>
                </a:lnTo>
                <a:lnTo>
                  <a:pt x="1655175" y="36969"/>
                </a:lnTo>
                <a:lnTo>
                  <a:pt x="1655031" y="37306"/>
                </a:lnTo>
                <a:lnTo>
                  <a:pt x="1654896" y="37647"/>
                </a:lnTo>
                <a:lnTo>
                  <a:pt x="1654769" y="37994"/>
                </a:lnTo>
                <a:lnTo>
                  <a:pt x="1654651" y="38346"/>
                </a:lnTo>
                <a:lnTo>
                  <a:pt x="1654540" y="38704"/>
                </a:lnTo>
                <a:lnTo>
                  <a:pt x="1654438" y="39067"/>
                </a:lnTo>
                <a:lnTo>
                  <a:pt x="1654344" y="39436"/>
                </a:lnTo>
                <a:lnTo>
                  <a:pt x="1654258" y="39810"/>
                </a:lnTo>
                <a:lnTo>
                  <a:pt x="1654180" y="40190"/>
                </a:lnTo>
                <a:lnTo>
                  <a:pt x="1654111" y="40575"/>
                </a:lnTo>
                <a:lnTo>
                  <a:pt x="1654049" y="40965"/>
                </a:lnTo>
                <a:lnTo>
                  <a:pt x="1653996" y="41361"/>
                </a:lnTo>
                <a:lnTo>
                  <a:pt x="1653951" y="41763"/>
                </a:lnTo>
                <a:lnTo>
                  <a:pt x="1653914" y="42170"/>
                </a:lnTo>
                <a:lnTo>
                  <a:pt x="1653885" y="42582"/>
                </a:lnTo>
                <a:lnTo>
                  <a:pt x="1653865" y="43000"/>
                </a:lnTo>
                <a:lnTo>
                  <a:pt x="1653853" y="43423"/>
                </a:lnTo>
                <a:lnTo>
                  <a:pt x="1653849" y="43851"/>
                </a:lnTo>
                <a:lnTo>
                  <a:pt x="1653854" y="44397"/>
                </a:lnTo>
                <a:lnTo>
                  <a:pt x="1653870" y="44934"/>
                </a:lnTo>
                <a:lnTo>
                  <a:pt x="1653897" y="45463"/>
                </a:lnTo>
                <a:lnTo>
                  <a:pt x="1653935" y="45982"/>
                </a:lnTo>
                <a:lnTo>
                  <a:pt x="1653983" y="46493"/>
                </a:lnTo>
                <a:lnTo>
                  <a:pt x="1654042" y="46994"/>
                </a:lnTo>
                <a:lnTo>
                  <a:pt x="1654112" y="47487"/>
                </a:lnTo>
                <a:lnTo>
                  <a:pt x="1654193" y="47971"/>
                </a:lnTo>
                <a:lnTo>
                  <a:pt x="1654284" y="48446"/>
                </a:lnTo>
                <a:lnTo>
                  <a:pt x="1654386" y="48912"/>
                </a:lnTo>
                <a:lnTo>
                  <a:pt x="1654499" y="49370"/>
                </a:lnTo>
                <a:lnTo>
                  <a:pt x="1654623" y="49818"/>
                </a:lnTo>
                <a:lnTo>
                  <a:pt x="1654758" y="50258"/>
                </a:lnTo>
                <a:lnTo>
                  <a:pt x="1654903" y="50689"/>
                </a:lnTo>
                <a:lnTo>
                  <a:pt x="1655059" y="51110"/>
                </a:lnTo>
                <a:lnTo>
                  <a:pt x="1655226" y="51523"/>
                </a:lnTo>
                <a:lnTo>
                  <a:pt x="1655403" y="51928"/>
                </a:lnTo>
                <a:lnTo>
                  <a:pt x="1655591" y="52323"/>
                </a:lnTo>
                <a:lnTo>
                  <a:pt x="1655790" y="52709"/>
                </a:lnTo>
                <a:lnTo>
                  <a:pt x="1656000" y="53087"/>
                </a:lnTo>
                <a:lnTo>
                  <a:pt x="1656221" y="53456"/>
                </a:lnTo>
                <a:lnTo>
                  <a:pt x="1656452" y="53815"/>
                </a:lnTo>
                <a:lnTo>
                  <a:pt x="1656694" y="54166"/>
                </a:lnTo>
                <a:lnTo>
                  <a:pt x="1656947" y="54508"/>
                </a:lnTo>
                <a:lnTo>
                  <a:pt x="1657209" y="54843"/>
                </a:lnTo>
                <a:lnTo>
                  <a:pt x="1657480" y="55172"/>
                </a:lnTo>
                <a:lnTo>
                  <a:pt x="1657759" y="55495"/>
                </a:lnTo>
                <a:lnTo>
                  <a:pt x="1658046" y="55813"/>
                </a:lnTo>
                <a:lnTo>
                  <a:pt x="1658342" y="56125"/>
                </a:lnTo>
                <a:lnTo>
                  <a:pt x="1658646" y="56431"/>
                </a:lnTo>
                <a:lnTo>
                  <a:pt x="1658958" y="56732"/>
                </a:lnTo>
                <a:lnTo>
                  <a:pt x="1659278" y="57027"/>
                </a:lnTo>
                <a:lnTo>
                  <a:pt x="1659607" y="57316"/>
                </a:lnTo>
                <a:lnTo>
                  <a:pt x="1659944" y="57600"/>
                </a:lnTo>
                <a:lnTo>
                  <a:pt x="1660289" y="57878"/>
                </a:lnTo>
                <a:lnTo>
                  <a:pt x="1660643" y="58150"/>
                </a:lnTo>
                <a:lnTo>
                  <a:pt x="1661005" y="58416"/>
                </a:lnTo>
                <a:lnTo>
                  <a:pt x="1661375" y="58677"/>
                </a:lnTo>
                <a:lnTo>
                  <a:pt x="1661754" y="58933"/>
                </a:lnTo>
                <a:lnTo>
                  <a:pt x="1662141" y="59182"/>
                </a:lnTo>
                <a:lnTo>
                  <a:pt x="1662536" y="59426"/>
                </a:lnTo>
                <a:lnTo>
                  <a:pt x="1662940" y="59664"/>
                </a:lnTo>
                <a:lnTo>
                  <a:pt x="1663351" y="59897"/>
                </a:lnTo>
                <a:lnTo>
                  <a:pt x="1663772" y="60124"/>
                </a:lnTo>
                <a:lnTo>
                  <a:pt x="1664200" y="60345"/>
                </a:lnTo>
                <a:lnTo>
                  <a:pt x="1664637" y="60561"/>
                </a:lnTo>
                <a:lnTo>
                  <a:pt x="1665082" y="60770"/>
                </a:lnTo>
                <a:lnTo>
                  <a:pt x="1665535" y="60975"/>
                </a:lnTo>
                <a:lnTo>
                  <a:pt x="1665995" y="61175"/>
                </a:lnTo>
                <a:lnTo>
                  <a:pt x="1666460" y="61372"/>
                </a:lnTo>
                <a:lnTo>
                  <a:pt x="1666931" y="61568"/>
                </a:lnTo>
                <a:lnTo>
                  <a:pt x="1667407" y="61760"/>
                </a:lnTo>
                <a:lnTo>
                  <a:pt x="1667888" y="61950"/>
                </a:lnTo>
                <a:lnTo>
                  <a:pt x="1668374" y="62138"/>
                </a:lnTo>
                <a:lnTo>
                  <a:pt x="1668866" y="62324"/>
                </a:lnTo>
                <a:lnTo>
                  <a:pt x="1669363" y="62506"/>
                </a:lnTo>
                <a:lnTo>
                  <a:pt x="1669865" y="62687"/>
                </a:lnTo>
                <a:lnTo>
                  <a:pt x="1670373" y="62864"/>
                </a:lnTo>
                <a:lnTo>
                  <a:pt x="1670885" y="63040"/>
                </a:lnTo>
                <a:lnTo>
                  <a:pt x="1671403" y="63213"/>
                </a:lnTo>
                <a:lnTo>
                  <a:pt x="1671927" y="63383"/>
                </a:lnTo>
                <a:lnTo>
                  <a:pt x="1672455" y="63551"/>
                </a:lnTo>
                <a:lnTo>
                  <a:pt x="1672989" y="63716"/>
                </a:lnTo>
                <a:lnTo>
                  <a:pt x="1673528" y="63879"/>
                </a:lnTo>
                <a:lnTo>
                  <a:pt x="1674072" y="64040"/>
                </a:lnTo>
                <a:lnTo>
                  <a:pt x="1674622" y="64198"/>
                </a:lnTo>
                <a:lnTo>
                  <a:pt x="1675177" y="64353"/>
                </a:lnTo>
                <a:lnTo>
                  <a:pt x="1675737" y="64506"/>
                </a:lnTo>
                <a:lnTo>
                  <a:pt x="1676302" y="64657"/>
                </a:lnTo>
                <a:lnTo>
                  <a:pt x="1676873" y="64805"/>
                </a:lnTo>
                <a:lnTo>
                  <a:pt x="1677448" y="64951"/>
                </a:lnTo>
                <a:lnTo>
                  <a:pt x="1678030" y="65094"/>
                </a:lnTo>
                <a:lnTo>
                  <a:pt x="1678717" y="65253"/>
                </a:lnTo>
                <a:lnTo>
                  <a:pt x="1679387" y="65411"/>
                </a:lnTo>
                <a:lnTo>
                  <a:pt x="1680039" y="65570"/>
                </a:lnTo>
                <a:lnTo>
                  <a:pt x="1680674" y="65728"/>
                </a:lnTo>
                <a:lnTo>
                  <a:pt x="1681292" y="65886"/>
                </a:lnTo>
                <a:lnTo>
                  <a:pt x="1681892" y="66043"/>
                </a:lnTo>
                <a:lnTo>
                  <a:pt x="1682475" y="66201"/>
                </a:lnTo>
                <a:lnTo>
                  <a:pt x="1683040" y="66358"/>
                </a:lnTo>
                <a:lnTo>
                  <a:pt x="1683588" y="66515"/>
                </a:lnTo>
                <a:lnTo>
                  <a:pt x="1684119" y="66671"/>
                </a:lnTo>
                <a:lnTo>
                  <a:pt x="1684632" y="66828"/>
                </a:lnTo>
                <a:lnTo>
                  <a:pt x="1685127" y="66984"/>
                </a:lnTo>
                <a:lnTo>
                  <a:pt x="1685606" y="67140"/>
                </a:lnTo>
                <a:lnTo>
                  <a:pt x="1686066" y="67296"/>
                </a:lnTo>
                <a:lnTo>
                  <a:pt x="1686510" y="67451"/>
                </a:lnTo>
                <a:lnTo>
                  <a:pt x="1686936" y="67607"/>
                </a:lnTo>
                <a:lnTo>
                  <a:pt x="1687344" y="67762"/>
                </a:lnTo>
                <a:lnTo>
                  <a:pt x="1687735" y="67917"/>
                </a:lnTo>
                <a:lnTo>
                  <a:pt x="1688109" y="68071"/>
                </a:lnTo>
                <a:lnTo>
                  <a:pt x="1688465" y="68226"/>
                </a:lnTo>
                <a:lnTo>
                  <a:pt x="1688804" y="68380"/>
                </a:lnTo>
                <a:lnTo>
                  <a:pt x="1689125" y="68534"/>
                </a:lnTo>
                <a:lnTo>
                  <a:pt x="1689429" y="68687"/>
                </a:lnTo>
                <a:lnTo>
                  <a:pt x="1689716" y="68841"/>
                </a:lnTo>
                <a:lnTo>
                  <a:pt x="1689988" y="68997"/>
                </a:lnTo>
                <a:lnTo>
                  <a:pt x="1690249" y="69160"/>
                </a:lnTo>
                <a:lnTo>
                  <a:pt x="1690497" y="69330"/>
                </a:lnTo>
                <a:lnTo>
                  <a:pt x="1690735" y="69506"/>
                </a:lnTo>
                <a:lnTo>
                  <a:pt x="1690961" y="69689"/>
                </a:lnTo>
                <a:lnTo>
                  <a:pt x="1691175" y="69879"/>
                </a:lnTo>
                <a:lnTo>
                  <a:pt x="1691377" y="70075"/>
                </a:lnTo>
                <a:lnTo>
                  <a:pt x="1691568" y="70278"/>
                </a:lnTo>
                <a:lnTo>
                  <a:pt x="1691748" y="70487"/>
                </a:lnTo>
                <a:lnTo>
                  <a:pt x="1691916" y="70703"/>
                </a:lnTo>
                <a:lnTo>
                  <a:pt x="1692072" y="70926"/>
                </a:lnTo>
                <a:lnTo>
                  <a:pt x="1692217" y="71155"/>
                </a:lnTo>
                <a:lnTo>
                  <a:pt x="1692350" y="71391"/>
                </a:lnTo>
                <a:lnTo>
                  <a:pt x="1692471" y="71633"/>
                </a:lnTo>
                <a:lnTo>
                  <a:pt x="1692581" y="71883"/>
                </a:lnTo>
                <a:lnTo>
                  <a:pt x="1692680" y="72138"/>
                </a:lnTo>
                <a:lnTo>
                  <a:pt x="1692767" y="72401"/>
                </a:lnTo>
                <a:lnTo>
                  <a:pt x="1692842" y="72670"/>
                </a:lnTo>
                <a:lnTo>
                  <a:pt x="1692905" y="72945"/>
                </a:lnTo>
                <a:lnTo>
                  <a:pt x="1692958" y="73228"/>
                </a:lnTo>
                <a:lnTo>
                  <a:pt x="1692998" y="73516"/>
                </a:lnTo>
                <a:lnTo>
                  <a:pt x="1693027" y="73812"/>
                </a:lnTo>
                <a:lnTo>
                  <a:pt x="1693044" y="74114"/>
                </a:lnTo>
                <a:lnTo>
                  <a:pt x="1693050" y="74423"/>
                </a:lnTo>
                <a:lnTo>
                  <a:pt x="1693045" y="74754"/>
                </a:lnTo>
                <a:lnTo>
                  <a:pt x="1693030" y="75077"/>
                </a:lnTo>
                <a:lnTo>
                  <a:pt x="1693006" y="75392"/>
                </a:lnTo>
                <a:lnTo>
                  <a:pt x="1692972" y="75698"/>
                </a:lnTo>
                <a:lnTo>
                  <a:pt x="1692927" y="75997"/>
                </a:lnTo>
                <a:lnTo>
                  <a:pt x="1692873" y="76288"/>
                </a:lnTo>
                <a:lnTo>
                  <a:pt x="1692809" y="76571"/>
                </a:lnTo>
                <a:lnTo>
                  <a:pt x="1692736" y="76845"/>
                </a:lnTo>
                <a:lnTo>
                  <a:pt x="1692652" y="77112"/>
                </a:lnTo>
                <a:lnTo>
                  <a:pt x="1692559" y="77370"/>
                </a:lnTo>
                <a:lnTo>
                  <a:pt x="1692456" y="77620"/>
                </a:lnTo>
                <a:lnTo>
                  <a:pt x="1692343" y="77863"/>
                </a:lnTo>
                <a:lnTo>
                  <a:pt x="1692220" y="78097"/>
                </a:lnTo>
                <a:lnTo>
                  <a:pt x="1692088" y="78323"/>
                </a:lnTo>
                <a:lnTo>
                  <a:pt x="1691945" y="78541"/>
                </a:lnTo>
                <a:lnTo>
                  <a:pt x="1691793" y="78751"/>
                </a:lnTo>
                <a:lnTo>
                  <a:pt x="1691631" y="78953"/>
                </a:lnTo>
                <a:lnTo>
                  <a:pt x="1691459" y="79147"/>
                </a:lnTo>
                <a:lnTo>
                  <a:pt x="1691277" y="79333"/>
                </a:lnTo>
                <a:lnTo>
                  <a:pt x="1691086" y="79511"/>
                </a:lnTo>
                <a:lnTo>
                  <a:pt x="1690884" y="79681"/>
                </a:lnTo>
                <a:lnTo>
                  <a:pt x="1690673" y="79843"/>
                </a:lnTo>
                <a:lnTo>
                  <a:pt x="1690452" y="79996"/>
                </a:lnTo>
                <a:lnTo>
                  <a:pt x="1690221" y="80142"/>
                </a:lnTo>
                <a:lnTo>
                  <a:pt x="1689981" y="80280"/>
                </a:lnTo>
                <a:lnTo>
                  <a:pt x="1689734" y="80413"/>
                </a:lnTo>
                <a:lnTo>
                  <a:pt x="1689478" y="80539"/>
                </a:lnTo>
                <a:lnTo>
                  <a:pt x="1689215" y="80660"/>
                </a:lnTo>
                <a:lnTo>
                  <a:pt x="1688943" y="80775"/>
                </a:lnTo>
                <a:lnTo>
                  <a:pt x="1688664" y="80884"/>
                </a:lnTo>
                <a:lnTo>
                  <a:pt x="1688376" y="80987"/>
                </a:lnTo>
                <a:lnTo>
                  <a:pt x="1688081" y="81084"/>
                </a:lnTo>
                <a:lnTo>
                  <a:pt x="1687777" y="81176"/>
                </a:lnTo>
                <a:lnTo>
                  <a:pt x="1687466" y="81261"/>
                </a:lnTo>
                <a:lnTo>
                  <a:pt x="1687147" y="81341"/>
                </a:lnTo>
                <a:lnTo>
                  <a:pt x="1686820" y="81414"/>
                </a:lnTo>
                <a:lnTo>
                  <a:pt x="1686485" y="81482"/>
                </a:lnTo>
                <a:lnTo>
                  <a:pt x="1686141" y="81544"/>
                </a:lnTo>
                <a:lnTo>
                  <a:pt x="1685790" y="81600"/>
                </a:lnTo>
                <a:lnTo>
                  <a:pt x="1685431" y="81650"/>
                </a:lnTo>
                <a:lnTo>
                  <a:pt x="1685064" y="81694"/>
                </a:lnTo>
                <a:lnTo>
                  <a:pt x="1684689" y="81732"/>
                </a:lnTo>
                <a:lnTo>
                  <a:pt x="1684307" y="81765"/>
                </a:lnTo>
                <a:lnTo>
                  <a:pt x="1683916" y="81791"/>
                </a:lnTo>
                <a:lnTo>
                  <a:pt x="1683517" y="81812"/>
                </a:lnTo>
                <a:lnTo>
                  <a:pt x="1683110" y="81827"/>
                </a:lnTo>
                <a:lnTo>
                  <a:pt x="1682696" y="81835"/>
                </a:lnTo>
                <a:lnTo>
                  <a:pt x="1682273" y="81838"/>
                </a:lnTo>
                <a:lnTo>
                  <a:pt x="1681843" y="81835"/>
                </a:lnTo>
                <a:lnTo>
                  <a:pt x="1681418" y="81823"/>
                </a:lnTo>
                <a:lnTo>
                  <a:pt x="1680997" y="81804"/>
                </a:lnTo>
                <a:lnTo>
                  <a:pt x="1680581" y="81777"/>
                </a:lnTo>
                <a:lnTo>
                  <a:pt x="1680169" y="81743"/>
                </a:lnTo>
                <a:lnTo>
                  <a:pt x="1679762" y="81700"/>
                </a:lnTo>
                <a:lnTo>
                  <a:pt x="1679359" y="81651"/>
                </a:lnTo>
                <a:lnTo>
                  <a:pt x="1678961" y="81593"/>
                </a:lnTo>
                <a:lnTo>
                  <a:pt x="1678568" y="81528"/>
                </a:lnTo>
                <a:lnTo>
                  <a:pt x="1678179" y="81455"/>
                </a:lnTo>
                <a:lnTo>
                  <a:pt x="1677795" y="81375"/>
                </a:lnTo>
                <a:lnTo>
                  <a:pt x="1677415" y="81286"/>
                </a:lnTo>
                <a:lnTo>
                  <a:pt x="1677040" y="81191"/>
                </a:lnTo>
                <a:lnTo>
                  <a:pt x="1676669" y="81087"/>
                </a:lnTo>
                <a:lnTo>
                  <a:pt x="1676303" y="80976"/>
                </a:lnTo>
                <a:lnTo>
                  <a:pt x="1675942" y="80857"/>
                </a:lnTo>
                <a:lnTo>
                  <a:pt x="1675585" y="80731"/>
                </a:lnTo>
                <a:lnTo>
                  <a:pt x="1675232" y="80596"/>
                </a:lnTo>
                <a:lnTo>
                  <a:pt x="1674884" y="80454"/>
                </a:lnTo>
                <a:lnTo>
                  <a:pt x="1674541" y="80305"/>
                </a:lnTo>
                <a:lnTo>
                  <a:pt x="1674202" y="80148"/>
                </a:lnTo>
                <a:lnTo>
                  <a:pt x="1673868" y="79983"/>
                </a:lnTo>
                <a:lnTo>
                  <a:pt x="1673539" y="79810"/>
                </a:lnTo>
                <a:lnTo>
                  <a:pt x="1673214" y="79630"/>
                </a:lnTo>
                <a:lnTo>
                  <a:pt x="1672898" y="79440"/>
                </a:lnTo>
                <a:lnTo>
                  <a:pt x="1672595" y="79238"/>
                </a:lnTo>
                <a:lnTo>
                  <a:pt x="1672306" y="79024"/>
                </a:lnTo>
                <a:lnTo>
                  <a:pt x="1672030" y="78799"/>
                </a:lnTo>
                <a:lnTo>
                  <a:pt x="1671768" y="78561"/>
                </a:lnTo>
                <a:lnTo>
                  <a:pt x="1671519" y="78311"/>
                </a:lnTo>
                <a:lnTo>
                  <a:pt x="1671284" y="78049"/>
                </a:lnTo>
                <a:lnTo>
                  <a:pt x="1671062" y="77775"/>
                </a:lnTo>
                <a:lnTo>
                  <a:pt x="1670853" y="77489"/>
                </a:lnTo>
                <a:lnTo>
                  <a:pt x="1670658" y="77192"/>
                </a:lnTo>
                <a:lnTo>
                  <a:pt x="1670477" y="76882"/>
                </a:lnTo>
                <a:lnTo>
                  <a:pt x="1670309" y="76560"/>
                </a:lnTo>
                <a:lnTo>
                  <a:pt x="1670154" y="76227"/>
                </a:lnTo>
                <a:lnTo>
                  <a:pt x="1670013" y="75881"/>
                </a:lnTo>
                <a:lnTo>
                  <a:pt x="1669885" y="75523"/>
                </a:lnTo>
                <a:lnTo>
                  <a:pt x="1669771" y="75154"/>
                </a:lnTo>
                <a:lnTo>
                  <a:pt x="1669670" y="74772"/>
                </a:lnTo>
                <a:lnTo>
                  <a:pt x="1669583" y="74379"/>
                </a:lnTo>
                <a:lnTo>
                  <a:pt x="1669509" y="73973"/>
                </a:lnTo>
                <a:lnTo>
                  <a:pt x="1669448" y="73556"/>
                </a:lnTo>
                <a:lnTo>
                  <a:pt x="1669401" y="73127"/>
                </a:lnTo>
                <a:lnTo>
                  <a:pt x="1669367" y="72685"/>
                </a:lnTo>
                <a:lnTo>
                  <a:pt x="1669347" y="72232"/>
                </a:lnTo>
                <a:lnTo>
                  <a:pt x="1669341" y="71766"/>
                </a:lnTo>
                <a:lnTo>
                  <a:pt x="1652771" y="71766"/>
                </a:lnTo>
                <a:lnTo>
                  <a:pt x="1652775" y="72296"/>
                </a:lnTo>
                <a:lnTo>
                  <a:pt x="1652788" y="72819"/>
                </a:lnTo>
                <a:lnTo>
                  <a:pt x="1652810" y="73334"/>
                </a:lnTo>
                <a:lnTo>
                  <a:pt x="1652840" y="73841"/>
                </a:lnTo>
                <a:lnTo>
                  <a:pt x="1652879" y="74342"/>
                </a:lnTo>
                <a:lnTo>
                  <a:pt x="1652927" y="74835"/>
                </a:lnTo>
                <a:lnTo>
                  <a:pt x="1652983" y="75321"/>
                </a:lnTo>
                <a:lnTo>
                  <a:pt x="1653048" y="75799"/>
                </a:lnTo>
                <a:lnTo>
                  <a:pt x="1653121" y="76270"/>
                </a:lnTo>
                <a:lnTo>
                  <a:pt x="1653204" y="76734"/>
                </a:lnTo>
                <a:lnTo>
                  <a:pt x="1653294" y="77190"/>
                </a:lnTo>
                <a:lnTo>
                  <a:pt x="1653394" y="77640"/>
                </a:lnTo>
                <a:lnTo>
                  <a:pt x="1653502" y="78081"/>
                </a:lnTo>
                <a:lnTo>
                  <a:pt x="1653619" y="78516"/>
                </a:lnTo>
                <a:lnTo>
                  <a:pt x="1653744" y="78943"/>
                </a:lnTo>
                <a:lnTo>
                  <a:pt x="1653878" y="79363"/>
                </a:lnTo>
                <a:lnTo>
                  <a:pt x="1654021" y="79775"/>
                </a:lnTo>
                <a:lnTo>
                  <a:pt x="1654173" y="80180"/>
                </a:lnTo>
                <a:lnTo>
                  <a:pt x="1654333" y="80578"/>
                </a:lnTo>
                <a:lnTo>
                  <a:pt x="1654502" y="80969"/>
                </a:lnTo>
                <a:lnTo>
                  <a:pt x="1654679" y="81352"/>
                </a:lnTo>
                <a:lnTo>
                  <a:pt x="1654865" y="81728"/>
                </a:lnTo>
                <a:lnTo>
                  <a:pt x="1655060" y="82096"/>
                </a:lnTo>
                <a:lnTo>
                  <a:pt x="1655263" y="82457"/>
                </a:lnTo>
                <a:lnTo>
                  <a:pt x="1655474" y="82812"/>
                </a:lnTo>
                <a:lnTo>
                  <a:pt x="1655691" y="83160"/>
                </a:lnTo>
                <a:lnTo>
                  <a:pt x="1655913" y="83501"/>
                </a:lnTo>
                <a:lnTo>
                  <a:pt x="1656142" y="83837"/>
                </a:lnTo>
                <a:lnTo>
                  <a:pt x="1656377" y="84166"/>
                </a:lnTo>
                <a:lnTo>
                  <a:pt x="1656619" y="84489"/>
                </a:lnTo>
                <a:lnTo>
                  <a:pt x="1656866" y="84806"/>
                </a:lnTo>
                <a:lnTo>
                  <a:pt x="1657119" y="85117"/>
                </a:lnTo>
                <a:lnTo>
                  <a:pt x="1657378" y="85421"/>
                </a:lnTo>
                <a:lnTo>
                  <a:pt x="1657644" y="85719"/>
                </a:lnTo>
                <a:lnTo>
                  <a:pt x="1657915" y="86011"/>
                </a:lnTo>
                <a:lnTo>
                  <a:pt x="1658193" y="86296"/>
                </a:lnTo>
                <a:lnTo>
                  <a:pt x="1658477" y="86575"/>
                </a:lnTo>
                <a:lnTo>
                  <a:pt x="1658767" y="86848"/>
                </a:lnTo>
                <a:lnTo>
                  <a:pt x="1659062" y="87115"/>
                </a:lnTo>
                <a:lnTo>
                  <a:pt x="1659364" y="87375"/>
                </a:lnTo>
                <a:lnTo>
                  <a:pt x="1659672" y="87629"/>
                </a:lnTo>
                <a:lnTo>
                  <a:pt x="1659986" y="87877"/>
                </a:lnTo>
                <a:lnTo>
                  <a:pt x="1660307" y="88119"/>
                </a:lnTo>
                <a:lnTo>
                  <a:pt x="1660633" y="88354"/>
                </a:lnTo>
                <a:lnTo>
                  <a:pt x="1660965" y="88583"/>
                </a:lnTo>
                <a:lnTo>
                  <a:pt x="1661304" y="88806"/>
                </a:lnTo>
                <a:lnTo>
                  <a:pt x="1661648" y="89023"/>
                </a:lnTo>
                <a:lnTo>
                  <a:pt x="1661999" y="89233"/>
                </a:lnTo>
                <a:lnTo>
                  <a:pt x="1662354" y="89437"/>
                </a:lnTo>
                <a:lnTo>
                  <a:pt x="1662713" y="89637"/>
                </a:lnTo>
                <a:lnTo>
                  <a:pt x="1663075" y="89831"/>
                </a:lnTo>
                <a:lnTo>
                  <a:pt x="1663441" y="90021"/>
                </a:lnTo>
                <a:lnTo>
                  <a:pt x="1663811" y="90205"/>
                </a:lnTo>
                <a:lnTo>
                  <a:pt x="1664184" y="90384"/>
                </a:lnTo>
                <a:lnTo>
                  <a:pt x="1664560" y="90558"/>
                </a:lnTo>
                <a:lnTo>
                  <a:pt x="1664940" y="90727"/>
                </a:lnTo>
                <a:lnTo>
                  <a:pt x="1665323" y="90891"/>
                </a:lnTo>
                <a:lnTo>
                  <a:pt x="1665710" y="91050"/>
                </a:lnTo>
                <a:lnTo>
                  <a:pt x="1666101" y="91204"/>
                </a:lnTo>
                <a:lnTo>
                  <a:pt x="1666495" y="91352"/>
                </a:lnTo>
                <a:lnTo>
                  <a:pt x="1666892" y="91496"/>
                </a:lnTo>
                <a:lnTo>
                  <a:pt x="1667293" y="91635"/>
                </a:lnTo>
                <a:lnTo>
                  <a:pt x="1667698" y="91768"/>
                </a:lnTo>
                <a:lnTo>
                  <a:pt x="1668106" y="91896"/>
                </a:lnTo>
                <a:lnTo>
                  <a:pt x="1668517" y="92019"/>
                </a:lnTo>
                <a:lnTo>
                  <a:pt x="1668932" y="92138"/>
                </a:lnTo>
                <a:lnTo>
                  <a:pt x="1669351" y="92251"/>
                </a:lnTo>
                <a:lnTo>
                  <a:pt x="1669773" y="92359"/>
                </a:lnTo>
                <a:lnTo>
                  <a:pt x="1670198" y="92462"/>
                </a:lnTo>
                <a:lnTo>
                  <a:pt x="1670627" y="92559"/>
                </a:lnTo>
                <a:lnTo>
                  <a:pt x="1671060" y="92652"/>
                </a:lnTo>
                <a:lnTo>
                  <a:pt x="1671496" y="92740"/>
                </a:lnTo>
                <a:lnTo>
                  <a:pt x="1671934" y="92823"/>
                </a:lnTo>
                <a:lnTo>
                  <a:pt x="1672373" y="92903"/>
                </a:lnTo>
                <a:lnTo>
                  <a:pt x="1672813" y="92979"/>
                </a:lnTo>
                <a:lnTo>
                  <a:pt x="1673253" y="93052"/>
                </a:lnTo>
                <a:lnTo>
                  <a:pt x="1673694" y="93121"/>
                </a:lnTo>
                <a:lnTo>
                  <a:pt x="1674136" y="93186"/>
                </a:lnTo>
                <a:lnTo>
                  <a:pt x="1674578" y="93248"/>
                </a:lnTo>
                <a:lnTo>
                  <a:pt x="1675021" y="93307"/>
                </a:lnTo>
                <a:lnTo>
                  <a:pt x="1675465" y="93362"/>
                </a:lnTo>
                <a:lnTo>
                  <a:pt x="1675909" y="93413"/>
                </a:lnTo>
                <a:lnTo>
                  <a:pt x="1676354" y="93461"/>
                </a:lnTo>
                <a:lnTo>
                  <a:pt x="1676800" y="93505"/>
                </a:lnTo>
                <a:lnTo>
                  <a:pt x="1677247" y="93546"/>
                </a:lnTo>
                <a:lnTo>
                  <a:pt x="1677694" y="93583"/>
                </a:lnTo>
                <a:lnTo>
                  <a:pt x="1678142" y="93617"/>
                </a:lnTo>
                <a:lnTo>
                  <a:pt x="1678591" y="93647"/>
                </a:lnTo>
                <a:lnTo>
                  <a:pt x="1679040" y="93674"/>
                </a:lnTo>
                <a:lnTo>
                  <a:pt x="1679490" y="93697"/>
                </a:lnTo>
                <a:lnTo>
                  <a:pt x="1679941" y="93716"/>
                </a:lnTo>
                <a:lnTo>
                  <a:pt x="1680393" y="93732"/>
                </a:lnTo>
                <a:lnTo>
                  <a:pt x="1680845" y="93745"/>
                </a:lnTo>
                <a:lnTo>
                  <a:pt x="1681298" y="93753"/>
                </a:lnTo>
                <a:lnTo>
                  <a:pt x="1681751" y="93759"/>
                </a:lnTo>
                <a:lnTo>
                  <a:pt x="1682206" y="93760"/>
                </a:lnTo>
                <a:lnTo>
                  <a:pt x="1682665" y="93758"/>
                </a:lnTo>
                <a:lnTo>
                  <a:pt x="1683124" y="93752"/>
                </a:lnTo>
                <a:lnTo>
                  <a:pt x="1683581" y="93742"/>
                </a:lnTo>
                <a:lnTo>
                  <a:pt x="1684037" y="93728"/>
                </a:lnTo>
                <a:lnTo>
                  <a:pt x="1684491" y="93710"/>
                </a:lnTo>
                <a:close/>
                <a:moveTo>
                  <a:pt x="2091528" y="93688"/>
                </a:moveTo>
                <a:lnTo>
                  <a:pt x="2091979" y="93662"/>
                </a:lnTo>
                <a:lnTo>
                  <a:pt x="2092430" y="93632"/>
                </a:lnTo>
                <a:lnTo>
                  <a:pt x="2092879" y="93598"/>
                </a:lnTo>
                <a:lnTo>
                  <a:pt x="2093327" y="93559"/>
                </a:lnTo>
                <a:lnTo>
                  <a:pt x="2093774" y="93517"/>
                </a:lnTo>
                <a:lnTo>
                  <a:pt x="2094220" y="93471"/>
                </a:lnTo>
                <a:lnTo>
                  <a:pt x="2094664" y="93421"/>
                </a:lnTo>
                <a:lnTo>
                  <a:pt x="2095107" y="93367"/>
                </a:lnTo>
                <a:lnTo>
                  <a:pt x="2095548" y="93308"/>
                </a:lnTo>
                <a:lnTo>
                  <a:pt x="2095989" y="93246"/>
                </a:lnTo>
                <a:lnTo>
                  <a:pt x="2096428" y="93180"/>
                </a:lnTo>
                <a:lnTo>
                  <a:pt x="2096866" y="93109"/>
                </a:lnTo>
                <a:lnTo>
                  <a:pt x="2097302" y="93035"/>
                </a:lnTo>
                <a:lnTo>
                  <a:pt x="2097737" y="92957"/>
                </a:lnTo>
                <a:lnTo>
                  <a:pt x="2098171" y="92874"/>
                </a:lnTo>
                <a:lnTo>
                  <a:pt x="2098604" y="92788"/>
                </a:lnTo>
                <a:lnTo>
                  <a:pt x="2099035" y="92697"/>
                </a:lnTo>
                <a:lnTo>
                  <a:pt x="2099465" y="92603"/>
                </a:lnTo>
                <a:lnTo>
                  <a:pt x="2099892" y="92504"/>
                </a:lnTo>
                <a:lnTo>
                  <a:pt x="2100316" y="92400"/>
                </a:lnTo>
                <a:lnTo>
                  <a:pt x="2100735" y="92292"/>
                </a:lnTo>
                <a:lnTo>
                  <a:pt x="2101151" y="92178"/>
                </a:lnTo>
                <a:lnTo>
                  <a:pt x="2101562" y="92060"/>
                </a:lnTo>
                <a:lnTo>
                  <a:pt x="2101970" y="91937"/>
                </a:lnTo>
                <a:lnTo>
                  <a:pt x="2102373" y="91809"/>
                </a:lnTo>
                <a:lnTo>
                  <a:pt x="2102773" y="91676"/>
                </a:lnTo>
                <a:lnTo>
                  <a:pt x="2103169" y="91538"/>
                </a:lnTo>
                <a:lnTo>
                  <a:pt x="2103560" y="91396"/>
                </a:lnTo>
                <a:lnTo>
                  <a:pt x="2103948" y="91248"/>
                </a:lnTo>
                <a:lnTo>
                  <a:pt x="2104332" y="91096"/>
                </a:lnTo>
                <a:lnTo>
                  <a:pt x="2104711" y="90939"/>
                </a:lnTo>
                <a:lnTo>
                  <a:pt x="2105087" y="90777"/>
                </a:lnTo>
                <a:lnTo>
                  <a:pt x="2105459" y="90611"/>
                </a:lnTo>
                <a:lnTo>
                  <a:pt x="2105827" y="90439"/>
                </a:lnTo>
                <a:lnTo>
                  <a:pt x="2106190" y="90263"/>
                </a:lnTo>
                <a:lnTo>
                  <a:pt x="2106550" y="90081"/>
                </a:lnTo>
                <a:lnTo>
                  <a:pt x="2106906" y="89895"/>
                </a:lnTo>
                <a:lnTo>
                  <a:pt x="2107258" y="89704"/>
                </a:lnTo>
                <a:lnTo>
                  <a:pt x="2107606" y="89508"/>
                </a:lnTo>
                <a:lnTo>
                  <a:pt x="2107950" y="89308"/>
                </a:lnTo>
                <a:lnTo>
                  <a:pt x="2108290" y="89102"/>
                </a:lnTo>
                <a:lnTo>
                  <a:pt x="2108626" y="88892"/>
                </a:lnTo>
                <a:lnTo>
                  <a:pt x="2108957" y="88676"/>
                </a:lnTo>
                <a:lnTo>
                  <a:pt x="2109282" y="88455"/>
                </a:lnTo>
                <a:lnTo>
                  <a:pt x="2109602" y="88229"/>
                </a:lnTo>
                <a:lnTo>
                  <a:pt x="2109917" y="87996"/>
                </a:lnTo>
                <a:lnTo>
                  <a:pt x="2110225" y="87759"/>
                </a:lnTo>
                <a:lnTo>
                  <a:pt x="2110528" y="87515"/>
                </a:lnTo>
                <a:lnTo>
                  <a:pt x="2110826" y="87266"/>
                </a:lnTo>
                <a:lnTo>
                  <a:pt x="2111118" y="87012"/>
                </a:lnTo>
                <a:lnTo>
                  <a:pt x="2111404" y="86752"/>
                </a:lnTo>
                <a:lnTo>
                  <a:pt x="2111685" y="86486"/>
                </a:lnTo>
                <a:lnTo>
                  <a:pt x="2111960" y="86215"/>
                </a:lnTo>
                <a:lnTo>
                  <a:pt x="2112229" y="85939"/>
                </a:lnTo>
                <a:lnTo>
                  <a:pt x="2112493" y="85656"/>
                </a:lnTo>
                <a:lnTo>
                  <a:pt x="2112751" y="85369"/>
                </a:lnTo>
                <a:lnTo>
                  <a:pt x="2113004" y="85075"/>
                </a:lnTo>
                <a:lnTo>
                  <a:pt x="2113251" y="84777"/>
                </a:lnTo>
                <a:lnTo>
                  <a:pt x="2113492" y="84472"/>
                </a:lnTo>
                <a:lnTo>
                  <a:pt x="2113728" y="84162"/>
                </a:lnTo>
                <a:lnTo>
                  <a:pt x="2113958" y="83847"/>
                </a:lnTo>
                <a:lnTo>
                  <a:pt x="2114182" y="83526"/>
                </a:lnTo>
                <a:lnTo>
                  <a:pt x="2114401" y="83199"/>
                </a:lnTo>
                <a:lnTo>
                  <a:pt x="2114615" y="82867"/>
                </a:lnTo>
                <a:lnTo>
                  <a:pt x="2114822" y="82529"/>
                </a:lnTo>
                <a:lnTo>
                  <a:pt x="2115024" y="82186"/>
                </a:lnTo>
                <a:lnTo>
                  <a:pt x="2115220" y="81836"/>
                </a:lnTo>
                <a:lnTo>
                  <a:pt x="2115406" y="81481"/>
                </a:lnTo>
                <a:lnTo>
                  <a:pt x="2115585" y="81119"/>
                </a:lnTo>
                <a:lnTo>
                  <a:pt x="2115755" y="80750"/>
                </a:lnTo>
                <a:lnTo>
                  <a:pt x="2115917" y="80375"/>
                </a:lnTo>
                <a:lnTo>
                  <a:pt x="2116071" y="79994"/>
                </a:lnTo>
                <a:lnTo>
                  <a:pt x="2116216" y="79607"/>
                </a:lnTo>
                <a:lnTo>
                  <a:pt x="2116353" y="79213"/>
                </a:lnTo>
                <a:lnTo>
                  <a:pt x="2116482" y="78812"/>
                </a:lnTo>
                <a:lnTo>
                  <a:pt x="2116602" y="78405"/>
                </a:lnTo>
                <a:lnTo>
                  <a:pt x="2116714" y="77992"/>
                </a:lnTo>
                <a:lnTo>
                  <a:pt x="2116818" y="77573"/>
                </a:lnTo>
                <a:lnTo>
                  <a:pt x="2116913" y="77147"/>
                </a:lnTo>
                <a:lnTo>
                  <a:pt x="2117000" y="76715"/>
                </a:lnTo>
                <a:lnTo>
                  <a:pt x="2117079" y="76276"/>
                </a:lnTo>
                <a:lnTo>
                  <a:pt x="2117150" y="75831"/>
                </a:lnTo>
                <a:lnTo>
                  <a:pt x="2117212" y="75379"/>
                </a:lnTo>
                <a:lnTo>
                  <a:pt x="2117266" y="74921"/>
                </a:lnTo>
                <a:lnTo>
                  <a:pt x="2117312" y="74457"/>
                </a:lnTo>
                <a:lnTo>
                  <a:pt x="2117349" y="73987"/>
                </a:lnTo>
                <a:lnTo>
                  <a:pt x="2117378" y="73509"/>
                </a:lnTo>
                <a:lnTo>
                  <a:pt x="2117399" y="73026"/>
                </a:lnTo>
                <a:lnTo>
                  <a:pt x="2117411" y="72536"/>
                </a:lnTo>
                <a:lnTo>
                  <a:pt x="2117416" y="72040"/>
                </a:lnTo>
                <a:lnTo>
                  <a:pt x="2117410" y="71511"/>
                </a:lnTo>
                <a:lnTo>
                  <a:pt x="2117395" y="70990"/>
                </a:lnTo>
                <a:lnTo>
                  <a:pt x="2117369" y="70477"/>
                </a:lnTo>
                <a:lnTo>
                  <a:pt x="2117333" y="69973"/>
                </a:lnTo>
                <a:lnTo>
                  <a:pt x="2117287" y="69476"/>
                </a:lnTo>
                <a:lnTo>
                  <a:pt x="2117230" y="68989"/>
                </a:lnTo>
                <a:lnTo>
                  <a:pt x="2117163" y="68509"/>
                </a:lnTo>
                <a:lnTo>
                  <a:pt x="2117086" y="68038"/>
                </a:lnTo>
                <a:lnTo>
                  <a:pt x="2116999" y="67575"/>
                </a:lnTo>
                <a:lnTo>
                  <a:pt x="2116901" y="67120"/>
                </a:lnTo>
                <a:lnTo>
                  <a:pt x="2116793" y="66673"/>
                </a:lnTo>
                <a:lnTo>
                  <a:pt x="2116675" y="66235"/>
                </a:lnTo>
                <a:lnTo>
                  <a:pt x="2116546" y="65805"/>
                </a:lnTo>
                <a:lnTo>
                  <a:pt x="2116407" y="65384"/>
                </a:lnTo>
                <a:lnTo>
                  <a:pt x="2116258" y="64970"/>
                </a:lnTo>
                <a:lnTo>
                  <a:pt x="2116098" y="64565"/>
                </a:lnTo>
                <a:lnTo>
                  <a:pt x="2115929" y="64169"/>
                </a:lnTo>
                <a:lnTo>
                  <a:pt x="2115749" y="63780"/>
                </a:lnTo>
                <a:lnTo>
                  <a:pt x="2115558" y="63400"/>
                </a:lnTo>
                <a:lnTo>
                  <a:pt x="2115357" y="63028"/>
                </a:lnTo>
                <a:lnTo>
                  <a:pt x="2115147" y="62664"/>
                </a:lnTo>
                <a:lnTo>
                  <a:pt x="2114925" y="62309"/>
                </a:lnTo>
                <a:lnTo>
                  <a:pt x="2114694" y="61962"/>
                </a:lnTo>
                <a:lnTo>
                  <a:pt x="2114452" y="61623"/>
                </a:lnTo>
                <a:lnTo>
                  <a:pt x="2114201" y="61291"/>
                </a:lnTo>
                <a:lnTo>
                  <a:pt x="2113943" y="60965"/>
                </a:lnTo>
                <a:lnTo>
                  <a:pt x="2113678" y="60644"/>
                </a:lnTo>
                <a:lnTo>
                  <a:pt x="2113406" y="60329"/>
                </a:lnTo>
                <a:lnTo>
                  <a:pt x="2113126" y="60020"/>
                </a:lnTo>
                <a:lnTo>
                  <a:pt x="2112840" y="59716"/>
                </a:lnTo>
                <a:lnTo>
                  <a:pt x="2112545" y="59418"/>
                </a:lnTo>
                <a:lnTo>
                  <a:pt x="2112244" y="59126"/>
                </a:lnTo>
                <a:lnTo>
                  <a:pt x="2111936" y="58839"/>
                </a:lnTo>
                <a:lnTo>
                  <a:pt x="2111620" y="58558"/>
                </a:lnTo>
                <a:lnTo>
                  <a:pt x="2111297" y="58283"/>
                </a:lnTo>
                <a:lnTo>
                  <a:pt x="2110966" y="58014"/>
                </a:lnTo>
                <a:lnTo>
                  <a:pt x="2110629" y="57750"/>
                </a:lnTo>
                <a:lnTo>
                  <a:pt x="2110284" y="57492"/>
                </a:lnTo>
                <a:lnTo>
                  <a:pt x="2109932" y="57239"/>
                </a:lnTo>
                <a:lnTo>
                  <a:pt x="2109572" y="56992"/>
                </a:lnTo>
                <a:lnTo>
                  <a:pt x="2109206" y="56751"/>
                </a:lnTo>
                <a:lnTo>
                  <a:pt x="2108832" y="56516"/>
                </a:lnTo>
                <a:lnTo>
                  <a:pt x="2108451" y="56286"/>
                </a:lnTo>
                <a:lnTo>
                  <a:pt x="2108062" y="56062"/>
                </a:lnTo>
                <a:lnTo>
                  <a:pt x="2107667" y="55843"/>
                </a:lnTo>
                <a:lnTo>
                  <a:pt x="2107264" y="55630"/>
                </a:lnTo>
                <a:lnTo>
                  <a:pt x="2106854" y="55423"/>
                </a:lnTo>
                <a:lnTo>
                  <a:pt x="2106436" y="55222"/>
                </a:lnTo>
                <a:lnTo>
                  <a:pt x="2106013" y="55025"/>
                </a:lnTo>
                <a:lnTo>
                  <a:pt x="2105585" y="54831"/>
                </a:lnTo>
                <a:lnTo>
                  <a:pt x="2105152" y="54640"/>
                </a:lnTo>
                <a:lnTo>
                  <a:pt x="2104715" y="54452"/>
                </a:lnTo>
                <a:lnTo>
                  <a:pt x="2104273" y="54268"/>
                </a:lnTo>
                <a:lnTo>
                  <a:pt x="2103826" y="54086"/>
                </a:lnTo>
                <a:lnTo>
                  <a:pt x="2103375" y="53907"/>
                </a:lnTo>
                <a:lnTo>
                  <a:pt x="2102919" y="53732"/>
                </a:lnTo>
                <a:lnTo>
                  <a:pt x="2102458" y="53559"/>
                </a:lnTo>
                <a:lnTo>
                  <a:pt x="2101993" y="53390"/>
                </a:lnTo>
                <a:lnTo>
                  <a:pt x="2101523" y="53223"/>
                </a:lnTo>
                <a:lnTo>
                  <a:pt x="2101048" y="53060"/>
                </a:lnTo>
                <a:lnTo>
                  <a:pt x="2100568" y="52900"/>
                </a:lnTo>
                <a:lnTo>
                  <a:pt x="2100084" y="52743"/>
                </a:lnTo>
                <a:lnTo>
                  <a:pt x="2099596" y="52589"/>
                </a:lnTo>
                <a:lnTo>
                  <a:pt x="2099102" y="52438"/>
                </a:lnTo>
                <a:lnTo>
                  <a:pt x="2098604" y="52290"/>
                </a:lnTo>
                <a:lnTo>
                  <a:pt x="2098101" y="52145"/>
                </a:lnTo>
                <a:lnTo>
                  <a:pt x="2097594" y="52003"/>
                </a:lnTo>
                <a:lnTo>
                  <a:pt x="2097081" y="51865"/>
                </a:lnTo>
                <a:lnTo>
                  <a:pt x="2096565" y="51729"/>
                </a:lnTo>
                <a:lnTo>
                  <a:pt x="2096043" y="51596"/>
                </a:lnTo>
                <a:lnTo>
                  <a:pt x="2095517" y="51467"/>
                </a:lnTo>
                <a:lnTo>
                  <a:pt x="2094986" y="51341"/>
                </a:lnTo>
                <a:lnTo>
                  <a:pt x="2094485" y="51227"/>
                </a:lnTo>
                <a:lnTo>
                  <a:pt x="2093992" y="51115"/>
                </a:lnTo>
                <a:lnTo>
                  <a:pt x="2093507" y="51003"/>
                </a:lnTo>
                <a:lnTo>
                  <a:pt x="2093031" y="50891"/>
                </a:lnTo>
                <a:lnTo>
                  <a:pt x="2092562" y="50780"/>
                </a:lnTo>
                <a:lnTo>
                  <a:pt x="2092102" y="50670"/>
                </a:lnTo>
                <a:lnTo>
                  <a:pt x="2091650" y="50561"/>
                </a:lnTo>
                <a:lnTo>
                  <a:pt x="2091206" y="50452"/>
                </a:lnTo>
                <a:lnTo>
                  <a:pt x="2090771" y="50343"/>
                </a:lnTo>
                <a:lnTo>
                  <a:pt x="2090343" y="50235"/>
                </a:lnTo>
                <a:lnTo>
                  <a:pt x="2089924" y="50128"/>
                </a:lnTo>
                <a:lnTo>
                  <a:pt x="2089513" y="50021"/>
                </a:lnTo>
                <a:lnTo>
                  <a:pt x="2089110" y="49915"/>
                </a:lnTo>
                <a:lnTo>
                  <a:pt x="2088716" y="49810"/>
                </a:lnTo>
                <a:lnTo>
                  <a:pt x="2088329" y="49705"/>
                </a:lnTo>
                <a:lnTo>
                  <a:pt x="2087951" y="49600"/>
                </a:lnTo>
                <a:lnTo>
                  <a:pt x="2087581" y="49497"/>
                </a:lnTo>
                <a:lnTo>
                  <a:pt x="2087219" y="49394"/>
                </a:lnTo>
                <a:lnTo>
                  <a:pt x="2086865" y="49291"/>
                </a:lnTo>
                <a:lnTo>
                  <a:pt x="2086519" y="49189"/>
                </a:lnTo>
                <a:lnTo>
                  <a:pt x="2086182" y="49088"/>
                </a:lnTo>
                <a:lnTo>
                  <a:pt x="2085853" y="48987"/>
                </a:lnTo>
                <a:lnTo>
                  <a:pt x="2085532" y="48887"/>
                </a:lnTo>
                <a:lnTo>
                  <a:pt x="2085219" y="48787"/>
                </a:lnTo>
                <a:lnTo>
                  <a:pt x="2084914" y="48688"/>
                </a:lnTo>
                <a:lnTo>
                  <a:pt x="2084616" y="48587"/>
                </a:lnTo>
                <a:lnTo>
                  <a:pt x="2084325" y="48486"/>
                </a:lnTo>
                <a:lnTo>
                  <a:pt x="2084040" y="48384"/>
                </a:lnTo>
                <a:lnTo>
                  <a:pt x="2083763" y="48282"/>
                </a:lnTo>
                <a:lnTo>
                  <a:pt x="2083493" y="48179"/>
                </a:lnTo>
                <a:lnTo>
                  <a:pt x="2083230" y="48075"/>
                </a:lnTo>
                <a:lnTo>
                  <a:pt x="2082974" y="47970"/>
                </a:lnTo>
                <a:lnTo>
                  <a:pt x="2082725" y="47865"/>
                </a:lnTo>
                <a:lnTo>
                  <a:pt x="2082483" y="47759"/>
                </a:lnTo>
                <a:lnTo>
                  <a:pt x="2082248" y="47652"/>
                </a:lnTo>
                <a:lnTo>
                  <a:pt x="2082020" y="47545"/>
                </a:lnTo>
                <a:lnTo>
                  <a:pt x="2081799" y="47437"/>
                </a:lnTo>
                <a:lnTo>
                  <a:pt x="2081585" y="47328"/>
                </a:lnTo>
                <a:lnTo>
                  <a:pt x="2081378" y="47218"/>
                </a:lnTo>
                <a:lnTo>
                  <a:pt x="2081178" y="47108"/>
                </a:lnTo>
                <a:lnTo>
                  <a:pt x="2080985" y="46997"/>
                </a:lnTo>
                <a:lnTo>
                  <a:pt x="2080799" y="46885"/>
                </a:lnTo>
                <a:lnTo>
                  <a:pt x="2080620" y="46773"/>
                </a:lnTo>
                <a:lnTo>
                  <a:pt x="2080448" y="46660"/>
                </a:lnTo>
                <a:lnTo>
                  <a:pt x="2080283" y="46546"/>
                </a:lnTo>
                <a:lnTo>
                  <a:pt x="2080125" y="46432"/>
                </a:lnTo>
                <a:lnTo>
                  <a:pt x="2079974" y="46316"/>
                </a:lnTo>
                <a:lnTo>
                  <a:pt x="2079831" y="46200"/>
                </a:lnTo>
                <a:lnTo>
                  <a:pt x="2079693" y="46083"/>
                </a:lnTo>
                <a:lnTo>
                  <a:pt x="2079562" y="45964"/>
                </a:lnTo>
                <a:lnTo>
                  <a:pt x="2079436" y="45844"/>
                </a:lnTo>
                <a:lnTo>
                  <a:pt x="2079316" y="45722"/>
                </a:lnTo>
                <a:lnTo>
                  <a:pt x="2079202" y="45599"/>
                </a:lnTo>
                <a:lnTo>
                  <a:pt x="2079094" y="45474"/>
                </a:lnTo>
                <a:lnTo>
                  <a:pt x="2078992" y="45348"/>
                </a:lnTo>
                <a:lnTo>
                  <a:pt x="2078895" y="45220"/>
                </a:lnTo>
                <a:lnTo>
                  <a:pt x="2078804" y="45090"/>
                </a:lnTo>
                <a:lnTo>
                  <a:pt x="2078720" y="44959"/>
                </a:lnTo>
                <a:lnTo>
                  <a:pt x="2078641" y="44827"/>
                </a:lnTo>
                <a:lnTo>
                  <a:pt x="2078568" y="44693"/>
                </a:lnTo>
                <a:lnTo>
                  <a:pt x="2078500" y="44557"/>
                </a:lnTo>
                <a:lnTo>
                  <a:pt x="2078439" y="44420"/>
                </a:lnTo>
                <a:lnTo>
                  <a:pt x="2078383" y="44281"/>
                </a:lnTo>
                <a:lnTo>
                  <a:pt x="2078334" y="44141"/>
                </a:lnTo>
                <a:lnTo>
                  <a:pt x="2078290" y="44000"/>
                </a:lnTo>
                <a:lnTo>
                  <a:pt x="2078252" y="43856"/>
                </a:lnTo>
                <a:lnTo>
                  <a:pt x="2078220" y="43712"/>
                </a:lnTo>
                <a:lnTo>
                  <a:pt x="2078193" y="43565"/>
                </a:lnTo>
                <a:lnTo>
                  <a:pt x="2078173" y="43418"/>
                </a:lnTo>
                <a:lnTo>
                  <a:pt x="2078158" y="43268"/>
                </a:lnTo>
                <a:lnTo>
                  <a:pt x="2078150" y="43118"/>
                </a:lnTo>
                <a:lnTo>
                  <a:pt x="2078147" y="42965"/>
                </a:lnTo>
                <a:lnTo>
                  <a:pt x="2078151" y="42701"/>
                </a:lnTo>
                <a:lnTo>
                  <a:pt x="2078165" y="42444"/>
                </a:lnTo>
                <a:lnTo>
                  <a:pt x="2078188" y="42193"/>
                </a:lnTo>
                <a:lnTo>
                  <a:pt x="2078221" y="41948"/>
                </a:lnTo>
                <a:lnTo>
                  <a:pt x="2078262" y="41710"/>
                </a:lnTo>
                <a:lnTo>
                  <a:pt x="2078313" y="41478"/>
                </a:lnTo>
                <a:lnTo>
                  <a:pt x="2078373" y="41252"/>
                </a:lnTo>
                <a:lnTo>
                  <a:pt x="2078442" y="41032"/>
                </a:lnTo>
                <a:lnTo>
                  <a:pt x="2078521" y="40819"/>
                </a:lnTo>
                <a:lnTo>
                  <a:pt x="2078609" y="40611"/>
                </a:lnTo>
                <a:lnTo>
                  <a:pt x="2078706" y="40411"/>
                </a:lnTo>
                <a:lnTo>
                  <a:pt x="2078812" y="40216"/>
                </a:lnTo>
                <a:lnTo>
                  <a:pt x="2078927" y="40028"/>
                </a:lnTo>
                <a:lnTo>
                  <a:pt x="2079052" y="39846"/>
                </a:lnTo>
                <a:lnTo>
                  <a:pt x="2079186" y="39670"/>
                </a:lnTo>
                <a:lnTo>
                  <a:pt x="2079329" y="39501"/>
                </a:lnTo>
                <a:lnTo>
                  <a:pt x="2079482" y="39338"/>
                </a:lnTo>
                <a:lnTo>
                  <a:pt x="2079643" y="39181"/>
                </a:lnTo>
                <a:lnTo>
                  <a:pt x="2079814" y="39031"/>
                </a:lnTo>
                <a:lnTo>
                  <a:pt x="2079994" y="38886"/>
                </a:lnTo>
                <a:lnTo>
                  <a:pt x="2080184" y="38748"/>
                </a:lnTo>
                <a:lnTo>
                  <a:pt x="2080382" y="38617"/>
                </a:lnTo>
                <a:lnTo>
                  <a:pt x="2080590" y="38491"/>
                </a:lnTo>
                <a:lnTo>
                  <a:pt x="2080807" y="38372"/>
                </a:lnTo>
                <a:lnTo>
                  <a:pt x="2081032" y="38259"/>
                </a:lnTo>
                <a:lnTo>
                  <a:pt x="2081264" y="38150"/>
                </a:lnTo>
                <a:lnTo>
                  <a:pt x="2081503" y="38046"/>
                </a:lnTo>
                <a:lnTo>
                  <a:pt x="2081749" y="37946"/>
                </a:lnTo>
                <a:lnTo>
                  <a:pt x="2082002" y="37852"/>
                </a:lnTo>
                <a:lnTo>
                  <a:pt x="2082262" y="37763"/>
                </a:lnTo>
                <a:lnTo>
                  <a:pt x="2082528" y="37678"/>
                </a:lnTo>
                <a:lnTo>
                  <a:pt x="2082802" y="37598"/>
                </a:lnTo>
                <a:lnTo>
                  <a:pt x="2083082" y="37523"/>
                </a:lnTo>
                <a:lnTo>
                  <a:pt x="2083369" y="37453"/>
                </a:lnTo>
                <a:lnTo>
                  <a:pt x="2083664" y="37388"/>
                </a:lnTo>
                <a:lnTo>
                  <a:pt x="2083965" y="37327"/>
                </a:lnTo>
                <a:lnTo>
                  <a:pt x="2084273" y="37272"/>
                </a:lnTo>
                <a:lnTo>
                  <a:pt x="2084587" y="37221"/>
                </a:lnTo>
                <a:lnTo>
                  <a:pt x="2084909" y="37175"/>
                </a:lnTo>
                <a:lnTo>
                  <a:pt x="2085238" y="37134"/>
                </a:lnTo>
                <a:lnTo>
                  <a:pt x="2085573" y="37097"/>
                </a:lnTo>
                <a:lnTo>
                  <a:pt x="2085916" y="37066"/>
                </a:lnTo>
                <a:lnTo>
                  <a:pt x="2086265" y="37039"/>
                </a:lnTo>
                <a:lnTo>
                  <a:pt x="2086621" y="37018"/>
                </a:lnTo>
                <a:lnTo>
                  <a:pt x="2086985" y="37001"/>
                </a:lnTo>
                <a:lnTo>
                  <a:pt x="2087355" y="36988"/>
                </a:lnTo>
                <a:lnTo>
                  <a:pt x="2087732" y="36981"/>
                </a:lnTo>
                <a:lnTo>
                  <a:pt x="2088115" y="36979"/>
                </a:lnTo>
                <a:lnTo>
                  <a:pt x="2088473" y="36982"/>
                </a:lnTo>
                <a:lnTo>
                  <a:pt x="2088826" y="36993"/>
                </a:lnTo>
                <a:lnTo>
                  <a:pt x="2089176" y="37010"/>
                </a:lnTo>
                <a:lnTo>
                  <a:pt x="2089522" y="37034"/>
                </a:lnTo>
                <a:lnTo>
                  <a:pt x="2089863" y="37066"/>
                </a:lnTo>
                <a:lnTo>
                  <a:pt x="2090201" y="37104"/>
                </a:lnTo>
                <a:lnTo>
                  <a:pt x="2090536" y="37149"/>
                </a:lnTo>
                <a:lnTo>
                  <a:pt x="2090866" y="37201"/>
                </a:lnTo>
                <a:lnTo>
                  <a:pt x="2091192" y="37261"/>
                </a:lnTo>
                <a:lnTo>
                  <a:pt x="2091515" y="37327"/>
                </a:lnTo>
                <a:lnTo>
                  <a:pt x="2091834" y="37400"/>
                </a:lnTo>
                <a:lnTo>
                  <a:pt x="2092148" y="37480"/>
                </a:lnTo>
                <a:lnTo>
                  <a:pt x="2092459" y="37567"/>
                </a:lnTo>
                <a:lnTo>
                  <a:pt x="2092767" y="37661"/>
                </a:lnTo>
                <a:lnTo>
                  <a:pt x="2093070" y="37762"/>
                </a:lnTo>
                <a:lnTo>
                  <a:pt x="2093369" y="37869"/>
                </a:lnTo>
                <a:lnTo>
                  <a:pt x="2093665" y="37984"/>
                </a:lnTo>
                <a:lnTo>
                  <a:pt x="2093957" y="38106"/>
                </a:lnTo>
                <a:lnTo>
                  <a:pt x="2094244" y="38235"/>
                </a:lnTo>
                <a:lnTo>
                  <a:pt x="2094528" y="38370"/>
                </a:lnTo>
                <a:lnTo>
                  <a:pt x="2094809" y="38513"/>
                </a:lnTo>
                <a:lnTo>
                  <a:pt x="2095085" y="38663"/>
                </a:lnTo>
                <a:lnTo>
                  <a:pt x="2095357" y="38819"/>
                </a:lnTo>
                <a:lnTo>
                  <a:pt x="2095626" y="38983"/>
                </a:lnTo>
                <a:lnTo>
                  <a:pt x="2095887" y="39155"/>
                </a:lnTo>
                <a:lnTo>
                  <a:pt x="2096137" y="39338"/>
                </a:lnTo>
                <a:lnTo>
                  <a:pt x="2096376" y="39533"/>
                </a:lnTo>
                <a:lnTo>
                  <a:pt x="2096603" y="39738"/>
                </a:lnTo>
                <a:lnTo>
                  <a:pt x="2096820" y="39955"/>
                </a:lnTo>
                <a:lnTo>
                  <a:pt x="2097025" y="40182"/>
                </a:lnTo>
                <a:lnTo>
                  <a:pt x="2097220" y="40421"/>
                </a:lnTo>
                <a:lnTo>
                  <a:pt x="2097403" y="40670"/>
                </a:lnTo>
                <a:lnTo>
                  <a:pt x="2097575" y="40931"/>
                </a:lnTo>
                <a:lnTo>
                  <a:pt x="2097736" y="41203"/>
                </a:lnTo>
                <a:lnTo>
                  <a:pt x="2097886" y="41485"/>
                </a:lnTo>
                <a:lnTo>
                  <a:pt x="2098025" y="41779"/>
                </a:lnTo>
                <a:lnTo>
                  <a:pt x="2098153" y="42084"/>
                </a:lnTo>
                <a:lnTo>
                  <a:pt x="2098270" y="42400"/>
                </a:lnTo>
                <a:lnTo>
                  <a:pt x="2098375" y="42726"/>
                </a:lnTo>
                <a:lnTo>
                  <a:pt x="2098470" y="43064"/>
                </a:lnTo>
                <a:lnTo>
                  <a:pt x="2098553" y="43413"/>
                </a:lnTo>
                <a:lnTo>
                  <a:pt x="2098625" y="43773"/>
                </a:lnTo>
                <a:lnTo>
                  <a:pt x="2098686" y="44144"/>
                </a:lnTo>
                <a:lnTo>
                  <a:pt x="2098736" y="44526"/>
                </a:lnTo>
                <a:lnTo>
                  <a:pt x="2098775" y="44919"/>
                </a:lnTo>
                <a:lnTo>
                  <a:pt x="2098803" y="45323"/>
                </a:lnTo>
                <a:lnTo>
                  <a:pt x="2098820" y="45738"/>
                </a:lnTo>
                <a:lnTo>
                  <a:pt x="2098825" y="46165"/>
                </a:lnTo>
                <a:lnTo>
                  <a:pt x="2115395" y="46165"/>
                </a:lnTo>
                <a:lnTo>
                  <a:pt x="2115391" y="45658"/>
                </a:lnTo>
                <a:lnTo>
                  <a:pt x="2115379" y="45158"/>
                </a:lnTo>
                <a:lnTo>
                  <a:pt x="2115358" y="44665"/>
                </a:lnTo>
                <a:lnTo>
                  <a:pt x="2115329" y="44179"/>
                </a:lnTo>
                <a:lnTo>
                  <a:pt x="2115293" y="43700"/>
                </a:lnTo>
                <a:lnTo>
                  <a:pt x="2115248" y="43229"/>
                </a:lnTo>
                <a:lnTo>
                  <a:pt x="2115194" y="42764"/>
                </a:lnTo>
                <a:lnTo>
                  <a:pt x="2115133" y="42307"/>
                </a:lnTo>
                <a:lnTo>
                  <a:pt x="2115063" y="41856"/>
                </a:lnTo>
                <a:lnTo>
                  <a:pt x="2114986" y="41413"/>
                </a:lnTo>
                <a:lnTo>
                  <a:pt x="2114900" y="40977"/>
                </a:lnTo>
                <a:lnTo>
                  <a:pt x="2114806" y="40548"/>
                </a:lnTo>
                <a:lnTo>
                  <a:pt x="2114703" y="40126"/>
                </a:lnTo>
                <a:lnTo>
                  <a:pt x="2114593" y="39711"/>
                </a:lnTo>
                <a:lnTo>
                  <a:pt x="2114474" y="39303"/>
                </a:lnTo>
                <a:lnTo>
                  <a:pt x="2114347" y="38902"/>
                </a:lnTo>
                <a:lnTo>
                  <a:pt x="2114212" y="38509"/>
                </a:lnTo>
                <a:lnTo>
                  <a:pt x="2114069" y="38122"/>
                </a:lnTo>
                <a:lnTo>
                  <a:pt x="2113917" y="37743"/>
                </a:lnTo>
                <a:lnTo>
                  <a:pt x="2113758" y="37370"/>
                </a:lnTo>
                <a:lnTo>
                  <a:pt x="2113590" y="37005"/>
                </a:lnTo>
                <a:lnTo>
                  <a:pt x="2113414" y="36647"/>
                </a:lnTo>
                <a:lnTo>
                  <a:pt x="2113230" y="36296"/>
                </a:lnTo>
                <a:lnTo>
                  <a:pt x="2113037" y="35952"/>
                </a:lnTo>
                <a:lnTo>
                  <a:pt x="2112838" y="35614"/>
                </a:lnTo>
                <a:lnTo>
                  <a:pt x="2112634" y="35282"/>
                </a:lnTo>
                <a:lnTo>
                  <a:pt x="2112424" y="34956"/>
                </a:lnTo>
                <a:lnTo>
                  <a:pt x="2112209" y="34636"/>
                </a:lnTo>
                <a:lnTo>
                  <a:pt x="2111988" y="34322"/>
                </a:lnTo>
                <a:lnTo>
                  <a:pt x="2111762" y="34013"/>
                </a:lnTo>
                <a:lnTo>
                  <a:pt x="2111530" y="33710"/>
                </a:lnTo>
                <a:lnTo>
                  <a:pt x="2111294" y="33413"/>
                </a:lnTo>
                <a:lnTo>
                  <a:pt x="2111051" y="33122"/>
                </a:lnTo>
                <a:lnTo>
                  <a:pt x="2110804" y="32837"/>
                </a:lnTo>
                <a:lnTo>
                  <a:pt x="2110551" y="32557"/>
                </a:lnTo>
                <a:lnTo>
                  <a:pt x="2110293" y="32283"/>
                </a:lnTo>
                <a:lnTo>
                  <a:pt x="2110029" y="32015"/>
                </a:lnTo>
                <a:lnTo>
                  <a:pt x="2109760" y="31753"/>
                </a:lnTo>
                <a:lnTo>
                  <a:pt x="2109485" y="31497"/>
                </a:lnTo>
                <a:lnTo>
                  <a:pt x="2109206" y="31246"/>
                </a:lnTo>
                <a:lnTo>
                  <a:pt x="2108920" y="31001"/>
                </a:lnTo>
                <a:lnTo>
                  <a:pt x="2108630" y="30762"/>
                </a:lnTo>
                <a:lnTo>
                  <a:pt x="2108334" y="30529"/>
                </a:lnTo>
                <a:lnTo>
                  <a:pt x="2108032" y="30301"/>
                </a:lnTo>
                <a:lnTo>
                  <a:pt x="2107726" y="30080"/>
                </a:lnTo>
                <a:lnTo>
                  <a:pt x="2107414" y="29864"/>
                </a:lnTo>
                <a:lnTo>
                  <a:pt x="2107096" y="29654"/>
                </a:lnTo>
                <a:lnTo>
                  <a:pt x="2106773" y="29450"/>
                </a:lnTo>
                <a:lnTo>
                  <a:pt x="2106446" y="29250"/>
                </a:lnTo>
                <a:lnTo>
                  <a:pt x="2106116" y="29056"/>
                </a:lnTo>
                <a:lnTo>
                  <a:pt x="2105782" y="28867"/>
                </a:lnTo>
                <a:lnTo>
                  <a:pt x="2105445" y="28682"/>
                </a:lnTo>
                <a:lnTo>
                  <a:pt x="2105105" y="28503"/>
                </a:lnTo>
                <a:lnTo>
                  <a:pt x="2104761" y="28328"/>
                </a:lnTo>
                <a:lnTo>
                  <a:pt x="2104414" y="28158"/>
                </a:lnTo>
                <a:lnTo>
                  <a:pt x="2104064" y="27993"/>
                </a:lnTo>
                <a:lnTo>
                  <a:pt x="2103711" y="27832"/>
                </a:lnTo>
                <a:lnTo>
                  <a:pt x="2103354" y="27677"/>
                </a:lnTo>
                <a:lnTo>
                  <a:pt x="2102994" y="27526"/>
                </a:lnTo>
                <a:lnTo>
                  <a:pt x="2102631" y="27380"/>
                </a:lnTo>
                <a:lnTo>
                  <a:pt x="2102264" y="27240"/>
                </a:lnTo>
                <a:lnTo>
                  <a:pt x="2101895" y="27104"/>
                </a:lnTo>
                <a:lnTo>
                  <a:pt x="2101522" y="26972"/>
                </a:lnTo>
                <a:lnTo>
                  <a:pt x="2101145" y="26846"/>
                </a:lnTo>
                <a:lnTo>
                  <a:pt x="2100766" y="26725"/>
                </a:lnTo>
                <a:lnTo>
                  <a:pt x="2100383" y="26608"/>
                </a:lnTo>
                <a:lnTo>
                  <a:pt x="2099997" y="26496"/>
                </a:lnTo>
                <a:lnTo>
                  <a:pt x="2099607" y="26389"/>
                </a:lnTo>
                <a:lnTo>
                  <a:pt x="2099215" y="26287"/>
                </a:lnTo>
                <a:lnTo>
                  <a:pt x="2098819" y="26190"/>
                </a:lnTo>
                <a:lnTo>
                  <a:pt x="2098419" y="26098"/>
                </a:lnTo>
                <a:lnTo>
                  <a:pt x="2098017" y="26010"/>
                </a:lnTo>
                <a:lnTo>
                  <a:pt x="2097612" y="25927"/>
                </a:lnTo>
                <a:lnTo>
                  <a:pt x="2097207" y="25847"/>
                </a:lnTo>
                <a:lnTo>
                  <a:pt x="2096801" y="25771"/>
                </a:lnTo>
                <a:lnTo>
                  <a:pt x="2096395" y="25698"/>
                </a:lnTo>
                <a:lnTo>
                  <a:pt x="2095987" y="25629"/>
                </a:lnTo>
                <a:lnTo>
                  <a:pt x="2095579" y="25564"/>
                </a:lnTo>
                <a:lnTo>
                  <a:pt x="2095171" y="25502"/>
                </a:lnTo>
                <a:lnTo>
                  <a:pt x="2094761" y="25443"/>
                </a:lnTo>
                <a:lnTo>
                  <a:pt x="2094351" y="25388"/>
                </a:lnTo>
                <a:lnTo>
                  <a:pt x="2093940" y="25337"/>
                </a:lnTo>
                <a:lnTo>
                  <a:pt x="2093529" y="25289"/>
                </a:lnTo>
                <a:lnTo>
                  <a:pt x="2093117" y="25245"/>
                </a:lnTo>
                <a:lnTo>
                  <a:pt x="2092704" y="25204"/>
                </a:lnTo>
                <a:lnTo>
                  <a:pt x="2092290" y="25167"/>
                </a:lnTo>
                <a:lnTo>
                  <a:pt x="2091876" y="25133"/>
                </a:lnTo>
                <a:lnTo>
                  <a:pt x="2091461" y="25103"/>
                </a:lnTo>
                <a:lnTo>
                  <a:pt x="2091045" y="25076"/>
                </a:lnTo>
                <a:lnTo>
                  <a:pt x="2090629" y="25053"/>
                </a:lnTo>
                <a:lnTo>
                  <a:pt x="2090212" y="25034"/>
                </a:lnTo>
                <a:lnTo>
                  <a:pt x="2089794" y="25018"/>
                </a:lnTo>
                <a:lnTo>
                  <a:pt x="2089375" y="25005"/>
                </a:lnTo>
                <a:lnTo>
                  <a:pt x="2088956" y="24996"/>
                </a:lnTo>
                <a:lnTo>
                  <a:pt x="2088536" y="24991"/>
                </a:lnTo>
                <a:lnTo>
                  <a:pt x="2088115" y="24989"/>
                </a:lnTo>
                <a:lnTo>
                  <a:pt x="2087684" y="24991"/>
                </a:lnTo>
                <a:lnTo>
                  <a:pt x="2087253" y="24996"/>
                </a:lnTo>
                <a:lnTo>
                  <a:pt x="2086823" y="25005"/>
                </a:lnTo>
                <a:lnTo>
                  <a:pt x="2086393" y="25018"/>
                </a:lnTo>
                <a:lnTo>
                  <a:pt x="2085965" y="25034"/>
                </a:lnTo>
                <a:lnTo>
                  <a:pt x="2085537" y="25053"/>
                </a:lnTo>
                <a:lnTo>
                  <a:pt x="2085110" y="25076"/>
                </a:lnTo>
                <a:lnTo>
                  <a:pt x="2084684" y="25103"/>
                </a:lnTo>
                <a:lnTo>
                  <a:pt x="2084259" y="25133"/>
                </a:lnTo>
                <a:lnTo>
                  <a:pt x="2083834" y="25167"/>
                </a:lnTo>
                <a:lnTo>
                  <a:pt x="2083411" y="25204"/>
                </a:lnTo>
                <a:lnTo>
                  <a:pt x="2082988" y="25245"/>
                </a:lnTo>
                <a:lnTo>
                  <a:pt x="2082566" y="25289"/>
                </a:lnTo>
                <a:lnTo>
                  <a:pt x="2082145" y="25337"/>
                </a:lnTo>
                <a:lnTo>
                  <a:pt x="2081724" y="25389"/>
                </a:lnTo>
                <a:lnTo>
                  <a:pt x="2081305" y="25444"/>
                </a:lnTo>
                <a:lnTo>
                  <a:pt x="2080886" y="25503"/>
                </a:lnTo>
                <a:lnTo>
                  <a:pt x="2080468" y="25565"/>
                </a:lnTo>
                <a:lnTo>
                  <a:pt x="2080051" y="25630"/>
                </a:lnTo>
                <a:lnTo>
                  <a:pt x="2079635" y="25700"/>
                </a:lnTo>
                <a:lnTo>
                  <a:pt x="2079220" y="25773"/>
                </a:lnTo>
                <a:lnTo>
                  <a:pt x="2078805" y="25849"/>
                </a:lnTo>
                <a:lnTo>
                  <a:pt x="2078391" y="25929"/>
                </a:lnTo>
                <a:lnTo>
                  <a:pt x="2077978" y="26012"/>
                </a:lnTo>
                <a:lnTo>
                  <a:pt x="2077567" y="26099"/>
                </a:lnTo>
                <a:lnTo>
                  <a:pt x="2077160" y="26191"/>
                </a:lnTo>
                <a:lnTo>
                  <a:pt x="2076756" y="26286"/>
                </a:lnTo>
                <a:lnTo>
                  <a:pt x="2076356" y="26386"/>
                </a:lnTo>
                <a:lnTo>
                  <a:pt x="2075959" y="26489"/>
                </a:lnTo>
                <a:lnTo>
                  <a:pt x="2075566" y="26597"/>
                </a:lnTo>
                <a:lnTo>
                  <a:pt x="2075176" y="26709"/>
                </a:lnTo>
                <a:lnTo>
                  <a:pt x="2074790" y="26825"/>
                </a:lnTo>
                <a:lnTo>
                  <a:pt x="2074407" y="26945"/>
                </a:lnTo>
                <a:lnTo>
                  <a:pt x="2074028" y="27070"/>
                </a:lnTo>
                <a:lnTo>
                  <a:pt x="2073652" y="27198"/>
                </a:lnTo>
                <a:lnTo>
                  <a:pt x="2073280" y="27331"/>
                </a:lnTo>
                <a:lnTo>
                  <a:pt x="2072911" y="27468"/>
                </a:lnTo>
                <a:lnTo>
                  <a:pt x="2072546" y="27609"/>
                </a:lnTo>
                <a:lnTo>
                  <a:pt x="2072185" y="27754"/>
                </a:lnTo>
                <a:lnTo>
                  <a:pt x="2071826" y="27903"/>
                </a:lnTo>
                <a:lnTo>
                  <a:pt x="2071472" y="28056"/>
                </a:lnTo>
                <a:lnTo>
                  <a:pt x="2071121" y="28214"/>
                </a:lnTo>
                <a:lnTo>
                  <a:pt x="2070773" y="28375"/>
                </a:lnTo>
                <a:lnTo>
                  <a:pt x="2070429" y="28541"/>
                </a:lnTo>
                <a:lnTo>
                  <a:pt x="2070088" y="28711"/>
                </a:lnTo>
                <a:lnTo>
                  <a:pt x="2069751" y="28885"/>
                </a:lnTo>
                <a:lnTo>
                  <a:pt x="2069417" y="29063"/>
                </a:lnTo>
                <a:lnTo>
                  <a:pt x="2069087" y="29245"/>
                </a:lnTo>
                <a:lnTo>
                  <a:pt x="2068762" y="29432"/>
                </a:lnTo>
                <a:lnTo>
                  <a:pt x="2068441" y="29624"/>
                </a:lnTo>
                <a:lnTo>
                  <a:pt x="2068127" y="29820"/>
                </a:lnTo>
                <a:lnTo>
                  <a:pt x="2067818" y="30022"/>
                </a:lnTo>
                <a:lnTo>
                  <a:pt x="2067514" y="30228"/>
                </a:lnTo>
                <a:lnTo>
                  <a:pt x="2067216" y="30439"/>
                </a:lnTo>
                <a:lnTo>
                  <a:pt x="2066923" y="30655"/>
                </a:lnTo>
                <a:lnTo>
                  <a:pt x="2066636" y="30876"/>
                </a:lnTo>
                <a:lnTo>
                  <a:pt x="2066355" y="31101"/>
                </a:lnTo>
                <a:lnTo>
                  <a:pt x="2066078" y="31332"/>
                </a:lnTo>
                <a:lnTo>
                  <a:pt x="2065808" y="31567"/>
                </a:lnTo>
                <a:lnTo>
                  <a:pt x="2065543" y="31807"/>
                </a:lnTo>
                <a:lnTo>
                  <a:pt x="2065283" y="32052"/>
                </a:lnTo>
                <a:lnTo>
                  <a:pt x="2065029" y="32302"/>
                </a:lnTo>
                <a:lnTo>
                  <a:pt x="2064780" y="32557"/>
                </a:lnTo>
                <a:lnTo>
                  <a:pt x="2064537" y="32816"/>
                </a:lnTo>
                <a:lnTo>
                  <a:pt x="2064299" y="33081"/>
                </a:lnTo>
                <a:lnTo>
                  <a:pt x="2064067" y="33350"/>
                </a:lnTo>
                <a:lnTo>
                  <a:pt x="2063840" y="33624"/>
                </a:lnTo>
                <a:lnTo>
                  <a:pt x="2063619" y="33903"/>
                </a:lnTo>
                <a:lnTo>
                  <a:pt x="2063403" y="34187"/>
                </a:lnTo>
                <a:lnTo>
                  <a:pt x="2063193" y="34476"/>
                </a:lnTo>
                <a:lnTo>
                  <a:pt x="2062989" y="34769"/>
                </a:lnTo>
                <a:lnTo>
                  <a:pt x="2062789" y="35068"/>
                </a:lnTo>
                <a:lnTo>
                  <a:pt x="2062597" y="35371"/>
                </a:lnTo>
                <a:lnTo>
                  <a:pt x="2062413" y="35680"/>
                </a:lnTo>
                <a:lnTo>
                  <a:pt x="2062237" y="35994"/>
                </a:lnTo>
                <a:lnTo>
                  <a:pt x="2062069" y="36314"/>
                </a:lnTo>
                <a:lnTo>
                  <a:pt x="2061909" y="36639"/>
                </a:lnTo>
                <a:lnTo>
                  <a:pt x="2061758" y="36969"/>
                </a:lnTo>
                <a:lnTo>
                  <a:pt x="2061615" y="37306"/>
                </a:lnTo>
                <a:lnTo>
                  <a:pt x="2061480" y="37647"/>
                </a:lnTo>
                <a:lnTo>
                  <a:pt x="2061353" y="37994"/>
                </a:lnTo>
                <a:lnTo>
                  <a:pt x="2061234" y="38346"/>
                </a:lnTo>
                <a:lnTo>
                  <a:pt x="2061124" y="38704"/>
                </a:lnTo>
                <a:lnTo>
                  <a:pt x="2061021" y="39067"/>
                </a:lnTo>
                <a:lnTo>
                  <a:pt x="2060927" y="39436"/>
                </a:lnTo>
                <a:lnTo>
                  <a:pt x="2060841" y="39810"/>
                </a:lnTo>
                <a:lnTo>
                  <a:pt x="2060763" y="40190"/>
                </a:lnTo>
                <a:lnTo>
                  <a:pt x="2060694" y="40575"/>
                </a:lnTo>
                <a:lnTo>
                  <a:pt x="2060632" y="40965"/>
                </a:lnTo>
                <a:lnTo>
                  <a:pt x="2060579" y="41361"/>
                </a:lnTo>
                <a:lnTo>
                  <a:pt x="2060534" y="41763"/>
                </a:lnTo>
                <a:lnTo>
                  <a:pt x="2060497" y="42170"/>
                </a:lnTo>
                <a:lnTo>
                  <a:pt x="2060469" y="42582"/>
                </a:lnTo>
                <a:lnTo>
                  <a:pt x="2060448" y="43000"/>
                </a:lnTo>
                <a:lnTo>
                  <a:pt x="2060436" y="43423"/>
                </a:lnTo>
                <a:lnTo>
                  <a:pt x="2060432" y="43851"/>
                </a:lnTo>
                <a:lnTo>
                  <a:pt x="2060437" y="44397"/>
                </a:lnTo>
                <a:lnTo>
                  <a:pt x="2060453" y="44934"/>
                </a:lnTo>
                <a:lnTo>
                  <a:pt x="2060480" y="45463"/>
                </a:lnTo>
                <a:lnTo>
                  <a:pt x="2060518" y="45982"/>
                </a:lnTo>
                <a:lnTo>
                  <a:pt x="2060566" y="46493"/>
                </a:lnTo>
                <a:lnTo>
                  <a:pt x="2060626" y="46994"/>
                </a:lnTo>
                <a:lnTo>
                  <a:pt x="2060695" y="47487"/>
                </a:lnTo>
                <a:lnTo>
                  <a:pt x="2060776" y="47971"/>
                </a:lnTo>
                <a:lnTo>
                  <a:pt x="2060868" y="48446"/>
                </a:lnTo>
                <a:lnTo>
                  <a:pt x="2060970" y="48912"/>
                </a:lnTo>
                <a:lnTo>
                  <a:pt x="2061083" y="49370"/>
                </a:lnTo>
                <a:lnTo>
                  <a:pt x="2061206" y="49818"/>
                </a:lnTo>
                <a:lnTo>
                  <a:pt x="2061341" y="50258"/>
                </a:lnTo>
                <a:lnTo>
                  <a:pt x="2061486" y="50689"/>
                </a:lnTo>
                <a:lnTo>
                  <a:pt x="2061642" y="51110"/>
                </a:lnTo>
                <a:lnTo>
                  <a:pt x="2061809" y="51523"/>
                </a:lnTo>
                <a:lnTo>
                  <a:pt x="2061986" y="51928"/>
                </a:lnTo>
                <a:lnTo>
                  <a:pt x="2062175" y="52323"/>
                </a:lnTo>
                <a:lnTo>
                  <a:pt x="2062374" y="52709"/>
                </a:lnTo>
                <a:lnTo>
                  <a:pt x="2062584" y="53087"/>
                </a:lnTo>
                <a:lnTo>
                  <a:pt x="2062804" y="53456"/>
                </a:lnTo>
                <a:lnTo>
                  <a:pt x="2063035" y="53815"/>
                </a:lnTo>
                <a:lnTo>
                  <a:pt x="2063277" y="54166"/>
                </a:lnTo>
                <a:lnTo>
                  <a:pt x="2063530" y="54508"/>
                </a:lnTo>
                <a:lnTo>
                  <a:pt x="2063793" y="54843"/>
                </a:lnTo>
                <a:lnTo>
                  <a:pt x="2064063" y="55172"/>
                </a:lnTo>
                <a:lnTo>
                  <a:pt x="2064342" y="55495"/>
                </a:lnTo>
                <a:lnTo>
                  <a:pt x="2064630" y="55813"/>
                </a:lnTo>
                <a:lnTo>
                  <a:pt x="2064925" y="56125"/>
                </a:lnTo>
                <a:lnTo>
                  <a:pt x="2065229" y="56431"/>
                </a:lnTo>
                <a:lnTo>
                  <a:pt x="2065541" y="56732"/>
                </a:lnTo>
                <a:lnTo>
                  <a:pt x="2065862" y="57027"/>
                </a:lnTo>
                <a:lnTo>
                  <a:pt x="2066190" y="57316"/>
                </a:lnTo>
                <a:lnTo>
                  <a:pt x="2066527" y="57600"/>
                </a:lnTo>
                <a:lnTo>
                  <a:pt x="2066873" y="57878"/>
                </a:lnTo>
                <a:lnTo>
                  <a:pt x="2067226" y="58150"/>
                </a:lnTo>
                <a:lnTo>
                  <a:pt x="2067588" y="58416"/>
                </a:lnTo>
                <a:lnTo>
                  <a:pt x="2067959" y="58677"/>
                </a:lnTo>
                <a:lnTo>
                  <a:pt x="2068337" y="58933"/>
                </a:lnTo>
                <a:lnTo>
                  <a:pt x="2068724" y="59182"/>
                </a:lnTo>
                <a:lnTo>
                  <a:pt x="2069119" y="59426"/>
                </a:lnTo>
                <a:lnTo>
                  <a:pt x="2069523" y="59664"/>
                </a:lnTo>
                <a:lnTo>
                  <a:pt x="2069935" y="59897"/>
                </a:lnTo>
                <a:lnTo>
                  <a:pt x="2070355" y="60124"/>
                </a:lnTo>
                <a:lnTo>
                  <a:pt x="2070783" y="60345"/>
                </a:lnTo>
                <a:lnTo>
                  <a:pt x="2071220" y="60561"/>
                </a:lnTo>
                <a:lnTo>
                  <a:pt x="2071665" y="60770"/>
                </a:lnTo>
                <a:lnTo>
                  <a:pt x="2072118" y="60975"/>
                </a:lnTo>
                <a:lnTo>
                  <a:pt x="2072578" y="61175"/>
                </a:lnTo>
                <a:lnTo>
                  <a:pt x="2073044" y="61372"/>
                </a:lnTo>
                <a:lnTo>
                  <a:pt x="2073514" y="61568"/>
                </a:lnTo>
                <a:lnTo>
                  <a:pt x="2073990" y="61760"/>
                </a:lnTo>
                <a:lnTo>
                  <a:pt x="2074471" y="61950"/>
                </a:lnTo>
                <a:lnTo>
                  <a:pt x="2074958" y="62138"/>
                </a:lnTo>
                <a:lnTo>
                  <a:pt x="2075449" y="62324"/>
                </a:lnTo>
                <a:lnTo>
                  <a:pt x="2075946" y="62506"/>
                </a:lnTo>
                <a:lnTo>
                  <a:pt x="2076449" y="62687"/>
                </a:lnTo>
                <a:lnTo>
                  <a:pt x="2076956" y="62864"/>
                </a:lnTo>
                <a:lnTo>
                  <a:pt x="2077469" y="63040"/>
                </a:lnTo>
                <a:lnTo>
                  <a:pt x="2077987" y="63213"/>
                </a:lnTo>
                <a:lnTo>
                  <a:pt x="2078510" y="63383"/>
                </a:lnTo>
                <a:lnTo>
                  <a:pt x="2079038" y="63551"/>
                </a:lnTo>
                <a:lnTo>
                  <a:pt x="2079572" y="63716"/>
                </a:lnTo>
                <a:lnTo>
                  <a:pt x="2080111" y="63879"/>
                </a:lnTo>
                <a:lnTo>
                  <a:pt x="2080656" y="64040"/>
                </a:lnTo>
                <a:lnTo>
                  <a:pt x="2081205" y="64198"/>
                </a:lnTo>
                <a:lnTo>
                  <a:pt x="2081760" y="64353"/>
                </a:lnTo>
                <a:lnTo>
                  <a:pt x="2082320" y="64506"/>
                </a:lnTo>
                <a:lnTo>
                  <a:pt x="2082885" y="64657"/>
                </a:lnTo>
                <a:lnTo>
                  <a:pt x="2083456" y="64805"/>
                </a:lnTo>
                <a:lnTo>
                  <a:pt x="2084032" y="64951"/>
                </a:lnTo>
                <a:lnTo>
                  <a:pt x="2084613" y="65094"/>
                </a:lnTo>
                <a:lnTo>
                  <a:pt x="2085300" y="65253"/>
                </a:lnTo>
                <a:lnTo>
                  <a:pt x="2085970" y="65411"/>
                </a:lnTo>
                <a:lnTo>
                  <a:pt x="2086623" y="65570"/>
                </a:lnTo>
                <a:lnTo>
                  <a:pt x="2087258" y="65728"/>
                </a:lnTo>
                <a:lnTo>
                  <a:pt x="2087875" y="65886"/>
                </a:lnTo>
                <a:lnTo>
                  <a:pt x="2088475" y="66043"/>
                </a:lnTo>
                <a:lnTo>
                  <a:pt x="2089058" y="66201"/>
                </a:lnTo>
                <a:lnTo>
                  <a:pt x="2089624" y="66358"/>
                </a:lnTo>
                <a:lnTo>
                  <a:pt x="2090171" y="66515"/>
                </a:lnTo>
                <a:lnTo>
                  <a:pt x="2090702" y="66671"/>
                </a:lnTo>
                <a:lnTo>
                  <a:pt x="2091215" y="66828"/>
                </a:lnTo>
                <a:lnTo>
                  <a:pt x="2091711" y="66984"/>
                </a:lnTo>
                <a:lnTo>
                  <a:pt x="2092189" y="67140"/>
                </a:lnTo>
                <a:lnTo>
                  <a:pt x="2092650" y="67296"/>
                </a:lnTo>
                <a:lnTo>
                  <a:pt x="2093093" y="67451"/>
                </a:lnTo>
                <a:lnTo>
                  <a:pt x="2093519" y="67607"/>
                </a:lnTo>
                <a:lnTo>
                  <a:pt x="2093927" y="67762"/>
                </a:lnTo>
                <a:lnTo>
                  <a:pt x="2094319" y="67917"/>
                </a:lnTo>
                <a:lnTo>
                  <a:pt x="2094692" y="68071"/>
                </a:lnTo>
                <a:lnTo>
                  <a:pt x="2095049" y="68226"/>
                </a:lnTo>
                <a:lnTo>
                  <a:pt x="2095387" y="68380"/>
                </a:lnTo>
                <a:lnTo>
                  <a:pt x="2095709" y="68534"/>
                </a:lnTo>
                <a:lnTo>
                  <a:pt x="2096013" y="68687"/>
                </a:lnTo>
                <a:lnTo>
                  <a:pt x="2096299" y="68841"/>
                </a:lnTo>
                <a:lnTo>
                  <a:pt x="2096571" y="68997"/>
                </a:lnTo>
                <a:lnTo>
                  <a:pt x="2096832" y="69160"/>
                </a:lnTo>
                <a:lnTo>
                  <a:pt x="2097081" y="69330"/>
                </a:lnTo>
                <a:lnTo>
                  <a:pt x="2097318" y="69506"/>
                </a:lnTo>
                <a:lnTo>
                  <a:pt x="2097544" y="69689"/>
                </a:lnTo>
                <a:lnTo>
                  <a:pt x="2097758" y="69879"/>
                </a:lnTo>
                <a:lnTo>
                  <a:pt x="2097961" y="70075"/>
                </a:lnTo>
                <a:lnTo>
                  <a:pt x="2098152" y="70278"/>
                </a:lnTo>
                <a:lnTo>
                  <a:pt x="2098331" y="70487"/>
                </a:lnTo>
                <a:lnTo>
                  <a:pt x="2098499" y="70703"/>
                </a:lnTo>
                <a:lnTo>
                  <a:pt x="2098655" y="70926"/>
                </a:lnTo>
                <a:lnTo>
                  <a:pt x="2098800" y="71155"/>
                </a:lnTo>
                <a:lnTo>
                  <a:pt x="2098933" y="71391"/>
                </a:lnTo>
                <a:lnTo>
                  <a:pt x="2099055" y="71633"/>
                </a:lnTo>
                <a:lnTo>
                  <a:pt x="2099165" y="71883"/>
                </a:lnTo>
                <a:lnTo>
                  <a:pt x="2099263" y="72138"/>
                </a:lnTo>
                <a:lnTo>
                  <a:pt x="2099350" y="72401"/>
                </a:lnTo>
                <a:lnTo>
                  <a:pt x="2099425" y="72670"/>
                </a:lnTo>
                <a:lnTo>
                  <a:pt x="2099489" y="72945"/>
                </a:lnTo>
                <a:lnTo>
                  <a:pt x="2099541" y="73228"/>
                </a:lnTo>
                <a:lnTo>
                  <a:pt x="2099581" y="73516"/>
                </a:lnTo>
                <a:lnTo>
                  <a:pt x="2099610" y="73812"/>
                </a:lnTo>
                <a:lnTo>
                  <a:pt x="2099628" y="74114"/>
                </a:lnTo>
                <a:lnTo>
                  <a:pt x="2099633" y="74423"/>
                </a:lnTo>
                <a:lnTo>
                  <a:pt x="2099629" y="74754"/>
                </a:lnTo>
                <a:lnTo>
                  <a:pt x="2099614" y="75077"/>
                </a:lnTo>
                <a:lnTo>
                  <a:pt x="2099589" y="75392"/>
                </a:lnTo>
                <a:lnTo>
                  <a:pt x="2099555" y="75698"/>
                </a:lnTo>
                <a:lnTo>
                  <a:pt x="2099511" y="75997"/>
                </a:lnTo>
                <a:lnTo>
                  <a:pt x="2099457" y="76288"/>
                </a:lnTo>
                <a:lnTo>
                  <a:pt x="2099393" y="76571"/>
                </a:lnTo>
                <a:lnTo>
                  <a:pt x="2099319" y="76845"/>
                </a:lnTo>
                <a:lnTo>
                  <a:pt x="2099236" y="77112"/>
                </a:lnTo>
                <a:lnTo>
                  <a:pt x="2099142" y="77370"/>
                </a:lnTo>
                <a:lnTo>
                  <a:pt x="2099039" y="77620"/>
                </a:lnTo>
                <a:lnTo>
                  <a:pt x="2098926" y="77863"/>
                </a:lnTo>
                <a:lnTo>
                  <a:pt x="2098803" y="78097"/>
                </a:lnTo>
                <a:lnTo>
                  <a:pt x="2098671" y="78323"/>
                </a:lnTo>
                <a:lnTo>
                  <a:pt x="2098528" y="78541"/>
                </a:lnTo>
                <a:lnTo>
                  <a:pt x="2098376" y="78751"/>
                </a:lnTo>
                <a:lnTo>
                  <a:pt x="2098214" y="78953"/>
                </a:lnTo>
                <a:lnTo>
                  <a:pt x="2098042" y="79147"/>
                </a:lnTo>
                <a:lnTo>
                  <a:pt x="2097860" y="79333"/>
                </a:lnTo>
                <a:lnTo>
                  <a:pt x="2097669" y="79511"/>
                </a:lnTo>
                <a:lnTo>
                  <a:pt x="2097468" y="79681"/>
                </a:lnTo>
                <a:lnTo>
                  <a:pt x="2097256" y="79843"/>
                </a:lnTo>
                <a:lnTo>
                  <a:pt x="2097035" y="79996"/>
                </a:lnTo>
                <a:lnTo>
                  <a:pt x="2096804" y="80142"/>
                </a:lnTo>
                <a:lnTo>
                  <a:pt x="2096565" y="80280"/>
                </a:lnTo>
                <a:lnTo>
                  <a:pt x="2096317" y="80413"/>
                </a:lnTo>
                <a:lnTo>
                  <a:pt x="2096061" y="80539"/>
                </a:lnTo>
                <a:lnTo>
                  <a:pt x="2095798" y="80660"/>
                </a:lnTo>
                <a:lnTo>
                  <a:pt x="2095526" y="80775"/>
                </a:lnTo>
                <a:lnTo>
                  <a:pt x="2095247" y="80884"/>
                </a:lnTo>
                <a:lnTo>
                  <a:pt x="2094959" y="80987"/>
                </a:lnTo>
                <a:lnTo>
                  <a:pt x="2094664" y="81084"/>
                </a:lnTo>
                <a:lnTo>
                  <a:pt x="2094361" y="81176"/>
                </a:lnTo>
                <a:lnTo>
                  <a:pt x="2094049" y="81261"/>
                </a:lnTo>
                <a:lnTo>
                  <a:pt x="2093730" y="81341"/>
                </a:lnTo>
                <a:lnTo>
                  <a:pt x="2093403" y="81414"/>
                </a:lnTo>
                <a:lnTo>
                  <a:pt x="2093068" y="81482"/>
                </a:lnTo>
                <a:lnTo>
                  <a:pt x="2092725" y="81544"/>
                </a:lnTo>
                <a:lnTo>
                  <a:pt x="2092374" y="81600"/>
                </a:lnTo>
                <a:lnTo>
                  <a:pt x="2092015" y="81650"/>
                </a:lnTo>
                <a:lnTo>
                  <a:pt x="2091648" y="81694"/>
                </a:lnTo>
                <a:lnTo>
                  <a:pt x="2091273" y="81732"/>
                </a:lnTo>
                <a:lnTo>
                  <a:pt x="2090890" y="81765"/>
                </a:lnTo>
                <a:lnTo>
                  <a:pt x="2090499" y="81791"/>
                </a:lnTo>
                <a:lnTo>
                  <a:pt x="2090100" y="81812"/>
                </a:lnTo>
                <a:lnTo>
                  <a:pt x="2089694" y="81827"/>
                </a:lnTo>
                <a:lnTo>
                  <a:pt x="2089279" y="81835"/>
                </a:lnTo>
                <a:lnTo>
                  <a:pt x="2088856" y="81838"/>
                </a:lnTo>
                <a:lnTo>
                  <a:pt x="2088426" y="81835"/>
                </a:lnTo>
                <a:lnTo>
                  <a:pt x="2088001" y="81823"/>
                </a:lnTo>
                <a:lnTo>
                  <a:pt x="2087580" y="81804"/>
                </a:lnTo>
                <a:lnTo>
                  <a:pt x="2087164" y="81777"/>
                </a:lnTo>
                <a:lnTo>
                  <a:pt x="2086752" y="81743"/>
                </a:lnTo>
                <a:lnTo>
                  <a:pt x="2086345" y="81700"/>
                </a:lnTo>
                <a:lnTo>
                  <a:pt x="2085943" y="81651"/>
                </a:lnTo>
                <a:lnTo>
                  <a:pt x="2085545" y="81593"/>
                </a:lnTo>
                <a:lnTo>
                  <a:pt x="2085151" y="81528"/>
                </a:lnTo>
                <a:lnTo>
                  <a:pt x="2084762" y="81455"/>
                </a:lnTo>
                <a:lnTo>
                  <a:pt x="2084378" y="81375"/>
                </a:lnTo>
                <a:lnTo>
                  <a:pt x="2083998" y="81286"/>
                </a:lnTo>
                <a:lnTo>
                  <a:pt x="2083623" y="81191"/>
                </a:lnTo>
                <a:lnTo>
                  <a:pt x="2083252" y="81087"/>
                </a:lnTo>
                <a:lnTo>
                  <a:pt x="2082886" y="80976"/>
                </a:lnTo>
                <a:lnTo>
                  <a:pt x="2082525" y="80857"/>
                </a:lnTo>
                <a:lnTo>
                  <a:pt x="2082168" y="80731"/>
                </a:lnTo>
                <a:lnTo>
                  <a:pt x="2081816" y="80596"/>
                </a:lnTo>
                <a:lnTo>
                  <a:pt x="2081468" y="80454"/>
                </a:lnTo>
                <a:lnTo>
                  <a:pt x="2081124" y="80305"/>
                </a:lnTo>
                <a:lnTo>
                  <a:pt x="2080786" y="80148"/>
                </a:lnTo>
                <a:lnTo>
                  <a:pt x="2080452" y="79983"/>
                </a:lnTo>
                <a:lnTo>
                  <a:pt x="2080122" y="79810"/>
                </a:lnTo>
                <a:lnTo>
                  <a:pt x="2079797" y="79630"/>
                </a:lnTo>
                <a:lnTo>
                  <a:pt x="2079481" y="79440"/>
                </a:lnTo>
                <a:lnTo>
                  <a:pt x="2079178" y="79238"/>
                </a:lnTo>
                <a:lnTo>
                  <a:pt x="2078889" y="79024"/>
                </a:lnTo>
                <a:lnTo>
                  <a:pt x="2078613" y="78799"/>
                </a:lnTo>
                <a:lnTo>
                  <a:pt x="2078351" y="78561"/>
                </a:lnTo>
                <a:lnTo>
                  <a:pt x="2078102" y="78311"/>
                </a:lnTo>
                <a:lnTo>
                  <a:pt x="2077867" y="78049"/>
                </a:lnTo>
                <a:lnTo>
                  <a:pt x="2077645" y="77775"/>
                </a:lnTo>
                <a:lnTo>
                  <a:pt x="2077437" y="77489"/>
                </a:lnTo>
                <a:lnTo>
                  <a:pt x="2077242" y="77192"/>
                </a:lnTo>
                <a:lnTo>
                  <a:pt x="2077060" y="76882"/>
                </a:lnTo>
                <a:lnTo>
                  <a:pt x="2076892" y="76560"/>
                </a:lnTo>
                <a:lnTo>
                  <a:pt x="2076738" y="76227"/>
                </a:lnTo>
                <a:lnTo>
                  <a:pt x="2076596" y="75881"/>
                </a:lnTo>
                <a:lnTo>
                  <a:pt x="2076469" y="75523"/>
                </a:lnTo>
                <a:lnTo>
                  <a:pt x="2076354" y="75154"/>
                </a:lnTo>
                <a:lnTo>
                  <a:pt x="2076253" y="74772"/>
                </a:lnTo>
                <a:lnTo>
                  <a:pt x="2076166" y="74379"/>
                </a:lnTo>
                <a:lnTo>
                  <a:pt x="2076092" y="73973"/>
                </a:lnTo>
                <a:lnTo>
                  <a:pt x="2076031" y="73556"/>
                </a:lnTo>
                <a:lnTo>
                  <a:pt x="2075984" y="73127"/>
                </a:lnTo>
                <a:lnTo>
                  <a:pt x="2075951" y="72685"/>
                </a:lnTo>
                <a:lnTo>
                  <a:pt x="2075931" y="72232"/>
                </a:lnTo>
                <a:lnTo>
                  <a:pt x="2075924" y="71766"/>
                </a:lnTo>
                <a:lnTo>
                  <a:pt x="2059354" y="71766"/>
                </a:lnTo>
                <a:lnTo>
                  <a:pt x="2059358" y="72296"/>
                </a:lnTo>
                <a:lnTo>
                  <a:pt x="2059371" y="72819"/>
                </a:lnTo>
                <a:lnTo>
                  <a:pt x="2059393" y="73334"/>
                </a:lnTo>
                <a:lnTo>
                  <a:pt x="2059423" y="73841"/>
                </a:lnTo>
                <a:lnTo>
                  <a:pt x="2059462" y="74342"/>
                </a:lnTo>
                <a:lnTo>
                  <a:pt x="2059510" y="74835"/>
                </a:lnTo>
                <a:lnTo>
                  <a:pt x="2059566" y="75321"/>
                </a:lnTo>
                <a:lnTo>
                  <a:pt x="2059631" y="75799"/>
                </a:lnTo>
                <a:lnTo>
                  <a:pt x="2059705" y="76270"/>
                </a:lnTo>
                <a:lnTo>
                  <a:pt x="2059787" y="76734"/>
                </a:lnTo>
                <a:lnTo>
                  <a:pt x="2059878" y="77190"/>
                </a:lnTo>
                <a:lnTo>
                  <a:pt x="2059977" y="77640"/>
                </a:lnTo>
                <a:lnTo>
                  <a:pt x="2060085" y="78081"/>
                </a:lnTo>
                <a:lnTo>
                  <a:pt x="2060202" y="78516"/>
                </a:lnTo>
                <a:lnTo>
                  <a:pt x="2060328" y="78943"/>
                </a:lnTo>
                <a:lnTo>
                  <a:pt x="2060462" y="79363"/>
                </a:lnTo>
                <a:lnTo>
                  <a:pt x="2060605" y="79775"/>
                </a:lnTo>
                <a:lnTo>
                  <a:pt x="2060756" y="80180"/>
                </a:lnTo>
                <a:lnTo>
                  <a:pt x="2060916" y="80578"/>
                </a:lnTo>
                <a:lnTo>
                  <a:pt x="2061085" y="80969"/>
                </a:lnTo>
                <a:lnTo>
                  <a:pt x="2061262" y="81352"/>
                </a:lnTo>
                <a:lnTo>
                  <a:pt x="2061448" y="81728"/>
                </a:lnTo>
                <a:lnTo>
                  <a:pt x="2061643" y="82096"/>
                </a:lnTo>
                <a:lnTo>
                  <a:pt x="2061846" y="82457"/>
                </a:lnTo>
                <a:lnTo>
                  <a:pt x="2062057" y="82812"/>
                </a:lnTo>
                <a:lnTo>
                  <a:pt x="2062274" y="83160"/>
                </a:lnTo>
                <a:lnTo>
                  <a:pt x="2062497" y="83501"/>
                </a:lnTo>
                <a:lnTo>
                  <a:pt x="2062726" y="83837"/>
                </a:lnTo>
                <a:lnTo>
                  <a:pt x="2062961" y="84166"/>
                </a:lnTo>
                <a:lnTo>
                  <a:pt x="2063202" y="84489"/>
                </a:lnTo>
                <a:lnTo>
                  <a:pt x="2063449" y="84806"/>
                </a:lnTo>
                <a:lnTo>
                  <a:pt x="2063702" y="85117"/>
                </a:lnTo>
                <a:lnTo>
                  <a:pt x="2063962" y="85421"/>
                </a:lnTo>
                <a:lnTo>
                  <a:pt x="2064227" y="85719"/>
                </a:lnTo>
                <a:lnTo>
                  <a:pt x="2064499" y="86011"/>
                </a:lnTo>
                <a:lnTo>
                  <a:pt x="2064776" y="86296"/>
                </a:lnTo>
                <a:lnTo>
                  <a:pt x="2065060" y="86575"/>
                </a:lnTo>
                <a:lnTo>
                  <a:pt x="2065350" y="86848"/>
                </a:lnTo>
                <a:lnTo>
                  <a:pt x="2065646" y="87115"/>
                </a:lnTo>
                <a:lnTo>
                  <a:pt x="2065948" y="87375"/>
                </a:lnTo>
                <a:lnTo>
                  <a:pt x="2066256" y="87629"/>
                </a:lnTo>
                <a:lnTo>
                  <a:pt x="2066570" y="87877"/>
                </a:lnTo>
                <a:lnTo>
                  <a:pt x="2066890" y="88119"/>
                </a:lnTo>
                <a:lnTo>
                  <a:pt x="2067216" y="88354"/>
                </a:lnTo>
                <a:lnTo>
                  <a:pt x="2067549" y="88583"/>
                </a:lnTo>
                <a:lnTo>
                  <a:pt x="2067887" y="88806"/>
                </a:lnTo>
                <a:lnTo>
                  <a:pt x="2068231" y="89023"/>
                </a:lnTo>
                <a:lnTo>
                  <a:pt x="2068582" y="89233"/>
                </a:lnTo>
                <a:lnTo>
                  <a:pt x="2068937" y="89437"/>
                </a:lnTo>
                <a:lnTo>
                  <a:pt x="2069296" y="89637"/>
                </a:lnTo>
                <a:lnTo>
                  <a:pt x="2069659" y="89831"/>
                </a:lnTo>
                <a:lnTo>
                  <a:pt x="2070025" y="90021"/>
                </a:lnTo>
                <a:lnTo>
                  <a:pt x="2070394" y="90205"/>
                </a:lnTo>
                <a:lnTo>
                  <a:pt x="2070767" y="90384"/>
                </a:lnTo>
                <a:lnTo>
                  <a:pt x="2071143" y="90558"/>
                </a:lnTo>
                <a:lnTo>
                  <a:pt x="2071523" y="90727"/>
                </a:lnTo>
                <a:lnTo>
                  <a:pt x="2071907" y="90891"/>
                </a:lnTo>
                <a:lnTo>
                  <a:pt x="2072294" y="91050"/>
                </a:lnTo>
                <a:lnTo>
                  <a:pt x="2072684" y="91204"/>
                </a:lnTo>
                <a:lnTo>
                  <a:pt x="2073078" y="91352"/>
                </a:lnTo>
                <a:lnTo>
                  <a:pt x="2073476" y="91496"/>
                </a:lnTo>
                <a:lnTo>
                  <a:pt x="2073877" y="91635"/>
                </a:lnTo>
                <a:lnTo>
                  <a:pt x="2074281" y="91768"/>
                </a:lnTo>
                <a:lnTo>
                  <a:pt x="2074689" y="91896"/>
                </a:lnTo>
                <a:lnTo>
                  <a:pt x="2075101" y="92019"/>
                </a:lnTo>
                <a:lnTo>
                  <a:pt x="2075516" y="92138"/>
                </a:lnTo>
                <a:lnTo>
                  <a:pt x="2075934" y="92251"/>
                </a:lnTo>
                <a:lnTo>
                  <a:pt x="2076356" y="92359"/>
                </a:lnTo>
                <a:lnTo>
                  <a:pt x="2076782" y="92462"/>
                </a:lnTo>
                <a:lnTo>
                  <a:pt x="2077211" y="92559"/>
                </a:lnTo>
                <a:lnTo>
                  <a:pt x="2077643" y="92652"/>
                </a:lnTo>
                <a:lnTo>
                  <a:pt x="2078079" y="92740"/>
                </a:lnTo>
                <a:lnTo>
                  <a:pt x="2078517" y="92823"/>
                </a:lnTo>
                <a:lnTo>
                  <a:pt x="2078956" y="92903"/>
                </a:lnTo>
                <a:lnTo>
                  <a:pt x="2079396" y="92979"/>
                </a:lnTo>
                <a:lnTo>
                  <a:pt x="2079836" y="93052"/>
                </a:lnTo>
                <a:lnTo>
                  <a:pt x="2080277" y="93121"/>
                </a:lnTo>
                <a:lnTo>
                  <a:pt x="2080719" y="93186"/>
                </a:lnTo>
                <a:lnTo>
                  <a:pt x="2081161" y="93248"/>
                </a:lnTo>
                <a:lnTo>
                  <a:pt x="2081604" y="93307"/>
                </a:lnTo>
                <a:lnTo>
                  <a:pt x="2082048" y="93362"/>
                </a:lnTo>
                <a:lnTo>
                  <a:pt x="2082493" y="93413"/>
                </a:lnTo>
                <a:lnTo>
                  <a:pt x="2082938" y="93461"/>
                </a:lnTo>
                <a:lnTo>
                  <a:pt x="2083384" y="93505"/>
                </a:lnTo>
                <a:lnTo>
                  <a:pt x="2083830" y="93546"/>
                </a:lnTo>
                <a:lnTo>
                  <a:pt x="2084278" y="93583"/>
                </a:lnTo>
                <a:lnTo>
                  <a:pt x="2084726" y="93617"/>
                </a:lnTo>
                <a:lnTo>
                  <a:pt x="2085174" y="93647"/>
                </a:lnTo>
                <a:lnTo>
                  <a:pt x="2085624" y="93674"/>
                </a:lnTo>
                <a:lnTo>
                  <a:pt x="2086074" y="93697"/>
                </a:lnTo>
                <a:lnTo>
                  <a:pt x="2086525" y="93716"/>
                </a:lnTo>
                <a:lnTo>
                  <a:pt x="2086976" y="93732"/>
                </a:lnTo>
                <a:lnTo>
                  <a:pt x="2087428" y="93745"/>
                </a:lnTo>
                <a:lnTo>
                  <a:pt x="2087881" y="93753"/>
                </a:lnTo>
                <a:lnTo>
                  <a:pt x="2088335" y="93759"/>
                </a:lnTo>
                <a:lnTo>
                  <a:pt x="2088789" y="93760"/>
                </a:lnTo>
                <a:lnTo>
                  <a:pt x="2089249" y="93758"/>
                </a:lnTo>
                <a:lnTo>
                  <a:pt x="2089707" y="93752"/>
                </a:lnTo>
                <a:lnTo>
                  <a:pt x="2090164" y="93742"/>
                </a:lnTo>
                <a:lnTo>
                  <a:pt x="2090620" y="93728"/>
                </a:lnTo>
                <a:lnTo>
                  <a:pt x="2091074" y="93710"/>
                </a:lnTo>
                <a:lnTo>
                  <a:pt x="2091528" y="93688"/>
                </a:lnTo>
                <a:close/>
                <a:moveTo>
                  <a:pt x="1118445" y="93554"/>
                </a:moveTo>
                <a:lnTo>
                  <a:pt x="1119094" y="93480"/>
                </a:lnTo>
                <a:lnTo>
                  <a:pt x="1119733" y="93394"/>
                </a:lnTo>
                <a:lnTo>
                  <a:pt x="1120363" y="93296"/>
                </a:lnTo>
                <a:lnTo>
                  <a:pt x="1120982" y="93187"/>
                </a:lnTo>
                <a:lnTo>
                  <a:pt x="1121592" y="93067"/>
                </a:lnTo>
                <a:lnTo>
                  <a:pt x="1122192" y="92935"/>
                </a:lnTo>
                <a:lnTo>
                  <a:pt x="1122782" y="92792"/>
                </a:lnTo>
                <a:lnTo>
                  <a:pt x="1123362" y="92637"/>
                </a:lnTo>
                <a:lnTo>
                  <a:pt x="1123933" y="92471"/>
                </a:lnTo>
                <a:lnTo>
                  <a:pt x="1124493" y="92294"/>
                </a:lnTo>
                <a:lnTo>
                  <a:pt x="1125044" y="92105"/>
                </a:lnTo>
                <a:lnTo>
                  <a:pt x="1125585" y="91904"/>
                </a:lnTo>
                <a:lnTo>
                  <a:pt x="1126116" y="91692"/>
                </a:lnTo>
                <a:lnTo>
                  <a:pt x="1126637" y="91468"/>
                </a:lnTo>
                <a:lnTo>
                  <a:pt x="1127149" y="91234"/>
                </a:lnTo>
                <a:lnTo>
                  <a:pt x="1127651" y="90987"/>
                </a:lnTo>
                <a:lnTo>
                  <a:pt x="1128142" y="90729"/>
                </a:lnTo>
                <a:lnTo>
                  <a:pt x="1128624" y="90460"/>
                </a:lnTo>
                <a:lnTo>
                  <a:pt x="1129097" y="90183"/>
                </a:lnTo>
                <a:lnTo>
                  <a:pt x="1129562" y="89904"/>
                </a:lnTo>
                <a:lnTo>
                  <a:pt x="1130018" y="89621"/>
                </a:lnTo>
                <a:lnTo>
                  <a:pt x="1130466" y="89336"/>
                </a:lnTo>
                <a:lnTo>
                  <a:pt x="1130905" y="89047"/>
                </a:lnTo>
                <a:lnTo>
                  <a:pt x="1131336" y="88755"/>
                </a:lnTo>
                <a:lnTo>
                  <a:pt x="1131758" y="88460"/>
                </a:lnTo>
                <a:lnTo>
                  <a:pt x="1132172" y="88162"/>
                </a:lnTo>
                <a:lnTo>
                  <a:pt x="1132577" y="87862"/>
                </a:lnTo>
                <a:lnTo>
                  <a:pt x="1132975" y="87558"/>
                </a:lnTo>
                <a:lnTo>
                  <a:pt x="1133363" y="87251"/>
                </a:lnTo>
                <a:lnTo>
                  <a:pt x="1133744" y="86941"/>
                </a:lnTo>
                <a:lnTo>
                  <a:pt x="1134115" y="86628"/>
                </a:lnTo>
                <a:lnTo>
                  <a:pt x="1134479" y="86311"/>
                </a:lnTo>
                <a:lnTo>
                  <a:pt x="1134834" y="85992"/>
                </a:lnTo>
                <a:lnTo>
                  <a:pt x="1135180" y="85670"/>
                </a:lnTo>
                <a:lnTo>
                  <a:pt x="1135519" y="85345"/>
                </a:lnTo>
                <a:lnTo>
                  <a:pt x="1135848" y="85017"/>
                </a:lnTo>
                <a:lnTo>
                  <a:pt x="1136170" y="84685"/>
                </a:lnTo>
                <a:lnTo>
                  <a:pt x="1136483" y="84351"/>
                </a:lnTo>
                <a:lnTo>
                  <a:pt x="1136787" y="84014"/>
                </a:lnTo>
                <a:lnTo>
                  <a:pt x="1137083" y="83673"/>
                </a:lnTo>
                <a:lnTo>
                  <a:pt x="1137371" y="83330"/>
                </a:lnTo>
                <a:lnTo>
                  <a:pt x="1137650" y="82983"/>
                </a:lnTo>
                <a:lnTo>
                  <a:pt x="1137920" y="92548"/>
                </a:lnTo>
                <a:lnTo>
                  <a:pt x="1155163" y="92548"/>
                </a:lnTo>
                <a:lnTo>
                  <a:pt x="1155163" y="26000"/>
                </a:lnTo>
                <a:lnTo>
                  <a:pt x="1137313" y="26000"/>
                </a:lnTo>
                <a:lnTo>
                  <a:pt x="1137313" y="70880"/>
                </a:lnTo>
                <a:lnTo>
                  <a:pt x="1137076" y="71171"/>
                </a:lnTo>
                <a:lnTo>
                  <a:pt x="1136835" y="71458"/>
                </a:lnTo>
                <a:lnTo>
                  <a:pt x="1136591" y="71741"/>
                </a:lnTo>
                <a:lnTo>
                  <a:pt x="1136343" y="72021"/>
                </a:lnTo>
                <a:lnTo>
                  <a:pt x="1136092" y="72297"/>
                </a:lnTo>
                <a:lnTo>
                  <a:pt x="1135838" y="72569"/>
                </a:lnTo>
                <a:lnTo>
                  <a:pt x="1135580" y="72838"/>
                </a:lnTo>
                <a:lnTo>
                  <a:pt x="1135319" y="73102"/>
                </a:lnTo>
                <a:lnTo>
                  <a:pt x="1135054" y="73363"/>
                </a:lnTo>
                <a:lnTo>
                  <a:pt x="1134786" y="73621"/>
                </a:lnTo>
                <a:lnTo>
                  <a:pt x="1134515" y="73874"/>
                </a:lnTo>
                <a:lnTo>
                  <a:pt x="1134240" y="74124"/>
                </a:lnTo>
                <a:lnTo>
                  <a:pt x="1133962" y="74371"/>
                </a:lnTo>
                <a:lnTo>
                  <a:pt x="1133681" y="74613"/>
                </a:lnTo>
                <a:lnTo>
                  <a:pt x="1133396" y="74852"/>
                </a:lnTo>
                <a:lnTo>
                  <a:pt x="1133107" y="75087"/>
                </a:lnTo>
                <a:lnTo>
                  <a:pt x="1132816" y="75319"/>
                </a:lnTo>
                <a:lnTo>
                  <a:pt x="1132521" y="75546"/>
                </a:lnTo>
                <a:lnTo>
                  <a:pt x="1132222" y="75770"/>
                </a:lnTo>
                <a:lnTo>
                  <a:pt x="1131920" y="75991"/>
                </a:lnTo>
                <a:lnTo>
                  <a:pt x="1131615" y="76207"/>
                </a:lnTo>
                <a:lnTo>
                  <a:pt x="1131306" y="76420"/>
                </a:lnTo>
                <a:lnTo>
                  <a:pt x="1130994" y="76630"/>
                </a:lnTo>
                <a:lnTo>
                  <a:pt x="1130679" y="76835"/>
                </a:lnTo>
                <a:lnTo>
                  <a:pt x="1130359" y="77034"/>
                </a:lnTo>
                <a:lnTo>
                  <a:pt x="1130034" y="77225"/>
                </a:lnTo>
                <a:lnTo>
                  <a:pt x="1129703" y="77408"/>
                </a:lnTo>
                <a:lnTo>
                  <a:pt x="1129366" y="77582"/>
                </a:lnTo>
                <a:lnTo>
                  <a:pt x="1129024" y="77747"/>
                </a:lnTo>
                <a:lnTo>
                  <a:pt x="1128677" y="77904"/>
                </a:lnTo>
                <a:lnTo>
                  <a:pt x="1128324" y="78053"/>
                </a:lnTo>
                <a:lnTo>
                  <a:pt x="1127966" y="78193"/>
                </a:lnTo>
                <a:lnTo>
                  <a:pt x="1127602" y="78324"/>
                </a:lnTo>
                <a:lnTo>
                  <a:pt x="1127233" y="78447"/>
                </a:lnTo>
                <a:lnTo>
                  <a:pt x="1126858" y="78562"/>
                </a:lnTo>
                <a:lnTo>
                  <a:pt x="1126477" y="78668"/>
                </a:lnTo>
                <a:lnTo>
                  <a:pt x="1126092" y="78765"/>
                </a:lnTo>
                <a:lnTo>
                  <a:pt x="1125700" y="78855"/>
                </a:lnTo>
                <a:lnTo>
                  <a:pt x="1125303" y="78935"/>
                </a:lnTo>
                <a:lnTo>
                  <a:pt x="1124901" y="79007"/>
                </a:lnTo>
                <a:lnTo>
                  <a:pt x="1124493" y="79071"/>
                </a:lnTo>
                <a:lnTo>
                  <a:pt x="1124080" y="79126"/>
                </a:lnTo>
                <a:lnTo>
                  <a:pt x="1123661" y="79173"/>
                </a:lnTo>
                <a:lnTo>
                  <a:pt x="1123237" y="79211"/>
                </a:lnTo>
                <a:lnTo>
                  <a:pt x="1122807" y="79241"/>
                </a:lnTo>
                <a:lnTo>
                  <a:pt x="1122372" y="79262"/>
                </a:lnTo>
                <a:lnTo>
                  <a:pt x="1121931" y="79275"/>
                </a:lnTo>
                <a:lnTo>
                  <a:pt x="1121485" y="79279"/>
                </a:lnTo>
                <a:lnTo>
                  <a:pt x="1121178" y="79276"/>
                </a:lnTo>
                <a:lnTo>
                  <a:pt x="1120877" y="79269"/>
                </a:lnTo>
                <a:lnTo>
                  <a:pt x="1120581" y="79256"/>
                </a:lnTo>
                <a:lnTo>
                  <a:pt x="1120290" y="79239"/>
                </a:lnTo>
                <a:lnTo>
                  <a:pt x="1120004" y="79216"/>
                </a:lnTo>
                <a:lnTo>
                  <a:pt x="1119723" y="79188"/>
                </a:lnTo>
                <a:lnTo>
                  <a:pt x="1119447" y="79156"/>
                </a:lnTo>
                <a:lnTo>
                  <a:pt x="1119176" y="79118"/>
                </a:lnTo>
                <a:lnTo>
                  <a:pt x="1118910" y="79075"/>
                </a:lnTo>
                <a:lnTo>
                  <a:pt x="1118649" y="79028"/>
                </a:lnTo>
                <a:lnTo>
                  <a:pt x="1118393" y="78975"/>
                </a:lnTo>
                <a:lnTo>
                  <a:pt x="1118142" y="78917"/>
                </a:lnTo>
                <a:lnTo>
                  <a:pt x="1117896" y="78855"/>
                </a:lnTo>
                <a:lnTo>
                  <a:pt x="1117655" y="78787"/>
                </a:lnTo>
                <a:lnTo>
                  <a:pt x="1117420" y="78714"/>
                </a:lnTo>
                <a:lnTo>
                  <a:pt x="1117189" y="78636"/>
                </a:lnTo>
                <a:lnTo>
                  <a:pt x="1116963" y="78553"/>
                </a:lnTo>
                <a:lnTo>
                  <a:pt x="1116742" y="78465"/>
                </a:lnTo>
                <a:lnTo>
                  <a:pt x="1116527" y="78373"/>
                </a:lnTo>
                <a:lnTo>
                  <a:pt x="1116316" y="78275"/>
                </a:lnTo>
                <a:lnTo>
                  <a:pt x="1116110" y="78172"/>
                </a:lnTo>
                <a:lnTo>
                  <a:pt x="1115910" y="78064"/>
                </a:lnTo>
                <a:lnTo>
                  <a:pt x="1115714" y="77951"/>
                </a:lnTo>
                <a:lnTo>
                  <a:pt x="1115524" y="77833"/>
                </a:lnTo>
                <a:lnTo>
                  <a:pt x="1115338" y="77710"/>
                </a:lnTo>
                <a:lnTo>
                  <a:pt x="1115156" y="77583"/>
                </a:lnTo>
                <a:lnTo>
                  <a:pt x="1114979" y="77452"/>
                </a:lnTo>
                <a:lnTo>
                  <a:pt x="1114807" y="77317"/>
                </a:lnTo>
                <a:lnTo>
                  <a:pt x="1114639" y="77178"/>
                </a:lnTo>
                <a:lnTo>
                  <a:pt x="1114475" y="77034"/>
                </a:lnTo>
                <a:lnTo>
                  <a:pt x="1114316" y="76887"/>
                </a:lnTo>
                <a:lnTo>
                  <a:pt x="1114161" y="76735"/>
                </a:lnTo>
                <a:lnTo>
                  <a:pt x="1114011" y="76579"/>
                </a:lnTo>
                <a:lnTo>
                  <a:pt x="1113865" y="76419"/>
                </a:lnTo>
                <a:lnTo>
                  <a:pt x="1113724" y="76254"/>
                </a:lnTo>
                <a:lnTo>
                  <a:pt x="1113587" y="76086"/>
                </a:lnTo>
                <a:lnTo>
                  <a:pt x="1113455" y="75913"/>
                </a:lnTo>
                <a:lnTo>
                  <a:pt x="1113327" y="75736"/>
                </a:lnTo>
                <a:lnTo>
                  <a:pt x="1113203" y="75555"/>
                </a:lnTo>
                <a:lnTo>
                  <a:pt x="1113084" y="75370"/>
                </a:lnTo>
                <a:lnTo>
                  <a:pt x="1112969" y="75180"/>
                </a:lnTo>
                <a:lnTo>
                  <a:pt x="1112859" y="74986"/>
                </a:lnTo>
                <a:lnTo>
                  <a:pt x="1112753" y="74789"/>
                </a:lnTo>
                <a:lnTo>
                  <a:pt x="1112652" y="74587"/>
                </a:lnTo>
                <a:lnTo>
                  <a:pt x="1112555" y="74380"/>
                </a:lnTo>
                <a:lnTo>
                  <a:pt x="1112462" y="74170"/>
                </a:lnTo>
                <a:lnTo>
                  <a:pt x="1112374" y="73955"/>
                </a:lnTo>
                <a:lnTo>
                  <a:pt x="1112290" y="73737"/>
                </a:lnTo>
                <a:lnTo>
                  <a:pt x="1112211" y="73514"/>
                </a:lnTo>
                <a:lnTo>
                  <a:pt x="1112134" y="73289"/>
                </a:lnTo>
                <a:lnTo>
                  <a:pt x="1112062" y="73062"/>
                </a:lnTo>
                <a:lnTo>
                  <a:pt x="1111992" y="72831"/>
                </a:lnTo>
                <a:lnTo>
                  <a:pt x="1111926" y="72598"/>
                </a:lnTo>
                <a:lnTo>
                  <a:pt x="1111863" y="72362"/>
                </a:lnTo>
                <a:lnTo>
                  <a:pt x="1111804" y="72123"/>
                </a:lnTo>
                <a:lnTo>
                  <a:pt x="1111748" y="71882"/>
                </a:lnTo>
                <a:lnTo>
                  <a:pt x="1111695" y="71638"/>
                </a:lnTo>
                <a:lnTo>
                  <a:pt x="1111646" y="71391"/>
                </a:lnTo>
                <a:lnTo>
                  <a:pt x="1111600" y="71141"/>
                </a:lnTo>
                <a:lnTo>
                  <a:pt x="1111558" y="70889"/>
                </a:lnTo>
                <a:lnTo>
                  <a:pt x="1111519" y="70633"/>
                </a:lnTo>
                <a:lnTo>
                  <a:pt x="1111483" y="70376"/>
                </a:lnTo>
                <a:lnTo>
                  <a:pt x="1111451" y="70115"/>
                </a:lnTo>
                <a:lnTo>
                  <a:pt x="1111422" y="69851"/>
                </a:lnTo>
                <a:lnTo>
                  <a:pt x="1111397" y="69585"/>
                </a:lnTo>
                <a:lnTo>
                  <a:pt x="1111375" y="69316"/>
                </a:lnTo>
                <a:lnTo>
                  <a:pt x="1111356" y="69045"/>
                </a:lnTo>
                <a:lnTo>
                  <a:pt x="1111341" y="68770"/>
                </a:lnTo>
                <a:lnTo>
                  <a:pt x="1111329" y="68493"/>
                </a:lnTo>
                <a:lnTo>
                  <a:pt x="1111321" y="68213"/>
                </a:lnTo>
                <a:lnTo>
                  <a:pt x="1111315" y="67930"/>
                </a:lnTo>
                <a:lnTo>
                  <a:pt x="1111314" y="67645"/>
                </a:lnTo>
                <a:lnTo>
                  <a:pt x="1111314" y="26000"/>
                </a:lnTo>
                <a:lnTo>
                  <a:pt x="1093464" y="26000"/>
                </a:lnTo>
                <a:lnTo>
                  <a:pt x="1093464" y="69643"/>
                </a:lnTo>
                <a:lnTo>
                  <a:pt x="1093474" y="70598"/>
                </a:lnTo>
                <a:lnTo>
                  <a:pt x="1093502" y="71536"/>
                </a:lnTo>
                <a:lnTo>
                  <a:pt x="1093549" y="72454"/>
                </a:lnTo>
                <a:lnTo>
                  <a:pt x="1093616" y="73355"/>
                </a:lnTo>
                <a:lnTo>
                  <a:pt x="1093701" y="74237"/>
                </a:lnTo>
                <a:lnTo>
                  <a:pt x="1093805" y="75100"/>
                </a:lnTo>
                <a:lnTo>
                  <a:pt x="1093928" y="75945"/>
                </a:lnTo>
                <a:lnTo>
                  <a:pt x="1094070" y="76772"/>
                </a:lnTo>
                <a:lnTo>
                  <a:pt x="1094231" y="77580"/>
                </a:lnTo>
                <a:lnTo>
                  <a:pt x="1094411" y="78370"/>
                </a:lnTo>
                <a:lnTo>
                  <a:pt x="1094610" y="79142"/>
                </a:lnTo>
                <a:lnTo>
                  <a:pt x="1094828" y="79894"/>
                </a:lnTo>
                <a:lnTo>
                  <a:pt x="1095065" y="80629"/>
                </a:lnTo>
                <a:lnTo>
                  <a:pt x="1095321" y="81345"/>
                </a:lnTo>
                <a:lnTo>
                  <a:pt x="1095595" y="82043"/>
                </a:lnTo>
                <a:lnTo>
                  <a:pt x="1095889" y="82722"/>
                </a:lnTo>
                <a:lnTo>
                  <a:pt x="1096202" y="83383"/>
                </a:lnTo>
                <a:lnTo>
                  <a:pt x="1096533" y="84025"/>
                </a:lnTo>
                <a:lnTo>
                  <a:pt x="1096884" y="84649"/>
                </a:lnTo>
                <a:lnTo>
                  <a:pt x="1097253" y="85254"/>
                </a:lnTo>
                <a:lnTo>
                  <a:pt x="1097641" y="85842"/>
                </a:lnTo>
                <a:lnTo>
                  <a:pt x="1098049" y="86410"/>
                </a:lnTo>
                <a:lnTo>
                  <a:pt x="1098475" y="86960"/>
                </a:lnTo>
                <a:lnTo>
                  <a:pt x="1098920" y="87492"/>
                </a:lnTo>
                <a:lnTo>
                  <a:pt x="1099383" y="88004"/>
                </a:lnTo>
                <a:lnTo>
                  <a:pt x="1099861" y="88493"/>
                </a:lnTo>
                <a:lnTo>
                  <a:pt x="1100355" y="88961"/>
                </a:lnTo>
                <a:lnTo>
                  <a:pt x="1100864" y="89407"/>
                </a:lnTo>
                <a:lnTo>
                  <a:pt x="1101389" y="89832"/>
                </a:lnTo>
                <a:lnTo>
                  <a:pt x="1101930" y="90235"/>
                </a:lnTo>
                <a:lnTo>
                  <a:pt x="1102487" y="90615"/>
                </a:lnTo>
                <a:lnTo>
                  <a:pt x="1103059" y="90975"/>
                </a:lnTo>
                <a:lnTo>
                  <a:pt x="1103647" y="91312"/>
                </a:lnTo>
                <a:lnTo>
                  <a:pt x="1104250" y="91627"/>
                </a:lnTo>
                <a:lnTo>
                  <a:pt x="1104869" y="91921"/>
                </a:lnTo>
                <a:lnTo>
                  <a:pt x="1105504" y="92193"/>
                </a:lnTo>
                <a:lnTo>
                  <a:pt x="1106155" y="92444"/>
                </a:lnTo>
                <a:lnTo>
                  <a:pt x="1106821" y="92672"/>
                </a:lnTo>
                <a:lnTo>
                  <a:pt x="1107503" y="92879"/>
                </a:lnTo>
                <a:lnTo>
                  <a:pt x="1108200" y="93064"/>
                </a:lnTo>
                <a:lnTo>
                  <a:pt x="1108914" y="93227"/>
                </a:lnTo>
                <a:lnTo>
                  <a:pt x="1109642" y="93369"/>
                </a:lnTo>
                <a:lnTo>
                  <a:pt x="1110387" y="93488"/>
                </a:lnTo>
                <a:lnTo>
                  <a:pt x="1111147" y="93586"/>
                </a:lnTo>
                <a:lnTo>
                  <a:pt x="1111923" y="93663"/>
                </a:lnTo>
                <a:lnTo>
                  <a:pt x="1112715" y="93717"/>
                </a:lnTo>
                <a:lnTo>
                  <a:pt x="1113522" y="93750"/>
                </a:lnTo>
                <a:lnTo>
                  <a:pt x="1114345" y="93760"/>
                </a:lnTo>
                <a:lnTo>
                  <a:pt x="1115053" y="93755"/>
                </a:lnTo>
                <a:lnTo>
                  <a:pt x="1115751" y="93738"/>
                </a:lnTo>
                <a:lnTo>
                  <a:pt x="1116439" y="93709"/>
                </a:lnTo>
                <a:lnTo>
                  <a:pt x="1117118" y="93669"/>
                </a:lnTo>
                <a:lnTo>
                  <a:pt x="1117786" y="93617"/>
                </a:lnTo>
                <a:lnTo>
                  <a:pt x="1118445" y="93554"/>
                </a:lnTo>
                <a:close/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2181004b34360"/>
          <a:stretch xmlns:a="http://schemas.openxmlformats.org/drawingml/2006/main"/>
        </p:blipFill>
        <p:spPr>
          <a:xfrm xmlns:a="http://schemas.openxmlformats.org/drawingml/2006/main">
            <a:off x="11455474" y="3162814"/>
            <a:ext cx="384279" cy="384279"/>
          </a:xfrm>
          <a:prstGeom xmlns:a="http://schemas.openxmlformats.org/drawingml/2006/main" prst="rect">
            <a:avLst/>
          </a:prstGeom>
        </p:spPr>
      </p:pic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DBA16-C680-4160-BAA4-C78855B0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4916" y="3549556"/>
            <a:ext cx="90322" cy="182422"/>
          </a:xfrm>
          <a:custGeom xmlns:a="http://schemas.openxmlformats.org/drawingml/2006/main">
            <a:pathLst>
              <a:path w="90322" h="182422">
                <a:moveTo>
                  <a:pt x="53629" y="0"/>
                </a:moveTo>
                <a:lnTo>
                  <a:pt x="36693" y="0"/>
                </a:lnTo>
                <a:lnTo>
                  <a:pt x="36695" y="128794"/>
                </a:lnTo>
                <a:lnTo>
                  <a:pt x="0" y="92101"/>
                </a:lnTo>
                <a:lnTo>
                  <a:pt x="45163" y="182422"/>
                </a:lnTo>
                <a:lnTo>
                  <a:pt x="90322" y="92100"/>
                </a:lnTo>
                <a:lnTo>
                  <a:pt x="53631" y="128793"/>
                </a:lnTo>
                <a:lnTo>
                  <a:pt x="5362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85FF0-DC4A-4FE1-B7AB-96EF4F72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437" y="3542167"/>
            <a:ext cx="108387" cy="113313"/>
          </a:xfrm>
          <a:custGeom xmlns:a="http://schemas.openxmlformats.org/drawingml/2006/main">
            <a:pathLst>
              <a:path w="108387" h="113313" fill="none">
                <a:moveTo>
                  <a:pt x="0" y="56657"/>
                </a:moveTo>
                <a:cubicBezTo>
                  <a:pt x="0" y="25366"/>
                  <a:pt x="24263" y="0"/>
                  <a:pt x="54193" y="0"/>
                </a:cubicBezTo>
                <a:cubicBezTo>
                  <a:pt x="84123" y="0"/>
                  <a:pt x="108387" y="25366"/>
                  <a:pt x="108387" y="56657"/>
                </a:cubicBezTo>
                <a:cubicBezTo>
                  <a:pt x="108387" y="87947"/>
                  <a:pt x="84123" y="113313"/>
                  <a:pt x="54193" y="113313"/>
                </a:cubicBezTo>
                <a:cubicBezTo>
                  <a:pt x="24263" y="113313"/>
                  <a:pt x="0" y="87947"/>
                  <a:pt x="0" y="566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23F62-D739-4BF9-82B5-B13570AA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437" y="3601287"/>
            <a:ext cx="109126" cy="10"/>
          </a:xfrm>
          <a:custGeom xmlns:a="http://schemas.openxmlformats.org/drawingml/2006/main">
            <a:pathLst>
              <a:path w="109126" h="2" fill="none">
                <a:moveTo>
                  <a:pt x="0" y="0"/>
                </a:moveTo>
                <a:lnTo>
                  <a:pt x="109126" y="2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8CE6E-A090-4F51-BF16-C75E7C88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630" y="3542167"/>
            <a:ext cx="10" cy="109126"/>
          </a:xfrm>
          <a:custGeom xmlns:a="http://schemas.openxmlformats.org/drawingml/2006/main">
            <a:pathLst>
              <a:path w="2" h="109126" fill="none">
                <a:moveTo>
                  <a:pt x="0" y="0"/>
                </a:moveTo>
                <a:lnTo>
                  <a:pt x="2" y="109126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241FE-C2EB-4ADA-85AD-88993663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969" y="3946154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0" y="54193"/>
                </a:moveTo>
                <a:cubicBezTo>
                  <a:pt x="0" y="24263"/>
                  <a:pt x="24263" y="0"/>
                  <a:pt x="54193" y="0"/>
                </a:cubicBezTo>
                <a:cubicBezTo>
                  <a:pt x="84123" y="0"/>
                  <a:pt x="108387" y="24263"/>
                  <a:pt x="108387" y="54193"/>
                </a:cubicBezTo>
                <a:cubicBezTo>
                  <a:pt x="108387" y="84123"/>
                  <a:pt x="84123" y="108387"/>
                  <a:pt x="54193" y="108387"/>
                </a:cubicBezTo>
                <a:cubicBezTo>
                  <a:pt x="24263" y="108387"/>
                  <a:pt x="0" y="84123"/>
                  <a:pt x="0" y="54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5F9C34-1501-48E0-8AB8-D7820A51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969" y="4000347"/>
            <a:ext cx="109126" cy="10"/>
          </a:xfrm>
          <a:custGeom xmlns:a="http://schemas.openxmlformats.org/drawingml/2006/main">
            <a:pathLst>
              <a:path w="109126" h="2" fill="none">
                <a:moveTo>
                  <a:pt x="0" y="0"/>
                </a:moveTo>
                <a:lnTo>
                  <a:pt x="109126" y="2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976A05-61F4-4618-BAFB-F18651A7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163" y="3946154"/>
            <a:ext cx="10" cy="109126"/>
          </a:xfrm>
          <a:custGeom xmlns:a="http://schemas.openxmlformats.org/drawingml/2006/main">
            <a:pathLst>
              <a:path w="2" h="109126" fill="none">
                <a:moveTo>
                  <a:pt x="0" y="0"/>
                </a:moveTo>
                <a:lnTo>
                  <a:pt x="2" y="109126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1E2B10-E570-4545-B9F4-5E8BA5DD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577" y="4350139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0" y="54193"/>
                </a:moveTo>
                <a:cubicBezTo>
                  <a:pt x="0" y="24263"/>
                  <a:pt x="24263" y="0"/>
                  <a:pt x="54193" y="0"/>
                </a:cubicBezTo>
                <a:cubicBezTo>
                  <a:pt x="84123" y="0"/>
                  <a:pt x="108387" y="24263"/>
                  <a:pt x="108387" y="54193"/>
                </a:cubicBezTo>
                <a:cubicBezTo>
                  <a:pt x="108387" y="84123"/>
                  <a:pt x="84123" y="108387"/>
                  <a:pt x="54193" y="108387"/>
                </a:cubicBezTo>
                <a:cubicBezTo>
                  <a:pt x="24263" y="108387"/>
                  <a:pt x="0" y="84123"/>
                  <a:pt x="0" y="54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A8FC50-9A20-461D-AC75-4E268917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577" y="4404332"/>
            <a:ext cx="109126" cy="10"/>
          </a:xfrm>
          <a:custGeom xmlns:a="http://schemas.openxmlformats.org/drawingml/2006/main">
            <a:pathLst>
              <a:path w="109126" h="2" fill="none">
                <a:moveTo>
                  <a:pt x="0" y="0"/>
                </a:moveTo>
                <a:lnTo>
                  <a:pt x="109126" y="2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964977-2E35-45EA-820C-82106BE3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70" y="4350139"/>
            <a:ext cx="10" cy="109126"/>
          </a:xfrm>
          <a:custGeom xmlns:a="http://schemas.openxmlformats.org/drawingml/2006/main">
            <a:pathLst>
              <a:path w="2" h="109126" fill="none">
                <a:moveTo>
                  <a:pt x="0" y="0"/>
                </a:moveTo>
                <a:lnTo>
                  <a:pt x="2" y="109126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24175-CD9E-4840-B719-9258839D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963" y="4783685"/>
            <a:ext cx="113312" cy="113313"/>
          </a:xfrm>
          <a:custGeom xmlns:a="http://schemas.openxmlformats.org/drawingml/2006/main">
            <a:pathLst>
              <a:path w="113312" h="113313" fill="none">
                <a:moveTo>
                  <a:pt x="0" y="56657"/>
                </a:moveTo>
                <a:cubicBezTo>
                  <a:pt x="0" y="25366"/>
                  <a:pt x="25366" y="0"/>
                  <a:pt x="56656" y="0"/>
                </a:cubicBezTo>
                <a:cubicBezTo>
                  <a:pt x="87946" y="0"/>
                  <a:pt x="113312" y="25366"/>
                  <a:pt x="113312" y="56657"/>
                </a:cubicBezTo>
                <a:cubicBezTo>
                  <a:pt x="113312" y="87947"/>
                  <a:pt x="87946" y="113313"/>
                  <a:pt x="56656" y="113313"/>
                </a:cubicBezTo>
                <a:cubicBezTo>
                  <a:pt x="25366" y="113313"/>
                  <a:pt x="0" y="87947"/>
                  <a:pt x="0" y="566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43E1E4-7652-4D0A-96F6-46AD9496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963" y="4837878"/>
            <a:ext cx="109126" cy="10"/>
          </a:xfrm>
          <a:custGeom xmlns:a="http://schemas.openxmlformats.org/drawingml/2006/main">
            <a:pathLst>
              <a:path w="109126" h="2" fill="none">
                <a:moveTo>
                  <a:pt x="0" y="0"/>
                </a:moveTo>
                <a:lnTo>
                  <a:pt x="109126" y="2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35B2C-3BA5-431E-BD69-70116B46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156" y="4783685"/>
            <a:ext cx="10" cy="109126"/>
          </a:xfrm>
          <a:custGeom xmlns:a="http://schemas.openxmlformats.org/drawingml/2006/main">
            <a:pathLst>
              <a:path w="2" h="109126" fill="none">
                <a:moveTo>
                  <a:pt x="0" y="0"/>
                </a:moveTo>
                <a:lnTo>
                  <a:pt x="2" y="109126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45038-F6E4-4A97-8F34-9F0F043A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528" y="3542167"/>
            <a:ext cx="108387" cy="113313"/>
          </a:xfrm>
          <a:custGeom xmlns:a="http://schemas.openxmlformats.org/drawingml/2006/main">
            <a:pathLst>
              <a:path w="108387" h="113313" fill="none">
                <a:moveTo>
                  <a:pt x="0" y="56657"/>
                </a:moveTo>
                <a:cubicBezTo>
                  <a:pt x="0" y="25366"/>
                  <a:pt x="24263" y="0"/>
                  <a:pt x="54193" y="0"/>
                </a:cubicBezTo>
                <a:cubicBezTo>
                  <a:pt x="84123" y="0"/>
                  <a:pt x="108387" y="25366"/>
                  <a:pt x="108387" y="56657"/>
                </a:cubicBezTo>
                <a:cubicBezTo>
                  <a:pt x="108387" y="87947"/>
                  <a:pt x="84123" y="113313"/>
                  <a:pt x="54193" y="113313"/>
                </a:cubicBezTo>
                <a:cubicBezTo>
                  <a:pt x="24263" y="113313"/>
                  <a:pt x="0" y="87947"/>
                  <a:pt x="0" y="566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90B91-3AD7-4949-89F7-C06580F8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528" y="3596360"/>
            <a:ext cx="109126" cy="10"/>
          </a:xfrm>
          <a:custGeom xmlns:a="http://schemas.openxmlformats.org/drawingml/2006/main">
            <a:pathLst>
              <a:path w="109126" h="2" fill="none">
                <a:moveTo>
                  <a:pt x="0" y="0"/>
                </a:moveTo>
                <a:lnTo>
                  <a:pt x="109126" y="2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E770FB-674C-4D04-A814-D71D1322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722" y="3542167"/>
            <a:ext cx="10" cy="109126"/>
          </a:xfrm>
          <a:custGeom xmlns:a="http://schemas.openxmlformats.org/drawingml/2006/main">
            <a:pathLst>
              <a:path w="2" h="109126" fill="none">
                <a:moveTo>
                  <a:pt x="0" y="0"/>
                </a:moveTo>
                <a:lnTo>
                  <a:pt x="2" y="109126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C4168-054B-4F18-881D-E498749C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528" y="3325394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0" y="54193"/>
                </a:moveTo>
                <a:cubicBezTo>
                  <a:pt x="0" y="24263"/>
                  <a:pt x="24263" y="0"/>
                  <a:pt x="54193" y="0"/>
                </a:cubicBezTo>
                <a:cubicBezTo>
                  <a:pt x="84123" y="0"/>
                  <a:pt x="108387" y="24263"/>
                  <a:pt x="108387" y="54193"/>
                </a:cubicBezTo>
                <a:cubicBezTo>
                  <a:pt x="108387" y="84123"/>
                  <a:pt x="84123" y="108387"/>
                  <a:pt x="54193" y="108387"/>
                </a:cubicBezTo>
                <a:cubicBezTo>
                  <a:pt x="24263" y="108387"/>
                  <a:pt x="0" y="84123"/>
                  <a:pt x="0" y="54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31E723-0438-4FB7-AE2F-89B8EDF6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528" y="3379587"/>
            <a:ext cx="109126" cy="10"/>
          </a:xfrm>
          <a:custGeom xmlns:a="http://schemas.openxmlformats.org/drawingml/2006/main">
            <a:pathLst>
              <a:path w="109126" h="2" fill="none">
                <a:moveTo>
                  <a:pt x="0" y="0"/>
                </a:moveTo>
                <a:lnTo>
                  <a:pt x="109126" y="2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98C0A-9C15-48B7-80D8-4842295D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722" y="3325394"/>
            <a:ext cx="10" cy="109126"/>
          </a:xfrm>
          <a:custGeom xmlns:a="http://schemas.openxmlformats.org/drawingml/2006/main">
            <a:pathLst>
              <a:path w="2" h="109126" fill="none">
                <a:moveTo>
                  <a:pt x="0" y="0"/>
                </a:moveTo>
                <a:lnTo>
                  <a:pt x="2" y="109126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5EC151-299D-4C81-A1E4-D62C5C4C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673" y="3965859"/>
            <a:ext cx="108387" cy="108387"/>
          </a:xfrm>
          <a:custGeom xmlns:a="http://schemas.openxmlformats.org/drawingml/2006/main">
            <a:pathLst>
              <a:path w="108387" h="108387" fill="none">
                <a:moveTo>
                  <a:pt x="0" y="54193"/>
                </a:moveTo>
                <a:cubicBezTo>
                  <a:pt x="0" y="24263"/>
                  <a:pt x="24263" y="0"/>
                  <a:pt x="54193" y="0"/>
                </a:cubicBezTo>
                <a:cubicBezTo>
                  <a:pt x="84123" y="0"/>
                  <a:pt x="108387" y="24263"/>
                  <a:pt x="108387" y="54193"/>
                </a:cubicBezTo>
                <a:cubicBezTo>
                  <a:pt x="108387" y="84123"/>
                  <a:pt x="84123" y="108387"/>
                  <a:pt x="54193" y="108387"/>
                </a:cubicBezTo>
                <a:cubicBezTo>
                  <a:pt x="24263" y="108387"/>
                  <a:pt x="0" y="84123"/>
                  <a:pt x="0" y="541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2247F-7AB6-4DB6-8C84-78795474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673" y="4020052"/>
            <a:ext cx="109126" cy="10"/>
          </a:xfrm>
          <a:custGeom xmlns:a="http://schemas.openxmlformats.org/drawingml/2006/main">
            <a:pathLst>
              <a:path w="109126" h="2" fill="none">
                <a:moveTo>
                  <a:pt x="0" y="0"/>
                </a:moveTo>
                <a:lnTo>
                  <a:pt x="109126" y="2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ACE18A-4ADF-41EE-8562-52C05414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867" y="3965859"/>
            <a:ext cx="10" cy="109126"/>
          </a:xfrm>
          <a:custGeom xmlns:a="http://schemas.openxmlformats.org/drawingml/2006/main">
            <a:pathLst>
              <a:path w="2" h="109126" fill="none">
                <a:moveTo>
                  <a:pt x="0" y="0"/>
                </a:moveTo>
                <a:lnTo>
                  <a:pt x="2" y="109126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B726AC-1DDC-4446-83AF-55961CB5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659" y="1566577"/>
            <a:ext cx="239807" cy="308843"/>
          </a:xfrm>
          <a:custGeom xmlns:a="http://schemas.openxmlformats.org/drawingml/2006/main">
            <a:pathLst>
              <a:path w="239807" h="308843" fill="none">
                <a:moveTo>
                  <a:pt x="0" y="308843"/>
                </a:moveTo>
                <a:lnTo>
                  <a:pt x="2398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9DF898-6BA7-4CC6-9A3A-8701B849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063" y="1566576"/>
            <a:ext cx="564908" cy="266422"/>
          </a:xfrm>
          <a:custGeom xmlns:a="http://schemas.openxmlformats.org/drawingml/2006/main">
            <a:pathLst>
              <a:path w="564908" h="266422" fill="none">
                <a:moveTo>
                  <a:pt x="564908" y="26642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3E2A31-DB45-453E-B263-AA3B70DD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158" y="2024755"/>
            <a:ext cx="435404" cy="162009"/>
          </a:xfrm>
          <a:custGeom xmlns:a="http://schemas.openxmlformats.org/drawingml/2006/main">
            <a:pathLst>
              <a:path w="435404" h="162009" fill="none">
                <a:moveTo>
                  <a:pt x="0" y="162009"/>
                </a:moveTo>
                <a:lnTo>
                  <a:pt x="4354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100DC3-B839-445B-BCDA-9189D478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631" y="2024755"/>
            <a:ext cx="141980" cy="306999"/>
          </a:xfrm>
          <a:custGeom xmlns:a="http://schemas.openxmlformats.org/drawingml/2006/main">
            <a:pathLst>
              <a:path w="141980" h="306999" fill="none">
                <a:moveTo>
                  <a:pt x="141980" y="30699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F0262C-23D8-4F11-9D18-84E6249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064" y="1374437"/>
            <a:ext cx="740668" cy="160386"/>
          </a:xfrm>
          <a:custGeom xmlns:a="http://schemas.openxmlformats.org/drawingml/2006/main">
            <a:pathLst>
              <a:path w="740668" h="160386" fill="none">
                <a:moveTo>
                  <a:pt x="0" y="0"/>
                </a:moveTo>
                <a:lnTo>
                  <a:pt x="740668" y="160386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3FC4B-F36B-4203-9444-6A1C4CD4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9064" y="1537016"/>
            <a:ext cx="359873" cy="370143"/>
          </a:xfrm>
          <a:custGeom xmlns:a="http://schemas.openxmlformats.org/drawingml/2006/main">
            <a:pathLst>
              <a:path w="359873" h="370143" fill="none">
                <a:moveTo>
                  <a:pt x="359873" y="370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47EAC-FC32-4A11-B39B-1E27411F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710" y="2123288"/>
            <a:ext cx="97395" cy="63946"/>
          </a:xfrm>
          <a:custGeom xmlns:a="http://schemas.openxmlformats.org/drawingml/2006/main">
            <a:pathLst>
              <a:path w="97395" h="63946" fill="none">
                <a:moveTo>
                  <a:pt x="0" y="0"/>
                </a:moveTo>
                <a:lnTo>
                  <a:pt x="97395" y="63946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>
                <a:alpha val="98820"/>
              </a:srgbClr>
            </a:solidFill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06952-573B-4AD0-8334-93405D6E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031" y="2123288"/>
            <a:ext cx="91113" cy="79055"/>
          </a:xfrm>
          <a:custGeom xmlns:a="http://schemas.openxmlformats.org/drawingml/2006/main">
            <a:pathLst>
              <a:path w="91113" h="79055" fill="none">
                <a:moveTo>
                  <a:pt x="91113" y="0"/>
                </a:moveTo>
                <a:lnTo>
                  <a:pt x="0" y="79055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428" name="Text …">
            <a:extLst xmlns:a="http://schemas.openxmlformats.org/drawingml/2006/main">
              <a:ext uri="{FF2B5EF4-FFF2-40B4-BE49-F238E27FC236}">
                <a16:creationId xmlns:a16="http://schemas.microsoft.com/office/drawing/2014/main" id="{94E17408-092E-4060-8476-3D168DD4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328" y="2286801"/>
            <a:ext cx="131485" cy="17620"/>
          </a:xfrm>
          <a:custGeom xmlns:a="http://schemas.openxmlformats.org/drawingml/2006/main">
            <a:pathLst>
              <a:path w="131485" h="17620">
                <a:moveTo>
                  <a:pt x="8987" y="17620"/>
                </a:moveTo>
                <a:cubicBezTo>
                  <a:pt x="6570" y="17620"/>
                  <a:pt x="4468" y="16770"/>
                  <a:pt x="2680" y="15070"/>
                </a:cubicBezTo>
                <a:cubicBezTo>
                  <a:pt x="893" y="13369"/>
                  <a:pt x="0" y="11334"/>
                  <a:pt x="0" y="8964"/>
                </a:cubicBezTo>
                <a:cubicBezTo>
                  <a:pt x="0" y="6595"/>
                  <a:pt x="815" y="4509"/>
                  <a:pt x="2444" y="2705"/>
                </a:cubicBezTo>
                <a:cubicBezTo>
                  <a:pt x="4073" y="902"/>
                  <a:pt x="6097" y="0"/>
                  <a:pt x="8513" y="0"/>
                </a:cubicBezTo>
                <a:cubicBezTo>
                  <a:pt x="10932" y="0"/>
                  <a:pt x="13113" y="773"/>
                  <a:pt x="15057" y="2318"/>
                </a:cubicBezTo>
                <a:cubicBezTo>
                  <a:pt x="17002" y="3864"/>
                  <a:pt x="17975" y="5924"/>
                  <a:pt x="17975" y="8500"/>
                </a:cubicBezTo>
                <a:cubicBezTo>
                  <a:pt x="17975" y="10871"/>
                  <a:pt x="17133" y="12984"/>
                  <a:pt x="15451" y="14839"/>
                </a:cubicBezTo>
                <a:cubicBezTo>
                  <a:pt x="13769" y="16693"/>
                  <a:pt x="11614" y="17620"/>
                  <a:pt x="8987" y="17620"/>
                </a:cubicBezTo>
                <a:moveTo>
                  <a:pt x="65743" y="17620"/>
                </a:moveTo>
                <a:cubicBezTo>
                  <a:pt x="63326" y="17620"/>
                  <a:pt x="61223" y="16770"/>
                  <a:pt x="59435" y="15070"/>
                </a:cubicBezTo>
                <a:cubicBezTo>
                  <a:pt x="57648" y="13369"/>
                  <a:pt x="56755" y="11334"/>
                  <a:pt x="56755" y="8964"/>
                </a:cubicBezTo>
                <a:cubicBezTo>
                  <a:pt x="56755" y="6595"/>
                  <a:pt x="57570" y="4509"/>
                  <a:pt x="59199" y="2705"/>
                </a:cubicBezTo>
                <a:cubicBezTo>
                  <a:pt x="60829" y="902"/>
                  <a:pt x="62852" y="0"/>
                  <a:pt x="65269" y="0"/>
                </a:cubicBezTo>
                <a:cubicBezTo>
                  <a:pt x="67687" y="0"/>
                  <a:pt x="69868" y="773"/>
                  <a:pt x="71812" y="2318"/>
                </a:cubicBezTo>
                <a:cubicBezTo>
                  <a:pt x="73757" y="3864"/>
                  <a:pt x="74730" y="5924"/>
                  <a:pt x="74730" y="8500"/>
                </a:cubicBezTo>
                <a:cubicBezTo>
                  <a:pt x="74730" y="10871"/>
                  <a:pt x="73889" y="12984"/>
                  <a:pt x="72206" y="14839"/>
                </a:cubicBezTo>
                <a:cubicBezTo>
                  <a:pt x="70524" y="16693"/>
                  <a:pt x="68369" y="17620"/>
                  <a:pt x="65743" y="17620"/>
                </a:cubicBezTo>
                <a:moveTo>
                  <a:pt x="122498" y="17620"/>
                </a:moveTo>
                <a:cubicBezTo>
                  <a:pt x="120081" y="17620"/>
                  <a:pt x="117978" y="16770"/>
                  <a:pt x="116190" y="15070"/>
                </a:cubicBezTo>
                <a:cubicBezTo>
                  <a:pt x="114404" y="13369"/>
                  <a:pt x="113510" y="11334"/>
                  <a:pt x="113510" y="8964"/>
                </a:cubicBezTo>
                <a:cubicBezTo>
                  <a:pt x="113510" y="6595"/>
                  <a:pt x="114325" y="4509"/>
                  <a:pt x="115955" y="2705"/>
                </a:cubicBezTo>
                <a:cubicBezTo>
                  <a:pt x="117584" y="902"/>
                  <a:pt x="119607" y="0"/>
                  <a:pt x="122024" y="0"/>
                </a:cubicBezTo>
                <a:cubicBezTo>
                  <a:pt x="124442" y="0"/>
                  <a:pt x="126623" y="773"/>
                  <a:pt x="128567" y="2318"/>
                </a:cubicBezTo>
                <a:cubicBezTo>
                  <a:pt x="130512" y="3864"/>
                  <a:pt x="131485" y="5924"/>
                  <a:pt x="131485" y="8500"/>
                </a:cubicBezTo>
                <a:cubicBezTo>
                  <a:pt x="131485" y="10871"/>
                  <a:pt x="130644" y="12984"/>
                  <a:pt x="128962" y="14839"/>
                </a:cubicBezTo>
                <a:cubicBezTo>
                  <a:pt x="127279" y="16693"/>
                  <a:pt x="125125" y="17620"/>
                  <a:pt x="122498" y="176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Text …">
            <a:extLst xmlns:a="http://schemas.openxmlformats.org/drawingml/2006/main">
              <a:ext uri="{FF2B5EF4-FFF2-40B4-BE49-F238E27FC236}">
                <a16:creationId xmlns:a16="http://schemas.microsoft.com/office/drawing/2014/main" id="{758F50F6-70B4-4212-A9EE-4292CC7F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328" y="2286801"/>
            <a:ext cx="131485" cy="17620"/>
          </a:xfrm>
          <a:custGeom xmlns:a="http://schemas.openxmlformats.org/drawingml/2006/main">
            <a:pathLst>
              <a:path w="131485" h="17620" fill="none">
                <a:moveTo>
                  <a:pt x="8987" y="17620"/>
                </a:moveTo>
                <a:cubicBezTo>
                  <a:pt x="6570" y="17620"/>
                  <a:pt x="4468" y="16770"/>
                  <a:pt x="2680" y="15070"/>
                </a:cubicBezTo>
                <a:cubicBezTo>
                  <a:pt x="893" y="13369"/>
                  <a:pt x="0" y="11334"/>
                  <a:pt x="0" y="8964"/>
                </a:cubicBezTo>
                <a:cubicBezTo>
                  <a:pt x="0" y="6595"/>
                  <a:pt x="815" y="4509"/>
                  <a:pt x="2444" y="2705"/>
                </a:cubicBezTo>
                <a:cubicBezTo>
                  <a:pt x="4073" y="902"/>
                  <a:pt x="6097" y="0"/>
                  <a:pt x="8513" y="0"/>
                </a:cubicBezTo>
                <a:cubicBezTo>
                  <a:pt x="10932" y="0"/>
                  <a:pt x="13113" y="773"/>
                  <a:pt x="15057" y="2318"/>
                </a:cubicBezTo>
                <a:cubicBezTo>
                  <a:pt x="17002" y="3864"/>
                  <a:pt x="17975" y="5924"/>
                  <a:pt x="17975" y="8500"/>
                </a:cubicBezTo>
                <a:cubicBezTo>
                  <a:pt x="17975" y="10871"/>
                  <a:pt x="17133" y="12984"/>
                  <a:pt x="15451" y="14839"/>
                </a:cubicBezTo>
                <a:cubicBezTo>
                  <a:pt x="13769" y="16693"/>
                  <a:pt x="11614" y="17620"/>
                  <a:pt x="8987" y="17620"/>
                </a:cubicBezTo>
                <a:moveTo>
                  <a:pt x="65743" y="17620"/>
                </a:moveTo>
                <a:cubicBezTo>
                  <a:pt x="63326" y="17620"/>
                  <a:pt x="61223" y="16770"/>
                  <a:pt x="59435" y="15070"/>
                </a:cubicBezTo>
                <a:cubicBezTo>
                  <a:pt x="57648" y="13369"/>
                  <a:pt x="56755" y="11334"/>
                  <a:pt x="56755" y="8964"/>
                </a:cubicBezTo>
                <a:cubicBezTo>
                  <a:pt x="56755" y="6595"/>
                  <a:pt x="57570" y="4509"/>
                  <a:pt x="59199" y="2705"/>
                </a:cubicBezTo>
                <a:cubicBezTo>
                  <a:pt x="60829" y="902"/>
                  <a:pt x="62852" y="0"/>
                  <a:pt x="65269" y="0"/>
                </a:cubicBezTo>
                <a:cubicBezTo>
                  <a:pt x="67687" y="0"/>
                  <a:pt x="69868" y="773"/>
                  <a:pt x="71812" y="2318"/>
                </a:cubicBezTo>
                <a:cubicBezTo>
                  <a:pt x="73757" y="3864"/>
                  <a:pt x="74730" y="5924"/>
                  <a:pt x="74730" y="8500"/>
                </a:cubicBezTo>
                <a:cubicBezTo>
                  <a:pt x="74730" y="10871"/>
                  <a:pt x="73889" y="12984"/>
                  <a:pt x="72206" y="14839"/>
                </a:cubicBezTo>
                <a:cubicBezTo>
                  <a:pt x="70524" y="16693"/>
                  <a:pt x="68369" y="17620"/>
                  <a:pt x="65743" y="17620"/>
                </a:cubicBezTo>
                <a:moveTo>
                  <a:pt x="122498" y="17620"/>
                </a:moveTo>
                <a:cubicBezTo>
                  <a:pt x="120081" y="17620"/>
                  <a:pt x="117978" y="16770"/>
                  <a:pt x="116190" y="15070"/>
                </a:cubicBezTo>
                <a:cubicBezTo>
                  <a:pt x="114404" y="13369"/>
                  <a:pt x="113510" y="11334"/>
                  <a:pt x="113510" y="8964"/>
                </a:cubicBezTo>
                <a:cubicBezTo>
                  <a:pt x="113510" y="6595"/>
                  <a:pt x="114325" y="4509"/>
                  <a:pt x="115955" y="2705"/>
                </a:cubicBezTo>
                <a:cubicBezTo>
                  <a:pt x="117584" y="902"/>
                  <a:pt x="119607" y="0"/>
                  <a:pt x="122024" y="0"/>
                </a:cubicBezTo>
                <a:cubicBezTo>
                  <a:pt x="124442" y="0"/>
                  <a:pt x="126623" y="773"/>
                  <a:pt x="128567" y="2318"/>
                </a:cubicBezTo>
                <a:cubicBezTo>
                  <a:pt x="130512" y="3864"/>
                  <a:pt x="131485" y="5924"/>
                  <a:pt x="131485" y="8500"/>
                </a:cubicBezTo>
                <a:cubicBezTo>
                  <a:pt x="131485" y="10871"/>
                  <a:pt x="130644" y="12984"/>
                  <a:pt x="128962" y="14839"/>
                </a:cubicBezTo>
                <a:cubicBezTo>
                  <a:pt x="127279" y="16693"/>
                  <a:pt x="125125" y="17620"/>
                  <a:pt x="122498" y="1762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45" cap="flat">
            <a:solidFill>
              <a:srgbClr val="000000"/>
            </a:solidFill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D59E2F-2CE4-40DF-B290-F87CFE17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934" y="1506122"/>
            <a:ext cx="432126" cy="376307"/>
          </a:xfrm>
          <a:custGeom xmlns:a="http://schemas.openxmlformats.org/drawingml/2006/main">
            <a:pathLst>
              <a:path w="432126" h="376307">
                <a:moveTo>
                  <a:pt x="0" y="267791"/>
                </a:moveTo>
                <a:lnTo>
                  <a:pt x="348817" y="0"/>
                </a:lnTo>
                <a:lnTo>
                  <a:pt x="432126" y="108515"/>
                </a:lnTo>
                <a:lnTo>
                  <a:pt x="83309" y="376307"/>
                </a:lnTo>
                <a:lnTo>
                  <a:pt x="0" y="2677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Text C">
            <a:extLst xmlns:a="http://schemas.openxmlformats.org/drawingml/2006/main">
              <a:ext uri="{FF2B5EF4-FFF2-40B4-BE49-F238E27FC236}">
                <a16:creationId xmlns:a16="http://schemas.microsoft.com/office/drawing/2014/main" id="{0DEF02B9-5BDB-4D59-B9B7-F0DFE428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609" y="1748185"/>
            <a:ext cx="88573" cy="89561"/>
          </a:xfrm>
          <a:custGeom xmlns:a="http://schemas.openxmlformats.org/drawingml/2006/main">
            <a:pathLst>
              <a:path w="88573" h="89561">
                <a:moveTo>
                  <a:pt x="17278" y="14135"/>
                </a:moveTo>
                <a:cubicBezTo>
                  <a:pt x="19974" y="12065"/>
                  <a:pt x="22714" y="10486"/>
                  <a:pt x="25496" y="9397"/>
                </a:cubicBezTo>
                <a:cubicBezTo>
                  <a:pt x="28280" y="8308"/>
                  <a:pt x="31194" y="7452"/>
                  <a:pt x="34239" y="6829"/>
                </a:cubicBezTo>
                <a:cubicBezTo>
                  <a:pt x="35127" y="6622"/>
                  <a:pt x="35960" y="6435"/>
                  <a:pt x="36737" y="6267"/>
                </a:cubicBezTo>
                <a:cubicBezTo>
                  <a:pt x="37514" y="6100"/>
                  <a:pt x="38111" y="5855"/>
                  <a:pt x="38530" y="5534"/>
                </a:cubicBezTo>
                <a:cubicBezTo>
                  <a:pt x="39489" y="4798"/>
                  <a:pt x="39682" y="3745"/>
                  <a:pt x="39108" y="2377"/>
                </a:cubicBezTo>
                <a:cubicBezTo>
                  <a:pt x="38983" y="2091"/>
                  <a:pt x="39040" y="1763"/>
                  <a:pt x="39277" y="1390"/>
                </a:cubicBezTo>
                <a:cubicBezTo>
                  <a:pt x="39515" y="1017"/>
                  <a:pt x="39810" y="719"/>
                  <a:pt x="40162" y="497"/>
                </a:cubicBezTo>
                <a:cubicBezTo>
                  <a:pt x="40515" y="272"/>
                  <a:pt x="40857" y="128"/>
                  <a:pt x="41188" y="64"/>
                </a:cubicBezTo>
                <a:cubicBezTo>
                  <a:pt x="41520" y="0"/>
                  <a:pt x="41748" y="111"/>
                  <a:pt x="41872" y="396"/>
                </a:cubicBezTo>
                <a:cubicBezTo>
                  <a:pt x="42369" y="1539"/>
                  <a:pt x="42963" y="2654"/>
                  <a:pt x="43655" y="3742"/>
                </a:cubicBezTo>
                <a:cubicBezTo>
                  <a:pt x="44347" y="4830"/>
                  <a:pt x="45107" y="5913"/>
                  <a:pt x="45936" y="6992"/>
                </a:cubicBezTo>
                <a:cubicBezTo>
                  <a:pt x="47224" y="8669"/>
                  <a:pt x="48631" y="10255"/>
                  <a:pt x="50159" y="11749"/>
                </a:cubicBezTo>
                <a:cubicBezTo>
                  <a:pt x="51687" y="13243"/>
                  <a:pt x="53260" y="14797"/>
                  <a:pt x="54880" y="16410"/>
                </a:cubicBezTo>
                <a:cubicBezTo>
                  <a:pt x="55064" y="16650"/>
                  <a:pt x="55078" y="16948"/>
                  <a:pt x="54924" y="17305"/>
                </a:cubicBezTo>
                <a:cubicBezTo>
                  <a:pt x="54770" y="17661"/>
                  <a:pt x="54510" y="18004"/>
                  <a:pt x="54144" y="18333"/>
                </a:cubicBezTo>
                <a:cubicBezTo>
                  <a:pt x="53777" y="18662"/>
                  <a:pt x="53367" y="18904"/>
                  <a:pt x="52915" y="19061"/>
                </a:cubicBezTo>
                <a:cubicBezTo>
                  <a:pt x="52464" y="19217"/>
                  <a:pt x="52093" y="19168"/>
                  <a:pt x="51803" y="18914"/>
                </a:cubicBezTo>
                <a:cubicBezTo>
                  <a:pt x="46165" y="14672"/>
                  <a:pt x="40690" y="12565"/>
                  <a:pt x="35380" y="12595"/>
                </a:cubicBezTo>
                <a:cubicBezTo>
                  <a:pt x="30070" y="12625"/>
                  <a:pt x="24868" y="14595"/>
                  <a:pt x="19775" y="18504"/>
                </a:cubicBezTo>
                <a:cubicBezTo>
                  <a:pt x="15820" y="21541"/>
                  <a:pt x="13198" y="24887"/>
                  <a:pt x="11910" y="28543"/>
                </a:cubicBezTo>
                <a:cubicBezTo>
                  <a:pt x="10621" y="32199"/>
                  <a:pt x="10236" y="35946"/>
                  <a:pt x="10755" y="39785"/>
                </a:cubicBezTo>
                <a:cubicBezTo>
                  <a:pt x="11274" y="43624"/>
                  <a:pt x="12465" y="47377"/>
                  <a:pt x="14327" y="51044"/>
                </a:cubicBezTo>
                <a:cubicBezTo>
                  <a:pt x="16189" y="54709"/>
                  <a:pt x="18293" y="58070"/>
                  <a:pt x="20639" y="61126"/>
                </a:cubicBezTo>
                <a:cubicBezTo>
                  <a:pt x="23215" y="64481"/>
                  <a:pt x="26150" y="67561"/>
                  <a:pt x="29445" y="70365"/>
                </a:cubicBezTo>
                <a:cubicBezTo>
                  <a:pt x="32741" y="73168"/>
                  <a:pt x="36232" y="75297"/>
                  <a:pt x="39919" y="76751"/>
                </a:cubicBezTo>
                <a:cubicBezTo>
                  <a:pt x="43608" y="78205"/>
                  <a:pt x="47410" y="78786"/>
                  <a:pt x="51327" y="78493"/>
                </a:cubicBezTo>
                <a:cubicBezTo>
                  <a:pt x="55245" y="78200"/>
                  <a:pt x="59062" y="76627"/>
                  <a:pt x="62778" y="73774"/>
                </a:cubicBezTo>
                <a:cubicBezTo>
                  <a:pt x="65654" y="71567"/>
                  <a:pt x="68034" y="69334"/>
                  <a:pt x="69920" y="67077"/>
                </a:cubicBezTo>
                <a:cubicBezTo>
                  <a:pt x="71806" y="64820"/>
                  <a:pt x="72999" y="62403"/>
                  <a:pt x="73499" y="59828"/>
                </a:cubicBezTo>
                <a:cubicBezTo>
                  <a:pt x="74082" y="56619"/>
                  <a:pt x="74012" y="53364"/>
                  <a:pt x="73287" y="50064"/>
                </a:cubicBezTo>
                <a:cubicBezTo>
                  <a:pt x="72564" y="46763"/>
                  <a:pt x="71268" y="43400"/>
                  <a:pt x="69401" y="39976"/>
                </a:cubicBezTo>
                <a:cubicBezTo>
                  <a:pt x="69138" y="39510"/>
                  <a:pt x="69125" y="39091"/>
                  <a:pt x="69362" y="38719"/>
                </a:cubicBezTo>
                <a:cubicBezTo>
                  <a:pt x="69600" y="38346"/>
                  <a:pt x="69934" y="38066"/>
                  <a:pt x="70363" y="37881"/>
                </a:cubicBezTo>
                <a:cubicBezTo>
                  <a:pt x="70792" y="37694"/>
                  <a:pt x="71248" y="37606"/>
                  <a:pt x="71731" y="37616"/>
                </a:cubicBezTo>
                <a:cubicBezTo>
                  <a:pt x="72214" y="37625"/>
                  <a:pt x="72519" y="37772"/>
                  <a:pt x="72643" y="38057"/>
                </a:cubicBezTo>
                <a:cubicBezTo>
                  <a:pt x="73383" y="39394"/>
                  <a:pt x="74172" y="40670"/>
                  <a:pt x="75008" y="41885"/>
                </a:cubicBezTo>
                <a:cubicBezTo>
                  <a:pt x="75846" y="43099"/>
                  <a:pt x="76725" y="44306"/>
                  <a:pt x="77645" y="45504"/>
                </a:cubicBezTo>
                <a:cubicBezTo>
                  <a:pt x="79209" y="47541"/>
                  <a:pt x="80883" y="49566"/>
                  <a:pt x="82666" y="51579"/>
                </a:cubicBezTo>
                <a:cubicBezTo>
                  <a:pt x="84449" y="53590"/>
                  <a:pt x="86297" y="55719"/>
                  <a:pt x="88211" y="57964"/>
                </a:cubicBezTo>
                <a:cubicBezTo>
                  <a:pt x="88487" y="58323"/>
                  <a:pt x="88573" y="58684"/>
                  <a:pt x="88470" y="59048"/>
                </a:cubicBezTo>
                <a:cubicBezTo>
                  <a:pt x="88369" y="59412"/>
                  <a:pt x="88165" y="59736"/>
                  <a:pt x="87859" y="60019"/>
                </a:cubicBezTo>
                <a:cubicBezTo>
                  <a:pt x="87553" y="60301"/>
                  <a:pt x="87193" y="60483"/>
                  <a:pt x="86778" y="60563"/>
                </a:cubicBezTo>
                <a:cubicBezTo>
                  <a:pt x="86363" y="60644"/>
                  <a:pt x="86010" y="60557"/>
                  <a:pt x="85721" y="60302"/>
                </a:cubicBezTo>
                <a:cubicBezTo>
                  <a:pt x="85188" y="59856"/>
                  <a:pt x="84576" y="59493"/>
                  <a:pt x="83885" y="59214"/>
                </a:cubicBezTo>
                <a:cubicBezTo>
                  <a:pt x="83194" y="58935"/>
                  <a:pt x="82482" y="58815"/>
                  <a:pt x="81751" y="58853"/>
                </a:cubicBezTo>
                <a:cubicBezTo>
                  <a:pt x="81018" y="58891"/>
                  <a:pt x="80322" y="59163"/>
                  <a:pt x="79663" y="59669"/>
                </a:cubicBezTo>
                <a:cubicBezTo>
                  <a:pt x="79063" y="60130"/>
                  <a:pt x="78535" y="60868"/>
                  <a:pt x="78077" y="61885"/>
                </a:cubicBezTo>
                <a:cubicBezTo>
                  <a:pt x="77312" y="63616"/>
                  <a:pt x="76511" y="65208"/>
                  <a:pt x="75673" y="66661"/>
                </a:cubicBezTo>
                <a:cubicBezTo>
                  <a:pt x="74836" y="68113"/>
                  <a:pt x="73903" y="69471"/>
                  <a:pt x="72873" y="70737"/>
                </a:cubicBezTo>
                <a:cubicBezTo>
                  <a:pt x="71845" y="72003"/>
                  <a:pt x="70688" y="73225"/>
                  <a:pt x="69401" y="74403"/>
                </a:cubicBezTo>
                <a:cubicBezTo>
                  <a:pt x="68115" y="75580"/>
                  <a:pt x="66663" y="76790"/>
                  <a:pt x="65046" y="78032"/>
                </a:cubicBezTo>
                <a:cubicBezTo>
                  <a:pt x="54440" y="86174"/>
                  <a:pt x="44540" y="89561"/>
                  <a:pt x="35346" y="88193"/>
                </a:cubicBezTo>
                <a:cubicBezTo>
                  <a:pt x="26151" y="86823"/>
                  <a:pt x="17759" y="81194"/>
                  <a:pt x="10168" y="71307"/>
                </a:cubicBezTo>
                <a:cubicBezTo>
                  <a:pt x="6120" y="66034"/>
                  <a:pt x="3353" y="60754"/>
                  <a:pt x="1866" y="55469"/>
                </a:cubicBezTo>
                <a:cubicBezTo>
                  <a:pt x="379" y="50181"/>
                  <a:pt x="0" y="45067"/>
                  <a:pt x="730" y="40125"/>
                </a:cubicBezTo>
                <a:cubicBezTo>
                  <a:pt x="1460" y="35183"/>
                  <a:pt x="3247" y="30502"/>
                  <a:pt x="6091" y="26080"/>
                </a:cubicBezTo>
                <a:cubicBezTo>
                  <a:pt x="8935" y="21659"/>
                  <a:pt x="12664" y="17677"/>
                  <a:pt x="17278" y="141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Text o">
            <a:extLst xmlns:a="http://schemas.openxmlformats.org/drawingml/2006/main">
              <a:ext uri="{FF2B5EF4-FFF2-40B4-BE49-F238E27FC236}">
                <a16:creationId xmlns:a16="http://schemas.microsoft.com/office/drawing/2014/main" id="{2616E150-9E3F-4A76-97ED-27089E69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534" y="1736840"/>
            <a:ext cx="54425" cy="55838"/>
          </a:xfrm>
          <a:custGeom xmlns:a="http://schemas.openxmlformats.org/drawingml/2006/main">
            <a:pathLst>
              <a:path w="54425" h="55838">
                <a:moveTo>
                  <a:pt x="46993" y="10966"/>
                </a:moveTo>
                <a:cubicBezTo>
                  <a:pt x="49799" y="14621"/>
                  <a:pt x="51774" y="18248"/>
                  <a:pt x="52918" y="21846"/>
                </a:cubicBezTo>
                <a:cubicBezTo>
                  <a:pt x="54061" y="25444"/>
                  <a:pt x="54425" y="28927"/>
                  <a:pt x="54010" y="32294"/>
                </a:cubicBezTo>
                <a:cubicBezTo>
                  <a:pt x="53595" y="35661"/>
                  <a:pt x="52448" y="38850"/>
                  <a:pt x="50570" y="41863"/>
                </a:cubicBezTo>
                <a:cubicBezTo>
                  <a:pt x="48693" y="44875"/>
                  <a:pt x="46136" y="47623"/>
                  <a:pt x="42900" y="50107"/>
                </a:cubicBezTo>
                <a:cubicBezTo>
                  <a:pt x="40084" y="52269"/>
                  <a:pt x="37121" y="53806"/>
                  <a:pt x="34012" y="54719"/>
                </a:cubicBezTo>
                <a:cubicBezTo>
                  <a:pt x="30902" y="55629"/>
                  <a:pt x="27777" y="55838"/>
                  <a:pt x="24635" y="55345"/>
                </a:cubicBezTo>
                <a:cubicBezTo>
                  <a:pt x="21495" y="54851"/>
                  <a:pt x="18346" y="53602"/>
                  <a:pt x="15187" y="51599"/>
                </a:cubicBezTo>
                <a:cubicBezTo>
                  <a:pt x="12029" y="49594"/>
                  <a:pt x="9001" y="46704"/>
                  <a:pt x="6103" y="42929"/>
                </a:cubicBezTo>
                <a:cubicBezTo>
                  <a:pt x="3757" y="39873"/>
                  <a:pt x="2116" y="36681"/>
                  <a:pt x="1180" y="33353"/>
                </a:cubicBezTo>
                <a:cubicBezTo>
                  <a:pt x="244" y="30024"/>
                  <a:pt x="0" y="26759"/>
                  <a:pt x="447" y="23559"/>
                </a:cubicBezTo>
                <a:cubicBezTo>
                  <a:pt x="894" y="20358"/>
                  <a:pt x="2015" y="17259"/>
                  <a:pt x="3809" y="14262"/>
                </a:cubicBezTo>
                <a:cubicBezTo>
                  <a:pt x="5604" y="11265"/>
                  <a:pt x="8029" y="8594"/>
                  <a:pt x="11086" y="6247"/>
                </a:cubicBezTo>
                <a:cubicBezTo>
                  <a:pt x="14022" y="3993"/>
                  <a:pt x="17078" y="2362"/>
                  <a:pt x="20254" y="1352"/>
                </a:cubicBezTo>
                <a:cubicBezTo>
                  <a:pt x="23431" y="341"/>
                  <a:pt x="26573" y="0"/>
                  <a:pt x="29682" y="328"/>
                </a:cubicBezTo>
                <a:cubicBezTo>
                  <a:pt x="32792" y="655"/>
                  <a:pt x="35822" y="1686"/>
                  <a:pt x="38773" y="3422"/>
                </a:cubicBezTo>
                <a:cubicBezTo>
                  <a:pt x="41723" y="5156"/>
                  <a:pt x="44463" y="7670"/>
                  <a:pt x="46993" y="10966"/>
                </a:cubicBezTo>
                <a:moveTo>
                  <a:pt x="38315" y="19199"/>
                </a:moveTo>
                <a:cubicBezTo>
                  <a:pt x="36567" y="16923"/>
                  <a:pt x="34716" y="14821"/>
                  <a:pt x="32760" y="12895"/>
                </a:cubicBezTo>
                <a:cubicBezTo>
                  <a:pt x="30803" y="10967"/>
                  <a:pt x="28792" y="9463"/>
                  <a:pt x="26725" y="8384"/>
                </a:cubicBezTo>
                <a:cubicBezTo>
                  <a:pt x="24658" y="7304"/>
                  <a:pt x="22544" y="6784"/>
                  <a:pt x="20384" y="6823"/>
                </a:cubicBezTo>
                <a:cubicBezTo>
                  <a:pt x="18225" y="6862"/>
                  <a:pt x="16066" y="7710"/>
                  <a:pt x="13908" y="9367"/>
                </a:cubicBezTo>
                <a:cubicBezTo>
                  <a:pt x="11512" y="11206"/>
                  <a:pt x="9955" y="13211"/>
                  <a:pt x="9238" y="15380"/>
                </a:cubicBezTo>
                <a:cubicBezTo>
                  <a:pt x="8523" y="17548"/>
                  <a:pt x="8386" y="19820"/>
                  <a:pt x="8829" y="22194"/>
                </a:cubicBezTo>
                <a:cubicBezTo>
                  <a:pt x="9271" y="24569"/>
                  <a:pt x="10156" y="26962"/>
                  <a:pt x="11481" y="29372"/>
                </a:cubicBezTo>
                <a:cubicBezTo>
                  <a:pt x="12808" y="31782"/>
                  <a:pt x="14369" y="34155"/>
                  <a:pt x="16163" y="36492"/>
                </a:cubicBezTo>
                <a:cubicBezTo>
                  <a:pt x="17727" y="38529"/>
                  <a:pt x="19486" y="40512"/>
                  <a:pt x="21442" y="42440"/>
                </a:cubicBezTo>
                <a:cubicBezTo>
                  <a:pt x="23398" y="44366"/>
                  <a:pt x="25462" y="45877"/>
                  <a:pt x="27635" y="46971"/>
                </a:cubicBezTo>
                <a:cubicBezTo>
                  <a:pt x="29808" y="48064"/>
                  <a:pt x="32065" y="48617"/>
                  <a:pt x="34407" y="48630"/>
                </a:cubicBezTo>
                <a:cubicBezTo>
                  <a:pt x="36750" y="48641"/>
                  <a:pt x="39059" y="47772"/>
                  <a:pt x="41337" y="46023"/>
                </a:cubicBezTo>
                <a:cubicBezTo>
                  <a:pt x="43674" y="44229"/>
                  <a:pt x="45147" y="42241"/>
                  <a:pt x="45756" y="40059"/>
                </a:cubicBezTo>
                <a:cubicBezTo>
                  <a:pt x="46366" y="37876"/>
                  <a:pt x="46409" y="35605"/>
                  <a:pt x="45884" y="33247"/>
                </a:cubicBezTo>
                <a:cubicBezTo>
                  <a:pt x="45359" y="30887"/>
                  <a:pt x="44392" y="28511"/>
                  <a:pt x="42982" y="26116"/>
                </a:cubicBezTo>
                <a:cubicBezTo>
                  <a:pt x="41573" y="23722"/>
                  <a:pt x="40017" y="21417"/>
                  <a:pt x="38315" y="191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Text n">
            <a:extLst xmlns:a="http://schemas.openxmlformats.org/drawingml/2006/main">
              <a:ext uri="{FF2B5EF4-FFF2-40B4-BE49-F238E27FC236}">
                <a16:creationId xmlns:a16="http://schemas.microsoft.com/office/drawing/2014/main" id="{FA9394E6-D9D1-42FB-86C7-7F7457D4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954" y="1697778"/>
            <a:ext cx="78049" cy="68680"/>
          </a:xfrm>
          <a:custGeom xmlns:a="http://schemas.openxmlformats.org/drawingml/2006/main">
            <a:pathLst>
              <a:path w="78049" h="68680">
                <a:moveTo>
                  <a:pt x="36472" y="45896"/>
                </a:moveTo>
                <a:cubicBezTo>
                  <a:pt x="37623" y="47394"/>
                  <a:pt x="38618" y="48630"/>
                  <a:pt x="39460" y="49603"/>
                </a:cubicBezTo>
                <a:cubicBezTo>
                  <a:pt x="40302" y="50575"/>
                  <a:pt x="41111" y="51287"/>
                  <a:pt x="41887" y="51740"/>
                </a:cubicBezTo>
                <a:cubicBezTo>
                  <a:pt x="42663" y="52192"/>
                  <a:pt x="43503" y="52356"/>
                  <a:pt x="44408" y="52232"/>
                </a:cubicBezTo>
                <a:cubicBezTo>
                  <a:pt x="45313" y="52109"/>
                  <a:pt x="46404" y="51700"/>
                  <a:pt x="47680" y="51006"/>
                </a:cubicBezTo>
                <a:cubicBezTo>
                  <a:pt x="48085" y="50790"/>
                  <a:pt x="48481" y="50747"/>
                  <a:pt x="48869" y="50879"/>
                </a:cubicBezTo>
                <a:cubicBezTo>
                  <a:pt x="49256" y="51010"/>
                  <a:pt x="49587" y="51256"/>
                  <a:pt x="49863" y="51615"/>
                </a:cubicBezTo>
                <a:cubicBezTo>
                  <a:pt x="50093" y="51915"/>
                  <a:pt x="50222" y="52269"/>
                  <a:pt x="50249" y="52677"/>
                </a:cubicBezTo>
                <a:cubicBezTo>
                  <a:pt x="50276" y="53085"/>
                  <a:pt x="50110" y="53427"/>
                  <a:pt x="49750" y="53703"/>
                </a:cubicBezTo>
                <a:cubicBezTo>
                  <a:pt x="49151" y="54162"/>
                  <a:pt x="47947" y="54920"/>
                  <a:pt x="46137" y="55975"/>
                </a:cubicBezTo>
                <a:cubicBezTo>
                  <a:pt x="44329" y="57031"/>
                  <a:pt x="42526" y="58248"/>
                  <a:pt x="40728" y="59628"/>
                </a:cubicBezTo>
                <a:cubicBezTo>
                  <a:pt x="38811" y="61100"/>
                  <a:pt x="37034" y="62631"/>
                  <a:pt x="35397" y="64220"/>
                </a:cubicBezTo>
                <a:cubicBezTo>
                  <a:pt x="33761" y="65811"/>
                  <a:pt x="32164" y="67204"/>
                  <a:pt x="30606" y="68400"/>
                </a:cubicBezTo>
                <a:cubicBezTo>
                  <a:pt x="30306" y="68630"/>
                  <a:pt x="29963" y="68680"/>
                  <a:pt x="29575" y="68548"/>
                </a:cubicBezTo>
                <a:cubicBezTo>
                  <a:pt x="29189" y="68416"/>
                  <a:pt x="28881" y="68200"/>
                  <a:pt x="28651" y="67900"/>
                </a:cubicBezTo>
                <a:cubicBezTo>
                  <a:pt x="28375" y="67541"/>
                  <a:pt x="28223" y="67157"/>
                  <a:pt x="28195" y="66750"/>
                </a:cubicBezTo>
                <a:cubicBezTo>
                  <a:pt x="28168" y="66342"/>
                  <a:pt x="28312" y="65970"/>
                  <a:pt x="28627" y="65634"/>
                </a:cubicBezTo>
                <a:cubicBezTo>
                  <a:pt x="29986" y="64304"/>
                  <a:pt x="30955" y="63180"/>
                  <a:pt x="31534" y="62260"/>
                </a:cubicBezTo>
                <a:cubicBezTo>
                  <a:pt x="32113" y="61339"/>
                  <a:pt x="32367" y="60430"/>
                  <a:pt x="32297" y="59532"/>
                </a:cubicBezTo>
                <a:cubicBezTo>
                  <a:pt x="32226" y="58633"/>
                  <a:pt x="31852" y="57681"/>
                  <a:pt x="31176" y="56678"/>
                </a:cubicBezTo>
                <a:cubicBezTo>
                  <a:pt x="30500" y="55672"/>
                  <a:pt x="29587" y="54420"/>
                  <a:pt x="28436" y="52922"/>
                </a:cubicBezTo>
                <a:lnTo>
                  <a:pt x="19742" y="41597"/>
                </a:lnTo>
                <a:cubicBezTo>
                  <a:pt x="17489" y="38662"/>
                  <a:pt x="15584" y="36243"/>
                  <a:pt x="14028" y="34342"/>
                </a:cubicBezTo>
                <a:cubicBezTo>
                  <a:pt x="12474" y="32440"/>
                  <a:pt x="11080" y="31058"/>
                  <a:pt x="9847" y="30195"/>
                </a:cubicBezTo>
                <a:cubicBezTo>
                  <a:pt x="8613" y="29332"/>
                  <a:pt x="7434" y="28975"/>
                  <a:pt x="6310" y="29124"/>
                </a:cubicBezTo>
                <a:cubicBezTo>
                  <a:pt x="5186" y="29272"/>
                  <a:pt x="3905" y="29898"/>
                  <a:pt x="2467" y="31003"/>
                </a:cubicBezTo>
                <a:cubicBezTo>
                  <a:pt x="2107" y="31278"/>
                  <a:pt x="1731" y="31377"/>
                  <a:pt x="1336" y="31299"/>
                </a:cubicBezTo>
                <a:cubicBezTo>
                  <a:pt x="943" y="31220"/>
                  <a:pt x="631" y="31031"/>
                  <a:pt x="401" y="30731"/>
                </a:cubicBezTo>
                <a:cubicBezTo>
                  <a:pt x="125" y="30372"/>
                  <a:pt x="0" y="29992"/>
                  <a:pt x="25" y="29592"/>
                </a:cubicBezTo>
                <a:cubicBezTo>
                  <a:pt x="52" y="29191"/>
                  <a:pt x="245" y="28852"/>
                  <a:pt x="604" y="28576"/>
                </a:cubicBezTo>
                <a:cubicBezTo>
                  <a:pt x="1742" y="27703"/>
                  <a:pt x="3267" y="26246"/>
                  <a:pt x="5178" y="24208"/>
                </a:cubicBezTo>
                <a:cubicBezTo>
                  <a:pt x="7089" y="22169"/>
                  <a:pt x="8930" y="19946"/>
                  <a:pt x="10702" y="17539"/>
                </a:cubicBezTo>
                <a:cubicBezTo>
                  <a:pt x="11356" y="16655"/>
                  <a:pt x="12111" y="16336"/>
                  <a:pt x="12968" y="16584"/>
                </a:cubicBezTo>
                <a:cubicBezTo>
                  <a:pt x="13825" y="16831"/>
                  <a:pt x="14530" y="17314"/>
                  <a:pt x="15081" y="18033"/>
                </a:cubicBezTo>
                <a:lnTo>
                  <a:pt x="17841" y="21628"/>
                </a:lnTo>
                <a:cubicBezTo>
                  <a:pt x="17933" y="21747"/>
                  <a:pt x="18035" y="21788"/>
                  <a:pt x="18148" y="21749"/>
                </a:cubicBezTo>
                <a:cubicBezTo>
                  <a:pt x="18261" y="21711"/>
                  <a:pt x="18302" y="21608"/>
                  <a:pt x="18270" y="21442"/>
                </a:cubicBezTo>
                <a:cubicBezTo>
                  <a:pt x="18183" y="20461"/>
                  <a:pt x="18204" y="19279"/>
                  <a:pt x="18333" y="17895"/>
                </a:cubicBezTo>
                <a:cubicBezTo>
                  <a:pt x="18460" y="16511"/>
                  <a:pt x="18773" y="15058"/>
                  <a:pt x="19270" y="13534"/>
                </a:cubicBezTo>
                <a:cubicBezTo>
                  <a:pt x="19766" y="12009"/>
                  <a:pt x="20489" y="10501"/>
                  <a:pt x="21439" y="9011"/>
                </a:cubicBezTo>
                <a:cubicBezTo>
                  <a:pt x="22389" y="7519"/>
                  <a:pt x="23673" y="6151"/>
                  <a:pt x="25291" y="4909"/>
                </a:cubicBezTo>
                <a:cubicBezTo>
                  <a:pt x="29785" y="1459"/>
                  <a:pt x="34260" y="0"/>
                  <a:pt x="38715" y="532"/>
                </a:cubicBezTo>
                <a:cubicBezTo>
                  <a:pt x="43172" y="1063"/>
                  <a:pt x="47539" y="4115"/>
                  <a:pt x="51816" y="9687"/>
                </a:cubicBezTo>
                <a:lnTo>
                  <a:pt x="63616" y="25057"/>
                </a:lnTo>
                <a:cubicBezTo>
                  <a:pt x="64859" y="26675"/>
                  <a:pt x="65916" y="27959"/>
                  <a:pt x="66787" y="28909"/>
                </a:cubicBezTo>
                <a:cubicBezTo>
                  <a:pt x="67659" y="29859"/>
                  <a:pt x="68501" y="30522"/>
                  <a:pt x="69313" y="30898"/>
                </a:cubicBezTo>
                <a:cubicBezTo>
                  <a:pt x="70126" y="31274"/>
                  <a:pt x="71003" y="31362"/>
                  <a:pt x="71946" y="31163"/>
                </a:cubicBezTo>
                <a:cubicBezTo>
                  <a:pt x="72888" y="30963"/>
                  <a:pt x="74058" y="30470"/>
                  <a:pt x="75454" y="29684"/>
                </a:cubicBezTo>
                <a:cubicBezTo>
                  <a:pt x="75859" y="29468"/>
                  <a:pt x="76255" y="29426"/>
                  <a:pt x="76641" y="29558"/>
                </a:cubicBezTo>
                <a:cubicBezTo>
                  <a:pt x="77028" y="29689"/>
                  <a:pt x="77360" y="29934"/>
                  <a:pt x="77635" y="30294"/>
                </a:cubicBezTo>
                <a:cubicBezTo>
                  <a:pt x="77866" y="30594"/>
                  <a:pt x="77994" y="30948"/>
                  <a:pt x="78021" y="31356"/>
                </a:cubicBezTo>
                <a:cubicBezTo>
                  <a:pt x="78049" y="31763"/>
                  <a:pt x="77883" y="32105"/>
                  <a:pt x="77524" y="32380"/>
                </a:cubicBezTo>
                <a:cubicBezTo>
                  <a:pt x="76745" y="32978"/>
                  <a:pt x="75391" y="33851"/>
                  <a:pt x="73461" y="34998"/>
                </a:cubicBezTo>
                <a:cubicBezTo>
                  <a:pt x="71533" y="36146"/>
                  <a:pt x="69670" y="37410"/>
                  <a:pt x="67872" y="38789"/>
                </a:cubicBezTo>
                <a:cubicBezTo>
                  <a:pt x="65955" y="40261"/>
                  <a:pt x="64208" y="41769"/>
                  <a:pt x="62630" y="43313"/>
                </a:cubicBezTo>
                <a:cubicBezTo>
                  <a:pt x="61055" y="44857"/>
                  <a:pt x="59698" y="46066"/>
                  <a:pt x="58559" y="46940"/>
                </a:cubicBezTo>
                <a:cubicBezTo>
                  <a:pt x="58259" y="47170"/>
                  <a:pt x="57916" y="47219"/>
                  <a:pt x="57529" y="47088"/>
                </a:cubicBezTo>
                <a:cubicBezTo>
                  <a:pt x="57142" y="46956"/>
                  <a:pt x="56834" y="46740"/>
                  <a:pt x="56604" y="46440"/>
                </a:cubicBezTo>
                <a:cubicBezTo>
                  <a:pt x="56328" y="46081"/>
                  <a:pt x="56176" y="45697"/>
                  <a:pt x="56148" y="45290"/>
                </a:cubicBezTo>
                <a:cubicBezTo>
                  <a:pt x="56121" y="44882"/>
                  <a:pt x="56265" y="44510"/>
                  <a:pt x="56578" y="44175"/>
                </a:cubicBezTo>
                <a:cubicBezTo>
                  <a:pt x="57759" y="42983"/>
                  <a:pt x="58555" y="41943"/>
                  <a:pt x="58968" y="41055"/>
                </a:cubicBezTo>
                <a:cubicBezTo>
                  <a:pt x="59381" y="40166"/>
                  <a:pt x="59511" y="39281"/>
                  <a:pt x="59357" y="38399"/>
                </a:cubicBezTo>
                <a:cubicBezTo>
                  <a:pt x="59204" y="37516"/>
                  <a:pt x="58800" y="36587"/>
                  <a:pt x="58147" y="35614"/>
                </a:cubicBezTo>
                <a:cubicBezTo>
                  <a:pt x="57495" y="34639"/>
                  <a:pt x="56639" y="33462"/>
                  <a:pt x="55580" y="32083"/>
                </a:cubicBezTo>
                <a:lnTo>
                  <a:pt x="45092" y="18422"/>
                </a:lnTo>
                <a:cubicBezTo>
                  <a:pt x="43942" y="16923"/>
                  <a:pt x="42732" y="15471"/>
                  <a:pt x="41462" y="14065"/>
                </a:cubicBezTo>
                <a:cubicBezTo>
                  <a:pt x="40193" y="12659"/>
                  <a:pt x="38828" y="11564"/>
                  <a:pt x="37369" y="10780"/>
                </a:cubicBezTo>
                <a:cubicBezTo>
                  <a:pt x="35910" y="9995"/>
                  <a:pt x="34372" y="9604"/>
                  <a:pt x="32754" y="9607"/>
                </a:cubicBezTo>
                <a:cubicBezTo>
                  <a:pt x="31138" y="9610"/>
                  <a:pt x="29431" y="10302"/>
                  <a:pt x="27633" y="11682"/>
                </a:cubicBezTo>
                <a:cubicBezTo>
                  <a:pt x="25836" y="13062"/>
                  <a:pt x="24481" y="14554"/>
                  <a:pt x="23570" y="16159"/>
                </a:cubicBezTo>
                <a:cubicBezTo>
                  <a:pt x="22659" y="17763"/>
                  <a:pt x="22107" y="19401"/>
                  <a:pt x="21914" y="21073"/>
                </a:cubicBezTo>
                <a:cubicBezTo>
                  <a:pt x="21722" y="22745"/>
                  <a:pt x="21880" y="24409"/>
                  <a:pt x="22390" y="26065"/>
                </a:cubicBezTo>
                <a:cubicBezTo>
                  <a:pt x="22900" y="27721"/>
                  <a:pt x="23707" y="29269"/>
                  <a:pt x="24811" y="30707"/>
                </a:cubicBezTo>
                <a:lnTo>
                  <a:pt x="36472" y="458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Text t">
            <a:extLst xmlns:a="http://schemas.openxmlformats.org/drawingml/2006/main">
              <a:ext uri="{FF2B5EF4-FFF2-40B4-BE49-F238E27FC236}">
                <a16:creationId xmlns:a16="http://schemas.microsoft.com/office/drawing/2014/main" id="{EC5D96FD-7DB0-4F94-BDC1-750BF7F0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101" y="1664400"/>
            <a:ext cx="55017" cy="53689"/>
          </a:xfrm>
          <a:custGeom xmlns:a="http://schemas.openxmlformats.org/drawingml/2006/main">
            <a:pathLst>
              <a:path w="55017" h="53689">
                <a:moveTo>
                  <a:pt x="33774" y="36596"/>
                </a:moveTo>
                <a:cubicBezTo>
                  <a:pt x="36350" y="39951"/>
                  <a:pt x="38633" y="42151"/>
                  <a:pt x="40625" y="43194"/>
                </a:cubicBezTo>
                <a:cubicBezTo>
                  <a:pt x="42615" y="44237"/>
                  <a:pt x="44599" y="43999"/>
                  <a:pt x="46577" y="42481"/>
                </a:cubicBezTo>
                <a:cubicBezTo>
                  <a:pt x="47955" y="41423"/>
                  <a:pt x="49097" y="40213"/>
                  <a:pt x="50003" y="38852"/>
                </a:cubicBezTo>
                <a:cubicBezTo>
                  <a:pt x="50910" y="37489"/>
                  <a:pt x="51509" y="36315"/>
                  <a:pt x="51800" y="35329"/>
                </a:cubicBezTo>
                <a:cubicBezTo>
                  <a:pt x="51889" y="35071"/>
                  <a:pt x="52087" y="34895"/>
                  <a:pt x="52395" y="34801"/>
                </a:cubicBezTo>
                <a:cubicBezTo>
                  <a:pt x="52703" y="34707"/>
                  <a:pt x="53028" y="34696"/>
                  <a:pt x="53369" y="34768"/>
                </a:cubicBezTo>
                <a:cubicBezTo>
                  <a:pt x="53709" y="34840"/>
                  <a:pt x="54017" y="34960"/>
                  <a:pt x="54290" y="35131"/>
                </a:cubicBezTo>
                <a:cubicBezTo>
                  <a:pt x="54565" y="35301"/>
                  <a:pt x="54711" y="35522"/>
                  <a:pt x="54730" y="35794"/>
                </a:cubicBezTo>
                <a:cubicBezTo>
                  <a:pt x="55017" y="38525"/>
                  <a:pt x="54546" y="40982"/>
                  <a:pt x="53316" y="43164"/>
                </a:cubicBezTo>
                <a:cubicBezTo>
                  <a:pt x="52086" y="45346"/>
                  <a:pt x="50243" y="47380"/>
                  <a:pt x="47786" y="49266"/>
                </a:cubicBezTo>
                <a:cubicBezTo>
                  <a:pt x="43712" y="52394"/>
                  <a:pt x="40135" y="53689"/>
                  <a:pt x="37055" y="53150"/>
                </a:cubicBezTo>
                <a:cubicBezTo>
                  <a:pt x="33974" y="52610"/>
                  <a:pt x="30938" y="50393"/>
                  <a:pt x="27948" y="46498"/>
                </a:cubicBezTo>
                <a:lnTo>
                  <a:pt x="10214" y="23398"/>
                </a:lnTo>
                <a:cubicBezTo>
                  <a:pt x="9662" y="22680"/>
                  <a:pt x="9195" y="22134"/>
                  <a:pt x="8813" y="21760"/>
                </a:cubicBezTo>
                <a:cubicBezTo>
                  <a:pt x="8431" y="21386"/>
                  <a:pt x="8022" y="21225"/>
                  <a:pt x="7584" y="21276"/>
                </a:cubicBezTo>
                <a:cubicBezTo>
                  <a:pt x="7146" y="21326"/>
                  <a:pt x="6571" y="21601"/>
                  <a:pt x="5858" y="22100"/>
                </a:cubicBezTo>
                <a:cubicBezTo>
                  <a:pt x="5146" y="22598"/>
                  <a:pt x="4162" y="23330"/>
                  <a:pt x="2903" y="24296"/>
                </a:cubicBezTo>
                <a:cubicBezTo>
                  <a:pt x="2723" y="24434"/>
                  <a:pt x="2435" y="24370"/>
                  <a:pt x="2040" y="24102"/>
                </a:cubicBezTo>
                <a:cubicBezTo>
                  <a:pt x="1644" y="23835"/>
                  <a:pt x="1270" y="23503"/>
                  <a:pt x="918" y="23106"/>
                </a:cubicBezTo>
                <a:cubicBezTo>
                  <a:pt x="565" y="22710"/>
                  <a:pt x="311" y="22286"/>
                  <a:pt x="155" y="21835"/>
                </a:cubicBezTo>
                <a:cubicBezTo>
                  <a:pt x="0" y="21383"/>
                  <a:pt x="42" y="21065"/>
                  <a:pt x="282" y="20881"/>
                </a:cubicBezTo>
                <a:cubicBezTo>
                  <a:pt x="1687" y="19611"/>
                  <a:pt x="2803" y="18398"/>
                  <a:pt x="3628" y="17242"/>
                </a:cubicBezTo>
                <a:cubicBezTo>
                  <a:pt x="4454" y="16083"/>
                  <a:pt x="4965" y="14857"/>
                  <a:pt x="5162" y="13564"/>
                </a:cubicBezTo>
                <a:cubicBezTo>
                  <a:pt x="5359" y="12269"/>
                  <a:pt x="5211" y="10835"/>
                  <a:pt x="4717" y="9262"/>
                </a:cubicBezTo>
                <a:cubicBezTo>
                  <a:pt x="4224" y="7688"/>
                  <a:pt x="3368" y="5798"/>
                  <a:pt x="2149" y="3592"/>
                </a:cubicBezTo>
                <a:cubicBezTo>
                  <a:pt x="1933" y="3185"/>
                  <a:pt x="1966" y="2731"/>
                  <a:pt x="2248" y="2230"/>
                </a:cubicBezTo>
                <a:cubicBezTo>
                  <a:pt x="2529" y="1727"/>
                  <a:pt x="2910" y="1292"/>
                  <a:pt x="3389" y="924"/>
                </a:cubicBezTo>
                <a:cubicBezTo>
                  <a:pt x="3868" y="557"/>
                  <a:pt x="4360" y="298"/>
                  <a:pt x="4864" y="149"/>
                </a:cubicBezTo>
                <a:cubicBezTo>
                  <a:pt x="5369" y="0"/>
                  <a:pt x="5713" y="45"/>
                  <a:pt x="5897" y="285"/>
                </a:cubicBezTo>
                <a:lnTo>
                  <a:pt x="11831" y="8014"/>
                </a:lnTo>
                <a:cubicBezTo>
                  <a:pt x="12568" y="8973"/>
                  <a:pt x="13038" y="9494"/>
                  <a:pt x="13243" y="9575"/>
                </a:cubicBezTo>
                <a:cubicBezTo>
                  <a:pt x="13448" y="9654"/>
                  <a:pt x="13880" y="9441"/>
                  <a:pt x="14539" y="8935"/>
                </a:cubicBezTo>
                <a:lnTo>
                  <a:pt x="23886" y="1759"/>
                </a:lnTo>
                <a:cubicBezTo>
                  <a:pt x="24305" y="1437"/>
                  <a:pt x="24759" y="1470"/>
                  <a:pt x="25248" y="1858"/>
                </a:cubicBezTo>
                <a:cubicBezTo>
                  <a:pt x="25735" y="2245"/>
                  <a:pt x="26117" y="2619"/>
                  <a:pt x="26393" y="2978"/>
                </a:cubicBezTo>
                <a:cubicBezTo>
                  <a:pt x="26669" y="3337"/>
                  <a:pt x="26927" y="3829"/>
                  <a:pt x="27168" y="4454"/>
                </a:cubicBezTo>
                <a:cubicBezTo>
                  <a:pt x="27410" y="5077"/>
                  <a:pt x="27291" y="5573"/>
                  <a:pt x="26811" y="5942"/>
                </a:cubicBezTo>
                <a:lnTo>
                  <a:pt x="17194" y="13325"/>
                </a:lnTo>
                <a:cubicBezTo>
                  <a:pt x="16774" y="13647"/>
                  <a:pt x="16615" y="13936"/>
                  <a:pt x="16716" y="14193"/>
                </a:cubicBezTo>
                <a:cubicBezTo>
                  <a:pt x="16818" y="14448"/>
                  <a:pt x="17374" y="15235"/>
                  <a:pt x="18387" y="16553"/>
                </a:cubicBezTo>
                <a:lnTo>
                  <a:pt x="33774" y="365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Text r">
            <a:extLst xmlns:a="http://schemas.openxmlformats.org/drawingml/2006/main">
              <a:ext uri="{FF2B5EF4-FFF2-40B4-BE49-F238E27FC236}">
                <a16:creationId xmlns:a16="http://schemas.microsoft.com/office/drawing/2014/main" id="{6ABAE4B7-FBC5-4D52-A1B0-6EAF8778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5594" y="1637526"/>
            <a:ext cx="55729" cy="65725"/>
          </a:xfrm>
          <a:custGeom xmlns:a="http://schemas.openxmlformats.org/drawingml/2006/main">
            <a:pathLst>
              <a:path w="55729" h="65725">
                <a:moveTo>
                  <a:pt x="37970" y="42321"/>
                </a:moveTo>
                <a:cubicBezTo>
                  <a:pt x="39120" y="43819"/>
                  <a:pt x="40131" y="45043"/>
                  <a:pt x="41003" y="45993"/>
                </a:cubicBezTo>
                <a:cubicBezTo>
                  <a:pt x="41875" y="46942"/>
                  <a:pt x="42834" y="47540"/>
                  <a:pt x="43879" y="47785"/>
                </a:cubicBezTo>
                <a:cubicBezTo>
                  <a:pt x="44924" y="48031"/>
                  <a:pt x="46154" y="47896"/>
                  <a:pt x="47568" y="47381"/>
                </a:cubicBezTo>
                <a:cubicBezTo>
                  <a:pt x="48983" y="46866"/>
                  <a:pt x="50838" y="45870"/>
                  <a:pt x="53133" y="44395"/>
                </a:cubicBezTo>
                <a:cubicBezTo>
                  <a:pt x="53538" y="44178"/>
                  <a:pt x="53934" y="44136"/>
                  <a:pt x="54320" y="44268"/>
                </a:cubicBezTo>
                <a:cubicBezTo>
                  <a:pt x="54707" y="44400"/>
                  <a:pt x="55039" y="44645"/>
                  <a:pt x="55315" y="45004"/>
                </a:cubicBezTo>
                <a:cubicBezTo>
                  <a:pt x="55545" y="45304"/>
                  <a:pt x="55674" y="45658"/>
                  <a:pt x="55701" y="46066"/>
                </a:cubicBezTo>
                <a:cubicBezTo>
                  <a:pt x="55729" y="46474"/>
                  <a:pt x="55563" y="46815"/>
                  <a:pt x="55203" y="47091"/>
                </a:cubicBezTo>
                <a:cubicBezTo>
                  <a:pt x="52627" y="49069"/>
                  <a:pt x="50269" y="50712"/>
                  <a:pt x="48130" y="52020"/>
                </a:cubicBezTo>
                <a:cubicBezTo>
                  <a:pt x="45992" y="53329"/>
                  <a:pt x="44024" y="54673"/>
                  <a:pt x="42226" y="56053"/>
                </a:cubicBezTo>
                <a:cubicBezTo>
                  <a:pt x="40309" y="57525"/>
                  <a:pt x="38486" y="59091"/>
                  <a:pt x="36759" y="60750"/>
                </a:cubicBezTo>
                <a:cubicBezTo>
                  <a:pt x="35033" y="62409"/>
                  <a:pt x="33212" y="63974"/>
                  <a:pt x="31295" y="65446"/>
                </a:cubicBezTo>
                <a:cubicBezTo>
                  <a:pt x="30996" y="65676"/>
                  <a:pt x="30653" y="65725"/>
                  <a:pt x="30265" y="65593"/>
                </a:cubicBezTo>
                <a:cubicBezTo>
                  <a:pt x="29878" y="65462"/>
                  <a:pt x="29569" y="65246"/>
                  <a:pt x="29339" y="64946"/>
                </a:cubicBezTo>
                <a:cubicBezTo>
                  <a:pt x="29063" y="64587"/>
                  <a:pt x="28912" y="64203"/>
                  <a:pt x="28885" y="63795"/>
                </a:cubicBezTo>
                <a:cubicBezTo>
                  <a:pt x="28858" y="63387"/>
                  <a:pt x="29001" y="63016"/>
                  <a:pt x="29315" y="62680"/>
                </a:cubicBezTo>
                <a:cubicBezTo>
                  <a:pt x="30855" y="61212"/>
                  <a:pt x="31950" y="59942"/>
                  <a:pt x="32603" y="58870"/>
                </a:cubicBezTo>
                <a:cubicBezTo>
                  <a:pt x="33256" y="57798"/>
                  <a:pt x="33551" y="56786"/>
                  <a:pt x="33487" y="55835"/>
                </a:cubicBezTo>
                <a:cubicBezTo>
                  <a:pt x="33423" y="54883"/>
                  <a:pt x="33080" y="53908"/>
                  <a:pt x="32457" y="52911"/>
                </a:cubicBezTo>
                <a:cubicBezTo>
                  <a:pt x="31835" y="51913"/>
                  <a:pt x="30994" y="50724"/>
                  <a:pt x="29935" y="49346"/>
                </a:cubicBezTo>
                <a:lnTo>
                  <a:pt x="19861" y="36223"/>
                </a:lnTo>
                <a:cubicBezTo>
                  <a:pt x="17607" y="33287"/>
                  <a:pt x="15765" y="31012"/>
                  <a:pt x="14333" y="29397"/>
                </a:cubicBezTo>
                <a:cubicBezTo>
                  <a:pt x="12902" y="27781"/>
                  <a:pt x="11605" y="26681"/>
                  <a:pt x="10443" y="26099"/>
                </a:cubicBezTo>
                <a:cubicBezTo>
                  <a:pt x="9281" y="25514"/>
                  <a:pt x="8105" y="25440"/>
                  <a:pt x="6916" y="25877"/>
                </a:cubicBezTo>
                <a:cubicBezTo>
                  <a:pt x="5727" y="26313"/>
                  <a:pt x="4248" y="27115"/>
                  <a:pt x="2478" y="28283"/>
                </a:cubicBezTo>
                <a:cubicBezTo>
                  <a:pt x="2179" y="28512"/>
                  <a:pt x="1840" y="28535"/>
                  <a:pt x="1461" y="28351"/>
                </a:cubicBezTo>
                <a:cubicBezTo>
                  <a:pt x="1080" y="28167"/>
                  <a:pt x="775" y="27924"/>
                  <a:pt x="545" y="27624"/>
                </a:cubicBezTo>
                <a:cubicBezTo>
                  <a:pt x="315" y="27325"/>
                  <a:pt x="161" y="26968"/>
                  <a:pt x="80" y="26553"/>
                </a:cubicBezTo>
                <a:cubicBezTo>
                  <a:pt x="0" y="26138"/>
                  <a:pt x="140" y="25793"/>
                  <a:pt x="499" y="25517"/>
                </a:cubicBezTo>
                <a:cubicBezTo>
                  <a:pt x="1606" y="24477"/>
                  <a:pt x="3165" y="23066"/>
                  <a:pt x="5176" y="21283"/>
                </a:cubicBezTo>
                <a:cubicBezTo>
                  <a:pt x="7189" y="19500"/>
                  <a:pt x="9073" y="17458"/>
                  <a:pt x="10830" y="15158"/>
                </a:cubicBezTo>
                <a:cubicBezTo>
                  <a:pt x="11485" y="14274"/>
                  <a:pt x="12152" y="13715"/>
                  <a:pt x="12830" y="13481"/>
                </a:cubicBezTo>
                <a:cubicBezTo>
                  <a:pt x="13507" y="13246"/>
                  <a:pt x="14137" y="13571"/>
                  <a:pt x="14721" y="14457"/>
                </a:cubicBezTo>
                <a:lnTo>
                  <a:pt x="18957" y="20347"/>
                </a:lnTo>
                <a:cubicBezTo>
                  <a:pt x="19049" y="20466"/>
                  <a:pt x="19137" y="20519"/>
                  <a:pt x="19219" y="20503"/>
                </a:cubicBezTo>
                <a:cubicBezTo>
                  <a:pt x="19303" y="20487"/>
                  <a:pt x="19358" y="20373"/>
                  <a:pt x="19385" y="20160"/>
                </a:cubicBezTo>
                <a:cubicBezTo>
                  <a:pt x="18711" y="16678"/>
                  <a:pt x="18714" y="13486"/>
                  <a:pt x="19392" y="10586"/>
                </a:cubicBezTo>
                <a:cubicBezTo>
                  <a:pt x="20069" y="7684"/>
                  <a:pt x="21935" y="5060"/>
                  <a:pt x="24991" y="2714"/>
                </a:cubicBezTo>
                <a:cubicBezTo>
                  <a:pt x="27508" y="782"/>
                  <a:pt x="29860" y="0"/>
                  <a:pt x="32047" y="369"/>
                </a:cubicBezTo>
                <a:cubicBezTo>
                  <a:pt x="34234" y="737"/>
                  <a:pt x="36041" y="1850"/>
                  <a:pt x="37468" y="3708"/>
                </a:cubicBezTo>
                <a:cubicBezTo>
                  <a:pt x="38250" y="4726"/>
                  <a:pt x="38573" y="5954"/>
                  <a:pt x="38439" y="7392"/>
                </a:cubicBezTo>
                <a:cubicBezTo>
                  <a:pt x="38303" y="8828"/>
                  <a:pt x="37517" y="10098"/>
                  <a:pt x="36080" y="11201"/>
                </a:cubicBezTo>
                <a:cubicBezTo>
                  <a:pt x="34701" y="12260"/>
                  <a:pt x="33489" y="12667"/>
                  <a:pt x="32443" y="12422"/>
                </a:cubicBezTo>
                <a:cubicBezTo>
                  <a:pt x="31399" y="12176"/>
                  <a:pt x="30577" y="11663"/>
                  <a:pt x="29979" y="10884"/>
                </a:cubicBezTo>
                <a:cubicBezTo>
                  <a:pt x="29336" y="10046"/>
                  <a:pt x="28665" y="9514"/>
                  <a:pt x="27967" y="9288"/>
                </a:cubicBezTo>
                <a:cubicBezTo>
                  <a:pt x="27269" y="9061"/>
                  <a:pt x="26381" y="9361"/>
                  <a:pt x="25302" y="10190"/>
                </a:cubicBezTo>
                <a:cubicBezTo>
                  <a:pt x="24164" y="11063"/>
                  <a:pt x="23418" y="12231"/>
                  <a:pt x="23064" y="13693"/>
                </a:cubicBezTo>
                <a:cubicBezTo>
                  <a:pt x="22709" y="15155"/>
                  <a:pt x="22594" y="16649"/>
                  <a:pt x="22718" y="18175"/>
                </a:cubicBezTo>
                <a:cubicBezTo>
                  <a:pt x="22840" y="19699"/>
                  <a:pt x="23136" y="21139"/>
                  <a:pt x="23605" y="22494"/>
                </a:cubicBezTo>
                <a:cubicBezTo>
                  <a:pt x="24073" y="23848"/>
                  <a:pt x="24537" y="24824"/>
                  <a:pt x="24997" y="25423"/>
                </a:cubicBezTo>
                <a:lnTo>
                  <a:pt x="37970" y="42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Text a">
            <a:extLst xmlns:a="http://schemas.openxmlformats.org/drawingml/2006/main">
              <a:ext uri="{FF2B5EF4-FFF2-40B4-BE49-F238E27FC236}">
                <a16:creationId xmlns:a16="http://schemas.microsoft.com/office/drawing/2014/main" id="{E7B92AFC-F6E3-4E86-B673-B9BBAA35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450" y="1613690"/>
            <a:ext cx="62387" cy="56926"/>
          </a:xfrm>
          <a:custGeom xmlns:a="http://schemas.openxmlformats.org/drawingml/2006/main">
            <a:pathLst>
              <a:path w="62387" h="56926">
                <a:moveTo>
                  <a:pt x="34615" y="23546"/>
                </a:moveTo>
                <a:cubicBezTo>
                  <a:pt x="34109" y="22887"/>
                  <a:pt x="33768" y="22506"/>
                  <a:pt x="33593" y="22402"/>
                </a:cubicBezTo>
                <a:cubicBezTo>
                  <a:pt x="33418" y="22298"/>
                  <a:pt x="33211" y="22338"/>
                  <a:pt x="32972" y="22522"/>
                </a:cubicBezTo>
                <a:cubicBezTo>
                  <a:pt x="28381" y="26713"/>
                  <a:pt x="25534" y="30542"/>
                  <a:pt x="24432" y="34008"/>
                </a:cubicBezTo>
                <a:cubicBezTo>
                  <a:pt x="23331" y="37472"/>
                  <a:pt x="23769" y="40493"/>
                  <a:pt x="25747" y="43069"/>
                </a:cubicBezTo>
                <a:cubicBezTo>
                  <a:pt x="27127" y="44867"/>
                  <a:pt x="28739" y="46035"/>
                  <a:pt x="30581" y="46574"/>
                </a:cubicBezTo>
                <a:cubicBezTo>
                  <a:pt x="32422" y="47112"/>
                  <a:pt x="34392" y="46575"/>
                  <a:pt x="36489" y="44965"/>
                </a:cubicBezTo>
                <a:cubicBezTo>
                  <a:pt x="37867" y="43907"/>
                  <a:pt x="39113" y="42522"/>
                  <a:pt x="40226" y="40810"/>
                </a:cubicBezTo>
                <a:cubicBezTo>
                  <a:pt x="41340" y="39098"/>
                  <a:pt x="42105" y="37272"/>
                  <a:pt x="42522" y="35333"/>
                </a:cubicBezTo>
                <a:cubicBezTo>
                  <a:pt x="42633" y="34486"/>
                  <a:pt x="42505" y="33823"/>
                  <a:pt x="42136" y="33343"/>
                </a:cubicBezTo>
                <a:lnTo>
                  <a:pt x="34615" y="23546"/>
                </a:lnTo>
                <a:moveTo>
                  <a:pt x="49896" y="25958"/>
                </a:moveTo>
                <a:cubicBezTo>
                  <a:pt x="51506" y="28055"/>
                  <a:pt x="52828" y="29374"/>
                  <a:pt x="53862" y="29914"/>
                </a:cubicBezTo>
                <a:cubicBezTo>
                  <a:pt x="54895" y="30454"/>
                  <a:pt x="55981" y="30286"/>
                  <a:pt x="57119" y="29413"/>
                </a:cubicBezTo>
                <a:cubicBezTo>
                  <a:pt x="57779" y="28906"/>
                  <a:pt x="58260" y="28418"/>
                  <a:pt x="58564" y="27946"/>
                </a:cubicBezTo>
                <a:cubicBezTo>
                  <a:pt x="58868" y="27474"/>
                  <a:pt x="59226" y="26699"/>
                  <a:pt x="59637" y="25622"/>
                </a:cubicBezTo>
                <a:cubicBezTo>
                  <a:pt x="59726" y="25364"/>
                  <a:pt x="59920" y="25215"/>
                  <a:pt x="60222" y="25174"/>
                </a:cubicBezTo>
                <a:cubicBezTo>
                  <a:pt x="60524" y="25132"/>
                  <a:pt x="60830" y="25159"/>
                  <a:pt x="61141" y="25255"/>
                </a:cubicBezTo>
                <a:cubicBezTo>
                  <a:pt x="61451" y="25349"/>
                  <a:pt x="61740" y="25509"/>
                  <a:pt x="62006" y="25733"/>
                </a:cubicBezTo>
                <a:cubicBezTo>
                  <a:pt x="62274" y="25956"/>
                  <a:pt x="62387" y="26226"/>
                  <a:pt x="62345" y="26543"/>
                </a:cubicBezTo>
                <a:cubicBezTo>
                  <a:pt x="62170" y="31153"/>
                  <a:pt x="60494" y="34677"/>
                  <a:pt x="57318" y="37116"/>
                </a:cubicBezTo>
                <a:cubicBezTo>
                  <a:pt x="55581" y="38450"/>
                  <a:pt x="53742" y="39124"/>
                  <a:pt x="51800" y="39140"/>
                </a:cubicBezTo>
                <a:cubicBezTo>
                  <a:pt x="49859" y="39153"/>
                  <a:pt x="48106" y="38761"/>
                  <a:pt x="46541" y="37961"/>
                </a:cubicBezTo>
                <a:cubicBezTo>
                  <a:pt x="46190" y="37755"/>
                  <a:pt x="45987" y="37864"/>
                  <a:pt x="45932" y="38287"/>
                </a:cubicBezTo>
                <a:cubicBezTo>
                  <a:pt x="45432" y="40861"/>
                  <a:pt x="44493" y="43391"/>
                  <a:pt x="43116" y="45877"/>
                </a:cubicBezTo>
                <a:cubicBezTo>
                  <a:pt x="41738" y="48363"/>
                  <a:pt x="39492" y="50801"/>
                  <a:pt x="36377" y="53193"/>
                </a:cubicBezTo>
                <a:cubicBezTo>
                  <a:pt x="32961" y="55815"/>
                  <a:pt x="29623" y="56926"/>
                  <a:pt x="26363" y="56526"/>
                </a:cubicBezTo>
                <a:cubicBezTo>
                  <a:pt x="23103" y="56123"/>
                  <a:pt x="20185" y="54245"/>
                  <a:pt x="17609" y="50889"/>
                </a:cubicBezTo>
                <a:cubicBezTo>
                  <a:pt x="14296" y="46574"/>
                  <a:pt x="13762" y="41723"/>
                  <a:pt x="16006" y="36334"/>
                </a:cubicBezTo>
                <a:cubicBezTo>
                  <a:pt x="18249" y="30945"/>
                  <a:pt x="23206" y="25306"/>
                  <a:pt x="30875" y="19419"/>
                </a:cubicBezTo>
                <a:cubicBezTo>
                  <a:pt x="30995" y="19327"/>
                  <a:pt x="30969" y="19108"/>
                  <a:pt x="30799" y="18762"/>
                </a:cubicBezTo>
                <a:cubicBezTo>
                  <a:pt x="30629" y="18416"/>
                  <a:pt x="30130" y="17704"/>
                  <a:pt x="29302" y="16626"/>
                </a:cubicBezTo>
                <a:lnTo>
                  <a:pt x="27439" y="14199"/>
                </a:lnTo>
                <a:cubicBezTo>
                  <a:pt x="26289" y="12701"/>
                  <a:pt x="25088" y="11385"/>
                  <a:pt x="23837" y="10250"/>
                </a:cubicBezTo>
                <a:cubicBezTo>
                  <a:pt x="22585" y="9116"/>
                  <a:pt x="21295" y="8273"/>
                  <a:pt x="19966" y="7722"/>
                </a:cubicBezTo>
                <a:cubicBezTo>
                  <a:pt x="18639" y="7170"/>
                  <a:pt x="17247" y="7000"/>
                  <a:pt x="15791" y="7213"/>
                </a:cubicBezTo>
                <a:cubicBezTo>
                  <a:pt x="14335" y="7425"/>
                  <a:pt x="12858" y="8106"/>
                  <a:pt x="11360" y="9257"/>
                </a:cubicBezTo>
                <a:cubicBezTo>
                  <a:pt x="9142" y="10959"/>
                  <a:pt x="7679" y="12774"/>
                  <a:pt x="6968" y="14701"/>
                </a:cubicBezTo>
                <a:cubicBezTo>
                  <a:pt x="6257" y="16628"/>
                  <a:pt x="6431" y="18280"/>
                  <a:pt x="7489" y="19658"/>
                </a:cubicBezTo>
                <a:cubicBezTo>
                  <a:pt x="7995" y="20317"/>
                  <a:pt x="8699" y="20800"/>
                  <a:pt x="9600" y="21108"/>
                </a:cubicBezTo>
                <a:cubicBezTo>
                  <a:pt x="10503" y="21415"/>
                  <a:pt x="11207" y="21898"/>
                  <a:pt x="11713" y="22557"/>
                </a:cubicBezTo>
                <a:cubicBezTo>
                  <a:pt x="12358" y="23396"/>
                  <a:pt x="12559" y="24528"/>
                  <a:pt x="12318" y="25951"/>
                </a:cubicBezTo>
                <a:cubicBezTo>
                  <a:pt x="12077" y="27374"/>
                  <a:pt x="11358" y="28545"/>
                  <a:pt x="10161" y="29464"/>
                </a:cubicBezTo>
                <a:cubicBezTo>
                  <a:pt x="8542" y="30707"/>
                  <a:pt x="7055" y="31158"/>
                  <a:pt x="5699" y="30819"/>
                </a:cubicBezTo>
                <a:cubicBezTo>
                  <a:pt x="4343" y="30478"/>
                  <a:pt x="3182" y="29678"/>
                  <a:pt x="2216" y="28420"/>
                </a:cubicBezTo>
                <a:cubicBezTo>
                  <a:pt x="1066" y="26923"/>
                  <a:pt x="393" y="25178"/>
                  <a:pt x="196" y="23185"/>
                </a:cubicBezTo>
                <a:cubicBezTo>
                  <a:pt x="0" y="21192"/>
                  <a:pt x="253" y="19165"/>
                  <a:pt x="955" y="17103"/>
                </a:cubicBezTo>
                <a:cubicBezTo>
                  <a:pt x="1656" y="15040"/>
                  <a:pt x="2748" y="12988"/>
                  <a:pt x="4228" y="10948"/>
                </a:cubicBezTo>
                <a:cubicBezTo>
                  <a:pt x="5709" y="8905"/>
                  <a:pt x="7499" y="7079"/>
                  <a:pt x="9596" y="5469"/>
                </a:cubicBezTo>
                <a:cubicBezTo>
                  <a:pt x="14389" y="1789"/>
                  <a:pt x="19015" y="0"/>
                  <a:pt x="23473" y="101"/>
                </a:cubicBezTo>
                <a:cubicBezTo>
                  <a:pt x="27932" y="202"/>
                  <a:pt x="32140" y="2829"/>
                  <a:pt x="36096" y="7982"/>
                </a:cubicBezTo>
                <a:lnTo>
                  <a:pt x="49896" y="259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Text s">
            <a:extLst xmlns:a="http://schemas.openxmlformats.org/drawingml/2006/main">
              <a:ext uri="{FF2B5EF4-FFF2-40B4-BE49-F238E27FC236}">
                <a16:creationId xmlns:a16="http://schemas.microsoft.com/office/drawing/2014/main" id="{0AB29E03-7E20-46AC-81B4-0BFF74B9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596" y="1577316"/>
            <a:ext cx="51632" cy="62973"/>
          </a:xfrm>
          <a:custGeom xmlns:a="http://schemas.openxmlformats.org/drawingml/2006/main">
            <a:pathLst>
              <a:path w="51632" h="62973">
                <a:moveTo>
                  <a:pt x="23345" y="306"/>
                </a:moveTo>
                <a:cubicBezTo>
                  <a:pt x="23672" y="1103"/>
                  <a:pt x="24129" y="2039"/>
                  <a:pt x="24715" y="3113"/>
                </a:cubicBezTo>
                <a:cubicBezTo>
                  <a:pt x="25301" y="4186"/>
                  <a:pt x="26008" y="5262"/>
                  <a:pt x="26836" y="6341"/>
                </a:cubicBezTo>
                <a:cubicBezTo>
                  <a:pt x="27710" y="7479"/>
                  <a:pt x="28648" y="8640"/>
                  <a:pt x="29651" y="9823"/>
                </a:cubicBezTo>
                <a:cubicBezTo>
                  <a:pt x="30654" y="11005"/>
                  <a:pt x="31409" y="11925"/>
                  <a:pt x="31915" y="12585"/>
                </a:cubicBezTo>
                <a:cubicBezTo>
                  <a:pt x="32053" y="12765"/>
                  <a:pt x="32048" y="13007"/>
                  <a:pt x="31901" y="13310"/>
                </a:cubicBezTo>
                <a:cubicBezTo>
                  <a:pt x="31753" y="13614"/>
                  <a:pt x="31541" y="13896"/>
                  <a:pt x="31264" y="14156"/>
                </a:cubicBezTo>
                <a:cubicBezTo>
                  <a:pt x="30988" y="14415"/>
                  <a:pt x="30695" y="14592"/>
                  <a:pt x="30386" y="14687"/>
                </a:cubicBezTo>
                <a:cubicBezTo>
                  <a:pt x="30077" y="14781"/>
                  <a:pt x="29824" y="14761"/>
                  <a:pt x="29626" y="14627"/>
                </a:cubicBezTo>
                <a:cubicBezTo>
                  <a:pt x="26529" y="11958"/>
                  <a:pt x="23576" y="10344"/>
                  <a:pt x="20766" y="9787"/>
                </a:cubicBezTo>
                <a:cubicBezTo>
                  <a:pt x="17957" y="9228"/>
                  <a:pt x="14905" y="10214"/>
                  <a:pt x="11610" y="12744"/>
                </a:cubicBezTo>
                <a:cubicBezTo>
                  <a:pt x="9393" y="14446"/>
                  <a:pt x="7991" y="16404"/>
                  <a:pt x="7404" y="18617"/>
                </a:cubicBezTo>
                <a:cubicBezTo>
                  <a:pt x="6817" y="20829"/>
                  <a:pt x="7236" y="22864"/>
                  <a:pt x="8663" y="24722"/>
                </a:cubicBezTo>
                <a:cubicBezTo>
                  <a:pt x="9858" y="26279"/>
                  <a:pt x="11377" y="27018"/>
                  <a:pt x="13219" y="26938"/>
                </a:cubicBezTo>
                <a:cubicBezTo>
                  <a:pt x="15061" y="26856"/>
                  <a:pt x="17247" y="26416"/>
                  <a:pt x="19777" y="25617"/>
                </a:cubicBezTo>
                <a:cubicBezTo>
                  <a:pt x="20847" y="25272"/>
                  <a:pt x="22139" y="24877"/>
                  <a:pt x="23653" y="24429"/>
                </a:cubicBezTo>
                <a:cubicBezTo>
                  <a:pt x="25166" y="23981"/>
                  <a:pt x="26396" y="23631"/>
                  <a:pt x="27344" y="23378"/>
                </a:cubicBezTo>
                <a:cubicBezTo>
                  <a:pt x="29455" y="22901"/>
                  <a:pt x="31483" y="22535"/>
                  <a:pt x="33429" y="22280"/>
                </a:cubicBezTo>
                <a:cubicBezTo>
                  <a:pt x="35375" y="22023"/>
                  <a:pt x="37245" y="22040"/>
                  <a:pt x="39039" y="22330"/>
                </a:cubicBezTo>
                <a:cubicBezTo>
                  <a:pt x="40833" y="22618"/>
                  <a:pt x="42520" y="23204"/>
                  <a:pt x="44101" y="24085"/>
                </a:cubicBezTo>
                <a:cubicBezTo>
                  <a:pt x="45683" y="24966"/>
                  <a:pt x="47141" y="26276"/>
                  <a:pt x="48475" y="28014"/>
                </a:cubicBezTo>
                <a:cubicBezTo>
                  <a:pt x="50223" y="30291"/>
                  <a:pt x="51204" y="32561"/>
                  <a:pt x="51417" y="34825"/>
                </a:cubicBezTo>
                <a:cubicBezTo>
                  <a:pt x="51632" y="37089"/>
                  <a:pt x="51347" y="39260"/>
                  <a:pt x="50561" y="41340"/>
                </a:cubicBezTo>
                <a:cubicBezTo>
                  <a:pt x="49777" y="43418"/>
                  <a:pt x="48587" y="45403"/>
                  <a:pt x="46991" y="47294"/>
                </a:cubicBezTo>
                <a:cubicBezTo>
                  <a:pt x="45396" y="49185"/>
                  <a:pt x="43669" y="50844"/>
                  <a:pt x="41811" y="52271"/>
                </a:cubicBezTo>
                <a:cubicBezTo>
                  <a:pt x="40254" y="53467"/>
                  <a:pt x="38378" y="54621"/>
                  <a:pt x="36185" y="55734"/>
                </a:cubicBezTo>
                <a:cubicBezTo>
                  <a:pt x="33992" y="56846"/>
                  <a:pt x="31923" y="57625"/>
                  <a:pt x="29979" y="58070"/>
                </a:cubicBezTo>
                <a:cubicBezTo>
                  <a:pt x="29527" y="58226"/>
                  <a:pt x="29199" y="58573"/>
                  <a:pt x="28993" y="59112"/>
                </a:cubicBezTo>
                <a:cubicBezTo>
                  <a:pt x="28788" y="59651"/>
                  <a:pt x="28878" y="60295"/>
                  <a:pt x="29264" y="61047"/>
                </a:cubicBezTo>
                <a:cubicBezTo>
                  <a:pt x="29403" y="61227"/>
                  <a:pt x="29360" y="61450"/>
                  <a:pt x="29136" y="61717"/>
                </a:cubicBezTo>
                <a:cubicBezTo>
                  <a:pt x="28912" y="61984"/>
                  <a:pt x="28651" y="62233"/>
                  <a:pt x="28351" y="62463"/>
                </a:cubicBezTo>
                <a:cubicBezTo>
                  <a:pt x="28111" y="62647"/>
                  <a:pt x="27837" y="62786"/>
                  <a:pt x="27528" y="62879"/>
                </a:cubicBezTo>
                <a:cubicBezTo>
                  <a:pt x="27219" y="62973"/>
                  <a:pt x="26996" y="62931"/>
                  <a:pt x="26859" y="62752"/>
                </a:cubicBezTo>
                <a:cubicBezTo>
                  <a:pt x="26490" y="62272"/>
                  <a:pt x="26044" y="61566"/>
                  <a:pt x="25520" y="60636"/>
                </a:cubicBezTo>
                <a:cubicBezTo>
                  <a:pt x="24996" y="59705"/>
                  <a:pt x="24458" y="58880"/>
                  <a:pt x="23906" y="58161"/>
                </a:cubicBezTo>
                <a:cubicBezTo>
                  <a:pt x="23353" y="57442"/>
                  <a:pt x="22699" y="56682"/>
                  <a:pt x="21941" y="55883"/>
                </a:cubicBezTo>
                <a:cubicBezTo>
                  <a:pt x="21185" y="55083"/>
                  <a:pt x="20440" y="54299"/>
                  <a:pt x="19707" y="53529"/>
                </a:cubicBezTo>
                <a:cubicBezTo>
                  <a:pt x="18973" y="52758"/>
                  <a:pt x="18322" y="52067"/>
                  <a:pt x="17756" y="51454"/>
                </a:cubicBezTo>
                <a:cubicBezTo>
                  <a:pt x="17190" y="50840"/>
                  <a:pt x="16793" y="50383"/>
                  <a:pt x="16562" y="50084"/>
                </a:cubicBezTo>
                <a:cubicBezTo>
                  <a:pt x="16378" y="49844"/>
                  <a:pt x="16360" y="49572"/>
                  <a:pt x="16508" y="49269"/>
                </a:cubicBezTo>
                <a:cubicBezTo>
                  <a:pt x="16655" y="48965"/>
                  <a:pt x="16868" y="48684"/>
                  <a:pt x="17144" y="48425"/>
                </a:cubicBezTo>
                <a:cubicBezTo>
                  <a:pt x="17421" y="48165"/>
                  <a:pt x="17728" y="47976"/>
                  <a:pt x="18067" y="47858"/>
                </a:cubicBezTo>
                <a:cubicBezTo>
                  <a:pt x="18405" y="47741"/>
                  <a:pt x="18697" y="47779"/>
                  <a:pt x="18941" y="47972"/>
                </a:cubicBezTo>
                <a:cubicBezTo>
                  <a:pt x="20694" y="49388"/>
                  <a:pt x="22406" y="50503"/>
                  <a:pt x="24078" y="51315"/>
                </a:cubicBezTo>
                <a:cubicBezTo>
                  <a:pt x="25749" y="52127"/>
                  <a:pt x="27423" y="52603"/>
                  <a:pt x="29103" y="52744"/>
                </a:cubicBezTo>
                <a:cubicBezTo>
                  <a:pt x="30782" y="52883"/>
                  <a:pt x="32498" y="52637"/>
                  <a:pt x="34252" y="52006"/>
                </a:cubicBezTo>
                <a:cubicBezTo>
                  <a:pt x="36004" y="51374"/>
                  <a:pt x="37869" y="50299"/>
                  <a:pt x="39847" y="48781"/>
                </a:cubicBezTo>
                <a:cubicBezTo>
                  <a:pt x="42004" y="47125"/>
                  <a:pt x="43296" y="45180"/>
                  <a:pt x="43724" y="42947"/>
                </a:cubicBezTo>
                <a:cubicBezTo>
                  <a:pt x="44152" y="40713"/>
                  <a:pt x="43538" y="38517"/>
                  <a:pt x="41882" y="36360"/>
                </a:cubicBezTo>
                <a:cubicBezTo>
                  <a:pt x="40410" y="34443"/>
                  <a:pt x="38575" y="33448"/>
                  <a:pt x="36375" y="33375"/>
                </a:cubicBezTo>
                <a:cubicBezTo>
                  <a:pt x="34176" y="33301"/>
                  <a:pt x="31856" y="33534"/>
                  <a:pt x="29414" y="34075"/>
                </a:cubicBezTo>
                <a:cubicBezTo>
                  <a:pt x="28299" y="34360"/>
                  <a:pt x="27169" y="34656"/>
                  <a:pt x="26024" y="34964"/>
                </a:cubicBezTo>
                <a:cubicBezTo>
                  <a:pt x="24880" y="35271"/>
                  <a:pt x="23720" y="35590"/>
                  <a:pt x="22546" y="35921"/>
                </a:cubicBezTo>
                <a:cubicBezTo>
                  <a:pt x="20813" y="36394"/>
                  <a:pt x="19084" y="36840"/>
                  <a:pt x="17360" y="37260"/>
                </a:cubicBezTo>
                <a:cubicBezTo>
                  <a:pt x="15634" y="37680"/>
                  <a:pt x="13954" y="37850"/>
                  <a:pt x="12321" y="37770"/>
                </a:cubicBezTo>
                <a:cubicBezTo>
                  <a:pt x="10688" y="37689"/>
                  <a:pt x="9089" y="37250"/>
                  <a:pt x="7524" y="36451"/>
                </a:cubicBezTo>
                <a:cubicBezTo>
                  <a:pt x="5960" y="35653"/>
                  <a:pt x="4464" y="34325"/>
                  <a:pt x="3038" y="32467"/>
                </a:cubicBezTo>
                <a:cubicBezTo>
                  <a:pt x="1382" y="30310"/>
                  <a:pt x="443" y="28127"/>
                  <a:pt x="222" y="25917"/>
                </a:cubicBezTo>
                <a:cubicBezTo>
                  <a:pt x="0" y="23705"/>
                  <a:pt x="267" y="21572"/>
                  <a:pt x="1022" y="19517"/>
                </a:cubicBezTo>
                <a:cubicBezTo>
                  <a:pt x="1777" y="17461"/>
                  <a:pt x="2892" y="15533"/>
                  <a:pt x="4368" y="13733"/>
                </a:cubicBezTo>
                <a:cubicBezTo>
                  <a:pt x="5844" y="11933"/>
                  <a:pt x="7451" y="10366"/>
                  <a:pt x="9188" y="9032"/>
                </a:cubicBezTo>
                <a:cubicBezTo>
                  <a:pt x="10866" y="7744"/>
                  <a:pt x="12498" y="6800"/>
                  <a:pt x="14085" y="6201"/>
                </a:cubicBezTo>
                <a:cubicBezTo>
                  <a:pt x="15673" y="5601"/>
                  <a:pt x="17636" y="5213"/>
                  <a:pt x="19976" y="5035"/>
                </a:cubicBezTo>
                <a:cubicBezTo>
                  <a:pt x="20308" y="4971"/>
                  <a:pt x="20611" y="4715"/>
                  <a:pt x="20886" y="4267"/>
                </a:cubicBezTo>
                <a:cubicBezTo>
                  <a:pt x="21160" y="3818"/>
                  <a:pt x="21095" y="3082"/>
                  <a:pt x="20690" y="2059"/>
                </a:cubicBezTo>
                <a:cubicBezTo>
                  <a:pt x="20567" y="1773"/>
                  <a:pt x="20632" y="1485"/>
                  <a:pt x="20885" y="1196"/>
                </a:cubicBezTo>
                <a:cubicBezTo>
                  <a:pt x="21139" y="906"/>
                  <a:pt x="21427" y="660"/>
                  <a:pt x="21750" y="460"/>
                </a:cubicBezTo>
                <a:cubicBezTo>
                  <a:pt x="22072" y="259"/>
                  <a:pt x="22400" y="127"/>
                  <a:pt x="22732" y="64"/>
                </a:cubicBezTo>
                <a:cubicBezTo>
                  <a:pt x="23063" y="0"/>
                  <a:pt x="23268" y="81"/>
                  <a:pt x="23345" y="3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Text t">
            <a:extLst xmlns:a="http://schemas.openxmlformats.org/drawingml/2006/main">
              <a:ext uri="{FF2B5EF4-FFF2-40B4-BE49-F238E27FC236}">
                <a16:creationId xmlns:a16="http://schemas.microsoft.com/office/drawing/2014/main" id="{20DB88DB-3411-4D51-91FB-9B2F8447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618" y="1552686"/>
            <a:ext cx="55017" cy="53689"/>
          </a:xfrm>
          <a:custGeom xmlns:a="http://schemas.openxmlformats.org/drawingml/2006/main">
            <a:pathLst>
              <a:path w="55017" h="53689">
                <a:moveTo>
                  <a:pt x="33774" y="36596"/>
                </a:moveTo>
                <a:cubicBezTo>
                  <a:pt x="36350" y="39951"/>
                  <a:pt x="38633" y="42151"/>
                  <a:pt x="40625" y="43194"/>
                </a:cubicBezTo>
                <a:cubicBezTo>
                  <a:pt x="42615" y="44237"/>
                  <a:pt x="44599" y="43999"/>
                  <a:pt x="46577" y="42481"/>
                </a:cubicBezTo>
                <a:cubicBezTo>
                  <a:pt x="47955" y="41423"/>
                  <a:pt x="49097" y="40213"/>
                  <a:pt x="50003" y="38852"/>
                </a:cubicBezTo>
                <a:cubicBezTo>
                  <a:pt x="50910" y="37489"/>
                  <a:pt x="51509" y="36315"/>
                  <a:pt x="51800" y="35329"/>
                </a:cubicBezTo>
                <a:cubicBezTo>
                  <a:pt x="51889" y="35071"/>
                  <a:pt x="52087" y="34895"/>
                  <a:pt x="52395" y="34801"/>
                </a:cubicBezTo>
                <a:cubicBezTo>
                  <a:pt x="52703" y="34707"/>
                  <a:pt x="53028" y="34696"/>
                  <a:pt x="53369" y="34768"/>
                </a:cubicBezTo>
                <a:cubicBezTo>
                  <a:pt x="53709" y="34840"/>
                  <a:pt x="54017" y="34960"/>
                  <a:pt x="54290" y="35131"/>
                </a:cubicBezTo>
                <a:cubicBezTo>
                  <a:pt x="54565" y="35301"/>
                  <a:pt x="54711" y="35522"/>
                  <a:pt x="54730" y="35794"/>
                </a:cubicBezTo>
                <a:cubicBezTo>
                  <a:pt x="55017" y="38525"/>
                  <a:pt x="54546" y="40982"/>
                  <a:pt x="53316" y="43164"/>
                </a:cubicBezTo>
                <a:cubicBezTo>
                  <a:pt x="52086" y="45346"/>
                  <a:pt x="50243" y="47380"/>
                  <a:pt x="47786" y="49266"/>
                </a:cubicBezTo>
                <a:cubicBezTo>
                  <a:pt x="43712" y="52394"/>
                  <a:pt x="40135" y="53689"/>
                  <a:pt x="37055" y="53150"/>
                </a:cubicBezTo>
                <a:cubicBezTo>
                  <a:pt x="33974" y="52610"/>
                  <a:pt x="30938" y="50393"/>
                  <a:pt x="27948" y="46498"/>
                </a:cubicBezTo>
                <a:lnTo>
                  <a:pt x="10214" y="23398"/>
                </a:lnTo>
                <a:cubicBezTo>
                  <a:pt x="9662" y="22680"/>
                  <a:pt x="9195" y="22134"/>
                  <a:pt x="8813" y="21760"/>
                </a:cubicBezTo>
                <a:cubicBezTo>
                  <a:pt x="8431" y="21386"/>
                  <a:pt x="8022" y="21225"/>
                  <a:pt x="7584" y="21276"/>
                </a:cubicBezTo>
                <a:cubicBezTo>
                  <a:pt x="7146" y="21326"/>
                  <a:pt x="6571" y="21601"/>
                  <a:pt x="5858" y="22100"/>
                </a:cubicBezTo>
                <a:cubicBezTo>
                  <a:pt x="5146" y="22598"/>
                  <a:pt x="4162" y="23330"/>
                  <a:pt x="2903" y="24296"/>
                </a:cubicBezTo>
                <a:cubicBezTo>
                  <a:pt x="2723" y="24434"/>
                  <a:pt x="2435" y="24370"/>
                  <a:pt x="2040" y="24102"/>
                </a:cubicBezTo>
                <a:cubicBezTo>
                  <a:pt x="1644" y="23835"/>
                  <a:pt x="1270" y="23503"/>
                  <a:pt x="918" y="23106"/>
                </a:cubicBezTo>
                <a:cubicBezTo>
                  <a:pt x="565" y="22710"/>
                  <a:pt x="311" y="22286"/>
                  <a:pt x="155" y="21835"/>
                </a:cubicBezTo>
                <a:cubicBezTo>
                  <a:pt x="0" y="21383"/>
                  <a:pt x="42" y="21065"/>
                  <a:pt x="282" y="20881"/>
                </a:cubicBezTo>
                <a:cubicBezTo>
                  <a:pt x="1687" y="19611"/>
                  <a:pt x="2803" y="18398"/>
                  <a:pt x="3628" y="17242"/>
                </a:cubicBezTo>
                <a:cubicBezTo>
                  <a:pt x="4454" y="16083"/>
                  <a:pt x="4965" y="14857"/>
                  <a:pt x="5162" y="13564"/>
                </a:cubicBezTo>
                <a:cubicBezTo>
                  <a:pt x="5359" y="12269"/>
                  <a:pt x="5211" y="10835"/>
                  <a:pt x="4717" y="9262"/>
                </a:cubicBezTo>
                <a:cubicBezTo>
                  <a:pt x="4224" y="7688"/>
                  <a:pt x="3368" y="5798"/>
                  <a:pt x="2149" y="3592"/>
                </a:cubicBezTo>
                <a:cubicBezTo>
                  <a:pt x="1933" y="3185"/>
                  <a:pt x="1966" y="2731"/>
                  <a:pt x="2248" y="2230"/>
                </a:cubicBezTo>
                <a:cubicBezTo>
                  <a:pt x="2529" y="1727"/>
                  <a:pt x="2910" y="1292"/>
                  <a:pt x="3389" y="924"/>
                </a:cubicBezTo>
                <a:cubicBezTo>
                  <a:pt x="3868" y="557"/>
                  <a:pt x="4360" y="298"/>
                  <a:pt x="4864" y="149"/>
                </a:cubicBezTo>
                <a:cubicBezTo>
                  <a:pt x="5369" y="0"/>
                  <a:pt x="5713" y="45"/>
                  <a:pt x="5897" y="285"/>
                </a:cubicBezTo>
                <a:lnTo>
                  <a:pt x="11831" y="8014"/>
                </a:lnTo>
                <a:cubicBezTo>
                  <a:pt x="12568" y="8973"/>
                  <a:pt x="13038" y="9494"/>
                  <a:pt x="13243" y="9575"/>
                </a:cubicBezTo>
                <a:cubicBezTo>
                  <a:pt x="13448" y="9654"/>
                  <a:pt x="13880" y="9441"/>
                  <a:pt x="14539" y="8935"/>
                </a:cubicBezTo>
                <a:lnTo>
                  <a:pt x="23886" y="1759"/>
                </a:lnTo>
                <a:cubicBezTo>
                  <a:pt x="24305" y="1437"/>
                  <a:pt x="24759" y="1470"/>
                  <a:pt x="25248" y="1858"/>
                </a:cubicBezTo>
                <a:cubicBezTo>
                  <a:pt x="25735" y="2245"/>
                  <a:pt x="26117" y="2619"/>
                  <a:pt x="26393" y="2978"/>
                </a:cubicBezTo>
                <a:cubicBezTo>
                  <a:pt x="26669" y="3337"/>
                  <a:pt x="26927" y="3829"/>
                  <a:pt x="27168" y="4454"/>
                </a:cubicBezTo>
                <a:cubicBezTo>
                  <a:pt x="27410" y="5077"/>
                  <a:pt x="27291" y="5573"/>
                  <a:pt x="26811" y="5942"/>
                </a:cubicBezTo>
                <a:lnTo>
                  <a:pt x="17194" y="13325"/>
                </a:lnTo>
                <a:cubicBezTo>
                  <a:pt x="16774" y="13647"/>
                  <a:pt x="16615" y="13936"/>
                  <a:pt x="16716" y="14193"/>
                </a:cubicBezTo>
                <a:cubicBezTo>
                  <a:pt x="16818" y="14448"/>
                  <a:pt x="17374" y="15235"/>
                  <a:pt x="18387" y="16553"/>
                </a:cubicBezTo>
                <a:lnTo>
                  <a:pt x="33774" y="365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F0B74-4D28-4E07-B50F-38C2EB9B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629" y="1682941"/>
            <a:ext cx="592041" cy="310557"/>
          </a:xfrm>
          <a:custGeom xmlns:a="http://schemas.openxmlformats.org/drawingml/2006/main">
            <a:pathLst>
              <a:path w="592041" h="310557">
                <a:moveTo>
                  <a:pt x="42727" y="0"/>
                </a:moveTo>
                <a:lnTo>
                  <a:pt x="592041" y="180595"/>
                </a:lnTo>
                <a:lnTo>
                  <a:pt x="549314" y="310557"/>
                </a:lnTo>
                <a:lnTo>
                  <a:pt x="0" y="129962"/>
                </a:lnTo>
                <a:lnTo>
                  <a:pt x="4272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Text A">
            <a:extLst xmlns:a="http://schemas.openxmlformats.org/drawingml/2006/main">
              <a:ext uri="{FF2B5EF4-FFF2-40B4-BE49-F238E27FC236}">
                <a16:creationId xmlns:a16="http://schemas.microsoft.com/office/drawing/2014/main" id="{2CDE1D1B-A2B0-404E-B083-E33D8177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412" y="1715486"/>
            <a:ext cx="77530" cy="88522"/>
          </a:xfrm>
          <a:custGeom xmlns:a="http://schemas.openxmlformats.org/drawingml/2006/main">
            <a:pathLst>
              <a:path w="77530" h="88522">
                <a:moveTo>
                  <a:pt x="33024" y="45509"/>
                </a:moveTo>
                <a:cubicBezTo>
                  <a:pt x="32020" y="45179"/>
                  <a:pt x="31249" y="45105"/>
                  <a:pt x="30711" y="45286"/>
                </a:cubicBezTo>
                <a:cubicBezTo>
                  <a:pt x="30175" y="45466"/>
                  <a:pt x="29598" y="45892"/>
                  <a:pt x="28979" y="46564"/>
                </a:cubicBezTo>
                <a:lnTo>
                  <a:pt x="19959" y="57673"/>
                </a:lnTo>
                <a:cubicBezTo>
                  <a:pt x="19247" y="58633"/>
                  <a:pt x="18796" y="59400"/>
                  <a:pt x="18608" y="59973"/>
                </a:cubicBezTo>
                <a:cubicBezTo>
                  <a:pt x="18301" y="60906"/>
                  <a:pt x="18281" y="61754"/>
                  <a:pt x="18547" y="62518"/>
                </a:cubicBezTo>
                <a:cubicBezTo>
                  <a:pt x="18813" y="63281"/>
                  <a:pt x="19281" y="63972"/>
                  <a:pt x="19951" y="64590"/>
                </a:cubicBezTo>
                <a:cubicBezTo>
                  <a:pt x="20623" y="65208"/>
                  <a:pt x="21425" y="65790"/>
                  <a:pt x="22359" y="66335"/>
                </a:cubicBezTo>
                <a:cubicBezTo>
                  <a:pt x="23293" y="66880"/>
                  <a:pt x="24287" y="67366"/>
                  <a:pt x="25339" y="67792"/>
                </a:cubicBezTo>
                <a:cubicBezTo>
                  <a:pt x="25842" y="67958"/>
                  <a:pt x="26136" y="68273"/>
                  <a:pt x="26220" y="68739"/>
                </a:cubicBezTo>
                <a:cubicBezTo>
                  <a:pt x="26307" y="69204"/>
                  <a:pt x="26279" y="69652"/>
                  <a:pt x="26137" y="70082"/>
                </a:cubicBezTo>
                <a:cubicBezTo>
                  <a:pt x="25996" y="70512"/>
                  <a:pt x="25752" y="70889"/>
                  <a:pt x="25407" y="71213"/>
                </a:cubicBezTo>
                <a:cubicBezTo>
                  <a:pt x="25063" y="71537"/>
                  <a:pt x="24639" y="71617"/>
                  <a:pt x="24136" y="71452"/>
                </a:cubicBezTo>
                <a:cubicBezTo>
                  <a:pt x="22415" y="70886"/>
                  <a:pt x="20489" y="70094"/>
                  <a:pt x="18358" y="69075"/>
                </a:cubicBezTo>
                <a:cubicBezTo>
                  <a:pt x="16227" y="68057"/>
                  <a:pt x="14157" y="67217"/>
                  <a:pt x="12148" y="66557"/>
                </a:cubicBezTo>
                <a:cubicBezTo>
                  <a:pt x="10282" y="65943"/>
                  <a:pt x="8441" y="65497"/>
                  <a:pt x="6624" y="65218"/>
                </a:cubicBezTo>
                <a:cubicBezTo>
                  <a:pt x="4808" y="64939"/>
                  <a:pt x="2896" y="64469"/>
                  <a:pt x="886" y="63808"/>
                </a:cubicBezTo>
                <a:cubicBezTo>
                  <a:pt x="527" y="63690"/>
                  <a:pt x="281" y="63410"/>
                  <a:pt x="147" y="62968"/>
                </a:cubicBezTo>
                <a:cubicBezTo>
                  <a:pt x="14" y="62528"/>
                  <a:pt x="0" y="62086"/>
                  <a:pt x="105" y="61644"/>
                </a:cubicBezTo>
                <a:cubicBezTo>
                  <a:pt x="212" y="61201"/>
                  <a:pt x="420" y="60812"/>
                  <a:pt x="728" y="60476"/>
                </a:cubicBezTo>
                <a:cubicBezTo>
                  <a:pt x="1037" y="60141"/>
                  <a:pt x="1455" y="60020"/>
                  <a:pt x="1981" y="60113"/>
                </a:cubicBezTo>
                <a:lnTo>
                  <a:pt x="3666" y="60429"/>
                </a:lnTo>
                <a:cubicBezTo>
                  <a:pt x="4814" y="60567"/>
                  <a:pt x="5889" y="60622"/>
                  <a:pt x="6892" y="60594"/>
                </a:cubicBezTo>
                <a:cubicBezTo>
                  <a:pt x="7896" y="60566"/>
                  <a:pt x="8893" y="60317"/>
                  <a:pt x="9882" y="59847"/>
                </a:cubicBezTo>
                <a:cubicBezTo>
                  <a:pt x="10871" y="59378"/>
                  <a:pt x="11919" y="58669"/>
                  <a:pt x="13025" y="57721"/>
                </a:cubicBezTo>
                <a:cubicBezTo>
                  <a:pt x="14133" y="56773"/>
                  <a:pt x="15352" y="55483"/>
                  <a:pt x="16683" y="53853"/>
                </a:cubicBezTo>
                <a:lnTo>
                  <a:pt x="61147" y="601"/>
                </a:lnTo>
                <a:cubicBezTo>
                  <a:pt x="61552" y="98"/>
                  <a:pt x="62220" y="0"/>
                  <a:pt x="63153" y="307"/>
                </a:cubicBezTo>
                <a:cubicBezTo>
                  <a:pt x="64157" y="637"/>
                  <a:pt x="64852" y="1183"/>
                  <a:pt x="65237" y="1946"/>
                </a:cubicBezTo>
                <a:cubicBezTo>
                  <a:pt x="65522" y="7128"/>
                  <a:pt x="65825" y="12675"/>
                  <a:pt x="66147" y="18587"/>
                </a:cubicBezTo>
                <a:cubicBezTo>
                  <a:pt x="66470" y="24498"/>
                  <a:pt x="66818" y="30517"/>
                  <a:pt x="67189" y="36643"/>
                </a:cubicBezTo>
                <a:cubicBezTo>
                  <a:pt x="67562" y="42769"/>
                  <a:pt x="67946" y="48859"/>
                  <a:pt x="68341" y="54914"/>
                </a:cubicBezTo>
                <a:cubicBezTo>
                  <a:pt x="68736" y="60968"/>
                  <a:pt x="69124" y="66681"/>
                  <a:pt x="69504" y="72054"/>
                </a:cubicBezTo>
                <a:cubicBezTo>
                  <a:pt x="69682" y="74418"/>
                  <a:pt x="69994" y="76310"/>
                  <a:pt x="70441" y="77729"/>
                </a:cubicBezTo>
                <a:cubicBezTo>
                  <a:pt x="70889" y="79149"/>
                  <a:pt x="71431" y="80282"/>
                  <a:pt x="72067" y="81127"/>
                </a:cubicBezTo>
                <a:cubicBezTo>
                  <a:pt x="72704" y="81972"/>
                  <a:pt x="73417" y="82644"/>
                  <a:pt x="74207" y="83143"/>
                </a:cubicBezTo>
                <a:cubicBezTo>
                  <a:pt x="74998" y="83641"/>
                  <a:pt x="75861" y="84163"/>
                  <a:pt x="76795" y="84709"/>
                </a:cubicBezTo>
                <a:cubicBezTo>
                  <a:pt x="77202" y="84923"/>
                  <a:pt x="77430" y="85256"/>
                  <a:pt x="77480" y="85709"/>
                </a:cubicBezTo>
                <a:cubicBezTo>
                  <a:pt x="77530" y="86163"/>
                  <a:pt x="77484" y="86605"/>
                  <a:pt x="77342" y="87036"/>
                </a:cubicBezTo>
                <a:cubicBezTo>
                  <a:pt x="77201" y="87467"/>
                  <a:pt x="76981" y="87831"/>
                  <a:pt x="76684" y="88130"/>
                </a:cubicBezTo>
                <a:cubicBezTo>
                  <a:pt x="76386" y="88431"/>
                  <a:pt x="76058" y="88522"/>
                  <a:pt x="75699" y="88404"/>
                </a:cubicBezTo>
                <a:cubicBezTo>
                  <a:pt x="73403" y="87649"/>
                  <a:pt x="71243" y="86780"/>
                  <a:pt x="69219" y="85796"/>
                </a:cubicBezTo>
                <a:cubicBezTo>
                  <a:pt x="67197" y="84814"/>
                  <a:pt x="64858" y="83886"/>
                  <a:pt x="62204" y="83013"/>
                </a:cubicBezTo>
                <a:cubicBezTo>
                  <a:pt x="59190" y="82022"/>
                  <a:pt x="56307" y="81234"/>
                  <a:pt x="53558" y="80648"/>
                </a:cubicBezTo>
                <a:cubicBezTo>
                  <a:pt x="50808" y="80061"/>
                  <a:pt x="48213" y="79367"/>
                  <a:pt x="45773" y="78565"/>
                </a:cubicBezTo>
                <a:cubicBezTo>
                  <a:pt x="45271" y="78400"/>
                  <a:pt x="44959" y="78079"/>
                  <a:pt x="44838" y="77601"/>
                </a:cubicBezTo>
                <a:cubicBezTo>
                  <a:pt x="44717" y="77124"/>
                  <a:pt x="44739" y="76635"/>
                  <a:pt x="44904" y="76134"/>
                </a:cubicBezTo>
                <a:cubicBezTo>
                  <a:pt x="45046" y="75702"/>
                  <a:pt x="45277" y="75361"/>
                  <a:pt x="45597" y="75109"/>
                </a:cubicBezTo>
                <a:cubicBezTo>
                  <a:pt x="45919" y="74857"/>
                  <a:pt x="46343" y="74778"/>
                  <a:pt x="46870" y="74871"/>
                </a:cubicBezTo>
                <a:cubicBezTo>
                  <a:pt x="49404" y="75386"/>
                  <a:pt x="51339" y="75545"/>
                  <a:pt x="52675" y="75349"/>
                </a:cubicBezTo>
                <a:cubicBezTo>
                  <a:pt x="54013" y="75151"/>
                  <a:pt x="54977" y="74156"/>
                  <a:pt x="55566" y="72362"/>
                </a:cubicBezTo>
                <a:cubicBezTo>
                  <a:pt x="55731" y="71860"/>
                  <a:pt x="55866" y="71268"/>
                  <a:pt x="55970" y="70586"/>
                </a:cubicBezTo>
                <a:cubicBezTo>
                  <a:pt x="56075" y="69904"/>
                  <a:pt x="56131" y="68949"/>
                  <a:pt x="56137" y="67719"/>
                </a:cubicBezTo>
                <a:cubicBezTo>
                  <a:pt x="56145" y="66489"/>
                  <a:pt x="56114" y="64889"/>
                  <a:pt x="56046" y="62919"/>
                </a:cubicBezTo>
                <a:cubicBezTo>
                  <a:pt x="55978" y="60948"/>
                  <a:pt x="55855" y="58422"/>
                  <a:pt x="55675" y="55340"/>
                </a:cubicBezTo>
                <a:cubicBezTo>
                  <a:pt x="55624" y="54290"/>
                  <a:pt x="55334" y="53539"/>
                  <a:pt x="54807" y="53087"/>
                </a:cubicBezTo>
                <a:cubicBezTo>
                  <a:pt x="54279" y="52636"/>
                  <a:pt x="53333" y="52186"/>
                  <a:pt x="51969" y="51738"/>
                </a:cubicBezTo>
                <a:lnTo>
                  <a:pt x="33024" y="45509"/>
                </a:lnTo>
                <a:moveTo>
                  <a:pt x="52919" y="47398"/>
                </a:moveTo>
                <a:cubicBezTo>
                  <a:pt x="53924" y="47728"/>
                  <a:pt x="54659" y="47791"/>
                  <a:pt x="55123" y="47586"/>
                </a:cubicBezTo>
                <a:cubicBezTo>
                  <a:pt x="55588" y="47381"/>
                  <a:pt x="55783" y="46788"/>
                  <a:pt x="55707" y="45808"/>
                </a:cubicBezTo>
                <a:lnTo>
                  <a:pt x="54624" y="17542"/>
                </a:lnTo>
                <a:cubicBezTo>
                  <a:pt x="54599" y="17135"/>
                  <a:pt x="54370" y="16861"/>
                  <a:pt x="53939" y="16719"/>
                </a:cubicBezTo>
                <a:cubicBezTo>
                  <a:pt x="53509" y="16578"/>
                  <a:pt x="53163" y="16663"/>
                  <a:pt x="52901" y="16975"/>
                </a:cubicBezTo>
                <a:lnTo>
                  <a:pt x="34824" y="38943"/>
                </a:lnTo>
                <a:cubicBezTo>
                  <a:pt x="34159" y="39758"/>
                  <a:pt x="33923" y="40357"/>
                  <a:pt x="34115" y="40739"/>
                </a:cubicBezTo>
                <a:cubicBezTo>
                  <a:pt x="34308" y="41120"/>
                  <a:pt x="34799" y="41441"/>
                  <a:pt x="35588" y="41700"/>
                </a:cubicBezTo>
                <a:lnTo>
                  <a:pt x="52919" y="47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Text t">
            <a:extLst xmlns:a="http://schemas.openxmlformats.org/drawingml/2006/main">
              <a:ext uri="{FF2B5EF4-FFF2-40B4-BE49-F238E27FC236}">
                <a16:creationId xmlns:a16="http://schemas.microsoft.com/office/drawing/2014/main" id="{6927FC9E-AFE6-485E-B175-8C2D1D43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750" y="1747486"/>
            <a:ext cx="37062" cy="65517"/>
          </a:xfrm>
          <a:custGeom xmlns:a="http://schemas.openxmlformats.org/drawingml/2006/main">
            <a:pathLst>
              <a:path w="37062" h="65517">
                <a:moveTo>
                  <a:pt x="13119" y="45458"/>
                </a:moveTo>
                <a:cubicBezTo>
                  <a:pt x="11797" y="49476"/>
                  <a:pt x="11267" y="52602"/>
                  <a:pt x="11526" y="54835"/>
                </a:cubicBezTo>
                <a:cubicBezTo>
                  <a:pt x="11786" y="57067"/>
                  <a:pt x="13101" y="58572"/>
                  <a:pt x="15469" y="59351"/>
                </a:cubicBezTo>
                <a:cubicBezTo>
                  <a:pt x="17119" y="59894"/>
                  <a:pt x="18762" y="60156"/>
                  <a:pt x="20398" y="60138"/>
                </a:cubicBezTo>
                <a:cubicBezTo>
                  <a:pt x="22035" y="60119"/>
                  <a:pt x="23342" y="59953"/>
                  <a:pt x="24320" y="59638"/>
                </a:cubicBezTo>
                <a:cubicBezTo>
                  <a:pt x="24583" y="59566"/>
                  <a:pt x="24840" y="59630"/>
                  <a:pt x="25092" y="59832"/>
                </a:cubicBezTo>
                <a:cubicBezTo>
                  <a:pt x="25344" y="60034"/>
                  <a:pt x="25535" y="60296"/>
                  <a:pt x="25667" y="60618"/>
                </a:cubicBezTo>
                <a:cubicBezTo>
                  <a:pt x="25800" y="60940"/>
                  <a:pt x="25874" y="61262"/>
                  <a:pt x="25887" y="61584"/>
                </a:cubicBezTo>
                <a:cubicBezTo>
                  <a:pt x="25901" y="61906"/>
                  <a:pt x="25801" y="62152"/>
                  <a:pt x="25586" y="62321"/>
                </a:cubicBezTo>
                <a:cubicBezTo>
                  <a:pt x="23492" y="64096"/>
                  <a:pt x="21197" y="65091"/>
                  <a:pt x="18701" y="65304"/>
                </a:cubicBezTo>
                <a:cubicBezTo>
                  <a:pt x="16205" y="65517"/>
                  <a:pt x="13486" y="65140"/>
                  <a:pt x="10544" y="64173"/>
                </a:cubicBezTo>
                <a:cubicBezTo>
                  <a:pt x="5665" y="62569"/>
                  <a:pt x="2580" y="60343"/>
                  <a:pt x="1290" y="57494"/>
                </a:cubicBezTo>
                <a:cubicBezTo>
                  <a:pt x="0" y="54645"/>
                  <a:pt x="122" y="50887"/>
                  <a:pt x="1656" y="46223"/>
                </a:cubicBezTo>
                <a:lnTo>
                  <a:pt x="10751" y="18558"/>
                </a:lnTo>
                <a:cubicBezTo>
                  <a:pt x="11034" y="17697"/>
                  <a:pt x="11222" y="17003"/>
                  <a:pt x="11315" y="16477"/>
                </a:cubicBezTo>
                <a:cubicBezTo>
                  <a:pt x="11409" y="15951"/>
                  <a:pt x="11311" y="15522"/>
                  <a:pt x="11023" y="15189"/>
                </a:cubicBezTo>
                <a:cubicBezTo>
                  <a:pt x="10735" y="14855"/>
                  <a:pt x="10184" y="14534"/>
                  <a:pt x="9370" y="14227"/>
                </a:cubicBezTo>
                <a:cubicBezTo>
                  <a:pt x="8557" y="13920"/>
                  <a:pt x="7397" y="13518"/>
                  <a:pt x="5891" y="13023"/>
                </a:cubicBezTo>
                <a:cubicBezTo>
                  <a:pt x="5675" y="12952"/>
                  <a:pt x="5566" y="12678"/>
                  <a:pt x="5564" y="12200"/>
                </a:cubicBezTo>
                <a:cubicBezTo>
                  <a:pt x="5562" y="11723"/>
                  <a:pt x="5626" y="11227"/>
                  <a:pt x="5755" y="10712"/>
                </a:cubicBezTo>
                <a:cubicBezTo>
                  <a:pt x="5884" y="10198"/>
                  <a:pt x="6091" y="9749"/>
                  <a:pt x="6376" y="9366"/>
                </a:cubicBezTo>
                <a:cubicBezTo>
                  <a:pt x="6662" y="8983"/>
                  <a:pt x="6948" y="8839"/>
                  <a:pt x="7235" y="8933"/>
                </a:cubicBezTo>
                <a:cubicBezTo>
                  <a:pt x="9076" y="9379"/>
                  <a:pt x="10707" y="9617"/>
                  <a:pt x="12127" y="9648"/>
                </a:cubicBezTo>
                <a:cubicBezTo>
                  <a:pt x="13550" y="9677"/>
                  <a:pt x="14850" y="9409"/>
                  <a:pt x="16030" y="8843"/>
                </a:cubicBezTo>
                <a:cubicBezTo>
                  <a:pt x="17212" y="8277"/>
                  <a:pt x="18313" y="7346"/>
                  <a:pt x="19334" y="6053"/>
                </a:cubicBezTo>
                <a:cubicBezTo>
                  <a:pt x="20356" y="4758"/>
                  <a:pt x="21436" y="2986"/>
                  <a:pt x="22572" y="736"/>
                </a:cubicBezTo>
                <a:cubicBezTo>
                  <a:pt x="22786" y="328"/>
                  <a:pt x="23180" y="100"/>
                  <a:pt x="23753" y="50"/>
                </a:cubicBezTo>
                <a:cubicBezTo>
                  <a:pt x="24327" y="0"/>
                  <a:pt x="24900" y="69"/>
                  <a:pt x="25474" y="258"/>
                </a:cubicBezTo>
                <a:cubicBezTo>
                  <a:pt x="26048" y="446"/>
                  <a:pt x="26539" y="707"/>
                  <a:pt x="26946" y="1040"/>
                </a:cubicBezTo>
                <a:cubicBezTo>
                  <a:pt x="27354" y="1373"/>
                  <a:pt x="27510" y="1683"/>
                  <a:pt x="27416" y="1970"/>
                </a:cubicBezTo>
                <a:lnTo>
                  <a:pt x="24372" y="11227"/>
                </a:lnTo>
                <a:cubicBezTo>
                  <a:pt x="23995" y="12376"/>
                  <a:pt x="23830" y="13058"/>
                  <a:pt x="23878" y="13272"/>
                </a:cubicBezTo>
                <a:cubicBezTo>
                  <a:pt x="23928" y="13487"/>
                  <a:pt x="24348" y="13723"/>
                  <a:pt x="25137" y="13983"/>
                </a:cubicBezTo>
                <a:lnTo>
                  <a:pt x="36331" y="17663"/>
                </a:lnTo>
                <a:cubicBezTo>
                  <a:pt x="36834" y="17828"/>
                  <a:pt x="37062" y="18222"/>
                  <a:pt x="37017" y="18844"/>
                </a:cubicBezTo>
                <a:cubicBezTo>
                  <a:pt x="36971" y="19465"/>
                  <a:pt x="36878" y="19991"/>
                  <a:pt x="36737" y="20421"/>
                </a:cubicBezTo>
                <a:cubicBezTo>
                  <a:pt x="36595" y="20851"/>
                  <a:pt x="36334" y="21342"/>
                  <a:pt x="35954" y="21893"/>
                </a:cubicBezTo>
                <a:cubicBezTo>
                  <a:pt x="35575" y="22444"/>
                  <a:pt x="35098" y="22625"/>
                  <a:pt x="34523" y="22436"/>
                </a:cubicBezTo>
                <a:lnTo>
                  <a:pt x="23006" y="18650"/>
                </a:lnTo>
                <a:cubicBezTo>
                  <a:pt x="22503" y="18484"/>
                  <a:pt x="22174" y="18516"/>
                  <a:pt x="22019" y="18744"/>
                </a:cubicBezTo>
                <a:cubicBezTo>
                  <a:pt x="21866" y="18971"/>
                  <a:pt x="21529" y="19875"/>
                  <a:pt x="21010" y="21454"/>
                </a:cubicBezTo>
                <a:lnTo>
                  <a:pt x="13119" y="454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Text t">
            <a:extLst xmlns:a="http://schemas.openxmlformats.org/drawingml/2006/main">
              <a:ext uri="{FF2B5EF4-FFF2-40B4-BE49-F238E27FC236}">
                <a16:creationId xmlns:a16="http://schemas.microsoft.com/office/drawing/2014/main" id="{EEDE4C50-A39D-4C79-8980-C54DC558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563" y="1758931"/>
            <a:ext cx="37062" cy="65517"/>
          </a:xfrm>
          <a:custGeom xmlns:a="http://schemas.openxmlformats.org/drawingml/2006/main">
            <a:pathLst>
              <a:path w="37062" h="65517">
                <a:moveTo>
                  <a:pt x="13119" y="45458"/>
                </a:moveTo>
                <a:cubicBezTo>
                  <a:pt x="11797" y="49476"/>
                  <a:pt x="11267" y="52602"/>
                  <a:pt x="11526" y="54835"/>
                </a:cubicBezTo>
                <a:cubicBezTo>
                  <a:pt x="11786" y="57067"/>
                  <a:pt x="13101" y="58572"/>
                  <a:pt x="15469" y="59351"/>
                </a:cubicBezTo>
                <a:cubicBezTo>
                  <a:pt x="17119" y="59894"/>
                  <a:pt x="18762" y="60156"/>
                  <a:pt x="20398" y="60138"/>
                </a:cubicBezTo>
                <a:cubicBezTo>
                  <a:pt x="22035" y="60119"/>
                  <a:pt x="23342" y="59953"/>
                  <a:pt x="24320" y="59638"/>
                </a:cubicBezTo>
                <a:cubicBezTo>
                  <a:pt x="24583" y="59566"/>
                  <a:pt x="24840" y="59630"/>
                  <a:pt x="25092" y="59832"/>
                </a:cubicBezTo>
                <a:cubicBezTo>
                  <a:pt x="25344" y="60034"/>
                  <a:pt x="25535" y="60296"/>
                  <a:pt x="25667" y="60618"/>
                </a:cubicBezTo>
                <a:cubicBezTo>
                  <a:pt x="25800" y="60940"/>
                  <a:pt x="25874" y="61262"/>
                  <a:pt x="25887" y="61584"/>
                </a:cubicBezTo>
                <a:cubicBezTo>
                  <a:pt x="25901" y="61906"/>
                  <a:pt x="25801" y="62152"/>
                  <a:pt x="25586" y="62321"/>
                </a:cubicBezTo>
                <a:cubicBezTo>
                  <a:pt x="23492" y="64096"/>
                  <a:pt x="21197" y="65091"/>
                  <a:pt x="18701" y="65304"/>
                </a:cubicBezTo>
                <a:cubicBezTo>
                  <a:pt x="16205" y="65517"/>
                  <a:pt x="13486" y="65140"/>
                  <a:pt x="10544" y="64173"/>
                </a:cubicBezTo>
                <a:cubicBezTo>
                  <a:pt x="5665" y="62569"/>
                  <a:pt x="2580" y="60343"/>
                  <a:pt x="1290" y="57494"/>
                </a:cubicBezTo>
                <a:cubicBezTo>
                  <a:pt x="0" y="54645"/>
                  <a:pt x="122" y="50887"/>
                  <a:pt x="1656" y="46223"/>
                </a:cubicBezTo>
                <a:lnTo>
                  <a:pt x="10751" y="18558"/>
                </a:lnTo>
                <a:cubicBezTo>
                  <a:pt x="11034" y="17697"/>
                  <a:pt x="11222" y="17003"/>
                  <a:pt x="11315" y="16477"/>
                </a:cubicBezTo>
                <a:cubicBezTo>
                  <a:pt x="11409" y="15951"/>
                  <a:pt x="11311" y="15522"/>
                  <a:pt x="11023" y="15189"/>
                </a:cubicBezTo>
                <a:cubicBezTo>
                  <a:pt x="10735" y="14855"/>
                  <a:pt x="10184" y="14534"/>
                  <a:pt x="9370" y="14227"/>
                </a:cubicBezTo>
                <a:cubicBezTo>
                  <a:pt x="8557" y="13920"/>
                  <a:pt x="7397" y="13518"/>
                  <a:pt x="5891" y="13023"/>
                </a:cubicBezTo>
                <a:cubicBezTo>
                  <a:pt x="5675" y="12952"/>
                  <a:pt x="5566" y="12678"/>
                  <a:pt x="5564" y="12200"/>
                </a:cubicBezTo>
                <a:cubicBezTo>
                  <a:pt x="5562" y="11723"/>
                  <a:pt x="5626" y="11227"/>
                  <a:pt x="5755" y="10712"/>
                </a:cubicBezTo>
                <a:cubicBezTo>
                  <a:pt x="5884" y="10198"/>
                  <a:pt x="6091" y="9749"/>
                  <a:pt x="6376" y="9366"/>
                </a:cubicBezTo>
                <a:cubicBezTo>
                  <a:pt x="6662" y="8983"/>
                  <a:pt x="6948" y="8839"/>
                  <a:pt x="7235" y="8933"/>
                </a:cubicBezTo>
                <a:cubicBezTo>
                  <a:pt x="9076" y="9379"/>
                  <a:pt x="10707" y="9617"/>
                  <a:pt x="12127" y="9648"/>
                </a:cubicBezTo>
                <a:cubicBezTo>
                  <a:pt x="13550" y="9677"/>
                  <a:pt x="14850" y="9409"/>
                  <a:pt x="16030" y="8843"/>
                </a:cubicBezTo>
                <a:cubicBezTo>
                  <a:pt x="17212" y="8277"/>
                  <a:pt x="18313" y="7346"/>
                  <a:pt x="19334" y="6053"/>
                </a:cubicBezTo>
                <a:cubicBezTo>
                  <a:pt x="20356" y="4758"/>
                  <a:pt x="21436" y="2986"/>
                  <a:pt x="22572" y="736"/>
                </a:cubicBezTo>
                <a:cubicBezTo>
                  <a:pt x="22786" y="328"/>
                  <a:pt x="23180" y="100"/>
                  <a:pt x="23753" y="50"/>
                </a:cubicBezTo>
                <a:cubicBezTo>
                  <a:pt x="24327" y="0"/>
                  <a:pt x="24900" y="69"/>
                  <a:pt x="25474" y="258"/>
                </a:cubicBezTo>
                <a:cubicBezTo>
                  <a:pt x="26048" y="446"/>
                  <a:pt x="26539" y="707"/>
                  <a:pt x="26946" y="1040"/>
                </a:cubicBezTo>
                <a:cubicBezTo>
                  <a:pt x="27354" y="1373"/>
                  <a:pt x="27510" y="1683"/>
                  <a:pt x="27416" y="1970"/>
                </a:cubicBezTo>
                <a:lnTo>
                  <a:pt x="24372" y="11227"/>
                </a:lnTo>
                <a:cubicBezTo>
                  <a:pt x="23995" y="12376"/>
                  <a:pt x="23830" y="13058"/>
                  <a:pt x="23878" y="13272"/>
                </a:cubicBezTo>
                <a:cubicBezTo>
                  <a:pt x="23928" y="13487"/>
                  <a:pt x="24348" y="13723"/>
                  <a:pt x="25137" y="13983"/>
                </a:cubicBezTo>
                <a:lnTo>
                  <a:pt x="36331" y="17663"/>
                </a:lnTo>
                <a:cubicBezTo>
                  <a:pt x="36834" y="17828"/>
                  <a:pt x="37062" y="18222"/>
                  <a:pt x="37017" y="18844"/>
                </a:cubicBezTo>
                <a:cubicBezTo>
                  <a:pt x="36971" y="19465"/>
                  <a:pt x="36878" y="19991"/>
                  <a:pt x="36737" y="20421"/>
                </a:cubicBezTo>
                <a:cubicBezTo>
                  <a:pt x="36595" y="20851"/>
                  <a:pt x="36334" y="21342"/>
                  <a:pt x="35954" y="21893"/>
                </a:cubicBezTo>
                <a:cubicBezTo>
                  <a:pt x="35575" y="22444"/>
                  <a:pt x="35098" y="22625"/>
                  <a:pt x="34523" y="22436"/>
                </a:cubicBezTo>
                <a:lnTo>
                  <a:pt x="23006" y="18650"/>
                </a:lnTo>
                <a:cubicBezTo>
                  <a:pt x="22503" y="18484"/>
                  <a:pt x="22174" y="18516"/>
                  <a:pt x="22019" y="18744"/>
                </a:cubicBezTo>
                <a:cubicBezTo>
                  <a:pt x="21866" y="18971"/>
                  <a:pt x="21529" y="19875"/>
                  <a:pt x="21010" y="21454"/>
                </a:cubicBezTo>
                <a:lnTo>
                  <a:pt x="13119" y="454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Text r">
            <a:extLst xmlns:a="http://schemas.openxmlformats.org/drawingml/2006/main">
              <a:ext uri="{FF2B5EF4-FFF2-40B4-BE49-F238E27FC236}">
                <a16:creationId xmlns:a16="http://schemas.microsoft.com/office/drawing/2014/main" id="{093AB2B2-93EE-4A11-A1C0-80ACD342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447" y="1779740"/>
            <a:ext cx="56030" cy="57635"/>
          </a:xfrm>
          <a:custGeom xmlns:a="http://schemas.openxmlformats.org/drawingml/2006/main">
            <a:pathLst>
              <a:path w="56030" h="57635">
                <a:moveTo>
                  <a:pt x="23678" y="40567"/>
                </a:moveTo>
                <a:cubicBezTo>
                  <a:pt x="23088" y="42362"/>
                  <a:pt x="22646" y="43887"/>
                  <a:pt x="22352" y="45142"/>
                </a:cubicBezTo>
                <a:cubicBezTo>
                  <a:pt x="22060" y="46397"/>
                  <a:pt x="22106" y="47526"/>
                  <a:pt x="22492" y="48528"/>
                </a:cubicBezTo>
                <a:cubicBezTo>
                  <a:pt x="22878" y="49529"/>
                  <a:pt x="23682" y="50470"/>
                  <a:pt x="24904" y="51348"/>
                </a:cubicBezTo>
                <a:cubicBezTo>
                  <a:pt x="26127" y="52227"/>
                  <a:pt x="27995" y="53199"/>
                  <a:pt x="30507" y="54264"/>
                </a:cubicBezTo>
                <a:cubicBezTo>
                  <a:pt x="30914" y="54477"/>
                  <a:pt x="31171" y="54780"/>
                  <a:pt x="31280" y="55173"/>
                </a:cubicBezTo>
                <a:cubicBezTo>
                  <a:pt x="31389" y="55567"/>
                  <a:pt x="31373" y="55980"/>
                  <a:pt x="31232" y="56410"/>
                </a:cubicBezTo>
                <a:cubicBezTo>
                  <a:pt x="31114" y="56769"/>
                  <a:pt x="30894" y="57075"/>
                  <a:pt x="30572" y="57327"/>
                </a:cubicBezTo>
                <a:cubicBezTo>
                  <a:pt x="30251" y="57579"/>
                  <a:pt x="29876" y="57635"/>
                  <a:pt x="29445" y="57493"/>
                </a:cubicBezTo>
                <a:cubicBezTo>
                  <a:pt x="26359" y="56479"/>
                  <a:pt x="23674" y="55456"/>
                  <a:pt x="21388" y="54426"/>
                </a:cubicBezTo>
                <a:cubicBezTo>
                  <a:pt x="19102" y="53396"/>
                  <a:pt x="16882" y="52528"/>
                  <a:pt x="14730" y="51820"/>
                </a:cubicBezTo>
                <a:cubicBezTo>
                  <a:pt x="12433" y="51065"/>
                  <a:pt x="10113" y="50441"/>
                  <a:pt x="7770" y="49949"/>
                </a:cubicBezTo>
                <a:cubicBezTo>
                  <a:pt x="5427" y="49457"/>
                  <a:pt x="3107" y="48834"/>
                  <a:pt x="811" y="48079"/>
                </a:cubicBezTo>
                <a:cubicBezTo>
                  <a:pt x="453" y="47962"/>
                  <a:pt x="219" y="47706"/>
                  <a:pt x="110" y="47312"/>
                </a:cubicBezTo>
                <a:cubicBezTo>
                  <a:pt x="0" y="46918"/>
                  <a:pt x="4" y="46541"/>
                  <a:pt x="122" y="46182"/>
                </a:cubicBezTo>
                <a:cubicBezTo>
                  <a:pt x="264" y="45752"/>
                  <a:pt x="496" y="45411"/>
                  <a:pt x="817" y="45159"/>
                </a:cubicBezTo>
                <a:cubicBezTo>
                  <a:pt x="1139" y="44906"/>
                  <a:pt x="1527" y="44816"/>
                  <a:pt x="1981" y="44886"/>
                </a:cubicBezTo>
                <a:cubicBezTo>
                  <a:pt x="4061" y="45331"/>
                  <a:pt x="5728" y="45521"/>
                  <a:pt x="6981" y="45456"/>
                </a:cubicBezTo>
                <a:cubicBezTo>
                  <a:pt x="8235" y="45391"/>
                  <a:pt x="9237" y="45065"/>
                  <a:pt x="9987" y="44477"/>
                </a:cubicBezTo>
                <a:cubicBezTo>
                  <a:pt x="10738" y="43887"/>
                  <a:pt x="11350" y="43055"/>
                  <a:pt x="11822" y="41979"/>
                </a:cubicBezTo>
                <a:cubicBezTo>
                  <a:pt x="12296" y="40902"/>
                  <a:pt x="12805" y="39538"/>
                  <a:pt x="13348" y="37886"/>
                </a:cubicBezTo>
                <a:lnTo>
                  <a:pt x="18515" y="22171"/>
                </a:lnTo>
                <a:cubicBezTo>
                  <a:pt x="19671" y="18654"/>
                  <a:pt x="20513" y="15850"/>
                  <a:pt x="21040" y="13757"/>
                </a:cubicBezTo>
                <a:cubicBezTo>
                  <a:pt x="21569" y="11664"/>
                  <a:pt x="21747" y="9974"/>
                  <a:pt x="21574" y="8685"/>
                </a:cubicBezTo>
                <a:cubicBezTo>
                  <a:pt x="21402" y="7396"/>
                  <a:pt x="20801" y="6383"/>
                  <a:pt x="19770" y="5646"/>
                </a:cubicBezTo>
                <a:cubicBezTo>
                  <a:pt x="18741" y="4909"/>
                  <a:pt x="17245" y="4139"/>
                  <a:pt x="15283" y="3335"/>
                </a:cubicBezTo>
                <a:cubicBezTo>
                  <a:pt x="14925" y="3217"/>
                  <a:pt x="14715" y="2950"/>
                  <a:pt x="14653" y="2533"/>
                </a:cubicBezTo>
                <a:cubicBezTo>
                  <a:pt x="14591" y="2115"/>
                  <a:pt x="14620" y="1726"/>
                  <a:pt x="14738" y="1367"/>
                </a:cubicBezTo>
                <a:cubicBezTo>
                  <a:pt x="14855" y="1009"/>
                  <a:pt x="15063" y="680"/>
                  <a:pt x="15361" y="379"/>
                </a:cubicBezTo>
                <a:cubicBezTo>
                  <a:pt x="15658" y="79"/>
                  <a:pt x="16022" y="0"/>
                  <a:pt x="16453" y="141"/>
                </a:cubicBezTo>
                <a:cubicBezTo>
                  <a:pt x="17935" y="470"/>
                  <a:pt x="19980" y="963"/>
                  <a:pt x="22586" y="1621"/>
                </a:cubicBezTo>
                <a:cubicBezTo>
                  <a:pt x="25193" y="2279"/>
                  <a:pt x="27942" y="2686"/>
                  <a:pt x="30832" y="2841"/>
                </a:cubicBezTo>
                <a:cubicBezTo>
                  <a:pt x="31931" y="2885"/>
                  <a:pt x="32769" y="3121"/>
                  <a:pt x="33344" y="3549"/>
                </a:cubicBezTo>
                <a:cubicBezTo>
                  <a:pt x="33919" y="3976"/>
                  <a:pt x="34006" y="4680"/>
                  <a:pt x="33603" y="5662"/>
                </a:cubicBezTo>
                <a:lnTo>
                  <a:pt x="31123" y="12480"/>
                </a:lnTo>
                <a:cubicBezTo>
                  <a:pt x="31076" y="12623"/>
                  <a:pt x="31082" y="12725"/>
                  <a:pt x="31141" y="12784"/>
                </a:cubicBezTo>
                <a:cubicBezTo>
                  <a:pt x="31202" y="12844"/>
                  <a:pt x="31327" y="12825"/>
                  <a:pt x="31518" y="12728"/>
                </a:cubicBezTo>
                <a:cubicBezTo>
                  <a:pt x="34016" y="10210"/>
                  <a:pt x="36654" y="8414"/>
                  <a:pt x="39432" y="7340"/>
                </a:cubicBezTo>
                <a:cubicBezTo>
                  <a:pt x="42211" y="6265"/>
                  <a:pt x="45431" y="6329"/>
                  <a:pt x="49090" y="7532"/>
                </a:cubicBezTo>
                <a:cubicBezTo>
                  <a:pt x="52105" y="8523"/>
                  <a:pt x="54076" y="10026"/>
                  <a:pt x="55003" y="12040"/>
                </a:cubicBezTo>
                <a:cubicBezTo>
                  <a:pt x="55931" y="14055"/>
                  <a:pt x="56030" y="16175"/>
                  <a:pt x="55298" y="18400"/>
                </a:cubicBezTo>
                <a:cubicBezTo>
                  <a:pt x="54897" y="19620"/>
                  <a:pt x="54065" y="20579"/>
                  <a:pt x="52802" y="21277"/>
                </a:cubicBezTo>
                <a:cubicBezTo>
                  <a:pt x="51538" y="21975"/>
                  <a:pt x="50046" y="22041"/>
                  <a:pt x="48325" y="21475"/>
                </a:cubicBezTo>
                <a:cubicBezTo>
                  <a:pt x="46674" y="20932"/>
                  <a:pt x="45655" y="20159"/>
                  <a:pt x="45268" y="19157"/>
                </a:cubicBezTo>
                <a:cubicBezTo>
                  <a:pt x="44883" y="18156"/>
                  <a:pt x="44843" y="17189"/>
                  <a:pt x="45150" y="16256"/>
                </a:cubicBezTo>
                <a:cubicBezTo>
                  <a:pt x="45480" y="15252"/>
                  <a:pt x="45542" y="14398"/>
                  <a:pt x="45335" y="13694"/>
                </a:cubicBezTo>
                <a:cubicBezTo>
                  <a:pt x="45130" y="12989"/>
                  <a:pt x="44381" y="12425"/>
                  <a:pt x="43089" y="12000"/>
                </a:cubicBezTo>
                <a:cubicBezTo>
                  <a:pt x="41726" y="11552"/>
                  <a:pt x="40341" y="11593"/>
                  <a:pt x="38933" y="12124"/>
                </a:cubicBezTo>
                <a:cubicBezTo>
                  <a:pt x="37526" y="12655"/>
                  <a:pt x="36227" y="13402"/>
                  <a:pt x="35036" y="14363"/>
                </a:cubicBezTo>
                <a:cubicBezTo>
                  <a:pt x="33845" y="15323"/>
                  <a:pt x="32822" y="16379"/>
                  <a:pt x="31967" y="17529"/>
                </a:cubicBezTo>
                <a:cubicBezTo>
                  <a:pt x="31113" y="18679"/>
                  <a:pt x="30567" y="19612"/>
                  <a:pt x="30331" y="20330"/>
                </a:cubicBezTo>
                <a:lnTo>
                  <a:pt x="23678" y="405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Text i">
            <a:extLst xmlns:a="http://schemas.openxmlformats.org/drawingml/2006/main">
              <a:ext uri="{FF2B5EF4-FFF2-40B4-BE49-F238E27FC236}">
                <a16:creationId xmlns:a16="http://schemas.microsoft.com/office/drawing/2014/main" id="{9F358AA1-791B-4CF8-97C4-3F9EBEE2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549" y="1772308"/>
            <a:ext cx="41127" cy="77856"/>
          </a:xfrm>
          <a:custGeom xmlns:a="http://schemas.openxmlformats.org/drawingml/2006/main">
            <a:pathLst>
              <a:path w="41127" h="77856">
                <a:moveTo>
                  <a:pt x="23031" y="61957"/>
                </a:moveTo>
                <a:cubicBezTo>
                  <a:pt x="22441" y="63751"/>
                  <a:pt x="21982" y="65270"/>
                  <a:pt x="21652" y="66514"/>
                </a:cubicBezTo>
                <a:cubicBezTo>
                  <a:pt x="21323" y="67757"/>
                  <a:pt x="21244" y="68845"/>
                  <a:pt x="21415" y="69776"/>
                </a:cubicBezTo>
                <a:cubicBezTo>
                  <a:pt x="21585" y="70707"/>
                  <a:pt x="22049" y="71535"/>
                  <a:pt x="22804" y="72260"/>
                </a:cubicBezTo>
                <a:cubicBezTo>
                  <a:pt x="23560" y="72985"/>
                  <a:pt x="24728" y="73727"/>
                  <a:pt x="26307" y="74486"/>
                </a:cubicBezTo>
                <a:cubicBezTo>
                  <a:pt x="26714" y="74698"/>
                  <a:pt x="26973" y="75001"/>
                  <a:pt x="27082" y="75395"/>
                </a:cubicBezTo>
                <a:cubicBezTo>
                  <a:pt x="27192" y="75789"/>
                  <a:pt x="27176" y="76202"/>
                  <a:pt x="27034" y="76632"/>
                </a:cubicBezTo>
                <a:cubicBezTo>
                  <a:pt x="26916" y="76991"/>
                  <a:pt x="26696" y="77297"/>
                  <a:pt x="26374" y="77549"/>
                </a:cubicBezTo>
                <a:cubicBezTo>
                  <a:pt x="26052" y="77801"/>
                  <a:pt x="25676" y="77856"/>
                  <a:pt x="25246" y="77715"/>
                </a:cubicBezTo>
                <a:cubicBezTo>
                  <a:pt x="23954" y="77290"/>
                  <a:pt x="22308" y="76609"/>
                  <a:pt x="20309" y="75673"/>
                </a:cubicBezTo>
                <a:cubicBezTo>
                  <a:pt x="18311" y="74738"/>
                  <a:pt x="16236" y="73917"/>
                  <a:pt x="14083" y="73209"/>
                </a:cubicBezTo>
                <a:cubicBezTo>
                  <a:pt x="11787" y="72455"/>
                  <a:pt x="9503" y="71843"/>
                  <a:pt x="7231" y="71374"/>
                </a:cubicBezTo>
                <a:cubicBezTo>
                  <a:pt x="4960" y="70906"/>
                  <a:pt x="2819" y="70342"/>
                  <a:pt x="810" y="69681"/>
                </a:cubicBezTo>
                <a:cubicBezTo>
                  <a:pt x="452" y="69563"/>
                  <a:pt x="218" y="69308"/>
                  <a:pt x="108" y="68914"/>
                </a:cubicBezTo>
                <a:cubicBezTo>
                  <a:pt x="0" y="68520"/>
                  <a:pt x="5" y="68144"/>
                  <a:pt x="123" y="67784"/>
                </a:cubicBezTo>
                <a:cubicBezTo>
                  <a:pt x="264" y="67354"/>
                  <a:pt x="496" y="67013"/>
                  <a:pt x="816" y="66760"/>
                </a:cubicBezTo>
                <a:cubicBezTo>
                  <a:pt x="1138" y="66508"/>
                  <a:pt x="1526" y="66417"/>
                  <a:pt x="1980" y="66488"/>
                </a:cubicBezTo>
                <a:cubicBezTo>
                  <a:pt x="3917" y="66885"/>
                  <a:pt x="5476" y="67040"/>
                  <a:pt x="6658" y="66952"/>
                </a:cubicBezTo>
                <a:cubicBezTo>
                  <a:pt x="7839" y="66863"/>
                  <a:pt x="8787" y="66519"/>
                  <a:pt x="9502" y="65919"/>
                </a:cubicBezTo>
                <a:cubicBezTo>
                  <a:pt x="10216" y="65318"/>
                  <a:pt x="10792" y="64473"/>
                  <a:pt x="11228" y="63385"/>
                </a:cubicBezTo>
                <a:cubicBezTo>
                  <a:pt x="11666" y="62297"/>
                  <a:pt x="12157" y="60927"/>
                  <a:pt x="12700" y="59275"/>
                </a:cubicBezTo>
                <a:lnTo>
                  <a:pt x="18397" y="41945"/>
                </a:lnTo>
                <a:cubicBezTo>
                  <a:pt x="19412" y="38859"/>
                  <a:pt x="20154" y="36360"/>
                  <a:pt x="20624" y="34447"/>
                </a:cubicBezTo>
                <a:cubicBezTo>
                  <a:pt x="21094" y="32534"/>
                  <a:pt x="21237" y="31010"/>
                  <a:pt x="21052" y="29877"/>
                </a:cubicBezTo>
                <a:cubicBezTo>
                  <a:pt x="20869" y="28743"/>
                  <a:pt x="20334" y="27831"/>
                  <a:pt x="19447" y="27142"/>
                </a:cubicBezTo>
                <a:cubicBezTo>
                  <a:pt x="18561" y="26452"/>
                  <a:pt x="17292" y="25717"/>
                  <a:pt x="15640" y="24936"/>
                </a:cubicBezTo>
                <a:cubicBezTo>
                  <a:pt x="15210" y="24795"/>
                  <a:pt x="14946" y="24509"/>
                  <a:pt x="14848" y="24079"/>
                </a:cubicBezTo>
                <a:cubicBezTo>
                  <a:pt x="14752" y="23649"/>
                  <a:pt x="14762" y="23255"/>
                  <a:pt x="14880" y="22897"/>
                </a:cubicBezTo>
                <a:cubicBezTo>
                  <a:pt x="14998" y="22538"/>
                  <a:pt x="15223" y="22215"/>
                  <a:pt x="15556" y="21927"/>
                </a:cubicBezTo>
                <a:cubicBezTo>
                  <a:pt x="15890" y="21639"/>
                  <a:pt x="16272" y="21566"/>
                  <a:pt x="16702" y="21707"/>
                </a:cubicBezTo>
                <a:cubicBezTo>
                  <a:pt x="17443" y="21871"/>
                  <a:pt x="18345" y="22088"/>
                  <a:pt x="19409" y="22359"/>
                </a:cubicBezTo>
                <a:cubicBezTo>
                  <a:pt x="20474" y="22629"/>
                  <a:pt x="21598" y="22899"/>
                  <a:pt x="22781" y="23169"/>
                </a:cubicBezTo>
                <a:cubicBezTo>
                  <a:pt x="23965" y="23438"/>
                  <a:pt x="25179" y="23678"/>
                  <a:pt x="26421" y="23889"/>
                </a:cubicBezTo>
                <a:cubicBezTo>
                  <a:pt x="27665" y="24099"/>
                  <a:pt x="28789" y="24249"/>
                  <a:pt x="29793" y="24340"/>
                </a:cubicBezTo>
                <a:cubicBezTo>
                  <a:pt x="30629" y="24456"/>
                  <a:pt x="31310" y="24501"/>
                  <a:pt x="31836" y="24475"/>
                </a:cubicBezTo>
                <a:cubicBezTo>
                  <a:pt x="32361" y="24449"/>
                  <a:pt x="32768" y="24483"/>
                  <a:pt x="33054" y="24577"/>
                </a:cubicBezTo>
                <a:cubicBezTo>
                  <a:pt x="33915" y="24860"/>
                  <a:pt x="34388" y="25294"/>
                  <a:pt x="34474" y="25879"/>
                </a:cubicBezTo>
                <a:cubicBezTo>
                  <a:pt x="34560" y="26464"/>
                  <a:pt x="34533" y="26972"/>
                  <a:pt x="34392" y="27403"/>
                </a:cubicBezTo>
                <a:lnTo>
                  <a:pt x="23031" y="61957"/>
                </a:lnTo>
                <a:moveTo>
                  <a:pt x="33003" y="12395"/>
                </a:moveTo>
                <a:cubicBezTo>
                  <a:pt x="31209" y="11805"/>
                  <a:pt x="29849" y="10741"/>
                  <a:pt x="28923" y="9204"/>
                </a:cubicBezTo>
                <a:cubicBezTo>
                  <a:pt x="27997" y="7667"/>
                  <a:pt x="27806" y="6074"/>
                  <a:pt x="28349" y="4423"/>
                </a:cubicBezTo>
                <a:cubicBezTo>
                  <a:pt x="28891" y="2772"/>
                  <a:pt x="29961" y="1573"/>
                  <a:pt x="31559" y="827"/>
                </a:cubicBezTo>
                <a:cubicBezTo>
                  <a:pt x="33156" y="79"/>
                  <a:pt x="34852" y="0"/>
                  <a:pt x="36645" y="590"/>
                </a:cubicBezTo>
                <a:cubicBezTo>
                  <a:pt x="38368" y="1156"/>
                  <a:pt x="39590" y="2214"/>
                  <a:pt x="40313" y="3765"/>
                </a:cubicBezTo>
                <a:cubicBezTo>
                  <a:pt x="41037" y="5314"/>
                  <a:pt x="41127" y="6914"/>
                  <a:pt x="40585" y="8564"/>
                </a:cubicBezTo>
                <a:cubicBezTo>
                  <a:pt x="40066" y="10144"/>
                  <a:pt x="39085" y="11312"/>
                  <a:pt x="37643" y="12071"/>
                </a:cubicBezTo>
                <a:cubicBezTo>
                  <a:pt x="36201" y="12830"/>
                  <a:pt x="34654" y="12938"/>
                  <a:pt x="33003" y="123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Text b">
            <a:extLst xmlns:a="http://schemas.openxmlformats.org/drawingml/2006/main">
              <a:ext uri="{FF2B5EF4-FFF2-40B4-BE49-F238E27FC236}">
                <a16:creationId xmlns:a16="http://schemas.microsoft.com/office/drawing/2014/main" id="{C6F6F339-F5DC-4276-948F-3FF41DCE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637" y="1778541"/>
            <a:ext cx="54880" cy="83557"/>
          </a:xfrm>
          <a:custGeom xmlns:a="http://schemas.openxmlformats.org/drawingml/2006/main">
            <a:pathLst>
              <a:path w="54880" h="83557">
                <a:moveTo>
                  <a:pt x="13092" y="67482"/>
                </a:moveTo>
                <a:cubicBezTo>
                  <a:pt x="12951" y="67914"/>
                  <a:pt x="12989" y="68642"/>
                  <a:pt x="13207" y="69668"/>
                </a:cubicBezTo>
                <a:cubicBezTo>
                  <a:pt x="13427" y="70694"/>
                  <a:pt x="13856" y="71749"/>
                  <a:pt x="14493" y="72833"/>
                </a:cubicBezTo>
                <a:cubicBezTo>
                  <a:pt x="15131" y="73918"/>
                  <a:pt x="15978" y="74972"/>
                  <a:pt x="17032" y="75994"/>
                </a:cubicBezTo>
                <a:cubicBezTo>
                  <a:pt x="18087" y="77017"/>
                  <a:pt x="19369" y="77776"/>
                  <a:pt x="20877" y="78272"/>
                </a:cubicBezTo>
                <a:cubicBezTo>
                  <a:pt x="23460" y="79121"/>
                  <a:pt x="25807" y="79237"/>
                  <a:pt x="27919" y="78620"/>
                </a:cubicBezTo>
                <a:cubicBezTo>
                  <a:pt x="30031" y="78002"/>
                  <a:pt x="31925" y="76836"/>
                  <a:pt x="33601" y="75120"/>
                </a:cubicBezTo>
                <a:cubicBezTo>
                  <a:pt x="35279" y="73405"/>
                  <a:pt x="36752" y="71285"/>
                  <a:pt x="38019" y="68759"/>
                </a:cubicBezTo>
                <a:cubicBezTo>
                  <a:pt x="39286" y="66233"/>
                  <a:pt x="40403" y="63500"/>
                  <a:pt x="41370" y="60559"/>
                </a:cubicBezTo>
                <a:cubicBezTo>
                  <a:pt x="42196" y="58047"/>
                  <a:pt x="42825" y="55649"/>
                  <a:pt x="43258" y="53366"/>
                </a:cubicBezTo>
                <a:cubicBezTo>
                  <a:pt x="43691" y="51082"/>
                  <a:pt x="43802" y="48992"/>
                  <a:pt x="43591" y="47094"/>
                </a:cubicBezTo>
                <a:cubicBezTo>
                  <a:pt x="43380" y="45195"/>
                  <a:pt x="42753" y="43537"/>
                  <a:pt x="41707" y="42121"/>
                </a:cubicBezTo>
                <a:cubicBezTo>
                  <a:pt x="40663" y="40704"/>
                  <a:pt x="39028" y="39629"/>
                  <a:pt x="36803" y="38898"/>
                </a:cubicBezTo>
                <a:cubicBezTo>
                  <a:pt x="34937" y="38284"/>
                  <a:pt x="33096" y="38077"/>
                  <a:pt x="31281" y="38277"/>
                </a:cubicBezTo>
                <a:cubicBezTo>
                  <a:pt x="29466" y="38475"/>
                  <a:pt x="27819" y="38888"/>
                  <a:pt x="26340" y="39515"/>
                </a:cubicBezTo>
                <a:cubicBezTo>
                  <a:pt x="24862" y="40142"/>
                  <a:pt x="23600" y="40959"/>
                  <a:pt x="22553" y="41967"/>
                </a:cubicBezTo>
                <a:cubicBezTo>
                  <a:pt x="21507" y="42974"/>
                  <a:pt x="20831" y="43945"/>
                  <a:pt x="20524" y="44878"/>
                </a:cubicBezTo>
                <a:lnTo>
                  <a:pt x="13092" y="67482"/>
                </a:lnTo>
                <a:moveTo>
                  <a:pt x="17376" y="20344"/>
                </a:moveTo>
                <a:cubicBezTo>
                  <a:pt x="18391" y="17258"/>
                  <a:pt x="19168" y="14771"/>
                  <a:pt x="19710" y="12881"/>
                </a:cubicBezTo>
                <a:cubicBezTo>
                  <a:pt x="20252" y="10992"/>
                  <a:pt x="20449" y="9486"/>
                  <a:pt x="20301" y="8365"/>
                </a:cubicBezTo>
                <a:cubicBezTo>
                  <a:pt x="20153" y="7242"/>
                  <a:pt x="19635" y="6336"/>
                  <a:pt x="18748" y="5647"/>
                </a:cubicBezTo>
                <a:cubicBezTo>
                  <a:pt x="17862" y="4957"/>
                  <a:pt x="16521" y="4199"/>
                  <a:pt x="14726" y="3371"/>
                </a:cubicBezTo>
                <a:cubicBezTo>
                  <a:pt x="14368" y="3253"/>
                  <a:pt x="14158" y="2986"/>
                  <a:pt x="14096" y="2568"/>
                </a:cubicBezTo>
                <a:cubicBezTo>
                  <a:pt x="14035" y="2150"/>
                  <a:pt x="14045" y="1756"/>
                  <a:pt x="14127" y="1385"/>
                </a:cubicBezTo>
                <a:cubicBezTo>
                  <a:pt x="14209" y="1014"/>
                  <a:pt x="14398" y="678"/>
                  <a:pt x="14696" y="379"/>
                </a:cubicBezTo>
                <a:cubicBezTo>
                  <a:pt x="14993" y="79"/>
                  <a:pt x="15357" y="0"/>
                  <a:pt x="15788" y="141"/>
                </a:cubicBezTo>
                <a:cubicBezTo>
                  <a:pt x="17916" y="682"/>
                  <a:pt x="20338" y="1240"/>
                  <a:pt x="23051" y="1814"/>
                </a:cubicBezTo>
                <a:cubicBezTo>
                  <a:pt x="25765" y="2387"/>
                  <a:pt x="28580" y="2716"/>
                  <a:pt x="31494" y="2801"/>
                </a:cubicBezTo>
                <a:cubicBezTo>
                  <a:pt x="32593" y="2843"/>
                  <a:pt x="33239" y="3115"/>
                  <a:pt x="33432" y="3616"/>
                </a:cubicBezTo>
                <a:cubicBezTo>
                  <a:pt x="33625" y="4117"/>
                  <a:pt x="33687" y="4594"/>
                  <a:pt x="33618" y="5050"/>
                </a:cubicBezTo>
                <a:lnTo>
                  <a:pt x="23461" y="35942"/>
                </a:lnTo>
                <a:cubicBezTo>
                  <a:pt x="23414" y="36086"/>
                  <a:pt x="23426" y="36169"/>
                  <a:pt x="23497" y="36193"/>
                </a:cubicBezTo>
                <a:cubicBezTo>
                  <a:pt x="23641" y="36240"/>
                  <a:pt x="23772" y="36204"/>
                  <a:pt x="23892" y="36084"/>
                </a:cubicBezTo>
                <a:cubicBezTo>
                  <a:pt x="25939" y="34452"/>
                  <a:pt x="28508" y="33229"/>
                  <a:pt x="31597" y="32416"/>
                </a:cubicBezTo>
                <a:cubicBezTo>
                  <a:pt x="34688" y="31603"/>
                  <a:pt x="38099" y="31809"/>
                  <a:pt x="41831" y="33036"/>
                </a:cubicBezTo>
                <a:cubicBezTo>
                  <a:pt x="44917" y="34051"/>
                  <a:pt x="47425" y="35611"/>
                  <a:pt x="49356" y="37718"/>
                </a:cubicBezTo>
                <a:cubicBezTo>
                  <a:pt x="51288" y="39824"/>
                  <a:pt x="52702" y="42236"/>
                  <a:pt x="53596" y="44956"/>
                </a:cubicBezTo>
                <a:cubicBezTo>
                  <a:pt x="54492" y="47676"/>
                  <a:pt x="54880" y="50607"/>
                  <a:pt x="54762" y="53750"/>
                </a:cubicBezTo>
                <a:cubicBezTo>
                  <a:pt x="54644" y="56891"/>
                  <a:pt x="54078" y="60005"/>
                  <a:pt x="53063" y="63091"/>
                </a:cubicBezTo>
                <a:cubicBezTo>
                  <a:pt x="51506" y="67827"/>
                  <a:pt x="49420" y="71693"/>
                  <a:pt x="46804" y="74690"/>
                </a:cubicBezTo>
                <a:cubicBezTo>
                  <a:pt x="44189" y="77687"/>
                  <a:pt x="41254" y="79903"/>
                  <a:pt x="37998" y="81338"/>
                </a:cubicBezTo>
                <a:cubicBezTo>
                  <a:pt x="34743" y="82772"/>
                  <a:pt x="31282" y="83503"/>
                  <a:pt x="27615" y="83530"/>
                </a:cubicBezTo>
                <a:cubicBezTo>
                  <a:pt x="23949" y="83557"/>
                  <a:pt x="20287" y="82968"/>
                  <a:pt x="16627" y="81765"/>
                </a:cubicBezTo>
                <a:cubicBezTo>
                  <a:pt x="14115" y="80939"/>
                  <a:pt x="11477" y="79893"/>
                  <a:pt x="8712" y="78626"/>
                </a:cubicBezTo>
                <a:cubicBezTo>
                  <a:pt x="5947" y="77361"/>
                  <a:pt x="3044" y="75551"/>
                  <a:pt x="0" y="73198"/>
                </a:cubicBezTo>
                <a:lnTo>
                  <a:pt x="17376" y="20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Text u">
            <a:extLst xmlns:a="http://schemas.openxmlformats.org/drawingml/2006/main">
              <a:ext uri="{FF2B5EF4-FFF2-40B4-BE49-F238E27FC236}">
                <a16:creationId xmlns:a16="http://schemas.microsoft.com/office/drawing/2014/main" id="{E1A5A723-2413-487D-823F-25A84207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406" y="1823960"/>
            <a:ext cx="55115" cy="64759"/>
          </a:xfrm>
          <a:custGeom xmlns:a="http://schemas.openxmlformats.org/drawingml/2006/main">
            <a:pathLst>
              <a:path w="55115" h="64759">
                <a:moveTo>
                  <a:pt x="45559" y="44548"/>
                </a:moveTo>
                <a:cubicBezTo>
                  <a:pt x="44592" y="47491"/>
                  <a:pt x="43861" y="49894"/>
                  <a:pt x="43367" y="51759"/>
                </a:cubicBezTo>
                <a:cubicBezTo>
                  <a:pt x="42873" y="53624"/>
                  <a:pt x="42724" y="55166"/>
                  <a:pt x="42920" y="56385"/>
                </a:cubicBezTo>
                <a:cubicBezTo>
                  <a:pt x="43117" y="57602"/>
                  <a:pt x="43689" y="58585"/>
                  <a:pt x="44636" y="59333"/>
                </a:cubicBezTo>
                <a:cubicBezTo>
                  <a:pt x="45582" y="60081"/>
                  <a:pt x="47024" y="60773"/>
                  <a:pt x="48961" y="61410"/>
                </a:cubicBezTo>
                <a:cubicBezTo>
                  <a:pt x="49248" y="61505"/>
                  <a:pt x="49429" y="61743"/>
                  <a:pt x="49502" y="62125"/>
                </a:cubicBezTo>
                <a:cubicBezTo>
                  <a:pt x="49575" y="62507"/>
                  <a:pt x="49541" y="62914"/>
                  <a:pt x="49399" y="63345"/>
                </a:cubicBezTo>
                <a:cubicBezTo>
                  <a:pt x="49281" y="63703"/>
                  <a:pt x="49092" y="64038"/>
                  <a:pt x="48830" y="64350"/>
                </a:cubicBezTo>
                <a:cubicBezTo>
                  <a:pt x="48569" y="64662"/>
                  <a:pt x="48258" y="64759"/>
                  <a:pt x="47899" y="64641"/>
                </a:cubicBezTo>
                <a:cubicBezTo>
                  <a:pt x="47326" y="64452"/>
                  <a:pt x="46835" y="64311"/>
                  <a:pt x="46428" y="64217"/>
                </a:cubicBezTo>
                <a:cubicBezTo>
                  <a:pt x="46022" y="64123"/>
                  <a:pt x="45616" y="64029"/>
                  <a:pt x="45208" y="63935"/>
                </a:cubicBezTo>
                <a:cubicBezTo>
                  <a:pt x="44802" y="63841"/>
                  <a:pt x="44354" y="63754"/>
                  <a:pt x="43864" y="63673"/>
                </a:cubicBezTo>
                <a:cubicBezTo>
                  <a:pt x="43374" y="63591"/>
                  <a:pt x="42759" y="63467"/>
                  <a:pt x="42018" y="63303"/>
                </a:cubicBezTo>
                <a:cubicBezTo>
                  <a:pt x="41420" y="63186"/>
                  <a:pt x="40565" y="63065"/>
                  <a:pt x="39453" y="62938"/>
                </a:cubicBezTo>
                <a:cubicBezTo>
                  <a:pt x="38343" y="62811"/>
                  <a:pt x="37214" y="62678"/>
                  <a:pt x="36067" y="62538"/>
                </a:cubicBezTo>
                <a:cubicBezTo>
                  <a:pt x="34919" y="62400"/>
                  <a:pt x="33856" y="62249"/>
                  <a:pt x="32876" y="62086"/>
                </a:cubicBezTo>
                <a:cubicBezTo>
                  <a:pt x="31895" y="61923"/>
                  <a:pt x="31262" y="61794"/>
                  <a:pt x="30975" y="61700"/>
                </a:cubicBezTo>
                <a:cubicBezTo>
                  <a:pt x="29683" y="61275"/>
                  <a:pt x="29697" y="59053"/>
                  <a:pt x="31019" y="55034"/>
                </a:cubicBezTo>
                <a:cubicBezTo>
                  <a:pt x="31066" y="54891"/>
                  <a:pt x="31023" y="54778"/>
                  <a:pt x="30892" y="54696"/>
                </a:cubicBezTo>
                <a:cubicBezTo>
                  <a:pt x="30760" y="54613"/>
                  <a:pt x="30599" y="54619"/>
                  <a:pt x="30408" y="54715"/>
                </a:cubicBezTo>
                <a:cubicBezTo>
                  <a:pt x="26998" y="56139"/>
                  <a:pt x="23800" y="56856"/>
                  <a:pt x="20813" y="56868"/>
                </a:cubicBezTo>
                <a:cubicBezTo>
                  <a:pt x="17828" y="56881"/>
                  <a:pt x="15079" y="56474"/>
                  <a:pt x="12567" y="55648"/>
                </a:cubicBezTo>
                <a:cubicBezTo>
                  <a:pt x="9266" y="54563"/>
                  <a:pt x="6674" y="53254"/>
                  <a:pt x="4792" y="51721"/>
                </a:cubicBezTo>
                <a:cubicBezTo>
                  <a:pt x="2911" y="50188"/>
                  <a:pt x="1620" y="48431"/>
                  <a:pt x="919" y="46451"/>
                </a:cubicBezTo>
                <a:cubicBezTo>
                  <a:pt x="218" y="44471"/>
                  <a:pt x="0" y="42233"/>
                  <a:pt x="264" y="39736"/>
                </a:cubicBezTo>
                <a:cubicBezTo>
                  <a:pt x="528" y="37239"/>
                  <a:pt x="1144" y="34519"/>
                  <a:pt x="2111" y="31576"/>
                </a:cubicBezTo>
                <a:lnTo>
                  <a:pt x="6110" y="19412"/>
                </a:lnTo>
                <a:cubicBezTo>
                  <a:pt x="7125" y="16326"/>
                  <a:pt x="7843" y="13898"/>
                  <a:pt x="8266" y="12129"/>
                </a:cubicBezTo>
                <a:cubicBezTo>
                  <a:pt x="8689" y="10359"/>
                  <a:pt x="8791" y="8961"/>
                  <a:pt x="8571" y="7935"/>
                </a:cubicBezTo>
                <a:cubicBezTo>
                  <a:pt x="8353" y="6909"/>
                  <a:pt x="7788" y="6087"/>
                  <a:pt x="6877" y="5469"/>
                </a:cubicBezTo>
                <a:cubicBezTo>
                  <a:pt x="5968" y="4852"/>
                  <a:pt x="4687" y="4153"/>
                  <a:pt x="3035" y="3372"/>
                </a:cubicBezTo>
                <a:cubicBezTo>
                  <a:pt x="2676" y="3254"/>
                  <a:pt x="2465" y="2986"/>
                  <a:pt x="2404" y="2568"/>
                </a:cubicBezTo>
                <a:cubicBezTo>
                  <a:pt x="2343" y="2150"/>
                  <a:pt x="2354" y="1756"/>
                  <a:pt x="2436" y="1386"/>
                </a:cubicBezTo>
                <a:cubicBezTo>
                  <a:pt x="2518" y="1015"/>
                  <a:pt x="2707" y="680"/>
                  <a:pt x="3005" y="379"/>
                </a:cubicBezTo>
                <a:cubicBezTo>
                  <a:pt x="3303" y="79"/>
                  <a:pt x="3667" y="0"/>
                  <a:pt x="4097" y="141"/>
                </a:cubicBezTo>
                <a:cubicBezTo>
                  <a:pt x="4838" y="306"/>
                  <a:pt x="5823" y="511"/>
                  <a:pt x="7054" y="757"/>
                </a:cubicBezTo>
                <a:cubicBezTo>
                  <a:pt x="8286" y="1003"/>
                  <a:pt x="9631" y="1207"/>
                  <a:pt x="11089" y="1368"/>
                </a:cubicBezTo>
                <a:cubicBezTo>
                  <a:pt x="12547" y="1528"/>
                  <a:pt x="14064" y="1689"/>
                  <a:pt x="15640" y="1851"/>
                </a:cubicBezTo>
                <a:cubicBezTo>
                  <a:pt x="17218" y="2011"/>
                  <a:pt x="18712" y="2125"/>
                  <a:pt x="20123" y="2190"/>
                </a:cubicBezTo>
                <a:cubicBezTo>
                  <a:pt x="21221" y="2234"/>
                  <a:pt x="21850" y="2619"/>
                  <a:pt x="22008" y="3347"/>
                </a:cubicBezTo>
                <a:cubicBezTo>
                  <a:pt x="22167" y="4075"/>
                  <a:pt x="22175" y="4654"/>
                  <a:pt x="22034" y="5085"/>
                </a:cubicBezTo>
                <a:lnTo>
                  <a:pt x="13611" y="30705"/>
                </a:lnTo>
                <a:cubicBezTo>
                  <a:pt x="12667" y="33575"/>
                  <a:pt x="11991" y="36056"/>
                  <a:pt x="11581" y="38148"/>
                </a:cubicBezTo>
                <a:cubicBezTo>
                  <a:pt x="11172" y="40240"/>
                  <a:pt x="11078" y="42038"/>
                  <a:pt x="11298" y="43542"/>
                </a:cubicBezTo>
                <a:cubicBezTo>
                  <a:pt x="11520" y="45046"/>
                  <a:pt x="12110" y="46273"/>
                  <a:pt x="13068" y="47226"/>
                </a:cubicBezTo>
                <a:cubicBezTo>
                  <a:pt x="14028" y="48177"/>
                  <a:pt x="15370" y="48936"/>
                  <a:pt x="17092" y="49502"/>
                </a:cubicBezTo>
                <a:cubicBezTo>
                  <a:pt x="19532" y="50304"/>
                  <a:pt x="22221" y="50711"/>
                  <a:pt x="25159" y="50724"/>
                </a:cubicBezTo>
                <a:cubicBezTo>
                  <a:pt x="28098" y="50735"/>
                  <a:pt x="30450" y="50355"/>
                  <a:pt x="32214" y="49583"/>
                </a:cubicBezTo>
                <a:cubicBezTo>
                  <a:pt x="32501" y="49438"/>
                  <a:pt x="32756" y="49085"/>
                  <a:pt x="32979" y="48523"/>
                </a:cubicBezTo>
                <a:cubicBezTo>
                  <a:pt x="33204" y="47961"/>
                  <a:pt x="33364" y="47536"/>
                  <a:pt x="33458" y="47249"/>
                </a:cubicBezTo>
                <a:lnTo>
                  <a:pt x="39050" y="30241"/>
                </a:lnTo>
                <a:cubicBezTo>
                  <a:pt x="40064" y="27155"/>
                  <a:pt x="40818" y="24739"/>
                  <a:pt x="41312" y="22993"/>
                </a:cubicBezTo>
                <a:cubicBezTo>
                  <a:pt x="41808" y="21247"/>
                  <a:pt x="41981" y="19873"/>
                  <a:pt x="41834" y="18871"/>
                </a:cubicBezTo>
                <a:cubicBezTo>
                  <a:pt x="41687" y="17868"/>
                  <a:pt x="41212" y="17075"/>
                  <a:pt x="40410" y="16493"/>
                </a:cubicBezTo>
                <a:cubicBezTo>
                  <a:pt x="39607" y="15912"/>
                  <a:pt x="38380" y="15230"/>
                  <a:pt x="36728" y="14449"/>
                </a:cubicBezTo>
                <a:cubicBezTo>
                  <a:pt x="36393" y="14259"/>
                  <a:pt x="36188" y="13973"/>
                  <a:pt x="36115" y="13591"/>
                </a:cubicBezTo>
                <a:cubicBezTo>
                  <a:pt x="36042" y="13209"/>
                  <a:pt x="36052" y="12815"/>
                  <a:pt x="36145" y="12409"/>
                </a:cubicBezTo>
                <a:cubicBezTo>
                  <a:pt x="36240" y="12002"/>
                  <a:pt x="36430" y="11666"/>
                  <a:pt x="36714" y="11402"/>
                </a:cubicBezTo>
                <a:cubicBezTo>
                  <a:pt x="37000" y="11138"/>
                  <a:pt x="37359" y="11077"/>
                  <a:pt x="37790" y="11219"/>
                </a:cubicBezTo>
                <a:cubicBezTo>
                  <a:pt x="40421" y="11924"/>
                  <a:pt x="42895" y="12380"/>
                  <a:pt x="45212" y="12587"/>
                </a:cubicBezTo>
                <a:cubicBezTo>
                  <a:pt x="47530" y="12792"/>
                  <a:pt x="50147" y="12936"/>
                  <a:pt x="53062" y="13020"/>
                </a:cubicBezTo>
                <a:cubicBezTo>
                  <a:pt x="54160" y="13063"/>
                  <a:pt x="54789" y="13448"/>
                  <a:pt x="54948" y="14176"/>
                </a:cubicBezTo>
                <a:cubicBezTo>
                  <a:pt x="55106" y="14904"/>
                  <a:pt x="55115" y="15484"/>
                  <a:pt x="54973" y="15914"/>
                </a:cubicBezTo>
                <a:lnTo>
                  <a:pt x="45559" y="445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Text t">
            <a:extLst xmlns:a="http://schemas.openxmlformats.org/drawingml/2006/main">
              <a:ext uri="{FF2B5EF4-FFF2-40B4-BE49-F238E27FC236}">
                <a16:creationId xmlns:a16="http://schemas.microsoft.com/office/drawing/2014/main" id="{1C068749-CE70-447B-A1B1-C17614E4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138" y="1834736"/>
            <a:ext cx="37062" cy="65517"/>
          </a:xfrm>
          <a:custGeom xmlns:a="http://schemas.openxmlformats.org/drawingml/2006/main">
            <a:pathLst>
              <a:path w="37062" h="65517">
                <a:moveTo>
                  <a:pt x="13119" y="45458"/>
                </a:moveTo>
                <a:cubicBezTo>
                  <a:pt x="11797" y="49476"/>
                  <a:pt x="11267" y="52602"/>
                  <a:pt x="11526" y="54835"/>
                </a:cubicBezTo>
                <a:cubicBezTo>
                  <a:pt x="11786" y="57067"/>
                  <a:pt x="13101" y="58572"/>
                  <a:pt x="15469" y="59351"/>
                </a:cubicBezTo>
                <a:cubicBezTo>
                  <a:pt x="17119" y="59894"/>
                  <a:pt x="18762" y="60156"/>
                  <a:pt x="20398" y="60138"/>
                </a:cubicBezTo>
                <a:cubicBezTo>
                  <a:pt x="22035" y="60119"/>
                  <a:pt x="23342" y="59953"/>
                  <a:pt x="24320" y="59638"/>
                </a:cubicBezTo>
                <a:cubicBezTo>
                  <a:pt x="24583" y="59566"/>
                  <a:pt x="24840" y="59630"/>
                  <a:pt x="25092" y="59832"/>
                </a:cubicBezTo>
                <a:cubicBezTo>
                  <a:pt x="25344" y="60034"/>
                  <a:pt x="25535" y="60296"/>
                  <a:pt x="25667" y="60618"/>
                </a:cubicBezTo>
                <a:cubicBezTo>
                  <a:pt x="25800" y="60940"/>
                  <a:pt x="25874" y="61262"/>
                  <a:pt x="25887" y="61584"/>
                </a:cubicBezTo>
                <a:cubicBezTo>
                  <a:pt x="25901" y="61906"/>
                  <a:pt x="25801" y="62152"/>
                  <a:pt x="25586" y="62321"/>
                </a:cubicBezTo>
                <a:cubicBezTo>
                  <a:pt x="23492" y="64096"/>
                  <a:pt x="21197" y="65091"/>
                  <a:pt x="18701" y="65304"/>
                </a:cubicBezTo>
                <a:cubicBezTo>
                  <a:pt x="16205" y="65517"/>
                  <a:pt x="13486" y="65140"/>
                  <a:pt x="10544" y="64173"/>
                </a:cubicBezTo>
                <a:cubicBezTo>
                  <a:pt x="5665" y="62569"/>
                  <a:pt x="2580" y="60343"/>
                  <a:pt x="1290" y="57494"/>
                </a:cubicBezTo>
                <a:cubicBezTo>
                  <a:pt x="0" y="54645"/>
                  <a:pt x="122" y="50887"/>
                  <a:pt x="1656" y="46223"/>
                </a:cubicBezTo>
                <a:lnTo>
                  <a:pt x="10751" y="18558"/>
                </a:lnTo>
                <a:cubicBezTo>
                  <a:pt x="11034" y="17697"/>
                  <a:pt x="11222" y="17003"/>
                  <a:pt x="11315" y="16477"/>
                </a:cubicBezTo>
                <a:cubicBezTo>
                  <a:pt x="11409" y="15951"/>
                  <a:pt x="11311" y="15522"/>
                  <a:pt x="11023" y="15189"/>
                </a:cubicBezTo>
                <a:cubicBezTo>
                  <a:pt x="10735" y="14855"/>
                  <a:pt x="10184" y="14534"/>
                  <a:pt x="9370" y="14227"/>
                </a:cubicBezTo>
                <a:cubicBezTo>
                  <a:pt x="8557" y="13920"/>
                  <a:pt x="7397" y="13518"/>
                  <a:pt x="5891" y="13023"/>
                </a:cubicBezTo>
                <a:cubicBezTo>
                  <a:pt x="5675" y="12952"/>
                  <a:pt x="5566" y="12678"/>
                  <a:pt x="5564" y="12200"/>
                </a:cubicBezTo>
                <a:cubicBezTo>
                  <a:pt x="5562" y="11723"/>
                  <a:pt x="5626" y="11227"/>
                  <a:pt x="5755" y="10712"/>
                </a:cubicBezTo>
                <a:cubicBezTo>
                  <a:pt x="5884" y="10198"/>
                  <a:pt x="6091" y="9749"/>
                  <a:pt x="6376" y="9366"/>
                </a:cubicBezTo>
                <a:cubicBezTo>
                  <a:pt x="6662" y="8983"/>
                  <a:pt x="6948" y="8839"/>
                  <a:pt x="7235" y="8933"/>
                </a:cubicBezTo>
                <a:cubicBezTo>
                  <a:pt x="9076" y="9379"/>
                  <a:pt x="10707" y="9617"/>
                  <a:pt x="12127" y="9648"/>
                </a:cubicBezTo>
                <a:cubicBezTo>
                  <a:pt x="13550" y="9677"/>
                  <a:pt x="14850" y="9409"/>
                  <a:pt x="16030" y="8843"/>
                </a:cubicBezTo>
                <a:cubicBezTo>
                  <a:pt x="17212" y="8277"/>
                  <a:pt x="18313" y="7346"/>
                  <a:pt x="19334" y="6053"/>
                </a:cubicBezTo>
                <a:cubicBezTo>
                  <a:pt x="20356" y="4758"/>
                  <a:pt x="21436" y="2986"/>
                  <a:pt x="22572" y="736"/>
                </a:cubicBezTo>
                <a:cubicBezTo>
                  <a:pt x="22786" y="328"/>
                  <a:pt x="23180" y="100"/>
                  <a:pt x="23753" y="50"/>
                </a:cubicBezTo>
                <a:cubicBezTo>
                  <a:pt x="24327" y="0"/>
                  <a:pt x="24900" y="69"/>
                  <a:pt x="25474" y="258"/>
                </a:cubicBezTo>
                <a:cubicBezTo>
                  <a:pt x="26048" y="446"/>
                  <a:pt x="26539" y="707"/>
                  <a:pt x="26946" y="1040"/>
                </a:cubicBezTo>
                <a:cubicBezTo>
                  <a:pt x="27354" y="1373"/>
                  <a:pt x="27510" y="1683"/>
                  <a:pt x="27416" y="1970"/>
                </a:cubicBezTo>
                <a:lnTo>
                  <a:pt x="24372" y="11227"/>
                </a:lnTo>
                <a:cubicBezTo>
                  <a:pt x="23995" y="12376"/>
                  <a:pt x="23830" y="13058"/>
                  <a:pt x="23878" y="13272"/>
                </a:cubicBezTo>
                <a:cubicBezTo>
                  <a:pt x="23928" y="13487"/>
                  <a:pt x="24348" y="13723"/>
                  <a:pt x="25137" y="13983"/>
                </a:cubicBezTo>
                <a:lnTo>
                  <a:pt x="36331" y="17663"/>
                </a:lnTo>
                <a:cubicBezTo>
                  <a:pt x="36834" y="17828"/>
                  <a:pt x="37062" y="18222"/>
                  <a:pt x="37017" y="18844"/>
                </a:cubicBezTo>
                <a:cubicBezTo>
                  <a:pt x="36971" y="19465"/>
                  <a:pt x="36878" y="19991"/>
                  <a:pt x="36737" y="20421"/>
                </a:cubicBezTo>
                <a:cubicBezTo>
                  <a:pt x="36595" y="20851"/>
                  <a:pt x="36334" y="21342"/>
                  <a:pt x="35954" y="21893"/>
                </a:cubicBezTo>
                <a:cubicBezTo>
                  <a:pt x="35575" y="22444"/>
                  <a:pt x="35098" y="22625"/>
                  <a:pt x="34523" y="22436"/>
                </a:cubicBezTo>
                <a:lnTo>
                  <a:pt x="23006" y="18650"/>
                </a:lnTo>
                <a:cubicBezTo>
                  <a:pt x="22503" y="18484"/>
                  <a:pt x="22174" y="18516"/>
                  <a:pt x="22019" y="18744"/>
                </a:cubicBezTo>
                <a:cubicBezTo>
                  <a:pt x="21866" y="18971"/>
                  <a:pt x="21529" y="19875"/>
                  <a:pt x="21010" y="21454"/>
                </a:cubicBezTo>
                <a:lnTo>
                  <a:pt x="13119" y="454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Text i">
            <a:extLst xmlns:a="http://schemas.openxmlformats.org/drawingml/2006/main">
              <a:ext uri="{FF2B5EF4-FFF2-40B4-BE49-F238E27FC236}">
                <a16:creationId xmlns:a16="http://schemas.microsoft.com/office/drawing/2014/main" id="{FE4EAA07-1195-4712-8ED5-95C3E049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238" y="1834013"/>
            <a:ext cx="41127" cy="77856"/>
          </a:xfrm>
          <a:custGeom xmlns:a="http://schemas.openxmlformats.org/drawingml/2006/main">
            <a:pathLst>
              <a:path w="41127" h="77856">
                <a:moveTo>
                  <a:pt x="23031" y="61957"/>
                </a:moveTo>
                <a:cubicBezTo>
                  <a:pt x="22441" y="63751"/>
                  <a:pt x="21982" y="65270"/>
                  <a:pt x="21652" y="66514"/>
                </a:cubicBezTo>
                <a:cubicBezTo>
                  <a:pt x="21323" y="67757"/>
                  <a:pt x="21244" y="68845"/>
                  <a:pt x="21415" y="69776"/>
                </a:cubicBezTo>
                <a:cubicBezTo>
                  <a:pt x="21585" y="70707"/>
                  <a:pt x="22049" y="71535"/>
                  <a:pt x="22804" y="72260"/>
                </a:cubicBezTo>
                <a:cubicBezTo>
                  <a:pt x="23560" y="72985"/>
                  <a:pt x="24728" y="73727"/>
                  <a:pt x="26307" y="74486"/>
                </a:cubicBezTo>
                <a:cubicBezTo>
                  <a:pt x="26714" y="74698"/>
                  <a:pt x="26973" y="75001"/>
                  <a:pt x="27082" y="75395"/>
                </a:cubicBezTo>
                <a:cubicBezTo>
                  <a:pt x="27192" y="75789"/>
                  <a:pt x="27176" y="76202"/>
                  <a:pt x="27034" y="76632"/>
                </a:cubicBezTo>
                <a:cubicBezTo>
                  <a:pt x="26916" y="76991"/>
                  <a:pt x="26696" y="77297"/>
                  <a:pt x="26374" y="77549"/>
                </a:cubicBezTo>
                <a:cubicBezTo>
                  <a:pt x="26052" y="77801"/>
                  <a:pt x="25676" y="77856"/>
                  <a:pt x="25246" y="77715"/>
                </a:cubicBezTo>
                <a:cubicBezTo>
                  <a:pt x="23954" y="77290"/>
                  <a:pt x="22308" y="76609"/>
                  <a:pt x="20309" y="75673"/>
                </a:cubicBezTo>
                <a:cubicBezTo>
                  <a:pt x="18311" y="74738"/>
                  <a:pt x="16236" y="73917"/>
                  <a:pt x="14083" y="73209"/>
                </a:cubicBezTo>
                <a:cubicBezTo>
                  <a:pt x="11787" y="72455"/>
                  <a:pt x="9503" y="71843"/>
                  <a:pt x="7231" y="71374"/>
                </a:cubicBezTo>
                <a:cubicBezTo>
                  <a:pt x="4960" y="70906"/>
                  <a:pt x="2819" y="70342"/>
                  <a:pt x="810" y="69681"/>
                </a:cubicBezTo>
                <a:cubicBezTo>
                  <a:pt x="452" y="69563"/>
                  <a:pt x="218" y="69308"/>
                  <a:pt x="108" y="68914"/>
                </a:cubicBezTo>
                <a:cubicBezTo>
                  <a:pt x="0" y="68520"/>
                  <a:pt x="5" y="68144"/>
                  <a:pt x="123" y="67784"/>
                </a:cubicBezTo>
                <a:cubicBezTo>
                  <a:pt x="264" y="67354"/>
                  <a:pt x="496" y="67013"/>
                  <a:pt x="816" y="66760"/>
                </a:cubicBezTo>
                <a:cubicBezTo>
                  <a:pt x="1138" y="66508"/>
                  <a:pt x="1526" y="66417"/>
                  <a:pt x="1980" y="66488"/>
                </a:cubicBezTo>
                <a:cubicBezTo>
                  <a:pt x="3917" y="66885"/>
                  <a:pt x="5476" y="67040"/>
                  <a:pt x="6658" y="66952"/>
                </a:cubicBezTo>
                <a:cubicBezTo>
                  <a:pt x="7839" y="66863"/>
                  <a:pt x="8787" y="66519"/>
                  <a:pt x="9502" y="65919"/>
                </a:cubicBezTo>
                <a:cubicBezTo>
                  <a:pt x="10216" y="65318"/>
                  <a:pt x="10792" y="64473"/>
                  <a:pt x="11228" y="63385"/>
                </a:cubicBezTo>
                <a:cubicBezTo>
                  <a:pt x="11666" y="62297"/>
                  <a:pt x="12157" y="60927"/>
                  <a:pt x="12700" y="59275"/>
                </a:cubicBezTo>
                <a:lnTo>
                  <a:pt x="18397" y="41945"/>
                </a:lnTo>
                <a:cubicBezTo>
                  <a:pt x="19412" y="38859"/>
                  <a:pt x="20154" y="36360"/>
                  <a:pt x="20624" y="34447"/>
                </a:cubicBezTo>
                <a:cubicBezTo>
                  <a:pt x="21094" y="32534"/>
                  <a:pt x="21237" y="31010"/>
                  <a:pt x="21052" y="29877"/>
                </a:cubicBezTo>
                <a:cubicBezTo>
                  <a:pt x="20869" y="28743"/>
                  <a:pt x="20334" y="27831"/>
                  <a:pt x="19447" y="27142"/>
                </a:cubicBezTo>
                <a:cubicBezTo>
                  <a:pt x="18561" y="26452"/>
                  <a:pt x="17292" y="25717"/>
                  <a:pt x="15640" y="24936"/>
                </a:cubicBezTo>
                <a:cubicBezTo>
                  <a:pt x="15210" y="24795"/>
                  <a:pt x="14946" y="24509"/>
                  <a:pt x="14848" y="24079"/>
                </a:cubicBezTo>
                <a:cubicBezTo>
                  <a:pt x="14752" y="23649"/>
                  <a:pt x="14762" y="23255"/>
                  <a:pt x="14880" y="22897"/>
                </a:cubicBezTo>
                <a:cubicBezTo>
                  <a:pt x="14998" y="22538"/>
                  <a:pt x="15223" y="22215"/>
                  <a:pt x="15556" y="21927"/>
                </a:cubicBezTo>
                <a:cubicBezTo>
                  <a:pt x="15890" y="21639"/>
                  <a:pt x="16272" y="21566"/>
                  <a:pt x="16702" y="21707"/>
                </a:cubicBezTo>
                <a:cubicBezTo>
                  <a:pt x="17443" y="21871"/>
                  <a:pt x="18345" y="22088"/>
                  <a:pt x="19409" y="22359"/>
                </a:cubicBezTo>
                <a:cubicBezTo>
                  <a:pt x="20474" y="22629"/>
                  <a:pt x="21598" y="22899"/>
                  <a:pt x="22781" y="23169"/>
                </a:cubicBezTo>
                <a:cubicBezTo>
                  <a:pt x="23965" y="23438"/>
                  <a:pt x="25179" y="23678"/>
                  <a:pt x="26421" y="23889"/>
                </a:cubicBezTo>
                <a:cubicBezTo>
                  <a:pt x="27665" y="24099"/>
                  <a:pt x="28789" y="24249"/>
                  <a:pt x="29793" y="24340"/>
                </a:cubicBezTo>
                <a:cubicBezTo>
                  <a:pt x="30629" y="24456"/>
                  <a:pt x="31310" y="24501"/>
                  <a:pt x="31836" y="24475"/>
                </a:cubicBezTo>
                <a:cubicBezTo>
                  <a:pt x="32361" y="24449"/>
                  <a:pt x="32768" y="24483"/>
                  <a:pt x="33054" y="24577"/>
                </a:cubicBezTo>
                <a:cubicBezTo>
                  <a:pt x="33915" y="24860"/>
                  <a:pt x="34388" y="25294"/>
                  <a:pt x="34474" y="25879"/>
                </a:cubicBezTo>
                <a:cubicBezTo>
                  <a:pt x="34560" y="26464"/>
                  <a:pt x="34533" y="26972"/>
                  <a:pt x="34392" y="27403"/>
                </a:cubicBezTo>
                <a:lnTo>
                  <a:pt x="23031" y="61957"/>
                </a:lnTo>
                <a:moveTo>
                  <a:pt x="33003" y="12395"/>
                </a:moveTo>
                <a:cubicBezTo>
                  <a:pt x="31209" y="11805"/>
                  <a:pt x="29849" y="10741"/>
                  <a:pt x="28923" y="9204"/>
                </a:cubicBezTo>
                <a:cubicBezTo>
                  <a:pt x="27997" y="7667"/>
                  <a:pt x="27806" y="6074"/>
                  <a:pt x="28349" y="4423"/>
                </a:cubicBezTo>
                <a:cubicBezTo>
                  <a:pt x="28891" y="2772"/>
                  <a:pt x="29961" y="1573"/>
                  <a:pt x="31559" y="827"/>
                </a:cubicBezTo>
                <a:cubicBezTo>
                  <a:pt x="33156" y="79"/>
                  <a:pt x="34852" y="0"/>
                  <a:pt x="36645" y="590"/>
                </a:cubicBezTo>
                <a:cubicBezTo>
                  <a:pt x="38368" y="1156"/>
                  <a:pt x="39590" y="2214"/>
                  <a:pt x="40313" y="3765"/>
                </a:cubicBezTo>
                <a:cubicBezTo>
                  <a:pt x="41037" y="5314"/>
                  <a:pt x="41127" y="6914"/>
                  <a:pt x="40585" y="8564"/>
                </a:cubicBezTo>
                <a:cubicBezTo>
                  <a:pt x="40066" y="10144"/>
                  <a:pt x="39085" y="11312"/>
                  <a:pt x="37643" y="12071"/>
                </a:cubicBezTo>
                <a:cubicBezTo>
                  <a:pt x="36201" y="12830"/>
                  <a:pt x="34654" y="12938"/>
                  <a:pt x="33003" y="123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Text o">
            <a:extLst xmlns:a="http://schemas.openxmlformats.org/drawingml/2006/main">
              <a:ext uri="{FF2B5EF4-FFF2-40B4-BE49-F238E27FC236}">
                <a16:creationId xmlns:a16="http://schemas.microsoft.com/office/drawing/2014/main" id="{52DB2948-D8E8-4987-9045-656852E8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417" y="1869456"/>
            <a:ext cx="53444" cy="54535"/>
          </a:xfrm>
          <a:custGeom xmlns:a="http://schemas.openxmlformats.org/drawingml/2006/main">
            <a:pathLst>
              <a:path w="53444" h="54535">
                <a:moveTo>
                  <a:pt x="51612" y="34028"/>
                </a:moveTo>
                <a:cubicBezTo>
                  <a:pt x="50173" y="38406"/>
                  <a:pt x="48289" y="42081"/>
                  <a:pt x="45960" y="45052"/>
                </a:cubicBezTo>
                <a:cubicBezTo>
                  <a:pt x="43632" y="48024"/>
                  <a:pt x="40959" y="50287"/>
                  <a:pt x="37942" y="51841"/>
                </a:cubicBezTo>
                <a:cubicBezTo>
                  <a:pt x="34927" y="53394"/>
                  <a:pt x="31646" y="54243"/>
                  <a:pt x="28099" y="54389"/>
                </a:cubicBezTo>
                <a:cubicBezTo>
                  <a:pt x="24553" y="54535"/>
                  <a:pt x="20842" y="53970"/>
                  <a:pt x="16967" y="52696"/>
                </a:cubicBezTo>
                <a:cubicBezTo>
                  <a:pt x="13594" y="51588"/>
                  <a:pt x="10655" y="50006"/>
                  <a:pt x="8149" y="47950"/>
                </a:cubicBezTo>
                <a:cubicBezTo>
                  <a:pt x="5645" y="45894"/>
                  <a:pt x="3712" y="43429"/>
                  <a:pt x="2350" y="40556"/>
                </a:cubicBezTo>
                <a:cubicBezTo>
                  <a:pt x="989" y="37683"/>
                  <a:pt x="247" y="34378"/>
                  <a:pt x="123" y="30640"/>
                </a:cubicBezTo>
                <a:cubicBezTo>
                  <a:pt x="0" y="26901"/>
                  <a:pt x="682" y="22771"/>
                  <a:pt x="2168" y="18250"/>
                </a:cubicBezTo>
                <a:cubicBezTo>
                  <a:pt x="3372" y="14590"/>
                  <a:pt x="5084" y="11436"/>
                  <a:pt x="7307" y="8787"/>
                </a:cubicBezTo>
                <a:cubicBezTo>
                  <a:pt x="9530" y="6139"/>
                  <a:pt x="12090" y="4098"/>
                  <a:pt x="14986" y="2665"/>
                </a:cubicBezTo>
                <a:cubicBezTo>
                  <a:pt x="17883" y="1231"/>
                  <a:pt x="21075" y="411"/>
                  <a:pt x="24561" y="205"/>
                </a:cubicBezTo>
                <a:cubicBezTo>
                  <a:pt x="28048" y="0"/>
                  <a:pt x="31622" y="499"/>
                  <a:pt x="35283" y="1703"/>
                </a:cubicBezTo>
                <a:cubicBezTo>
                  <a:pt x="38799" y="2858"/>
                  <a:pt x="41868" y="4464"/>
                  <a:pt x="44492" y="6519"/>
                </a:cubicBezTo>
                <a:cubicBezTo>
                  <a:pt x="47117" y="8575"/>
                  <a:pt x="49169" y="10979"/>
                  <a:pt x="50649" y="13733"/>
                </a:cubicBezTo>
                <a:cubicBezTo>
                  <a:pt x="52131" y="16486"/>
                  <a:pt x="52986" y="19571"/>
                  <a:pt x="53215" y="22987"/>
                </a:cubicBezTo>
                <a:cubicBezTo>
                  <a:pt x="53444" y="26401"/>
                  <a:pt x="52910" y="30082"/>
                  <a:pt x="51612" y="34028"/>
                </a:cubicBezTo>
                <a:moveTo>
                  <a:pt x="39921" y="31497"/>
                </a:moveTo>
                <a:cubicBezTo>
                  <a:pt x="40817" y="28770"/>
                  <a:pt x="41510" y="26056"/>
                  <a:pt x="42000" y="23355"/>
                </a:cubicBezTo>
                <a:cubicBezTo>
                  <a:pt x="42491" y="20652"/>
                  <a:pt x="42600" y="18143"/>
                  <a:pt x="42327" y="15827"/>
                </a:cubicBezTo>
                <a:cubicBezTo>
                  <a:pt x="42055" y="13511"/>
                  <a:pt x="41294" y="11472"/>
                  <a:pt x="40045" y="9709"/>
                </a:cubicBezTo>
                <a:cubicBezTo>
                  <a:pt x="38796" y="7947"/>
                  <a:pt x="36879" y="6641"/>
                  <a:pt x="34295" y="5792"/>
                </a:cubicBezTo>
                <a:cubicBezTo>
                  <a:pt x="31425" y="4848"/>
                  <a:pt x="28892" y="4691"/>
                  <a:pt x="26696" y="5321"/>
                </a:cubicBezTo>
                <a:cubicBezTo>
                  <a:pt x="24502" y="5951"/>
                  <a:pt x="22548" y="7118"/>
                  <a:pt x="20835" y="8821"/>
                </a:cubicBezTo>
                <a:cubicBezTo>
                  <a:pt x="19122" y="10525"/>
                  <a:pt x="17644" y="12603"/>
                  <a:pt x="16399" y="15056"/>
                </a:cubicBezTo>
                <a:cubicBezTo>
                  <a:pt x="15156" y="17510"/>
                  <a:pt x="14074" y="20136"/>
                  <a:pt x="13154" y="22935"/>
                </a:cubicBezTo>
                <a:cubicBezTo>
                  <a:pt x="12352" y="25375"/>
                  <a:pt x="11705" y="27946"/>
                  <a:pt x="11213" y="30648"/>
                </a:cubicBezTo>
                <a:cubicBezTo>
                  <a:pt x="10723" y="33349"/>
                  <a:pt x="10638" y="35905"/>
                  <a:pt x="10958" y="38317"/>
                </a:cubicBezTo>
                <a:cubicBezTo>
                  <a:pt x="11279" y="40728"/>
                  <a:pt x="12094" y="42905"/>
                  <a:pt x="13403" y="44847"/>
                </a:cubicBezTo>
                <a:cubicBezTo>
                  <a:pt x="14713" y="46788"/>
                  <a:pt x="16733" y="48208"/>
                  <a:pt x="19460" y="49104"/>
                </a:cubicBezTo>
                <a:cubicBezTo>
                  <a:pt x="22259" y="50024"/>
                  <a:pt x="24732" y="50121"/>
                  <a:pt x="26878" y="49395"/>
                </a:cubicBezTo>
                <a:cubicBezTo>
                  <a:pt x="29025" y="48669"/>
                  <a:pt x="30925" y="47425"/>
                  <a:pt x="32578" y="45664"/>
                </a:cubicBezTo>
                <a:cubicBezTo>
                  <a:pt x="34232" y="43901"/>
                  <a:pt x="35651" y="41762"/>
                  <a:pt x="36835" y="39249"/>
                </a:cubicBezTo>
                <a:cubicBezTo>
                  <a:pt x="38019" y="36736"/>
                  <a:pt x="39048" y="34152"/>
                  <a:pt x="39921" y="314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Text n">
            <a:extLst xmlns:a="http://schemas.openxmlformats.org/drawingml/2006/main">
              <a:ext uri="{FF2B5EF4-FFF2-40B4-BE49-F238E27FC236}">
                <a16:creationId xmlns:a16="http://schemas.microsoft.com/office/drawing/2014/main" id="{77AD714B-20EF-47CB-BAC2-B282915F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439" y="1884670"/>
            <a:ext cx="63525" cy="65979"/>
          </a:xfrm>
          <a:custGeom xmlns:a="http://schemas.openxmlformats.org/drawingml/2006/main">
            <a:pathLst>
              <a:path w="63525" h="65979">
                <a:moveTo>
                  <a:pt x="22710" y="39533"/>
                </a:moveTo>
                <a:cubicBezTo>
                  <a:pt x="22120" y="41328"/>
                  <a:pt x="21660" y="42847"/>
                  <a:pt x="21330" y="44090"/>
                </a:cubicBezTo>
                <a:cubicBezTo>
                  <a:pt x="21001" y="45334"/>
                  <a:pt x="20868" y="46404"/>
                  <a:pt x="20932" y="47299"/>
                </a:cubicBezTo>
                <a:cubicBezTo>
                  <a:pt x="20995" y="48195"/>
                  <a:pt x="21333" y="48982"/>
                  <a:pt x="21945" y="49660"/>
                </a:cubicBezTo>
                <a:cubicBezTo>
                  <a:pt x="22557" y="50338"/>
                  <a:pt x="23509" y="51009"/>
                  <a:pt x="24801" y="51673"/>
                </a:cubicBezTo>
                <a:cubicBezTo>
                  <a:pt x="25208" y="51885"/>
                  <a:pt x="25466" y="52189"/>
                  <a:pt x="25576" y="52583"/>
                </a:cubicBezTo>
                <a:cubicBezTo>
                  <a:pt x="25685" y="52977"/>
                  <a:pt x="25669" y="53389"/>
                  <a:pt x="25528" y="53819"/>
                </a:cubicBezTo>
                <a:cubicBezTo>
                  <a:pt x="25410" y="54178"/>
                  <a:pt x="25190" y="54484"/>
                  <a:pt x="24868" y="54736"/>
                </a:cubicBezTo>
                <a:cubicBezTo>
                  <a:pt x="24546" y="54988"/>
                  <a:pt x="24170" y="55043"/>
                  <a:pt x="23740" y="54902"/>
                </a:cubicBezTo>
                <a:cubicBezTo>
                  <a:pt x="23022" y="54666"/>
                  <a:pt x="21718" y="54098"/>
                  <a:pt x="19826" y="53197"/>
                </a:cubicBezTo>
                <a:cubicBezTo>
                  <a:pt x="17936" y="52297"/>
                  <a:pt x="15914" y="51494"/>
                  <a:pt x="13761" y="50786"/>
                </a:cubicBezTo>
                <a:cubicBezTo>
                  <a:pt x="11465" y="50031"/>
                  <a:pt x="9199" y="49425"/>
                  <a:pt x="6964" y="48968"/>
                </a:cubicBezTo>
                <a:cubicBezTo>
                  <a:pt x="4728" y="48512"/>
                  <a:pt x="2677" y="47978"/>
                  <a:pt x="811" y="47364"/>
                </a:cubicBezTo>
                <a:cubicBezTo>
                  <a:pt x="452" y="47246"/>
                  <a:pt x="218" y="46990"/>
                  <a:pt x="108" y="46596"/>
                </a:cubicBezTo>
                <a:cubicBezTo>
                  <a:pt x="0" y="46202"/>
                  <a:pt x="5" y="45826"/>
                  <a:pt x="123" y="45467"/>
                </a:cubicBezTo>
                <a:cubicBezTo>
                  <a:pt x="264" y="45037"/>
                  <a:pt x="496" y="44695"/>
                  <a:pt x="816" y="44443"/>
                </a:cubicBezTo>
                <a:cubicBezTo>
                  <a:pt x="1138" y="44191"/>
                  <a:pt x="1527" y="44100"/>
                  <a:pt x="1982" y="44171"/>
                </a:cubicBezTo>
                <a:cubicBezTo>
                  <a:pt x="3846" y="44544"/>
                  <a:pt x="5321" y="44712"/>
                  <a:pt x="6407" y="44672"/>
                </a:cubicBezTo>
                <a:cubicBezTo>
                  <a:pt x="7494" y="44631"/>
                  <a:pt x="8389" y="44329"/>
                  <a:pt x="9091" y="43765"/>
                </a:cubicBezTo>
                <a:cubicBezTo>
                  <a:pt x="9794" y="43200"/>
                  <a:pt x="10369" y="42355"/>
                  <a:pt x="10818" y="41231"/>
                </a:cubicBezTo>
                <a:cubicBezTo>
                  <a:pt x="11268" y="40106"/>
                  <a:pt x="11788" y="38647"/>
                  <a:pt x="12378" y="36852"/>
                </a:cubicBezTo>
                <a:lnTo>
                  <a:pt x="16836" y="23289"/>
                </a:lnTo>
                <a:cubicBezTo>
                  <a:pt x="17992" y="19773"/>
                  <a:pt x="18918" y="16837"/>
                  <a:pt x="19612" y="14481"/>
                </a:cubicBezTo>
                <a:cubicBezTo>
                  <a:pt x="20308" y="12125"/>
                  <a:pt x="20665" y="10195"/>
                  <a:pt x="20682" y="8690"/>
                </a:cubicBezTo>
                <a:cubicBezTo>
                  <a:pt x="20701" y="7184"/>
                  <a:pt x="20332" y="6009"/>
                  <a:pt x="19575" y="5165"/>
                </a:cubicBezTo>
                <a:cubicBezTo>
                  <a:pt x="18820" y="4319"/>
                  <a:pt x="17580" y="3613"/>
                  <a:pt x="15858" y="3047"/>
                </a:cubicBezTo>
                <a:cubicBezTo>
                  <a:pt x="15428" y="2906"/>
                  <a:pt x="15134" y="2650"/>
                  <a:pt x="14976" y="2280"/>
                </a:cubicBezTo>
                <a:cubicBezTo>
                  <a:pt x="14820" y="1911"/>
                  <a:pt x="14801" y="1547"/>
                  <a:pt x="14919" y="1188"/>
                </a:cubicBezTo>
                <a:cubicBezTo>
                  <a:pt x="15060" y="757"/>
                  <a:pt x="15303" y="440"/>
                  <a:pt x="15648" y="235"/>
                </a:cubicBezTo>
                <a:cubicBezTo>
                  <a:pt x="15995" y="31"/>
                  <a:pt x="16383" y="0"/>
                  <a:pt x="16813" y="141"/>
                </a:cubicBezTo>
                <a:cubicBezTo>
                  <a:pt x="18177" y="590"/>
                  <a:pt x="20239" y="1029"/>
                  <a:pt x="22999" y="1460"/>
                </a:cubicBezTo>
                <a:cubicBezTo>
                  <a:pt x="25761" y="1890"/>
                  <a:pt x="28635" y="2159"/>
                  <a:pt x="31621" y="2267"/>
                </a:cubicBezTo>
                <a:cubicBezTo>
                  <a:pt x="32720" y="2309"/>
                  <a:pt x="33409" y="2754"/>
                  <a:pt x="33687" y="3601"/>
                </a:cubicBezTo>
                <a:cubicBezTo>
                  <a:pt x="33965" y="4449"/>
                  <a:pt x="33963" y="5303"/>
                  <a:pt x="33680" y="6164"/>
                </a:cubicBezTo>
                <a:lnTo>
                  <a:pt x="32265" y="10469"/>
                </a:lnTo>
                <a:cubicBezTo>
                  <a:pt x="32218" y="10612"/>
                  <a:pt x="32242" y="10719"/>
                  <a:pt x="32337" y="10791"/>
                </a:cubicBezTo>
                <a:cubicBezTo>
                  <a:pt x="32433" y="10862"/>
                  <a:pt x="32540" y="10838"/>
                  <a:pt x="32660" y="10719"/>
                </a:cubicBezTo>
                <a:cubicBezTo>
                  <a:pt x="33422" y="10094"/>
                  <a:pt x="34410" y="9446"/>
                  <a:pt x="35625" y="8772"/>
                </a:cubicBezTo>
                <a:cubicBezTo>
                  <a:pt x="36841" y="8098"/>
                  <a:pt x="38218" y="7537"/>
                  <a:pt x="39757" y="7089"/>
                </a:cubicBezTo>
                <a:cubicBezTo>
                  <a:pt x="41296" y="6640"/>
                  <a:pt x="42949" y="6389"/>
                  <a:pt x="44716" y="6333"/>
                </a:cubicBezTo>
                <a:cubicBezTo>
                  <a:pt x="46484" y="6278"/>
                  <a:pt x="48337" y="6568"/>
                  <a:pt x="50275" y="7206"/>
                </a:cubicBezTo>
                <a:cubicBezTo>
                  <a:pt x="55657" y="8975"/>
                  <a:pt x="59383" y="11850"/>
                  <a:pt x="61454" y="15831"/>
                </a:cubicBezTo>
                <a:cubicBezTo>
                  <a:pt x="63525" y="19813"/>
                  <a:pt x="63464" y="25140"/>
                  <a:pt x="61270" y="31813"/>
                </a:cubicBezTo>
                <a:lnTo>
                  <a:pt x="55219" y="50221"/>
                </a:lnTo>
                <a:cubicBezTo>
                  <a:pt x="54581" y="52159"/>
                  <a:pt x="54116" y="53756"/>
                  <a:pt x="53822" y="55011"/>
                </a:cubicBezTo>
                <a:cubicBezTo>
                  <a:pt x="53528" y="56266"/>
                  <a:pt x="53455" y="57335"/>
                  <a:pt x="53601" y="58218"/>
                </a:cubicBezTo>
                <a:cubicBezTo>
                  <a:pt x="53749" y="59101"/>
                  <a:pt x="54171" y="59876"/>
                  <a:pt x="54866" y="60543"/>
                </a:cubicBezTo>
                <a:cubicBezTo>
                  <a:pt x="55562" y="61209"/>
                  <a:pt x="56628" y="61897"/>
                  <a:pt x="58064" y="62608"/>
                </a:cubicBezTo>
                <a:cubicBezTo>
                  <a:pt x="58471" y="62821"/>
                  <a:pt x="58729" y="63124"/>
                  <a:pt x="58837" y="63518"/>
                </a:cubicBezTo>
                <a:cubicBezTo>
                  <a:pt x="58947" y="63912"/>
                  <a:pt x="58931" y="64324"/>
                  <a:pt x="58789" y="64754"/>
                </a:cubicBezTo>
                <a:cubicBezTo>
                  <a:pt x="58671" y="65113"/>
                  <a:pt x="58451" y="65419"/>
                  <a:pt x="58129" y="65671"/>
                </a:cubicBezTo>
                <a:cubicBezTo>
                  <a:pt x="57808" y="65924"/>
                  <a:pt x="57433" y="65979"/>
                  <a:pt x="57003" y="65838"/>
                </a:cubicBezTo>
                <a:cubicBezTo>
                  <a:pt x="56070" y="65531"/>
                  <a:pt x="54586" y="64903"/>
                  <a:pt x="52551" y="63955"/>
                </a:cubicBezTo>
                <a:cubicBezTo>
                  <a:pt x="50516" y="63009"/>
                  <a:pt x="48423" y="62181"/>
                  <a:pt x="46270" y="61474"/>
                </a:cubicBezTo>
                <a:cubicBezTo>
                  <a:pt x="43974" y="60719"/>
                  <a:pt x="41744" y="60125"/>
                  <a:pt x="39580" y="59691"/>
                </a:cubicBezTo>
                <a:cubicBezTo>
                  <a:pt x="37416" y="59259"/>
                  <a:pt x="35653" y="58819"/>
                  <a:pt x="34290" y="58370"/>
                </a:cubicBezTo>
                <a:cubicBezTo>
                  <a:pt x="33930" y="58252"/>
                  <a:pt x="33696" y="57996"/>
                  <a:pt x="33587" y="57602"/>
                </a:cubicBezTo>
                <a:cubicBezTo>
                  <a:pt x="33478" y="57209"/>
                  <a:pt x="33483" y="56832"/>
                  <a:pt x="33601" y="56473"/>
                </a:cubicBezTo>
                <a:cubicBezTo>
                  <a:pt x="33743" y="56043"/>
                  <a:pt x="33974" y="55701"/>
                  <a:pt x="34294" y="55449"/>
                </a:cubicBezTo>
                <a:cubicBezTo>
                  <a:pt x="34616" y="55197"/>
                  <a:pt x="35004" y="55106"/>
                  <a:pt x="35458" y="55176"/>
                </a:cubicBezTo>
                <a:cubicBezTo>
                  <a:pt x="37108" y="55480"/>
                  <a:pt x="38416" y="55552"/>
                  <a:pt x="39382" y="55392"/>
                </a:cubicBezTo>
                <a:cubicBezTo>
                  <a:pt x="40349" y="55234"/>
                  <a:pt x="41154" y="54842"/>
                  <a:pt x="41795" y="54218"/>
                </a:cubicBezTo>
                <a:cubicBezTo>
                  <a:pt x="42439" y="53594"/>
                  <a:pt x="42979" y="52738"/>
                  <a:pt x="43415" y="51650"/>
                </a:cubicBezTo>
                <a:cubicBezTo>
                  <a:pt x="43853" y="50561"/>
                  <a:pt x="44344" y="49191"/>
                  <a:pt x="44887" y="47540"/>
                </a:cubicBezTo>
                <a:lnTo>
                  <a:pt x="50266" y="31178"/>
                </a:lnTo>
                <a:cubicBezTo>
                  <a:pt x="50856" y="29384"/>
                  <a:pt x="51374" y="27566"/>
                  <a:pt x="51820" y="25725"/>
                </a:cubicBezTo>
                <a:cubicBezTo>
                  <a:pt x="52266" y="23884"/>
                  <a:pt x="52402" y="22140"/>
                  <a:pt x="52228" y="20492"/>
                </a:cubicBezTo>
                <a:cubicBezTo>
                  <a:pt x="52055" y="18844"/>
                  <a:pt x="51512" y="17353"/>
                  <a:pt x="50597" y="16019"/>
                </a:cubicBezTo>
                <a:cubicBezTo>
                  <a:pt x="49684" y="14685"/>
                  <a:pt x="48151" y="13664"/>
                  <a:pt x="45998" y="12956"/>
                </a:cubicBezTo>
                <a:cubicBezTo>
                  <a:pt x="43846" y="12248"/>
                  <a:pt x="41850" y="11970"/>
                  <a:pt x="40010" y="12121"/>
                </a:cubicBezTo>
                <a:cubicBezTo>
                  <a:pt x="38172" y="12272"/>
                  <a:pt x="36508" y="12738"/>
                  <a:pt x="35018" y="13521"/>
                </a:cubicBezTo>
                <a:cubicBezTo>
                  <a:pt x="33528" y="14304"/>
                  <a:pt x="32242" y="15373"/>
                  <a:pt x="31161" y="16727"/>
                </a:cubicBezTo>
                <a:cubicBezTo>
                  <a:pt x="30080" y="18081"/>
                  <a:pt x="29256" y="19620"/>
                  <a:pt x="28690" y="21342"/>
                </a:cubicBezTo>
                <a:lnTo>
                  <a:pt x="22710" y="395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40943-86BD-48FB-822F-29AB5517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412" y="2003950"/>
            <a:ext cx="233083" cy="336642"/>
          </a:xfrm>
          <a:custGeom xmlns:a="http://schemas.openxmlformats.org/drawingml/2006/main">
            <a:pathLst>
              <a:path w="233083" h="336642">
                <a:moveTo>
                  <a:pt x="128750" y="0"/>
                </a:moveTo>
                <a:lnTo>
                  <a:pt x="233083" y="290381"/>
                </a:lnTo>
                <a:lnTo>
                  <a:pt x="104336" y="336642"/>
                </a:lnTo>
                <a:lnTo>
                  <a:pt x="0" y="46258"/>
                </a:lnTo>
                <a:lnTo>
                  <a:pt x="12875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Text C">
            <a:extLst xmlns:a="http://schemas.openxmlformats.org/drawingml/2006/main">
              <a:ext uri="{FF2B5EF4-FFF2-40B4-BE49-F238E27FC236}">
                <a16:creationId xmlns:a16="http://schemas.microsoft.com/office/drawing/2014/main" id="{CD35E647-EEB2-45AF-B5F5-E8784239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0261" y="2027472"/>
            <a:ext cx="86298" cy="81822"/>
          </a:xfrm>
          <a:custGeom xmlns:a="http://schemas.openxmlformats.org/drawingml/2006/main">
            <a:pathLst>
              <a:path w="86298" h="81822">
                <a:moveTo>
                  <a:pt x="80147" y="27475"/>
                </a:moveTo>
                <a:cubicBezTo>
                  <a:pt x="81296" y="30674"/>
                  <a:pt x="81965" y="33765"/>
                  <a:pt x="82153" y="36747"/>
                </a:cubicBezTo>
                <a:cubicBezTo>
                  <a:pt x="82342" y="39730"/>
                  <a:pt x="82269" y="42766"/>
                  <a:pt x="81934" y="45856"/>
                </a:cubicBezTo>
                <a:cubicBezTo>
                  <a:pt x="81860" y="46765"/>
                  <a:pt x="81784" y="47616"/>
                  <a:pt x="81707" y="48406"/>
                </a:cubicBezTo>
                <a:cubicBezTo>
                  <a:pt x="81630" y="49197"/>
                  <a:pt x="81681" y="49841"/>
                  <a:pt x="81859" y="50338"/>
                </a:cubicBezTo>
                <a:cubicBezTo>
                  <a:pt x="82268" y="51476"/>
                  <a:pt x="83212" y="51980"/>
                  <a:pt x="84690" y="51851"/>
                </a:cubicBezTo>
                <a:cubicBezTo>
                  <a:pt x="85000" y="51819"/>
                  <a:pt x="85296" y="51973"/>
                  <a:pt x="85578" y="52312"/>
                </a:cubicBezTo>
                <a:cubicBezTo>
                  <a:pt x="85861" y="52653"/>
                  <a:pt x="86055" y="53025"/>
                  <a:pt x="86159" y="53428"/>
                </a:cubicBezTo>
                <a:cubicBezTo>
                  <a:pt x="86265" y="53832"/>
                  <a:pt x="86298" y="54202"/>
                  <a:pt x="86258" y="54537"/>
                </a:cubicBezTo>
                <a:cubicBezTo>
                  <a:pt x="86218" y="54873"/>
                  <a:pt x="86043" y="55056"/>
                  <a:pt x="85734" y="55088"/>
                </a:cubicBezTo>
                <a:cubicBezTo>
                  <a:pt x="84494" y="55212"/>
                  <a:pt x="83250" y="55438"/>
                  <a:pt x="82003" y="55765"/>
                </a:cubicBezTo>
                <a:cubicBezTo>
                  <a:pt x="80757" y="56093"/>
                  <a:pt x="79493" y="56487"/>
                  <a:pt x="78213" y="56947"/>
                </a:cubicBezTo>
                <a:cubicBezTo>
                  <a:pt x="76223" y="57662"/>
                  <a:pt x="74283" y="58519"/>
                  <a:pt x="72395" y="59518"/>
                </a:cubicBezTo>
                <a:cubicBezTo>
                  <a:pt x="70506" y="60518"/>
                  <a:pt x="68547" y="61543"/>
                  <a:pt x="66516" y="62593"/>
                </a:cubicBezTo>
                <a:cubicBezTo>
                  <a:pt x="66232" y="62695"/>
                  <a:pt x="65943" y="62618"/>
                  <a:pt x="65650" y="62362"/>
                </a:cubicBezTo>
                <a:cubicBezTo>
                  <a:pt x="65358" y="62107"/>
                  <a:pt x="65111" y="61755"/>
                  <a:pt x="64909" y="61306"/>
                </a:cubicBezTo>
                <a:cubicBezTo>
                  <a:pt x="64708" y="60856"/>
                  <a:pt x="64602" y="60392"/>
                  <a:pt x="64591" y="59914"/>
                </a:cubicBezTo>
                <a:cubicBezTo>
                  <a:pt x="64579" y="59436"/>
                  <a:pt x="64739" y="59099"/>
                  <a:pt x="65070" y="58900"/>
                </a:cubicBezTo>
                <a:cubicBezTo>
                  <a:pt x="70829" y="54823"/>
                  <a:pt x="74504" y="50252"/>
                  <a:pt x="76095" y="45185"/>
                </a:cubicBezTo>
                <a:cubicBezTo>
                  <a:pt x="77685" y="40118"/>
                  <a:pt x="77395" y="34564"/>
                  <a:pt x="75224" y="28522"/>
                </a:cubicBezTo>
                <a:cubicBezTo>
                  <a:pt x="73538" y="23829"/>
                  <a:pt x="71150" y="20312"/>
                  <a:pt x="68062" y="17970"/>
                </a:cubicBezTo>
                <a:cubicBezTo>
                  <a:pt x="64973" y="15628"/>
                  <a:pt x="61521" y="14119"/>
                  <a:pt x="57706" y="13443"/>
                </a:cubicBezTo>
                <a:cubicBezTo>
                  <a:pt x="53892" y="12767"/>
                  <a:pt x="49955" y="12757"/>
                  <a:pt x="45895" y="13412"/>
                </a:cubicBezTo>
                <a:cubicBezTo>
                  <a:pt x="41836" y="14068"/>
                  <a:pt x="37994" y="15047"/>
                  <a:pt x="34369" y="16350"/>
                </a:cubicBezTo>
                <a:cubicBezTo>
                  <a:pt x="30388" y="17780"/>
                  <a:pt x="26560" y="19637"/>
                  <a:pt x="22885" y="21920"/>
                </a:cubicBezTo>
                <a:cubicBezTo>
                  <a:pt x="19210" y="24204"/>
                  <a:pt x="16118" y="26880"/>
                  <a:pt x="13609" y="29949"/>
                </a:cubicBezTo>
                <a:cubicBezTo>
                  <a:pt x="11100" y="33018"/>
                  <a:pt x="9387" y="36463"/>
                  <a:pt x="8472" y="40283"/>
                </a:cubicBezTo>
                <a:cubicBezTo>
                  <a:pt x="7557" y="44103"/>
                  <a:pt x="7891" y="48218"/>
                  <a:pt x="9475" y="52627"/>
                </a:cubicBezTo>
                <a:cubicBezTo>
                  <a:pt x="10701" y="56038"/>
                  <a:pt x="12101" y="58986"/>
                  <a:pt x="13676" y="61470"/>
                </a:cubicBezTo>
                <a:cubicBezTo>
                  <a:pt x="15251" y="63955"/>
                  <a:pt x="17188" y="65828"/>
                  <a:pt x="19489" y="67089"/>
                </a:cubicBezTo>
                <a:cubicBezTo>
                  <a:pt x="22367" y="68623"/>
                  <a:pt x="25488" y="69548"/>
                  <a:pt x="28853" y="69864"/>
                </a:cubicBezTo>
                <a:cubicBezTo>
                  <a:pt x="32217" y="70182"/>
                  <a:pt x="35815" y="69973"/>
                  <a:pt x="39646" y="69238"/>
                </a:cubicBezTo>
                <a:cubicBezTo>
                  <a:pt x="40169" y="69130"/>
                  <a:pt x="40572" y="69246"/>
                  <a:pt x="40854" y="69585"/>
                </a:cubicBezTo>
                <a:cubicBezTo>
                  <a:pt x="41137" y="69926"/>
                  <a:pt x="41301" y="70328"/>
                  <a:pt x="41347" y="70793"/>
                </a:cubicBezTo>
                <a:cubicBezTo>
                  <a:pt x="41394" y="71259"/>
                  <a:pt x="41339" y="71720"/>
                  <a:pt x="41183" y="72177"/>
                </a:cubicBezTo>
                <a:cubicBezTo>
                  <a:pt x="41026" y="72635"/>
                  <a:pt x="40793" y="72880"/>
                  <a:pt x="40484" y="72911"/>
                </a:cubicBezTo>
                <a:cubicBezTo>
                  <a:pt x="38985" y="73209"/>
                  <a:pt x="37529" y="73570"/>
                  <a:pt x="36117" y="73997"/>
                </a:cubicBezTo>
                <a:cubicBezTo>
                  <a:pt x="34706" y="74425"/>
                  <a:pt x="33289" y="74894"/>
                  <a:pt x="31867" y="75405"/>
                </a:cubicBezTo>
                <a:cubicBezTo>
                  <a:pt x="29450" y="76273"/>
                  <a:pt x="27011" y="77250"/>
                  <a:pt x="24551" y="78335"/>
                </a:cubicBezTo>
                <a:cubicBezTo>
                  <a:pt x="22091" y="79419"/>
                  <a:pt x="19501" y="80531"/>
                  <a:pt x="16779" y="81669"/>
                </a:cubicBezTo>
                <a:cubicBezTo>
                  <a:pt x="16353" y="81822"/>
                  <a:pt x="15982" y="81794"/>
                  <a:pt x="15667" y="81585"/>
                </a:cubicBezTo>
                <a:cubicBezTo>
                  <a:pt x="15351" y="81378"/>
                  <a:pt x="15105" y="81085"/>
                  <a:pt x="14929" y="80708"/>
                </a:cubicBezTo>
                <a:cubicBezTo>
                  <a:pt x="14753" y="80330"/>
                  <a:pt x="14690" y="79931"/>
                  <a:pt x="14740" y="79512"/>
                </a:cubicBezTo>
                <a:cubicBezTo>
                  <a:pt x="14790" y="79092"/>
                  <a:pt x="14980" y="78783"/>
                  <a:pt x="15311" y="78585"/>
                </a:cubicBezTo>
                <a:cubicBezTo>
                  <a:pt x="15899" y="78213"/>
                  <a:pt x="16431" y="77741"/>
                  <a:pt x="16907" y="77168"/>
                </a:cubicBezTo>
                <a:cubicBezTo>
                  <a:pt x="17384" y="76595"/>
                  <a:pt x="17715" y="75954"/>
                  <a:pt x="17901" y="75245"/>
                </a:cubicBezTo>
                <a:cubicBezTo>
                  <a:pt x="18089" y="74536"/>
                  <a:pt x="18042" y="73790"/>
                  <a:pt x="17761" y="73008"/>
                </a:cubicBezTo>
                <a:cubicBezTo>
                  <a:pt x="17505" y="72297"/>
                  <a:pt x="16963" y="71568"/>
                  <a:pt x="16134" y="70822"/>
                </a:cubicBezTo>
                <a:cubicBezTo>
                  <a:pt x="14719" y="69566"/>
                  <a:pt x="13447" y="68317"/>
                  <a:pt x="12319" y="67076"/>
                </a:cubicBezTo>
                <a:cubicBezTo>
                  <a:pt x="11191" y="65837"/>
                  <a:pt x="10182" y="64534"/>
                  <a:pt x="9290" y="63167"/>
                </a:cubicBezTo>
                <a:cubicBezTo>
                  <a:pt x="8398" y="61802"/>
                  <a:pt x="7587" y="60328"/>
                  <a:pt x="6857" y="58743"/>
                </a:cubicBezTo>
                <a:cubicBezTo>
                  <a:pt x="6128" y="57159"/>
                  <a:pt x="5418" y="55408"/>
                  <a:pt x="4729" y="53489"/>
                </a:cubicBezTo>
                <a:cubicBezTo>
                  <a:pt x="207" y="40905"/>
                  <a:pt x="0" y="30444"/>
                  <a:pt x="4106" y="22104"/>
                </a:cubicBezTo>
                <a:cubicBezTo>
                  <a:pt x="8214" y="13766"/>
                  <a:pt x="16134" y="7489"/>
                  <a:pt x="27865" y="3274"/>
                </a:cubicBezTo>
                <a:cubicBezTo>
                  <a:pt x="34121" y="1026"/>
                  <a:pt x="39992" y="0"/>
                  <a:pt x="45480" y="195"/>
                </a:cubicBezTo>
                <a:cubicBezTo>
                  <a:pt x="50969" y="391"/>
                  <a:pt x="55955" y="1590"/>
                  <a:pt x="60439" y="3791"/>
                </a:cubicBezTo>
                <a:cubicBezTo>
                  <a:pt x="64923" y="5993"/>
                  <a:pt x="68837" y="9122"/>
                  <a:pt x="72181" y="13179"/>
                </a:cubicBezTo>
                <a:cubicBezTo>
                  <a:pt x="75525" y="17236"/>
                  <a:pt x="78180" y="22001"/>
                  <a:pt x="80147" y="274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Text a">
            <a:extLst xmlns:a="http://schemas.openxmlformats.org/drawingml/2006/main">
              <a:ext uri="{FF2B5EF4-FFF2-40B4-BE49-F238E27FC236}">
                <a16:creationId xmlns:a16="http://schemas.microsoft.com/office/drawing/2014/main" id="{18FCEA51-5AF0-485B-BD47-5E5E6EAA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466" y="2104582"/>
            <a:ext cx="57450" cy="58723"/>
          </a:xfrm>
          <a:custGeom xmlns:a="http://schemas.openxmlformats.org/drawingml/2006/main">
            <a:pathLst>
              <a:path w="57450" h="58723">
                <a:moveTo>
                  <a:pt x="30268" y="33090"/>
                </a:moveTo>
                <a:cubicBezTo>
                  <a:pt x="31051" y="32809"/>
                  <a:pt x="31518" y="32601"/>
                  <a:pt x="31670" y="32466"/>
                </a:cubicBezTo>
                <a:cubicBezTo>
                  <a:pt x="31823" y="32331"/>
                  <a:pt x="31848" y="32122"/>
                  <a:pt x="31746" y="31838"/>
                </a:cubicBezTo>
                <a:cubicBezTo>
                  <a:pt x="29153" y="26187"/>
                  <a:pt x="26374" y="22309"/>
                  <a:pt x="23409" y="20203"/>
                </a:cubicBezTo>
                <a:cubicBezTo>
                  <a:pt x="20446" y="18098"/>
                  <a:pt x="17436" y="17594"/>
                  <a:pt x="14379" y="18693"/>
                </a:cubicBezTo>
                <a:cubicBezTo>
                  <a:pt x="12246" y="19459"/>
                  <a:pt x="10642" y="20637"/>
                  <a:pt x="9568" y="22228"/>
                </a:cubicBezTo>
                <a:cubicBezTo>
                  <a:pt x="8494" y="23817"/>
                  <a:pt x="8404" y="25856"/>
                  <a:pt x="9298" y="28345"/>
                </a:cubicBezTo>
                <a:cubicBezTo>
                  <a:pt x="9886" y="29980"/>
                  <a:pt x="10825" y="31588"/>
                  <a:pt x="12116" y="33171"/>
                </a:cubicBezTo>
                <a:cubicBezTo>
                  <a:pt x="13408" y="34754"/>
                  <a:pt x="14913" y="36039"/>
                  <a:pt x="16632" y="37027"/>
                </a:cubicBezTo>
                <a:cubicBezTo>
                  <a:pt x="17405" y="37391"/>
                  <a:pt x="18076" y="37471"/>
                  <a:pt x="18646" y="37267"/>
                </a:cubicBezTo>
                <a:lnTo>
                  <a:pt x="30268" y="33090"/>
                </a:lnTo>
                <a:moveTo>
                  <a:pt x="23313" y="46909"/>
                </a:moveTo>
                <a:cubicBezTo>
                  <a:pt x="20825" y="47803"/>
                  <a:pt x="19166" y="48660"/>
                  <a:pt x="18336" y="49480"/>
                </a:cubicBezTo>
                <a:cubicBezTo>
                  <a:pt x="17507" y="50299"/>
                  <a:pt x="17335" y="51384"/>
                  <a:pt x="17821" y="52735"/>
                </a:cubicBezTo>
                <a:cubicBezTo>
                  <a:pt x="18102" y="53517"/>
                  <a:pt x="18420" y="54124"/>
                  <a:pt x="18777" y="54557"/>
                </a:cubicBezTo>
                <a:cubicBezTo>
                  <a:pt x="19134" y="54991"/>
                  <a:pt x="19762" y="55568"/>
                  <a:pt x="20663" y="56288"/>
                </a:cubicBezTo>
                <a:cubicBezTo>
                  <a:pt x="20882" y="56451"/>
                  <a:pt x="20965" y="56682"/>
                  <a:pt x="20912" y="56982"/>
                </a:cubicBezTo>
                <a:cubicBezTo>
                  <a:pt x="20859" y="57282"/>
                  <a:pt x="20740" y="57566"/>
                  <a:pt x="20554" y="57832"/>
                </a:cubicBezTo>
                <a:cubicBezTo>
                  <a:pt x="20370" y="58099"/>
                  <a:pt x="20130" y="58326"/>
                  <a:pt x="19836" y="58511"/>
                </a:cubicBezTo>
                <a:cubicBezTo>
                  <a:pt x="19541" y="58698"/>
                  <a:pt x="19250" y="58723"/>
                  <a:pt x="18961" y="58587"/>
                </a:cubicBezTo>
                <a:cubicBezTo>
                  <a:pt x="14623" y="57014"/>
                  <a:pt x="11777" y="54344"/>
                  <a:pt x="10423" y="50575"/>
                </a:cubicBezTo>
                <a:cubicBezTo>
                  <a:pt x="9683" y="48514"/>
                  <a:pt x="9601" y="46557"/>
                  <a:pt x="10178" y="44703"/>
                </a:cubicBezTo>
                <a:cubicBezTo>
                  <a:pt x="10757" y="42851"/>
                  <a:pt x="11666" y="41301"/>
                  <a:pt x="12904" y="40053"/>
                </a:cubicBezTo>
                <a:cubicBezTo>
                  <a:pt x="13207" y="39783"/>
                  <a:pt x="13166" y="39556"/>
                  <a:pt x="12780" y="39374"/>
                </a:cubicBezTo>
                <a:cubicBezTo>
                  <a:pt x="10481" y="38113"/>
                  <a:pt x="8357" y="36448"/>
                  <a:pt x="6410" y="34378"/>
                </a:cubicBezTo>
                <a:cubicBezTo>
                  <a:pt x="4462" y="32309"/>
                  <a:pt x="2824" y="29426"/>
                  <a:pt x="1497" y="25730"/>
                </a:cubicBezTo>
                <a:cubicBezTo>
                  <a:pt x="40" y="21677"/>
                  <a:pt x="0" y="18159"/>
                  <a:pt x="1375" y="15176"/>
                </a:cubicBezTo>
                <a:cubicBezTo>
                  <a:pt x="2752" y="12194"/>
                  <a:pt x="5431" y="9988"/>
                  <a:pt x="9412" y="8557"/>
                </a:cubicBezTo>
                <a:cubicBezTo>
                  <a:pt x="14532" y="6718"/>
                  <a:pt x="19315" y="7688"/>
                  <a:pt x="23764" y="11468"/>
                </a:cubicBezTo>
                <a:cubicBezTo>
                  <a:pt x="28212" y="15248"/>
                  <a:pt x="32071" y="21688"/>
                  <a:pt x="35340" y="30787"/>
                </a:cubicBezTo>
                <a:cubicBezTo>
                  <a:pt x="35391" y="30929"/>
                  <a:pt x="35607" y="30971"/>
                  <a:pt x="35988" y="30914"/>
                </a:cubicBezTo>
                <a:cubicBezTo>
                  <a:pt x="36370" y="30858"/>
                  <a:pt x="37200" y="30600"/>
                  <a:pt x="38479" y="30140"/>
                </a:cubicBezTo>
                <a:lnTo>
                  <a:pt x="41359" y="29106"/>
                </a:lnTo>
                <a:cubicBezTo>
                  <a:pt x="43136" y="28467"/>
                  <a:pt x="44756" y="27725"/>
                  <a:pt x="46218" y="26878"/>
                </a:cubicBezTo>
                <a:cubicBezTo>
                  <a:pt x="47680" y="26032"/>
                  <a:pt x="48876" y="25061"/>
                  <a:pt x="49806" y="23963"/>
                </a:cubicBezTo>
                <a:cubicBezTo>
                  <a:pt x="50736" y="22867"/>
                  <a:pt x="51322" y="21594"/>
                  <a:pt x="51564" y="20142"/>
                </a:cubicBezTo>
                <a:cubicBezTo>
                  <a:pt x="51805" y="18691"/>
                  <a:pt x="51607" y="17076"/>
                  <a:pt x="50968" y="15299"/>
                </a:cubicBezTo>
                <a:cubicBezTo>
                  <a:pt x="50023" y="12668"/>
                  <a:pt x="48741" y="10721"/>
                  <a:pt x="47122" y="9456"/>
                </a:cubicBezTo>
                <a:cubicBezTo>
                  <a:pt x="45504" y="8192"/>
                  <a:pt x="43877" y="7853"/>
                  <a:pt x="42243" y="8441"/>
                </a:cubicBezTo>
                <a:cubicBezTo>
                  <a:pt x="41460" y="8722"/>
                  <a:pt x="40785" y="9245"/>
                  <a:pt x="40218" y="10010"/>
                </a:cubicBezTo>
                <a:cubicBezTo>
                  <a:pt x="39650" y="10776"/>
                  <a:pt x="38975" y="11299"/>
                  <a:pt x="38193" y="11580"/>
                </a:cubicBezTo>
                <a:cubicBezTo>
                  <a:pt x="37197" y="11938"/>
                  <a:pt x="36058" y="11785"/>
                  <a:pt x="34776" y="11121"/>
                </a:cubicBezTo>
                <a:cubicBezTo>
                  <a:pt x="33495" y="10459"/>
                  <a:pt x="32599" y="9417"/>
                  <a:pt x="32088" y="7996"/>
                </a:cubicBezTo>
                <a:cubicBezTo>
                  <a:pt x="31398" y="6076"/>
                  <a:pt x="31422" y="4522"/>
                  <a:pt x="32158" y="3333"/>
                </a:cubicBezTo>
                <a:cubicBezTo>
                  <a:pt x="32896" y="2146"/>
                  <a:pt x="34012" y="1284"/>
                  <a:pt x="35504" y="748"/>
                </a:cubicBezTo>
                <a:cubicBezTo>
                  <a:pt x="37281" y="109"/>
                  <a:pt x="39149" y="0"/>
                  <a:pt x="41106" y="420"/>
                </a:cubicBezTo>
                <a:cubicBezTo>
                  <a:pt x="43064" y="841"/>
                  <a:pt x="44918" y="1700"/>
                  <a:pt x="46667" y="2996"/>
                </a:cubicBezTo>
                <a:cubicBezTo>
                  <a:pt x="48418" y="4294"/>
                  <a:pt x="50040" y="5959"/>
                  <a:pt x="51532" y="7991"/>
                </a:cubicBezTo>
                <a:cubicBezTo>
                  <a:pt x="53025" y="10024"/>
                  <a:pt x="54219" y="12285"/>
                  <a:pt x="55113" y="14774"/>
                </a:cubicBezTo>
                <a:cubicBezTo>
                  <a:pt x="57156" y="20460"/>
                  <a:pt x="57450" y="25411"/>
                  <a:pt x="55995" y="29627"/>
                </a:cubicBezTo>
                <a:cubicBezTo>
                  <a:pt x="54539" y="33843"/>
                  <a:pt x="50755" y="37049"/>
                  <a:pt x="44641" y="39246"/>
                </a:cubicBezTo>
                <a:lnTo>
                  <a:pt x="23313" y="469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Text u">
            <a:extLst xmlns:a="http://schemas.openxmlformats.org/drawingml/2006/main">
              <a:ext uri="{FF2B5EF4-FFF2-40B4-BE49-F238E27FC236}">
                <a16:creationId xmlns:a16="http://schemas.microsoft.com/office/drawing/2014/main" id="{1A8612B1-2DD3-4995-831F-33CF711D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003" y="2152121"/>
            <a:ext cx="60981" cy="75545"/>
          </a:xfrm>
          <a:custGeom xmlns:a="http://schemas.openxmlformats.org/drawingml/2006/main">
            <a:pathLst>
              <a:path w="60981" h="75545">
                <a:moveTo>
                  <a:pt x="30784" y="60771"/>
                </a:moveTo>
                <a:cubicBezTo>
                  <a:pt x="27869" y="61818"/>
                  <a:pt x="25524" y="62720"/>
                  <a:pt x="23750" y="63478"/>
                </a:cubicBezTo>
                <a:cubicBezTo>
                  <a:pt x="21975" y="64236"/>
                  <a:pt x="20668" y="65067"/>
                  <a:pt x="19828" y="65971"/>
                </a:cubicBezTo>
                <a:cubicBezTo>
                  <a:pt x="18989" y="66875"/>
                  <a:pt x="18566" y="67930"/>
                  <a:pt x="18559" y="69137"/>
                </a:cubicBezTo>
                <a:cubicBezTo>
                  <a:pt x="18551" y="70344"/>
                  <a:pt x="18893" y="71906"/>
                  <a:pt x="19582" y="73825"/>
                </a:cubicBezTo>
                <a:cubicBezTo>
                  <a:pt x="19684" y="74110"/>
                  <a:pt x="19607" y="74398"/>
                  <a:pt x="19351" y="74691"/>
                </a:cubicBezTo>
                <a:cubicBezTo>
                  <a:pt x="19095" y="74984"/>
                  <a:pt x="18753" y="75207"/>
                  <a:pt x="18326" y="75361"/>
                </a:cubicBezTo>
                <a:cubicBezTo>
                  <a:pt x="17971" y="75488"/>
                  <a:pt x="17590" y="75545"/>
                  <a:pt x="17183" y="75531"/>
                </a:cubicBezTo>
                <a:cubicBezTo>
                  <a:pt x="16777" y="75516"/>
                  <a:pt x="16509" y="75331"/>
                  <a:pt x="16381" y="74975"/>
                </a:cubicBezTo>
                <a:cubicBezTo>
                  <a:pt x="16177" y="74407"/>
                  <a:pt x="15987" y="73933"/>
                  <a:pt x="15810" y="73555"/>
                </a:cubicBezTo>
                <a:cubicBezTo>
                  <a:pt x="15635" y="73177"/>
                  <a:pt x="15459" y="72798"/>
                  <a:pt x="15283" y="72419"/>
                </a:cubicBezTo>
                <a:cubicBezTo>
                  <a:pt x="15107" y="72042"/>
                  <a:pt x="14900" y="71635"/>
                  <a:pt x="14662" y="71198"/>
                </a:cubicBezTo>
                <a:cubicBezTo>
                  <a:pt x="14426" y="70762"/>
                  <a:pt x="14145" y="70201"/>
                  <a:pt x="13819" y="69515"/>
                </a:cubicBezTo>
                <a:cubicBezTo>
                  <a:pt x="13543" y="68972"/>
                  <a:pt x="13112" y="68223"/>
                  <a:pt x="12528" y="67269"/>
                </a:cubicBezTo>
                <a:cubicBezTo>
                  <a:pt x="11946" y="66315"/>
                  <a:pt x="11356" y="65343"/>
                  <a:pt x="10761" y="64353"/>
                </a:cubicBezTo>
                <a:cubicBezTo>
                  <a:pt x="10164" y="63363"/>
                  <a:pt x="9628" y="62432"/>
                  <a:pt x="9154" y="61559"/>
                </a:cubicBezTo>
                <a:cubicBezTo>
                  <a:pt x="8680" y="60686"/>
                  <a:pt x="8392" y="60107"/>
                  <a:pt x="8290" y="59823"/>
                </a:cubicBezTo>
                <a:cubicBezTo>
                  <a:pt x="7830" y="58543"/>
                  <a:pt x="9590" y="57187"/>
                  <a:pt x="13571" y="55757"/>
                </a:cubicBezTo>
                <a:cubicBezTo>
                  <a:pt x="13713" y="55706"/>
                  <a:pt x="13776" y="55603"/>
                  <a:pt x="13760" y="55449"/>
                </a:cubicBezTo>
                <a:cubicBezTo>
                  <a:pt x="13745" y="55294"/>
                  <a:pt x="13641" y="55171"/>
                  <a:pt x="13447" y="55080"/>
                </a:cubicBezTo>
                <a:cubicBezTo>
                  <a:pt x="10227" y="53266"/>
                  <a:pt x="7694" y="51186"/>
                  <a:pt x="5848" y="48839"/>
                </a:cubicBezTo>
                <a:cubicBezTo>
                  <a:pt x="4002" y="46493"/>
                  <a:pt x="2632" y="44075"/>
                  <a:pt x="1737" y="41587"/>
                </a:cubicBezTo>
                <a:cubicBezTo>
                  <a:pt x="562" y="38316"/>
                  <a:pt x="0" y="35468"/>
                  <a:pt x="51" y="33042"/>
                </a:cubicBezTo>
                <a:cubicBezTo>
                  <a:pt x="102" y="30615"/>
                  <a:pt x="693" y="28517"/>
                  <a:pt x="1823" y="26746"/>
                </a:cubicBezTo>
                <a:cubicBezTo>
                  <a:pt x="2953" y="24976"/>
                  <a:pt x="4584" y="23427"/>
                  <a:pt x="6714" y="22099"/>
                </a:cubicBezTo>
                <a:cubicBezTo>
                  <a:pt x="8846" y="20771"/>
                  <a:pt x="11369" y="19583"/>
                  <a:pt x="14284" y="18536"/>
                </a:cubicBezTo>
                <a:lnTo>
                  <a:pt x="26335" y="14206"/>
                </a:lnTo>
                <a:cubicBezTo>
                  <a:pt x="29392" y="13108"/>
                  <a:pt x="31748" y="12181"/>
                  <a:pt x="33403" y="11426"/>
                </a:cubicBezTo>
                <a:cubicBezTo>
                  <a:pt x="35058" y="10670"/>
                  <a:pt x="36223" y="9891"/>
                  <a:pt x="36897" y="9086"/>
                </a:cubicBezTo>
                <a:cubicBezTo>
                  <a:pt x="37572" y="8283"/>
                  <a:pt x="37873" y="7332"/>
                  <a:pt x="37799" y="6234"/>
                </a:cubicBezTo>
                <a:cubicBezTo>
                  <a:pt x="37726" y="5137"/>
                  <a:pt x="37489" y="3697"/>
                  <a:pt x="37089" y="1915"/>
                </a:cubicBezTo>
                <a:cubicBezTo>
                  <a:pt x="36961" y="1559"/>
                  <a:pt x="37043" y="1228"/>
                  <a:pt x="37335" y="922"/>
                </a:cubicBezTo>
                <a:cubicBezTo>
                  <a:pt x="37627" y="618"/>
                  <a:pt x="37944" y="384"/>
                  <a:pt x="38286" y="220"/>
                </a:cubicBezTo>
                <a:cubicBezTo>
                  <a:pt x="38629" y="57"/>
                  <a:pt x="39010" y="0"/>
                  <a:pt x="39430" y="50"/>
                </a:cubicBezTo>
                <a:cubicBezTo>
                  <a:pt x="39850" y="100"/>
                  <a:pt x="40136" y="338"/>
                  <a:pt x="40289" y="765"/>
                </a:cubicBezTo>
                <a:cubicBezTo>
                  <a:pt x="40615" y="1450"/>
                  <a:pt x="41060" y="2353"/>
                  <a:pt x="41623" y="3475"/>
                </a:cubicBezTo>
                <a:cubicBezTo>
                  <a:pt x="42187" y="4598"/>
                  <a:pt x="42854" y="5783"/>
                  <a:pt x="43623" y="7032"/>
                </a:cubicBezTo>
                <a:cubicBezTo>
                  <a:pt x="44394" y="8280"/>
                  <a:pt x="45200" y="9575"/>
                  <a:pt x="46043" y="10917"/>
                </a:cubicBezTo>
                <a:cubicBezTo>
                  <a:pt x="46886" y="12260"/>
                  <a:pt x="47716" y="13508"/>
                  <a:pt x="48532" y="14660"/>
                </a:cubicBezTo>
                <a:cubicBezTo>
                  <a:pt x="49174" y="15552"/>
                  <a:pt x="49256" y="16285"/>
                  <a:pt x="48780" y="16858"/>
                </a:cubicBezTo>
                <a:cubicBezTo>
                  <a:pt x="48303" y="17431"/>
                  <a:pt x="47852" y="17794"/>
                  <a:pt x="47426" y="17947"/>
                </a:cubicBezTo>
                <a:lnTo>
                  <a:pt x="22045" y="27066"/>
                </a:lnTo>
                <a:cubicBezTo>
                  <a:pt x="19202" y="28088"/>
                  <a:pt x="16829" y="29081"/>
                  <a:pt x="14928" y="30044"/>
                </a:cubicBezTo>
                <a:cubicBezTo>
                  <a:pt x="13027" y="31009"/>
                  <a:pt x="11552" y="32041"/>
                  <a:pt x="10501" y="33140"/>
                </a:cubicBezTo>
                <a:cubicBezTo>
                  <a:pt x="9452" y="34239"/>
                  <a:pt x="8847" y="35460"/>
                  <a:pt x="8686" y="36801"/>
                </a:cubicBezTo>
                <a:cubicBezTo>
                  <a:pt x="8526" y="38143"/>
                  <a:pt x="8753" y="39668"/>
                  <a:pt x="9366" y="41374"/>
                </a:cubicBezTo>
                <a:cubicBezTo>
                  <a:pt x="10235" y="43791"/>
                  <a:pt x="11568" y="46161"/>
                  <a:pt x="13366" y="48486"/>
                </a:cubicBezTo>
                <a:cubicBezTo>
                  <a:pt x="15164" y="50810"/>
                  <a:pt x="16911" y="52430"/>
                  <a:pt x="18604" y="53346"/>
                </a:cubicBezTo>
                <a:cubicBezTo>
                  <a:pt x="18895" y="53483"/>
                  <a:pt x="19331" y="53467"/>
                  <a:pt x="19912" y="53297"/>
                </a:cubicBezTo>
                <a:cubicBezTo>
                  <a:pt x="20493" y="53129"/>
                  <a:pt x="20926" y="52993"/>
                  <a:pt x="21210" y="52891"/>
                </a:cubicBezTo>
                <a:lnTo>
                  <a:pt x="38059" y="46837"/>
                </a:lnTo>
                <a:cubicBezTo>
                  <a:pt x="41116" y="45739"/>
                  <a:pt x="43485" y="44847"/>
                  <a:pt x="45166" y="44163"/>
                </a:cubicBezTo>
                <a:cubicBezTo>
                  <a:pt x="46847" y="43479"/>
                  <a:pt x="48037" y="42771"/>
                  <a:pt x="48736" y="42038"/>
                </a:cubicBezTo>
                <a:cubicBezTo>
                  <a:pt x="49437" y="41305"/>
                  <a:pt x="49770" y="40443"/>
                  <a:pt x="49735" y="39453"/>
                </a:cubicBezTo>
                <a:cubicBezTo>
                  <a:pt x="49700" y="38462"/>
                  <a:pt x="49482" y="37076"/>
                  <a:pt x="49081" y="35293"/>
                </a:cubicBezTo>
                <a:cubicBezTo>
                  <a:pt x="49025" y="34911"/>
                  <a:pt x="49125" y="34574"/>
                  <a:pt x="49381" y="34281"/>
                </a:cubicBezTo>
                <a:cubicBezTo>
                  <a:pt x="49637" y="33988"/>
                  <a:pt x="49954" y="33754"/>
                  <a:pt x="50332" y="33578"/>
                </a:cubicBezTo>
                <a:cubicBezTo>
                  <a:pt x="50711" y="33402"/>
                  <a:pt x="51092" y="33346"/>
                  <a:pt x="51476" y="33407"/>
                </a:cubicBezTo>
                <a:cubicBezTo>
                  <a:pt x="51860" y="33470"/>
                  <a:pt x="52129" y="33716"/>
                  <a:pt x="52282" y="34143"/>
                </a:cubicBezTo>
                <a:cubicBezTo>
                  <a:pt x="53344" y="36651"/>
                  <a:pt x="54506" y="38882"/>
                  <a:pt x="55769" y="40836"/>
                </a:cubicBezTo>
                <a:cubicBezTo>
                  <a:pt x="57033" y="42790"/>
                  <a:pt x="58529" y="44942"/>
                  <a:pt x="60256" y="47291"/>
                </a:cubicBezTo>
                <a:cubicBezTo>
                  <a:pt x="60898" y="48184"/>
                  <a:pt x="60981" y="48917"/>
                  <a:pt x="60504" y="49489"/>
                </a:cubicBezTo>
                <a:cubicBezTo>
                  <a:pt x="60028" y="50062"/>
                  <a:pt x="59576" y="50425"/>
                  <a:pt x="59150" y="50579"/>
                </a:cubicBezTo>
                <a:lnTo>
                  <a:pt x="30784" y="607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Text s">
            <a:extLst xmlns:a="http://schemas.openxmlformats.org/drawingml/2006/main">
              <a:ext uri="{FF2B5EF4-FFF2-40B4-BE49-F238E27FC236}">
                <a16:creationId xmlns:a16="http://schemas.microsoft.com/office/drawing/2014/main" id="{2F72809F-4714-448C-AE4F-98AF64C4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811" y="2219628"/>
            <a:ext cx="61333" cy="46992"/>
          </a:xfrm>
          <a:custGeom xmlns:a="http://schemas.openxmlformats.org/drawingml/2006/main">
            <a:pathLst>
              <a:path w="61333" h="46992">
                <a:moveTo>
                  <a:pt x="60874" y="30293"/>
                </a:moveTo>
                <a:cubicBezTo>
                  <a:pt x="60016" y="30362"/>
                  <a:pt x="58986" y="30511"/>
                  <a:pt x="57784" y="30742"/>
                </a:cubicBezTo>
                <a:cubicBezTo>
                  <a:pt x="56583" y="30973"/>
                  <a:pt x="55343" y="31318"/>
                  <a:pt x="54063" y="31778"/>
                </a:cubicBezTo>
                <a:cubicBezTo>
                  <a:pt x="52712" y="32263"/>
                  <a:pt x="51320" y="32803"/>
                  <a:pt x="49888" y="33397"/>
                </a:cubicBezTo>
                <a:cubicBezTo>
                  <a:pt x="48457" y="33992"/>
                  <a:pt x="47350" y="34430"/>
                  <a:pt x="46568" y="34711"/>
                </a:cubicBezTo>
                <a:cubicBezTo>
                  <a:pt x="46354" y="34788"/>
                  <a:pt x="46125" y="34710"/>
                  <a:pt x="45881" y="34477"/>
                </a:cubicBezTo>
                <a:cubicBezTo>
                  <a:pt x="45637" y="34244"/>
                  <a:pt x="45433" y="33956"/>
                  <a:pt x="45269" y="33613"/>
                </a:cubicBezTo>
                <a:cubicBezTo>
                  <a:pt x="45107" y="33271"/>
                  <a:pt x="45028" y="32938"/>
                  <a:pt x="45032" y="32614"/>
                </a:cubicBezTo>
                <a:cubicBezTo>
                  <a:pt x="45036" y="32292"/>
                  <a:pt x="45132" y="32057"/>
                  <a:pt x="45320" y="31910"/>
                </a:cubicBezTo>
                <a:cubicBezTo>
                  <a:pt x="48807" y="29774"/>
                  <a:pt x="51244" y="27453"/>
                  <a:pt x="52631" y="24947"/>
                </a:cubicBezTo>
                <a:cubicBezTo>
                  <a:pt x="54019" y="22442"/>
                  <a:pt x="54011" y="19235"/>
                  <a:pt x="52606" y="15325"/>
                </a:cubicBezTo>
                <a:cubicBezTo>
                  <a:pt x="51661" y="12695"/>
                  <a:pt x="50224" y="10762"/>
                  <a:pt x="48295" y="9529"/>
                </a:cubicBezTo>
                <a:cubicBezTo>
                  <a:pt x="46367" y="8295"/>
                  <a:pt x="44301" y="8074"/>
                  <a:pt x="42097" y="8866"/>
                </a:cubicBezTo>
                <a:cubicBezTo>
                  <a:pt x="40250" y="9530"/>
                  <a:pt x="39083" y="10751"/>
                  <a:pt x="38598" y="12530"/>
                </a:cubicBezTo>
                <a:cubicBezTo>
                  <a:pt x="38114" y="14309"/>
                  <a:pt x="37867" y="16526"/>
                  <a:pt x="37856" y="19179"/>
                </a:cubicBezTo>
                <a:cubicBezTo>
                  <a:pt x="37858" y="20303"/>
                  <a:pt x="37842" y="21653"/>
                  <a:pt x="37806" y="23232"/>
                </a:cubicBezTo>
                <a:cubicBezTo>
                  <a:pt x="37771" y="24809"/>
                  <a:pt x="37730" y="26088"/>
                  <a:pt x="37682" y="27068"/>
                </a:cubicBezTo>
                <a:cubicBezTo>
                  <a:pt x="37492" y="29224"/>
                  <a:pt x="37222" y="31267"/>
                  <a:pt x="36873" y="33198"/>
                </a:cubicBezTo>
                <a:cubicBezTo>
                  <a:pt x="36523" y="35130"/>
                  <a:pt x="35937" y="36906"/>
                  <a:pt x="35114" y="38525"/>
                </a:cubicBezTo>
                <a:cubicBezTo>
                  <a:pt x="34293" y="40146"/>
                  <a:pt x="33221" y="41574"/>
                  <a:pt x="31899" y="42811"/>
                </a:cubicBezTo>
                <a:cubicBezTo>
                  <a:pt x="30578" y="44049"/>
                  <a:pt x="28886" y="45038"/>
                  <a:pt x="26824" y="45779"/>
                </a:cubicBezTo>
                <a:cubicBezTo>
                  <a:pt x="24123" y="46750"/>
                  <a:pt x="21661" y="46992"/>
                  <a:pt x="19440" y="46505"/>
                </a:cubicBezTo>
                <a:cubicBezTo>
                  <a:pt x="17219" y="46020"/>
                  <a:pt x="15238" y="45086"/>
                  <a:pt x="13497" y="43704"/>
                </a:cubicBezTo>
                <a:cubicBezTo>
                  <a:pt x="11756" y="42323"/>
                  <a:pt x="10229" y="40584"/>
                  <a:pt x="8915" y="38488"/>
                </a:cubicBezTo>
                <a:cubicBezTo>
                  <a:pt x="7599" y="36392"/>
                  <a:pt x="6546" y="34242"/>
                  <a:pt x="5754" y="32038"/>
                </a:cubicBezTo>
                <a:cubicBezTo>
                  <a:pt x="5090" y="30189"/>
                  <a:pt x="4562" y="28051"/>
                  <a:pt x="4171" y="25623"/>
                </a:cubicBezTo>
                <a:cubicBezTo>
                  <a:pt x="3780" y="23195"/>
                  <a:pt x="3669" y="20988"/>
                  <a:pt x="3838" y="19000"/>
                </a:cubicBezTo>
                <a:cubicBezTo>
                  <a:pt x="3827" y="18523"/>
                  <a:pt x="3596" y="18104"/>
                  <a:pt x="3146" y="17744"/>
                </a:cubicBezTo>
                <a:cubicBezTo>
                  <a:pt x="2696" y="17384"/>
                  <a:pt x="2054" y="17274"/>
                  <a:pt x="1221" y="17413"/>
                </a:cubicBezTo>
                <a:cubicBezTo>
                  <a:pt x="1007" y="17489"/>
                  <a:pt x="808" y="17380"/>
                  <a:pt x="622" y="17086"/>
                </a:cubicBezTo>
                <a:cubicBezTo>
                  <a:pt x="436" y="16791"/>
                  <a:pt x="278" y="16466"/>
                  <a:pt x="151" y="16111"/>
                </a:cubicBezTo>
                <a:cubicBezTo>
                  <a:pt x="48" y="15826"/>
                  <a:pt x="0" y="15523"/>
                  <a:pt x="5" y="15200"/>
                </a:cubicBezTo>
                <a:cubicBezTo>
                  <a:pt x="9" y="14878"/>
                  <a:pt x="118" y="14678"/>
                  <a:pt x="330" y="14602"/>
                </a:cubicBezTo>
                <a:cubicBezTo>
                  <a:pt x="900" y="14397"/>
                  <a:pt x="1708" y="14187"/>
                  <a:pt x="2753" y="13972"/>
                </a:cubicBezTo>
                <a:cubicBezTo>
                  <a:pt x="3800" y="13756"/>
                  <a:pt x="4750" y="13495"/>
                  <a:pt x="5603" y="13189"/>
                </a:cubicBezTo>
                <a:cubicBezTo>
                  <a:pt x="6456" y="12882"/>
                  <a:pt x="7379" y="12490"/>
                  <a:pt x="8371" y="12012"/>
                </a:cubicBezTo>
                <a:cubicBezTo>
                  <a:pt x="9364" y="11536"/>
                  <a:pt x="10338" y="11065"/>
                  <a:pt x="11295" y="10602"/>
                </a:cubicBezTo>
                <a:cubicBezTo>
                  <a:pt x="12252" y="10138"/>
                  <a:pt x="13109" y="9729"/>
                  <a:pt x="13866" y="9377"/>
                </a:cubicBezTo>
                <a:cubicBezTo>
                  <a:pt x="14623" y="9025"/>
                  <a:pt x="15179" y="8785"/>
                  <a:pt x="15535" y="8658"/>
                </a:cubicBezTo>
                <a:cubicBezTo>
                  <a:pt x="15819" y="8555"/>
                  <a:pt x="16083" y="8621"/>
                  <a:pt x="16327" y="8854"/>
                </a:cubicBezTo>
                <a:cubicBezTo>
                  <a:pt x="16571" y="9087"/>
                  <a:pt x="16775" y="9375"/>
                  <a:pt x="16937" y="9717"/>
                </a:cubicBezTo>
                <a:cubicBezTo>
                  <a:pt x="17100" y="10060"/>
                  <a:pt x="17187" y="10411"/>
                  <a:pt x="17195" y="10769"/>
                </a:cubicBezTo>
                <a:cubicBezTo>
                  <a:pt x="17204" y="11127"/>
                  <a:pt x="17079" y="11393"/>
                  <a:pt x="16821" y="11567"/>
                </a:cubicBezTo>
                <a:cubicBezTo>
                  <a:pt x="14937" y="12805"/>
                  <a:pt x="13353" y="14096"/>
                  <a:pt x="12070" y="15440"/>
                </a:cubicBezTo>
                <a:cubicBezTo>
                  <a:pt x="10788" y="16784"/>
                  <a:pt x="9824" y="18234"/>
                  <a:pt x="9178" y="19790"/>
                </a:cubicBezTo>
                <a:cubicBezTo>
                  <a:pt x="8533" y="21347"/>
                  <a:pt x="8244" y="23056"/>
                  <a:pt x="8311" y="24919"/>
                </a:cubicBezTo>
                <a:cubicBezTo>
                  <a:pt x="8378" y="26780"/>
                  <a:pt x="8834" y="28885"/>
                  <a:pt x="9677" y="31231"/>
                </a:cubicBezTo>
                <a:cubicBezTo>
                  <a:pt x="10596" y="33790"/>
                  <a:pt x="12054" y="35614"/>
                  <a:pt x="14051" y="36702"/>
                </a:cubicBezTo>
                <a:cubicBezTo>
                  <a:pt x="16048" y="37791"/>
                  <a:pt x="18326" y="37875"/>
                  <a:pt x="20885" y="36956"/>
                </a:cubicBezTo>
                <a:cubicBezTo>
                  <a:pt x="23160" y="36139"/>
                  <a:pt x="24667" y="34694"/>
                  <a:pt x="25407" y="32621"/>
                </a:cubicBezTo>
                <a:cubicBezTo>
                  <a:pt x="26148" y="30550"/>
                  <a:pt x="26634" y="28268"/>
                  <a:pt x="26863" y="25778"/>
                </a:cubicBezTo>
                <a:cubicBezTo>
                  <a:pt x="26932" y="24629"/>
                  <a:pt x="26994" y="23463"/>
                  <a:pt x="27050" y="22279"/>
                </a:cubicBezTo>
                <a:cubicBezTo>
                  <a:pt x="27106" y="21095"/>
                  <a:pt x="27156" y="19894"/>
                  <a:pt x="27199" y="18674"/>
                </a:cubicBezTo>
                <a:cubicBezTo>
                  <a:pt x="27277" y="16880"/>
                  <a:pt x="27379" y="15097"/>
                  <a:pt x="27504" y="13326"/>
                </a:cubicBezTo>
                <a:cubicBezTo>
                  <a:pt x="27631" y="11555"/>
                  <a:pt x="27981" y="9904"/>
                  <a:pt x="28555" y="8372"/>
                </a:cubicBezTo>
                <a:cubicBezTo>
                  <a:pt x="29130" y="6842"/>
                  <a:pt x="30036" y="5453"/>
                  <a:pt x="31273" y="4206"/>
                </a:cubicBezTo>
                <a:cubicBezTo>
                  <a:pt x="32511" y="2959"/>
                  <a:pt x="34231" y="1940"/>
                  <a:pt x="36436" y="1148"/>
                </a:cubicBezTo>
                <a:cubicBezTo>
                  <a:pt x="38995" y="228"/>
                  <a:pt x="41360" y="0"/>
                  <a:pt x="43533" y="463"/>
                </a:cubicBezTo>
                <a:cubicBezTo>
                  <a:pt x="45707" y="926"/>
                  <a:pt x="47657" y="1830"/>
                  <a:pt x="49384" y="3176"/>
                </a:cubicBezTo>
                <a:cubicBezTo>
                  <a:pt x="51112" y="4522"/>
                  <a:pt x="52608" y="6172"/>
                  <a:pt x="53872" y="8126"/>
                </a:cubicBezTo>
                <a:cubicBezTo>
                  <a:pt x="55137" y="10081"/>
                  <a:pt x="56139" y="12089"/>
                  <a:pt x="56880" y="14150"/>
                </a:cubicBezTo>
                <a:cubicBezTo>
                  <a:pt x="57595" y="16140"/>
                  <a:pt x="57996" y="17983"/>
                  <a:pt x="58083" y="19677"/>
                </a:cubicBezTo>
                <a:cubicBezTo>
                  <a:pt x="58170" y="21372"/>
                  <a:pt x="57942" y="23360"/>
                  <a:pt x="57398" y="25643"/>
                </a:cubicBezTo>
                <a:cubicBezTo>
                  <a:pt x="57358" y="25978"/>
                  <a:pt x="57509" y="26345"/>
                  <a:pt x="57852" y="26744"/>
                </a:cubicBezTo>
                <a:cubicBezTo>
                  <a:pt x="58196" y="27142"/>
                  <a:pt x="58917" y="27304"/>
                  <a:pt x="60015" y="27231"/>
                </a:cubicBezTo>
                <a:cubicBezTo>
                  <a:pt x="60325" y="27200"/>
                  <a:pt x="60579" y="27350"/>
                  <a:pt x="60777" y="27679"/>
                </a:cubicBezTo>
                <a:cubicBezTo>
                  <a:pt x="60976" y="28009"/>
                  <a:pt x="61122" y="28359"/>
                  <a:pt x="61214" y="28727"/>
                </a:cubicBezTo>
                <a:cubicBezTo>
                  <a:pt x="61307" y="29095"/>
                  <a:pt x="61333" y="29447"/>
                  <a:pt x="61292" y="29783"/>
                </a:cubicBezTo>
                <a:cubicBezTo>
                  <a:pt x="61252" y="30118"/>
                  <a:pt x="61113" y="30288"/>
                  <a:pt x="60874" y="302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Text e">
            <a:extLst xmlns:a="http://schemas.openxmlformats.org/drawingml/2006/main">
              <a:ext uri="{FF2B5EF4-FFF2-40B4-BE49-F238E27FC236}">
                <a16:creationId xmlns:a16="http://schemas.microsoft.com/office/drawing/2014/main" id="{A73E7A8B-E2F8-44C0-999A-02639E7B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416" y="2266302"/>
            <a:ext cx="54492" cy="51155"/>
          </a:xfrm>
          <a:custGeom xmlns:a="http://schemas.openxmlformats.org/drawingml/2006/main">
            <a:pathLst>
              <a:path w="54492" h="51155">
                <a:moveTo>
                  <a:pt x="25876" y="12694"/>
                </a:moveTo>
                <a:cubicBezTo>
                  <a:pt x="25749" y="12338"/>
                  <a:pt x="25554" y="12188"/>
                  <a:pt x="25291" y="12241"/>
                </a:cubicBezTo>
                <a:cubicBezTo>
                  <a:pt x="25030" y="12296"/>
                  <a:pt x="24722" y="12387"/>
                  <a:pt x="24366" y="12515"/>
                </a:cubicBezTo>
                <a:cubicBezTo>
                  <a:pt x="20669" y="13843"/>
                  <a:pt x="17688" y="15376"/>
                  <a:pt x="15422" y="17112"/>
                </a:cubicBezTo>
                <a:cubicBezTo>
                  <a:pt x="13157" y="18849"/>
                  <a:pt x="11486" y="20734"/>
                  <a:pt x="10410" y="22766"/>
                </a:cubicBezTo>
                <a:cubicBezTo>
                  <a:pt x="9335" y="24798"/>
                  <a:pt x="8805" y="26955"/>
                  <a:pt x="8822" y="29237"/>
                </a:cubicBezTo>
                <a:cubicBezTo>
                  <a:pt x="8839" y="31519"/>
                  <a:pt x="9269" y="33832"/>
                  <a:pt x="10112" y="36178"/>
                </a:cubicBezTo>
                <a:cubicBezTo>
                  <a:pt x="10981" y="38595"/>
                  <a:pt x="12019" y="40870"/>
                  <a:pt x="13227" y="43005"/>
                </a:cubicBezTo>
                <a:cubicBezTo>
                  <a:pt x="14436" y="45140"/>
                  <a:pt x="16009" y="46782"/>
                  <a:pt x="17947" y="47932"/>
                </a:cubicBezTo>
                <a:cubicBezTo>
                  <a:pt x="18359" y="48186"/>
                  <a:pt x="18600" y="48521"/>
                  <a:pt x="18669" y="48937"/>
                </a:cubicBezTo>
                <a:cubicBezTo>
                  <a:pt x="18739" y="49354"/>
                  <a:pt x="18676" y="49737"/>
                  <a:pt x="18481" y="50088"/>
                </a:cubicBezTo>
                <a:cubicBezTo>
                  <a:pt x="18286" y="50439"/>
                  <a:pt x="18024" y="50713"/>
                  <a:pt x="17693" y="50911"/>
                </a:cubicBezTo>
                <a:cubicBezTo>
                  <a:pt x="17363" y="51111"/>
                  <a:pt x="17018" y="51155"/>
                  <a:pt x="16657" y="51045"/>
                </a:cubicBezTo>
                <a:cubicBezTo>
                  <a:pt x="12855" y="49843"/>
                  <a:pt x="9873" y="48024"/>
                  <a:pt x="7713" y="45588"/>
                </a:cubicBezTo>
                <a:cubicBezTo>
                  <a:pt x="5555" y="43154"/>
                  <a:pt x="3722" y="39839"/>
                  <a:pt x="2215" y="35644"/>
                </a:cubicBezTo>
                <a:cubicBezTo>
                  <a:pt x="682" y="31379"/>
                  <a:pt x="0" y="27470"/>
                  <a:pt x="168" y="23917"/>
                </a:cubicBezTo>
                <a:cubicBezTo>
                  <a:pt x="337" y="20365"/>
                  <a:pt x="1212" y="17160"/>
                  <a:pt x="2795" y="14304"/>
                </a:cubicBezTo>
                <a:cubicBezTo>
                  <a:pt x="4378" y="11448"/>
                  <a:pt x="6542" y="8985"/>
                  <a:pt x="9289" y="6914"/>
                </a:cubicBezTo>
                <a:cubicBezTo>
                  <a:pt x="12037" y="4843"/>
                  <a:pt x="15224" y="3156"/>
                  <a:pt x="18851" y="1853"/>
                </a:cubicBezTo>
                <a:cubicBezTo>
                  <a:pt x="22334" y="601"/>
                  <a:pt x="25850" y="0"/>
                  <a:pt x="29399" y="49"/>
                </a:cubicBezTo>
                <a:cubicBezTo>
                  <a:pt x="32949" y="99"/>
                  <a:pt x="36244" y="781"/>
                  <a:pt x="39285" y="2096"/>
                </a:cubicBezTo>
                <a:cubicBezTo>
                  <a:pt x="42327" y="3412"/>
                  <a:pt x="45046" y="5284"/>
                  <a:pt x="47444" y="7714"/>
                </a:cubicBezTo>
                <a:cubicBezTo>
                  <a:pt x="49843" y="10143"/>
                  <a:pt x="51681" y="13135"/>
                  <a:pt x="52958" y="16690"/>
                </a:cubicBezTo>
                <a:cubicBezTo>
                  <a:pt x="54031" y="19675"/>
                  <a:pt x="54492" y="22580"/>
                  <a:pt x="54342" y="25403"/>
                </a:cubicBezTo>
                <a:cubicBezTo>
                  <a:pt x="54192" y="28226"/>
                  <a:pt x="53518" y="30816"/>
                  <a:pt x="52318" y="33174"/>
                </a:cubicBezTo>
                <a:cubicBezTo>
                  <a:pt x="51119" y="35532"/>
                  <a:pt x="49429" y="37644"/>
                  <a:pt x="47250" y="39511"/>
                </a:cubicBezTo>
                <a:cubicBezTo>
                  <a:pt x="45072" y="41378"/>
                  <a:pt x="42525" y="42834"/>
                  <a:pt x="39610" y="43882"/>
                </a:cubicBezTo>
                <a:cubicBezTo>
                  <a:pt x="38118" y="44418"/>
                  <a:pt x="37180" y="44153"/>
                  <a:pt x="36796" y="43087"/>
                </a:cubicBezTo>
                <a:lnTo>
                  <a:pt x="25876" y="12694"/>
                </a:lnTo>
                <a:moveTo>
                  <a:pt x="36619" y="30868"/>
                </a:moveTo>
                <a:cubicBezTo>
                  <a:pt x="36977" y="31863"/>
                  <a:pt x="37536" y="32304"/>
                  <a:pt x="38298" y="32191"/>
                </a:cubicBezTo>
                <a:cubicBezTo>
                  <a:pt x="39061" y="32078"/>
                  <a:pt x="39940" y="31843"/>
                  <a:pt x="40936" y="31485"/>
                </a:cubicBezTo>
                <a:cubicBezTo>
                  <a:pt x="42429" y="30949"/>
                  <a:pt x="43785" y="30201"/>
                  <a:pt x="45006" y="29241"/>
                </a:cubicBezTo>
                <a:cubicBezTo>
                  <a:pt x="46226" y="28280"/>
                  <a:pt x="47216" y="27182"/>
                  <a:pt x="47975" y="25945"/>
                </a:cubicBezTo>
                <a:cubicBezTo>
                  <a:pt x="48735" y="24709"/>
                  <a:pt x="49218" y="23372"/>
                  <a:pt x="49424" y="21934"/>
                </a:cubicBezTo>
                <a:cubicBezTo>
                  <a:pt x="49630" y="20495"/>
                  <a:pt x="49452" y="18994"/>
                  <a:pt x="48890" y="17430"/>
                </a:cubicBezTo>
                <a:cubicBezTo>
                  <a:pt x="48200" y="15510"/>
                  <a:pt x="47268" y="13978"/>
                  <a:pt x="46094" y="12834"/>
                </a:cubicBezTo>
                <a:cubicBezTo>
                  <a:pt x="44920" y="11691"/>
                  <a:pt x="43610" y="10837"/>
                  <a:pt x="42163" y="10273"/>
                </a:cubicBezTo>
                <a:cubicBezTo>
                  <a:pt x="40717" y="9709"/>
                  <a:pt x="39158" y="9447"/>
                  <a:pt x="37485" y="9486"/>
                </a:cubicBezTo>
                <a:cubicBezTo>
                  <a:pt x="35814" y="9524"/>
                  <a:pt x="34122" y="9731"/>
                  <a:pt x="32411" y="10106"/>
                </a:cubicBezTo>
                <a:cubicBezTo>
                  <a:pt x="31506" y="10270"/>
                  <a:pt x="30793" y="10466"/>
                  <a:pt x="30272" y="10692"/>
                </a:cubicBezTo>
                <a:cubicBezTo>
                  <a:pt x="29752" y="10920"/>
                  <a:pt x="29544" y="11175"/>
                  <a:pt x="29646" y="11459"/>
                </a:cubicBezTo>
                <a:lnTo>
                  <a:pt x="36619" y="308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98F98F-F00D-4EF8-9583-07BB3981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44" y="1522696"/>
            <a:ext cx="477221" cy="530337"/>
          </a:xfrm>
          <a:custGeom xmlns:a="http://schemas.openxmlformats.org/drawingml/2006/main">
            <a:pathLst>
              <a:path w="477221" h="530337">
                <a:moveTo>
                  <a:pt x="0" y="442183"/>
                </a:moveTo>
                <a:lnTo>
                  <a:pt x="372603" y="0"/>
                </a:lnTo>
                <a:lnTo>
                  <a:pt x="477221" y="88154"/>
                </a:lnTo>
                <a:lnTo>
                  <a:pt x="104618" y="530337"/>
                </a:lnTo>
                <a:lnTo>
                  <a:pt x="0" y="44218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Text A">
            <a:extLst xmlns:a="http://schemas.openxmlformats.org/drawingml/2006/main">
              <a:ext uri="{FF2B5EF4-FFF2-40B4-BE49-F238E27FC236}">
                <a16:creationId xmlns:a16="http://schemas.microsoft.com/office/drawing/2014/main" id="{9D8400C5-9F15-4802-A818-3F3D68A6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293" y="1945357"/>
            <a:ext cx="87485" cy="83206"/>
          </a:xfrm>
          <a:custGeom xmlns:a="http://schemas.openxmlformats.org/drawingml/2006/main">
            <a:pathLst>
              <a:path w="87485" h="83206">
                <a:moveTo>
                  <a:pt x="31478" y="46147"/>
                </a:moveTo>
                <a:cubicBezTo>
                  <a:pt x="30797" y="46956"/>
                  <a:pt x="30440" y="47643"/>
                  <a:pt x="30408" y="48209"/>
                </a:cubicBezTo>
                <a:cubicBezTo>
                  <a:pt x="30375" y="48774"/>
                  <a:pt x="30555" y="49469"/>
                  <a:pt x="30947" y="50294"/>
                </a:cubicBezTo>
                <a:lnTo>
                  <a:pt x="37885" y="62808"/>
                </a:lnTo>
                <a:cubicBezTo>
                  <a:pt x="38510" y="63828"/>
                  <a:pt x="39053" y="64532"/>
                  <a:pt x="39515" y="64921"/>
                </a:cubicBezTo>
                <a:cubicBezTo>
                  <a:pt x="40266" y="65554"/>
                  <a:pt x="41045" y="65889"/>
                  <a:pt x="41853" y="65927"/>
                </a:cubicBezTo>
                <a:cubicBezTo>
                  <a:pt x="42660" y="65966"/>
                  <a:pt x="43476" y="65789"/>
                  <a:pt x="44300" y="65398"/>
                </a:cubicBezTo>
                <a:cubicBezTo>
                  <a:pt x="45123" y="65006"/>
                  <a:pt x="45963" y="64478"/>
                  <a:pt x="46817" y="63816"/>
                </a:cubicBezTo>
                <a:cubicBezTo>
                  <a:pt x="47672" y="63153"/>
                  <a:pt x="48493" y="62412"/>
                  <a:pt x="49282" y="61595"/>
                </a:cubicBezTo>
                <a:cubicBezTo>
                  <a:pt x="49623" y="61190"/>
                  <a:pt x="50025" y="61036"/>
                  <a:pt x="50489" y="61131"/>
                </a:cubicBezTo>
                <a:cubicBezTo>
                  <a:pt x="50952" y="61225"/>
                  <a:pt x="51358" y="61417"/>
                  <a:pt x="51704" y="61709"/>
                </a:cubicBezTo>
                <a:cubicBezTo>
                  <a:pt x="52050" y="62001"/>
                  <a:pt x="52309" y="62368"/>
                  <a:pt x="52480" y="62809"/>
                </a:cubicBezTo>
                <a:cubicBezTo>
                  <a:pt x="52653" y="63250"/>
                  <a:pt x="52569" y="63672"/>
                  <a:pt x="52228" y="64077"/>
                </a:cubicBezTo>
                <a:cubicBezTo>
                  <a:pt x="51060" y="65463"/>
                  <a:pt x="49606" y="66954"/>
                  <a:pt x="47866" y="68550"/>
                </a:cubicBezTo>
                <a:cubicBezTo>
                  <a:pt x="46126" y="70147"/>
                  <a:pt x="44574" y="71754"/>
                  <a:pt x="43211" y="73371"/>
                </a:cubicBezTo>
                <a:cubicBezTo>
                  <a:pt x="41945" y="74873"/>
                  <a:pt x="40844" y="76415"/>
                  <a:pt x="39906" y="77996"/>
                </a:cubicBezTo>
                <a:cubicBezTo>
                  <a:pt x="38970" y="79576"/>
                  <a:pt x="37820" y="81175"/>
                  <a:pt x="36457" y="82793"/>
                </a:cubicBezTo>
                <a:cubicBezTo>
                  <a:pt x="36213" y="83082"/>
                  <a:pt x="35862" y="83206"/>
                  <a:pt x="35402" y="83165"/>
                </a:cubicBezTo>
                <a:cubicBezTo>
                  <a:pt x="34943" y="83124"/>
                  <a:pt x="34529" y="82972"/>
                  <a:pt x="34158" y="82709"/>
                </a:cubicBezTo>
                <a:cubicBezTo>
                  <a:pt x="33787" y="82445"/>
                  <a:pt x="33503" y="82107"/>
                  <a:pt x="33307" y="81696"/>
                </a:cubicBezTo>
                <a:cubicBezTo>
                  <a:pt x="33111" y="81284"/>
                  <a:pt x="33155" y="80851"/>
                  <a:pt x="33438" y="80398"/>
                </a:cubicBezTo>
                <a:lnTo>
                  <a:pt x="34360" y="78952"/>
                </a:lnTo>
                <a:cubicBezTo>
                  <a:pt x="34916" y="77939"/>
                  <a:pt x="35368" y="76962"/>
                  <a:pt x="35717" y="76021"/>
                </a:cubicBezTo>
                <a:cubicBezTo>
                  <a:pt x="36066" y="75079"/>
                  <a:pt x="36207" y="74062"/>
                  <a:pt x="36141" y="72969"/>
                </a:cubicBezTo>
                <a:cubicBezTo>
                  <a:pt x="36074" y="71876"/>
                  <a:pt x="35808" y="70639"/>
                  <a:pt x="35342" y="69259"/>
                </a:cubicBezTo>
                <a:cubicBezTo>
                  <a:pt x="34875" y="67877"/>
                  <a:pt x="34134" y="66265"/>
                  <a:pt x="33119" y="64422"/>
                </a:cubicBezTo>
                <a:lnTo>
                  <a:pt x="316" y="3292"/>
                </a:lnTo>
                <a:cubicBezTo>
                  <a:pt x="0" y="2729"/>
                  <a:pt x="159" y="2072"/>
                  <a:pt x="791" y="1321"/>
                </a:cubicBezTo>
                <a:cubicBezTo>
                  <a:pt x="1473" y="513"/>
                  <a:pt x="2239" y="73"/>
                  <a:pt x="3090" y="0"/>
                </a:cubicBezTo>
                <a:cubicBezTo>
                  <a:pt x="8004" y="1670"/>
                  <a:pt x="13263" y="3460"/>
                  <a:pt x="18868" y="5368"/>
                </a:cubicBezTo>
                <a:cubicBezTo>
                  <a:pt x="24472" y="7275"/>
                  <a:pt x="30185" y="9200"/>
                  <a:pt x="36007" y="11142"/>
                </a:cubicBezTo>
                <a:cubicBezTo>
                  <a:pt x="41830" y="13083"/>
                  <a:pt x="47623" y="15001"/>
                  <a:pt x="53388" y="16895"/>
                </a:cubicBezTo>
                <a:cubicBezTo>
                  <a:pt x="59151" y="18788"/>
                  <a:pt x="64596" y="20561"/>
                  <a:pt x="69722" y="22214"/>
                </a:cubicBezTo>
                <a:cubicBezTo>
                  <a:pt x="71982" y="22932"/>
                  <a:pt x="73853" y="23348"/>
                  <a:pt x="75337" y="23464"/>
                </a:cubicBezTo>
                <a:cubicBezTo>
                  <a:pt x="76822" y="23578"/>
                  <a:pt x="78075" y="23498"/>
                  <a:pt x="79096" y="23224"/>
                </a:cubicBezTo>
                <a:cubicBezTo>
                  <a:pt x="80118" y="22948"/>
                  <a:pt x="81008" y="22537"/>
                  <a:pt x="81765" y="21991"/>
                </a:cubicBezTo>
                <a:cubicBezTo>
                  <a:pt x="82523" y="21443"/>
                  <a:pt x="83329" y="20837"/>
                  <a:pt x="84184" y="20174"/>
                </a:cubicBezTo>
                <a:cubicBezTo>
                  <a:pt x="84535" y="19877"/>
                  <a:pt x="84929" y="19790"/>
                  <a:pt x="85368" y="19912"/>
                </a:cubicBezTo>
                <a:cubicBezTo>
                  <a:pt x="85807" y="20035"/>
                  <a:pt x="86201" y="20243"/>
                  <a:pt x="86548" y="20536"/>
                </a:cubicBezTo>
                <a:cubicBezTo>
                  <a:pt x="86894" y="20828"/>
                  <a:pt x="87151" y="21167"/>
                  <a:pt x="87317" y="21555"/>
                </a:cubicBezTo>
                <a:cubicBezTo>
                  <a:pt x="87485" y="21943"/>
                  <a:pt x="87446" y="22282"/>
                  <a:pt x="87203" y="22571"/>
                </a:cubicBezTo>
                <a:cubicBezTo>
                  <a:pt x="85645" y="24419"/>
                  <a:pt x="84033" y="26098"/>
                  <a:pt x="82365" y="27609"/>
                </a:cubicBezTo>
                <a:cubicBezTo>
                  <a:pt x="80699" y="29118"/>
                  <a:pt x="78965" y="30941"/>
                  <a:pt x="77164" y="33077"/>
                </a:cubicBezTo>
                <a:cubicBezTo>
                  <a:pt x="75120" y="35504"/>
                  <a:pt x="73312" y="37884"/>
                  <a:pt x="71742" y="40216"/>
                </a:cubicBezTo>
                <a:cubicBezTo>
                  <a:pt x="70172" y="42548"/>
                  <a:pt x="68559" y="44696"/>
                  <a:pt x="66904" y="46660"/>
                </a:cubicBezTo>
                <a:cubicBezTo>
                  <a:pt x="66563" y="47064"/>
                  <a:pt x="66149" y="47233"/>
                  <a:pt x="65660" y="47167"/>
                </a:cubicBezTo>
                <a:cubicBezTo>
                  <a:pt x="65173" y="47102"/>
                  <a:pt x="64727" y="46899"/>
                  <a:pt x="64324" y="46559"/>
                </a:cubicBezTo>
                <a:cubicBezTo>
                  <a:pt x="63976" y="46266"/>
                  <a:pt x="63746" y="45924"/>
                  <a:pt x="63632" y="45533"/>
                </a:cubicBezTo>
                <a:cubicBezTo>
                  <a:pt x="63519" y="45140"/>
                  <a:pt x="63603" y="44717"/>
                  <a:pt x="63886" y="44263"/>
                </a:cubicBezTo>
                <a:cubicBezTo>
                  <a:pt x="65310" y="42105"/>
                  <a:pt x="66180" y="40369"/>
                  <a:pt x="66497" y="39056"/>
                </a:cubicBezTo>
                <a:cubicBezTo>
                  <a:pt x="66813" y="37742"/>
                  <a:pt x="66249" y="36476"/>
                  <a:pt x="64805" y="35259"/>
                </a:cubicBezTo>
                <a:cubicBezTo>
                  <a:pt x="64401" y="34918"/>
                  <a:pt x="63902" y="34572"/>
                  <a:pt x="63308" y="34221"/>
                </a:cubicBezTo>
                <a:cubicBezTo>
                  <a:pt x="62715" y="33870"/>
                  <a:pt x="61850" y="33461"/>
                  <a:pt x="60711" y="32996"/>
                </a:cubicBezTo>
                <a:cubicBezTo>
                  <a:pt x="59573" y="32530"/>
                  <a:pt x="58077" y="31961"/>
                  <a:pt x="56224" y="31289"/>
                </a:cubicBezTo>
                <a:cubicBezTo>
                  <a:pt x="54370" y="30616"/>
                  <a:pt x="51981" y="29788"/>
                  <a:pt x="49055" y="28804"/>
                </a:cubicBezTo>
                <a:cubicBezTo>
                  <a:pt x="48061" y="28459"/>
                  <a:pt x="47256" y="28448"/>
                  <a:pt x="46640" y="28768"/>
                </a:cubicBezTo>
                <a:cubicBezTo>
                  <a:pt x="46025" y="29089"/>
                  <a:pt x="45254" y="29799"/>
                  <a:pt x="44329" y="30897"/>
                </a:cubicBezTo>
                <a:lnTo>
                  <a:pt x="31478" y="46147"/>
                </a:lnTo>
                <a:moveTo>
                  <a:pt x="40657" y="28396"/>
                </a:moveTo>
                <a:cubicBezTo>
                  <a:pt x="41339" y="27587"/>
                  <a:pt x="41672" y="26928"/>
                  <a:pt x="41655" y="26421"/>
                </a:cubicBezTo>
                <a:cubicBezTo>
                  <a:pt x="41638" y="25913"/>
                  <a:pt x="41161" y="25511"/>
                  <a:pt x="40224" y="25216"/>
                </a:cubicBezTo>
                <a:lnTo>
                  <a:pt x="13596" y="15668"/>
                </a:lnTo>
                <a:cubicBezTo>
                  <a:pt x="13210" y="15540"/>
                  <a:pt x="12870" y="15649"/>
                  <a:pt x="12578" y="15997"/>
                </a:cubicBezTo>
                <a:cubicBezTo>
                  <a:pt x="12286" y="16343"/>
                  <a:pt x="12236" y="16696"/>
                  <a:pt x="12428" y="17055"/>
                </a:cubicBezTo>
                <a:lnTo>
                  <a:pt x="26059" y="42026"/>
                </a:lnTo>
                <a:cubicBezTo>
                  <a:pt x="26567" y="42947"/>
                  <a:pt x="27034" y="43390"/>
                  <a:pt x="27461" y="43354"/>
                </a:cubicBezTo>
                <a:cubicBezTo>
                  <a:pt x="27886" y="43318"/>
                  <a:pt x="28367" y="42982"/>
                  <a:pt x="28902" y="42346"/>
                </a:cubicBezTo>
                <a:lnTo>
                  <a:pt x="40657" y="28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Text t">
            <a:extLst xmlns:a="http://schemas.openxmlformats.org/drawingml/2006/main">
              <a:ext uri="{FF2B5EF4-FFF2-40B4-BE49-F238E27FC236}">
                <a16:creationId xmlns:a16="http://schemas.microsoft.com/office/drawing/2014/main" id="{AAC7068F-5133-4F88-B947-7F2083B2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263" y="1908492"/>
            <a:ext cx="59552" cy="47980"/>
          </a:xfrm>
          <a:custGeom xmlns:a="http://schemas.openxmlformats.org/drawingml/2006/main">
            <a:pathLst>
              <a:path w="59552" h="47980">
                <a:moveTo>
                  <a:pt x="38323" y="32380"/>
                </a:moveTo>
                <a:cubicBezTo>
                  <a:pt x="41557" y="35106"/>
                  <a:pt x="44259" y="36765"/>
                  <a:pt x="46428" y="37358"/>
                </a:cubicBezTo>
                <a:cubicBezTo>
                  <a:pt x="48595" y="37950"/>
                  <a:pt x="50482" y="37293"/>
                  <a:pt x="52089" y="35386"/>
                </a:cubicBezTo>
                <a:cubicBezTo>
                  <a:pt x="53208" y="34058"/>
                  <a:pt x="54065" y="32631"/>
                  <a:pt x="54659" y="31108"/>
                </a:cubicBezTo>
                <a:cubicBezTo>
                  <a:pt x="55252" y="29582"/>
                  <a:pt x="55586" y="28307"/>
                  <a:pt x="55660" y="27282"/>
                </a:cubicBezTo>
                <a:cubicBezTo>
                  <a:pt x="55691" y="27011"/>
                  <a:pt x="55847" y="26796"/>
                  <a:pt x="56128" y="26638"/>
                </a:cubicBezTo>
                <a:cubicBezTo>
                  <a:pt x="56409" y="26480"/>
                  <a:pt x="56723" y="26400"/>
                  <a:pt x="57072" y="26398"/>
                </a:cubicBezTo>
                <a:cubicBezTo>
                  <a:pt x="57420" y="26395"/>
                  <a:pt x="57746" y="26447"/>
                  <a:pt x="58049" y="26555"/>
                </a:cubicBezTo>
                <a:cubicBezTo>
                  <a:pt x="58354" y="26663"/>
                  <a:pt x="58544" y="26847"/>
                  <a:pt x="58621" y="27109"/>
                </a:cubicBezTo>
                <a:cubicBezTo>
                  <a:pt x="59486" y="29715"/>
                  <a:pt x="59552" y="32215"/>
                  <a:pt x="58818" y="34610"/>
                </a:cubicBezTo>
                <a:cubicBezTo>
                  <a:pt x="58084" y="37005"/>
                  <a:pt x="56720" y="39387"/>
                  <a:pt x="54724" y="41755"/>
                </a:cubicBezTo>
                <a:cubicBezTo>
                  <a:pt x="51414" y="45683"/>
                  <a:pt x="48197" y="47714"/>
                  <a:pt x="45073" y="47847"/>
                </a:cubicBezTo>
                <a:cubicBezTo>
                  <a:pt x="41948" y="47980"/>
                  <a:pt x="38508" y="46464"/>
                  <a:pt x="34753" y="43300"/>
                </a:cubicBezTo>
                <a:lnTo>
                  <a:pt x="12483" y="24534"/>
                </a:lnTo>
                <a:cubicBezTo>
                  <a:pt x="11790" y="23951"/>
                  <a:pt x="11217" y="23517"/>
                  <a:pt x="10764" y="23235"/>
                </a:cubicBezTo>
                <a:cubicBezTo>
                  <a:pt x="10311" y="22951"/>
                  <a:pt x="9876" y="22881"/>
                  <a:pt x="9460" y="23024"/>
                </a:cubicBezTo>
                <a:cubicBezTo>
                  <a:pt x="9042" y="23167"/>
                  <a:pt x="8539" y="23559"/>
                  <a:pt x="7950" y="24199"/>
                </a:cubicBezTo>
                <a:cubicBezTo>
                  <a:pt x="7362" y="24838"/>
                  <a:pt x="6556" y="25764"/>
                  <a:pt x="5534" y="26977"/>
                </a:cubicBezTo>
                <a:cubicBezTo>
                  <a:pt x="5388" y="27151"/>
                  <a:pt x="5093" y="27149"/>
                  <a:pt x="4649" y="26973"/>
                </a:cubicBezTo>
                <a:cubicBezTo>
                  <a:pt x="4206" y="26796"/>
                  <a:pt x="3769" y="26552"/>
                  <a:pt x="3340" y="26240"/>
                </a:cubicBezTo>
                <a:cubicBezTo>
                  <a:pt x="2911" y="25929"/>
                  <a:pt x="2572" y="25569"/>
                  <a:pt x="2323" y="25162"/>
                </a:cubicBezTo>
                <a:cubicBezTo>
                  <a:pt x="2074" y="24753"/>
                  <a:pt x="2048" y="24434"/>
                  <a:pt x="2242" y="24203"/>
                </a:cubicBezTo>
                <a:cubicBezTo>
                  <a:pt x="3343" y="22662"/>
                  <a:pt x="4173" y="21238"/>
                  <a:pt x="4731" y="19931"/>
                </a:cubicBezTo>
                <a:cubicBezTo>
                  <a:pt x="5290" y="18623"/>
                  <a:pt x="5527" y="17316"/>
                  <a:pt x="5442" y="16010"/>
                </a:cubicBezTo>
                <a:cubicBezTo>
                  <a:pt x="5357" y="14703"/>
                  <a:pt x="4906" y="13334"/>
                  <a:pt x="4086" y="11904"/>
                </a:cubicBezTo>
                <a:cubicBezTo>
                  <a:pt x="3267" y="10472"/>
                  <a:pt x="2026" y="8809"/>
                  <a:pt x="363" y="6915"/>
                </a:cubicBezTo>
                <a:cubicBezTo>
                  <a:pt x="65" y="6564"/>
                  <a:pt x="0" y="6113"/>
                  <a:pt x="168" y="5563"/>
                </a:cubicBezTo>
                <a:cubicBezTo>
                  <a:pt x="335" y="5012"/>
                  <a:pt x="614" y="4506"/>
                  <a:pt x="1003" y="4044"/>
                </a:cubicBezTo>
                <a:cubicBezTo>
                  <a:pt x="1392" y="3582"/>
                  <a:pt x="1817" y="3224"/>
                  <a:pt x="2278" y="2970"/>
                </a:cubicBezTo>
                <a:cubicBezTo>
                  <a:pt x="2739" y="2717"/>
                  <a:pt x="3085" y="2687"/>
                  <a:pt x="3316" y="2882"/>
                </a:cubicBezTo>
                <a:lnTo>
                  <a:pt x="10768" y="9161"/>
                </a:lnTo>
                <a:cubicBezTo>
                  <a:pt x="11693" y="9940"/>
                  <a:pt x="12264" y="10348"/>
                  <a:pt x="12481" y="10383"/>
                </a:cubicBezTo>
                <a:cubicBezTo>
                  <a:pt x="12698" y="10417"/>
                  <a:pt x="13075" y="10116"/>
                  <a:pt x="13610" y="9480"/>
                </a:cubicBezTo>
                <a:lnTo>
                  <a:pt x="21203" y="470"/>
                </a:lnTo>
                <a:cubicBezTo>
                  <a:pt x="21544" y="65"/>
                  <a:pt x="21994" y="0"/>
                  <a:pt x="22554" y="274"/>
                </a:cubicBezTo>
                <a:cubicBezTo>
                  <a:pt x="23114" y="548"/>
                  <a:pt x="23566" y="831"/>
                  <a:pt x="23913" y="1123"/>
                </a:cubicBezTo>
                <a:cubicBezTo>
                  <a:pt x="24259" y="1415"/>
                  <a:pt x="24617" y="1840"/>
                  <a:pt x="24986" y="2398"/>
                </a:cubicBezTo>
                <a:cubicBezTo>
                  <a:pt x="25356" y="2956"/>
                  <a:pt x="25346" y="3466"/>
                  <a:pt x="24956" y="3928"/>
                </a:cubicBezTo>
                <a:lnTo>
                  <a:pt x="17144" y="13200"/>
                </a:lnTo>
                <a:cubicBezTo>
                  <a:pt x="16803" y="13604"/>
                  <a:pt x="16709" y="13921"/>
                  <a:pt x="16863" y="14150"/>
                </a:cubicBezTo>
                <a:cubicBezTo>
                  <a:pt x="17017" y="14377"/>
                  <a:pt x="17729" y="15027"/>
                  <a:pt x="19000" y="16098"/>
                </a:cubicBezTo>
                <a:lnTo>
                  <a:pt x="38323" y="323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Text t">
            <a:extLst xmlns:a="http://schemas.openxmlformats.org/drawingml/2006/main">
              <a:ext uri="{FF2B5EF4-FFF2-40B4-BE49-F238E27FC236}">
                <a16:creationId xmlns:a16="http://schemas.microsoft.com/office/drawing/2014/main" id="{DE738278-A1BB-43D7-80C4-0A552346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76" y="1880469"/>
            <a:ext cx="59552" cy="47980"/>
          </a:xfrm>
          <a:custGeom xmlns:a="http://schemas.openxmlformats.org/drawingml/2006/main">
            <a:pathLst>
              <a:path w="59552" h="47980">
                <a:moveTo>
                  <a:pt x="38323" y="32380"/>
                </a:moveTo>
                <a:cubicBezTo>
                  <a:pt x="41557" y="35106"/>
                  <a:pt x="44259" y="36765"/>
                  <a:pt x="46428" y="37358"/>
                </a:cubicBezTo>
                <a:cubicBezTo>
                  <a:pt x="48595" y="37950"/>
                  <a:pt x="50482" y="37293"/>
                  <a:pt x="52089" y="35386"/>
                </a:cubicBezTo>
                <a:cubicBezTo>
                  <a:pt x="53208" y="34058"/>
                  <a:pt x="54065" y="32631"/>
                  <a:pt x="54659" y="31108"/>
                </a:cubicBezTo>
                <a:cubicBezTo>
                  <a:pt x="55252" y="29582"/>
                  <a:pt x="55586" y="28307"/>
                  <a:pt x="55660" y="27282"/>
                </a:cubicBezTo>
                <a:cubicBezTo>
                  <a:pt x="55691" y="27011"/>
                  <a:pt x="55847" y="26796"/>
                  <a:pt x="56128" y="26638"/>
                </a:cubicBezTo>
                <a:cubicBezTo>
                  <a:pt x="56409" y="26480"/>
                  <a:pt x="56723" y="26400"/>
                  <a:pt x="57072" y="26398"/>
                </a:cubicBezTo>
                <a:cubicBezTo>
                  <a:pt x="57420" y="26395"/>
                  <a:pt x="57746" y="26447"/>
                  <a:pt x="58049" y="26555"/>
                </a:cubicBezTo>
                <a:cubicBezTo>
                  <a:pt x="58354" y="26663"/>
                  <a:pt x="58544" y="26847"/>
                  <a:pt x="58621" y="27109"/>
                </a:cubicBezTo>
                <a:cubicBezTo>
                  <a:pt x="59486" y="29715"/>
                  <a:pt x="59552" y="32215"/>
                  <a:pt x="58818" y="34610"/>
                </a:cubicBezTo>
                <a:cubicBezTo>
                  <a:pt x="58084" y="37005"/>
                  <a:pt x="56720" y="39387"/>
                  <a:pt x="54724" y="41755"/>
                </a:cubicBezTo>
                <a:cubicBezTo>
                  <a:pt x="51414" y="45683"/>
                  <a:pt x="48197" y="47714"/>
                  <a:pt x="45073" y="47847"/>
                </a:cubicBezTo>
                <a:cubicBezTo>
                  <a:pt x="41948" y="47980"/>
                  <a:pt x="38508" y="46464"/>
                  <a:pt x="34753" y="43300"/>
                </a:cubicBezTo>
                <a:lnTo>
                  <a:pt x="12483" y="24534"/>
                </a:lnTo>
                <a:cubicBezTo>
                  <a:pt x="11790" y="23951"/>
                  <a:pt x="11217" y="23517"/>
                  <a:pt x="10764" y="23235"/>
                </a:cubicBezTo>
                <a:cubicBezTo>
                  <a:pt x="10311" y="22951"/>
                  <a:pt x="9876" y="22881"/>
                  <a:pt x="9460" y="23024"/>
                </a:cubicBezTo>
                <a:cubicBezTo>
                  <a:pt x="9042" y="23167"/>
                  <a:pt x="8539" y="23559"/>
                  <a:pt x="7950" y="24199"/>
                </a:cubicBezTo>
                <a:cubicBezTo>
                  <a:pt x="7362" y="24838"/>
                  <a:pt x="6556" y="25764"/>
                  <a:pt x="5534" y="26977"/>
                </a:cubicBezTo>
                <a:cubicBezTo>
                  <a:pt x="5388" y="27151"/>
                  <a:pt x="5093" y="27149"/>
                  <a:pt x="4649" y="26973"/>
                </a:cubicBezTo>
                <a:cubicBezTo>
                  <a:pt x="4206" y="26796"/>
                  <a:pt x="3769" y="26552"/>
                  <a:pt x="3340" y="26240"/>
                </a:cubicBezTo>
                <a:cubicBezTo>
                  <a:pt x="2911" y="25929"/>
                  <a:pt x="2572" y="25569"/>
                  <a:pt x="2323" y="25162"/>
                </a:cubicBezTo>
                <a:cubicBezTo>
                  <a:pt x="2074" y="24753"/>
                  <a:pt x="2048" y="24434"/>
                  <a:pt x="2242" y="24203"/>
                </a:cubicBezTo>
                <a:cubicBezTo>
                  <a:pt x="3343" y="22662"/>
                  <a:pt x="4173" y="21238"/>
                  <a:pt x="4731" y="19931"/>
                </a:cubicBezTo>
                <a:cubicBezTo>
                  <a:pt x="5290" y="18623"/>
                  <a:pt x="5527" y="17316"/>
                  <a:pt x="5442" y="16010"/>
                </a:cubicBezTo>
                <a:cubicBezTo>
                  <a:pt x="5357" y="14703"/>
                  <a:pt x="4906" y="13334"/>
                  <a:pt x="4086" y="11904"/>
                </a:cubicBezTo>
                <a:cubicBezTo>
                  <a:pt x="3267" y="10472"/>
                  <a:pt x="2026" y="8809"/>
                  <a:pt x="363" y="6915"/>
                </a:cubicBezTo>
                <a:cubicBezTo>
                  <a:pt x="65" y="6564"/>
                  <a:pt x="0" y="6113"/>
                  <a:pt x="168" y="5563"/>
                </a:cubicBezTo>
                <a:cubicBezTo>
                  <a:pt x="335" y="5012"/>
                  <a:pt x="614" y="4506"/>
                  <a:pt x="1003" y="4044"/>
                </a:cubicBezTo>
                <a:cubicBezTo>
                  <a:pt x="1392" y="3582"/>
                  <a:pt x="1817" y="3224"/>
                  <a:pt x="2278" y="2970"/>
                </a:cubicBezTo>
                <a:cubicBezTo>
                  <a:pt x="2739" y="2717"/>
                  <a:pt x="3085" y="2687"/>
                  <a:pt x="3316" y="2882"/>
                </a:cubicBezTo>
                <a:lnTo>
                  <a:pt x="10768" y="9161"/>
                </a:lnTo>
                <a:cubicBezTo>
                  <a:pt x="11693" y="9940"/>
                  <a:pt x="12264" y="10348"/>
                  <a:pt x="12481" y="10383"/>
                </a:cubicBezTo>
                <a:cubicBezTo>
                  <a:pt x="12698" y="10417"/>
                  <a:pt x="13075" y="10116"/>
                  <a:pt x="13610" y="9480"/>
                </a:cubicBezTo>
                <a:lnTo>
                  <a:pt x="21203" y="470"/>
                </a:lnTo>
                <a:cubicBezTo>
                  <a:pt x="21544" y="65"/>
                  <a:pt x="21994" y="0"/>
                  <a:pt x="22554" y="274"/>
                </a:cubicBezTo>
                <a:cubicBezTo>
                  <a:pt x="23114" y="548"/>
                  <a:pt x="23566" y="831"/>
                  <a:pt x="23913" y="1123"/>
                </a:cubicBezTo>
                <a:cubicBezTo>
                  <a:pt x="24259" y="1415"/>
                  <a:pt x="24617" y="1840"/>
                  <a:pt x="24986" y="2398"/>
                </a:cubicBezTo>
                <a:cubicBezTo>
                  <a:pt x="25356" y="2956"/>
                  <a:pt x="25346" y="3466"/>
                  <a:pt x="24956" y="3928"/>
                </a:cubicBezTo>
                <a:lnTo>
                  <a:pt x="17144" y="13200"/>
                </a:lnTo>
                <a:cubicBezTo>
                  <a:pt x="16803" y="13604"/>
                  <a:pt x="16709" y="13921"/>
                  <a:pt x="16863" y="14150"/>
                </a:cubicBezTo>
                <a:cubicBezTo>
                  <a:pt x="17017" y="14377"/>
                  <a:pt x="17729" y="15027"/>
                  <a:pt x="19000" y="16098"/>
                </a:cubicBezTo>
                <a:lnTo>
                  <a:pt x="38323" y="323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Text r">
            <a:extLst xmlns:a="http://schemas.openxmlformats.org/drawingml/2006/main">
              <a:ext uri="{FF2B5EF4-FFF2-40B4-BE49-F238E27FC236}">
                <a16:creationId xmlns:a16="http://schemas.microsoft.com/office/drawing/2014/main" id="{F4295144-37ED-49C6-8DAB-A1E88919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1015" y="1845164"/>
            <a:ext cx="58791" cy="64247"/>
          </a:xfrm>
          <a:custGeom xmlns:a="http://schemas.openxmlformats.org/drawingml/2006/main">
            <a:pathLst>
              <a:path w="58791" h="64247">
                <a:moveTo>
                  <a:pt x="40555" y="39819"/>
                </a:moveTo>
                <a:cubicBezTo>
                  <a:pt x="41999" y="41036"/>
                  <a:pt x="43249" y="42016"/>
                  <a:pt x="44304" y="42757"/>
                </a:cubicBezTo>
                <a:cubicBezTo>
                  <a:pt x="45359" y="43497"/>
                  <a:pt x="46424" y="43875"/>
                  <a:pt x="47497" y="43891"/>
                </a:cubicBezTo>
                <a:cubicBezTo>
                  <a:pt x="48570" y="43907"/>
                  <a:pt x="49743" y="43512"/>
                  <a:pt x="51014" y="42706"/>
                </a:cubicBezTo>
                <a:cubicBezTo>
                  <a:pt x="52286" y="41900"/>
                  <a:pt x="53885" y="40530"/>
                  <a:pt x="55811" y="38597"/>
                </a:cubicBezTo>
                <a:cubicBezTo>
                  <a:pt x="56160" y="38299"/>
                  <a:pt x="56537" y="38173"/>
                  <a:pt x="56943" y="38219"/>
                </a:cubicBezTo>
                <a:cubicBezTo>
                  <a:pt x="57349" y="38265"/>
                  <a:pt x="57726" y="38434"/>
                  <a:pt x="58072" y="38726"/>
                </a:cubicBezTo>
                <a:cubicBezTo>
                  <a:pt x="58361" y="38969"/>
                  <a:pt x="58562" y="39287"/>
                  <a:pt x="58676" y="39680"/>
                </a:cubicBezTo>
                <a:cubicBezTo>
                  <a:pt x="58791" y="40072"/>
                  <a:pt x="58702" y="40441"/>
                  <a:pt x="58410" y="40788"/>
                </a:cubicBezTo>
                <a:cubicBezTo>
                  <a:pt x="56317" y="43272"/>
                  <a:pt x="54366" y="45381"/>
                  <a:pt x="52556" y="47117"/>
                </a:cubicBezTo>
                <a:cubicBezTo>
                  <a:pt x="50748" y="48854"/>
                  <a:pt x="49114" y="50588"/>
                  <a:pt x="47653" y="52321"/>
                </a:cubicBezTo>
                <a:cubicBezTo>
                  <a:pt x="46096" y="54170"/>
                  <a:pt x="44651" y="56089"/>
                  <a:pt x="43319" y="58079"/>
                </a:cubicBezTo>
                <a:cubicBezTo>
                  <a:pt x="41989" y="60070"/>
                  <a:pt x="40545" y="61989"/>
                  <a:pt x="38987" y="63837"/>
                </a:cubicBezTo>
                <a:cubicBezTo>
                  <a:pt x="38744" y="64126"/>
                  <a:pt x="38420" y="64247"/>
                  <a:pt x="38013" y="64202"/>
                </a:cubicBezTo>
                <a:cubicBezTo>
                  <a:pt x="37607" y="64156"/>
                  <a:pt x="37259" y="64012"/>
                  <a:pt x="36970" y="63768"/>
                </a:cubicBezTo>
                <a:cubicBezTo>
                  <a:pt x="36624" y="63476"/>
                  <a:pt x="36394" y="63134"/>
                  <a:pt x="36280" y="62741"/>
                </a:cubicBezTo>
                <a:cubicBezTo>
                  <a:pt x="36166" y="62348"/>
                  <a:pt x="36227" y="61954"/>
                  <a:pt x="36461" y="61560"/>
                </a:cubicBezTo>
                <a:cubicBezTo>
                  <a:pt x="37651" y="59796"/>
                  <a:pt x="38449" y="58321"/>
                  <a:pt x="38856" y="57134"/>
                </a:cubicBezTo>
                <a:cubicBezTo>
                  <a:pt x="39265" y="55947"/>
                  <a:pt x="39336" y="54895"/>
                  <a:pt x="39071" y="53980"/>
                </a:cubicBezTo>
                <a:cubicBezTo>
                  <a:pt x="38804" y="53063"/>
                  <a:pt x="38260" y="52185"/>
                  <a:pt x="37438" y="51345"/>
                </a:cubicBezTo>
                <a:cubicBezTo>
                  <a:pt x="36616" y="50503"/>
                  <a:pt x="35540" y="49522"/>
                  <a:pt x="34211" y="48402"/>
                </a:cubicBezTo>
                <a:lnTo>
                  <a:pt x="21560" y="37741"/>
                </a:lnTo>
                <a:cubicBezTo>
                  <a:pt x="18730" y="35356"/>
                  <a:pt x="16443" y="33528"/>
                  <a:pt x="14698" y="32257"/>
                </a:cubicBezTo>
                <a:cubicBezTo>
                  <a:pt x="12954" y="30985"/>
                  <a:pt x="11452" y="30189"/>
                  <a:pt x="10192" y="29869"/>
                </a:cubicBezTo>
                <a:cubicBezTo>
                  <a:pt x="8932" y="29547"/>
                  <a:pt x="7767" y="29727"/>
                  <a:pt x="6699" y="30408"/>
                </a:cubicBezTo>
                <a:cubicBezTo>
                  <a:pt x="5632" y="31088"/>
                  <a:pt x="4359" y="32188"/>
                  <a:pt x="2880" y="33708"/>
                </a:cubicBezTo>
                <a:cubicBezTo>
                  <a:pt x="2637" y="33996"/>
                  <a:pt x="2311" y="34091"/>
                  <a:pt x="1901" y="33993"/>
                </a:cubicBezTo>
                <a:cubicBezTo>
                  <a:pt x="1490" y="33894"/>
                  <a:pt x="1140" y="33723"/>
                  <a:pt x="851" y="33479"/>
                </a:cubicBezTo>
                <a:cubicBezTo>
                  <a:pt x="562" y="33236"/>
                  <a:pt x="335" y="32921"/>
                  <a:pt x="167" y="32532"/>
                </a:cubicBezTo>
                <a:cubicBezTo>
                  <a:pt x="0" y="32144"/>
                  <a:pt x="62" y="31777"/>
                  <a:pt x="354" y="31431"/>
                </a:cubicBezTo>
                <a:cubicBezTo>
                  <a:pt x="1212" y="30178"/>
                  <a:pt x="2433" y="28465"/>
                  <a:pt x="4016" y="26293"/>
                </a:cubicBezTo>
                <a:cubicBezTo>
                  <a:pt x="5600" y="24120"/>
                  <a:pt x="7004" y="21722"/>
                  <a:pt x="8227" y="19099"/>
                </a:cubicBezTo>
                <a:cubicBezTo>
                  <a:pt x="8678" y="18095"/>
                  <a:pt x="9209" y="17406"/>
                  <a:pt x="9821" y="17032"/>
                </a:cubicBezTo>
                <a:cubicBezTo>
                  <a:pt x="10432" y="16658"/>
                  <a:pt x="11117" y="16841"/>
                  <a:pt x="11878" y="17581"/>
                </a:cubicBezTo>
                <a:lnTo>
                  <a:pt x="17277" y="22427"/>
                </a:lnTo>
                <a:cubicBezTo>
                  <a:pt x="17392" y="22524"/>
                  <a:pt x="17489" y="22556"/>
                  <a:pt x="17566" y="22524"/>
                </a:cubicBezTo>
                <a:cubicBezTo>
                  <a:pt x="17644" y="22490"/>
                  <a:pt x="17674" y="22366"/>
                  <a:pt x="17655" y="22153"/>
                </a:cubicBezTo>
                <a:cubicBezTo>
                  <a:pt x="16251" y="18896"/>
                  <a:pt x="15570" y="15778"/>
                  <a:pt x="15611" y="12799"/>
                </a:cubicBezTo>
                <a:cubicBezTo>
                  <a:pt x="15651" y="9820"/>
                  <a:pt x="16912" y="6857"/>
                  <a:pt x="19394" y="3911"/>
                </a:cubicBezTo>
                <a:cubicBezTo>
                  <a:pt x="21439" y="1485"/>
                  <a:pt x="23569" y="217"/>
                  <a:pt x="25784" y="109"/>
                </a:cubicBezTo>
                <a:cubicBezTo>
                  <a:pt x="28000" y="0"/>
                  <a:pt x="30003" y="700"/>
                  <a:pt x="31794" y="2209"/>
                </a:cubicBezTo>
                <a:cubicBezTo>
                  <a:pt x="32776" y="3037"/>
                  <a:pt x="33355" y="4167"/>
                  <a:pt x="33532" y="5600"/>
                </a:cubicBezTo>
                <a:cubicBezTo>
                  <a:pt x="33707" y="7032"/>
                  <a:pt x="33211" y="8441"/>
                  <a:pt x="32043" y="9827"/>
                </a:cubicBezTo>
                <a:cubicBezTo>
                  <a:pt x="30923" y="11156"/>
                  <a:pt x="29826" y="11813"/>
                  <a:pt x="28753" y="11797"/>
                </a:cubicBezTo>
                <a:cubicBezTo>
                  <a:pt x="27680" y="11781"/>
                  <a:pt x="26768" y="11456"/>
                  <a:pt x="26017" y="10823"/>
                </a:cubicBezTo>
                <a:cubicBezTo>
                  <a:pt x="25208" y="10142"/>
                  <a:pt x="24439" y="9766"/>
                  <a:pt x="23709" y="9695"/>
                </a:cubicBezTo>
                <a:cubicBezTo>
                  <a:pt x="22979" y="9623"/>
                  <a:pt x="22176" y="10106"/>
                  <a:pt x="21299" y="11147"/>
                </a:cubicBezTo>
                <a:cubicBezTo>
                  <a:pt x="20374" y="12244"/>
                  <a:pt x="19896" y="13545"/>
                  <a:pt x="19863" y="15048"/>
                </a:cubicBezTo>
                <a:cubicBezTo>
                  <a:pt x="19830" y="16552"/>
                  <a:pt x="20038" y="18036"/>
                  <a:pt x="20485" y="19500"/>
                </a:cubicBezTo>
                <a:cubicBezTo>
                  <a:pt x="20931" y="20963"/>
                  <a:pt x="21529" y="22306"/>
                  <a:pt x="22277" y="23529"/>
                </a:cubicBezTo>
                <a:cubicBezTo>
                  <a:pt x="23024" y="24751"/>
                  <a:pt x="23687" y="25605"/>
                  <a:pt x="24264" y="26092"/>
                </a:cubicBezTo>
                <a:lnTo>
                  <a:pt x="40555" y="398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Text i">
            <a:extLst xmlns:a="http://schemas.openxmlformats.org/drawingml/2006/main">
              <a:ext uri="{FF2B5EF4-FFF2-40B4-BE49-F238E27FC236}">
                <a16:creationId xmlns:a16="http://schemas.microsoft.com/office/drawing/2014/main" id="{62B1C040-E27F-4BC5-9261-D5A4534F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6744" y="1812958"/>
            <a:ext cx="69451" cy="61757"/>
          </a:xfrm>
          <a:custGeom xmlns:a="http://schemas.openxmlformats.org/drawingml/2006/main">
            <a:pathLst>
              <a:path w="69451" h="61757">
                <a:moveTo>
                  <a:pt x="53625" y="37849"/>
                </a:moveTo>
                <a:cubicBezTo>
                  <a:pt x="55069" y="39066"/>
                  <a:pt x="56307" y="40060"/>
                  <a:pt x="57337" y="40830"/>
                </a:cubicBezTo>
                <a:cubicBezTo>
                  <a:pt x="58368" y="41600"/>
                  <a:pt x="59347" y="42079"/>
                  <a:pt x="60275" y="42268"/>
                </a:cubicBezTo>
                <a:cubicBezTo>
                  <a:pt x="61202" y="42457"/>
                  <a:pt x="62143" y="42337"/>
                  <a:pt x="63098" y="41907"/>
                </a:cubicBezTo>
                <a:cubicBezTo>
                  <a:pt x="64053" y="41476"/>
                  <a:pt x="65178" y="40669"/>
                  <a:pt x="66471" y="39487"/>
                </a:cubicBezTo>
                <a:cubicBezTo>
                  <a:pt x="66820" y="39189"/>
                  <a:pt x="67198" y="39063"/>
                  <a:pt x="67604" y="39108"/>
                </a:cubicBezTo>
                <a:cubicBezTo>
                  <a:pt x="68010" y="39154"/>
                  <a:pt x="68387" y="39322"/>
                  <a:pt x="68733" y="39614"/>
                </a:cubicBezTo>
                <a:cubicBezTo>
                  <a:pt x="69022" y="39858"/>
                  <a:pt x="69224" y="40176"/>
                  <a:pt x="69337" y="40569"/>
                </a:cubicBezTo>
                <a:cubicBezTo>
                  <a:pt x="69451" y="40961"/>
                  <a:pt x="69362" y="41331"/>
                  <a:pt x="69070" y="41677"/>
                </a:cubicBezTo>
                <a:cubicBezTo>
                  <a:pt x="68194" y="42718"/>
                  <a:pt x="66948" y="43990"/>
                  <a:pt x="65333" y="45495"/>
                </a:cubicBezTo>
                <a:cubicBezTo>
                  <a:pt x="63720" y="47000"/>
                  <a:pt x="62183" y="48618"/>
                  <a:pt x="60723" y="50351"/>
                </a:cubicBezTo>
                <a:cubicBezTo>
                  <a:pt x="59166" y="52200"/>
                  <a:pt x="57745" y="54090"/>
                  <a:pt x="56462" y="56022"/>
                </a:cubicBezTo>
                <a:cubicBezTo>
                  <a:pt x="55180" y="57955"/>
                  <a:pt x="53858" y="59730"/>
                  <a:pt x="52495" y="61348"/>
                </a:cubicBezTo>
                <a:cubicBezTo>
                  <a:pt x="52252" y="61636"/>
                  <a:pt x="51927" y="61757"/>
                  <a:pt x="51521" y="61712"/>
                </a:cubicBezTo>
                <a:cubicBezTo>
                  <a:pt x="51115" y="61666"/>
                  <a:pt x="50768" y="61521"/>
                  <a:pt x="50479" y="61277"/>
                </a:cubicBezTo>
                <a:cubicBezTo>
                  <a:pt x="50133" y="60985"/>
                  <a:pt x="49902" y="60643"/>
                  <a:pt x="49788" y="60251"/>
                </a:cubicBezTo>
                <a:cubicBezTo>
                  <a:pt x="49674" y="59859"/>
                  <a:pt x="49734" y="59465"/>
                  <a:pt x="49969" y="59070"/>
                </a:cubicBezTo>
                <a:cubicBezTo>
                  <a:pt x="51061" y="57422"/>
                  <a:pt x="51787" y="56033"/>
                  <a:pt x="52146" y="54904"/>
                </a:cubicBezTo>
                <a:cubicBezTo>
                  <a:pt x="52505" y="53774"/>
                  <a:pt x="52540" y="52766"/>
                  <a:pt x="52250" y="51880"/>
                </a:cubicBezTo>
                <a:cubicBezTo>
                  <a:pt x="51959" y="50993"/>
                  <a:pt x="51390" y="50143"/>
                  <a:pt x="50544" y="49332"/>
                </a:cubicBezTo>
                <a:cubicBezTo>
                  <a:pt x="49697" y="48519"/>
                  <a:pt x="48609" y="47553"/>
                  <a:pt x="47280" y="46433"/>
                </a:cubicBezTo>
                <a:lnTo>
                  <a:pt x="33330" y="34678"/>
                </a:lnTo>
                <a:cubicBezTo>
                  <a:pt x="30846" y="32584"/>
                  <a:pt x="28804" y="30963"/>
                  <a:pt x="27205" y="29813"/>
                </a:cubicBezTo>
                <a:cubicBezTo>
                  <a:pt x="25605" y="28662"/>
                  <a:pt x="24246" y="27961"/>
                  <a:pt x="23125" y="27709"/>
                </a:cubicBezTo>
                <a:cubicBezTo>
                  <a:pt x="22005" y="27456"/>
                  <a:pt x="20959" y="27612"/>
                  <a:pt x="19989" y="28177"/>
                </a:cubicBezTo>
                <a:cubicBezTo>
                  <a:pt x="19018" y="28742"/>
                  <a:pt x="17863" y="29645"/>
                  <a:pt x="16521" y="30886"/>
                </a:cubicBezTo>
                <a:cubicBezTo>
                  <a:pt x="16230" y="31232"/>
                  <a:pt x="15866" y="31370"/>
                  <a:pt x="15430" y="31300"/>
                </a:cubicBezTo>
                <a:cubicBezTo>
                  <a:pt x="14996" y="31229"/>
                  <a:pt x="14634" y="31073"/>
                  <a:pt x="14346" y="30830"/>
                </a:cubicBezTo>
                <a:cubicBezTo>
                  <a:pt x="14057" y="30586"/>
                  <a:pt x="13841" y="30256"/>
                  <a:pt x="13698" y="29841"/>
                </a:cubicBezTo>
                <a:cubicBezTo>
                  <a:pt x="13556" y="29424"/>
                  <a:pt x="13630" y="29042"/>
                  <a:pt x="13922" y="28695"/>
                </a:cubicBezTo>
                <a:cubicBezTo>
                  <a:pt x="14350" y="28069"/>
                  <a:pt x="14889" y="27313"/>
                  <a:pt x="15537" y="26427"/>
                </a:cubicBezTo>
                <a:cubicBezTo>
                  <a:pt x="16185" y="25540"/>
                  <a:pt x="16855" y="24598"/>
                  <a:pt x="17547" y="23601"/>
                </a:cubicBezTo>
                <a:cubicBezTo>
                  <a:pt x="18239" y="22603"/>
                  <a:pt x="18915" y="21567"/>
                  <a:pt x="19574" y="20493"/>
                </a:cubicBezTo>
                <a:cubicBezTo>
                  <a:pt x="20233" y="19418"/>
                  <a:pt x="20792" y="18431"/>
                  <a:pt x="21251" y="17534"/>
                </a:cubicBezTo>
                <a:cubicBezTo>
                  <a:pt x="21672" y="16801"/>
                  <a:pt x="21968" y="16186"/>
                  <a:pt x="22139" y="15689"/>
                </a:cubicBezTo>
                <a:cubicBezTo>
                  <a:pt x="22311" y="15191"/>
                  <a:pt x="22494" y="14827"/>
                  <a:pt x="22689" y="14596"/>
                </a:cubicBezTo>
                <a:cubicBezTo>
                  <a:pt x="23273" y="13903"/>
                  <a:pt x="23852" y="13627"/>
                  <a:pt x="24427" y="13766"/>
                </a:cubicBezTo>
                <a:cubicBezTo>
                  <a:pt x="25002" y="13904"/>
                  <a:pt x="25463" y="14119"/>
                  <a:pt x="25810" y="14411"/>
                </a:cubicBezTo>
                <a:lnTo>
                  <a:pt x="53625" y="37849"/>
                </a:lnTo>
                <a:moveTo>
                  <a:pt x="11368" y="10097"/>
                </a:moveTo>
                <a:cubicBezTo>
                  <a:pt x="10151" y="11540"/>
                  <a:pt x="8657" y="12405"/>
                  <a:pt x="6885" y="12691"/>
                </a:cubicBezTo>
                <a:cubicBezTo>
                  <a:pt x="5114" y="12975"/>
                  <a:pt x="3564" y="12558"/>
                  <a:pt x="2236" y="11438"/>
                </a:cubicBezTo>
                <a:cubicBezTo>
                  <a:pt x="906" y="10318"/>
                  <a:pt x="194" y="8878"/>
                  <a:pt x="97" y="7118"/>
                </a:cubicBezTo>
                <a:cubicBezTo>
                  <a:pt x="0" y="5357"/>
                  <a:pt x="560" y="3754"/>
                  <a:pt x="1776" y="2310"/>
                </a:cubicBezTo>
                <a:cubicBezTo>
                  <a:pt x="2945" y="924"/>
                  <a:pt x="4383" y="185"/>
                  <a:pt x="6091" y="93"/>
                </a:cubicBezTo>
                <a:cubicBezTo>
                  <a:pt x="7799" y="0"/>
                  <a:pt x="9317" y="513"/>
                  <a:pt x="10645" y="1633"/>
                </a:cubicBezTo>
                <a:cubicBezTo>
                  <a:pt x="11916" y="2704"/>
                  <a:pt x="12635" y="4050"/>
                  <a:pt x="12800" y="5671"/>
                </a:cubicBezTo>
                <a:cubicBezTo>
                  <a:pt x="12965" y="7292"/>
                  <a:pt x="12488" y="8767"/>
                  <a:pt x="11368" y="100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Text b">
            <a:extLst xmlns:a="http://schemas.openxmlformats.org/drawingml/2006/main">
              <a:ext uri="{FF2B5EF4-FFF2-40B4-BE49-F238E27FC236}">
                <a16:creationId xmlns:a16="http://schemas.microsoft.com/office/drawing/2014/main" id="{97054E72-4283-4A0D-B48E-35787B46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965" y="1782912"/>
            <a:ext cx="84088" cy="60450"/>
          </a:xfrm>
          <a:custGeom xmlns:a="http://schemas.openxmlformats.org/drawingml/2006/main">
            <a:pathLst>
              <a:path w="84088" h="60450">
                <a:moveTo>
                  <a:pt x="61820" y="46170"/>
                </a:moveTo>
                <a:cubicBezTo>
                  <a:pt x="62168" y="46463"/>
                  <a:pt x="62858" y="46699"/>
                  <a:pt x="63891" y="46880"/>
                </a:cubicBezTo>
                <a:cubicBezTo>
                  <a:pt x="64925" y="47059"/>
                  <a:pt x="66063" y="47055"/>
                  <a:pt x="67307" y="46869"/>
                </a:cubicBezTo>
                <a:cubicBezTo>
                  <a:pt x="68552" y="46682"/>
                  <a:pt x="69845" y="46290"/>
                  <a:pt x="71187" y="45693"/>
                </a:cubicBezTo>
                <a:cubicBezTo>
                  <a:pt x="72530" y="45096"/>
                  <a:pt x="73713" y="44190"/>
                  <a:pt x="74736" y="42977"/>
                </a:cubicBezTo>
                <a:cubicBezTo>
                  <a:pt x="76488" y="40897"/>
                  <a:pt x="77472" y="38763"/>
                  <a:pt x="77688" y="36573"/>
                </a:cubicBezTo>
                <a:cubicBezTo>
                  <a:pt x="77903" y="34384"/>
                  <a:pt x="77528" y="32191"/>
                  <a:pt x="76563" y="29995"/>
                </a:cubicBezTo>
                <a:cubicBezTo>
                  <a:pt x="75598" y="27799"/>
                  <a:pt x="74180" y="25641"/>
                  <a:pt x="72310" y="23523"/>
                </a:cubicBezTo>
                <a:cubicBezTo>
                  <a:pt x="70440" y="21404"/>
                  <a:pt x="68321" y="19347"/>
                  <a:pt x="65954" y="17352"/>
                </a:cubicBezTo>
                <a:cubicBezTo>
                  <a:pt x="63932" y="15648"/>
                  <a:pt x="61942" y="14170"/>
                  <a:pt x="59986" y="12916"/>
                </a:cubicBezTo>
                <a:cubicBezTo>
                  <a:pt x="58029" y="11662"/>
                  <a:pt x="56131" y="10779"/>
                  <a:pt x="54292" y="10266"/>
                </a:cubicBezTo>
                <a:cubicBezTo>
                  <a:pt x="52451" y="9752"/>
                  <a:pt x="50679" y="9716"/>
                  <a:pt x="48975" y="10156"/>
                </a:cubicBezTo>
                <a:cubicBezTo>
                  <a:pt x="47270" y="10596"/>
                  <a:pt x="45663" y="11712"/>
                  <a:pt x="44154" y="13503"/>
                </a:cubicBezTo>
                <a:cubicBezTo>
                  <a:pt x="42888" y="15005"/>
                  <a:pt x="42009" y="16635"/>
                  <a:pt x="41516" y="18394"/>
                </a:cubicBezTo>
                <a:cubicBezTo>
                  <a:pt x="41023" y="20151"/>
                  <a:pt x="40791" y="21833"/>
                  <a:pt x="40821" y="23440"/>
                </a:cubicBezTo>
                <a:cubicBezTo>
                  <a:pt x="40851" y="25045"/>
                  <a:pt x="41137" y="26521"/>
                  <a:pt x="41681" y="27868"/>
                </a:cubicBezTo>
                <a:cubicBezTo>
                  <a:pt x="42226" y="29215"/>
                  <a:pt x="42873" y="30205"/>
                  <a:pt x="43624" y="30838"/>
                </a:cubicBezTo>
                <a:lnTo>
                  <a:pt x="61820" y="46170"/>
                </a:lnTo>
                <a:moveTo>
                  <a:pt x="19689" y="24599"/>
                </a:moveTo>
                <a:cubicBezTo>
                  <a:pt x="17205" y="22506"/>
                  <a:pt x="15188" y="20856"/>
                  <a:pt x="13637" y="19648"/>
                </a:cubicBezTo>
                <a:cubicBezTo>
                  <a:pt x="12086" y="18440"/>
                  <a:pt x="10764" y="17695"/>
                  <a:pt x="9668" y="17414"/>
                </a:cubicBezTo>
                <a:cubicBezTo>
                  <a:pt x="8571" y="17132"/>
                  <a:pt x="7538" y="17274"/>
                  <a:pt x="6567" y="17839"/>
                </a:cubicBezTo>
                <a:cubicBezTo>
                  <a:pt x="5596" y="18404"/>
                  <a:pt x="4392" y="19365"/>
                  <a:pt x="2954" y="20721"/>
                </a:cubicBezTo>
                <a:cubicBezTo>
                  <a:pt x="2711" y="21009"/>
                  <a:pt x="2384" y="21104"/>
                  <a:pt x="1974" y="21006"/>
                </a:cubicBezTo>
                <a:cubicBezTo>
                  <a:pt x="1563" y="20907"/>
                  <a:pt x="1201" y="20750"/>
                  <a:pt x="887" y="20536"/>
                </a:cubicBezTo>
                <a:cubicBezTo>
                  <a:pt x="574" y="20321"/>
                  <a:pt x="334" y="20020"/>
                  <a:pt x="167" y="19633"/>
                </a:cubicBezTo>
                <a:cubicBezTo>
                  <a:pt x="0" y="19244"/>
                  <a:pt x="62" y="18877"/>
                  <a:pt x="354" y="18531"/>
                </a:cubicBezTo>
                <a:cubicBezTo>
                  <a:pt x="1651" y="16758"/>
                  <a:pt x="3072" y="14720"/>
                  <a:pt x="4618" y="12417"/>
                </a:cubicBezTo>
                <a:cubicBezTo>
                  <a:pt x="6162" y="10113"/>
                  <a:pt x="7518" y="7625"/>
                  <a:pt x="8685" y="4952"/>
                </a:cubicBezTo>
                <a:cubicBezTo>
                  <a:pt x="9134" y="3949"/>
                  <a:pt x="9627" y="3451"/>
                  <a:pt x="10165" y="3459"/>
                </a:cubicBezTo>
                <a:cubicBezTo>
                  <a:pt x="10701" y="3467"/>
                  <a:pt x="11167" y="3587"/>
                  <a:pt x="11564" y="3822"/>
                </a:cubicBezTo>
                <a:lnTo>
                  <a:pt x="36432" y="24777"/>
                </a:lnTo>
                <a:cubicBezTo>
                  <a:pt x="36547" y="24874"/>
                  <a:pt x="36629" y="24894"/>
                  <a:pt x="36677" y="24837"/>
                </a:cubicBezTo>
                <a:cubicBezTo>
                  <a:pt x="36775" y="24721"/>
                  <a:pt x="36790" y="24586"/>
                  <a:pt x="36724" y="24430"/>
                </a:cubicBezTo>
                <a:cubicBezTo>
                  <a:pt x="35973" y="21922"/>
                  <a:pt x="35798" y="19082"/>
                  <a:pt x="36197" y="15913"/>
                </a:cubicBezTo>
                <a:cubicBezTo>
                  <a:pt x="36597" y="12742"/>
                  <a:pt x="38062" y="9654"/>
                  <a:pt x="40593" y="6650"/>
                </a:cubicBezTo>
                <a:cubicBezTo>
                  <a:pt x="42686" y="4166"/>
                  <a:pt x="45070" y="2422"/>
                  <a:pt x="47745" y="1417"/>
                </a:cubicBezTo>
                <a:cubicBezTo>
                  <a:pt x="50420" y="410"/>
                  <a:pt x="53186" y="0"/>
                  <a:pt x="56043" y="186"/>
                </a:cubicBezTo>
                <a:cubicBezTo>
                  <a:pt x="58901" y="370"/>
                  <a:pt x="61765" y="1104"/>
                  <a:pt x="64636" y="2387"/>
                </a:cubicBezTo>
                <a:cubicBezTo>
                  <a:pt x="67507" y="3669"/>
                  <a:pt x="70184" y="5357"/>
                  <a:pt x="72668" y="7450"/>
                </a:cubicBezTo>
                <a:cubicBezTo>
                  <a:pt x="76480" y="10662"/>
                  <a:pt x="79288" y="14041"/>
                  <a:pt x="81092" y="17587"/>
                </a:cubicBezTo>
                <a:cubicBezTo>
                  <a:pt x="82896" y="21132"/>
                  <a:pt x="83856" y="24682"/>
                  <a:pt x="83972" y="28237"/>
                </a:cubicBezTo>
                <a:cubicBezTo>
                  <a:pt x="84088" y="31793"/>
                  <a:pt x="83474" y="35276"/>
                  <a:pt x="82130" y="38689"/>
                </a:cubicBezTo>
                <a:cubicBezTo>
                  <a:pt x="80786" y="42099"/>
                  <a:pt x="78873" y="45277"/>
                  <a:pt x="76390" y="48223"/>
                </a:cubicBezTo>
                <a:cubicBezTo>
                  <a:pt x="74686" y="50245"/>
                  <a:pt x="72731" y="52302"/>
                  <a:pt x="70523" y="54395"/>
                </a:cubicBezTo>
                <a:cubicBezTo>
                  <a:pt x="68317" y="56487"/>
                  <a:pt x="65554" y="58505"/>
                  <a:pt x="62235" y="60450"/>
                </a:cubicBezTo>
                <a:lnTo>
                  <a:pt x="19689" y="245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Text u">
            <a:extLst xmlns:a="http://schemas.openxmlformats.org/drawingml/2006/main">
              <a:ext uri="{FF2B5EF4-FFF2-40B4-BE49-F238E27FC236}">
                <a16:creationId xmlns:a16="http://schemas.microsoft.com/office/drawing/2014/main" id="{FA7CC424-125A-4BA8-85B2-48700916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68" y="1728954"/>
            <a:ext cx="76812" cy="62385"/>
          </a:xfrm>
          <a:custGeom xmlns:a="http://schemas.openxmlformats.org/drawingml/2006/main">
            <a:pathLst>
              <a:path w="76812" h="62385">
                <a:moveTo>
                  <a:pt x="57029" y="20172"/>
                </a:moveTo>
                <a:cubicBezTo>
                  <a:pt x="59398" y="22168"/>
                  <a:pt x="61355" y="23743"/>
                  <a:pt x="62900" y="24898"/>
                </a:cubicBezTo>
                <a:cubicBezTo>
                  <a:pt x="64446" y="26053"/>
                  <a:pt x="65821" y="26767"/>
                  <a:pt x="67024" y="27039"/>
                </a:cubicBezTo>
                <a:cubicBezTo>
                  <a:pt x="68227" y="27311"/>
                  <a:pt x="69352" y="27148"/>
                  <a:pt x="70400" y="26549"/>
                </a:cubicBezTo>
                <a:cubicBezTo>
                  <a:pt x="71447" y="25949"/>
                  <a:pt x="72628" y="24870"/>
                  <a:pt x="73942" y="23311"/>
                </a:cubicBezTo>
                <a:cubicBezTo>
                  <a:pt x="74137" y="23080"/>
                  <a:pt x="74425" y="23002"/>
                  <a:pt x="74807" y="23076"/>
                </a:cubicBezTo>
                <a:cubicBezTo>
                  <a:pt x="75189" y="23151"/>
                  <a:pt x="75553" y="23335"/>
                  <a:pt x="75900" y="23627"/>
                </a:cubicBezTo>
                <a:cubicBezTo>
                  <a:pt x="76189" y="23870"/>
                  <a:pt x="76429" y="24171"/>
                  <a:pt x="76621" y="24530"/>
                </a:cubicBezTo>
                <a:cubicBezTo>
                  <a:pt x="76812" y="24889"/>
                  <a:pt x="76786" y="25213"/>
                  <a:pt x="76543" y="25502"/>
                </a:cubicBezTo>
                <a:cubicBezTo>
                  <a:pt x="76154" y="25964"/>
                  <a:pt x="75839" y="26367"/>
                  <a:pt x="75600" y="26709"/>
                </a:cubicBezTo>
                <a:cubicBezTo>
                  <a:pt x="75361" y="27050"/>
                  <a:pt x="75122" y="27392"/>
                  <a:pt x="74883" y="27735"/>
                </a:cubicBezTo>
                <a:cubicBezTo>
                  <a:pt x="74645" y="28077"/>
                  <a:pt x="74396" y="28460"/>
                  <a:pt x="74138" y="28885"/>
                </a:cubicBezTo>
                <a:cubicBezTo>
                  <a:pt x="73879" y="29308"/>
                  <a:pt x="73535" y="29833"/>
                  <a:pt x="73106" y="30459"/>
                </a:cubicBezTo>
                <a:cubicBezTo>
                  <a:pt x="72774" y="30971"/>
                  <a:pt x="72342" y="31718"/>
                  <a:pt x="71810" y="32702"/>
                </a:cubicBezTo>
                <a:cubicBezTo>
                  <a:pt x="71277" y="33685"/>
                  <a:pt x="70732" y="34683"/>
                  <a:pt x="70175" y="35695"/>
                </a:cubicBezTo>
                <a:cubicBezTo>
                  <a:pt x="69618" y="36707"/>
                  <a:pt x="69081" y="37638"/>
                  <a:pt x="68564" y="38486"/>
                </a:cubicBezTo>
                <a:cubicBezTo>
                  <a:pt x="68047" y="39335"/>
                  <a:pt x="67691" y="39874"/>
                  <a:pt x="67496" y="40105"/>
                </a:cubicBezTo>
                <a:cubicBezTo>
                  <a:pt x="66620" y="41145"/>
                  <a:pt x="64564" y="40302"/>
                  <a:pt x="61329" y="37576"/>
                </a:cubicBezTo>
                <a:cubicBezTo>
                  <a:pt x="61213" y="37479"/>
                  <a:pt x="61093" y="37476"/>
                  <a:pt x="60967" y="37568"/>
                </a:cubicBezTo>
                <a:cubicBezTo>
                  <a:pt x="60841" y="37659"/>
                  <a:pt x="60787" y="37811"/>
                  <a:pt x="60805" y="38024"/>
                </a:cubicBezTo>
                <a:cubicBezTo>
                  <a:pt x="60852" y="41719"/>
                  <a:pt x="60324" y="44954"/>
                  <a:pt x="59220" y="47729"/>
                </a:cubicBezTo>
                <a:cubicBezTo>
                  <a:pt x="58117" y="50503"/>
                  <a:pt x="56714" y="52901"/>
                  <a:pt x="55010" y="54923"/>
                </a:cubicBezTo>
                <a:cubicBezTo>
                  <a:pt x="52770" y="57581"/>
                  <a:pt x="50589" y="59496"/>
                  <a:pt x="48465" y="60670"/>
                </a:cubicBezTo>
                <a:cubicBezTo>
                  <a:pt x="46340" y="61843"/>
                  <a:pt x="44228" y="62385"/>
                  <a:pt x="42130" y="62296"/>
                </a:cubicBezTo>
                <a:cubicBezTo>
                  <a:pt x="40031" y="62206"/>
                  <a:pt x="37873" y="61574"/>
                  <a:pt x="35656" y="60397"/>
                </a:cubicBezTo>
                <a:cubicBezTo>
                  <a:pt x="33437" y="59219"/>
                  <a:pt x="31144" y="57633"/>
                  <a:pt x="28775" y="55637"/>
                </a:cubicBezTo>
                <a:lnTo>
                  <a:pt x="18983" y="47386"/>
                </a:lnTo>
                <a:cubicBezTo>
                  <a:pt x="16499" y="45292"/>
                  <a:pt x="14515" y="43719"/>
                  <a:pt x="13031" y="42667"/>
                </a:cubicBezTo>
                <a:cubicBezTo>
                  <a:pt x="11547" y="41614"/>
                  <a:pt x="10289" y="40998"/>
                  <a:pt x="9255" y="40818"/>
                </a:cubicBezTo>
                <a:cubicBezTo>
                  <a:pt x="8221" y="40638"/>
                  <a:pt x="7248" y="40854"/>
                  <a:pt x="6335" y="41469"/>
                </a:cubicBezTo>
                <a:cubicBezTo>
                  <a:pt x="5423" y="42083"/>
                  <a:pt x="4296" y="43010"/>
                  <a:pt x="2955" y="44251"/>
                </a:cubicBezTo>
                <a:cubicBezTo>
                  <a:pt x="2711" y="44540"/>
                  <a:pt x="2384" y="44635"/>
                  <a:pt x="1973" y="44536"/>
                </a:cubicBezTo>
                <a:cubicBezTo>
                  <a:pt x="1563" y="44436"/>
                  <a:pt x="1201" y="44279"/>
                  <a:pt x="889" y="44065"/>
                </a:cubicBezTo>
                <a:cubicBezTo>
                  <a:pt x="575" y="43851"/>
                  <a:pt x="335" y="43550"/>
                  <a:pt x="167" y="43161"/>
                </a:cubicBezTo>
                <a:cubicBezTo>
                  <a:pt x="0" y="42773"/>
                  <a:pt x="62" y="42406"/>
                  <a:pt x="354" y="42059"/>
                </a:cubicBezTo>
                <a:cubicBezTo>
                  <a:pt x="783" y="41434"/>
                  <a:pt x="1342" y="40596"/>
                  <a:pt x="2029" y="39546"/>
                </a:cubicBezTo>
                <a:cubicBezTo>
                  <a:pt x="2717" y="38495"/>
                  <a:pt x="3408" y="37323"/>
                  <a:pt x="4102" y="36031"/>
                </a:cubicBezTo>
                <a:cubicBezTo>
                  <a:pt x="4795" y="34738"/>
                  <a:pt x="5511" y="33391"/>
                  <a:pt x="6249" y="31989"/>
                </a:cubicBezTo>
                <a:cubicBezTo>
                  <a:pt x="6987" y="30585"/>
                  <a:pt x="7650" y="29241"/>
                  <a:pt x="8237" y="27957"/>
                </a:cubicBezTo>
                <a:cubicBezTo>
                  <a:pt x="8688" y="26954"/>
                  <a:pt x="9280" y="26515"/>
                  <a:pt x="10015" y="26640"/>
                </a:cubicBezTo>
                <a:cubicBezTo>
                  <a:pt x="10749" y="26765"/>
                  <a:pt x="11290" y="26973"/>
                  <a:pt x="11636" y="27265"/>
                </a:cubicBezTo>
                <a:lnTo>
                  <a:pt x="32260" y="44643"/>
                </a:lnTo>
                <a:cubicBezTo>
                  <a:pt x="34570" y="46590"/>
                  <a:pt x="36619" y="48144"/>
                  <a:pt x="38407" y="49305"/>
                </a:cubicBezTo>
                <a:cubicBezTo>
                  <a:pt x="40195" y="50465"/>
                  <a:pt x="41828" y="51224"/>
                  <a:pt x="43306" y="51581"/>
                </a:cubicBezTo>
                <a:cubicBezTo>
                  <a:pt x="44783" y="51937"/>
                  <a:pt x="46142" y="51848"/>
                  <a:pt x="47384" y="51314"/>
                </a:cubicBezTo>
                <a:cubicBezTo>
                  <a:pt x="48625" y="50778"/>
                  <a:pt x="49829" y="49817"/>
                  <a:pt x="50998" y="48431"/>
                </a:cubicBezTo>
                <a:cubicBezTo>
                  <a:pt x="52653" y="46467"/>
                  <a:pt x="54034" y="44124"/>
                  <a:pt x="55142" y="41403"/>
                </a:cubicBezTo>
                <a:cubicBezTo>
                  <a:pt x="56250" y="38681"/>
                  <a:pt x="56775" y="36357"/>
                  <a:pt x="56718" y="34433"/>
                </a:cubicBezTo>
                <a:cubicBezTo>
                  <a:pt x="56691" y="34113"/>
                  <a:pt x="56458" y="33744"/>
                  <a:pt x="56020" y="33326"/>
                </a:cubicBezTo>
                <a:cubicBezTo>
                  <a:pt x="55582" y="32908"/>
                  <a:pt x="55248" y="32602"/>
                  <a:pt x="55017" y="32407"/>
                </a:cubicBezTo>
                <a:lnTo>
                  <a:pt x="41326" y="20870"/>
                </a:lnTo>
                <a:cubicBezTo>
                  <a:pt x="38842" y="18777"/>
                  <a:pt x="36882" y="17175"/>
                  <a:pt x="35447" y="16065"/>
                </a:cubicBezTo>
                <a:cubicBezTo>
                  <a:pt x="34012" y="14954"/>
                  <a:pt x="32802" y="14280"/>
                  <a:pt x="31817" y="14043"/>
                </a:cubicBezTo>
                <a:cubicBezTo>
                  <a:pt x="30832" y="13804"/>
                  <a:pt x="29919" y="13949"/>
                  <a:pt x="29080" y="14476"/>
                </a:cubicBezTo>
                <a:cubicBezTo>
                  <a:pt x="28241" y="15004"/>
                  <a:pt x="27150" y="15888"/>
                  <a:pt x="25809" y="17129"/>
                </a:cubicBezTo>
                <a:cubicBezTo>
                  <a:pt x="25508" y="17369"/>
                  <a:pt x="25166" y="17452"/>
                  <a:pt x="24784" y="17377"/>
                </a:cubicBezTo>
                <a:cubicBezTo>
                  <a:pt x="24402" y="17303"/>
                  <a:pt x="24040" y="17146"/>
                  <a:pt x="23698" y="16908"/>
                </a:cubicBezTo>
                <a:cubicBezTo>
                  <a:pt x="23356" y="16668"/>
                  <a:pt x="23116" y="16366"/>
                  <a:pt x="22977" y="16004"/>
                </a:cubicBezTo>
                <a:cubicBezTo>
                  <a:pt x="22839" y="15640"/>
                  <a:pt x="22916" y="15285"/>
                  <a:pt x="23209" y="14937"/>
                </a:cubicBezTo>
                <a:cubicBezTo>
                  <a:pt x="24845" y="12761"/>
                  <a:pt x="26192" y="10636"/>
                  <a:pt x="27248" y="8563"/>
                </a:cubicBezTo>
                <a:cubicBezTo>
                  <a:pt x="28304" y="6489"/>
                  <a:pt x="29415" y="4115"/>
                  <a:pt x="30581" y="1442"/>
                </a:cubicBezTo>
                <a:cubicBezTo>
                  <a:pt x="31031" y="439"/>
                  <a:pt x="31623" y="0"/>
                  <a:pt x="32358" y="125"/>
                </a:cubicBezTo>
                <a:cubicBezTo>
                  <a:pt x="33092" y="249"/>
                  <a:pt x="33633" y="457"/>
                  <a:pt x="33979" y="749"/>
                </a:cubicBezTo>
                <a:lnTo>
                  <a:pt x="57029" y="201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Text t">
            <a:extLst xmlns:a="http://schemas.openxmlformats.org/drawingml/2006/main">
              <a:ext uri="{FF2B5EF4-FFF2-40B4-BE49-F238E27FC236}">
                <a16:creationId xmlns:a16="http://schemas.microsoft.com/office/drawing/2014/main" id="{D7D92F4D-B8AC-4509-AEC7-3857FF4C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1277" y="1694862"/>
            <a:ext cx="59552" cy="47980"/>
          </a:xfrm>
          <a:custGeom xmlns:a="http://schemas.openxmlformats.org/drawingml/2006/main">
            <a:pathLst>
              <a:path w="59552" h="47980">
                <a:moveTo>
                  <a:pt x="38323" y="32380"/>
                </a:moveTo>
                <a:cubicBezTo>
                  <a:pt x="41557" y="35106"/>
                  <a:pt x="44259" y="36765"/>
                  <a:pt x="46428" y="37358"/>
                </a:cubicBezTo>
                <a:cubicBezTo>
                  <a:pt x="48595" y="37950"/>
                  <a:pt x="50482" y="37293"/>
                  <a:pt x="52089" y="35386"/>
                </a:cubicBezTo>
                <a:cubicBezTo>
                  <a:pt x="53208" y="34058"/>
                  <a:pt x="54065" y="32631"/>
                  <a:pt x="54659" y="31108"/>
                </a:cubicBezTo>
                <a:cubicBezTo>
                  <a:pt x="55252" y="29582"/>
                  <a:pt x="55586" y="28307"/>
                  <a:pt x="55660" y="27282"/>
                </a:cubicBezTo>
                <a:cubicBezTo>
                  <a:pt x="55691" y="27011"/>
                  <a:pt x="55847" y="26796"/>
                  <a:pt x="56128" y="26638"/>
                </a:cubicBezTo>
                <a:cubicBezTo>
                  <a:pt x="56409" y="26480"/>
                  <a:pt x="56723" y="26400"/>
                  <a:pt x="57072" y="26398"/>
                </a:cubicBezTo>
                <a:cubicBezTo>
                  <a:pt x="57420" y="26395"/>
                  <a:pt x="57746" y="26447"/>
                  <a:pt x="58049" y="26555"/>
                </a:cubicBezTo>
                <a:cubicBezTo>
                  <a:pt x="58354" y="26663"/>
                  <a:pt x="58544" y="26847"/>
                  <a:pt x="58621" y="27109"/>
                </a:cubicBezTo>
                <a:cubicBezTo>
                  <a:pt x="59486" y="29715"/>
                  <a:pt x="59552" y="32215"/>
                  <a:pt x="58818" y="34610"/>
                </a:cubicBezTo>
                <a:cubicBezTo>
                  <a:pt x="58084" y="37005"/>
                  <a:pt x="56720" y="39387"/>
                  <a:pt x="54724" y="41755"/>
                </a:cubicBezTo>
                <a:cubicBezTo>
                  <a:pt x="51414" y="45683"/>
                  <a:pt x="48197" y="47714"/>
                  <a:pt x="45073" y="47847"/>
                </a:cubicBezTo>
                <a:cubicBezTo>
                  <a:pt x="41948" y="47980"/>
                  <a:pt x="38508" y="46464"/>
                  <a:pt x="34753" y="43300"/>
                </a:cubicBezTo>
                <a:lnTo>
                  <a:pt x="12483" y="24534"/>
                </a:lnTo>
                <a:cubicBezTo>
                  <a:pt x="11790" y="23951"/>
                  <a:pt x="11217" y="23517"/>
                  <a:pt x="10764" y="23235"/>
                </a:cubicBezTo>
                <a:cubicBezTo>
                  <a:pt x="10311" y="22951"/>
                  <a:pt x="9876" y="22881"/>
                  <a:pt x="9460" y="23024"/>
                </a:cubicBezTo>
                <a:cubicBezTo>
                  <a:pt x="9042" y="23167"/>
                  <a:pt x="8539" y="23559"/>
                  <a:pt x="7950" y="24199"/>
                </a:cubicBezTo>
                <a:cubicBezTo>
                  <a:pt x="7362" y="24838"/>
                  <a:pt x="6556" y="25764"/>
                  <a:pt x="5534" y="26977"/>
                </a:cubicBezTo>
                <a:cubicBezTo>
                  <a:pt x="5388" y="27151"/>
                  <a:pt x="5093" y="27149"/>
                  <a:pt x="4649" y="26973"/>
                </a:cubicBezTo>
                <a:cubicBezTo>
                  <a:pt x="4206" y="26796"/>
                  <a:pt x="3769" y="26552"/>
                  <a:pt x="3340" y="26240"/>
                </a:cubicBezTo>
                <a:cubicBezTo>
                  <a:pt x="2911" y="25929"/>
                  <a:pt x="2572" y="25569"/>
                  <a:pt x="2323" y="25162"/>
                </a:cubicBezTo>
                <a:cubicBezTo>
                  <a:pt x="2074" y="24753"/>
                  <a:pt x="2048" y="24434"/>
                  <a:pt x="2242" y="24203"/>
                </a:cubicBezTo>
                <a:cubicBezTo>
                  <a:pt x="3343" y="22662"/>
                  <a:pt x="4173" y="21238"/>
                  <a:pt x="4731" y="19931"/>
                </a:cubicBezTo>
                <a:cubicBezTo>
                  <a:pt x="5290" y="18623"/>
                  <a:pt x="5527" y="17316"/>
                  <a:pt x="5442" y="16010"/>
                </a:cubicBezTo>
                <a:cubicBezTo>
                  <a:pt x="5357" y="14703"/>
                  <a:pt x="4906" y="13334"/>
                  <a:pt x="4086" y="11904"/>
                </a:cubicBezTo>
                <a:cubicBezTo>
                  <a:pt x="3267" y="10472"/>
                  <a:pt x="2026" y="8809"/>
                  <a:pt x="363" y="6915"/>
                </a:cubicBezTo>
                <a:cubicBezTo>
                  <a:pt x="65" y="6564"/>
                  <a:pt x="0" y="6113"/>
                  <a:pt x="168" y="5563"/>
                </a:cubicBezTo>
                <a:cubicBezTo>
                  <a:pt x="335" y="5012"/>
                  <a:pt x="614" y="4506"/>
                  <a:pt x="1003" y="4044"/>
                </a:cubicBezTo>
                <a:cubicBezTo>
                  <a:pt x="1392" y="3582"/>
                  <a:pt x="1817" y="3224"/>
                  <a:pt x="2278" y="2970"/>
                </a:cubicBezTo>
                <a:cubicBezTo>
                  <a:pt x="2739" y="2717"/>
                  <a:pt x="3085" y="2687"/>
                  <a:pt x="3316" y="2882"/>
                </a:cubicBezTo>
                <a:lnTo>
                  <a:pt x="10768" y="9161"/>
                </a:lnTo>
                <a:cubicBezTo>
                  <a:pt x="11693" y="9940"/>
                  <a:pt x="12264" y="10348"/>
                  <a:pt x="12481" y="10383"/>
                </a:cubicBezTo>
                <a:cubicBezTo>
                  <a:pt x="12698" y="10417"/>
                  <a:pt x="13075" y="10116"/>
                  <a:pt x="13610" y="9480"/>
                </a:cubicBezTo>
                <a:lnTo>
                  <a:pt x="21203" y="470"/>
                </a:lnTo>
                <a:cubicBezTo>
                  <a:pt x="21544" y="65"/>
                  <a:pt x="21994" y="0"/>
                  <a:pt x="22554" y="274"/>
                </a:cubicBezTo>
                <a:cubicBezTo>
                  <a:pt x="23114" y="548"/>
                  <a:pt x="23566" y="831"/>
                  <a:pt x="23913" y="1123"/>
                </a:cubicBezTo>
                <a:cubicBezTo>
                  <a:pt x="24259" y="1415"/>
                  <a:pt x="24617" y="1840"/>
                  <a:pt x="24986" y="2398"/>
                </a:cubicBezTo>
                <a:cubicBezTo>
                  <a:pt x="25356" y="2956"/>
                  <a:pt x="25346" y="3466"/>
                  <a:pt x="24956" y="3928"/>
                </a:cubicBezTo>
                <a:lnTo>
                  <a:pt x="17144" y="13200"/>
                </a:lnTo>
                <a:cubicBezTo>
                  <a:pt x="16803" y="13604"/>
                  <a:pt x="16709" y="13921"/>
                  <a:pt x="16863" y="14150"/>
                </a:cubicBezTo>
                <a:cubicBezTo>
                  <a:pt x="17017" y="14377"/>
                  <a:pt x="17729" y="15027"/>
                  <a:pt x="19000" y="16098"/>
                </a:cubicBezTo>
                <a:lnTo>
                  <a:pt x="38323" y="323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Text i">
            <a:extLst xmlns:a="http://schemas.openxmlformats.org/drawingml/2006/main">
              <a:ext uri="{FF2B5EF4-FFF2-40B4-BE49-F238E27FC236}">
                <a16:creationId xmlns:a16="http://schemas.microsoft.com/office/drawing/2014/main" id="{9730EA29-02F1-4777-90EB-F4D1A0D0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056" y="1661873"/>
            <a:ext cx="69451" cy="61757"/>
          </a:xfrm>
          <a:custGeom xmlns:a="http://schemas.openxmlformats.org/drawingml/2006/main">
            <a:pathLst>
              <a:path w="69451" h="61757">
                <a:moveTo>
                  <a:pt x="53625" y="37849"/>
                </a:moveTo>
                <a:cubicBezTo>
                  <a:pt x="55069" y="39066"/>
                  <a:pt x="56307" y="40060"/>
                  <a:pt x="57337" y="40830"/>
                </a:cubicBezTo>
                <a:cubicBezTo>
                  <a:pt x="58368" y="41600"/>
                  <a:pt x="59347" y="42079"/>
                  <a:pt x="60275" y="42268"/>
                </a:cubicBezTo>
                <a:cubicBezTo>
                  <a:pt x="61202" y="42457"/>
                  <a:pt x="62143" y="42337"/>
                  <a:pt x="63098" y="41907"/>
                </a:cubicBezTo>
                <a:cubicBezTo>
                  <a:pt x="64053" y="41476"/>
                  <a:pt x="65178" y="40669"/>
                  <a:pt x="66471" y="39487"/>
                </a:cubicBezTo>
                <a:cubicBezTo>
                  <a:pt x="66820" y="39189"/>
                  <a:pt x="67198" y="39063"/>
                  <a:pt x="67604" y="39108"/>
                </a:cubicBezTo>
                <a:cubicBezTo>
                  <a:pt x="68010" y="39154"/>
                  <a:pt x="68387" y="39322"/>
                  <a:pt x="68733" y="39614"/>
                </a:cubicBezTo>
                <a:cubicBezTo>
                  <a:pt x="69022" y="39858"/>
                  <a:pt x="69224" y="40176"/>
                  <a:pt x="69337" y="40569"/>
                </a:cubicBezTo>
                <a:cubicBezTo>
                  <a:pt x="69451" y="40961"/>
                  <a:pt x="69362" y="41331"/>
                  <a:pt x="69070" y="41677"/>
                </a:cubicBezTo>
                <a:cubicBezTo>
                  <a:pt x="68194" y="42718"/>
                  <a:pt x="66948" y="43990"/>
                  <a:pt x="65333" y="45495"/>
                </a:cubicBezTo>
                <a:cubicBezTo>
                  <a:pt x="63720" y="47000"/>
                  <a:pt x="62183" y="48618"/>
                  <a:pt x="60723" y="50351"/>
                </a:cubicBezTo>
                <a:cubicBezTo>
                  <a:pt x="59166" y="52200"/>
                  <a:pt x="57745" y="54090"/>
                  <a:pt x="56462" y="56022"/>
                </a:cubicBezTo>
                <a:cubicBezTo>
                  <a:pt x="55180" y="57955"/>
                  <a:pt x="53858" y="59730"/>
                  <a:pt x="52495" y="61348"/>
                </a:cubicBezTo>
                <a:cubicBezTo>
                  <a:pt x="52252" y="61636"/>
                  <a:pt x="51927" y="61757"/>
                  <a:pt x="51521" y="61712"/>
                </a:cubicBezTo>
                <a:cubicBezTo>
                  <a:pt x="51115" y="61666"/>
                  <a:pt x="50768" y="61521"/>
                  <a:pt x="50479" y="61277"/>
                </a:cubicBezTo>
                <a:cubicBezTo>
                  <a:pt x="50133" y="60985"/>
                  <a:pt x="49902" y="60643"/>
                  <a:pt x="49788" y="60251"/>
                </a:cubicBezTo>
                <a:cubicBezTo>
                  <a:pt x="49674" y="59859"/>
                  <a:pt x="49734" y="59465"/>
                  <a:pt x="49969" y="59070"/>
                </a:cubicBezTo>
                <a:cubicBezTo>
                  <a:pt x="51061" y="57422"/>
                  <a:pt x="51787" y="56033"/>
                  <a:pt x="52146" y="54904"/>
                </a:cubicBezTo>
                <a:cubicBezTo>
                  <a:pt x="52505" y="53774"/>
                  <a:pt x="52540" y="52766"/>
                  <a:pt x="52250" y="51880"/>
                </a:cubicBezTo>
                <a:cubicBezTo>
                  <a:pt x="51959" y="50993"/>
                  <a:pt x="51390" y="50143"/>
                  <a:pt x="50544" y="49332"/>
                </a:cubicBezTo>
                <a:cubicBezTo>
                  <a:pt x="49697" y="48519"/>
                  <a:pt x="48609" y="47553"/>
                  <a:pt x="47280" y="46433"/>
                </a:cubicBezTo>
                <a:lnTo>
                  <a:pt x="33330" y="34678"/>
                </a:lnTo>
                <a:cubicBezTo>
                  <a:pt x="30846" y="32584"/>
                  <a:pt x="28804" y="30963"/>
                  <a:pt x="27205" y="29813"/>
                </a:cubicBezTo>
                <a:cubicBezTo>
                  <a:pt x="25605" y="28662"/>
                  <a:pt x="24246" y="27961"/>
                  <a:pt x="23125" y="27709"/>
                </a:cubicBezTo>
                <a:cubicBezTo>
                  <a:pt x="22005" y="27456"/>
                  <a:pt x="20959" y="27612"/>
                  <a:pt x="19989" y="28177"/>
                </a:cubicBezTo>
                <a:cubicBezTo>
                  <a:pt x="19018" y="28742"/>
                  <a:pt x="17863" y="29645"/>
                  <a:pt x="16521" y="30886"/>
                </a:cubicBezTo>
                <a:cubicBezTo>
                  <a:pt x="16230" y="31232"/>
                  <a:pt x="15866" y="31370"/>
                  <a:pt x="15430" y="31300"/>
                </a:cubicBezTo>
                <a:cubicBezTo>
                  <a:pt x="14996" y="31229"/>
                  <a:pt x="14634" y="31073"/>
                  <a:pt x="14346" y="30830"/>
                </a:cubicBezTo>
                <a:cubicBezTo>
                  <a:pt x="14057" y="30586"/>
                  <a:pt x="13841" y="30256"/>
                  <a:pt x="13698" y="29841"/>
                </a:cubicBezTo>
                <a:cubicBezTo>
                  <a:pt x="13556" y="29424"/>
                  <a:pt x="13630" y="29042"/>
                  <a:pt x="13922" y="28695"/>
                </a:cubicBezTo>
                <a:cubicBezTo>
                  <a:pt x="14350" y="28069"/>
                  <a:pt x="14889" y="27313"/>
                  <a:pt x="15537" y="26427"/>
                </a:cubicBezTo>
                <a:cubicBezTo>
                  <a:pt x="16185" y="25540"/>
                  <a:pt x="16855" y="24598"/>
                  <a:pt x="17547" y="23601"/>
                </a:cubicBezTo>
                <a:cubicBezTo>
                  <a:pt x="18239" y="22603"/>
                  <a:pt x="18915" y="21567"/>
                  <a:pt x="19574" y="20493"/>
                </a:cubicBezTo>
                <a:cubicBezTo>
                  <a:pt x="20233" y="19418"/>
                  <a:pt x="20792" y="18431"/>
                  <a:pt x="21251" y="17534"/>
                </a:cubicBezTo>
                <a:cubicBezTo>
                  <a:pt x="21672" y="16801"/>
                  <a:pt x="21968" y="16186"/>
                  <a:pt x="22139" y="15689"/>
                </a:cubicBezTo>
                <a:cubicBezTo>
                  <a:pt x="22311" y="15191"/>
                  <a:pt x="22494" y="14827"/>
                  <a:pt x="22689" y="14596"/>
                </a:cubicBezTo>
                <a:cubicBezTo>
                  <a:pt x="23273" y="13903"/>
                  <a:pt x="23852" y="13627"/>
                  <a:pt x="24427" y="13766"/>
                </a:cubicBezTo>
                <a:cubicBezTo>
                  <a:pt x="25002" y="13904"/>
                  <a:pt x="25463" y="14119"/>
                  <a:pt x="25810" y="14411"/>
                </a:cubicBezTo>
                <a:lnTo>
                  <a:pt x="53625" y="37849"/>
                </a:lnTo>
                <a:moveTo>
                  <a:pt x="11368" y="10097"/>
                </a:moveTo>
                <a:cubicBezTo>
                  <a:pt x="10151" y="11540"/>
                  <a:pt x="8657" y="12405"/>
                  <a:pt x="6885" y="12691"/>
                </a:cubicBezTo>
                <a:cubicBezTo>
                  <a:pt x="5114" y="12975"/>
                  <a:pt x="3564" y="12558"/>
                  <a:pt x="2236" y="11438"/>
                </a:cubicBezTo>
                <a:cubicBezTo>
                  <a:pt x="906" y="10318"/>
                  <a:pt x="194" y="8878"/>
                  <a:pt x="97" y="7118"/>
                </a:cubicBezTo>
                <a:cubicBezTo>
                  <a:pt x="0" y="5357"/>
                  <a:pt x="560" y="3754"/>
                  <a:pt x="1776" y="2310"/>
                </a:cubicBezTo>
                <a:cubicBezTo>
                  <a:pt x="2945" y="924"/>
                  <a:pt x="4383" y="185"/>
                  <a:pt x="6091" y="93"/>
                </a:cubicBezTo>
                <a:cubicBezTo>
                  <a:pt x="7799" y="0"/>
                  <a:pt x="9317" y="513"/>
                  <a:pt x="10645" y="1633"/>
                </a:cubicBezTo>
                <a:cubicBezTo>
                  <a:pt x="11916" y="2704"/>
                  <a:pt x="12635" y="4050"/>
                  <a:pt x="12800" y="5671"/>
                </a:cubicBezTo>
                <a:cubicBezTo>
                  <a:pt x="12965" y="7292"/>
                  <a:pt x="12488" y="8767"/>
                  <a:pt x="11368" y="100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Text o">
            <a:extLst xmlns:a="http://schemas.openxmlformats.org/drawingml/2006/main">
              <a:ext uri="{FF2B5EF4-FFF2-40B4-BE49-F238E27FC236}">
                <a16:creationId xmlns:a16="http://schemas.microsoft.com/office/drawing/2014/main" id="{297277CF-9177-48AE-8379-E4BFC1DD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555" y="1633565"/>
            <a:ext cx="54755" cy="55357"/>
          </a:xfrm>
          <a:custGeom xmlns:a="http://schemas.openxmlformats.org/drawingml/2006/main">
            <a:pathLst>
              <a:path w="54755" h="55357">
                <a:moveTo>
                  <a:pt x="43018" y="7030"/>
                </a:moveTo>
                <a:cubicBezTo>
                  <a:pt x="46542" y="9999"/>
                  <a:pt x="49248" y="13119"/>
                  <a:pt x="51135" y="16389"/>
                </a:cubicBezTo>
                <a:cubicBezTo>
                  <a:pt x="53023" y="19658"/>
                  <a:pt x="54124" y="22982"/>
                  <a:pt x="54440" y="26361"/>
                </a:cubicBezTo>
                <a:cubicBezTo>
                  <a:pt x="54755" y="29738"/>
                  <a:pt x="54318" y="33099"/>
                  <a:pt x="53129" y="36444"/>
                </a:cubicBezTo>
                <a:cubicBezTo>
                  <a:pt x="51941" y="39788"/>
                  <a:pt x="50032" y="43020"/>
                  <a:pt x="47403" y="46139"/>
                </a:cubicBezTo>
                <a:cubicBezTo>
                  <a:pt x="45116" y="48854"/>
                  <a:pt x="42551" y="50990"/>
                  <a:pt x="39709" y="52548"/>
                </a:cubicBezTo>
                <a:cubicBezTo>
                  <a:pt x="36866" y="54103"/>
                  <a:pt x="33858" y="54977"/>
                  <a:pt x="30684" y="55167"/>
                </a:cubicBezTo>
                <a:cubicBezTo>
                  <a:pt x="27511" y="55357"/>
                  <a:pt x="24167" y="54812"/>
                  <a:pt x="20653" y="53532"/>
                </a:cubicBezTo>
                <a:cubicBezTo>
                  <a:pt x="17139" y="52250"/>
                  <a:pt x="13562" y="50075"/>
                  <a:pt x="9922" y="47009"/>
                </a:cubicBezTo>
                <a:cubicBezTo>
                  <a:pt x="6977" y="44526"/>
                  <a:pt x="4690" y="41760"/>
                  <a:pt x="3062" y="38709"/>
                </a:cubicBezTo>
                <a:cubicBezTo>
                  <a:pt x="1436" y="35658"/>
                  <a:pt x="498" y="32522"/>
                  <a:pt x="249" y="29300"/>
                </a:cubicBezTo>
                <a:cubicBezTo>
                  <a:pt x="0" y="26077"/>
                  <a:pt x="431" y="22810"/>
                  <a:pt x="1542" y="19498"/>
                </a:cubicBezTo>
                <a:cubicBezTo>
                  <a:pt x="2653" y="16187"/>
                  <a:pt x="4450" y="13058"/>
                  <a:pt x="6934" y="10111"/>
                </a:cubicBezTo>
                <a:cubicBezTo>
                  <a:pt x="9319" y="7281"/>
                  <a:pt x="11954" y="5032"/>
                  <a:pt x="14840" y="3366"/>
                </a:cubicBezTo>
                <a:cubicBezTo>
                  <a:pt x="17727" y="1698"/>
                  <a:pt x="20724" y="692"/>
                  <a:pt x="23831" y="346"/>
                </a:cubicBezTo>
                <a:cubicBezTo>
                  <a:pt x="26938" y="0"/>
                  <a:pt x="30119" y="358"/>
                  <a:pt x="33373" y="1421"/>
                </a:cubicBezTo>
                <a:cubicBezTo>
                  <a:pt x="36626" y="2483"/>
                  <a:pt x="39841" y="4353"/>
                  <a:pt x="43018" y="7030"/>
                </a:cubicBezTo>
                <a:moveTo>
                  <a:pt x="36305" y="16931"/>
                </a:moveTo>
                <a:cubicBezTo>
                  <a:pt x="34110" y="15082"/>
                  <a:pt x="31851" y="13425"/>
                  <a:pt x="29528" y="11962"/>
                </a:cubicBezTo>
                <a:cubicBezTo>
                  <a:pt x="27204" y="10498"/>
                  <a:pt x="24917" y="9461"/>
                  <a:pt x="22667" y="8849"/>
                </a:cubicBezTo>
                <a:cubicBezTo>
                  <a:pt x="20417" y="8237"/>
                  <a:pt x="18241" y="8181"/>
                  <a:pt x="16140" y="8682"/>
                </a:cubicBezTo>
                <a:cubicBezTo>
                  <a:pt x="14038" y="9183"/>
                  <a:pt x="12111" y="10474"/>
                  <a:pt x="10358" y="12554"/>
                </a:cubicBezTo>
                <a:cubicBezTo>
                  <a:pt x="8411" y="14864"/>
                  <a:pt x="7320" y="17155"/>
                  <a:pt x="7085" y="19428"/>
                </a:cubicBezTo>
                <a:cubicBezTo>
                  <a:pt x="6850" y="21699"/>
                  <a:pt x="7203" y="23947"/>
                  <a:pt x="8144" y="26172"/>
                </a:cubicBezTo>
                <a:cubicBezTo>
                  <a:pt x="9085" y="28397"/>
                  <a:pt x="10461" y="30544"/>
                  <a:pt x="12273" y="32615"/>
                </a:cubicBezTo>
                <a:cubicBezTo>
                  <a:pt x="14085" y="34684"/>
                  <a:pt x="16117" y="36668"/>
                  <a:pt x="18370" y="38567"/>
                </a:cubicBezTo>
                <a:cubicBezTo>
                  <a:pt x="20334" y="40221"/>
                  <a:pt x="22477" y="41781"/>
                  <a:pt x="24801" y="43246"/>
                </a:cubicBezTo>
                <a:cubicBezTo>
                  <a:pt x="27124" y="44709"/>
                  <a:pt x="29464" y="45742"/>
                  <a:pt x="31820" y="46346"/>
                </a:cubicBezTo>
                <a:cubicBezTo>
                  <a:pt x="34177" y="46948"/>
                  <a:pt x="36500" y="47005"/>
                  <a:pt x="38791" y="46515"/>
                </a:cubicBezTo>
                <a:cubicBezTo>
                  <a:pt x="41081" y="46024"/>
                  <a:pt x="43151" y="44681"/>
                  <a:pt x="45002" y="42485"/>
                </a:cubicBezTo>
                <a:cubicBezTo>
                  <a:pt x="46900" y="40232"/>
                  <a:pt x="47913" y="37975"/>
                  <a:pt x="48041" y="35713"/>
                </a:cubicBezTo>
                <a:cubicBezTo>
                  <a:pt x="48169" y="33450"/>
                  <a:pt x="47724" y="31222"/>
                  <a:pt x="46707" y="29031"/>
                </a:cubicBezTo>
                <a:cubicBezTo>
                  <a:pt x="45689" y="26839"/>
                  <a:pt x="44235" y="24725"/>
                  <a:pt x="42345" y="22688"/>
                </a:cubicBezTo>
                <a:cubicBezTo>
                  <a:pt x="40456" y="20651"/>
                  <a:pt x="38443" y="18732"/>
                  <a:pt x="36305" y="169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Text n">
            <a:extLst xmlns:a="http://schemas.openxmlformats.org/drawingml/2006/main">
              <a:ext uri="{FF2B5EF4-FFF2-40B4-BE49-F238E27FC236}">
                <a16:creationId xmlns:a16="http://schemas.microsoft.com/office/drawing/2014/main" id="{F02D6FEE-8D42-493A-9733-B193B9BE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6780" y="1585365"/>
            <a:ext cx="76738" cy="68876"/>
          </a:xfrm>
          <a:custGeom xmlns:a="http://schemas.openxmlformats.org/drawingml/2006/main">
            <a:pathLst>
              <a:path w="76738" h="68876">
                <a:moveTo>
                  <a:pt x="39153" y="45227"/>
                </a:moveTo>
                <a:cubicBezTo>
                  <a:pt x="40598" y="46444"/>
                  <a:pt x="41835" y="47438"/>
                  <a:pt x="42865" y="48208"/>
                </a:cubicBezTo>
                <a:cubicBezTo>
                  <a:pt x="43896" y="48978"/>
                  <a:pt x="44839" y="49500"/>
                  <a:pt x="45694" y="49775"/>
                </a:cubicBezTo>
                <a:cubicBezTo>
                  <a:pt x="46548" y="50051"/>
                  <a:pt x="47404" y="50031"/>
                  <a:pt x="48262" y="49717"/>
                </a:cubicBezTo>
                <a:cubicBezTo>
                  <a:pt x="49119" y="49402"/>
                  <a:pt x="50097" y="48769"/>
                  <a:pt x="51196" y="47818"/>
                </a:cubicBezTo>
                <a:cubicBezTo>
                  <a:pt x="51545" y="47520"/>
                  <a:pt x="51923" y="47394"/>
                  <a:pt x="52329" y="47439"/>
                </a:cubicBezTo>
                <a:cubicBezTo>
                  <a:pt x="52735" y="47485"/>
                  <a:pt x="53112" y="47654"/>
                  <a:pt x="53458" y="47945"/>
                </a:cubicBezTo>
                <a:cubicBezTo>
                  <a:pt x="53747" y="48189"/>
                  <a:pt x="53949" y="48507"/>
                  <a:pt x="54062" y="48900"/>
                </a:cubicBezTo>
                <a:cubicBezTo>
                  <a:pt x="54176" y="49293"/>
                  <a:pt x="54087" y="49662"/>
                  <a:pt x="53795" y="50009"/>
                </a:cubicBezTo>
                <a:cubicBezTo>
                  <a:pt x="53309" y="50586"/>
                  <a:pt x="52294" y="51584"/>
                  <a:pt x="50752" y="53002"/>
                </a:cubicBezTo>
                <a:cubicBezTo>
                  <a:pt x="49212" y="54421"/>
                  <a:pt x="47712" y="55996"/>
                  <a:pt x="46252" y="57729"/>
                </a:cubicBezTo>
                <a:cubicBezTo>
                  <a:pt x="44694" y="59578"/>
                  <a:pt x="43286" y="61454"/>
                  <a:pt x="42028" y="63357"/>
                </a:cubicBezTo>
                <a:cubicBezTo>
                  <a:pt x="40770" y="65260"/>
                  <a:pt x="39508" y="66963"/>
                  <a:pt x="38243" y="68465"/>
                </a:cubicBezTo>
                <a:cubicBezTo>
                  <a:pt x="37999" y="68754"/>
                  <a:pt x="37674" y="68876"/>
                  <a:pt x="37268" y="68831"/>
                </a:cubicBezTo>
                <a:cubicBezTo>
                  <a:pt x="36862" y="68784"/>
                  <a:pt x="36515" y="68639"/>
                  <a:pt x="36226" y="68396"/>
                </a:cubicBezTo>
                <a:cubicBezTo>
                  <a:pt x="35879" y="68104"/>
                  <a:pt x="35649" y="67762"/>
                  <a:pt x="35534" y="67370"/>
                </a:cubicBezTo>
                <a:cubicBezTo>
                  <a:pt x="35421" y="66977"/>
                  <a:pt x="35481" y="66583"/>
                  <a:pt x="35717" y="66188"/>
                </a:cubicBezTo>
                <a:cubicBezTo>
                  <a:pt x="36760" y="64597"/>
                  <a:pt x="37466" y="63291"/>
                  <a:pt x="37834" y="62269"/>
                </a:cubicBezTo>
                <a:cubicBezTo>
                  <a:pt x="38202" y="61246"/>
                  <a:pt x="38256" y="60303"/>
                  <a:pt x="37995" y="59441"/>
                </a:cubicBezTo>
                <a:cubicBezTo>
                  <a:pt x="37733" y="58578"/>
                  <a:pt x="37164" y="57729"/>
                  <a:pt x="36289" y="56893"/>
                </a:cubicBezTo>
                <a:cubicBezTo>
                  <a:pt x="35413" y="56056"/>
                  <a:pt x="34253" y="55028"/>
                  <a:pt x="32808" y="53811"/>
                </a:cubicBezTo>
                <a:lnTo>
                  <a:pt x="21891" y="44611"/>
                </a:lnTo>
                <a:cubicBezTo>
                  <a:pt x="19061" y="42226"/>
                  <a:pt x="16682" y="40272"/>
                  <a:pt x="14756" y="38748"/>
                </a:cubicBezTo>
                <a:cubicBezTo>
                  <a:pt x="12830" y="37223"/>
                  <a:pt x="11172" y="36172"/>
                  <a:pt x="9783" y="35593"/>
                </a:cubicBezTo>
                <a:cubicBezTo>
                  <a:pt x="8393" y="35014"/>
                  <a:pt x="7165" y="34918"/>
                  <a:pt x="6099" y="35304"/>
                </a:cubicBezTo>
                <a:cubicBezTo>
                  <a:pt x="5033" y="35690"/>
                  <a:pt x="3915" y="36576"/>
                  <a:pt x="2747" y="37962"/>
                </a:cubicBezTo>
                <a:cubicBezTo>
                  <a:pt x="2455" y="38309"/>
                  <a:pt x="2108" y="38486"/>
                  <a:pt x="1706" y="38494"/>
                </a:cubicBezTo>
                <a:cubicBezTo>
                  <a:pt x="1305" y="38501"/>
                  <a:pt x="960" y="38383"/>
                  <a:pt x="671" y="38140"/>
                </a:cubicBezTo>
                <a:cubicBezTo>
                  <a:pt x="325" y="37848"/>
                  <a:pt x="121" y="37504"/>
                  <a:pt x="60" y="37107"/>
                </a:cubicBezTo>
                <a:cubicBezTo>
                  <a:pt x="0" y="36710"/>
                  <a:pt x="116" y="36338"/>
                  <a:pt x="408" y="35991"/>
                </a:cubicBezTo>
                <a:cubicBezTo>
                  <a:pt x="1333" y="34894"/>
                  <a:pt x="2510" y="33145"/>
                  <a:pt x="3940" y="30745"/>
                </a:cubicBezTo>
                <a:cubicBezTo>
                  <a:pt x="5370" y="28344"/>
                  <a:pt x="6692" y="25778"/>
                  <a:pt x="7908" y="23047"/>
                </a:cubicBezTo>
                <a:cubicBezTo>
                  <a:pt x="8357" y="22044"/>
                  <a:pt x="9027" y="21571"/>
                  <a:pt x="9917" y="21629"/>
                </a:cubicBezTo>
                <a:cubicBezTo>
                  <a:pt x="10807" y="21687"/>
                  <a:pt x="11598" y="22008"/>
                  <a:pt x="12291" y="22592"/>
                </a:cubicBezTo>
                <a:lnTo>
                  <a:pt x="15757" y="25512"/>
                </a:lnTo>
                <a:cubicBezTo>
                  <a:pt x="15872" y="25610"/>
                  <a:pt x="15981" y="25627"/>
                  <a:pt x="16083" y="25565"/>
                </a:cubicBezTo>
                <a:cubicBezTo>
                  <a:pt x="16185" y="25503"/>
                  <a:pt x="16202" y="25395"/>
                  <a:pt x="16136" y="25239"/>
                </a:cubicBezTo>
                <a:cubicBezTo>
                  <a:pt x="15841" y="24299"/>
                  <a:pt x="15608" y="23140"/>
                  <a:pt x="15438" y="21761"/>
                </a:cubicBezTo>
                <a:cubicBezTo>
                  <a:pt x="15266" y="20382"/>
                  <a:pt x="15259" y="18895"/>
                  <a:pt x="15419" y="17300"/>
                </a:cubicBezTo>
                <a:cubicBezTo>
                  <a:pt x="15577" y="15705"/>
                  <a:pt x="15960" y="14077"/>
                  <a:pt x="16569" y="12418"/>
                </a:cubicBezTo>
                <a:cubicBezTo>
                  <a:pt x="17177" y="10757"/>
                  <a:pt x="18138" y="9146"/>
                  <a:pt x="19453" y="7586"/>
                </a:cubicBezTo>
                <a:cubicBezTo>
                  <a:pt x="23104" y="3253"/>
                  <a:pt x="27162" y="870"/>
                  <a:pt x="31628" y="435"/>
                </a:cubicBezTo>
                <a:cubicBezTo>
                  <a:pt x="36095" y="0"/>
                  <a:pt x="41015" y="2045"/>
                  <a:pt x="46386" y="6572"/>
                </a:cubicBezTo>
                <a:lnTo>
                  <a:pt x="61204" y="19058"/>
                </a:lnTo>
                <a:cubicBezTo>
                  <a:pt x="62764" y="20373"/>
                  <a:pt x="64072" y="21401"/>
                  <a:pt x="65126" y="22142"/>
                </a:cubicBezTo>
                <a:cubicBezTo>
                  <a:pt x="66181" y="22883"/>
                  <a:pt x="67145" y="23350"/>
                  <a:pt x="68019" y="23544"/>
                </a:cubicBezTo>
                <a:cubicBezTo>
                  <a:pt x="68894" y="23737"/>
                  <a:pt x="69770" y="23635"/>
                  <a:pt x="70649" y="23238"/>
                </a:cubicBezTo>
                <a:cubicBezTo>
                  <a:pt x="71526" y="22841"/>
                  <a:pt x="72562" y="22109"/>
                  <a:pt x="73758" y="21043"/>
                </a:cubicBezTo>
                <a:cubicBezTo>
                  <a:pt x="74107" y="20744"/>
                  <a:pt x="74485" y="20619"/>
                  <a:pt x="74890" y="20665"/>
                </a:cubicBezTo>
                <a:cubicBezTo>
                  <a:pt x="75297" y="20710"/>
                  <a:pt x="75673" y="20879"/>
                  <a:pt x="76019" y="21171"/>
                </a:cubicBezTo>
                <a:cubicBezTo>
                  <a:pt x="76309" y="21415"/>
                  <a:pt x="76510" y="21733"/>
                  <a:pt x="76624" y="22126"/>
                </a:cubicBezTo>
                <a:cubicBezTo>
                  <a:pt x="76738" y="22517"/>
                  <a:pt x="76649" y="22887"/>
                  <a:pt x="76358" y="23233"/>
                </a:cubicBezTo>
                <a:cubicBezTo>
                  <a:pt x="75725" y="23984"/>
                  <a:pt x="74589" y="25126"/>
                  <a:pt x="72949" y="26660"/>
                </a:cubicBezTo>
                <a:cubicBezTo>
                  <a:pt x="71312" y="28194"/>
                  <a:pt x="69763" y="29828"/>
                  <a:pt x="68303" y="31560"/>
                </a:cubicBezTo>
                <a:cubicBezTo>
                  <a:pt x="66745" y="33409"/>
                  <a:pt x="65361" y="35256"/>
                  <a:pt x="64151" y="37102"/>
                </a:cubicBezTo>
                <a:cubicBezTo>
                  <a:pt x="62943" y="38947"/>
                  <a:pt x="61876" y="40419"/>
                  <a:pt x="60951" y="41516"/>
                </a:cubicBezTo>
                <a:cubicBezTo>
                  <a:pt x="60708" y="41805"/>
                  <a:pt x="60383" y="41927"/>
                  <a:pt x="59976" y="41882"/>
                </a:cubicBezTo>
                <a:cubicBezTo>
                  <a:pt x="59571" y="41835"/>
                  <a:pt x="59223" y="41690"/>
                  <a:pt x="58934" y="41447"/>
                </a:cubicBezTo>
                <a:cubicBezTo>
                  <a:pt x="58588" y="41155"/>
                  <a:pt x="58357" y="40813"/>
                  <a:pt x="58243" y="40421"/>
                </a:cubicBezTo>
                <a:cubicBezTo>
                  <a:pt x="58129" y="40028"/>
                  <a:pt x="58190" y="39635"/>
                  <a:pt x="58424" y="39240"/>
                </a:cubicBezTo>
                <a:cubicBezTo>
                  <a:pt x="59322" y="37823"/>
                  <a:pt x="59877" y="36636"/>
                  <a:pt x="60090" y="35680"/>
                </a:cubicBezTo>
                <a:cubicBezTo>
                  <a:pt x="60303" y="34724"/>
                  <a:pt x="60241" y="33831"/>
                  <a:pt x="59901" y="33003"/>
                </a:cubicBezTo>
                <a:cubicBezTo>
                  <a:pt x="59562" y="32173"/>
                  <a:pt x="58969" y="31353"/>
                  <a:pt x="58123" y="30541"/>
                </a:cubicBezTo>
                <a:cubicBezTo>
                  <a:pt x="57277" y="29728"/>
                  <a:pt x="56189" y="28762"/>
                  <a:pt x="54859" y="27642"/>
                </a:cubicBezTo>
                <a:lnTo>
                  <a:pt x="41689" y="16544"/>
                </a:lnTo>
                <a:cubicBezTo>
                  <a:pt x="40244" y="15327"/>
                  <a:pt x="38751" y="14167"/>
                  <a:pt x="37210" y="13066"/>
                </a:cubicBezTo>
                <a:cubicBezTo>
                  <a:pt x="35669" y="11965"/>
                  <a:pt x="34102" y="11188"/>
                  <a:pt x="32508" y="10734"/>
                </a:cubicBezTo>
                <a:cubicBezTo>
                  <a:pt x="30915" y="10279"/>
                  <a:pt x="29329" y="10227"/>
                  <a:pt x="27749" y="10577"/>
                </a:cubicBezTo>
                <a:cubicBezTo>
                  <a:pt x="26171" y="10926"/>
                  <a:pt x="24652" y="11967"/>
                  <a:pt x="23191" y="13700"/>
                </a:cubicBezTo>
                <a:cubicBezTo>
                  <a:pt x="21731" y="15433"/>
                  <a:pt x="20728" y="17181"/>
                  <a:pt x="20181" y="18944"/>
                </a:cubicBezTo>
                <a:cubicBezTo>
                  <a:pt x="19635" y="20705"/>
                  <a:pt x="19446" y="22423"/>
                  <a:pt x="19616" y="24098"/>
                </a:cubicBezTo>
                <a:cubicBezTo>
                  <a:pt x="19786" y="25773"/>
                  <a:pt x="20298" y="27364"/>
                  <a:pt x="21151" y="28873"/>
                </a:cubicBezTo>
                <a:cubicBezTo>
                  <a:pt x="22003" y="30381"/>
                  <a:pt x="23123" y="31719"/>
                  <a:pt x="24510" y="32888"/>
                </a:cubicBezTo>
                <a:lnTo>
                  <a:pt x="39153" y="452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A03E3F-A095-4D9F-9955-20922273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971" y="2117004"/>
            <a:ext cx="329059" cy="193418"/>
          </a:xfrm>
          <a:custGeom xmlns:a="http://schemas.openxmlformats.org/drawingml/2006/main">
            <a:pathLst>
              <a:path w="329059" h="193418">
                <a:moveTo>
                  <a:pt x="0" y="59150"/>
                </a:moveTo>
                <a:lnTo>
                  <a:pt x="302834" y="0"/>
                </a:lnTo>
                <a:lnTo>
                  <a:pt x="329059" y="134271"/>
                </a:lnTo>
                <a:lnTo>
                  <a:pt x="26225" y="193418"/>
                </a:lnTo>
                <a:lnTo>
                  <a:pt x="0" y="591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Text C">
            <a:extLst xmlns:a="http://schemas.openxmlformats.org/drawingml/2006/main">
              <a:ext uri="{FF2B5EF4-FFF2-40B4-BE49-F238E27FC236}">
                <a16:creationId xmlns:a16="http://schemas.microsoft.com/office/drawing/2014/main" id="{30FE028D-6923-42F5-A142-DD8C8D78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0743" y="2183041"/>
            <a:ext cx="77298" cy="83107"/>
          </a:xfrm>
          <a:custGeom xmlns:a="http://schemas.openxmlformats.org/drawingml/2006/main">
            <a:pathLst>
              <a:path w="77298" h="83107">
                <a:moveTo>
                  <a:pt x="33240" y="2056"/>
                </a:moveTo>
                <a:cubicBezTo>
                  <a:pt x="36576" y="1404"/>
                  <a:pt x="39732" y="1211"/>
                  <a:pt x="42709" y="1477"/>
                </a:cubicBezTo>
                <a:cubicBezTo>
                  <a:pt x="45686" y="1742"/>
                  <a:pt x="48676" y="2274"/>
                  <a:pt x="51679" y="3073"/>
                </a:cubicBezTo>
                <a:cubicBezTo>
                  <a:pt x="52567" y="3284"/>
                  <a:pt x="53396" y="3487"/>
                  <a:pt x="54166" y="3683"/>
                </a:cubicBezTo>
                <a:cubicBezTo>
                  <a:pt x="54936" y="3879"/>
                  <a:pt x="55580" y="3927"/>
                  <a:pt x="56098" y="3826"/>
                </a:cubicBezTo>
                <a:cubicBezTo>
                  <a:pt x="57285" y="3594"/>
                  <a:pt x="57926" y="2738"/>
                  <a:pt x="58022" y="1257"/>
                </a:cubicBezTo>
                <a:cubicBezTo>
                  <a:pt x="58038" y="946"/>
                  <a:pt x="58235" y="677"/>
                  <a:pt x="58613" y="449"/>
                </a:cubicBezTo>
                <a:cubicBezTo>
                  <a:pt x="58993" y="221"/>
                  <a:pt x="59390" y="86"/>
                  <a:pt x="59804" y="44"/>
                </a:cubicBezTo>
                <a:cubicBezTo>
                  <a:pt x="60220" y="0"/>
                  <a:pt x="60590" y="23"/>
                  <a:pt x="60916" y="114"/>
                </a:cubicBezTo>
                <a:cubicBezTo>
                  <a:pt x="61241" y="204"/>
                  <a:pt x="61396" y="405"/>
                  <a:pt x="61380" y="715"/>
                </a:cubicBezTo>
                <a:cubicBezTo>
                  <a:pt x="61315" y="1960"/>
                  <a:pt x="61350" y="3223"/>
                  <a:pt x="61484" y="4505"/>
                </a:cubicBezTo>
                <a:cubicBezTo>
                  <a:pt x="61620" y="5787"/>
                  <a:pt x="61818" y="7096"/>
                  <a:pt x="62078" y="8431"/>
                </a:cubicBezTo>
                <a:cubicBezTo>
                  <a:pt x="62484" y="10507"/>
                  <a:pt x="63038" y="12554"/>
                  <a:pt x="63739" y="14572"/>
                </a:cubicBezTo>
                <a:cubicBezTo>
                  <a:pt x="64441" y="16590"/>
                  <a:pt x="65158" y="18682"/>
                  <a:pt x="65888" y="20848"/>
                </a:cubicBezTo>
                <a:cubicBezTo>
                  <a:pt x="65946" y="21145"/>
                  <a:pt x="65827" y="21418"/>
                  <a:pt x="65529" y="21669"/>
                </a:cubicBezTo>
                <a:cubicBezTo>
                  <a:pt x="65233" y="21919"/>
                  <a:pt x="64847" y="22110"/>
                  <a:pt x="64373" y="22242"/>
                </a:cubicBezTo>
                <a:cubicBezTo>
                  <a:pt x="63898" y="22372"/>
                  <a:pt x="63423" y="22407"/>
                  <a:pt x="62948" y="22346"/>
                </a:cubicBezTo>
                <a:cubicBezTo>
                  <a:pt x="62475" y="22284"/>
                  <a:pt x="62165" y="22075"/>
                  <a:pt x="62019" y="21719"/>
                </a:cubicBezTo>
                <a:cubicBezTo>
                  <a:pt x="58861" y="15408"/>
                  <a:pt x="54899" y="11083"/>
                  <a:pt x="50132" y="8743"/>
                </a:cubicBezTo>
                <a:cubicBezTo>
                  <a:pt x="45365" y="6404"/>
                  <a:pt x="39830" y="5849"/>
                  <a:pt x="33529" y="7080"/>
                </a:cubicBezTo>
                <a:cubicBezTo>
                  <a:pt x="28635" y="8036"/>
                  <a:pt x="24797" y="9863"/>
                  <a:pt x="22014" y="12562"/>
                </a:cubicBezTo>
                <a:cubicBezTo>
                  <a:pt x="19231" y="15260"/>
                  <a:pt x="17217" y="18444"/>
                  <a:pt x="15971" y="22112"/>
                </a:cubicBezTo>
                <a:cubicBezTo>
                  <a:pt x="14725" y="25780"/>
                  <a:pt x="14118" y="29670"/>
                  <a:pt x="14151" y="33783"/>
                </a:cubicBezTo>
                <a:cubicBezTo>
                  <a:pt x="14185" y="37894"/>
                  <a:pt x="14571" y="41840"/>
                  <a:pt x="15309" y="45621"/>
                </a:cubicBezTo>
                <a:cubicBezTo>
                  <a:pt x="16120" y="49772"/>
                  <a:pt x="17376" y="53838"/>
                  <a:pt x="19076" y="57816"/>
                </a:cubicBezTo>
                <a:cubicBezTo>
                  <a:pt x="20777" y="61794"/>
                  <a:pt x="22954" y="65255"/>
                  <a:pt x="25607" y="68201"/>
                </a:cubicBezTo>
                <a:cubicBezTo>
                  <a:pt x="28261" y="71146"/>
                  <a:pt x="31407" y="73360"/>
                  <a:pt x="35044" y="74844"/>
                </a:cubicBezTo>
                <a:cubicBezTo>
                  <a:pt x="38682" y="76327"/>
                  <a:pt x="42800" y="76620"/>
                  <a:pt x="47397" y="75722"/>
                </a:cubicBezTo>
                <a:cubicBezTo>
                  <a:pt x="50955" y="75027"/>
                  <a:pt x="54081" y="74089"/>
                  <a:pt x="56775" y="72909"/>
                </a:cubicBezTo>
                <a:cubicBezTo>
                  <a:pt x="59470" y="71728"/>
                  <a:pt x="61615" y="70097"/>
                  <a:pt x="63209" y="68014"/>
                </a:cubicBezTo>
                <a:cubicBezTo>
                  <a:pt x="65162" y="65401"/>
                  <a:pt x="66549" y="62456"/>
                  <a:pt x="67371" y="59178"/>
                </a:cubicBezTo>
                <a:cubicBezTo>
                  <a:pt x="68194" y="55901"/>
                  <a:pt x="68533" y="52313"/>
                  <a:pt x="68387" y="48415"/>
                </a:cubicBezTo>
                <a:cubicBezTo>
                  <a:pt x="68359" y="47881"/>
                  <a:pt x="68535" y="47501"/>
                  <a:pt x="68913" y="47273"/>
                </a:cubicBezTo>
                <a:cubicBezTo>
                  <a:pt x="69292" y="47045"/>
                  <a:pt x="69715" y="46944"/>
                  <a:pt x="70182" y="46969"/>
                </a:cubicBezTo>
                <a:cubicBezTo>
                  <a:pt x="70649" y="46993"/>
                  <a:pt x="71097" y="47117"/>
                  <a:pt x="71525" y="47341"/>
                </a:cubicBezTo>
                <a:cubicBezTo>
                  <a:pt x="71954" y="47565"/>
                  <a:pt x="72160" y="47832"/>
                  <a:pt x="72145" y="48143"/>
                </a:cubicBezTo>
                <a:cubicBezTo>
                  <a:pt x="72211" y="49669"/>
                  <a:pt x="72349" y="51163"/>
                  <a:pt x="72556" y="52623"/>
                </a:cubicBezTo>
                <a:cubicBezTo>
                  <a:pt x="72765" y="54084"/>
                  <a:pt x="73014" y="55555"/>
                  <a:pt x="73304" y="57038"/>
                </a:cubicBezTo>
                <a:cubicBezTo>
                  <a:pt x="73796" y="59559"/>
                  <a:pt x="74392" y="62117"/>
                  <a:pt x="75092" y="64714"/>
                </a:cubicBezTo>
                <a:cubicBezTo>
                  <a:pt x="75792" y="67309"/>
                  <a:pt x="76498" y="70038"/>
                  <a:pt x="77211" y="72900"/>
                </a:cubicBezTo>
                <a:cubicBezTo>
                  <a:pt x="77298" y="73345"/>
                  <a:pt x="77214" y="73707"/>
                  <a:pt x="76960" y="73987"/>
                </a:cubicBezTo>
                <a:cubicBezTo>
                  <a:pt x="76707" y="74268"/>
                  <a:pt x="76381" y="74467"/>
                  <a:pt x="75981" y="74584"/>
                </a:cubicBezTo>
                <a:cubicBezTo>
                  <a:pt x="75581" y="74700"/>
                  <a:pt x="75177" y="74702"/>
                  <a:pt x="74770" y="74589"/>
                </a:cubicBezTo>
                <a:cubicBezTo>
                  <a:pt x="74362" y="74476"/>
                  <a:pt x="74086" y="74241"/>
                  <a:pt x="73940" y="73885"/>
                </a:cubicBezTo>
                <a:cubicBezTo>
                  <a:pt x="73661" y="73247"/>
                  <a:pt x="73275" y="72650"/>
                  <a:pt x="72781" y="72092"/>
                </a:cubicBezTo>
                <a:cubicBezTo>
                  <a:pt x="72287" y="71534"/>
                  <a:pt x="71704" y="71110"/>
                  <a:pt x="71031" y="70818"/>
                </a:cubicBezTo>
                <a:cubicBezTo>
                  <a:pt x="70359" y="70526"/>
                  <a:pt x="69615" y="70459"/>
                  <a:pt x="68799" y="70618"/>
                </a:cubicBezTo>
                <a:cubicBezTo>
                  <a:pt x="68057" y="70763"/>
                  <a:pt x="67254" y="71189"/>
                  <a:pt x="66392" y="71895"/>
                </a:cubicBezTo>
                <a:cubicBezTo>
                  <a:pt x="64935" y="73104"/>
                  <a:pt x="63508" y="74172"/>
                  <a:pt x="62111" y="75099"/>
                </a:cubicBezTo>
                <a:cubicBezTo>
                  <a:pt x="60715" y="76026"/>
                  <a:pt x="59274" y="76827"/>
                  <a:pt x="57788" y="77501"/>
                </a:cubicBezTo>
                <a:cubicBezTo>
                  <a:pt x="56304" y="78176"/>
                  <a:pt x="54724" y="78754"/>
                  <a:pt x="53046" y="79236"/>
                </a:cubicBezTo>
                <a:cubicBezTo>
                  <a:pt x="51371" y="79717"/>
                  <a:pt x="49532" y="80153"/>
                  <a:pt x="47531" y="80544"/>
                </a:cubicBezTo>
                <a:cubicBezTo>
                  <a:pt x="34408" y="83107"/>
                  <a:pt x="24035" y="81727"/>
                  <a:pt x="16414" y="76405"/>
                </a:cubicBezTo>
                <a:cubicBezTo>
                  <a:pt x="8794" y="71082"/>
                  <a:pt x="3789" y="62303"/>
                  <a:pt x="1399" y="50069"/>
                </a:cubicBezTo>
                <a:cubicBezTo>
                  <a:pt x="125" y="43545"/>
                  <a:pt x="0" y="37586"/>
                  <a:pt x="1024" y="32191"/>
                </a:cubicBezTo>
                <a:cubicBezTo>
                  <a:pt x="2049" y="26795"/>
                  <a:pt x="3989" y="22048"/>
                  <a:pt x="6845" y="17949"/>
                </a:cubicBezTo>
                <a:cubicBezTo>
                  <a:pt x="9700" y="13850"/>
                  <a:pt x="13386" y="10455"/>
                  <a:pt x="17902" y="7764"/>
                </a:cubicBezTo>
                <a:cubicBezTo>
                  <a:pt x="22419" y="5074"/>
                  <a:pt x="27531" y="3171"/>
                  <a:pt x="33240" y="20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Text a">
            <a:extLst xmlns:a="http://schemas.openxmlformats.org/drawingml/2006/main">
              <a:ext uri="{FF2B5EF4-FFF2-40B4-BE49-F238E27FC236}">
                <a16:creationId xmlns:a16="http://schemas.microsoft.com/office/drawing/2014/main" id="{F603058A-F51D-402F-AD42-BC678119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9873" y="2197479"/>
            <a:ext cx="55226" cy="56641"/>
          </a:xfrm>
          <a:custGeom xmlns:a="http://schemas.openxmlformats.org/drawingml/2006/main">
            <a:pathLst>
              <a:path w="55226" h="56641">
                <a:moveTo>
                  <a:pt x="31538" y="28491"/>
                </a:moveTo>
                <a:cubicBezTo>
                  <a:pt x="31379" y="27675"/>
                  <a:pt x="31244" y="27182"/>
                  <a:pt x="31133" y="27011"/>
                </a:cubicBezTo>
                <a:cubicBezTo>
                  <a:pt x="31023" y="26840"/>
                  <a:pt x="30820" y="26783"/>
                  <a:pt x="30524" y="26841"/>
                </a:cubicBezTo>
                <a:cubicBezTo>
                  <a:pt x="24546" y="28548"/>
                  <a:pt x="20291" y="30707"/>
                  <a:pt x="17761" y="33319"/>
                </a:cubicBezTo>
                <a:cubicBezTo>
                  <a:pt x="15231" y="35929"/>
                  <a:pt x="14278" y="38828"/>
                  <a:pt x="14900" y="42016"/>
                </a:cubicBezTo>
                <a:cubicBezTo>
                  <a:pt x="15335" y="44241"/>
                  <a:pt x="16256" y="46004"/>
                  <a:pt x="17666" y="47307"/>
                </a:cubicBezTo>
                <a:cubicBezTo>
                  <a:pt x="19074" y="48610"/>
                  <a:pt x="21076" y="49007"/>
                  <a:pt x="23672" y="48500"/>
                </a:cubicBezTo>
                <a:cubicBezTo>
                  <a:pt x="25376" y="48167"/>
                  <a:pt x="27109" y="47483"/>
                  <a:pt x="28869" y="46446"/>
                </a:cubicBezTo>
                <a:cubicBezTo>
                  <a:pt x="30629" y="45409"/>
                  <a:pt x="32128" y="44116"/>
                  <a:pt x="33365" y="42566"/>
                </a:cubicBezTo>
                <a:cubicBezTo>
                  <a:pt x="33842" y="41857"/>
                  <a:pt x="34022" y="41206"/>
                  <a:pt x="33906" y="40612"/>
                </a:cubicBezTo>
                <a:lnTo>
                  <a:pt x="31538" y="28491"/>
                </a:lnTo>
                <a:moveTo>
                  <a:pt x="44144" y="37458"/>
                </a:moveTo>
                <a:cubicBezTo>
                  <a:pt x="44651" y="40054"/>
                  <a:pt x="45247" y="41824"/>
                  <a:pt x="45931" y="42768"/>
                </a:cubicBezTo>
                <a:cubicBezTo>
                  <a:pt x="46616" y="43711"/>
                  <a:pt x="47662" y="44045"/>
                  <a:pt x="49071" y="43770"/>
                </a:cubicBezTo>
                <a:cubicBezTo>
                  <a:pt x="49887" y="43611"/>
                  <a:pt x="50535" y="43388"/>
                  <a:pt x="51017" y="43101"/>
                </a:cubicBezTo>
                <a:cubicBezTo>
                  <a:pt x="51500" y="42814"/>
                  <a:pt x="52166" y="42280"/>
                  <a:pt x="53014" y="41499"/>
                </a:cubicBezTo>
                <a:cubicBezTo>
                  <a:pt x="53208" y="41307"/>
                  <a:pt x="53449" y="41260"/>
                  <a:pt x="53737" y="41358"/>
                </a:cubicBezTo>
                <a:cubicBezTo>
                  <a:pt x="54026" y="41455"/>
                  <a:pt x="54288" y="41616"/>
                  <a:pt x="54523" y="41840"/>
                </a:cubicBezTo>
                <a:cubicBezTo>
                  <a:pt x="54760" y="42063"/>
                  <a:pt x="54947" y="42334"/>
                  <a:pt x="55086" y="42654"/>
                </a:cubicBezTo>
                <a:cubicBezTo>
                  <a:pt x="55226" y="42973"/>
                  <a:pt x="55206" y="43265"/>
                  <a:pt x="55028" y="43530"/>
                </a:cubicBezTo>
                <a:cubicBezTo>
                  <a:pt x="52817" y="47579"/>
                  <a:pt x="49746" y="49987"/>
                  <a:pt x="45816" y="50755"/>
                </a:cubicBezTo>
                <a:cubicBezTo>
                  <a:pt x="43667" y="51175"/>
                  <a:pt x="41719" y="50959"/>
                  <a:pt x="39975" y="50108"/>
                </a:cubicBezTo>
                <a:cubicBezTo>
                  <a:pt x="38231" y="49255"/>
                  <a:pt x="36836" y="48122"/>
                  <a:pt x="35791" y="46709"/>
                </a:cubicBezTo>
                <a:cubicBezTo>
                  <a:pt x="35569" y="46369"/>
                  <a:pt x="35339" y="46375"/>
                  <a:pt x="35101" y="46730"/>
                </a:cubicBezTo>
                <a:cubicBezTo>
                  <a:pt x="33506" y="48811"/>
                  <a:pt x="31538" y="50657"/>
                  <a:pt x="29198" y="52269"/>
                </a:cubicBezTo>
                <a:cubicBezTo>
                  <a:pt x="26857" y="53881"/>
                  <a:pt x="23760" y="55063"/>
                  <a:pt x="19905" y="55816"/>
                </a:cubicBezTo>
                <a:cubicBezTo>
                  <a:pt x="15679" y="56641"/>
                  <a:pt x="12195" y="56149"/>
                  <a:pt x="9455" y="54337"/>
                </a:cubicBezTo>
                <a:cubicBezTo>
                  <a:pt x="6716" y="52525"/>
                  <a:pt x="4940" y="49542"/>
                  <a:pt x="4129" y="45390"/>
                </a:cubicBezTo>
                <a:cubicBezTo>
                  <a:pt x="3087" y="40052"/>
                  <a:pt x="4770" y="35470"/>
                  <a:pt x="9180" y="31646"/>
                </a:cubicBezTo>
                <a:cubicBezTo>
                  <a:pt x="13591" y="27821"/>
                  <a:pt x="20540" y="24982"/>
                  <a:pt x="30030" y="23129"/>
                </a:cubicBezTo>
                <a:cubicBezTo>
                  <a:pt x="30178" y="23100"/>
                  <a:pt x="30252" y="22892"/>
                  <a:pt x="30253" y="22507"/>
                </a:cubicBezTo>
                <a:cubicBezTo>
                  <a:pt x="30256" y="22121"/>
                  <a:pt x="30127" y="21262"/>
                  <a:pt x="29866" y="19928"/>
                </a:cubicBezTo>
                <a:lnTo>
                  <a:pt x="29279" y="16924"/>
                </a:lnTo>
                <a:cubicBezTo>
                  <a:pt x="28917" y="15071"/>
                  <a:pt x="28429" y="13358"/>
                  <a:pt x="27814" y="11784"/>
                </a:cubicBezTo>
                <a:cubicBezTo>
                  <a:pt x="27199" y="10211"/>
                  <a:pt x="26420" y="8882"/>
                  <a:pt x="25476" y="7796"/>
                </a:cubicBezTo>
                <a:cubicBezTo>
                  <a:pt x="24533" y="6711"/>
                  <a:pt x="23363" y="5939"/>
                  <a:pt x="21965" y="5480"/>
                </a:cubicBezTo>
                <a:cubicBezTo>
                  <a:pt x="20567" y="5022"/>
                  <a:pt x="18941" y="4973"/>
                  <a:pt x="17087" y="5335"/>
                </a:cubicBezTo>
                <a:cubicBezTo>
                  <a:pt x="14344" y="5871"/>
                  <a:pt x="12224" y="6844"/>
                  <a:pt x="10730" y="8252"/>
                </a:cubicBezTo>
                <a:cubicBezTo>
                  <a:pt x="9235" y="9660"/>
                  <a:pt x="8654" y="11217"/>
                  <a:pt x="8987" y="12921"/>
                </a:cubicBezTo>
                <a:cubicBezTo>
                  <a:pt x="9146" y="13737"/>
                  <a:pt x="9561" y="14483"/>
                  <a:pt x="10231" y="15161"/>
                </a:cubicBezTo>
                <a:cubicBezTo>
                  <a:pt x="10902" y="15838"/>
                  <a:pt x="11318" y="16584"/>
                  <a:pt x="11477" y="17399"/>
                </a:cubicBezTo>
                <a:cubicBezTo>
                  <a:pt x="11680" y="18438"/>
                  <a:pt x="11356" y="19541"/>
                  <a:pt x="10506" y="20707"/>
                </a:cubicBezTo>
                <a:cubicBezTo>
                  <a:pt x="9657" y="21874"/>
                  <a:pt x="8491" y="22602"/>
                  <a:pt x="7009" y="22891"/>
                </a:cubicBezTo>
                <a:cubicBezTo>
                  <a:pt x="5007" y="23282"/>
                  <a:pt x="3474" y="23024"/>
                  <a:pt x="2411" y="22116"/>
                </a:cubicBezTo>
                <a:cubicBezTo>
                  <a:pt x="1349" y="21206"/>
                  <a:pt x="666" y="19973"/>
                  <a:pt x="362" y="18417"/>
                </a:cubicBezTo>
                <a:cubicBezTo>
                  <a:pt x="0" y="16563"/>
                  <a:pt x="175" y="14701"/>
                  <a:pt x="886" y="12830"/>
                </a:cubicBezTo>
                <a:cubicBezTo>
                  <a:pt x="1599" y="10958"/>
                  <a:pt x="2729" y="9256"/>
                  <a:pt x="4275" y="7723"/>
                </a:cubicBezTo>
                <a:cubicBezTo>
                  <a:pt x="5823" y="6189"/>
                  <a:pt x="7715" y="4838"/>
                  <a:pt x="9949" y="3671"/>
                </a:cubicBezTo>
                <a:cubicBezTo>
                  <a:pt x="12185" y="2503"/>
                  <a:pt x="14601" y="1665"/>
                  <a:pt x="17196" y="1158"/>
                </a:cubicBezTo>
                <a:cubicBezTo>
                  <a:pt x="23126" y="0"/>
                  <a:pt x="28065" y="459"/>
                  <a:pt x="32011" y="2537"/>
                </a:cubicBezTo>
                <a:cubicBezTo>
                  <a:pt x="35958" y="4614"/>
                  <a:pt x="38554" y="8840"/>
                  <a:pt x="39800" y="15216"/>
                </a:cubicBezTo>
                <a:lnTo>
                  <a:pt x="44144" y="374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Text u">
            <a:extLst xmlns:a="http://schemas.openxmlformats.org/drawingml/2006/main">
              <a:ext uri="{FF2B5EF4-FFF2-40B4-BE49-F238E27FC236}">
                <a16:creationId xmlns:a16="http://schemas.microsoft.com/office/drawing/2014/main" id="{1D7AE2C8-59A7-4AE6-8EA7-4FEE5800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430" y="2182902"/>
            <a:ext cx="71432" cy="58269"/>
          </a:xfrm>
          <a:custGeom xmlns:a="http://schemas.openxmlformats.org/drawingml/2006/main">
            <a:pathLst>
              <a:path w="71432" h="58269">
                <a:moveTo>
                  <a:pt x="58825" y="31673"/>
                </a:moveTo>
                <a:cubicBezTo>
                  <a:pt x="59419" y="34713"/>
                  <a:pt x="59956" y="37167"/>
                  <a:pt x="60436" y="39036"/>
                </a:cubicBezTo>
                <a:cubicBezTo>
                  <a:pt x="60916" y="40905"/>
                  <a:pt x="61540" y="42323"/>
                  <a:pt x="62306" y="43290"/>
                </a:cubicBezTo>
                <a:cubicBezTo>
                  <a:pt x="63073" y="44256"/>
                  <a:pt x="64052" y="44834"/>
                  <a:pt x="65243" y="45024"/>
                </a:cubicBezTo>
                <a:cubicBezTo>
                  <a:pt x="66435" y="45214"/>
                  <a:pt x="68032" y="45114"/>
                  <a:pt x="70033" y="44723"/>
                </a:cubicBezTo>
                <a:cubicBezTo>
                  <a:pt x="70329" y="44665"/>
                  <a:pt x="70603" y="44785"/>
                  <a:pt x="70853" y="45082"/>
                </a:cubicBezTo>
                <a:cubicBezTo>
                  <a:pt x="71104" y="45380"/>
                  <a:pt x="71273" y="45751"/>
                  <a:pt x="71360" y="46197"/>
                </a:cubicBezTo>
                <a:cubicBezTo>
                  <a:pt x="71432" y="46567"/>
                  <a:pt x="71431" y="46952"/>
                  <a:pt x="71355" y="47352"/>
                </a:cubicBezTo>
                <a:cubicBezTo>
                  <a:pt x="71279" y="47752"/>
                  <a:pt x="71056" y="47988"/>
                  <a:pt x="70685" y="48061"/>
                </a:cubicBezTo>
                <a:cubicBezTo>
                  <a:pt x="70092" y="48177"/>
                  <a:pt x="69595" y="48293"/>
                  <a:pt x="69194" y="48410"/>
                </a:cubicBezTo>
                <a:cubicBezTo>
                  <a:pt x="68794" y="48526"/>
                  <a:pt x="68393" y="48642"/>
                  <a:pt x="67992" y="48760"/>
                </a:cubicBezTo>
                <a:cubicBezTo>
                  <a:pt x="67592" y="48876"/>
                  <a:pt x="67158" y="49019"/>
                  <a:pt x="66691" y="49188"/>
                </a:cubicBezTo>
                <a:cubicBezTo>
                  <a:pt x="66223" y="49356"/>
                  <a:pt x="65626" y="49549"/>
                  <a:pt x="64900" y="49767"/>
                </a:cubicBezTo>
                <a:cubicBezTo>
                  <a:pt x="64320" y="49958"/>
                  <a:pt x="63515" y="50269"/>
                  <a:pt x="62484" y="50702"/>
                </a:cubicBezTo>
                <a:cubicBezTo>
                  <a:pt x="61452" y="51134"/>
                  <a:pt x="60402" y="51569"/>
                  <a:pt x="59333" y="52008"/>
                </a:cubicBezTo>
                <a:cubicBezTo>
                  <a:pt x="58265" y="52448"/>
                  <a:pt x="57263" y="52836"/>
                  <a:pt x="56328" y="53173"/>
                </a:cubicBezTo>
                <a:cubicBezTo>
                  <a:pt x="55393" y="53509"/>
                  <a:pt x="54778" y="53706"/>
                  <a:pt x="54481" y="53764"/>
                </a:cubicBezTo>
                <a:cubicBezTo>
                  <a:pt x="53146" y="54025"/>
                  <a:pt x="52073" y="52080"/>
                  <a:pt x="51262" y="47928"/>
                </a:cubicBezTo>
                <a:cubicBezTo>
                  <a:pt x="51234" y="47779"/>
                  <a:pt x="51141" y="47702"/>
                  <a:pt x="50986" y="47694"/>
                </a:cubicBezTo>
                <a:cubicBezTo>
                  <a:pt x="50831" y="47686"/>
                  <a:pt x="50693" y="47770"/>
                  <a:pt x="50574" y="47948"/>
                </a:cubicBezTo>
                <a:cubicBezTo>
                  <a:pt x="48294" y="50856"/>
                  <a:pt x="45854" y="53045"/>
                  <a:pt x="43254" y="54514"/>
                </a:cubicBezTo>
                <a:cubicBezTo>
                  <a:pt x="40656" y="55984"/>
                  <a:pt x="38059" y="56972"/>
                  <a:pt x="35464" y="57479"/>
                </a:cubicBezTo>
                <a:cubicBezTo>
                  <a:pt x="32053" y="58145"/>
                  <a:pt x="29152" y="58269"/>
                  <a:pt x="26761" y="57852"/>
                </a:cubicBezTo>
                <a:cubicBezTo>
                  <a:pt x="24371" y="57433"/>
                  <a:pt x="22386" y="56532"/>
                  <a:pt x="20807" y="55146"/>
                </a:cubicBezTo>
                <a:cubicBezTo>
                  <a:pt x="19228" y="53761"/>
                  <a:pt x="17944" y="51915"/>
                  <a:pt x="16954" y="49608"/>
                </a:cubicBezTo>
                <a:cubicBezTo>
                  <a:pt x="15964" y="47300"/>
                  <a:pt x="15172" y="44626"/>
                  <a:pt x="14579" y="41586"/>
                </a:cubicBezTo>
                <a:lnTo>
                  <a:pt x="12124" y="29018"/>
                </a:lnTo>
                <a:cubicBezTo>
                  <a:pt x="11501" y="25830"/>
                  <a:pt x="10942" y="23361"/>
                  <a:pt x="10446" y="21610"/>
                </a:cubicBezTo>
                <a:cubicBezTo>
                  <a:pt x="9950" y="19860"/>
                  <a:pt x="9356" y="18590"/>
                  <a:pt x="8663" y="17803"/>
                </a:cubicBezTo>
                <a:cubicBezTo>
                  <a:pt x="7971" y="17014"/>
                  <a:pt x="7077" y="16572"/>
                  <a:pt x="5980" y="16479"/>
                </a:cubicBezTo>
                <a:cubicBezTo>
                  <a:pt x="4885" y="16385"/>
                  <a:pt x="3426" y="16401"/>
                  <a:pt x="1603" y="16527"/>
                </a:cubicBezTo>
                <a:cubicBezTo>
                  <a:pt x="1232" y="16599"/>
                  <a:pt x="918" y="16468"/>
                  <a:pt x="660" y="16133"/>
                </a:cubicBezTo>
                <a:cubicBezTo>
                  <a:pt x="403" y="15798"/>
                  <a:pt x="219" y="15449"/>
                  <a:pt x="110" y="15087"/>
                </a:cubicBezTo>
                <a:cubicBezTo>
                  <a:pt x="0" y="14723"/>
                  <a:pt x="2" y="14337"/>
                  <a:pt x="115" y="13930"/>
                </a:cubicBezTo>
                <a:cubicBezTo>
                  <a:pt x="228" y="13523"/>
                  <a:pt x="507" y="13276"/>
                  <a:pt x="951" y="13189"/>
                </a:cubicBezTo>
                <a:cubicBezTo>
                  <a:pt x="1678" y="12971"/>
                  <a:pt x="2638" y="12668"/>
                  <a:pt x="3832" y="12281"/>
                </a:cubicBezTo>
                <a:cubicBezTo>
                  <a:pt x="5027" y="11894"/>
                  <a:pt x="6300" y="11414"/>
                  <a:pt x="7651" y="10843"/>
                </a:cubicBezTo>
                <a:cubicBezTo>
                  <a:pt x="9001" y="10270"/>
                  <a:pt x="10403" y="9669"/>
                  <a:pt x="11858" y="9040"/>
                </a:cubicBezTo>
                <a:cubicBezTo>
                  <a:pt x="13313" y="8409"/>
                  <a:pt x="14672" y="7778"/>
                  <a:pt x="15934" y="7146"/>
                </a:cubicBezTo>
                <a:cubicBezTo>
                  <a:pt x="16914" y="6647"/>
                  <a:pt x="17651" y="6676"/>
                  <a:pt x="18145" y="7234"/>
                </a:cubicBezTo>
                <a:cubicBezTo>
                  <a:pt x="18639" y="7791"/>
                  <a:pt x="18930" y="8293"/>
                  <a:pt x="19016" y="8737"/>
                </a:cubicBezTo>
                <a:lnTo>
                  <a:pt x="24186" y="35206"/>
                </a:lnTo>
                <a:cubicBezTo>
                  <a:pt x="24765" y="38171"/>
                  <a:pt x="25387" y="40667"/>
                  <a:pt x="26052" y="42692"/>
                </a:cubicBezTo>
                <a:cubicBezTo>
                  <a:pt x="26717" y="44717"/>
                  <a:pt x="27514" y="46332"/>
                  <a:pt x="28441" y="47537"/>
                </a:cubicBezTo>
                <a:cubicBezTo>
                  <a:pt x="29369" y="48740"/>
                  <a:pt x="30484" y="49523"/>
                  <a:pt x="31785" y="49886"/>
                </a:cubicBezTo>
                <a:cubicBezTo>
                  <a:pt x="33088" y="50247"/>
                  <a:pt x="34629" y="50253"/>
                  <a:pt x="36408" y="49906"/>
                </a:cubicBezTo>
                <a:cubicBezTo>
                  <a:pt x="38929" y="49413"/>
                  <a:pt x="41474" y="48455"/>
                  <a:pt x="44044" y="47030"/>
                </a:cubicBezTo>
                <a:cubicBezTo>
                  <a:pt x="46613" y="45604"/>
                  <a:pt x="48479" y="44123"/>
                  <a:pt x="49642" y="42587"/>
                </a:cubicBezTo>
                <a:cubicBezTo>
                  <a:pt x="49821" y="42321"/>
                  <a:pt x="49871" y="41888"/>
                  <a:pt x="49791" y="41288"/>
                </a:cubicBezTo>
                <a:cubicBezTo>
                  <a:pt x="49713" y="40688"/>
                  <a:pt x="49645" y="40240"/>
                  <a:pt x="49587" y="39943"/>
                </a:cubicBezTo>
                <a:lnTo>
                  <a:pt x="46155" y="22371"/>
                </a:lnTo>
                <a:cubicBezTo>
                  <a:pt x="45532" y="19183"/>
                  <a:pt x="45009" y="16707"/>
                  <a:pt x="44587" y="14942"/>
                </a:cubicBezTo>
                <a:cubicBezTo>
                  <a:pt x="44166" y="13177"/>
                  <a:pt x="43646" y="11893"/>
                  <a:pt x="43028" y="11091"/>
                </a:cubicBezTo>
                <a:cubicBezTo>
                  <a:pt x="42410" y="10287"/>
                  <a:pt x="41608" y="9828"/>
                  <a:pt x="40624" y="9712"/>
                </a:cubicBezTo>
                <a:cubicBezTo>
                  <a:pt x="39639" y="9597"/>
                  <a:pt x="38236" y="9602"/>
                  <a:pt x="36413" y="9728"/>
                </a:cubicBezTo>
                <a:cubicBezTo>
                  <a:pt x="36027" y="9726"/>
                  <a:pt x="35709" y="9576"/>
                  <a:pt x="35458" y="9278"/>
                </a:cubicBezTo>
                <a:cubicBezTo>
                  <a:pt x="35207" y="8981"/>
                  <a:pt x="35024" y="8632"/>
                  <a:pt x="34907" y="8232"/>
                </a:cubicBezTo>
                <a:cubicBezTo>
                  <a:pt x="34791" y="7831"/>
                  <a:pt x="34792" y="7445"/>
                  <a:pt x="34912" y="7075"/>
                </a:cubicBezTo>
                <a:cubicBezTo>
                  <a:pt x="35032" y="6705"/>
                  <a:pt x="35315" y="6477"/>
                  <a:pt x="35761" y="6390"/>
                </a:cubicBezTo>
                <a:cubicBezTo>
                  <a:pt x="38401" y="5720"/>
                  <a:pt x="40782" y="4909"/>
                  <a:pt x="42905" y="3957"/>
                </a:cubicBezTo>
                <a:cubicBezTo>
                  <a:pt x="45028" y="3003"/>
                  <a:pt x="47381" y="1851"/>
                  <a:pt x="49965" y="499"/>
                </a:cubicBezTo>
                <a:cubicBezTo>
                  <a:pt x="50945" y="0"/>
                  <a:pt x="51681" y="29"/>
                  <a:pt x="52176" y="587"/>
                </a:cubicBezTo>
                <a:cubicBezTo>
                  <a:pt x="52670" y="1145"/>
                  <a:pt x="52960" y="1646"/>
                  <a:pt x="53047" y="2090"/>
                </a:cubicBezTo>
                <a:lnTo>
                  <a:pt x="58825" y="316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Text s">
            <a:extLst xmlns:a="http://schemas.openxmlformats.org/drawingml/2006/main">
              <a:ext uri="{FF2B5EF4-FFF2-40B4-BE49-F238E27FC236}">
                <a16:creationId xmlns:a16="http://schemas.microsoft.com/office/drawing/2014/main" id="{223D3DC9-2F34-4CB1-9221-01478E18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928" y="2173218"/>
            <a:ext cx="43732" cy="58544"/>
          </a:xfrm>
          <a:custGeom xmlns:a="http://schemas.openxmlformats.org/drawingml/2006/main">
            <a:pathLst>
              <a:path w="43732" h="58544">
                <a:moveTo>
                  <a:pt x="33032" y="609"/>
                </a:moveTo>
                <a:cubicBezTo>
                  <a:pt x="32969" y="1468"/>
                  <a:pt x="32961" y="2509"/>
                  <a:pt x="33008" y="3732"/>
                </a:cubicBezTo>
                <a:cubicBezTo>
                  <a:pt x="33054" y="4954"/>
                  <a:pt x="33207" y="6232"/>
                  <a:pt x="33468" y="7567"/>
                </a:cubicBezTo>
                <a:cubicBezTo>
                  <a:pt x="33743" y="8976"/>
                  <a:pt x="34066" y="10433"/>
                  <a:pt x="34436" y="11939"/>
                </a:cubicBezTo>
                <a:cubicBezTo>
                  <a:pt x="34808" y="13444"/>
                  <a:pt x="35073" y="14604"/>
                  <a:pt x="35232" y="15420"/>
                </a:cubicBezTo>
                <a:cubicBezTo>
                  <a:pt x="35276" y="15642"/>
                  <a:pt x="35164" y="15857"/>
                  <a:pt x="34896" y="16063"/>
                </a:cubicBezTo>
                <a:cubicBezTo>
                  <a:pt x="34629" y="16269"/>
                  <a:pt x="34313" y="16427"/>
                  <a:pt x="33950" y="16537"/>
                </a:cubicBezTo>
                <a:cubicBezTo>
                  <a:pt x="33587" y="16645"/>
                  <a:pt x="33246" y="16673"/>
                  <a:pt x="32926" y="16620"/>
                </a:cubicBezTo>
                <a:cubicBezTo>
                  <a:pt x="32608" y="16567"/>
                  <a:pt x="32391" y="16437"/>
                  <a:pt x="32274" y="16228"/>
                </a:cubicBezTo>
                <a:cubicBezTo>
                  <a:pt x="30691" y="12459"/>
                  <a:pt x="28766" y="9698"/>
                  <a:pt x="26499" y="7947"/>
                </a:cubicBezTo>
                <a:cubicBezTo>
                  <a:pt x="24233" y="6196"/>
                  <a:pt x="21061" y="5718"/>
                  <a:pt x="16984" y="6515"/>
                </a:cubicBezTo>
                <a:cubicBezTo>
                  <a:pt x="14241" y="7050"/>
                  <a:pt x="12113" y="8178"/>
                  <a:pt x="10602" y="9898"/>
                </a:cubicBezTo>
                <a:cubicBezTo>
                  <a:pt x="9090" y="11617"/>
                  <a:pt x="8559" y="13626"/>
                  <a:pt x="9008" y="15924"/>
                </a:cubicBezTo>
                <a:cubicBezTo>
                  <a:pt x="9384" y="17851"/>
                  <a:pt x="10415" y="19189"/>
                  <a:pt x="12099" y="19938"/>
                </a:cubicBezTo>
                <a:cubicBezTo>
                  <a:pt x="13785" y="20686"/>
                  <a:pt x="15938" y="21266"/>
                  <a:pt x="18559" y="21678"/>
                </a:cubicBezTo>
                <a:cubicBezTo>
                  <a:pt x="19670" y="21846"/>
                  <a:pt x="21003" y="22067"/>
                  <a:pt x="22558" y="22342"/>
                </a:cubicBezTo>
                <a:cubicBezTo>
                  <a:pt x="24112" y="22615"/>
                  <a:pt x="25370" y="22849"/>
                  <a:pt x="26331" y="23046"/>
                </a:cubicBezTo>
                <a:cubicBezTo>
                  <a:pt x="28433" y="23559"/>
                  <a:pt x="30412" y="24135"/>
                  <a:pt x="32268" y="24774"/>
                </a:cubicBezTo>
                <a:cubicBezTo>
                  <a:pt x="34124" y="25412"/>
                  <a:pt x="35791" y="26260"/>
                  <a:pt x="37267" y="27319"/>
                </a:cubicBezTo>
                <a:cubicBezTo>
                  <a:pt x="38745" y="28376"/>
                  <a:pt x="39995" y="29652"/>
                  <a:pt x="41017" y="31146"/>
                </a:cubicBezTo>
                <a:cubicBezTo>
                  <a:pt x="42040" y="32639"/>
                  <a:pt x="42762" y="34461"/>
                  <a:pt x="43182" y="36612"/>
                </a:cubicBezTo>
                <a:cubicBezTo>
                  <a:pt x="43732" y="39429"/>
                  <a:pt x="43599" y="41899"/>
                  <a:pt x="42781" y="44021"/>
                </a:cubicBezTo>
                <a:cubicBezTo>
                  <a:pt x="41965" y="46143"/>
                  <a:pt x="40742" y="47960"/>
                  <a:pt x="39112" y="49471"/>
                </a:cubicBezTo>
                <a:cubicBezTo>
                  <a:pt x="37483" y="50982"/>
                  <a:pt x="35534" y="52229"/>
                  <a:pt x="33262" y="53210"/>
                </a:cubicBezTo>
                <a:cubicBezTo>
                  <a:pt x="30992" y="54193"/>
                  <a:pt x="28707" y="54909"/>
                  <a:pt x="26408" y="55358"/>
                </a:cubicBezTo>
                <a:cubicBezTo>
                  <a:pt x="24480" y="55734"/>
                  <a:pt x="22287" y="55932"/>
                  <a:pt x="19827" y="55951"/>
                </a:cubicBezTo>
                <a:cubicBezTo>
                  <a:pt x="17368" y="55969"/>
                  <a:pt x="15169" y="55745"/>
                  <a:pt x="13230" y="55277"/>
                </a:cubicBezTo>
                <a:cubicBezTo>
                  <a:pt x="12757" y="55215"/>
                  <a:pt x="12308" y="55380"/>
                  <a:pt x="11884" y="55770"/>
                </a:cubicBezTo>
                <a:cubicBezTo>
                  <a:pt x="11460" y="56161"/>
                  <a:pt x="11254" y="56779"/>
                  <a:pt x="11265" y="57623"/>
                </a:cubicBezTo>
                <a:cubicBezTo>
                  <a:pt x="11308" y="57846"/>
                  <a:pt x="11170" y="58027"/>
                  <a:pt x="10851" y="58166"/>
                </a:cubicBezTo>
                <a:cubicBezTo>
                  <a:pt x="10532" y="58305"/>
                  <a:pt x="10187" y="58412"/>
                  <a:pt x="9816" y="58484"/>
                </a:cubicBezTo>
                <a:cubicBezTo>
                  <a:pt x="9519" y="58542"/>
                  <a:pt x="9212" y="58544"/>
                  <a:pt x="8894" y="58490"/>
                </a:cubicBezTo>
                <a:cubicBezTo>
                  <a:pt x="8575" y="58437"/>
                  <a:pt x="8395" y="58299"/>
                  <a:pt x="8352" y="58078"/>
                </a:cubicBezTo>
                <a:cubicBezTo>
                  <a:pt x="8236" y="57484"/>
                  <a:pt x="8150" y="56654"/>
                  <a:pt x="8096" y="55587"/>
                </a:cubicBezTo>
                <a:cubicBezTo>
                  <a:pt x="8041" y="54520"/>
                  <a:pt x="7927" y="53541"/>
                  <a:pt x="7753" y="52652"/>
                </a:cubicBezTo>
                <a:cubicBezTo>
                  <a:pt x="7579" y="51762"/>
                  <a:pt x="7332" y="50790"/>
                  <a:pt x="7010" y="49737"/>
                </a:cubicBezTo>
                <a:cubicBezTo>
                  <a:pt x="6689" y="48684"/>
                  <a:pt x="6372" y="47650"/>
                  <a:pt x="6058" y="46634"/>
                </a:cubicBezTo>
                <a:cubicBezTo>
                  <a:pt x="5745" y="45617"/>
                  <a:pt x="5471" y="44708"/>
                  <a:pt x="5237" y="43907"/>
                </a:cubicBezTo>
                <a:cubicBezTo>
                  <a:pt x="5004" y="43106"/>
                  <a:pt x="4851" y="42520"/>
                  <a:pt x="4779" y="42149"/>
                </a:cubicBezTo>
                <a:cubicBezTo>
                  <a:pt x="4721" y="41852"/>
                  <a:pt x="4826" y="41601"/>
                  <a:pt x="5093" y="41395"/>
                </a:cubicBezTo>
                <a:cubicBezTo>
                  <a:pt x="5361" y="41189"/>
                  <a:pt x="5676" y="41032"/>
                  <a:pt x="6039" y="40923"/>
                </a:cubicBezTo>
                <a:cubicBezTo>
                  <a:pt x="6402" y="40813"/>
                  <a:pt x="6762" y="40781"/>
                  <a:pt x="7117" y="40827"/>
                </a:cubicBezTo>
                <a:cubicBezTo>
                  <a:pt x="7473" y="40873"/>
                  <a:pt x="7717" y="41036"/>
                  <a:pt x="7849" y="41318"/>
                </a:cubicBezTo>
                <a:cubicBezTo>
                  <a:pt x="8787" y="43368"/>
                  <a:pt x="9824" y="45128"/>
                  <a:pt x="10958" y="46600"/>
                </a:cubicBezTo>
                <a:cubicBezTo>
                  <a:pt x="12092" y="48071"/>
                  <a:pt x="13379" y="49244"/>
                  <a:pt x="14820" y="50118"/>
                </a:cubicBezTo>
                <a:cubicBezTo>
                  <a:pt x="16261" y="50991"/>
                  <a:pt x="17907" y="51536"/>
                  <a:pt x="19758" y="51752"/>
                </a:cubicBezTo>
                <a:cubicBezTo>
                  <a:pt x="21609" y="51967"/>
                  <a:pt x="23757" y="51836"/>
                  <a:pt x="26204" y="51358"/>
                </a:cubicBezTo>
                <a:cubicBezTo>
                  <a:pt x="28873" y="50837"/>
                  <a:pt x="30897" y="49672"/>
                  <a:pt x="32274" y="47863"/>
                </a:cubicBezTo>
                <a:cubicBezTo>
                  <a:pt x="33653" y="46054"/>
                  <a:pt x="34082" y="43815"/>
                  <a:pt x="33561" y="41146"/>
                </a:cubicBezTo>
                <a:cubicBezTo>
                  <a:pt x="33098" y="38774"/>
                  <a:pt x="31898" y="37065"/>
                  <a:pt x="29961" y="36020"/>
                </a:cubicBezTo>
                <a:cubicBezTo>
                  <a:pt x="28026" y="34973"/>
                  <a:pt x="25844" y="34148"/>
                  <a:pt x="23417" y="33544"/>
                </a:cubicBezTo>
                <a:cubicBezTo>
                  <a:pt x="22292" y="33302"/>
                  <a:pt x="21149" y="33064"/>
                  <a:pt x="19987" y="32829"/>
                </a:cubicBezTo>
                <a:cubicBezTo>
                  <a:pt x="18825" y="32594"/>
                  <a:pt x="17645" y="32363"/>
                  <a:pt x="16446" y="32136"/>
                </a:cubicBezTo>
                <a:cubicBezTo>
                  <a:pt x="14684" y="31787"/>
                  <a:pt x="12938" y="31417"/>
                  <a:pt x="11206" y="31024"/>
                </a:cubicBezTo>
                <a:cubicBezTo>
                  <a:pt x="9475" y="30631"/>
                  <a:pt x="7896" y="30034"/>
                  <a:pt x="6469" y="29235"/>
                </a:cubicBezTo>
                <a:cubicBezTo>
                  <a:pt x="5043" y="28435"/>
                  <a:pt x="3807" y="27329"/>
                  <a:pt x="2762" y="25917"/>
                </a:cubicBezTo>
                <a:cubicBezTo>
                  <a:pt x="1717" y="24505"/>
                  <a:pt x="970" y="22650"/>
                  <a:pt x="521" y="20351"/>
                </a:cubicBezTo>
                <a:cubicBezTo>
                  <a:pt x="0" y="17683"/>
                  <a:pt x="133" y="15309"/>
                  <a:pt x="919" y="13232"/>
                </a:cubicBezTo>
                <a:cubicBezTo>
                  <a:pt x="1706" y="11153"/>
                  <a:pt x="2895" y="9363"/>
                  <a:pt x="4487" y="7860"/>
                </a:cubicBezTo>
                <a:cubicBezTo>
                  <a:pt x="6079" y="6355"/>
                  <a:pt x="7937" y="5126"/>
                  <a:pt x="10060" y="4173"/>
                </a:cubicBezTo>
                <a:cubicBezTo>
                  <a:pt x="12183" y="3219"/>
                  <a:pt x="14320" y="2532"/>
                  <a:pt x="16470" y="2112"/>
                </a:cubicBezTo>
                <a:cubicBezTo>
                  <a:pt x="18545" y="1707"/>
                  <a:pt x="20428" y="1589"/>
                  <a:pt x="22116" y="1760"/>
                </a:cubicBezTo>
                <a:cubicBezTo>
                  <a:pt x="23804" y="1930"/>
                  <a:pt x="25735" y="2458"/>
                  <a:pt x="27909" y="3341"/>
                </a:cubicBezTo>
                <a:cubicBezTo>
                  <a:pt x="28234" y="3432"/>
                  <a:pt x="28620" y="3338"/>
                  <a:pt x="29066" y="3059"/>
                </a:cubicBezTo>
                <a:cubicBezTo>
                  <a:pt x="29511" y="2779"/>
                  <a:pt x="29781" y="2091"/>
                  <a:pt x="29875" y="995"/>
                </a:cubicBezTo>
                <a:cubicBezTo>
                  <a:pt x="29891" y="684"/>
                  <a:pt x="30077" y="455"/>
                  <a:pt x="30433" y="310"/>
                </a:cubicBezTo>
                <a:cubicBezTo>
                  <a:pt x="30790" y="163"/>
                  <a:pt x="31157" y="71"/>
                  <a:pt x="31535" y="36"/>
                </a:cubicBezTo>
                <a:cubicBezTo>
                  <a:pt x="31913" y="0"/>
                  <a:pt x="32265" y="28"/>
                  <a:pt x="32591" y="119"/>
                </a:cubicBezTo>
                <a:cubicBezTo>
                  <a:pt x="32916" y="209"/>
                  <a:pt x="33063" y="373"/>
                  <a:pt x="33032" y="6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Text e">
            <a:extLst xmlns:a="http://schemas.openxmlformats.org/drawingml/2006/main">
              <a:ext uri="{FF2B5EF4-FFF2-40B4-BE49-F238E27FC236}">
                <a16:creationId xmlns:a16="http://schemas.microsoft.com/office/drawing/2014/main" id="{44348961-1663-473C-A684-AD56EB3F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119" y="2164681"/>
            <a:ext cx="49236" cy="54604"/>
          </a:xfrm>
          <a:custGeom xmlns:a="http://schemas.openxmlformats.org/drawingml/2006/main">
            <a:pathLst>
              <a:path w="49236" h="54604">
                <a:moveTo>
                  <a:pt x="12552" y="26788"/>
                </a:moveTo>
                <a:cubicBezTo>
                  <a:pt x="12181" y="26861"/>
                  <a:pt x="12002" y="27031"/>
                  <a:pt x="12016" y="27298"/>
                </a:cubicBezTo>
                <a:cubicBezTo>
                  <a:pt x="12030" y="27564"/>
                  <a:pt x="12073" y="27883"/>
                  <a:pt x="12146" y="28254"/>
                </a:cubicBezTo>
                <a:cubicBezTo>
                  <a:pt x="12899" y="32109"/>
                  <a:pt x="13962" y="35288"/>
                  <a:pt x="15335" y="37791"/>
                </a:cubicBezTo>
                <a:cubicBezTo>
                  <a:pt x="16709" y="40293"/>
                  <a:pt x="18319" y="42230"/>
                  <a:pt x="20164" y="43602"/>
                </a:cubicBezTo>
                <a:cubicBezTo>
                  <a:pt x="22011" y="44972"/>
                  <a:pt x="24063" y="45822"/>
                  <a:pt x="26321" y="46152"/>
                </a:cubicBezTo>
                <a:cubicBezTo>
                  <a:pt x="28579" y="46480"/>
                  <a:pt x="30931" y="46405"/>
                  <a:pt x="33377" y="45927"/>
                </a:cubicBezTo>
                <a:cubicBezTo>
                  <a:pt x="35897" y="45435"/>
                  <a:pt x="38304" y="44754"/>
                  <a:pt x="40597" y="43883"/>
                </a:cubicBezTo>
                <a:cubicBezTo>
                  <a:pt x="42891" y="43011"/>
                  <a:pt x="44752" y="41704"/>
                  <a:pt x="46182" y="39963"/>
                </a:cubicBezTo>
                <a:cubicBezTo>
                  <a:pt x="46495" y="39594"/>
                  <a:pt x="46863" y="39407"/>
                  <a:pt x="47285" y="39402"/>
                </a:cubicBezTo>
                <a:cubicBezTo>
                  <a:pt x="47707" y="39396"/>
                  <a:pt x="48077" y="39516"/>
                  <a:pt x="48394" y="39761"/>
                </a:cubicBezTo>
                <a:cubicBezTo>
                  <a:pt x="48711" y="40007"/>
                  <a:pt x="48943" y="40309"/>
                  <a:pt x="49089" y="40665"/>
                </a:cubicBezTo>
                <a:cubicBezTo>
                  <a:pt x="49236" y="41022"/>
                  <a:pt x="49227" y="41370"/>
                  <a:pt x="49064" y="41709"/>
                </a:cubicBezTo>
                <a:cubicBezTo>
                  <a:pt x="47299" y="45286"/>
                  <a:pt x="45050" y="47958"/>
                  <a:pt x="42315" y="49724"/>
                </a:cubicBezTo>
                <a:cubicBezTo>
                  <a:pt x="39582" y="51488"/>
                  <a:pt x="36028" y="52798"/>
                  <a:pt x="31653" y="53653"/>
                </a:cubicBezTo>
                <a:cubicBezTo>
                  <a:pt x="27205" y="54521"/>
                  <a:pt x="23238" y="54604"/>
                  <a:pt x="19752" y="53900"/>
                </a:cubicBezTo>
                <a:cubicBezTo>
                  <a:pt x="16266" y="53195"/>
                  <a:pt x="13231" y="51844"/>
                  <a:pt x="10647" y="49847"/>
                </a:cubicBezTo>
                <a:cubicBezTo>
                  <a:pt x="8064" y="47850"/>
                  <a:pt x="5957" y="45337"/>
                  <a:pt x="4326" y="42309"/>
                </a:cubicBezTo>
                <a:cubicBezTo>
                  <a:pt x="2695" y="39279"/>
                  <a:pt x="1510" y="35873"/>
                  <a:pt x="771" y="32091"/>
                </a:cubicBezTo>
                <a:cubicBezTo>
                  <a:pt x="62" y="28458"/>
                  <a:pt x="0" y="24892"/>
                  <a:pt x="586" y="21391"/>
                </a:cubicBezTo>
                <a:cubicBezTo>
                  <a:pt x="1173" y="17890"/>
                  <a:pt x="2346" y="14735"/>
                  <a:pt x="4107" y="11929"/>
                </a:cubicBezTo>
                <a:cubicBezTo>
                  <a:pt x="5868" y="9122"/>
                  <a:pt x="8131" y="6717"/>
                  <a:pt x="10896" y="4715"/>
                </a:cubicBezTo>
                <a:cubicBezTo>
                  <a:pt x="13660" y="2712"/>
                  <a:pt x="16896" y="1348"/>
                  <a:pt x="20603" y="624"/>
                </a:cubicBezTo>
                <a:cubicBezTo>
                  <a:pt x="23717" y="16"/>
                  <a:pt x="26657" y="0"/>
                  <a:pt x="29425" y="576"/>
                </a:cubicBezTo>
                <a:cubicBezTo>
                  <a:pt x="32193" y="1151"/>
                  <a:pt x="34651" y="2210"/>
                  <a:pt x="36800" y="3753"/>
                </a:cubicBezTo>
                <a:cubicBezTo>
                  <a:pt x="38949" y="5296"/>
                  <a:pt x="40781" y="7286"/>
                  <a:pt x="42296" y="9723"/>
                </a:cubicBezTo>
                <a:cubicBezTo>
                  <a:pt x="43811" y="12159"/>
                  <a:pt x="44866" y="14897"/>
                  <a:pt x="45460" y="17936"/>
                </a:cubicBezTo>
                <a:cubicBezTo>
                  <a:pt x="45764" y="19493"/>
                  <a:pt x="45360" y="20380"/>
                  <a:pt x="44248" y="20597"/>
                </a:cubicBezTo>
                <a:lnTo>
                  <a:pt x="12552" y="26788"/>
                </a:lnTo>
                <a:moveTo>
                  <a:pt x="32143" y="18922"/>
                </a:moveTo>
                <a:cubicBezTo>
                  <a:pt x="33181" y="18719"/>
                  <a:pt x="33701" y="18233"/>
                  <a:pt x="33705" y="17463"/>
                </a:cubicBezTo>
                <a:cubicBezTo>
                  <a:pt x="33709" y="16692"/>
                  <a:pt x="33610" y="15787"/>
                  <a:pt x="33407" y="14748"/>
                </a:cubicBezTo>
                <a:cubicBezTo>
                  <a:pt x="33103" y="13192"/>
                  <a:pt x="32569" y="11737"/>
                  <a:pt x="31805" y="10386"/>
                </a:cubicBezTo>
                <a:cubicBezTo>
                  <a:pt x="31040" y="9034"/>
                  <a:pt x="30104" y="7889"/>
                  <a:pt x="28997" y="6951"/>
                </a:cubicBezTo>
                <a:cubicBezTo>
                  <a:pt x="27890" y="6013"/>
                  <a:pt x="26642" y="5333"/>
                  <a:pt x="25251" y="4911"/>
                </a:cubicBezTo>
                <a:cubicBezTo>
                  <a:pt x="23860" y="4490"/>
                  <a:pt x="22349" y="4439"/>
                  <a:pt x="20718" y="4757"/>
                </a:cubicBezTo>
                <a:cubicBezTo>
                  <a:pt x="18716" y="5148"/>
                  <a:pt x="17060" y="5838"/>
                  <a:pt x="15752" y="6825"/>
                </a:cubicBezTo>
                <a:cubicBezTo>
                  <a:pt x="14444" y="7812"/>
                  <a:pt x="13402" y="8978"/>
                  <a:pt x="12625" y="10323"/>
                </a:cubicBezTo>
                <a:cubicBezTo>
                  <a:pt x="11849" y="11667"/>
                  <a:pt x="11354" y="13168"/>
                  <a:pt x="11139" y="14827"/>
                </a:cubicBezTo>
                <a:cubicBezTo>
                  <a:pt x="10924" y="16485"/>
                  <a:pt x="10872" y="18189"/>
                  <a:pt x="10983" y="19937"/>
                </a:cubicBezTo>
                <a:cubicBezTo>
                  <a:pt x="11009" y="20856"/>
                  <a:pt x="11094" y="21590"/>
                  <a:pt x="11239" y="22140"/>
                </a:cubicBezTo>
                <a:cubicBezTo>
                  <a:pt x="11385" y="22688"/>
                  <a:pt x="11606" y="22933"/>
                  <a:pt x="11902" y="22875"/>
                </a:cubicBezTo>
                <a:lnTo>
                  <a:pt x="32143" y="189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4CFFB-258B-40A6-9706-D3A58FC7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457" y="1344877"/>
            <a:ext cx="192140" cy="192140"/>
          </a:xfrm>
          <a:custGeom xmlns:a="http://schemas.openxmlformats.org/drawingml/2006/main">
            <a:pathLst>
              <a:path w="192140" h="192140">
                <a:moveTo>
                  <a:pt x="0" y="0"/>
                </a:moveTo>
                <a:lnTo>
                  <a:pt x="192140" y="0"/>
                </a:lnTo>
                <a:lnTo>
                  <a:pt x="192140" y="192140"/>
                </a:lnTo>
                <a:lnTo>
                  <a:pt x="0" y="1921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50E14-7F58-4BBA-BADB-989CA3F9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457" y="1344877"/>
            <a:ext cx="192139" cy="192139"/>
          </a:xfrm>
          <a:custGeom xmlns:a="http://schemas.openxmlformats.org/drawingml/2006/main">
            <a:pathLst>
              <a:path w="192139" h="192139" fill="none">
                <a:moveTo>
                  <a:pt x="0" y="0"/>
                </a:moveTo>
                <a:lnTo>
                  <a:pt x="192139" y="0"/>
                </a:lnTo>
                <a:lnTo>
                  <a:pt x="192139" y="192139"/>
                </a:lnTo>
                <a:lnTo>
                  <a:pt x="0" y="1921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4E95D9"/>
            </a:solidFill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353F3-AC43-458D-868A-32194981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58" y="1374437"/>
            <a:ext cx="187215" cy="192140"/>
          </a:xfrm>
          <a:custGeom xmlns:a="http://schemas.openxmlformats.org/drawingml/2006/main">
            <a:pathLst>
              <a:path w="187215" h="192140">
                <a:moveTo>
                  <a:pt x="0" y="0"/>
                </a:moveTo>
                <a:lnTo>
                  <a:pt x="187215" y="0"/>
                </a:lnTo>
                <a:lnTo>
                  <a:pt x="187215" y="192140"/>
                </a:lnTo>
                <a:lnTo>
                  <a:pt x="0" y="1921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A7C6B8-3CAF-4286-AAD9-332CB021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458" y="1374437"/>
            <a:ext cx="187214" cy="192139"/>
          </a:xfrm>
          <a:custGeom xmlns:a="http://schemas.openxmlformats.org/drawingml/2006/main">
            <a:pathLst>
              <a:path w="187214" h="192139" fill="none">
                <a:moveTo>
                  <a:pt x="0" y="0"/>
                </a:moveTo>
                <a:lnTo>
                  <a:pt x="187214" y="0"/>
                </a:lnTo>
                <a:lnTo>
                  <a:pt x="187214" y="192139"/>
                </a:lnTo>
                <a:lnTo>
                  <a:pt x="0" y="1921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4E95D9"/>
            </a:solidFill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F15FA-4704-4119-B458-8960C440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446" y="1842468"/>
            <a:ext cx="221698" cy="216773"/>
          </a:xfrm>
          <a:custGeom xmlns:a="http://schemas.openxmlformats.org/drawingml/2006/main">
            <a:pathLst>
              <a:path w="221698" h="216773">
                <a:moveTo>
                  <a:pt x="0" y="108387"/>
                </a:moveTo>
                <a:cubicBezTo>
                  <a:pt x="0" y="48528"/>
                  <a:pt x="49627" y="0"/>
                  <a:pt x="110850" y="0"/>
                </a:cubicBezTo>
                <a:cubicBezTo>
                  <a:pt x="172070" y="0"/>
                  <a:pt x="221698" y="48528"/>
                  <a:pt x="221698" y="108387"/>
                </a:cubicBezTo>
                <a:cubicBezTo>
                  <a:pt x="221698" y="168247"/>
                  <a:pt x="172070" y="216773"/>
                  <a:pt x="110850" y="216773"/>
                </a:cubicBezTo>
                <a:cubicBezTo>
                  <a:pt x="49627" y="216773"/>
                  <a:pt x="0" y="168247"/>
                  <a:pt x="0" y="108387"/>
                </a:cubicBezTo>
                <a:close/>
              </a:path>
            </a:pathLst>
          </a:custGeom>
          <a:solidFill xmlns:a="http://schemas.openxmlformats.org/drawingml/2006/main">
            <a:srgbClr val="F8C1B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AF4D7-AFB1-4C25-9EA3-16B20B5A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447" y="1842468"/>
            <a:ext cx="221700" cy="216773"/>
          </a:xfrm>
          <a:custGeom xmlns:a="http://schemas.openxmlformats.org/drawingml/2006/main">
            <a:pathLst>
              <a:path w="221700" h="216773" fill="none">
                <a:moveTo>
                  <a:pt x="0" y="108387"/>
                </a:moveTo>
                <a:cubicBezTo>
                  <a:pt x="0" y="48526"/>
                  <a:pt x="49629" y="0"/>
                  <a:pt x="110850" y="0"/>
                </a:cubicBezTo>
                <a:cubicBezTo>
                  <a:pt x="172071" y="0"/>
                  <a:pt x="221700" y="48526"/>
                  <a:pt x="221700" y="108387"/>
                </a:cubicBezTo>
                <a:cubicBezTo>
                  <a:pt x="221700" y="168247"/>
                  <a:pt x="172071" y="216773"/>
                  <a:pt x="110850" y="216773"/>
                </a:cubicBezTo>
                <a:cubicBezTo>
                  <a:pt x="49629" y="216773"/>
                  <a:pt x="0" y="168247"/>
                  <a:pt x="0" y="1083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C04F15"/>
            </a:solidFill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81FA1-A301-40AB-BF7F-883F977E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757" y="2309261"/>
            <a:ext cx="249187" cy="249187"/>
          </a:xfrm>
          <a:custGeom xmlns:a="http://schemas.openxmlformats.org/drawingml/2006/main">
            <a:pathLst>
              <a:path w="249187" h="249187">
                <a:moveTo>
                  <a:pt x="27361" y="75051"/>
                </a:moveTo>
                <a:cubicBezTo>
                  <a:pt x="54722" y="21350"/>
                  <a:pt x="120435" y="0"/>
                  <a:pt x="174134" y="27361"/>
                </a:cubicBezTo>
                <a:cubicBezTo>
                  <a:pt x="227835" y="54722"/>
                  <a:pt x="249187" y="120435"/>
                  <a:pt x="221824" y="174134"/>
                </a:cubicBezTo>
                <a:cubicBezTo>
                  <a:pt x="194463" y="227835"/>
                  <a:pt x="128750" y="249187"/>
                  <a:pt x="75051" y="221824"/>
                </a:cubicBezTo>
                <a:cubicBezTo>
                  <a:pt x="21350" y="194463"/>
                  <a:pt x="0" y="128750"/>
                  <a:pt x="27361" y="75051"/>
                </a:cubicBezTo>
                <a:close/>
              </a:path>
            </a:pathLst>
          </a:custGeom>
          <a:solidFill xmlns:a="http://schemas.openxmlformats.org/drawingml/2006/main">
            <a:srgbClr val="BCA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FFD7C-20B4-44C6-ACA1-C6C7EC16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757" y="2309262"/>
            <a:ext cx="249187" cy="249187"/>
          </a:xfrm>
          <a:custGeom xmlns:a="http://schemas.openxmlformats.org/drawingml/2006/main">
            <a:pathLst>
              <a:path w="249187" h="249187" fill="none">
                <a:moveTo>
                  <a:pt x="27361" y="75051"/>
                </a:moveTo>
                <a:cubicBezTo>
                  <a:pt x="54723" y="21352"/>
                  <a:pt x="120436" y="0"/>
                  <a:pt x="174136" y="27361"/>
                </a:cubicBezTo>
                <a:cubicBezTo>
                  <a:pt x="227835" y="54723"/>
                  <a:pt x="249187" y="120436"/>
                  <a:pt x="221826" y="174136"/>
                </a:cubicBezTo>
                <a:cubicBezTo>
                  <a:pt x="194464" y="227835"/>
                  <a:pt x="128751" y="249187"/>
                  <a:pt x="75051" y="221826"/>
                </a:cubicBezTo>
                <a:cubicBezTo>
                  <a:pt x="21352" y="194464"/>
                  <a:pt x="0" y="128751"/>
                  <a:pt x="27361" y="7505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8206E"/>
            </a:solidFill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5A800D-2E26-4D85-8160-A24A96A2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700" y="2130717"/>
            <a:ext cx="235253" cy="235253"/>
          </a:xfrm>
          <a:custGeom xmlns:a="http://schemas.openxmlformats.org/drawingml/2006/main">
            <a:pathLst>
              <a:path w="235253" h="235253">
                <a:moveTo>
                  <a:pt x="10019" y="99488"/>
                </a:moveTo>
                <a:cubicBezTo>
                  <a:pt x="20038" y="40058"/>
                  <a:pt x="76336" y="0"/>
                  <a:pt x="135768" y="10019"/>
                </a:cubicBezTo>
                <a:cubicBezTo>
                  <a:pt x="195197" y="20038"/>
                  <a:pt x="235253" y="76336"/>
                  <a:pt x="225236" y="135765"/>
                </a:cubicBezTo>
                <a:cubicBezTo>
                  <a:pt x="215217" y="195197"/>
                  <a:pt x="158917" y="235253"/>
                  <a:pt x="99488" y="225234"/>
                </a:cubicBezTo>
                <a:cubicBezTo>
                  <a:pt x="40058" y="215217"/>
                  <a:pt x="0" y="158917"/>
                  <a:pt x="10019" y="99488"/>
                </a:cubicBez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46194-0831-45D1-B5DF-D402CB54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700" y="2130718"/>
            <a:ext cx="235252" cy="235252"/>
          </a:xfrm>
          <a:custGeom xmlns:a="http://schemas.openxmlformats.org/drawingml/2006/main">
            <a:pathLst>
              <a:path w="235252" h="235252" fill="none">
                <a:moveTo>
                  <a:pt x="10018" y="99487"/>
                </a:moveTo>
                <a:cubicBezTo>
                  <a:pt x="20037" y="40056"/>
                  <a:pt x="76336" y="0"/>
                  <a:pt x="135766" y="10018"/>
                </a:cubicBezTo>
                <a:cubicBezTo>
                  <a:pt x="195196" y="20037"/>
                  <a:pt x="235252" y="76336"/>
                  <a:pt x="225234" y="135766"/>
                </a:cubicBezTo>
                <a:cubicBezTo>
                  <a:pt x="215216" y="195196"/>
                  <a:pt x="158917" y="235252"/>
                  <a:pt x="99487" y="225234"/>
                </a:cubicBezTo>
                <a:cubicBezTo>
                  <a:pt x="40056" y="215216"/>
                  <a:pt x="0" y="158917"/>
                  <a:pt x="10018" y="994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C04F15"/>
            </a:solidFill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B41B5D-8C9D-4762-98E6-EFA54237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323" y="1906515"/>
            <a:ext cx="216773" cy="216773"/>
          </a:xfrm>
          <a:custGeom xmlns:a="http://schemas.openxmlformats.org/drawingml/2006/main">
            <a:pathLst>
              <a:path w="216773" h="216773">
                <a:moveTo>
                  <a:pt x="0" y="108387"/>
                </a:moveTo>
                <a:cubicBezTo>
                  <a:pt x="0" y="48528"/>
                  <a:pt x="48528" y="0"/>
                  <a:pt x="108387" y="0"/>
                </a:cubicBezTo>
                <a:cubicBezTo>
                  <a:pt x="168247" y="0"/>
                  <a:pt x="216773" y="48528"/>
                  <a:pt x="216773" y="108387"/>
                </a:cubicBezTo>
                <a:cubicBezTo>
                  <a:pt x="216773" y="168247"/>
                  <a:pt x="168247" y="216773"/>
                  <a:pt x="108387" y="216773"/>
                </a:cubicBezTo>
                <a:cubicBezTo>
                  <a:pt x="48528" y="216773"/>
                  <a:pt x="0" y="168247"/>
                  <a:pt x="0" y="108387"/>
                </a:cubicBez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3C1D2-A036-44E5-AFBA-E741FADD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323" y="1906515"/>
            <a:ext cx="216773" cy="216773"/>
          </a:xfrm>
          <a:custGeom xmlns:a="http://schemas.openxmlformats.org/drawingml/2006/main">
            <a:pathLst>
              <a:path w="216773" h="216773" fill="none">
                <a:moveTo>
                  <a:pt x="0" y="108387"/>
                </a:moveTo>
                <a:cubicBezTo>
                  <a:pt x="0" y="48526"/>
                  <a:pt x="48526" y="0"/>
                  <a:pt x="108387" y="0"/>
                </a:cubicBezTo>
                <a:cubicBezTo>
                  <a:pt x="168247" y="0"/>
                  <a:pt x="216773" y="48526"/>
                  <a:pt x="216773" y="108387"/>
                </a:cubicBezTo>
                <a:cubicBezTo>
                  <a:pt x="216773" y="168247"/>
                  <a:pt x="168247" y="216773"/>
                  <a:pt x="108387" y="216773"/>
                </a:cubicBezTo>
                <a:cubicBezTo>
                  <a:pt x="48526" y="216773"/>
                  <a:pt x="0" y="168247"/>
                  <a:pt x="0" y="1083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3B7D23"/>
            </a:solidFill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A47ADE-6B54-4DDE-8B20-5EF17D96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099" y="1832616"/>
            <a:ext cx="192138" cy="192140"/>
          </a:xfrm>
          <a:custGeom xmlns:a="http://schemas.openxmlformats.org/drawingml/2006/main">
            <a:pathLst>
              <a:path w="192138" h="192140">
                <a:moveTo>
                  <a:pt x="0" y="0"/>
                </a:moveTo>
                <a:lnTo>
                  <a:pt x="192138" y="0"/>
                </a:lnTo>
                <a:lnTo>
                  <a:pt x="192138" y="192140"/>
                </a:lnTo>
                <a:lnTo>
                  <a:pt x="0" y="1921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F1EB4A-59F3-42E3-90E7-43D2A322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099" y="1832616"/>
            <a:ext cx="192139" cy="192139"/>
          </a:xfrm>
          <a:custGeom xmlns:a="http://schemas.openxmlformats.org/drawingml/2006/main">
            <a:pathLst>
              <a:path w="192139" h="192139" fill="none">
                <a:moveTo>
                  <a:pt x="0" y="0"/>
                </a:moveTo>
                <a:lnTo>
                  <a:pt x="192139" y="0"/>
                </a:lnTo>
                <a:lnTo>
                  <a:pt x="192139" y="192139"/>
                </a:lnTo>
                <a:lnTo>
                  <a:pt x="0" y="1921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4E95D9"/>
            </a:solidFill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A46ACC-2413-4B74-96BB-A5FF00AD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29" y="3714734"/>
            <a:ext cx="59274" cy="197066"/>
          </a:xfrm>
          <a:custGeom xmlns:a="http://schemas.openxmlformats.org/drawingml/2006/main">
            <a:pathLst>
              <a:path w="59274" h="197066">
                <a:moveTo>
                  <a:pt x="0" y="197066"/>
                </a:moveTo>
                <a:lnTo>
                  <a:pt x="0" y="0"/>
                </a:lnTo>
                <a:lnTo>
                  <a:pt x="59274" y="0"/>
                </a:lnTo>
                <a:lnTo>
                  <a:pt x="59274" y="197066"/>
                </a:lnTo>
                <a:lnTo>
                  <a:pt x="0" y="197066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BEA2B-14DB-409B-B354-ED932234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03" y="3714734"/>
            <a:ext cx="62096" cy="197066"/>
          </a:xfrm>
          <a:custGeom xmlns:a="http://schemas.openxmlformats.org/drawingml/2006/main">
            <a:pathLst>
              <a:path w="62096" h="197066">
                <a:moveTo>
                  <a:pt x="0" y="0"/>
                </a:moveTo>
                <a:lnTo>
                  <a:pt x="62096" y="0"/>
                </a:lnTo>
                <a:lnTo>
                  <a:pt x="62096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71738-61C8-4DA4-9A4E-17DBA1F6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00" y="3714734"/>
            <a:ext cx="493949" cy="197066"/>
          </a:xfrm>
          <a:custGeom xmlns:a="http://schemas.openxmlformats.org/drawingml/2006/main">
            <a:pathLst>
              <a:path w="493949" h="197066">
                <a:moveTo>
                  <a:pt x="0" y="0"/>
                </a:moveTo>
                <a:lnTo>
                  <a:pt x="493949" y="0"/>
                </a:lnTo>
                <a:lnTo>
                  <a:pt x="493949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E1F023-ABEF-45F2-BFBF-D6B555ED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645" y="3714734"/>
            <a:ext cx="270966" cy="197066"/>
          </a:xfrm>
          <a:custGeom xmlns:a="http://schemas.openxmlformats.org/drawingml/2006/main">
            <a:pathLst>
              <a:path w="270966" h="197066">
                <a:moveTo>
                  <a:pt x="0" y="197066"/>
                </a:moveTo>
                <a:lnTo>
                  <a:pt x="0" y="0"/>
                </a:lnTo>
                <a:lnTo>
                  <a:pt x="270966" y="0"/>
                </a:lnTo>
                <a:lnTo>
                  <a:pt x="270966" y="197066"/>
                </a:lnTo>
                <a:lnTo>
                  <a:pt x="0" y="197066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1C602-CAE1-4E84-9DDF-5B80822B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11" y="3714734"/>
            <a:ext cx="62096" cy="197066"/>
          </a:xfrm>
          <a:custGeom xmlns:a="http://schemas.openxmlformats.org/drawingml/2006/main">
            <a:pathLst>
              <a:path w="62096" h="197066">
                <a:moveTo>
                  <a:pt x="0" y="0"/>
                </a:moveTo>
                <a:lnTo>
                  <a:pt x="62096" y="0"/>
                </a:lnTo>
                <a:lnTo>
                  <a:pt x="62096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78AE79-275F-4E2E-BCF9-6D0F2DC4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708" y="3714734"/>
            <a:ext cx="666125" cy="197066"/>
          </a:xfrm>
          <a:custGeom xmlns:a="http://schemas.openxmlformats.org/drawingml/2006/main">
            <a:pathLst>
              <a:path w="666125" h="197066">
                <a:moveTo>
                  <a:pt x="0" y="0"/>
                </a:moveTo>
                <a:lnTo>
                  <a:pt x="666125" y="0"/>
                </a:lnTo>
                <a:lnTo>
                  <a:pt x="666125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7140CC-6EF1-4D70-A379-F2B14D34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833" y="3714734"/>
            <a:ext cx="62096" cy="197066"/>
          </a:xfrm>
          <a:custGeom xmlns:a="http://schemas.openxmlformats.org/drawingml/2006/main">
            <a:pathLst>
              <a:path w="62096" h="197066">
                <a:moveTo>
                  <a:pt x="0" y="0"/>
                </a:moveTo>
                <a:lnTo>
                  <a:pt x="62096" y="0"/>
                </a:lnTo>
                <a:lnTo>
                  <a:pt x="62096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811858-A2E3-4FB7-B5EF-FF7154F4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3930" y="3714734"/>
            <a:ext cx="211692" cy="197066"/>
          </a:xfrm>
          <a:custGeom xmlns:a="http://schemas.openxmlformats.org/drawingml/2006/main">
            <a:pathLst>
              <a:path w="211692" h="197066">
                <a:moveTo>
                  <a:pt x="0" y="197066"/>
                </a:moveTo>
                <a:lnTo>
                  <a:pt x="0" y="0"/>
                </a:lnTo>
                <a:lnTo>
                  <a:pt x="211692" y="0"/>
                </a:lnTo>
                <a:lnTo>
                  <a:pt x="211692" y="197066"/>
                </a:lnTo>
                <a:lnTo>
                  <a:pt x="0" y="197066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B400B-2496-4ADA-ACC9-8525D03E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22" y="3714734"/>
            <a:ext cx="62096" cy="197066"/>
          </a:xfrm>
          <a:custGeom xmlns:a="http://schemas.openxmlformats.org/drawingml/2006/main">
            <a:pathLst>
              <a:path w="62096" h="197066">
                <a:moveTo>
                  <a:pt x="0" y="0"/>
                </a:moveTo>
                <a:lnTo>
                  <a:pt x="62096" y="0"/>
                </a:lnTo>
                <a:lnTo>
                  <a:pt x="62096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AA9D53-198B-4AA8-A463-A99D3370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718" y="3714734"/>
            <a:ext cx="214515" cy="197066"/>
          </a:xfrm>
          <a:custGeom xmlns:a="http://schemas.openxmlformats.org/drawingml/2006/main">
            <a:pathLst>
              <a:path w="214515" h="197066">
                <a:moveTo>
                  <a:pt x="0" y="0"/>
                </a:moveTo>
                <a:lnTo>
                  <a:pt x="214515" y="0"/>
                </a:lnTo>
                <a:lnTo>
                  <a:pt x="214515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4AE468-7360-494B-BCB5-BBCEE613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233" y="3714734"/>
            <a:ext cx="62096" cy="197066"/>
          </a:xfrm>
          <a:custGeom xmlns:a="http://schemas.openxmlformats.org/drawingml/2006/main">
            <a:pathLst>
              <a:path w="62096" h="197066">
                <a:moveTo>
                  <a:pt x="0" y="0"/>
                </a:moveTo>
                <a:lnTo>
                  <a:pt x="62096" y="0"/>
                </a:lnTo>
                <a:lnTo>
                  <a:pt x="62096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440ED-6071-47D7-BFEF-40F8776E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329" y="3714734"/>
            <a:ext cx="228628" cy="197066"/>
          </a:xfrm>
          <a:custGeom xmlns:a="http://schemas.openxmlformats.org/drawingml/2006/main">
            <a:pathLst>
              <a:path w="228628" h="197066">
                <a:moveTo>
                  <a:pt x="0" y="197066"/>
                </a:moveTo>
                <a:lnTo>
                  <a:pt x="0" y="0"/>
                </a:lnTo>
                <a:lnTo>
                  <a:pt x="228628" y="0"/>
                </a:lnTo>
                <a:lnTo>
                  <a:pt x="228628" y="197066"/>
                </a:lnTo>
                <a:lnTo>
                  <a:pt x="0" y="197066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A5728B-783E-448A-969F-F3B56945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957" y="3714734"/>
            <a:ext cx="42338" cy="197066"/>
          </a:xfrm>
          <a:custGeom xmlns:a="http://schemas.openxmlformats.org/drawingml/2006/main">
            <a:pathLst>
              <a:path w="42338" h="197066">
                <a:moveTo>
                  <a:pt x="0" y="197066"/>
                </a:moveTo>
                <a:lnTo>
                  <a:pt x="0" y="0"/>
                </a:lnTo>
                <a:lnTo>
                  <a:pt x="42338" y="0"/>
                </a:lnTo>
                <a:lnTo>
                  <a:pt x="42338" y="197066"/>
                </a:lnTo>
                <a:lnTo>
                  <a:pt x="0" y="197066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C1E66-1CCF-4C63-87EE-FF9F4E22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29" y="3902019"/>
            <a:ext cx="347176" cy="197067"/>
          </a:xfrm>
          <a:custGeom xmlns:a="http://schemas.openxmlformats.org/drawingml/2006/main">
            <a:pathLst>
              <a:path w="347176" h="197067">
                <a:moveTo>
                  <a:pt x="0" y="197067"/>
                </a:moveTo>
                <a:lnTo>
                  <a:pt x="0" y="0"/>
                </a:lnTo>
                <a:lnTo>
                  <a:pt x="347176" y="0"/>
                </a:lnTo>
                <a:lnTo>
                  <a:pt x="347176" y="197067"/>
                </a:lnTo>
                <a:lnTo>
                  <a:pt x="0" y="197067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32E024-817F-4EC3-A23D-8239874F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05" y="3902019"/>
            <a:ext cx="90887" cy="197066"/>
          </a:xfrm>
          <a:custGeom xmlns:a="http://schemas.openxmlformats.org/drawingml/2006/main">
            <a:pathLst>
              <a:path w="90887" h="197066">
                <a:moveTo>
                  <a:pt x="0" y="0"/>
                </a:moveTo>
                <a:lnTo>
                  <a:pt x="90887" y="0"/>
                </a:lnTo>
                <a:lnTo>
                  <a:pt x="90887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8358D5-0D49-4BF4-B960-EC699C3A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92" y="3902019"/>
            <a:ext cx="127015" cy="197067"/>
          </a:xfrm>
          <a:custGeom xmlns:a="http://schemas.openxmlformats.org/drawingml/2006/main">
            <a:pathLst>
              <a:path w="127015" h="197067">
                <a:moveTo>
                  <a:pt x="0" y="197067"/>
                </a:moveTo>
                <a:lnTo>
                  <a:pt x="0" y="0"/>
                </a:lnTo>
                <a:lnTo>
                  <a:pt x="127015" y="0"/>
                </a:lnTo>
                <a:lnTo>
                  <a:pt x="127015" y="197067"/>
                </a:lnTo>
                <a:lnTo>
                  <a:pt x="0" y="197067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860EF-E67C-442F-9A5F-FDAA6408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07" y="3902019"/>
            <a:ext cx="90774" cy="197066"/>
          </a:xfrm>
          <a:custGeom xmlns:a="http://schemas.openxmlformats.org/drawingml/2006/main">
            <a:pathLst>
              <a:path w="90774" h="197066">
                <a:moveTo>
                  <a:pt x="0" y="0"/>
                </a:moveTo>
                <a:lnTo>
                  <a:pt x="90774" y="0"/>
                </a:lnTo>
                <a:lnTo>
                  <a:pt x="90774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7DEA82-FB90-492F-A77F-A2938070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81" y="3902019"/>
            <a:ext cx="177822" cy="197067"/>
          </a:xfrm>
          <a:custGeom xmlns:a="http://schemas.openxmlformats.org/drawingml/2006/main">
            <a:pathLst>
              <a:path w="177822" h="197067">
                <a:moveTo>
                  <a:pt x="0" y="197067"/>
                </a:moveTo>
                <a:lnTo>
                  <a:pt x="0" y="0"/>
                </a:lnTo>
                <a:lnTo>
                  <a:pt x="177822" y="0"/>
                </a:lnTo>
                <a:lnTo>
                  <a:pt x="177822" y="197067"/>
                </a:lnTo>
                <a:lnTo>
                  <a:pt x="0" y="197067"/>
                </a:ln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4D17EF-A845-470E-B8A5-E370C504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676" y="3902019"/>
            <a:ext cx="544755" cy="197066"/>
          </a:xfrm>
          <a:custGeom xmlns:a="http://schemas.openxmlformats.org/drawingml/2006/main">
            <a:pathLst>
              <a:path w="544755" h="197066">
                <a:moveTo>
                  <a:pt x="0" y="0"/>
                </a:moveTo>
                <a:lnTo>
                  <a:pt x="544755" y="0"/>
                </a:lnTo>
                <a:lnTo>
                  <a:pt x="544755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3F88C3-AAB1-4B02-A3FE-1390AD0F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431" y="3902019"/>
            <a:ext cx="90774" cy="197066"/>
          </a:xfrm>
          <a:custGeom xmlns:a="http://schemas.openxmlformats.org/drawingml/2006/main">
            <a:pathLst>
              <a:path w="90774" h="197066">
                <a:moveTo>
                  <a:pt x="0" y="0"/>
                </a:moveTo>
                <a:lnTo>
                  <a:pt x="90774" y="0"/>
                </a:lnTo>
                <a:lnTo>
                  <a:pt x="90774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2F74A3-8E94-4F49-B347-AFB6E52D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205" y="3902019"/>
            <a:ext cx="189112" cy="197066"/>
          </a:xfrm>
          <a:custGeom xmlns:a="http://schemas.openxmlformats.org/drawingml/2006/main">
            <a:pathLst>
              <a:path w="189112" h="197066">
                <a:moveTo>
                  <a:pt x="0" y="0"/>
                </a:moveTo>
                <a:lnTo>
                  <a:pt x="189112" y="0"/>
                </a:lnTo>
                <a:lnTo>
                  <a:pt x="189112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CB03F-C77F-43A7-8A37-0FF548A0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317" y="3902019"/>
            <a:ext cx="90774" cy="197066"/>
          </a:xfrm>
          <a:custGeom xmlns:a="http://schemas.openxmlformats.org/drawingml/2006/main">
            <a:pathLst>
              <a:path w="90774" h="197066">
                <a:moveTo>
                  <a:pt x="0" y="0"/>
                </a:moveTo>
                <a:lnTo>
                  <a:pt x="90774" y="0"/>
                </a:lnTo>
                <a:lnTo>
                  <a:pt x="90774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06700B-0722-473C-87B7-64A1D187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090" y="3902019"/>
            <a:ext cx="259676" cy="197066"/>
          </a:xfrm>
          <a:custGeom xmlns:a="http://schemas.openxmlformats.org/drawingml/2006/main">
            <a:pathLst>
              <a:path w="259676" h="197066">
                <a:moveTo>
                  <a:pt x="0" y="0"/>
                </a:moveTo>
                <a:lnTo>
                  <a:pt x="259676" y="0"/>
                </a:lnTo>
                <a:lnTo>
                  <a:pt x="259676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D1C82A-780D-456C-8C59-5CFB8562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766" y="3902019"/>
            <a:ext cx="90774" cy="197066"/>
          </a:xfrm>
          <a:custGeom xmlns:a="http://schemas.openxmlformats.org/drawingml/2006/main">
            <a:pathLst>
              <a:path w="90774" h="197066">
                <a:moveTo>
                  <a:pt x="0" y="0"/>
                </a:moveTo>
                <a:lnTo>
                  <a:pt x="90774" y="0"/>
                </a:lnTo>
                <a:lnTo>
                  <a:pt x="90774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78EAAC-3FD8-4950-B4B1-CF102D6A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540" y="3902019"/>
            <a:ext cx="327418" cy="197066"/>
          </a:xfrm>
          <a:custGeom xmlns:a="http://schemas.openxmlformats.org/drawingml/2006/main">
            <a:pathLst>
              <a:path w="327418" h="197066">
                <a:moveTo>
                  <a:pt x="0" y="0"/>
                </a:moveTo>
                <a:lnTo>
                  <a:pt x="327418" y="0"/>
                </a:lnTo>
                <a:lnTo>
                  <a:pt x="327418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2C46C-B238-4854-A172-E6CE5030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957" y="3902019"/>
            <a:ext cx="42338" cy="197067"/>
          </a:xfrm>
          <a:custGeom xmlns:a="http://schemas.openxmlformats.org/drawingml/2006/main">
            <a:pathLst>
              <a:path w="42338" h="197067">
                <a:moveTo>
                  <a:pt x="0" y="197067"/>
                </a:moveTo>
                <a:lnTo>
                  <a:pt x="0" y="0"/>
                </a:lnTo>
                <a:lnTo>
                  <a:pt x="42338" y="0"/>
                </a:lnTo>
                <a:lnTo>
                  <a:pt x="42338" y="197067"/>
                </a:lnTo>
                <a:lnTo>
                  <a:pt x="0" y="197067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97B524-91F2-4E47-A9DE-ECB8E07D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29" y="4094087"/>
            <a:ext cx="550400" cy="197066"/>
          </a:xfrm>
          <a:custGeom xmlns:a="http://schemas.openxmlformats.org/drawingml/2006/main">
            <a:pathLst>
              <a:path w="550400" h="197066">
                <a:moveTo>
                  <a:pt x="0" y="197066"/>
                </a:moveTo>
                <a:lnTo>
                  <a:pt x="0" y="0"/>
                </a:lnTo>
                <a:lnTo>
                  <a:pt x="550400" y="0"/>
                </a:lnTo>
                <a:lnTo>
                  <a:pt x="550400" y="197066"/>
                </a:lnTo>
                <a:lnTo>
                  <a:pt x="0" y="197066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74B11F-862C-4ABC-B950-31C6CEC0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30" y="4094087"/>
            <a:ext cx="44258" cy="197066"/>
          </a:xfrm>
          <a:custGeom xmlns:a="http://schemas.openxmlformats.org/drawingml/2006/main">
            <a:pathLst>
              <a:path w="44258" h="197066">
                <a:moveTo>
                  <a:pt x="0" y="0"/>
                </a:moveTo>
                <a:lnTo>
                  <a:pt x="44258" y="0"/>
                </a:lnTo>
                <a:lnTo>
                  <a:pt x="44258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FE1CB2-1D59-42F6-BF05-33CB0324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88" y="4094087"/>
            <a:ext cx="135483" cy="197066"/>
          </a:xfrm>
          <a:custGeom xmlns:a="http://schemas.openxmlformats.org/drawingml/2006/main">
            <a:pathLst>
              <a:path w="135483" h="197066">
                <a:moveTo>
                  <a:pt x="0" y="197066"/>
                </a:moveTo>
                <a:lnTo>
                  <a:pt x="0" y="0"/>
                </a:lnTo>
                <a:lnTo>
                  <a:pt x="135483" y="0"/>
                </a:lnTo>
                <a:lnTo>
                  <a:pt x="135483" y="197066"/>
                </a:lnTo>
                <a:lnTo>
                  <a:pt x="0" y="197066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BFDD30-7356-4410-A6BB-25F4F1AE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71" y="4094087"/>
            <a:ext cx="44371" cy="197066"/>
          </a:xfrm>
          <a:custGeom xmlns:a="http://schemas.openxmlformats.org/drawingml/2006/main">
            <a:pathLst>
              <a:path w="44371" h="197066">
                <a:moveTo>
                  <a:pt x="0" y="0"/>
                </a:moveTo>
                <a:lnTo>
                  <a:pt x="44371" y="0"/>
                </a:lnTo>
                <a:lnTo>
                  <a:pt x="44371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E8F3E7-3F5A-4819-9618-9DEC9EF3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741" y="4094087"/>
            <a:ext cx="347176" cy="197066"/>
          </a:xfrm>
          <a:custGeom xmlns:a="http://schemas.openxmlformats.org/drawingml/2006/main">
            <a:pathLst>
              <a:path w="347176" h="197066">
                <a:moveTo>
                  <a:pt x="0" y="197066"/>
                </a:moveTo>
                <a:lnTo>
                  <a:pt x="0" y="0"/>
                </a:lnTo>
                <a:lnTo>
                  <a:pt x="347176" y="0"/>
                </a:lnTo>
                <a:lnTo>
                  <a:pt x="347176" y="197066"/>
                </a:lnTo>
                <a:lnTo>
                  <a:pt x="0" y="197066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BE3BF-A067-4A44-B5D5-02ED6F43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917" y="4094087"/>
            <a:ext cx="44371" cy="197066"/>
          </a:xfrm>
          <a:custGeom xmlns:a="http://schemas.openxmlformats.org/drawingml/2006/main">
            <a:pathLst>
              <a:path w="44371" h="197066">
                <a:moveTo>
                  <a:pt x="0" y="0"/>
                </a:moveTo>
                <a:lnTo>
                  <a:pt x="44371" y="0"/>
                </a:lnTo>
                <a:lnTo>
                  <a:pt x="44371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C737B-CC17-4987-9218-8B1321FD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288" y="4094087"/>
            <a:ext cx="200402" cy="197066"/>
          </a:xfrm>
          <a:custGeom xmlns:a="http://schemas.openxmlformats.org/drawingml/2006/main">
            <a:pathLst>
              <a:path w="200402" h="197066">
                <a:moveTo>
                  <a:pt x="0" y="0"/>
                </a:moveTo>
                <a:lnTo>
                  <a:pt x="200402" y="0"/>
                </a:lnTo>
                <a:lnTo>
                  <a:pt x="200402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8A742-DAA8-48E6-972B-51894DC5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690" y="4094087"/>
            <a:ext cx="28226" cy="197066"/>
          </a:xfrm>
          <a:custGeom xmlns:a="http://schemas.openxmlformats.org/drawingml/2006/main">
            <a:pathLst>
              <a:path w="28226" h="197066">
                <a:moveTo>
                  <a:pt x="0" y="0"/>
                </a:moveTo>
                <a:lnTo>
                  <a:pt x="28226" y="0"/>
                </a:lnTo>
                <a:lnTo>
                  <a:pt x="28226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DE3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933CB-CEE0-4814-8B29-E66B5748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286" y="4094087"/>
            <a:ext cx="239918" cy="197066"/>
          </a:xfrm>
          <a:custGeom xmlns:a="http://schemas.openxmlformats.org/drawingml/2006/main">
            <a:pathLst>
              <a:path w="239918" h="197066">
                <a:moveTo>
                  <a:pt x="0" y="0"/>
                </a:moveTo>
                <a:lnTo>
                  <a:pt x="239918" y="0"/>
                </a:lnTo>
                <a:lnTo>
                  <a:pt x="239918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70B51-C179-4B3A-B8C1-77EBE377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204" y="4094087"/>
            <a:ext cx="44371" cy="197066"/>
          </a:xfrm>
          <a:custGeom xmlns:a="http://schemas.openxmlformats.org/drawingml/2006/main">
            <a:pathLst>
              <a:path w="44371" h="197066">
                <a:moveTo>
                  <a:pt x="0" y="0"/>
                </a:moveTo>
                <a:lnTo>
                  <a:pt x="44371" y="0"/>
                </a:lnTo>
                <a:lnTo>
                  <a:pt x="44371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20A022-475D-4220-8A72-CA849F46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575" y="4094087"/>
            <a:ext cx="127015" cy="197066"/>
          </a:xfrm>
          <a:custGeom xmlns:a="http://schemas.openxmlformats.org/drawingml/2006/main">
            <a:pathLst>
              <a:path w="127015" h="197066">
                <a:moveTo>
                  <a:pt x="0" y="197066"/>
                </a:moveTo>
                <a:lnTo>
                  <a:pt x="0" y="0"/>
                </a:lnTo>
                <a:lnTo>
                  <a:pt x="127015" y="0"/>
                </a:lnTo>
                <a:lnTo>
                  <a:pt x="127015" y="197066"/>
                </a:lnTo>
                <a:lnTo>
                  <a:pt x="0" y="197066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ADA5F7-F39B-446B-91CA-2E570D18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590" y="4094087"/>
            <a:ext cx="44371" cy="197066"/>
          </a:xfrm>
          <a:custGeom xmlns:a="http://schemas.openxmlformats.org/drawingml/2006/main">
            <a:pathLst>
              <a:path w="44371" h="197066">
                <a:moveTo>
                  <a:pt x="0" y="0"/>
                </a:moveTo>
                <a:lnTo>
                  <a:pt x="44371" y="0"/>
                </a:lnTo>
                <a:lnTo>
                  <a:pt x="44371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C94E68-EC39-4777-BE58-6442331F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961" y="4094087"/>
            <a:ext cx="220160" cy="197066"/>
          </a:xfrm>
          <a:custGeom xmlns:a="http://schemas.openxmlformats.org/drawingml/2006/main">
            <a:pathLst>
              <a:path w="220160" h="197066">
                <a:moveTo>
                  <a:pt x="0" y="197066"/>
                </a:moveTo>
                <a:lnTo>
                  <a:pt x="0" y="0"/>
                </a:lnTo>
                <a:lnTo>
                  <a:pt x="220160" y="0"/>
                </a:lnTo>
                <a:lnTo>
                  <a:pt x="220160" y="197066"/>
                </a:lnTo>
                <a:lnTo>
                  <a:pt x="0" y="197066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D6F769-D9C1-437B-87FA-49533790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121" y="4094087"/>
            <a:ext cx="44371" cy="197066"/>
          </a:xfrm>
          <a:custGeom xmlns:a="http://schemas.openxmlformats.org/drawingml/2006/main">
            <a:pathLst>
              <a:path w="44371" h="197066">
                <a:moveTo>
                  <a:pt x="0" y="0"/>
                </a:moveTo>
                <a:lnTo>
                  <a:pt x="44371" y="0"/>
                </a:lnTo>
                <a:lnTo>
                  <a:pt x="44371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5374CA-0C99-4C25-AF3E-810F8688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491" y="4094087"/>
            <a:ext cx="358466" cy="197066"/>
          </a:xfrm>
          <a:custGeom xmlns:a="http://schemas.openxmlformats.org/drawingml/2006/main">
            <a:pathLst>
              <a:path w="358466" h="197066">
                <a:moveTo>
                  <a:pt x="0" y="0"/>
                </a:moveTo>
                <a:lnTo>
                  <a:pt x="358466" y="0"/>
                </a:lnTo>
                <a:lnTo>
                  <a:pt x="358466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6B246A-F03E-45A6-842C-9E7DDD4C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957" y="4094087"/>
            <a:ext cx="42338" cy="197066"/>
          </a:xfrm>
          <a:custGeom xmlns:a="http://schemas.openxmlformats.org/drawingml/2006/main">
            <a:pathLst>
              <a:path w="42338" h="197066">
                <a:moveTo>
                  <a:pt x="0" y="197066"/>
                </a:moveTo>
                <a:lnTo>
                  <a:pt x="0" y="0"/>
                </a:lnTo>
                <a:lnTo>
                  <a:pt x="42338" y="0"/>
                </a:lnTo>
                <a:lnTo>
                  <a:pt x="42338" y="197066"/>
                </a:lnTo>
                <a:lnTo>
                  <a:pt x="0" y="197066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7A4991-B3E5-4480-977F-D1CC9728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29" y="4281372"/>
            <a:ext cx="316127" cy="197066"/>
          </a:xfrm>
          <a:custGeom xmlns:a="http://schemas.openxmlformats.org/drawingml/2006/main">
            <a:pathLst>
              <a:path w="316127" h="197066">
                <a:moveTo>
                  <a:pt x="0" y="0"/>
                </a:moveTo>
                <a:lnTo>
                  <a:pt x="316127" y="0"/>
                </a:lnTo>
                <a:lnTo>
                  <a:pt x="316127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A5B67-2B14-4CEB-9EE2-A62FC4F7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57" y="4281372"/>
            <a:ext cx="78467" cy="197066"/>
          </a:xfrm>
          <a:custGeom xmlns:a="http://schemas.openxmlformats.org/drawingml/2006/main">
            <a:pathLst>
              <a:path w="78467" h="197066">
                <a:moveTo>
                  <a:pt x="0" y="0"/>
                </a:moveTo>
                <a:lnTo>
                  <a:pt x="78467" y="0"/>
                </a:lnTo>
                <a:lnTo>
                  <a:pt x="78467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2619BE-40AE-418C-9175-8E1693F4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24" y="4281372"/>
            <a:ext cx="358466" cy="197066"/>
          </a:xfrm>
          <a:custGeom xmlns:a="http://schemas.openxmlformats.org/drawingml/2006/main">
            <a:pathLst>
              <a:path w="358466" h="197066">
                <a:moveTo>
                  <a:pt x="0" y="0"/>
                </a:moveTo>
                <a:lnTo>
                  <a:pt x="358466" y="0"/>
                </a:lnTo>
                <a:lnTo>
                  <a:pt x="358466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0F5C8D-90E8-46CF-93E6-36B74963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290" y="4281372"/>
            <a:ext cx="78467" cy="197066"/>
          </a:xfrm>
          <a:custGeom xmlns:a="http://schemas.openxmlformats.org/drawingml/2006/main">
            <a:pathLst>
              <a:path w="78467" h="197066">
                <a:moveTo>
                  <a:pt x="0" y="0"/>
                </a:moveTo>
                <a:lnTo>
                  <a:pt x="78467" y="0"/>
                </a:lnTo>
                <a:lnTo>
                  <a:pt x="78467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814B8-9F79-433F-9062-2D637EC4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57" y="4281372"/>
            <a:ext cx="214515" cy="197066"/>
          </a:xfrm>
          <a:custGeom xmlns:a="http://schemas.openxmlformats.org/drawingml/2006/main">
            <a:pathLst>
              <a:path w="214515" h="197066">
                <a:moveTo>
                  <a:pt x="0" y="0"/>
                </a:moveTo>
                <a:lnTo>
                  <a:pt x="214515" y="0"/>
                </a:lnTo>
                <a:lnTo>
                  <a:pt x="214515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A40DF-C384-4C0D-BEBB-06621726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272" y="4281372"/>
            <a:ext cx="78467" cy="197066"/>
          </a:xfrm>
          <a:custGeom xmlns:a="http://schemas.openxmlformats.org/drawingml/2006/main">
            <a:pathLst>
              <a:path w="78467" h="197066">
                <a:moveTo>
                  <a:pt x="0" y="0"/>
                </a:moveTo>
                <a:lnTo>
                  <a:pt x="78467" y="0"/>
                </a:lnTo>
                <a:lnTo>
                  <a:pt x="78467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66E15-C58F-435D-918D-F14DDCDC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739" y="4281371"/>
            <a:ext cx="533465" cy="197066"/>
          </a:xfrm>
          <a:custGeom xmlns:a="http://schemas.openxmlformats.org/drawingml/2006/main">
            <a:pathLst>
              <a:path w="533465" h="197066">
                <a:moveTo>
                  <a:pt x="0" y="197066"/>
                </a:moveTo>
                <a:lnTo>
                  <a:pt x="0" y="0"/>
                </a:lnTo>
                <a:lnTo>
                  <a:pt x="533465" y="0"/>
                </a:lnTo>
                <a:lnTo>
                  <a:pt x="533465" y="197066"/>
                </a:lnTo>
                <a:lnTo>
                  <a:pt x="0" y="197066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CB4B0F-102C-47BD-90BC-12F81897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204" y="4281372"/>
            <a:ext cx="78467" cy="197066"/>
          </a:xfrm>
          <a:custGeom xmlns:a="http://schemas.openxmlformats.org/drawingml/2006/main">
            <a:pathLst>
              <a:path w="78467" h="197066">
                <a:moveTo>
                  <a:pt x="0" y="0"/>
                </a:moveTo>
                <a:lnTo>
                  <a:pt x="78467" y="0"/>
                </a:lnTo>
                <a:lnTo>
                  <a:pt x="78467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81D859-4F89-4771-91D6-578938B9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72" y="4281372"/>
            <a:ext cx="445965" cy="197066"/>
          </a:xfrm>
          <a:custGeom xmlns:a="http://schemas.openxmlformats.org/drawingml/2006/main">
            <a:pathLst>
              <a:path w="445965" h="197066">
                <a:moveTo>
                  <a:pt x="0" y="0"/>
                </a:moveTo>
                <a:lnTo>
                  <a:pt x="445965" y="0"/>
                </a:lnTo>
                <a:lnTo>
                  <a:pt x="445965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142D0-F923-461C-8B01-0EF6D79A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636" y="4281372"/>
            <a:ext cx="78467" cy="197066"/>
          </a:xfrm>
          <a:custGeom xmlns:a="http://schemas.openxmlformats.org/drawingml/2006/main">
            <a:pathLst>
              <a:path w="78467" h="197066">
                <a:moveTo>
                  <a:pt x="0" y="0"/>
                </a:moveTo>
                <a:lnTo>
                  <a:pt x="78467" y="0"/>
                </a:lnTo>
                <a:lnTo>
                  <a:pt x="78467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41C48-BDFB-48A9-96E5-95669EC2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104" y="4281372"/>
            <a:ext cx="256853" cy="197066"/>
          </a:xfrm>
          <a:custGeom xmlns:a="http://schemas.openxmlformats.org/drawingml/2006/main">
            <a:pathLst>
              <a:path w="256853" h="197066">
                <a:moveTo>
                  <a:pt x="0" y="0"/>
                </a:moveTo>
                <a:lnTo>
                  <a:pt x="256853" y="0"/>
                </a:lnTo>
                <a:lnTo>
                  <a:pt x="256853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734ED-346F-427F-9AC3-5DA392C3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957" y="4281371"/>
            <a:ext cx="42338" cy="197066"/>
          </a:xfrm>
          <a:custGeom xmlns:a="http://schemas.openxmlformats.org/drawingml/2006/main">
            <a:pathLst>
              <a:path w="42338" h="197066">
                <a:moveTo>
                  <a:pt x="0" y="197066"/>
                </a:moveTo>
                <a:lnTo>
                  <a:pt x="0" y="0"/>
                </a:lnTo>
                <a:lnTo>
                  <a:pt x="42338" y="0"/>
                </a:lnTo>
                <a:lnTo>
                  <a:pt x="42338" y="197066"/>
                </a:lnTo>
                <a:lnTo>
                  <a:pt x="0" y="197066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FE90E-857C-4F10-8F3E-0DD83C53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29" y="4473439"/>
            <a:ext cx="589916" cy="197066"/>
          </a:xfrm>
          <a:custGeom xmlns:a="http://schemas.openxmlformats.org/drawingml/2006/main">
            <a:pathLst>
              <a:path w="589916" h="197066">
                <a:moveTo>
                  <a:pt x="0" y="0"/>
                </a:moveTo>
                <a:lnTo>
                  <a:pt x="589916" y="0"/>
                </a:lnTo>
                <a:lnTo>
                  <a:pt x="589916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99CFD-F543-4558-AA80-14D33A34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46" y="4473439"/>
            <a:ext cx="42338" cy="197066"/>
          </a:xfrm>
          <a:custGeom xmlns:a="http://schemas.openxmlformats.org/drawingml/2006/main">
            <a:pathLst>
              <a:path w="42338" h="197066">
                <a:moveTo>
                  <a:pt x="0" y="197066"/>
                </a:moveTo>
                <a:lnTo>
                  <a:pt x="0" y="0"/>
                </a:lnTo>
                <a:lnTo>
                  <a:pt x="42338" y="0"/>
                </a:lnTo>
                <a:lnTo>
                  <a:pt x="42338" y="197066"/>
                </a:lnTo>
                <a:lnTo>
                  <a:pt x="0" y="197066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F633F-7DC0-4711-98FB-045DBE59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84" y="4473439"/>
            <a:ext cx="316127" cy="197066"/>
          </a:xfrm>
          <a:custGeom xmlns:a="http://schemas.openxmlformats.org/drawingml/2006/main">
            <a:pathLst>
              <a:path w="316127" h="197066">
                <a:moveTo>
                  <a:pt x="0" y="0"/>
                </a:moveTo>
                <a:lnTo>
                  <a:pt x="316127" y="0"/>
                </a:lnTo>
                <a:lnTo>
                  <a:pt x="316127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22927-2774-4266-AD3D-D141348F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11" y="4473439"/>
            <a:ext cx="42338" cy="197066"/>
          </a:xfrm>
          <a:custGeom xmlns:a="http://schemas.openxmlformats.org/drawingml/2006/main">
            <a:pathLst>
              <a:path w="42338" h="197066">
                <a:moveTo>
                  <a:pt x="0" y="197066"/>
                </a:moveTo>
                <a:lnTo>
                  <a:pt x="0" y="0"/>
                </a:lnTo>
                <a:lnTo>
                  <a:pt x="42338" y="0"/>
                </a:lnTo>
                <a:lnTo>
                  <a:pt x="42338" y="197066"/>
                </a:lnTo>
                <a:lnTo>
                  <a:pt x="0" y="197066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944A2-0889-46EF-AA0C-C2B5ED4A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950" y="4473439"/>
            <a:ext cx="138306" cy="197066"/>
          </a:xfrm>
          <a:custGeom xmlns:a="http://schemas.openxmlformats.org/drawingml/2006/main">
            <a:pathLst>
              <a:path w="138306" h="197066">
                <a:moveTo>
                  <a:pt x="0" y="0"/>
                </a:moveTo>
                <a:lnTo>
                  <a:pt x="138306" y="0"/>
                </a:lnTo>
                <a:lnTo>
                  <a:pt x="138306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7915E-8CF9-4968-8881-878202FE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256" y="4473439"/>
            <a:ext cx="42338" cy="197066"/>
          </a:xfrm>
          <a:custGeom xmlns:a="http://schemas.openxmlformats.org/drawingml/2006/main">
            <a:pathLst>
              <a:path w="42338" h="197066">
                <a:moveTo>
                  <a:pt x="0" y="197066"/>
                </a:moveTo>
                <a:lnTo>
                  <a:pt x="0" y="0"/>
                </a:lnTo>
                <a:lnTo>
                  <a:pt x="42338" y="0"/>
                </a:lnTo>
                <a:lnTo>
                  <a:pt x="42338" y="197066"/>
                </a:lnTo>
                <a:lnTo>
                  <a:pt x="0" y="197066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7DDD34-B577-454F-A495-07097E14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94" y="4473439"/>
            <a:ext cx="290724" cy="197066"/>
          </a:xfrm>
          <a:custGeom xmlns:a="http://schemas.openxmlformats.org/drawingml/2006/main">
            <a:pathLst>
              <a:path w="290724" h="197066">
                <a:moveTo>
                  <a:pt x="0" y="0"/>
                </a:moveTo>
                <a:lnTo>
                  <a:pt x="290724" y="0"/>
                </a:lnTo>
                <a:lnTo>
                  <a:pt x="290724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B8953-4C0E-4233-9BFD-2ADEB37C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18" y="4473439"/>
            <a:ext cx="42338" cy="197066"/>
          </a:xfrm>
          <a:custGeom xmlns:a="http://schemas.openxmlformats.org/drawingml/2006/main">
            <a:pathLst>
              <a:path w="42338" h="197066">
                <a:moveTo>
                  <a:pt x="0" y="197066"/>
                </a:moveTo>
                <a:lnTo>
                  <a:pt x="0" y="0"/>
                </a:lnTo>
                <a:lnTo>
                  <a:pt x="42338" y="0"/>
                </a:lnTo>
                <a:lnTo>
                  <a:pt x="42338" y="197066"/>
                </a:lnTo>
                <a:lnTo>
                  <a:pt x="0" y="197066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45261-20AE-4F81-9E83-52CC1CE9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657" y="4473439"/>
            <a:ext cx="158064" cy="197066"/>
          </a:xfrm>
          <a:custGeom xmlns:a="http://schemas.openxmlformats.org/drawingml/2006/main">
            <a:pathLst>
              <a:path w="158064" h="197066">
                <a:moveTo>
                  <a:pt x="0" y="0"/>
                </a:moveTo>
                <a:lnTo>
                  <a:pt x="158064" y="0"/>
                </a:lnTo>
                <a:lnTo>
                  <a:pt x="158064" y="197066"/>
                </a:lnTo>
                <a:lnTo>
                  <a:pt x="0" y="19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3E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Text Ibelievethatdriverlesscararenot">
            <a:extLst xmlns:a="http://schemas.openxmlformats.org/drawingml/2006/main">
              <a:ext uri="{FF2B5EF4-FFF2-40B4-BE49-F238E27FC236}">
                <a16:creationId xmlns:a16="http://schemas.microsoft.com/office/drawing/2014/main" id="{B096D2B6-9F90-42DA-A11B-3C25D6CE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70" y="3751999"/>
            <a:ext cx="2513457" cy="112829"/>
          </a:xfrm>
          <a:custGeom xmlns:a="http://schemas.openxmlformats.org/drawingml/2006/main">
            <a:pathLst>
              <a:path w="2513457" h="112829">
                <a:moveTo>
                  <a:pt x="17027" y="27695"/>
                </a:moveTo>
                <a:cubicBezTo>
                  <a:pt x="17027" y="24438"/>
                  <a:pt x="16843" y="21653"/>
                  <a:pt x="16476" y="19340"/>
                </a:cubicBezTo>
                <a:cubicBezTo>
                  <a:pt x="16109" y="17028"/>
                  <a:pt x="15399" y="15136"/>
                  <a:pt x="14347" y="13665"/>
                </a:cubicBezTo>
                <a:cubicBezTo>
                  <a:pt x="13297" y="12193"/>
                  <a:pt x="11799" y="11063"/>
                  <a:pt x="9853" y="10276"/>
                </a:cubicBezTo>
                <a:cubicBezTo>
                  <a:pt x="7910" y="9487"/>
                  <a:pt x="5308" y="8987"/>
                  <a:pt x="2050" y="8777"/>
                </a:cubicBezTo>
                <a:cubicBezTo>
                  <a:pt x="1419" y="8777"/>
                  <a:pt x="946" y="8489"/>
                  <a:pt x="630" y="7911"/>
                </a:cubicBezTo>
                <a:cubicBezTo>
                  <a:pt x="316" y="7332"/>
                  <a:pt x="159" y="6728"/>
                  <a:pt x="159" y="6097"/>
                </a:cubicBezTo>
                <a:cubicBezTo>
                  <a:pt x="159" y="5467"/>
                  <a:pt x="316" y="4889"/>
                  <a:pt x="630" y="4363"/>
                </a:cubicBezTo>
                <a:cubicBezTo>
                  <a:pt x="946" y="3837"/>
                  <a:pt x="1419" y="3574"/>
                  <a:pt x="2050" y="3574"/>
                </a:cubicBezTo>
                <a:cubicBezTo>
                  <a:pt x="5414" y="3574"/>
                  <a:pt x="9250" y="3732"/>
                  <a:pt x="13558" y="4048"/>
                </a:cubicBezTo>
                <a:cubicBezTo>
                  <a:pt x="17867" y="4362"/>
                  <a:pt x="21914" y="4519"/>
                  <a:pt x="25699" y="4519"/>
                </a:cubicBezTo>
                <a:cubicBezTo>
                  <a:pt x="27906" y="4519"/>
                  <a:pt x="29981" y="4467"/>
                  <a:pt x="31925" y="4363"/>
                </a:cubicBezTo>
                <a:cubicBezTo>
                  <a:pt x="33870" y="4257"/>
                  <a:pt x="35762" y="4152"/>
                  <a:pt x="37602" y="4048"/>
                </a:cubicBezTo>
                <a:cubicBezTo>
                  <a:pt x="39441" y="3942"/>
                  <a:pt x="41306" y="3837"/>
                  <a:pt x="43197" y="3733"/>
                </a:cubicBezTo>
                <a:cubicBezTo>
                  <a:pt x="45090" y="3627"/>
                  <a:pt x="47139" y="3574"/>
                  <a:pt x="49346" y="3574"/>
                </a:cubicBezTo>
                <a:cubicBezTo>
                  <a:pt x="49976" y="3574"/>
                  <a:pt x="50423" y="3837"/>
                  <a:pt x="50686" y="4363"/>
                </a:cubicBezTo>
                <a:cubicBezTo>
                  <a:pt x="50949" y="4889"/>
                  <a:pt x="51054" y="5467"/>
                  <a:pt x="51001" y="6097"/>
                </a:cubicBezTo>
                <a:cubicBezTo>
                  <a:pt x="50950" y="6728"/>
                  <a:pt x="50766" y="7332"/>
                  <a:pt x="50450" y="7911"/>
                </a:cubicBezTo>
                <a:cubicBezTo>
                  <a:pt x="50134" y="8489"/>
                  <a:pt x="49714" y="8777"/>
                  <a:pt x="49190" y="8777"/>
                </a:cubicBezTo>
                <a:cubicBezTo>
                  <a:pt x="45931" y="8987"/>
                  <a:pt x="43303" y="9434"/>
                  <a:pt x="41306" y="10117"/>
                </a:cubicBezTo>
                <a:cubicBezTo>
                  <a:pt x="39310" y="10800"/>
                  <a:pt x="37785" y="11852"/>
                  <a:pt x="36733" y="13271"/>
                </a:cubicBezTo>
                <a:cubicBezTo>
                  <a:pt x="35683" y="14689"/>
                  <a:pt x="35000" y="16554"/>
                  <a:pt x="34684" y="18866"/>
                </a:cubicBezTo>
                <a:cubicBezTo>
                  <a:pt x="34370" y="21179"/>
                  <a:pt x="34212" y="24122"/>
                  <a:pt x="34212" y="27695"/>
                </a:cubicBezTo>
                <a:lnTo>
                  <a:pt x="34212" y="89495"/>
                </a:lnTo>
                <a:cubicBezTo>
                  <a:pt x="34212" y="92963"/>
                  <a:pt x="34422" y="95671"/>
                  <a:pt x="34843" y="97616"/>
                </a:cubicBezTo>
                <a:cubicBezTo>
                  <a:pt x="35263" y="99560"/>
                  <a:pt x="36025" y="101057"/>
                  <a:pt x="37128" y="102110"/>
                </a:cubicBezTo>
                <a:cubicBezTo>
                  <a:pt x="38231" y="103160"/>
                  <a:pt x="39781" y="103922"/>
                  <a:pt x="41778" y="104395"/>
                </a:cubicBezTo>
                <a:cubicBezTo>
                  <a:pt x="43776" y="104866"/>
                  <a:pt x="46352" y="105260"/>
                  <a:pt x="49505" y="105576"/>
                </a:cubicBezTo>
                <a:cubicBezTo>
                  <a:pt x="50135" y="105682"/>
                  <a:pt x="50634" y="106023"/>
                  <a:pt x="51001" y="106601"/>
                </a:cubicBezTo>
                <a:cubicBezTo>
                  <a:pt x="51370" y="107178"/>
                  <a:pt x="51554" y="107783"/>
                  <a:pt x="51554" y="108415"/>
                </a:cubicBezTo>
                <a:cubicBezTo>
                  <a:pt x="51554" y="109045"/>
                  <a:pt x="51370" y="109622"/>
                  <a:pt x="51001" y="110147"/>
                </a:cubicBezTo>
                <a:cubicBezTo>
                  <a:pt x="50634" y="110673"/>
                  <a:pt x="50082" y="110936"/>
                  <a:pt x="49346" y="110936"/>
                </a:cubicBezTo>
                <a:cubicBezTo>
                  <a:pt x="45143" y="110936"/>
                  <a:pt x="41123" y="110726"/>
                  <a:pt x="37287" y="110305"/>
                </a:cubicBezTo>
                <a:cubicBezTo>
                  <a:pt x="33451" y="109885"/>
                  <a:pt x="29640" y="109675"/>
                  <a:pt x="25855" y="109675"/>
                </a:cubicBezTo>
                <a:cubicBezTo>
                  <a:pt x="21862" y="109675"/>
                  <a:pt x="17737" y="109885"/>
                  <a:pt x="13481" y="110305"/>
                </a:cubicBezTo>
                <a:cubicBezTo>
                  <a:pt x="9225" y="110726"/>
                  <a:pt x="5362" y="110936"/>
                  <a:pt x="1893" y="110936"/>
                </a:cubicBezTo>
                <a:cubicBezTo>
                  <a:pt x="1263" y="110936"/>
                  <a:pt x="790" y="110673"/>
                  <a:pt x="474" y="110147"/>
                </a:cubicBezTo>
                <a:cubicBezTo>
                  <a:pt x="158" y="109622"/>
                  <a:pt x="0" y="109045"/>
                  <a:pt x="0" y="108415"/>
                </a:cubicBezTo>
                <a:cubicBezTo>
                  <a:pt x="0" y="107783"/>
                  <a:pt x="158" y="107178"/>
                  <a:pt x="474" y="106601"/>
                </a:cubicBezTo>
                <a:cubicBezTo>
                  <a:pt x="790" y="106023"/>
                  <a:pt x="1263" y="105682"/>
                  <a:pt x="1893" y="105576"/>
                </a:cubicBezTo>
                <a:cubicBezTo>
                  <a:pt x="5150" y="105260"/>
                  <a:pt x="7751" y="104866"/>
                  <a:pt x="9695" y="104395"/>
                </a:cubicBezTo>
                <a:cubicBezTo>
                  <a:pt x="11640" y="103922"/>
                  <a:pt x="13164" y="103160"/>
                  <a:pt x="14268" y="102110"/>
                </a:cubicBezTo>
                <a:cubicBezTo>
                  <a:pt x="15373" y="101057"/>
                  <a:pt x="16109" y="99560"/>
                  <a:pt x="16476" y="97616"/>
                </a:cubicBezTo>
                <a:cubicBezTo>
                  <a:pt x="16843" y="95671"/>
                  <a:pt x="17027" y="92963"/>
                  <a:pt x="17027" y="89495"/>
                </a:cubicBezTo>
                <a:lnTo>
                  <a:pt x="17027" y="27695"/>
                </a:lnTo>
                <a:close/>
                <a:moveTo>
                  <a:pt x="146439" y="94224"/>
                </a:moveTo>
                <a:cubicBezTo>
                  <a:pt x="146439" y="94856"/>
                  <a:pt x="146806" y="95802"/>
                  <a:pt x="147541" y="97063"/>
                </a:cubicBezTo>
                <a:cubicBezTo>
                  <a:pt x="148277" y="98323"/>
                  <a:pt x="149302" y="99532"/>
                  <a:pt x="150615" y="100688"/>
                </a:cubicBezTo>
                <a:cubicBezTo>
                  <a:pt x="151930" y="101844"/>
                  <a:pt x="153507" y="102869"/>
                  <a:pt x="155345" y="103762"/>
                </a:cubicBezTo>
                <a:cubicBezTo>
                  <a:pt x="157184" y="104655"/>
                  <a:pt x="159208" y="105102"/>
                  <a:pt x="161416" y="105102"/>
                </a:cubicBezTo>
                <a:cubicBezTo>
                  <a:pt x="165199" y="105102"/>
                  <a:pt x="168352" y="104235"/>
                  <a:pt x="170875" y="102502"/>
                </a:cubicBezTo>
                <a:cubicBezTo>
                  <a:pt x="173398" y="100768"/>
                  <a:pt x="175394" y="98403"/>
                  <a:pt x="176865" y="95408"/>
                </a:cubicBezTo>
                <a:cubicBezTo>
                  <a:pt x="178337" y="92412"/>
                  <a:pt x="179362" y="88969"/>
                  <a:pt x="179939" y="85080"/>
                </a:cubicBezTo>
                <a:cubicBezTo>
                  <a:pt x="180517" y="81191"/>
                  <a:pt x="180805" y="77093"/>
                  <a:pt x="180805" y="72785"/>
                </a:cubicBezTo>
                <a:cubicBezTo>
                  <a:pt x="180805" y="69106"/>
                  <a:pt x="180595" y="65664"/>
                  <a:pt x="180175" y="62458"/>
                </a:cubicBezTo>
                <a:cubicBezTo>
                  <a:pt x="179755" y="59252"/>
                  <a:pt x="178993" y="56441"/>
                  <a:pt x="177890" y="54024"/>
                </a:cubicBezTo>
                <a:cubicBezTo>
                  <a:pt x="176786" y="51606"/>
                  <a:pt x="175236" y="49688"/>
                  <a:pt x="173240" y="48270"/>
                </a:cubicBezTo>
                <a:cubicBezTo>
                  <a:pt x="171243" y="46851"/>
                  <a:pt x="168615" y="46141"/>
                  <a:pt x="165357" y="46141"/>
                </a:cubicBezTo>
                <a:cubicBezTo>
                  <a:pt x="162624" y="46141"/>
                  <a:pt x="160101" y="46667"/>
                  <a:pt x="157789" y="47719"/>
                </a:cubicBezTo>
                <a:cubicBezTo>
                  <a:pt x="155476" y="48769"/>
                  <a:pt x="153479" y="50031"/>
                  <a:pt x="151796" y="51503"/>
                </a:cubicBezTo>
                <a:cubicBezTo>
                  <a:pt x="150116" y="52974"/>
                  <a:pt x="148802" y="54602"/>
                  <a:pt x="147856" y="56389"/>
                </a:cubicBezTo>
                <a:cubicBezTo>
                  <a:pt x="146911" y="58175"/>
                  <a:pt x="146439" y="59752"/>
                  <a:pt x="146439" y="61118"/>
                </a:cubicBezTo>
                <a:lnTo>
                  <a:pt x="146439" y="94224"/>
                </a:lnTo>
                <a:moveTo>
                  <a:pt x="131618" y="30060"/>
                </a:moveTo>
                <a:cubicBezTo>
                  <a:pt x="131618" y="25540"/>
                  <a:pt x="131565" y="21914"/>
                  <a:pt x="131459" y="19181"/>
                </a:cubicBezTo>
                <a:cubicBezTo>
                  <a:pt x="131355" y="16449"/>
                  <a:pt x="130961" y="14373"/>
                  <a:pt x="130278" y="12956"/>
                </a:cubicBezTo>
                <a:cubicBezTo>
                  <a:pt x="129595" y="11536"/>
                  <a:pt x="128517" y="10564"/>
                  <a:pt x="127045" y="10038"/>
                </a:cubicBezTo>
                <a:cubicBezTo>
                  <a:pt x="125574" y="9512"/>
                  <a:pt x="123473" y="9092"/>
                  <a:pt x="120740" y="8777"/>
                </a:cubicBezTo>
                <a:cubicBezTo>
                  <a:pt x="120216" y="8777"/>
                  <a:pt x="119822" y="8515"/>
                  <a:pt x="119559" y="7991"/>
                </a:cubicBezTo>
                <a:cubicBezTo>
                  <a:pt x="119296" y="7465"/>
                  <a:pt x="119138" y="6939"/>
                  <a:pt x="119085" y="6413"/>
                </a:cubicBezTo>
                <a:cubicBezTo>
                  <a:pt x="119032" y="5886"/>
                  <a:pt x="119137" y="5361"/>
                  <a:pt x="119400" y="4837"/>
                </a:cubicBezTo>
                <a:cubicBezTo>
                  <a:pt x="119663" y="4311"/>
                  <a:pt x="120110" y="4048"/>
                  <a:pt x="120740" y="4048"/>
                </a:cubicBezTo>
                <a:cubicBezTo>
                  <a:pt x="123789" y="3838"/>
                  <a:pt x="127231" y="3523"/>
                  <a:pt x="131067" y="3102"/>
                </a:cubicBezTo>
                <a:cubicBezTo>
                  <a:pt x="134903" y="2681"/>
                  <a:pt x="138766" y="1892"/>
                  <a:pt x="142655" y="738"/>
                </a:cubicBezTo>
                <a:cubicBezTo>
                  <a:pt x="144126" y="316"/>
                  <a:pt x="145097" y="395"/>
                  <a:pt x="145571" y="973"/>
                </a:cubicBezTo>
                <a:cubicBezTo>
                  <a:pt x="146044" y="1551"/>
                  <a:pt x="146333" y="2155"/>
                  <a:pt x="146439" y="2787"/>
                </a:cubicBezTo>
                <a:lnTo>
                  <a:pt x="146439" y="48032"/>
                </a:lnTo>
                <a:cubicBezTo>
                  <a:pt x="146439" y="48242"/>
                  <a:pt x="146491" y="48347"/>
                  <a:pt x="146595" y="48347"/>
                </a:cubicBezTo>
                <a:cubicBezTo>
                  <a:pt x="146805" y="48347"/>
                  <a:pt x="146963" y="48242"/>
                  <a:pt x="147069" y="48032"/>
                </a:cubicBezTo>
                <a:cubicBezTo>
                  <a:pt x="149066" y="44985"/>
                  <a:pt x="151929" y="42253"/>
                  <a:pt x="155660" y="39836"/>
                </a:cubicBezTo>
                <a:cubicBezTo>
                  <a:pt x="159392" y="37417"/>
                  <a:pt x="163990" y="36208"/>
                  <a:pt x="169456" y="36208"/>
                </a:cubicBezTo>
                <a:cubicBezTo>
                  <a:pt x="173975" y="36208"/>
                  <a:pt x="177968" y="37181"/>
                  <a:pt x="181436" y="39126"/>
                </a:cubicBezTo>
                <a:cubicBezTo>
                  <a:pt x="184904" y="41070"/>
                  <a:pt x="187821" y="43645"/>
                  <a:pt x="190185" y="46851"/>
                </a:cubicBezTo>
                <a:cubicBezTo>
                  <a:pt x="192550" y="50056"/>
                  <a:pt x="194338" y="53762"/>
                  <a:pt x="195547" y="57967"/>
                </a:cubicBezTo>
                <a:cubicBezTo>
                  <a:pt x="196756" y="62170"/>
                  <a:pt x="197361" y="66532"/>
                  <a:pt x="197361" y="71051"/>
                </a:cubicBezTo>
                <a:cubicBezTo>
                  <a:pt x="197361" y="77987"/>
                  <a:pt x="196283" y="84004"/>
                  <a:pt x="194128" y="89102"/>
                </a:cubicBezTo>
                <a:cubicBezTo>
                  <a:pt x="191974" y="94199"/>
                  <a:pt x="189057" y="98403"/>
                  <a:pt x="185378" y="101715"/>
                </a:cubicBezTo>
                <a:cubicBezTo>
                  <a:pt x="181699" y="105025"/>
                  <a:pt x="177442" y="107495"/>
                  <a:pt x="172607" y="109124"/>
                </a:cubicBezTo>
                <a:cubicBezTo>
                  <a:pt x="167773" y="110752"/>
                  <a:pt x="162677" y="111566"/>
                  <a:pt x="157317" y="111566"/>
                </a:cubicBezTo>
                <a:cubicBezTo>
                  <a:pt x="153638" y="111566"/>
                  <a:pt x="149696" y="111329"/>
                  <a:pt x="145491" y="110856"/>
                </a:cubicBezTo>
                <a:cubicBezTo>
                  <a:pt x="141288" y="110385"/>
                  <a:pt x="136663" y="109255"/>
                  <a:pt x="131618" y="107467"/>
                </a:cubicBezTo>
                <a:lnTo>
                  <a:pt x="131618" y="30060"/>
                </a:lnTo>
                <a:close/>
                <a:moveTo>
                  <a:pt x="228418" y="69788"/>
                </a:moveTo>
                <a:cubicBezTo>
                  <a:pt x="227892" y="69788"/>
                  <a:pt x="227603" y="69972"/>
                  <a:pt x="227550" y="70341"/>
                </a:cubicBezTo>
                <a:cubicBezTo>
                  <a:pt x="227498" y="70708"/>
                  <a:pt x="227473" y="71155"/>
                  <a:pt x="227473" y="71681"/>
                </a:cubicBezTo>
                <a:cubicBezTo>
                  <a:pt x="227473" y="77147"/>
                  <a:pt x="228076" y="81771"/>
                  <a:pt x="229284" y="85554"/>
                </a:cubicBezTo>
                <a:cubicBezTo>
                  <a:pt x="230493" y="89337"/>
                  <a:pt x="232175" y="92412"/>
                  <a:pt x="234329" y="94777"/>
                </a:cubicBezTo>
                <a:cubicBezTo>
                  <a:pt x="236484" y="97141"/>
                  <a:pt x="239060" y="98849"/>
                  <a:pt x="242055" y="99901"/>
                </a:cubicBezTo>
                <a:cubicBezTo>
                  <a:pt x="245051" y="100952"/>
                  <a:pt x="248283" y="101477"/>
                  <a:pt x="251750" y="101477"/>
                </a:cubicBezTo>
                <a:cubicBezTo>
                  <a:pt x="255323" y="101477"/>
                  <a:pt x="258791" y="101188"/>
                  <a:pt x="262154" y="100611"/>
                </a:cubicBezTo>
                <a:cubicBezTo>
                  <a:pt x="265519" y="100032"/>
                  <a:pt x="268409" y="98744"/>
                  <a:pt x="270826" y="96747"/>
                </a:cubicBezTo>
                <a:cubicBezTo>
                  <a:pt x="271352" y="96327"/>
                  <a:pt x="271904" y="96170"/>
                  <a:pt x="272481" y="96276"/>
                </a:cubicBezTo>
                <a:cubicBezTo>
                  <a:pt x="273060" y="96380"/>
                  <a:pt x="273533" y="96642"/>
                  <a:pt x="273901" y="97063"/>
                </a:cubicBezTo>
                <a:cubicBezTo>
                  <a:pt x="274268" y="97483"/>
                  <a:pt x="274504" y="97956"/>
                  <a:pt x="274608" y="98482"/>
                </a:cubicBezTo>
                <a:cubicBezTo>
                  <a:pt x="274714" y="99008"/>
                  <a:pt x="274609" y="99481"/>
                  <a:pt x="274295" y="99901"/>
                </a:cubicBezTo>
                <a:cubicBezTo>
                  <a:pt x="270932" y="104315"/>
                  <a:pt x="267148" y="107363"/>
                  <a:pt x="262943" y="109045"/>
                </a:cubicBezTo>
                <a:cubicBezTo>
                  <a:pt x="258740" y="110726"/>
                  <a:pt x="253537" y="111566"/>
                  <a:pt x="247336" y="111566"/>
                </a:cubicBezTo>
                <a:cubicBezTo>
                  <a:pt x="241030" y="111566"/>
                  <a:pt x="235591" y="110621"/>
                  <a:pt x="231018" y="108730"/>
                </a:cubicBezTo>
                <a:cubicBezTo>
                  <a:pt x="226446" y="106837"/>
                  <a:pt x="222662" y="104183"/>
                  <a:pt x="219666" y="100767"/>
                </a:cubicBezTo>
                <a:cubicBezTo>
                  <a:pt x="216672" y="97351"/>
                  <a:pt x="214466" y="93358"/>
                  <a:pt x="213046" y="88787"/>
                </a:cubicBezTo>
                <a:cubicBezTo>
                  <a:pt x="211627" y="84215"/>
                  <a:pt x="210917" y="79248"/>
                  <a:pt x="210917" y="73887"/>
                </a:cubicBezTo>
                <a:cubicBezTo>
                  <a:pt x="210917" y="68737"/>
                  <a:pt x="211784" y="63851"/>
                  <a:pt x="213518" y="59227"/>
                </a:cubicBezTo>
                <a:cubicBezTo>
                  <a:pt x="215253" y="54602"/>
                  <a:pt x="217697" y="50608"/>
                  <a:pt x="220850" y="47245"/>
                </a:cubicBezTo>
                <a:cubicBezTo>
                  <a:pt x="224003" y="43882"/>
                  <a:pt x="227734" y="41202"/>
                  <a:pt x="232043" y="39206"/>
                </a:cubicBezTo>
                <a:cubicBezTo>
                  <a:pt x="236352" y="37207"/>
                  <a:pt x="241135" y="36208"/>
                  <a:pt x="246390" y="36208"/>
                </a:cubicBezTo>
                <a:cubicBezTo>
                  <a:pt x="250804" y="36208"/>
                  <a:pt x="254823" y="36971"/>
                  <a:pt x="258449" y="38496"/>
                </a:cubicBezTo>
                <a:cubicBezTo>
                  <a:pt x="262076" y="40019"/>
                  <a:pt x="265150" y="42121"/>
                  <a:pt x="267673" y="44801"/>
                </a:cubicBezTo>
                <a:cubicBezTo>
                  <a:pt x="270195" y="47481"/>
                  <a:pt x="272166" y="50687"/>
                  <a:pt x="273585" y="54419"/>
                </a:cubicBezTo>
                <a:cubicBezTo>
                  <a:pt x="275005" y="58149"/>
                  <a:pt x="275714" y="62169"/>
                  <a:pt x="275714" y="66478"/>
                </a:cubicBezTo>
                <a:cubicBezTo>
                  <a:pt x="275714" y="68685"/>
                  <a:pt x="274926" y="69788"/>
                  <a:pt x="273350" y="69788"/>
                </a:cubicBezTo>
                <a:lnTo>
                  <a:pt x="228418" y="69788"/>
                </a:lnTo>
                <a:moveTo>
                  <a:pt x="257268" y="64272"/>
                </a:moveTo>
                <a:cubicBezTo>
                  <a:pt x="258739" y="64272"/>
                  <a:pt x="259579" y="63747"/>
                  <a:pt x="259789" y="62696"/>
                </a:cubicBezTo>
                <a:cubicBezTo>
                  <a:pt x="260001" y="61644"/>
                  <a:pt x="260107" y="60382"/>
                  <a:pt x="260107" y="58910"/>
                </a:cubicBezTo>
                <a:cubicBezTo>
                  <a:pt x="260107" y="56703"/>
                  <a:pt x="259765" y="54575"/>
                  <a:pt x="259082" y="52525"/>
                </a:cubicBezTo>
                <a:cubicBezTo>
                  <a:pt x="258399" y="50476"/>
                  <a:pt x="257426" y="48663"/>
                  <a:pt x="256164" y="47086"/>
                </a:cubicBezTo>
                <a:cubicBezTo>
                  <a:pt x="254904" y="45510"/>
                  <a:pt x="253380" y="44249"/>
                  <a:pt x="251594" y="43302"/>
                </a:cubicBezTo>
                <a:cubicBezTo>
                  <a:pt x="249807" y="42356"/>
                  <a:pt x="247757" y="41883"/>
                  <a:pt x="245445" y="41883"/>
                </a:cubicBezTo>
                <a:cubicBezTo>
                  <a:pt x="242606" y="41883"/>
                  <a:pt x="240162" y="42383"/>
                  <a:pt x="238113" y="43382"/>
                </a:cubicBezTo>
                <a:cubicBezTo>
                  <a:pt x="236063" y="44381"/>
                  <a:pt x="234329" y="45695"/>
                  <a:pt x="232909" y="47324"/>
                </a:cubicBezTo>
                <a:cubicBezTo>
                  <a:pt x="231492" y="48952"/>
                  <a:pt x="230415" y="50870"/>
                  <a:pt x="229679" y="53079"/>
                </a:cubicBezTo>
                <a:cubicBezTo>
                  <a:pt x="228942" y="55285"/>
                  <a:pt x="228417" y="57597"/>
                  <a:pt x="228103" y="60014"/>
                </a:cubicBezTo>
                <a:cubicBezTo>
                  <a:pt x="227893" y="61276"/>
                  <a:pt x="227813" y="62302"/>
                  <a:pt x="227865" y="63091"/>
                </a:cubicBezTo>
                <a:cubicBezTo>
                  <a:pt x="227918" y="63878"/>
                  <a:pt x="228154" y="64272"/>
                  <a:pt x="228574" y="64272"/>
                </a:cubicBezTo>
                <a:lnTo>
                  <a:pt x="257268" y="64272"/>
                </a:lnTo>
                <a:close/>
                <a:moveTo>
                  <a:pt x="299676" y="29903"/>
                </a:moveTo>
                <a:cubicBezTo>
                  <a:pt x="299676" y="25384"/>
                  <a:pt x="299571" y="21784"/>
                  <a:pt x="299361" y="19104"/>
                </a:cubicBezTo>
                <a:cubicBezTo>
                  <a:pt x="299151" y="16423"/>
                  <a:pt x="298626" y="14347"/>
                  <a:pt x="297786" y="12876"/>
                </a:cubicBezTo>
                <a:cubicBezTo>
                  <a:pt x="296945" y="11404"/>
                  <a:pt x="295657" y="10406"/>
                  <a:pt x="293922" y="9881"/>
                </a:cubicBezTo>
                <a:cubicBezTo>
                  <a:pt x="292189" y="9355"/>
                  <a:pt x="289797" y="8934"/>
                  <a:pt x="286749" y="8618"/>
                </a:cubicBezTo>
                <a:cubicBezTo>
                  <a:pt x="286224" y="8618"/>
                  <a:pt x="285831" y="8356"/>
                  <a:pt x="285568" y="7832"/>
                </a:cubicBezTo>
                <a:cubicBezTo>
                  <a:pt x="285305" y="7306"/>
                  <a:pt x="285147" y="6781"/>
                  <a:pt x="285094" y="6256"/>
                </a:cubicBezTo>
                <a:cubicBezTo>
                  <a:pt x="285041" y="5730"/>
                  <a:pt x="285146" y="5204"/>
                  <a:pt x="285409" y="4678"/>
                </a:cubicBezTo>
                <a:cubicBezTo>
                  <a:pt x="285672" y="4152"/>
                  <a:pt x="286118" y="3889"/>
                  <a:pt x="286749" y="3889"/>
                </a:cubicBezTo>
                <a:cubicBezTo>
                  <a:pt x="289902" y="3679"/>
                  <a:pt x="293711" y="3364"/>
                  <a:pt x="298178" y="2944"/>
                </a:cubicBezTo>
                <a:cubicBezTo>
                  <a:pt x="302646" y="2523"/>
                  <a:pt x="306824" y="1735"/>
                  <a:pt x="310713" y="579"/>
                </a:cubicBezTo>
                <a:cubicBezTo>
                  <a:pt x="312184" y="159"/>
                  <a:pt x="313156" y="238"/>
                  <a:pt x="313629" y="817"/>
                </a:cubicBezTo>
                <a:cubicBezTo>
                  <a:pt x="314102" y="1394"/>
                  <a:pt x="314391" y="1998"/>
                  <a:pt x="314497" y="2629"/>
                </a:cubicBezTo>
                <a:lnTo>
                  <a:pt x="314497" y="90914"/>
                </a:lnTo>
                <a:cubicBezTo>
                  <a:pt x="314497" y="93542"/>
                  <a:pt x="314549" y="95750"/>
                  <a:pt x="314654" y="97536"/>
                </a:cubicBezTo>
                <a:cubicBezTo>
                  <a:pt x="314759" y="99323"/>
                  <a:pt x="315154" y="100794"/>
                  <a:pt x="315837" y="101951"/>
                </a:cubicBezTo>
                <a:cubicBezTo>
                  <a:pt x="316520" y="103107"/>
                  <a:pt x="317624" y="104000"/>
                  <a:pt x="319147" y="104631"/>
                </a:cubicBezTo>
                <a:cubicBezTo>
                  <a:pt x="320671" y="105261"/>
                  <a:pt x="322799" y="105734"/>
                  <a:pt x="325532" y="106050"/>
                </a:cubicBezTo>
                <a:cubicBezTo>
                  <a:pt x="326162" y="106154"/>
                  <a:pt x="326635" y="106443"/>
                  <a:pt x="326951" y="106916"/>
                </a:cubicBezTo>
                <a:cubicBezTo>
                  <a:pt x="327267" y="107389"/>
                  <a:pt x="327425" y="107941"/>
                  <a:pt x="327425" y="108571"/>
                </a:cubicBezTo>
                <a:cubicBezTo>
                  <a:pt x="327425" y="109097"/>
                  <a:pt x="327267" y="109597"/>
                  <a:pt x="326951" y="110070"/>
                </a:cubicBezTo>
                <a:cubicBezTo>
                  <a:pt x="326635" y="110543"/>
                  <a:pt x="326162" y="110779"/>
                  <a:pt x="325532" y="110779"/>
                </a:cubicBezTo>
                <a:cubicBezTo>
                  <a:pt x="323009" y="110779"/>
                  <a:pt x="320171" y="110595"/>
                  <a:pt x="317018" y="110226"/>
                </a:cubicBezTo>
                <a:cubicBezTo>
                  <a:pt x="313865" y="109859"/>
                  <a:pt x="310712" y="109675"/>
                  <a:pt x="307559" y="109675"/>
                </a:cubicBezTo>
                <a:cubicBezTo>
                  <a:pt x="304196" y="109675"/>
                  <a:pt x="300886" y="109859"/>
                  <a:pt x="297627" y="110226"/>
                </a:cubicBezTo>
                <a:cubicBezTo>
                  <a:pt x="294370" y="110595"/>
                  <a:pt x="291059" y="110779"/>
                  <a:pt x="287696" y="110779"/>
                </a:cubicBezTo>
                <a:cubicBezTo>
                  <a:pt x="287170" y="110779"/>
                  <a:pt x="286749" y="110543"/>
                  <a:pt x="286434" y="110070"/>
                </a:cubicBezTo>
                <a:cubicBezTo>
                  <a:pt x="286119" y="109597"/>
                  <a:pt x="285962" y="109097"/>
                  <a:pt x="285962" y="108571"/>
                </a:cubicBezTo>
                <a:cubicBezTo>
                  <a:pt x="285962" y="107941"/>
                  <a:pt x="286119" y="107389"/>
                  <a:pt x="286434" y="106916"/>
                </a:cubicBezTo>
                <a:cubicBezTo>
                  <a:pt x="286749" y="106443"/>
                  <a:pt x="287223" y="106154"/>
                  <a:pt x="287853" y="106050"/>
                </a:cubicBezTo>
                <a:cubicBezTo>
                  <a:pt x="290796" y="105734"/>
                  <a:pt x="293082" y="105261"/>
                  <a:pt x="294711" y="104631"/>
                </a:cubicBezTo>
                <a:cubicBezTo>
                  <a:pt x="296341" y="104000"/>
                  <a:pt x="297523" y="103133"/>
                  <a:pt x="298257" y="102030"/>
                </a:cubicBezTo>
                <a:cubicBezTo>
                  <a:pt x="298993" y="100925"/>
                  <a:pt x="299413" y="99559"/>
                  <a:pt x="299518" y="97931"/>
                </a:cubicBezTo>
                <a:cubicBezTo>
                  <a:pt x="299623" y="96302"/>
                  <a:pt x="299676" y="94278"/>
                  <a:pt x="299676" y="91859"/>
                </a:cubicBezTo>
                <a:lnTo>
                  <a:pt x="299676" y="29903"/>
                </a:lnTo>
                <a:close/>
                <a:moveTo>
                  <a:pt x="361793" y="90914"/>
                </a:moveTo>
                <a:cubicBezTo>
                  <a:pt x="361793" y="93542"/>
                  <a:pt x="361845" y="95750"/>
                  <a:pt x="361949" y="97536"/>
                </a:cubicBezTo>
                <a:cubicBezTo>
                  <a:pt x="362055" y="99323"/>
                  <a:pt x="362423" y="100794"/>
                  <a:pt x="363053" y="101951"/>
                </a:cubicBezTo>
                <a:cubicBezTo>
                  <a:pt x="363683" y="103107"/>
                  <a:pt x="364655" y="104000"/>
                  <a:pt x="365969" y="104631"/>
                </a:cubicBezTo>
                <a:cubicBezTo>
                  <a:pt x="367284" y="105261"/>
                  <a:pt x="369150" y="105734"/>
                  <a:pt x="371567" y="106050"/>
                </a:cubicBezTo>
                <a:cubicBezTo>
                  <a:pt x="372197" y="106154"/>
                  <a:pt x="372670" y="106443"/>
                  <a:pt x="372986" y="106916"/>
                </a:cubicBezTo>
                <a:cubicBezTo>
                  <a:pt x="373302" y="107389"/>
                  <a:pt x="373460" y="107941"/>
                  <a:pt x="373460" y="108571"/>
                </a:cubicBezTo>
                <a:cubicBezTo>
                  <a:pt x="373460" y="109097"/>
                  <a:pt x="373302" y="109597"/>
                  <a:pt x="372986" y="110070"/>
                </a:cubicBezTo>
                <a:cubicBezTo>
                  <a:pt x="372670" y="110543"/>
                  <a:pt x="372197" y="110779"/>
                  <a:pt x="371567" y="110779"/>
                </a:cubicBezTo>
                <a:cubicBezTo>
                  <a:pt x="369674" y="110779"/>
                  <a:pt x="367204" y="110595"/>
                  <a:pt x="364155" y="110226"/>
                </a:cubicBezTo>
                <a:cubicBezTo>
                  <a:pt x="361108" y="109859"/>
                  <a:pt x="358008" y="109675"/>
                  <a:pt x="354855" y="109675"/>
                </a:cubicBezTo>
                <a:cubicBezTo>
                  <a:pt x="351492" y="109675"/>
                  <a:pt x="348207" y="109859"/>
                  <a:pt x="345002" y="110226"/>
                </a:cubicBezTo>
                <a:cubicBezTo>
                  <a:pt x="341796" y="110595"/>
                  <a:pt x="338721" y="110779"/>
                  <a:pt x="335778" y="110779"/>
                </a:cubicBezTo>
                <a:cubicBezTo>
                  <a:pt x="335254" y="110779"/>
                  <a:pt x="334834" y="110543"/>
                  <a:pt x="334518" y="110070"/>
                </a:cubicBezTo>
                <a:cubicBezTo>
                  <a:pt x="334204" y="109597"/>
                  <a:pt x="334046" y="109097"/>
                  <a:pt x="334046" y="108571"/>
                </a:cubicBezTo>
                <a:cubicBezTo>
                  <a:pt x="334046" y="107941"/>
                  <a:pt x="334204" y="107389"/>
                  <a:pt x="334518" y="106916"/>
                </a:cubicBezTo>
                <a:cubicBezTo>
                  <a:pt x="334834" y="106443"/>
                  <a:pt x="335307" y="106154"/>
                  <a:pt x="335937" y="106050"/>
                </a:cubicBezTo>
                <a:cubicBezTo>
                  <a:pt x="338670" y="105734"/>
                  <a:pt x="340798" y="105261"/>
                  <a:pt x="342322" y="104631"/>
                </a:cubicBezTo>
                <a:cubicBezTo>
                  <a:pt x="343845" y="104000"/>
                  <a:pt x="344949" y="103133"/>
                  <a:pt x="345632" y="102030"/>
                </a:cubicBezTo>
                <a:cubicBezTo>
                  <a:pt x="346315" y="100925"/>
                  <a:pt x="346709" y="99559"/>
                  <a:pt x="346813" y="97931"/>
                </a:cubicBezTo>
                <a:cubicBezTo>
                  <a:pt x="346919" y="96302"/>
                  <a:pt x="346972" y="94278"/>
                  <a:pt x="346972" y="91859"/>
                </a:cubicBezTo>
                <a:lnTo>
                  <a:pt x="346972" y="66478"/>
                </a:lnTo>
                <a:cubicBezTo>
                  <a:pt x="346972" y="61959"/>
                  <a:pt x="346867" y="58332"/>
                  <a:pt x="346657" y="55600"/>
                </a:cubicBezTo>
                <a:cubicBezTo>
                  <a:pt x="346446" y="52867"/>
                  <a:pt x="345973" y="50792"/>
                  <a:pt x="345237" y="49374"/>
                </a:cubicBezTo>
                <a:cubicBezTo>
                  <a:pt x="344503" y="47955"/>
                  <a:pt x="343399" y="46982"/>
                  <a:pt x="341927" y="46456"/>
                </a:cubicBezTo>
                <a:cubicBezTo>
                  <a:pt x="340457" y="45930"/>
                  <a:pt x="338460" y="45510"/>
                  <a:pt x="335937" y="45196"/>
                </a:cubicBezTo>
                <a:cubicBezTo>
                  <a:pt x="335307" y="45196"/>
                  <a:pt x="334834" y="44933"/>
                  <a:pt x="334518" y="44406"/>
                </a:cubicBezTo>
                <a:cubicBezTo>
                  <a:pt x="334204" y="43880"/>
                  <a:pt x="334046" y="43355"/>
                  <a:pt x="334046" y="42831"/>
                </a:cubicBezTo>
                <a:cubicBezTo>
                  <a:pt x="334046" y="42305"/>
                  <a:pt x="334204" y="41780"/>
                  <a:pt x="334518" y="41255"/>
                </a:cubicBezTo>
                <a:cubicBezTo>
                  <a:pt x="334834" y="40729"/>
                  <a:pt x="335307" y="40466"/>
                  <a:pt x="335937" y="40466"/>
                </a:cubicBezTo>
                <a:cubicBezTo>
                  <a:pt x="336988" y="40360"/>
                  <a:pt x="338275" y="40255"/>
                  <a:pt x="339798" y="40151"/>
                </a:cubicBezTo>
                <a:cubicBezTo>
                  <a:pt x="341323" y="40045"/>
                  <a:pt x="342926" y="39914"/>
                  <a:pt x="344607" y="39756"/>
                </a:cubicBezTo>
                <a:cubicBezTo>
                  <a:pt x="346289" y="39598"/>
                  <a:pt x="347997" y="39388"/>
                  <a:pt x="349731" y="39126"/>
                </a:cubicBezTo>
                <a:cubicBezTo>
                  <a:pt x="351466" y="38863"/>
                  <a:pt x="353017" y="38574"/>
                  <a:pt x="354383" y="38258"/>
                </a:cubicBezTo>
                <a:cubicBezTo>
                  <a:pt x="355540" y="38048"/>
                  <a:pt x="356459" y="37811"/>
                  <a:pt x="357143" y="37548"/>
                </a:cubicBezTo>
                <a:cubicBezTo>
                  <a:pt x="357826" y="37285"/>
                  <a:pt x="358377" y="37154"/>
                  <a:pt x="358798" y="37154"/>
                </a:cubicBezTo>
                <a:cubicBezTo>
                  <a:pt x="360058" y="37154"/>
                  <a:pt x="360872" y="37522"/>
                  <a:pt x="361239" y="38258"/>
                </a:cubicBezTo>
                <a:cubicBezTo>
                  <a:pt x="361608" y="38994"/>
                  <a:pt x="361793" y="39677"/>
                  <a:pt x="361793" y="40307"/>
                </a:cubicBezTo>
                <a:lnTo>
                  <a:pt x="361793" y="90914"/>
                </a:lnTo>
                <a:moveTo>
                  <a:pt x="353436" y="21075"/>
                </a:moveTo>
                <a:cubicBezTo>
                  <a:pt x="350809" y="21075"/>
                  <a:pt x="348549" y="20260"/>
                  <a:pt x="346657" y="18631"/>
                </a:cubicBezTo>
                <a:cubicBezTo>
                  <a:pt x="344766" y="17001"/>
                  <a:pt x="343820" y="14978"/>
                  <a:pt x="343820" y="12561"/>
                </a:cubicBezTo>
                <a:cubicBezTo>
                  <a:pt x="343820" y="10143"/>
                  <a:pt x="344714" y="8093"/>
                  <a:pt x="346500" y="6413"/>
                </a:cubicBezTo>
                <a:cubicBezTo>
                  <a:pt x="348287" y="4730"/>
                  <a:pt x="350493" y="3889"/>
                  <a:pt x="353120" y="3889"/>
                </a:cubicBezTo>
                <a:cubicBezTo>
                  <a:pt x="355643" y="3889"/>
                  <a:pt x="357719" y="4757"/>
                  <a:pt x="359348" y="6492"/>
                </a:cubicBezTo>
                <a:cubicBezTo>
                  <a:pt x="360978" y="8226"/>
                  <a:pt x="361793" y="10301"/>
                  <a:pt x="361793" y="12718"/>
                </a:cubicBezTo>
                <a:cubicBezTo>
                  <a:pt x="361793" y="15030"/>
                  <a:pt x="361004" y="17001"/>
                  <a:pt x="359428" y="18631"/>
                </a:cubicBezTo>
                <a:cubicBezTo>
                  <a:pt x="357851" y="20260"/>
                  <a:pt x="355854" y="21075"/>
                  <a:pt x="353436" y="21075"/>
                </a:cubicBezTo>
                <a:close/>
                <a:moveTo>
                  <a:pt x="400418" y="69788"/>
                </a:moveTo>
                <a:cubicBezTo>
                  <a:pt x="399892" y="69788"/>
                  <a:pt x="399602" y="69972"/>
                  <a:pt x="399549" y="70341"/>
                </a:cubicBezTo>
                <a:cubicBezTo>
                  <a:pt x="399498" y="70708"/>
                  <a:pt x="399472" y="71155"/>
                  <a:pt x="399472" y="71681"/>
                </a:cubicBezTo>
                <a:cubicBezTo>
                  <a:pt x="399472" y="77147"/>
                  <a:pt x="400076" y="81771"/>
                  <a:pt x="401284" y="85554"/>
                </a:cubicBezTo>
                <a:cubicBezTo>
                  <a:pt x="402493" y="89337"/>
                  <a:pt x="404174" y="92412"/>
                  <a:pt x="406328" y="94777"/>
                </a:cubicBezTo>
                <a:cubicBezTo>
                  <a:pt x="408484" y="97141"/>
                  <a:pt x="411059" y="98849"/>
                  <a:pt x="414055" y="99901"/>
                </a:cubicBezTo>
                <a:cubicBezTo>
                  <a:pt x="417051" y="100952"/>
                  <a:pt x="420282" y="101477"/>
                  <a:pt x="423749" y="101477"/>
                </a:cubicBezTo>
                <a:cubicBezTo>
                  <a:pt x="427323" y="101477"/>
                  <a:pt x="430791" y="101188"/>
                  <a:pt x="434154" y="100611"/>
                </a:cubicBezTo>
                <a:cubicBezTo>
                  <a:pt x="437518" y="100032"/>
                  <a:pt x="440409" y="98744"/>
                  <a:pt x="442826" y="96747"/>
                </a:cubicBezTo>
                <a:cubicBezTo>
                  <a:pt x="443352" y="96327"/>
                  <a:pt x="443904" y="96170"/>
                  <a:pt x="444481" y="96276"/>
                </a:cubicBezTo>
                <a:cubicBezTo>
                  <a:pt x="445060" y="96380"/>
                  <a:pt x="445533" y="96642"/>
                  <a:pt x="445900" y="97063"/>
                </a:cubicBezTo>
                <a:cubicBezTo>
                  <a:pt x="446267" y="97483"/>
                  <a:pt x="446503" y="97956"/>
                  <a:pt x="446607" y="98482"/>
                </a:cubicBezTo>
                <a:cubicBezTo>
                  <a:pt x="446713" y="99008"/>
                  <a:pt x="446609" y="99481"/>
                  <a:pt x="446295" y="99901"/>
                </a:cubicBezTo>
                <a:cubicBezTo>
                  <a:pt x="442932" y="104315"/>
                  <a:pt x="439148" y="107363"/>
                  <a:pt x="434943" y="109045"/>
                </a:cubicBezTo>
                <a:cubicBezTo>
                  <a:pt x="430739" y="110726"/>
                  <a:pt x="425537" y="111566"/>
                  <a:pt x="419335" y="111566"/>
                </a:cubicBezTo>
                <a:cubicBezTo>
                  <a:pt x="413029" y="111566"/>
                  <a:pt x="407590" y="110621"/>
                  <a:pt x="403018" y="108730"/>
                </a:cubicBezTo>
                <a:cubicBezTo>
                  <a:pt x="398446" y="106837"/>
                  <a:pt x="394662" y="104183"/>
                  <a:pt x="391666" y="100767"/>
                </a:cubicBezTo>
                <a:cubicBezTo>
                  <a:pt x="388672" y="97351"/>
                  <a:pt x="386465" y="93358"/>
                  <a:pt x="385046" y="88787"/>
                </a:cubicBezTo>
                <a:cubicBezTo>
                  <a:pt x="383627" y="84215"/>
                  <a:pt x="382917" y="79248"/>
                  <a:pt x="382917" y="73887"/>
                </a:cubicBezTo>
                <a:cubicBezTo>
                  <a:pt x="382917" y="68737"/>
                  <a:pt x="383784" y="63851"/>
                  <a:pt x="385517" y="59227"/>
                </a:cubicBezTo>
                <a:cubicBezTo>
                  <a:pt x="387253" y="54602"/>
                  <a:pt x="389697" y="50608"/>
                  <a:pt x="392850" y="47245"/>
                </a:cubicBezTo>
                <a:cubicBezTo>
                  <a:pt x="396003" y="43882"/>
                  <a:pt x="399734" y="41202"/>
                  <a:pt x="404043" y="39206"/>
                </a:cubicBezTo>
                <a:cubicBezTo>
                  <a:pt x="408352" y="37207"/>
                  <a:pt x="413134" y="36208"/>
                  <a:pt x="418390" y="36208"/>
                </a:cubicBezTo>
                <a:cubicBezTo>
                  <a:pt x="422803" y="36208"/>
                  <a:pt x="426823" y="36971"/>
                  <a:pt x="430449" y="38496"/>
                </a:cubicBezTo>
                <a:cubicBezTo>
                  <a:pt x="434075" y="40019"/>
                  <a:pt x="437149" y="42121"/>
                  <a:pt x="439672" y="44801"/>
                </a:cubicBezTo>
                <a:cubicBezTo>
                  <a:pt x="442195" y="47481"/>
                  <a:pt x="444166" y="50687"/>
                  <a:pt x="445585" y="54419"/>
                </a:cubicBezTo>
                <a:cubicBezTo>
                  <a:pt x="447004" y="58149"/>
                  <a:pt x="447714" y="62169"/>
                  <a:pt x="447714" y="66478"/>
                </a:cubicBezTo>
                <a:cubicBezTo>
                  <a:pt x="447714" y="68685"/>
                  <a:pt x="446926" y="69788"/>
                  <a:pt x="445349" y="69788"/>
                </a:cubicBezTo>
                <a:lnTo>
                  <a:pt x="400418" y="69788"/>
                </a:lnTo>
                <a:moveTo>
                  <a:pt x="429268" y="64272"/>
                </a:moveTo>
                <a:cubicBezTo>
                  <a:pt x="430739" y="64272"/>
                  <a:pt x="431579" y="63747"/>
                  <a:pt x="431789" y="62696"/>
                </a:cubicBezTo>
                <a:cubicBezTo>
                  <a:pt x="432001" y="61644"/>
                  <a:pt x="432106" y="60382"/>
                  <a:pt x="432106" y="58910"/>
                </a:cubicBezTo>
                <a:cubicBezTo>
                  <a:pt x="432106" y="56703"/>
                  <a:pt x="431765" y="54575"/>
                  <a:pt x="431082" y="52525"/>
                </a:cubicBezTo>
                <a:cubicBezTo>
                  <a:pt x="430399" y="50476"/>
                  <a:pt x="429426" y="48663"/>
                  <a:pt x="428164" y="47086"/>
                </a:cubicBezTo>
                <a:cubicBezTo>
                  <a:pt x="426903" y="45510"/>
                  <a:pt x="425380" y="44249"/>
                  <a:pt x="423593" y="43302"/>
                </a:cubicBezTo>
                <a:cubicBezTo>
                  <a:pt x="421807" y="42356"/>
                  <a:pt x="419757" y="41883"/>
                  <a:pt x="417444" y="41883"/>
                </a:cubicBezTo>
                <a:cubicBezTo>
                  <a:pt x="414606" y="41883"/>
                  <a:pt x="412162" y="42383"/>
                  <a:pt x="410112" y="43382"/>
                </a:cubicBezTo>
                <a:cubicBezTo>
                  <a:pt x="408063" y="44381"/>
                  <a:pt x="406328" y="45695"/>
                  <a:pt x="404909" y="47324"/>
                </a:cubicBezTo>
                <a:cubicBezTo>
                  <a:pt x="403491" y="48952"/>
                  <a:pt x="402414" y="50870"/>
                  <a:pt x="401678" y="53079"/>
                </a:cubicBezTo>
                <a:cubicBezTo>
                  <a:pt x="400942" y="55285"/>
                  <a:pt x="400417" y="57597"/>
                  <a:pt x="400102" y="60014"/>
                </a:cubicBezTo>
                <a:cubicBezTo>
                  <a:pt x="399892" y="61276"/>
                  <a:pt x="399813" y="62302"/>
                  <a:pt x="399864" y="63091"/>
                </a:cubicBezTo>
                <a:cubicBezTo>
                  <a:pt x="399917" y="63878"/>
                  <a:pt x="400154" y="64272"/>
                  <a:pt x="400574" y="64272"/>
                </a:cubicBezTo>
                <a:lnTo>
                  <a:pt x="429268" y="64272"/>
                </a:lnTo>
                <a:close/>
                <a:moveTo>
                  <a:pt x="519446" y="58910"/>
                </a:moveTo>
                <a:cubicBezTo>
                  <a:pt x="512404" y="76253"/>
                  <a:pt x="504889" y="93963"/>
                  <a:pt x="496901" y="112040"/>
                </a:cubicBezTo>
                <a:cubicBezTo>
                  <a:pt x="496795" y="112250"/>
                  <a:pt x="496506" y="112434"/>
                  <a:pt x="496032" y="112591"/>
                </a:cubicBezTo>
                <a:cubicBezTo>
                  <a:pt x="495561" y="112749"/>
                  <a:pt x="495062" y="112829"/>
                  <a:pt x="494536" y="112829"/>
                </a:cubicBezTo>
                <a:cubicBezTo>
                  <a:pt x="494010" y="112829"/>
                  <a:pt x="493511" y="112749"/>
                  <a:pt x="493037" y="112591"/>
                </a:cubicBezTo>
                <a:cubicBezTo>
                  <a:pt x="492564" y="112434"/>
                  <a:pt x="492276" y="112250"/>
                  <a:pt x="492171" y="112040"/>
                </a:cubicBezTo>
                <a:cubicBezTo>
                  <a:pt x="487652" y="102895"/>
                  <a:pt x="483422" y="94040"/>
                  <a:pt x="479480" y="85475"/>
                </a:cubicBezTo>
                <a:cubicBezTo>
                  <a:pt x="475539" y="76909"/>
                  <a:pt x="471572" y="67687"/>
                  <a:pt x="467577" y="57808"/>
                </a:cubicBezTo>
                <a:cubicBezTo>
                  <a:pt x="466526" y="55285"/>
                  <a:pt x="465606" y="53184"/>
                  <a:pt x="464817" y="51503"/>
                </a:cubicBezTo>
                <a:cubicBezTo>
                  <a:pt x="464030" y="49821"/>
                  <a:pt x="463190" y="48454"/>
                  <a:pt x="462296" y="47404"/>
                </a:cubicBezTo>
                <a:cubicBezTo>
                  <a:pt x="461403" y="46352"/>
                  <a:pt x="460352" y="45537"/>
                  <a:pt x="459143" y="44960"/>
                </a:cubicBezTo>
                <a:cubicBezTo>
                  <a:pt x="457933" y="44381"/>
                  <a:pt x="456383" y="43933"/>
                  <a:pt x="454493" y="43617"/>
                </a:cubicBezTo>
                <a:cubicBezTo>
                  <a:pt x="453967" y="43513"/>
                  <a:pt x="453546" y="43225"/>
                  <a:pt x="453230" y="42751"/>
                </a:cubicBezTo>
                <a:cubicBezTo>
                  <a:pt x="452915" y="42278"/>
                  <a:pt x="452758" y="41779"/>
                  <a:pt x="452758" y="41253"/>
                </a:cubicBezTo>
                <a:cubicBezTo>
                  <a:pt x="452758" y="40622"/>
                  <a:pt x="452863" y="40071"/>
                  <a:pt x="453073" y="39598"/>
                </a:cubicBezTo>
                <a:cubicBezTo>
                  <a:pt x="453283" y="39125"/>
                  <a:pt x="453651" y="38888"/>
                  <a:pt x="454177" y="38888"/>
                </a:cubicBezTo>
                <a:cubicBezTo>
                  <a:pt x="457225" y="38888"/>
                  <a:pt x="460193" y="39072"/>
                  <a:pt x="463083" y="39441"/>
                </a:cubicBezTo>
                <a:cubicBezTo>
                  <a:pt x="465975" y="39809"/>
                  <a:pt x="468997" y="39992"/>
                  <a:pt x="472150" y="39992"/>
                </a:cubicBezTo>
                <a:cubicBezTo>
                  <a:pt x="475197" y="39992"/>
                  <a:pt x="478218" y="39809"/>
                  <a:pt x="481214" y="39441"/>
                </a:cubicBezTo>
                <a:cubicBezTo>
                  <a:pt x="484210" y="39072"/>
                  <a:pt x="487231" y="38888"/>
                  <a:pt x="490278" y="38888"/>
                </a:cubicBezTo>
                <a:cubicBezTo>
                  <a:pt x="490804" y="38888"/>
                  <a:pt x="491199" y="39125"/>
                  <a:pt x="491462" y="39598"/>
                </a:cubicBezTo>
                <a:cubicBezTo>
                  <a:pt x="491725" y="40071"/>
                  <a:pt x="491856" y="40622"/>
                  <a:pt x="491856" y="41253"/>
                </a:cubicBezTo>
                <a:cubicBezTo>
                  <a:pt x="491856" y="41779"/>
                  <a:pt x="491725" y="42305"/>
                  <a:pt x="491462" y="42831"/>
                </a:cubicBezTo>
                <a:cubicBezTo>
                  <a:pt x="491199" y="43355"/>
                  <a:pt x="490804" y="43617"/>
                  <a:pt x="490278" y="43617"/>
                </a:cubicBezTo>
                <a:cubicBezTo>
                  <a:pt x="487021" y="43828"/>
                  <a:pt x="484683" y="44432"/>
                  <a:pt x="483264" y="45431"/>
                </a:cubicBezTo>
                <a:cubicBezTo>
                  <a:pt x="481844" y="46430"/>
                  <a:pt x="481135" y="47875"/>
                  <a:pt x="481135" y="49766"/>
                </a:cubicBezTo>
                <a:cubicBezTo>
                  <a:pt x="481135" y="51343"/>
                  <a:pt x="481556" y="53287"/>
                  <a:pt x="482398" y="55600"/>
                </a:cubicBezTo>
                <a:cubicBezTo>
                  <a:pt x="484814" y="62116"/>
                  <a:pt x="487336" y="68448"/>
                  <a:pt x="489963" y="74597"/>
                </a:cubicBezTo>
                <a:cubicBezTo>
                  <a:pt x="492592" y="80745"/>
                  <a:pt x="495272" y="86553"/>
                  <a:pt x="498005" y="92018"/>
                </a:cubicBezTo>
                <a:cubicBezTo>
                  <a:pt x="498215" y="92544"/>
                  <a:pt x="498530" y="92781"/>
                  <a:pt x="498950" y="92728"/>
                </a:cubicBezTo>
                <a:cubicBezTo>
                  <a:pt x="499371" y="92675"/>
                  <a:pt x="499686" y="92438"/>
                  <a:pt x="499896" y="92018"/>
                </a:cubicBezTo>
                <a:cubicBezTo>
                  <a:pt x="500948" y="89705"/>
                  <a:pt x="502156" y="86868"/>
                  <a:pt x="503521" y="83505"/>
                </a:cubicBezTo>
                <a:cubicBezTo>
                  <a:pt x="504887" y="80142"/>
                  <a:pt x="506227" y="76700"/>
                  <a:pt x="507541" y="73180"/>
                </a:cubicBezTo>
                <a:cubicBezTo>
                  <a:pt x="508856" y="69658"/>
                  <a:pt x="510092" y="66164"/>
                  <a:pt x="511248" y="62696"/>
                </a:cubicBezTo>
                <a:cubicBezTo>
                  <a:pt x="512404" y="59227"/>
                  <a:pt x="513350" y="56232"/>
                  <a:pt x="514084" y="53709"/>
                </a:cubicBezTo>
                <a:cubicBezTo>
                  <a:pt x="514506" y="52343"/>
                  <a:pt x="514717" y="51028"/>
                  <a:pt x="514717" y="49766"/>
                </a:cubicBezTo>
                <a:cubicBezTo>
                  <a:pt x="514717" y="47139"/>
                  <a:pt x="513928" y="45511"/>
                  <a:pt x="512350" y="44880"/>
                </a:cubicBezTo>
                <a:cubicBezTo>
                  <a:pt x="510773" y="44249"/>
                  <a:pt x="509145" y="43828"/>
                  <a:pt x="507464" y="43617"/>
                </a:cubicBezTo>
                <a:cubicBezTo>
                  <a:pt x="506834" y="43513"/>
                  <a:pt x="506360" y="43198"/>
                  <a:pt x="506045" y="42672"/>
                </a:cubicBezTo>
                <a:cubicBezTo>
                  <a:pt x="505729" y="42146"/>
                  <a:pt x="505597" y="41621"/>
                  <a:pt x="505650" y="41096"/>
                </a:cubicBezTo>
                <a:cubicBezTo>
                  <a:pt x="505703" y="40570"/>
                  <a:pt x="505887" y="40071"/>
                  <a:pt x="506201" y="39598"/>
                </a:cubicBezTo>
                <a:cubicBezTo>
                  <a:pt x="506517" y="39125"/>
                  <a:pt x="506938" y="38888"/>
                  <a:pt x="507464" y="38888"/>
                </a:cubicBezTo>
                <a:cubicBezTo>
                  <a:pt x="509776" y="38888"/>
                  <a:pt x="511931" y="39072"/>
                  <a:pt x="513928" y="39441"/>
                </a:cubicBezTo>
                <a:cubicBezTo>
                  <a:pt x="515924" y="39809"/>
                  <a:pt x="518026" y="39992"/>
                  <a:pt x="520233" y="39992"/>
                </a:cubicBezTo>
                <a:cubicBezTo>
                  <a:pt x="522545" y="39992"/>
                  <a:pt x="524989" y="39809"/>
                  <a:pt x="527563" y="39441"/>
                </a:cubicBezTo>
                <a:cubicBezTo>
                  <a:pt x="530138" y="39072"/>
                  <a:pt x="532162" y="38888"/>
                  <a:pt x="533634" y="38888"/>
                </a:cubicBezTo>
                <a:cubicBezTo>
                  <a:pt x="534265" y="38888"/>
                  <a:pt x="534711" y="39125"/>
                  <a:pt x="534974" y="39598"/>
                </a:cubicBezTo>
                <a:cubicBezTo>
                  <a:pt x="535237" y="40071"/>
                  <a:pt x="535369" y="40622"/>
                  <a:pt x="535369" y="41253"/>
                </a:cubicBezTo>
                <a:cubicBezTo>
                  <a:pt x="535369" y="41779"/>
                  <a:pt x="535237" y="42305"/>
                  <a:pt x="534974" y="42831"/>
                </a:cubicBezTo>
                <a:cubicBezTo>
                  <a:pt x="534711" y="43355"/>
                  <a:pt x="534317" y="43617"/>
                  <a:pt x="533791" y="43617"/>
                </a:cubicBezTo>
                <a:cubicBezTo>
                  <a:pt x="531690" y="43723"/>
                  <a:pt x="529930" y="44196"/>
                  <a:pt x="528510" y="45037"/>
                </a:cubicBezTo>
                <a:cubicBezTo>
                  <a:pt x="527091" y="45877"/>
                  <a:pt x="525856" y="46955"/>
                  <a:pt x="524806" y="48270"/>
                </a:cubicBezTo>
                <a:cubicBezTo>
                  <a:pt x="523755" y="49583"/>
                  <a:pt x="522809" y="51160"/>
                  <a:pt x="521967" y="52999"/>
                </a:cubicBezTo>
                <a:cubicBezTo>
                  <a:pt x="521127" y="54839"/>
                  <a:pt x="520286" y="56809"/>
                  <a:pt x="519446" y="58910"/>
                </a:cubicBezTo>
                <a:close/>
                <a:moveTo>
                  <a:pt x="558386" y="69788"/>
                </a:moveTo>
                <a:cubicBezTo>
                  <a:pt x="557860" y="69788"/>
                  <a:pt x="557570" y="69972"/>
                  <a:pt x="557518" y="70341"/>
                </a:cubicBezTo>
                <a:cubicBezTo>
                  <a:pt x="557466" y="70708"/>
                  <a:pt x="557441" y="71155"/>
                  <a:pt x="557441" y="71681"/>
                </a:cubicBezTo>
                <a:cubicBezTo>
                  <a:pt x="557441" y="77147"/>
                  <a:pt x="558044" y="81771"/>
                  <a:pt x="559252" y="85554"/>
                </a:cubicBezTo>
                <a:cubicBezTo>
                  <a:pt x="560461" y="89337"/>
                  <a:pt x="562143" y="92412"/>
                  <a:pt x="564296" y="94777"/>
                </a:cubicBezTo>
                <a:cubicBezTo>
                  <a:pt x="566452" y="97141"/>
                  <a:pt x="569027" y="98849"/>
                  <a:pt x="572023" y="99901"/>
                </a:cubicBezTo>
                <a:cubicBezTo>
                  <a:pt x="575019" y="100952"/>
                  <a:pt x="578251" y="101477"/>
                  <a:pt x="581718" y="101477"/>
                </a:cubicBezTo>
                <a:cubicBezTo>
                  <a:pt x="585291" y="101477"/>
                  <a:pt x="588759" y="101188"/>
                  <a:pt x="592122" y="100611"/>
                </a:cubicBezTo>
                <a:cubicBezTo>
                  <a:pt x="595487" y="100032"/>
                  <a:pt x="598377" y="98744"/>
                  <a:pt x="600794" y="96747"/>
                </a:cubicBezTo>
                <a:cubicBezTo>
                  <a:pt x="601320" y="96327"/>
                  <a:pt x="601872" y="96170"/>
                  <a:pt x="602449" y="96276"/>
                </a:cubicBezTo>
                <a:cubicBezTo>
                  <a:pt x="603028" y="96380"/>
                  <a:pt x="603501" y="96642"/>
                  <a:pt x="603869" y="97063"/>
                </a:cubicBezTo>
                <a:cubicBezTo>
                  <a:pt x="604236" y="97483"/>
                  <a:pt x="604472" y="97956"/>
                  <a:pt x="604576" y="98482"/>
                </a:cubicBezTo>
                <a:cubicBezTo>
                  <a:pt x="604682" y="99008"/>
                  <a:pt x="604577" y="99481"/>
                  <a:pt x="604263" y="99901"/>
                </a:cubicBezTo>
                <a:cubicBezTo>
                  <a:pt x="600900" y="104315"/>
                  <a:pt x="597116" y="107363"/>
                  <a:pt x="592911" y="109045"/>
                </a:cubicBezTo>
                <a:cubicBezTo>
                  <a:pt x="588708" y="110726"/>
                  <a:pt x="583505" y="111566"/>
                  <a:pt x="577304" y="111566"/>
                </a:cubicBezTo>
                <a:cubicBezTo>
                  <a:pt x="570998" y="111566"/>
                  <a:pt x="565559" y="110621"/>
                  <a:pt x="560986" y="108730"/>
                </a:cubicBezTo>
                <a:cubicBezTo>
                  <a:pt x="556414" y="106837"/>
                  <a:pt x="552630" y="104183"/>
                  <a:pt x="549634" y="100767"/>
                </a:cubicBezTo>
                <a:cubicBezTo>
                  <a:pt x="546640" y="97351"/>
                  <a:pt x="544433" y="93358"/>
                  <a:pt x="543014" y="88787"/>
                </a:cubicBezTo>
                <a:cubicBezTo>
                  <a:pt x="541595" y="84215"/>
                  <a:pt x="540885" y="79248"/>
                  <a:pt x="540885" y="73887"/>
                </a:cubicBezTo>
                <a:cubicBezTo>
                  <a:pt x="540885" y="68737"/>
                  <a:pt x="541752" y="63851"/>
                  <a:pt x="543486" y="59227"/>
                </a:cubicBezTo>
                <a:cubicBezTo>
                  <a:pt x="545221" y="54602"/>
                  <a:pt x="547665" y="50608"/>
                  <a:pt x="550818" y="47245"/>
                </a:cubicBezTo>
                <a:cubicBezTo>
                  <a:pt x="553971" y="43882"/>
                  <a:pt x="557702" y="41202"/>
                  <a:pt x="562011" y="39206"/>
                </a:cubicBezTo>
                <a:cubicBezTo>
                  <a:pt x="566320" y="37207"/>
                  <a:pt x="571103" y="36208"/>
                  <a:pt x="576358" y="36208"/>
                </a:cubicBezTo>
                <a:cubicBezTo>
                  <a:pt x="580772" y="36208"/>
                  <a:pt x="584791" y="36971"/>
                  <a:pt x="588417" y="38496"/>
                </a:cubicBezTo>
                <a:cubicBezTo>
                  <a:pt x="592043" y="40019"/>
                  <a:pt x="595118" y="42121"/>
                  <a:pt x="597640" y="44801"/>
                </a:cubicBezTo>
                <a:cubicBezTo>
                  <a:pt x="600163" y="47481"/>
                  <a:pt x="602134" y="50687"/>
                  <a:pt x="603553" y="54419"/>
                </a:cubicBezTo>
                <a:cubicBezTo>
                  <a:pt x="604973" y="58149"/>
                  <a:pt x="605682" y="62169"/>
                  <a:pt x="605682" y="66478"/>
                </a:cubicBezTo>
                <a:cubicBezTo>
                  <a:pt x="605682" y="68685"/>
                  <a:pt x="604894" y="69788"/>
                  <a:pt x="603318" y="69788"/>
                </a:cubicBezTo>
                <a:lnTo>
                  <a:pt x="558386" y="69788"/>
                </a:lnTo>
                <a:moveTo>
                  <a:pt x="587236" y="64272"/>
                </a:moveTo>
                <a:cubicBezTo>
                  <a:pt x="588707" y="64272"/>
                  <a:pt x="589547" y="63747"/>
                  <a:pt x="589757" y="62696"/>
                </a:cubicBezTo>
                <a:cubicBezTo>
                  <a:pt x="589969" y="61644"/>
                  <a:pt x="590075" y="60382"/>
                  <a:pt x="590075" y="58910"/>
                </a:cubicBezTo>
                <a:cubicBezTo>
                  <a:pt x="590075" y="56703"/>
                  <a:pt x="589733" y="54575"/>
                  <a:pt x="589050" y="52525"/>
                </a:cubicBezTo>
                <a:cubicBezTo>
                  <a:pt x="588367" y="50476"/>
                  <a:pt x="587394" y="48663"/>
                  <a:pt x="586132" y="47086"/>
                </a:cubicBezTo>
                <a:cubicBezTo>
                  <a:pt x="584872" y="45510"/>
                  <a:pt x="583348" y="44249"/>
                  <a:pt x="581561" y="43302"/>
                </a:cubicBezTo>
                <a:cubicBezTo>
                  <a:pt x="579775" y="42356"/>
                  <a:pt x="577725" y="41883"/>
                  <a:pt x="575413" y="41883"/>
                </a:cubicBezTo>
                <a:cubicBezTo>
                  <a:pt x="572574" y="41883"/>
                  <a:pt x="570130" y="42383"/>
                  <a:pt x="568080" y="43382"/>
                </a:cubicBezTo>
                <a:cubicBezTo>
                  <a:pt x="566031" y="44381"/>
                  <a:pt x="564296" y="45695"/>
                  <a:pt x="562877" y="47324"/>
                </a:cubicBezTo>
                <a:cubicBezTo>
                  <a:pt x="561459" y="48952"/>
                  <a:pt x="560383" y="50870"/>
                  <a:pt x="559646" y="53079"/>
                </a:cubicBezTo>
                <a:cubicBezTo>
                  <a:pt x="558910" y="55285"/>
                  <a:pt x="558385" y="57597"/>
                  <a:pt x="558071" y="60014"/>
                </a:cubicBezTo>
                <a:cubicBezTo>
                  <a:pt x="557861" y="61276"/>
                  <a:pt x="557781" y="62302"/>
                  <a:pt x="557833" y="63091"/>
                </a:cubicBezTo>
                <a:cubicBezTo>
                  <a:pt x="557886" y="63878"/>
                  <a:pt x="558122" y="64272"/>
                  <a:pt x="558542" y="64272"/>
                </a:cubicBezTo>
                <a:lnTo>
                  <a:pt x="587236" y="64272"/>
                </a:lnTo>
                <a:close/>
                <a:moveTo>
                  <a:pt x="699961" y="85711"/>
                </a:moveTo>
                <a:cubicBezTo>
                  <a:pt x="699961" y="91596"/>
                  <a:pt x="700618" y="95958"/>
                  <a:pt x="701931" y="98797"/>
                </a:cubicBezTo>
                <a:cubicBezTo>
                  <a:pt x="703244" y="101634"/>
                  <a:pt x="705636" y="103053"/>
                  <a:pt x="709105" y="103053"/>
                </a:cubicBezTo>
                <a:cubicBezTo>
                  <a:pt x="711521" y="103053"/>
                  <a:pt x="713807" y="102685"/>
                  <a:pt x="715960" y="101951"/>
                </a:cubicBezTo>
                <a:cubicBezTo>
                  <a:pt x="718116" y="101215"/>
                  <a:pt x="719772" y="100426"/>
                  <a:pt x="720928" y="99586"/>
                </a:cubicBezTo>
                <a:cubicBezTo>
                  <a:pt x="721244" y="99376"/>
                  <a:pt x="721612" y="99349"/>
                  <a:pt x="722032" y="99507"/>
                </a:cubicBezTo>
                <a:cubicBezTo>
                  <a:pt x="722452" y="99664"/>
                  <a:pt x="722820" y="99927"/>
                  <a:pt x="723134" y="100296"/>
                </a:cubicBezTo>
                <a:cubicBezTo>
                  <a:pt x="723450" y="100663"/>
                  <a:pt x="723686" y="101057"/>
                  <a:pt x="723844" y="101477"/>
                </a:cubicBezTo>
                <a:cubicBezTo>
                  <a:pt x="724002" y="101897"/>
                  <a:pt x="723977" y="102265"/>
                  <a:pt x="723767" y="102581"/>
                </a:cubicBezTo>
                <a:cubicBezTo>
                  <a:pt x="721770" y="105838"/>
                  <a:pt x="719169" y="108150"/>
                  <a:pt x="715963" y="109516"/>
                </a:cubicBezTo>
                <a:cubicBezTo>
                  <a:pt x="712757" y="110883"/>
                  <a:pt x="708999" y="111566"/>
                  <a:pt x="704690" y="111566"/>
                </a:cubicBezTo>
                <a:cubicBezTo>
                  <a:pt x="697544" y="111566"/>
                  <a:pt x="692499" y="109964"/>
                  <a:pt x="689557" y="106760"/>
                </a:cubicBezTo>
                <a:cubicBezTo>
                  <a:pt x="686614" y="103554"/>
                  <a:pt x="685142" y="98535"/>
                  <a:pt x="685142" y="91703"/>
                </a:cubicBezTo>
                <a:lnTo>
                  <a:pt x="685142" y="51185"/>
                </a:lnTo>
                <a:cubicBezTo>
                  <a:pt x="685142" y="49925"/>
                  <a:pt x="685089" y="48927"/>
                  <a:pt x="684984" y="48190"/>
                </a:cubicBezTo>
                <a:cubicBezTo>
                  <a:pt x="684879" y="47454"/>
                  <a:pt x="684564" y="46929"/>
                  <a:pt x="684038" y="46615"/>
                </a:cubicBezTo>
                <a:cubicBezTo>
                  <a:pt x="683512" y="46299"/>
                  <a:pt x="682645" y="46114"/>
                  <a:pt x="681435" y="46062"/>
                </a:cubicBezTo>
                <a:cubicBezTo>
                  <a:pt x="680228" y="46009"/>
                  <a:pt x="678521" y="45982"/>
                  <a:pt x="676314" y="45982"/>
                </a:cubicBezTo>
                <a:cubicBezTo>
                  <a:pt x="675998" y="45982"/>
                  <a:pt x="675735" y="45667"/>
                  <a:pt x="675525" y="45037"/>
                </a:cubicBezTo>
                <a:cubicBezTo>
                  <a:pt x="675315" y="44406"/>
                  <a:pt x="675183" y="43723"/>
                  <a:pt x="675130" y="42987"/>
                </a:cubicBezTo>
                <a:cubicBezTo>
                  <a:pt x="675077" y="42251"/>
                  <a:pt x="675156" y="41568"/>
                  <a:pt x="675366" y="40938"/>
                </a:cubicBezTo>
                <a:cubicBezTo>
                  <a:pt x="675578" y="40307"/>
                  <a:pt x="675894" y="39992"/>
                  <a:pt x="676314" y="39992"/>
                </a:cubicBezTo>
                <a:cubicBezTo>
                  <a:pt x="678941" y="39782"/>
                  <a:pt x="681200" y="39388"/>
                  <a:pt x="683090" y="38811"/>
                </a:cubicBezTo>
                <a:cubicBezTo>
                  <a:pt x="684983" y="38232"/>
                  <a:pt x="686586" y="37312"/>
                  <a:pt x="687899" y="36052"/>
                </a:cubicBezTo>
                <a:cubicBezTo>
                  <a:pt x="689214" y="34790"/>
                  <a:pt x="690265" y="33082"/>
                  <a:pt x="691053" y="30928"/>
                </a:cubicBezTo>
                <a:cubicBezTo>
                  <a:pt x="691842" y="28773"/>
                  <a:pt x="692499" y="25961"/>
                  <a:pt x="693023" y="22494"/>
                </a:cubicBezTo>
                <a:cubicBezTo>
                  <a:pt x="693129" y="21862"/>
                  <a:pt x="693550" y="21389"/>
                  <a:pt x="694286" y="21075"/>
                </a:cubicBezTo>
                <a:cubicBezTo>
                  <a:pt x="695022" y="20759"/>
                  <a:pt x="695810" y="20601"/>
                  <a:pt x="696651" y="20601"/>
                </a:cubicBezTo>
                <a:cubicBezTo>
                  <a:pt x="697491" y="20601"/>
                  <a:pt x="698253" y="20732"/>
                  <a:pt x="698936" y="20995"/>
                </a:cubicBezTo>
                <a:cubicBezTo>
                  <a:pt x="699619" y="21258"/>
                  <a:pt x="699961" y="21600"/>
                  <a:pt x="699961" y="22020"/>
                </a:cubicBezTo>
                <a:lnTo>
                  <a:pt x="699961" y="35578"/>
                </a:lnTo>
                <a:cubicBezTo>
                  <a:pt x="699961" y="37260"/>
                  <a:pt x="700039" y="38233"/>
                  <a:pt x="700197" y="38496"/>
                </a:cubicBezTo>
                <a:cubicBezTo>
                  <a:pt x="700355" y="38757"/>
                  <a:pt x="701013" y="38888"/>
                  <a:pt x="702169" y="38888"/>
                </a:cubicBezTo>
                <a:lnTo>
                  <a:pt x="718563" y="38888"/>
                </a:lnTo>
                <a:cubicBezTo>
                  <a:pt x="719299" y="38888"/>
                  <a:pt x="719773" y="39309"/>
                  <a:pt x="719983" y="40151"/>
                </a:cubicBezTo>
                <a:cubicBezTo>
                  <a:pt x="720193" y="40991"/>
                  <a:pt x="720298" y="41727"/>
                  <a:pt x="720298" y="42357"/>
                </a:cubicBezTo>
                <a:cubicBezTo>
                  <a:pt x="720298" y="42987"/>
                  <a:pt x="720166" y="43749"/>
                  <a:pt x="719903" y="44642"/>
                </a:cubicBezTo>
                <a:cubicBezTo>
                  <a:pt x="719642" y="45536"/>
                  <a:pt x="719090" y="45982"/>
                  <a:pt x="718248" y="45982"/>
                </a:cubicBezTo>
                <a:lnTo>
                  <a:pt x="701380" y="45982"/>
                </a:lnTo>
                <a:cubicBezTo>
                  <a:pt x="700644" y="45982"/>
                  <a:pt x="700223" y="46167"/>
                  <a:pt x="700117" y="46535"/>
                </a:cubicBezTo>
                <a:cubicBezTo>
                  <a:pt x="700013" y="46903"/>
                  <a:pt x="699961" y="48243"/>
                  <a:pt x="699961" y="50555"/>
                </a:cubicBezTo>
                <a:lnTo>
                  <a:pt x="699961" y="85711"/>
                </a:lnTo>
                <a:close/>
                <a:moveTo>
                  <a:pt x="754241" y="47560"/>
                </a:moveTo>
                <a:cubicBezTo>
                  <a:pt x="754451" y="48085"/>
                  <a:pt x="754714" y="48085"/>
                  <a:pt x="755030" y="47560"/>
                </a:cubicBezTo>
                <a:cubicBezTo>
                  <a:pt x="757761" y="43987"/>
                  <a:pt x="761150" y="41202"/>
                  <a:pt x="765196" y="39206"/>
                </a:cubicBezTo>
                <a:cubicBezTo>
                  <a:pt x="769244" y="37207"/>
                  <a:pt x="773265" y="36208"/>
                  <a:pt x="777258" y="36208"/>
                </a:cubicBezTo>
                <a:cubicBezTo>
                  <a:pt x="786192" y="36208"/>
                  <a:pt x="792630" y="38652"/>
                  <a:pt x="796570" y="43540"/>
                </a:cubicBezTo>
                <a:cubicBezTo>
                  <a:pt x="800512" y="48427"/>
                  <a:pt x="802483" y="54811"/>
                  <a:pt x="802483" y="62694"/>
                </a:cubicBezTo>
                <a:lnTo>
                  <a:pt x="802483" y="91859"/>
                </a:lnTo>
                <a:cubicBezTo>
                  <a:pt x="802483" y="94592"/>
                  <a:pt x="802562" y="96800"/>
                  <a:pt x="802719" y="98482"/>
                </a:cubicBezTo>
                <a:cubicBezTo>
                  <a:pt x="802876" y="100163"/>
                  <a:pt x="803243" y="101502"/>
                  <a:pt x="803821" y="102502"/>
                </a:cubicBezTo>
                <a:cubicBezTo>
                  <a:pt x="804400" y="103501"/>
                  <a:pt x="805319" y="104237"/>
                  <a:pt x="806580" y="104710"/>
                </a:cubicBezTo>
                <a:cubicBezTo>
                  <a:pt x="807842" y="105181"/>
                  <a:pt x="809576" y="105628"/>
                  <a:pt x="811783" y="106050"/>
                </a:cubicBezTo>
                <a:cubicBezTo>
                  <a:pt x="812415" y="106154"/>
                  <a:pt x="812888" y="106469"/>
                  <a:pt x="813202" y="106995"/>
                </a:cubicBezTo>
                <a:cubicBezTo>
                  <a:pt x="813518" y="107520"/>
                  <a:pt x="813676" y="108045"/>
                  <a:pt x="813676" y="108571"/>
                </a:cubicBezTo>
                <a:cubicBezTo>
                  <a:pt x="813676" y="109097"/>
                  <a:pt x="813518" y="109597"/>
                  <a:pt x="813202" y="110070"/>
                </a:cubicBezTo>
                <a:cubicBezTo>
                  <a:pt x="812888" y="110543"/>
                  <a:pt x="812468" y="110779"/>
                  <a:pt x="811942" y="110779"/>
                </a:cubicBezTo>
                <a:cubicBezTo>
                  <a:pt x="810471" y="110779"/>
                  <a:pt x="808238" y="110595"/>
                  <a:pt x="805242" y="110226"/>
                </a:cubicBezTo>
                <a:cubicBezTo>
                  <a:pt x="802247" y="109859"/>
                  <a:pt x="799172" y="109675"/>
                  <a:pt x="796019" y="109675"/>
                </a:cubicBezTo>
                <a:cubicBezTo>
                  <a:pt x="792656" y="109675"/>
                  <a:pt x="789345" y="109859"/>
                  <a:pt x="786087" y="110226"/>
                </a:cubicBezTo>
                <a:cubicBezTo>
                  <a:pt x="782828" y="110595"/>
                  <a:pt x="780043" y="110779"/>
                  <a:pt x="777732" y="110779"/>
                </a:cubicBezTo>
                <a:cubicBezTo>
                  <a:pt x="777100" y="110779"/>
                  <a:pt x="776626" y="110543"/>
                  <a:pt x="776310" y="110070"/>
                </a:cubicBezTo>
                <a:cubicBezTo>
                  <a:pt x="775996" y="109597"/>
                  <a:pt x="775839" y="109097"/>
                  <a:pt x="775839" y="108571"/>
                </a:cubicBezTo>
                <a:cubicBezTo>
                  <a:pt x="775839" y="107941"/>
                  <a:pt x="775996" y="107389"/>
                  <a:pt x="776310" y="106916"/>
                </a:cubicBezTo>
                <a:cubicBezTo>
                  <a:pt x="776626" y="106443"/>
                  <a:pt x="777152" y="106154"/>
                  <a:pt x="777888" y="106050"/>
                </a:cubicBezTo>
                <a:cubicBezTo>
                  <a:pt x="780307" y="105734"/>
                  <a:pt x="782173" y="105314"/>
                  <a:pt x="783486" y="104789"/>
                </a:cubicBezTo>
                <a:cubicBezTo>
                  <a:pt x="784800" y="104263"/>
                  <a:pt x="785745" y="103475"/>
                  <a:pt x="786322" y="102425"/>
                </a:cubicBezTo>
                <a:cubicBezTo>
                  <a:pt x="786901" y="101373"/>
                  <a:pt x="787269" y="100006"/>
                  <a:pt x="787426" y="98326"/>
                </a:cubicBezTo>
                <a:cubicBezTo>
                  <a:pt x="787584" y="96643"/>
                  <a:pt x="787662" y="94488"/>
                  <a:pt x="787662" y="91859"/>
                </a:cubicBezTo>
                <a:lnTo>
                  <a:pt x="787662" y="68053"/>
                </a:lnTo>
                <a:cubicBezTo>
                  <a:pt x="787662" y="65427"/>
                  <a:pt x="787479" y="62800"/>
                  <a:pt x="787111" y="60173"/>
                </a:cubicBezTo>
                <a:cubicBezTo>
                  <a:pt x="786744" y="57544"/>
                  <a:pt x="786061" y="55153"/>
                  <a:pt x="785062" y="52999"/>
                </a:cubicBezTo>
                <a:cubicBezTo>
                  <a:pt x="784064" y="50844"/>
                  <a:pt x="782619" y="49083"/>
                  <a:pt x="780727" y="47717"/>
                </a:cubicBezTo>
                <a:cubicBezTo>
                  <a:pt x="778834" y="46350"/>
                  <a:pt x="776312" y="45667"/>
                  <a:pt x="773159" y="45667"/>
                </a:cubicBezTo>
                <a:cubicBezTo>
                  <a:pt x="769796" y="45667"/>
                  <a:pt x="766932" y="46298"/>
                  <a:pt x="764566" y="47560"/>
                </a:cubicBezTo>
                <a:cubicBezTo>
                  <a:pt x="762202" y="48821"/>
                  <a:pt x="760258" y="50344"/>
                  <a:pt x="758733" y="52131"/>
                </a:cubicBezTo>
                <a:cubicBezTo>
                  <a:pt x="757209" y="53917"/>
                  <a:pt x="756079" y="55810"/>
                  <a:pt x="755343" y="57808"/>
                </a:cubicBezTo>
                <a:cubicBezTo>
                  <a:pt x="754609" y="59805"/>
                  <a:pt x="754241" y="61538"/>
                  <a:pt x="754241" y="63009"/>
                </a:cubicBezTo>
                <a:lnTo>
                  <a:pt x="754241" y="90914"/>
                </a:lnTo>
                <a:cubicBezTo>
                  <a:pt x="754241" y="93752"/>
                  <a:pt x="754293" y="96092"/>
                  <a:pt x="754398" y="97931"/>
                </a:cubicBezTo>
                <a:cubicBezTo>
                  <a:pt x="754503" y="99769"/>
                  <a:pt x="754819" y="101214"/>
                  <a:pt x="755343" y="102266"/>
                </a:cubicBezTo>
                <a:cubicBezTo>
                  <a:pt x="755869" y="103316"/>
                  <a:pt x="756684" y="104131"/>
                  <a:pt x="757787" y="104710"/>
                </a:cubicBezTo>
                <a:cubicBezTo>
                  <a:pt x="758892" y="105287"/>
                  <a:pt x="760443" y="105734"/>
                  <a:pt x="762440" y="106050"/>
                </a:cubicBezTo>
                <a:cubicBezTo>
                  <a:pt x="763174" y="106154"/>
                  <a:pt x="763699" y="106469"/>
                  <a:pt x="764015" y="106995"/>
                </a:cubicBezTo>
                <a:cubicBezTo>
                  <a:pt x="764331" y="107520"/>
                  <a:pt x="764489" y="108045"/>
                  <a:pt x="764489" y="108571"/>
                </a:cubicBezTo>
                <a:cubicBezTo>
                  <a:pt x="764489" y="109097"/>
                  <a:pt x="764331" y="109597"/>
                  <a:pt x="764015" y="110070"/>
                </a:cubicBezTo>
                <a:cubicBezTo>
                  <a:pt x="763699" y="110543"/>
                  <a:pt x="763226" y="110779"/>
                  <a:pt x="762596" y="110779"/>
                </a:cubicBezTo>
                <a:cubicBezTo>
                  <a:pt x="761230" y="110779"/>
                  <a:pt x="759101" y="110595"/>
                  <a:pt x="756211" y="110226"/>
                </a:cubicBezTo>
                <a:cubicBezTo>
                  <a:pt x="753322" y="109859"/>
                  <a:pt x="750300" y="109675"/>
                  <a:pt x="747147" y="109675"/>
                </a:cubicBezTo>
                <a:cubicBezTo>
                  <a:pt x="743784" y="109675"/>
                  <a:pt x="740578" y="109859"/>
                  <a:pt x="737530" y="110226"/>
                </a:cubicBezTo>
                <a:cubicBezTo>
                  <a:pt x="734481" y="110595"/>
                  <a:pt x="731748" y="110779"/>
                  <a:pt x="729331" y="110779"/>
                </a:cubicBezTo>
                <a:cubicBezTo>
                  <a:pt x="728701" y="110779"/>
                  <a:pt x="728228" y="110543"/>
                  <a:pt x="727912" y="110070"/>
                </a:cubicBezTo>
                <a:cubicBezTo>
                  <a:pt x="727598" y="109597"/>
                  <a:pt x="727441" y="109097"/>
                  <a:pt x="727441" y="108571"/>
                </a:cubicBezTo>
                <a:cubicBezTo>
                  <a:pt x="727441" y="107941"/>
                  <a:pt x="727598" y="107389"/>
                  <a:pt x="727912" y="106916"/>
                </a:cubicBezTo>
                <a:cubicBezTo>
                  <a:pt x="728228" y="106443"/>
                  <a:pt x="728754" y="106154"/>
                  <a:pt x="729490" y="106050"/>
                </a:cubicBezTo>
                <a:cubicBezTo>
                  <a:pt x="731907" y="105734"/>
                  <a:pt x="733772" y="105314"/>
                  <a:pt x="735086" y="104789"/>
                </a:cubicBezTo>
                <a:cubicBezTo>
                  <a:pt x="736399" y="104263"/>
                  <a:pt x="737371" y="103475"/>
                  <a:pt x="738001" y="102425"/>
                </a:cubicBezTo>
                <a:cubicBezTo>
                  <a:pt x="738633" y="101373"/>
                  <a:pt x="739027" y="100006"/>
                  <a:pt x="739185" y="98326"/>
                </a:cubicBezTo>
                <a:cubicBezTo>
                  <a:pt x="739342" y="96643"/>
                  <a:pt x="739420" y="94488"/>
                  <a:pt x="739420" y="91859"/>
                </a:cubicBezTo>
                <a:lnTo>
                  <a:pt x="739420" y="29903"/>
                </a:lnTo>
                <a:cubicBezTo>
                  <a:pt x="739420" y="25384"/>
                  <a:pt x="739315" y="21784"/>
                  <a:pt x="739105" y="19104"/>
                </a:cubicBezTo>
                <a:cubicBezTo>
                  <a:pt x="738895" y="16423"/>
                  <a:pt x="738370" y="14347"/>
                  <a:pt x="737530" y="12876"/>
                </a:cubicBezTo>
                <a:cubicBezTo>
                  <a:pt x="736689" y="11404"/>
                  <a:pt x="735428" y="10406"/>
                  <a:pt x="733746" y="9881"/>
                </a:cubicBezTo>
                <a:cubicBezTo>
                  <a:pt x="732065" y="9355"/>
                  <a:pt x="729753" y="8934"/>
                  <a:pt x="726810" y="8618"/>
                </a:cubicBezTo>
                <a:cubicBezTo>
                  <a:pt x="726284" y="8618"/>
                  <a:pt x="725890" y="8356"/>
                  <a:pt x="725627" y="7832"/>
                </a:cubicBezTo>
                <a:cubicBezTo>
                  <a:pt x="725364" y="7306"/>
                  <a:pt x="725206" y="6781"/>
                  <a:pt x="725153" y="6256"/>
                </a:cubicBezTo>
                <a:cubicBezTo>
                  <a:pt x="725101" y="5730"/>
                  <a:pt x="725207" y="5204"/>
                  <a:pt x="725468" y="4678"/>
                </a:cubicBezTo>
                <a:cubicBezTo>
                  <a:pt x="725731" y="4152"/>
                  <a:pt x="726178" y="3889"/>
                  <a:pt x="726810" y="3889"/>
                </a:cubicBezTo>
                <a:cubicBezTo>
                  <a:pt x="729857" y="3679"/>
                  <a:pt x="733588" y="3364"/>
                  <a:pt x="738001" y="2944"/>
                </a:cubicBezTo>
                <a:cubicBezTo>
                  <a:pt x="742416" y="2523"/>
                  <a:pt x="746568" y="1735"/>
                  <a:pt x="750457" y="579"/>
                </a:cubicBezTo>
                <a:cubicBezTo>
                  <a:pt x="751928" y="159"/>
                  <a:pt x="752900" y="238"/>
                  <a:pt x="753373" y="817"/>
                </a:cubicBezTo>
                <a:cubicBezTo>
                  <a:pt x="753846" y="1394"/>
                  <a:pt x="754135" y="1998"/>
                  <a:pt x="754241" y="2629"/>
                </a:cubicBezTo>
                <a:lnTo>
                  <a:pt x="754241" y="47560"/>
                </a:lnTo>
                <a:close/>
                <a:moveTo>
                  <a:pt x="864960" y="77356"/>
                </a:moveTo>
                <a:cubicBezTo>
                  <a:pt x="864960" y="76200"/>
                  <a:pt x="864907" y="75490"/>
                  <a:pt x="864801" y="75227"/>
                </a:cubicBezTo>
                <a:cubicBezTo>
                  <a:pt x="864697" y="74964"/>
                  <a:pt x="864435" y="74832"/>
                  <a:pt x="864014" y="74832"/>
                </a:cubicBezTo>
                <a:cubicBezTo>
                  <a:pt x="855396" y="75569"/>
                  <a:pt x="849011" y="77382"/>
                  <a:pt x="844859" y="80274"/>
                </a:cubicBezTo>
                <a:cubicBezTo>
                  <a:pt x="840708" y="83164"/>
                  <a:pt x="838633" y="86868"/>
                  <a:pt x="838633" y="91388"/>
                </a:cubicBezTo>
                <a:cubicBezTo>
                  <a:pt x="838633" y="94541"/>
                  <a:pt x="839421" y="97195"/>
                  <a:pt x="840998" y="99350"/>
                </a:cubicBezTo>
                <a:cubicBezTo>
                  <a:pt x="842574" y="101504"/>
                  <a:pt x="845202" y="102581"/>
                  <a:pt x="848881" y="102581"/>
                </a:cubicBezTo>
                <a:cubicBezTo>
                  <a:pt x="851298" y="102581"/>
                  <a:pt x="853846" y="102108"/>
                  <a:pt x="856526" y="101162"/>
                </a:cubicBezTo>
                <a:cubicBezTo>
                  <a:pt x="859206" y="100216"/>
                  <a:pt x="861597" y="98849"/>
                  <a:pt x="863699" y="97063"/>
                </a:cubicBezTo>
                <a:cubicBezTo>
                  <a:pt x="864540" y="96222"/>
                  <a:pt x="864960" y="95381"/>
                  <a:pt x="864960" y="94539"/>
                </a:cubicBezTo>
                <a:lnTo>
                  <a:pt x="864960" y="77356"/>
                </a:lnTo>
                <a:moveTo>
                  <a:pt x="879781" y="92963"/>
                </a:moveTo>
                <a:cubicBezTo>
                  <a:pt x="879781" y="96642"/>
                  <a:pt x="880122" y="99218"/>
                  <a:pt x="880806" y="100690"/>
                </a:cubicBezTo>
                <a:cubicBezTo>
                  <a:pt x="881489" y="102161"/>
                  <a:pt x="882829" y="102896"/>
                  <a:pt x="884825" y="102896"/>
                </a:cubicBezTo>
                <a:cubicBezTo>
                  <a:pt x="885982" y="102896"/>
                  <a:pt x="886927" y="102765"/>
                  <a:pt x="887661" y="102502"/>
                </a:cubicBezTo>
                <a:cubicBezTo>
                  <a:pt x="888398" y="102239"/>
                  <a:pt x="889449" y="101687"/>
                  <a:pt x="890815" y="100847"/>
                </a:cubicBezTo>
                <a:cubicBezTo>
                  <a:pt x="891131" y="100636"/>
                  <a:pt x="891473" y="100636"/>
                  <a:pt x="891840" y="100847"/>
                </a:cubicBezTo>
                <a:cubicBezTo>
                  <a:pt x="892209" y="101057"/>
                  <a:pt x="892524" y="101346"/>
                  <a:pt x="892785" y="101715"/>
                </a:cubicBezTo>
                <a:cubicBezTo>
                  <a:pt x="893048" y="102082"/>
                  <a:pt x="893232" y="102502"/>
                  <a:pt x="893336" y="102976"/>
                </a:cubicBezTo>
                <a:cubicBezTo>
                  <a:pt x="893442" y="103449"/>
                  <a:pt x="893338" y="103842"/>
                  <a:pt x="893024" y="104157"/>
                </a:cubicBezTo>
                <a:cubicBezTo>
                  <a:pt x="888924" y="109096"/>
                  <a:pt x="884089" y="111566"/>
                  <a:pt x="878518" y="111566"/>
                </a:cubicBezTo>
                <a:cubicBezTo>
                  <a:pt x="875471" y="111566"/>
                  <a:pt x="872869" y="110752"/>
                  <a:pt x="870714" y="109124"/>
                </a:cubicBezTo>
                <a:cubicBezTo>
                  <a:pt x="868560" y="107495"/>
                  <a:pt x="866958" y="105576"/>
                  <a:pt x="865908" y="103368"/>
                </a:cubicBezTo>
                <a:cubicBezTo>
                  <a:pt x="865696" y="102843"/>
                  <a:pt x="865380" y="102791"/>
                  <a:pt x="864960" y="103211"/>
                </a:cubicBezTo>
                <a:cubicBezTo>
                  <a:pt x="862227" y="105628"/>
                  <a:pt x="859048" y="107625"/>
                  <a:pt x="855422" y="109201"/>
                </a:cubicBezTo>
                <a:cubicBezTo>
                  <a:pt x="851796" y="110778"/>
                  <a:pt x="847251" y="111566"/>
                  <a:pt x="841787" y="111566"/>
                </a:cubicBezTo>
                <a:cubicBezTo>
                  <a:pt x="835795" y="111566"/>
                  <a:pt x="831170" y="109964"/>
                  <a:pt x="827911" y="106760"/>
                </a:cubicBezTo>
                <a:cubicBezTo>
                  <a:pt x="824654" y="103554"/>
                  <a:pt x="823026" y="99008"/>
                  <a:pt x="823026" y="93122"/>
                </a:cubicBezTo>
                <a:cubicBezTo>
                  <a:pt x="823026" y="85554"/>
                  <a:pt x="826547" y="79747"/>
                  <a:pt x="833588" y="75701"/>
                </a:cubicBezTo>
                <a:cubicBezTo>
                  <a:pt x="840630" y="71655"/>
                  <a:pt x="850878" y="69632"/>
                  <a:pt x="864330" y="69632"/>
                </a:cubicBezTo>
                <a:cubicBezTo>
                  <a:pt x="864540" y="69632"/>
                  <a:pt x="864697" y="69369"/>
                  <a:pt x="864801" y="68843"/>
                </a:cubicBezTo>
                <a:cubicBezTo>
                  <a:pt x="864907" y="68317"/>
                  <a:pt x="864960" y="67108"/>
                  <a:pt x="864960" y="65217"/>
                </a:cubicBezTo>
                <a:lnTo>
                  <a:pt x="864960" y="60959"/>
                </a:lnTo>
                <a:cubicBezTo>
                  <a:pt x="864960" y="58332"/>
                  <a:pt x="864750" y="55863"/>
                  <a:pt x="864330" y="53550"/>
                </a:cubicBezTo>
                <a:cubicBezTo>
                  <a:pt x="863909" y="51238"/>
                  <a:pt x="863200" y="49214"/>
                  <a:pt x="862201" y="47481"/>
                </a:cubicBezTo>
                <a:cubicBezTo>
                  <a:pt x="861203" y="45747"/>
                  <a:pt x="859811" y="44381"/>
                  <a:pt x="858025" y="43382"/>
                </a:cubicBezTo>
                <a:cubicBezTo>
                  <a:pt x="856238" y="42383"/>
                  <a:pt x="854030" y="41883"/>
                  <a:pt x="851402" y="41883"/>
                </a:cubicBezTo>
                <a:cubicBezTo>
                  <a:pt x="847513" y="41883"/>
                  <a:pt x="844360" y="42646"/>
                  <a:pt x="841943" y="44171"/>
                </a:cubicBezTo>
                <a:cubicBezTo>
                  <a:pt x="839526" y="45694"/>
                  <a:pt x="838318" y="47664"/>
                  <a:pt x="838318" y="50081"/>
                </a:cubicBezTo>
                <a:cubicBezTo>
                  <a:pt x="838318" y="51238"/>
                  <a:pt x="838685" y="52367"/>
                  <a:pt x="839420" y="53471"/>
                </a:cubicBezTo>
                <a:cubicBezTo>
                  <a:pt x="840156" y="54574"/>
                  <a:pt x="840524" y="55704"/>
                  <a:pt x="840524" y="56860"/>
                </a:cubicBezTo>
                <a:cubicBezTo>
                  <a:pt x="840524" y="58332"/>
                  <a:pt x="839788" y="59752"/>
                  <a:pt x="838315" y="61118"/>
                </a:cubicBezTo>
                <a:cubicBezTo>
                  <a:pt x="836845" y="62485"/>
                  <a:pt x="835059" y="63168"/>
                  <a:pt x="832958" y="63168"/>
                </a:cubicBezTo>
                <a:cubicBezTo>
                  <a:pt x="830120" y="63168"/>
                  <a:pt x="828096" y="62406"/>
                  <a:pt x="826887" y="60882"/>
                </a:cubicBezTo>
                <a:cubicBezTo>
                  <a:pt x="825679" y="59357"/>
                  <a:pt x="825075" y="57491"/>
                  <a:pt x="825075" y="55285"/>
                </a:cubicBezTo>
                <a:cubicBezTo>
                  <a:pt x="825075" y="52658"/>
                  <a:pt x="825810" y="50161"/>
                  <a:pt x="827281" y="47796"/>
                </a:cubicBezTo>
                <a:cubicBezTo>
                  <a:pt x="828753" y="45430"/>
                  <a:pt x="830750" y="43407"/>
                  <a:pt x="833271" y="41727"/>
                </a:cubicBezTo>
                <a:cubicBezTo>
                  <a:pt x="835794" y="40044"/>
                  <a:pt x="838736" y="38704"/>
                  <a:pt x="842099" y="37707"/>
                </a:cubicBezTo>
                <a:cubicBezTo>
                  <a:pt x="845464" y="36708"/>
                  <a:pt x="848986" y="36208"/>
                  <a:pt x="852665" y="36208"/>
                </a:cubicBezTo>
                <a:cubicBezTo>
                  <a:pt x="861072" y="36208"/>
                  <a:pt x="867693" y="38153"/>
                  <a:pt x="872528" y="42042"/>
                </a:cubicBezTo>
                <a:cubicBezTo>
                  <a:pt x="877363" y="45931"/>
                  <a:pt x="879781" y="52395"/>
                  <a:pt x="879781" y="61433"/>
                </a:cubicBezTo>
                <a:lnTo>
                  <a:pt x="879781" y="92963"/>
                </a:lnTo>
                <a:close/>
                <a:moveTo>
                  <a:pt x="920186" y="85711"/>
                </a:moveTo>
                <a:cubicBezTo>
                  <a:pt x="920186" y="91596"/>
                  <a:pt x="920843" y="95958"/>
                  <a:pt x="922157" y="98797"/>
                </a:cubicBezTo>
                <a:cubicBezTo>
                  <a:pt x="923470" y="101634"/>
                  <a:pt x="925861" y="103053"/>
                  <a:pt x="929330" y="103053"/>
                </a:cubicBezTo>
                <a:cubicBezTo>
                  <a:pt x="931747" y="103053"/>
                  <a:pt x="934032" y="102685"/>
                  <a:pt x="936186" y="101951"/>
                </a:cubicBezTo>
                <a:cubicBezTo>
                  <a:pt x="938341" y="101215"/>
                  <a:pt x="939997" y="100426"/>
                  <a:pt x="941154" y="99586"/>
                </a:cubicBezTo>
                <a:cubicBezTo>
                  <a:pt x="941470" y="99376"/>
                  <a:pt x="941838" y="99349"/>
                  <a:pt x="942258" y="99507"/>
                </a:cubicBezTo>
                <a:cubicBezTo>
                  <a:pt x="942678" y="99664"/>
                  <a:pt x="943045" y="99927"/>
                  <a:pt x="943359" y="100296"/>
                </a:cubicBezTo>
                <a:cubicBezTo>
                  <a:pt x="943675" y="100663"/>
                  <a:pt x="943912" y="101057"/>
                  <a:pt x="944069" y="101477"/>
                </a:cubicBezTo>
                <a:cubicBezTo>
                  <a:pt x="944228" y="101897"/>
                  <a:pt x="944202" y="102265"/>
                  <a:pt x="943992" y="102581"/>
                </a:cubicBezTo>
                <a:cubicBezTo>
                  <a:pt x="941996" y="105838"/>
                  <a:pt x="939394" y="108150"/>
                  <a:pt x="936188" y="109516"/>
                </a:cubicBezTo>
                <a:cubicBezTo>
                  <a:pt x="932983" y="110883"/>
                  <a:pt x="929225" y="111566"/>
                  <a:pt x="924916" y="111566"/>
                </a:cubicBezTo>
                <a:cubicBezTo>
                  <a:pt x="917770" y="111566"/>
                  <a:pt x="912725" y="109964"/>
                  <a:pt x="909782" y="106760"/>
                </a:cubicBezTo>
                <a:cubicBezTo>
                  <a:pt x="906839" y="103554"/>
                  <a:pt x="905368" y="98535"/>
                  <a:pt x="905368" y="91703"/>
                </a:cubicBezTo>
                <a:lnTo>
                  <a:pt x="905368" y="51185"/>
                </a:lnTo>
                <a:cubicBezTo>
                  <a:pt x="905368" y="49925"/>
                  <a:pt x="905315" y="48927"/>
                  <a:pt x="905209" y="48190"/>
                </a:cubicBezTo>
                <a:cubicBezTo>
                  <a:pt x="905105" y="47454"/>
                  <a:pt x="904790" y="46929"/>
                  <a:pt x="904264" y="46615"/>
                </a:cubicBezTo>
                <a:cubicBezTo>
                  <a:pt x="903738" y="46299"/>
                  <a:pt x="902870" y="46114"/>
                  <a:pt x="901661" y="46062"/>
                </a:cubicBezTo>
                <a:cubicBezTo>
                  <a:pt x="900453" y="46009"/>
                  <a:pt x="898746" y="45982"/>
                  <a:pt x="896539" y="45982"/>
                </a:cubicBezTo>
                <a:cubicBezTo>
                  <a:pt x="896223" y="45982"/>
                  <a:pt x="895960" y="45667"/>
                  <a:pt x="895750" y="45037"/>
                </a:cubicBezTo>
                <a:cubicBezTo>
                  <a:pt x="895540" y="44406"/>
                  <a:pt x="895409" y="43723"/>
                  <a:pt x="895356" y="42987"/>
                </a:cubicBezTo>
                <a:cubicBezTo>
                  <a:pt x="895303" y="42251"/>
                  <a:pt x="895381" y="41568"/>
                  <a:pt x="895592" y="40938"/>
                </a:cubicBezTo>
                <a:cubicBezTo>
                  <a:pt x="895803" y="40307"/>
                  <a:pt x="896119" y="39992"/>
                  <a:pt x="896539" y="39992"/>
                </a:cubicBezTo>
                <a:cubicBezTo>
                  <a:pt x="899166" y="39782"/>
                  <a:pt x="901425" y="39388"/>
                  <a:pt x="903316" y="38811"/>
                </a:cubicBezTo>
                <a:cubicBezTo>
                  <a:pt x="905208" y="38232"/>
                  <a:pt x="906811" y="37312"/>
                  <a:pt x="908125" y="36052"/>
                </a:cubicBezTo>
                <a:cubicBezTo>
                  <a:pt x="909440" y="34790"/>
                  <a:pt x="910491" y="33082"/>
                  <a:pt x="911278" y="30928"/>
                </a:cubicBezTo>
                <a:cubicBezTo>
                  <a:pt x="912068" y="28773"/>
                  <a:pt x="912724" y="25961"/>
                  <a:pt x="913249" y="22494"/>
                </a:cubicBezTo>
                <a:cubicBezTo>
                  <a:pt x="913355" y="21862"/>
                  <a:pt x="913775" y="21389"/>
                  <a:pt x="914512" y="21075"/>
                </a:cubicBezTo>
                <a:cubicBezTo>
                  <a:pt x="915248" y="20759"/>
                  <a:pt x="916036" y="20601"/>
                  <a:pt x="916876" y="20601"/>
                </a:cubicBezTo>
                <a:cubicBezTo>
                  <a:pt x="917717" y="20601"/>
                  <a:pt x="918478" y="20732"/>
                  <a:pt x="919162" y="20995"/>
                </a:cubicBezTo>
                <a:cubicBezTo>
                  <a:pt x="919845" y="21258"/>
                  <a:pt x="920186" y="21600"/>
                  <a:pt x="920186" y="22020"/>
                </a:cubicBezTo>
                <a:lnTo>
                  <a:pt x="920186" y="35578"/>
                </a:lnTo>
                <a:cubicBezTo>
                  <a:pt x="920186" y="37260"/>
                  <a:pt x="920265" y="38233"/>
                  <a:pt x="920422" y="38496"/>
                </a:cubicBezTo>
                <a:cubicBezTo>
                  <a:pt x="920581" y="38757"/>
                  <a:pt x="921238" y="38888"/>
                  <a:pt x="922395" y="38888"/>
                </a:cubicBezTo>
                <a:lnTo>
                  <a:pt x="938789" y="38888"/>
                </a:lnTo>
                <a:cubicBezTo>
                  <a:pt x="939525" y="38888"/>
                  <a:pt x="939998" y="39309"/>
                  <a:pt x="940208" y="40151"/>
                </a:cubicBezTo>
                <a:cubicBezTo>
                  <a:pt x="940418" y="40991"/>
                  <a:pt x="940523" y="41727"/>
                  <a:pt x="940523" y="42357"/>
                </a:cubicBezTo>
                <a:cubicBezTo>
                  <a:pt x="940523" y="42987"/>
                  <a:pt x="940392" y="43749"/>
                  <a:pt x="940129" y="44642"/>
                </a:cubicBezTo>
                <a:cubicBezTo>
                  <a:pt x="939867" y="45536"/>
                  <a:pt x="939316" y="45982"/>
                  <a:pt x="938474" y="45982"/>
                </a:cubicBezTo>
                <a:lnTo>
                  <a:pt x="921606" y="45982"/>
                </a:lnTo>
                <a:cubicBezTo>
                  <a:pt x="920870" y="45982"/>
                  <a:pt x="920449" y="46167"/>
                  <a:pt x="920343" y="46535"/>
                </a:cubicBezTo>
                <a:cubicBezTo>
                  <a:pt x="920239" y="46903"/>
                  <a:pt x="920186" y="48243"/>
                  <a:pt x="920186" y="50555"/>
                </a:cubicBezTo>
                <a:lnTo>
                  <a:pt x="920186" y="85711"/>
                </a:lnTo>
                <a:close/>
                <a:moveTo>
                  <a:pt x="1063293" y="50555"/>
                </a:moveTo>
                <a:cubicBezTo>
                  <a:pt x="1061297" y="48033"/>
                  <a:pt x="1059142" y="46167"/>
                  <a:pt x="1056829" y="44960"/>
                </a:cubicBezTo>
                <a:cubicBezTo>
                  <a:pt x="1054517" y="43751"/>
                  <a:pt x="1051732" y="43146"/>
                  <a:pt x="1048475" y="43146"/>
                </a:cubicBezTo>
                <a:cubicBezTo>
                  <a:pt x="1045320" y="43146"/>
                  <a:pt x="1042482" y="43619"/>
                  <a:pt x="1039959" y="44565"/>
                </a:cubicBezTo>
                <a:cubicBezTo>
                  <a:pt x="1037438" y="45510"/>
                  <a:pt x="1035310" y="47138"/>
                  <a:pt x="1033574" y="49451"/>
                </a:cubicBezTo>
                <a:cubicBezTo>
                  <a:pt x="1031841" y="51764"/>
                  <a:pt x="1030527" y="54917"/>
                  <a:pt x="1029634" y="58912"/>
                </a:cubicBezTo>
                <a:cubicBezTo>
                  <a:pt x="1028741" y="62906"/>
                  <a:pt x="1028294" y="67950"/>
                  <a:pt x="1028294" y="74046"/>
                </a:cubicBezTo>
                <a:cubicBezTo>
                  <a:pt x="1028294" y="77619"/>
                  <a:pt x="1028661" y="81113"/>
                  <a:pt x="1029396" y="84529"/>
                </a:cubicBezTo>
                <a:cubicBezTo>
                  <a:pt x="1030132" y="87945"/>
                  <a:pt x="1031210" y="90993"/>
                  <a:pt x="1032629" y="93673"/>
                </a:cubicBezTo>
                <a:cubicBezTo>
                  <a:pt x="1034048" y="96353"/>
                  <a:pt x="1035783" y="98508"/>
                  <a:pt x="1037832" y="100137"/>
                </a:cubicBezTo>
                <a:cubicBezTo>
                  <a:pt x="1039882" y="101766"/>
                  <a:pt x="1042273" y="102581"/>
                  <a:pt x="1045006" y="102581"/>
                </a:cubicBezTo>
                <a:cubicBezTo>
                  <a:pt x="1049419" y="102581"/>
                  <a:pt x="1053071" y="101819"/>
                  <a:pt x="1055961" y="100296"/>
                </a:cubicBezTo>
                <a:cubicBezTo>
                  <a:pt x="1058852" y="98771"/>
                  <a:pt x="1061297" y="96800"/>
                  <a:pt x="1063293" y="94383"/>
                </a:cubicBezTo>
                <a:lnTo>
                  <a:pt x="1063293" y="50555"/>
                </a:lnTo>
                <a:moveTo>
                  <a:pt x="1078112" y="82559"/>
                </a:moveTo>
                <a:cubicBezTo>
                  <a:pt x="1078112" y="86868"/>
                  <a:pt x="1078190" y="90363"/>
                  <a:pt x="1078347" y="93043"/>
                </a:cubicBezTo>
                <a:cubicBezTo>
                  <a:pt x="1078506" y="95723"/>
                  <a:pt x="1078979" y="97825"/>
                  <a:pt x="1079767" y="99350"/>
                </a:cubicBezTo>
                <a:cubicBezTo>
                  <a:pt x="1080556" y="100874"/>
                  <a:pt x="1081738" y="101924"/>
                  <a:pt x="1083315" y="102502"/>
                </a:cubicBezTo>
                <a:cubicBezTo>
                  <a:pt x="1084891" y="103079"/>
                  <a:pt x="1087099" y="103368"/>
                  <a:pt x="1089938" y="103368"/>
                </a:cubicBezTo>
                <a:cubicBezTo>
                  <a:pt x="1090358" y="103368"/>
                  <a:pt x="1090699" y="103604"/>
                  <a:pt x="1090960" y="104077"/>
                </a:cubicBezTo>
                <a:cubicBezTo>
                  <a:pt x="1091223" y="104550"/>
                  <a:pt x="1091354" y="105103"/>
                  <a:pt x="1091354" y="105735"/>
                </a:cubicBezTo>
                <a:cubicBezTo>
                  <a:pt x="1091354" y="106259"/>
                  <a:pt x="1091249" y="106784"/>
                  <a:pt x="1091039" y="107310"/>
                </a:cubicBezTo>
                <a:cubicBezTo>
                  <a:pt x="1090829" y="107836"/>
                  <a:pt x="1090462" y="108099"/>
                  <a:pt x="1089938" y="108099"/>
                </a:cubicBezTo>
                <a:cubicBezTo>
                  <a:pt x="1089096" y="108099"/>
                  <a:pt x="1088385" y="108126"/>
                  <a:pt x="1087806" y="108179"/>
                </a:cubicBezTo>
                <a:cubicBezTo>
                  <a:pt x="1087229" y="108230"/>
                  <a:pt x="1086651" y="108282"/>
                  <a:pt x="1086072" y="108335"/>
                </a:cubicBezTo>
                <a:cubicBezTo>
                  <a:pt x="1085494" y="108388"/>
                  <a:pt x="1084864" y="108467"/>
                  <a:pt x="1084181" y="108573"/>
                </a:cubicBezTo>
                <a:cubicBezTo>
                  <a:pt x="1083498" y="108678"/>
                  <a:pt x="1082631" y="108782"/>
                  <a:pt x="1081581" y="108886"/>
                </a:cubicBezTo>
                <a:cubicBezTo>
                  <a:pt x="1080740" y="108992"/>
                  <a:pt x="1079584" y="109203"/>
                  <a:pt x="1078112" y="109519"/>
                </a:cubicBezTo>
                <a:cubicBezTo>
                  <a:pt x="1076641" y="109833"/>
                  <a:pt x="1075117" y="110147"/>
                  <a:pt x="1073541" y="110462"/>
                </a:cubicBezTo>
                <a:cubicBezTo>
                  <a:pt x="1071965" y="110778"/>
                  <a:pt x="1070493" y="111041"/>
                  <a:pt x="1069127" y="111251"/>
                </a:cubicBezTo>
                <a:cubicBezTo>
                  <a:pt x="1067760" y="111461"/>
                  <a:pt x="1066867" y="111566"/>
                  <a:pt x="1066447" y="111566"/>
                </a:cubicBezTo>
                <a:cubicBezTo>
                  <a:pt x="1065605" y="111566"/>
                  <a:pt x="1064921" y="110831"/>
                  <a:pt x="1064395" y="109360"/>
                </a:cubicBezTo>
                <a:cubicBezTo>
                  <a:pt x="1063871" y="107888"/>
                  <a:pt x="1063608" y="105838"/>
                  <a:pt x="1063608" y="103211"/>
                </a:cubicBezTo>
                <a:cubicBezTo>
                  <a:pt x="1063608" y="102685"/>
                  <a:pt x="1063477" y="102475"/>
                  <a:pt x="1063214" y="102581"/>
                </a:cubicBezTo>
                <a:cubicBezTo>
                  <a:pt x="1062951" y="102685"/>
                  <a:pt x="1062714" y="102842"/>
                  <a:pt x="1062504" y="103053"/>
                </a:cubicBezTo>
                <a:cubicBezTo>
                  <a:pt x="1059247" y="105995"/>
                  <a:pt x="1056094" y="108150"/>
                  <a:pt x="1053045" y="109516"/>
                </a:cubicBezTo>
                <a:cubicBezTo>
                  <a:pt x="1049998" y="110883"/>
                  <a:pt x="1046267" y="111566"/>
                  <a:pt x="1041852" y="111566"/>
                </a:cubicBezTo>
                <a:cubicBezTo>
                  <a:pt x="1037227" y="111566"/>
                  <a:pt x="1033048" y="110752"/>
                  <a:pt x="1029317" y="109124"/>
                </a:cubicBezTo>
                <a:cubicBezTo>
                  <a:pt x="1025586" y="107495"/>
                  <a:pt x="1022433" y="105182"/>
                  <a:pt x="1019858" y="102186"/>
                </a:cubicBezTo>
                <a:cubicBezTo>
                  <a:pt x="1017284" y="99191"/>
                  <a:pt x="1015287" y="95538"/>
                  <a:pt x="1013868" y="91229"/>
                </a:cubicBezTo>
                <a:cubicBezTo>
                  <a:pt x="1012450" y="86920"/>
                  <a:pt x="1011741" y="82085"/>
                  <a:pt x="1011741" y="76726"/>
                </a:cubicBezTo>
                <a:cubicBezTo>
                  <a:pt x="1011741" y="69684"/>
                  <a:pt x="1012845" y="63614"/>
                  <a:pt x="1015051" y="58518"/>
                </a:cubicBezTo>
                <a:cubicBezTo>
                  <a:pt x="1017258" y="53419"/>
                  <a:pt x="1020148" y="49215"/>
                  <a:pt x="1023721" y="45905"/>
                </a:cubicBezTo>
                <a:cubicBezTo>
                  <a:pt x="1027296" y="42593"/>
                  <a:pt x="1031316" y="40149"/>
                  <a:pt x="1035783" y="38573"/>
                </a:cubicBezTo>
                <a:cubicBezTo>
                  <a:pt x="1040249" y="36996"/>
                  <a:pt x="1044690" y="36208"/>
                  <a:pt x="1049105" y="36208"/>
                </a:cubicBezTo>
                <a:cubicBezTo>
                  <a:pt x="1051206" y="36208"/>
                  <a:pt x="1053518" y="36445"/>
                  <a:pt x="1056040" y="36918"/>
                </a:cubicBezTo>
                <a:cubicBezTo>
                  <a:pt x="1058563" y="37391"/>
                  <a:pt x="1060981" y="38206"/>
                  <a:pt x="1063293" y="39362"/>
                </a:cubicBezTo>
                <a:lnTo>
                  <a:pt x="1063293" y="29744"/>
                </a:lnTo>
                <a:cubicBezTo>
                  <a:pt x="1063293" y="25225"/>
                  <a:pt x="1063188" y="21626"/>
                  <a:pt x="1062978" y="18946"/>
                </a:cubicBezTo>
                <a:cubicBezTo>
                  <a:pt x="1062768" y="16266"/>
                  <a:pt x="1062216" y="14191"/>
                  <a:pt x="1061323" y="12720"/>
                </a:cubicBezTo>
                <a:cubicBezTo>
                  <a:pt x="1060430" y="11248"/>
                  <a:pt x="1059063" y="10249"/>
                  <a:pt x="1057224" y="9723"/>
                </a:cubicBezTo>
                <a:cubicBezTo>
                  <a:pt x="1055384" y="9197"/>
                  <a:pt x="1052888" y="8776"/>
                  <a:pt x="1049735" y="8462"/>
                </a:cubicBezTo>
                <a:cubicBezTo>
                  <a:pt x="1049315" y="8462"/>
                  <a:pt x="1048973" y="8199"/>
                  <a:pt x="1048710" y="7673"/>
                </a:cubicBezTo>
                <a:cubicBezTo>
                  <a:pt x="1048447" y="7147"/>
                  <a:pt x="1048316" y="6622"/>
                  <a:pt x="1048316" y="6097"/>
                </a:cubicBezTo>
                <a:cubicBezTo>
                  <a:pt x="1048316" y="5571"/>
                  <a:pt x="1048421" y="5046"/>
                  <a:pt x="1048631" y="4522"/>
                </a:cubicBezTo>
                <a:cubicBezTo>
                  <a:pt x="1048841" y="3996"/>
                  <a:pt x="1049209" y="3733"/>
                  <a:pt x="1049735" y="3733"/>
                </a:cubicBezTo>
                <a:cubicBezTo>
                  <a:pt x="1051522" y="3627"/>
                  <a:pt x="1053466" y="3495"/>
                  <a:pt x="1055566" y="3338"/>
                </a:cubicBezTo>
                <a:cubicBezTo>
                  <a:pt x="1057669" y="3181"/>
                  <a:pt x="1059824" y="2997"/>
                  <a:pt x="1062030" y="2787"/>
                </a:cubicBezTo>
                <a:cubicBezTo>
                  <a:pt x="1064239" y="2576"/>
                  <a:pt x="1066393" y="2260"/>
                  <a:pt x="1068494" y="1839"/>
                </a:cubicBezTo>
                <a:cubicBezTo>
                  <a:pt x="1070597" y="1419"/>
                  <a:pt x="1072594" y="946"/>
                  <a:pt x="1074486" y="420"/>
                </a:cubicBezTo>
                <a:cubicBezTo>
                  <a:pt x="1075853" y="0"/>
                  <a:pt x="1076773" y="79"/>
                  <a:pt x="1077246" y="658"/>
                </a:cubicBezTo>
                <a:cubicBezTo>
                  <a:pt x="1077719" y="1236"/>
                  <a:pt x="1078007" y="1839"/>
                  <a:pt x="1078112" y="2470"/>
                </a:cubicBezTo>
                <a:lnTo>
                  <a:pt x="1078112" y="82559"/>
                </a:lnTo>
                <a:close/>
                <a:moveTo>
                  <a:pt x="1124620" y="90914"/>
                </a:moveTo>
                <a:cubicBezTo>
                  <a:pt x="1124620" y="93542"/>
                  <a:pt x="1124699" y="95750"/>
                  <a:pt x="1124856" y="97536"/>
                </a:cubicBezTo>
                <a:cubicBezTo>
                  <a:pt x="1125015" y="99323"/>
                  <a:pt x="1125566" y="100794"/>
                  <a:pt x="1126511" y="101951"/>
                </a:cubicBezTo>
                <a:cubicBezTo>
                  <a:pt x="1127457" y="103107"/>
                  <a:pt x="1128928" y="104000"/>
                  <a:pt x="1130925" y="104631"/>
                </a:cubicBezTo>
                <a:cubicBezTo>
                  <a:pt x="1132923" y="105261"/>
                  <a:pt x="1135814" y="105734"/>
                  <a:pt x="1139597" y="106050"/>
                </a:cubicBezTo>
                <a:cubicBezTo>
                  <a:pt x="1140228" y="106154"/>
                  <a:pt x="1140700" y="106443"/>
                  <a:pt x="1141014" y="106916"/>
                </a:cubicBezTo>
                <a:cubicBezTo>
                  <a:pt x="1141330" y="107389"/>
                  <a:pt x="1141488" y="107941"/>
                  <a:pt x="1141488" y="108571"/>
                </a:cubicBezTo>
                <a:cubicBezTo>
                  <a:pt x="1141488" y="109097"/>
                  <a:pt x="1141330" y="109597"/>
                  <a:pt x="1141014" y="110070"/>
                </a:cubicBezTo>
                <a:cubicBezTo>
                  <a:pt x="1140700" y="110543"/>
                  <a:pt x="1140228" y="110779"/>
                  <a:pt x="1139597" y="110779"/>
                </a:cubicBezTo>
                <a:cubicBezTo>
                  <a:pt x="1135078" y="110779"/>
                  <a:pt x="1131084" y="110595"/>
                  <a:pt x="1127615" y="110226"/>
                </a:cubicBezTo>
                <a:cubicBezTo>
                  <a:pt x="1124146" y="109859"/>
                  <a:pt x="1120835" y="109675"/>
                  <a:pt x="1117682" y="109675"/>
                </a:cubicBezTo>
                <a:cubicBezTo>
                  <a:pt x="1114319" y="109675"/>
                  <a:pt x="1110982" y="109859"/>
                  <a:pt x="1107670" y="110226"/>
                </a:cubicBezTo>
                <a:cubicBezTo>
                  <a:pt x="1104360" y="110595"/>
                  <a:pt x="1101024" y="110779"/>
                  <a:pt x="1097661" y="110779"/>
                </a:cubicBezTo>
                <a:cubicBezTo>
                  <a:pt x="1097136" y="110779"/>
                  <a:pt x="1096716" y="110543"/>
                  <a:pt x="1096400" y="110070"/>
                </a:cubicBezTo>
                <a:cubicBezTo>
                  <a:pt x="1096084" y="109597"/>
                  <a:pt x="1095926" y="109097"/>
                  <a:pt x="1095926" y="108571"/>
                </a:cubicBezTo>
                <a:cubicBezTo>
                  <a:pt x="1095926" y="107941"/>
                  <a:pt x="1096084" y="107389"/>
                  <a:pt x="1096400" y="106916"/>
                </a:cubicBezTo>
                <a:cubicBezTo>
                  <a:pt x="1096716" y="106443"/>
                  <a:pt x="1097189" y="106154"/>
                  <a:pt x="1097819" y="106050"/>
                </a:cubicBezTo>
                <a:cubicBezTo>
                  <a:pt x="1100762" y="105734"/>
                  <a:pt x="1103047" y="105261"/>
                  <a:pt x="1104675" y="104631"/>
                </a:cubicBezTo>
                <a:cubicBezTo>
                  <a:pt x="1106305" y="104000"/>
                  <a:pt x="1107487" y="103133"/>
                  <a:pt x="1108224" y="102030"/>
                </a:cubicBezTo>
                <a:cubicBezTo>
                  <a:pt x="1108960" y="100925"/>
                  <a:pt x="1109406" y="99559"/>
                  <a:pt x="1109563" y="97931"/>
                </a:cubicBezTo>
                <a:cubicBezTo>
                  <a:pt x="1109722" y="96302"/>
                  <a:pt x="1109802" y="94278"/>
                  <a:pt x="1109802" y="91859"/>
                </a:cubicBezTo>
                <a:lnTo>
                  <a:pt x="1109802" y="68843"/>
                </a:lnTo>
                <a:cubicBezTo>
                  <a:pt x="1109802" y="63693"/>
                  <a:pt x="1109696" y="59620"/>
                  <a:pt x="1109484" y="56625"/>
                </a:cubicBezTo>
                <a:cubicBezTo>
                  <a:pt x="1109274" y="53629"/>
                  <a:pt x="1108774" y="51317"/>
                  <a:pt x="1107985" y="49689"/>
                </a:cubicBezTo>
                <a:cubicBezTo>
                  <a:pt x="1107198" y="48060"/>
                  <a:pt x="1105963" y="46982"/>
                  <a:pt x="1104281" y="46456"/>
                </a:cubicBezTo>
                <a:cubicBezTo>
                  <a:pt x="1102600" y="45930"/>
                  <a:pt x="1100288" y="45562"/>
                  <a:pt x="1097345" y="45352"/>
                </a:cubicBezTo>
                <a:cubicBezTo>
                  <a:pt x="1096821" y="45352"/>
                  <a:pt x="1096427" y="45090"/>
                  <a:pt x="1096164" y="44565"/>
                </a:cubicBezTo>
                <a:cubicBezTo>
                  <a:pt x="1095901" y="44039"/>
                  <a:pt x="1095770" y="43513"/>
                  <a:pt x="1095770" y="42987"/>
                </a:cubicBezTo>
                <a:cubicBezTo>
                  <a:pt x="1095770" y="42463"/>
                  <a:pt x="1095901" y="41938"/>
                  <a:pt x="1096164" y="41412"/>
                </a:cubicBezTo>
                <a:cubicBezTo>
                  <a:pt x="1096427" y="40886"/>
                  <a:pt x="1096874" y="40622"/>
                  <a:pt x="1097504" y="40622"/>
                </a:cubicBezTo>
                <a:cubicBezTo>
                  <a:pt x="1099607" y="40412"/>
                  <a:pt x="1102523" y="40176"/>
                  <a:pt x="1106253" y="39913"/>
                </a:cubicBezTo>
                <a:cubicBezTo>
                  <a:pt x="1109985" y="39650"/>
                  <a:pt x="1113795" y="38993"/>
                  <a:pt x="1117682" y="37943"/>
                </a:cubicBezTo>
                <a:cubicBezTo>
                  <a:pt x="1119155" y="37522"/>
                  <a:pt x="1120364" y="37470"/>
                  <a:pt x="1121310" y="37786"/>
                </a:cubicBezTo>
                <a:cubicBezTo>
                  <a:pt x="1122256" y="38101"/>
                  <a:pt x="1122676" y="38994"/>
                  <a:pt x="1122571" y="40466"/>
                </a:cubicBezTo>
                <a:lnTo>
                  <a:pt x="1122255" y="50555"/>
                </a:lnTo>
                <a:cubicBezTo>
                  <a:pt x="1122255" y="50765"/>
                  <a:pt x="1122307" y="50897"/>
                  <a:pt x="1122412" y="50950"/>
                </a:cubicBezTo>
                <a:cubicBezTo>
                  <a:pt x="1122518" y="51003"/>
                  <a:pt x="1122676" y="50923"/>
                  <a:pt x="1122886" y="50712"/>
                </a:cubicBezTo>
                <a:cubicBezTo>
                  <a:pt x="1125092" y="46298"/>
                  <a:pt x="1127799" y="42778"/>
                  <a:pt x="1131005" y="40151"/>
                </a:cubicBezTo>
                <a:cubicBezTo>
                  <a:pt x="1134210" y="37522"/>
                  <a:pt x="1138493" y="36208"/>
                  <a:pt x="1143853" y="36208"/>
                </a:cubicBezTo>
                <a:cubicBezTo>
                  <a:pt x="1148268" y="36208"/>
                  <a:pt x="1151526" y="37338"/>
                  <a:pt x="1153627" y="39598"/>
                </a:cubicBezTo>
                <a:cubicBezTo>
                  <a:pt x="1155729" y="41857"/>
                  <a:pt x="1156780" y="44617"/>
                  <a:pt x="1156780" y="47875"/>
                </a:cubicBezTo>
                <a:cubicBezTo>
                  <a:pt x="1156780" y="49662"/>
                  <a:pt x="1156097" y="51291"/>
                  <a:pt x="1154731" y="52764"/>
                </a:cubicBezTo>
                <a:cubicBezTo>
                  <a:pt x="1153365" y="54234"/>
                  <a:pt x="1151421" y="54969"/>
                  <a:pt x="1148900" y="54969"/>
                </a:cubicBezTo>
                <a:cubicBezTo>
                  <a:pt x="1146481" y="54969"/>
                  <a:pt x="1144799" y="54391"/>
                  <a:pt x="1143853" y="53235"/>
                </a:cubicBezTo>
                <a:cubicBezTo>
                  <a:pt x="1142908" y="52079"/>
                  <a:pt x="1142436" y="50817"/>
                  <a:pt x="1142436" y="49451"/>
                </a:cubicBezTo>
                <a:cubicBezTo>
                  <a:pt x="1142436" y="47980"/>
                  <a:pt x="1142146" y="46825"/>
                  <a:pt x="1141567" y="45985"/>
                </a:cubicBezTo>
                <a:cubicBezTo>
                  <a:pt x="1140990" y="45143"/>
                  <a:pt x="1139755" y="44722"/>
                  <a:pt x="1137863" y="44722"/>
                </a:cubicBezTo>
                <a:cubicBezTo>
                  <a:pt x="1135866" y="44722"/>
                  <a:pt x="1134053" y="45378"/>
                  <a:pt x="1132424" y="46692"/>
                </a:cubicBezTo>
                <a:cubicBezTo>
                  <a:pt x="1130794" y="48005"/>
                  <a:pt x="1129402" y="49556"/>
                  <a:pt x="1128245" y="51344"/>
                </a:cubicBezTo>
                <a:cubicBezTo>
                  <a:pt x="1127089" y="53131"/>
                  <a:pt x="1126196" y="54970"/>
                  <a:pt x="1125565" y="56863"/>
                </a:cubicBezTo>
                <a:cubicBezTo>
                  <a:pt x="1124935" y="58753"/>
                  <a:pt x="1124620" y="60224"/>
                  <a:pt x="1124620" y="61275"/>
                </a:cubicBezTo>
                <a:lnTo>
                  <a:pt x="1124620" y="90914"/>
                </a:lnTo>
                <a:close/>
                <a:moveTo>
                  <a:pt x="1186105" y="90914"/>
                </a:moveTo>
                <a:cubicBezTo>
                  <a:pt x="1186105" y="93542"/>
                  <a:pt x="1186157" y="95750"/>
                  <a:pt x="1186262" y="97536"/>
                </a:cubicBezTo>
                <a:cubicBezTo>
                  <a:pt x="1186367" y="99323"/>
                  <a:pt x="1186736" y="100794"/>
                  <a:pt x="1187366" y="101951"/>
                </a:cubicBezTo>
                <a:cubicBezTo>
                  <a:pt x="1187996" y="103107"/>
                  <a:pt x="1188968" y="104000"/>
                  <a:pt x="1190281" y="104631"/>
                </a:cubicBezTo>
                <a:cubicBezTo>
                  <a:pt x="1191596" y="105261"/>
                  <a:pt x="1193462" y="105734"/>
                  <a:pt x="1195879" y="106050"/>
                </a:cubicBezTo>
                <a:cubicBezTo>
                  <a:pt x="1196509" y="106154"/>
                  <a:pt x="1196983" y="106443"/>
                  <a:pt x="1197298" y="106916"/>
                </a:cubicBezTo>
                <a:cubicBezTo>
                  <a:pt x="1197614" y="107389"/>
                  <a:pt x="1197772" y="107941"/>
                  <a:pt x="1197772" y="108571"/>
                </a:cubicBezTo>
                <a:cubicBezTo>
                  <a:pt x="1197772" y="109097"/>
                  <a:pt x="1197614" y="109597"/>
                  <a:pt x="1197298" y="110070"/>
                </a:cubicBezTo>
                <a:cubicBezTo>
                  <a:pt x="1196983" y="110543"/>
                  <a:pt x="1196509" y="110779"/>
                  <a:pt x="1195879" y="110779"/>
                </a:cubicBezTo>
                <a:cubicBezTo>
                  <a:pt x="1193987" y="110779"/>
                  <a:pt x="1191516" y="110595"/>
                  <a:pt x="1188468" y="110226"/>
                </a:cubicBezTo>
                <a:cubicBezTo>
                  <a:pt x="1185420" y="109859"/>
                  <a:pt x="1182320" y="109675"/>
                  <a:pt x="1179168" y="109675"/>
                </a:cubicBezTo>
                <a:cubicBezTo>
                  <a:pt x="1175804" y="109675"/>
                  <a:pt x="1172520" y="109859"/>
                  <a:pt x="1169314" y="110226"/>
                </a:cubicBezTo>
                <a:cubicBezTo>
                  <a:pt x="1166108" y="110595"/>
                  <a:pt x="1163034" y="110779"/>
                  <a:pt x="1160091" y="110779"/>
                </a:cubicBezTo>
                <a:cubicBezTo>
                  <a:pt x="1159567" y="110779"/>
                  <a:pt x="1159147" y="110543"/>
                  <a:pt x="1158831" y="110070"/>
                </a:cubicBezTo>
                <a:cubicBezTo>
                  <a:pt x="1158516" y="109597"/>
                  <a:pt x="1158359" y="109097"/>
                  <a:pt x="1158359" y="108571"/>
                </a:cubicBezTo>
                <a:cubicBezTo>
                  <a:pt x="1158359" y="107941"/>
                  <a:pt x="1158516" y="107389"/>
                  <a:pt x="1158831" y="106916"/>
                </a:cubicBezTo>
                <a:cubicBezTo>
                  <a:pt x="1159147" y="106443"/>
                  <a:pt x="1159620" y="106154"/>
                  <a:pt x="1160250" y="106050"/>
                </a:cubicBezTo>
                <a:cubicBezTo>
                  <a:pt x="1162983" y="105734"/>
                  <a:pt x="1165111" y="105261"/>
                  <a:pt x="1166634" y="104631"/>
                </a:cubicBezTo>
                <a:cubicBezTo>
                  <a:pt x="1168158" y="104000"/>
                  <a:pt x="1169261" y="103133"/>
                  <a:pt x="1169944" y="102030"/>
                </a:cubicBezTo>
                <a:cubicBezTo>
                  <a:pt x="1170628" y="100925"/>
                  <a:pt x="1171021" y="99559"/>
                  <a:pt x="1171126" y="97931"/>
                </a:cubicBezTo>
                <a:cubicBezTo>
                  <a:pt x="1171231" y="96302"/>
                  <a:pt x="1171284" y="94278"/>
                  <a:pt x="1171284" y="91859"/>
                </a:cubicBezTo>
                <a:lnTo>
                  <a:pt x="1171284" y="66478"/>
                </a:lnTo>
                <a:cubicBezTo>
                  <a:pt x="1171284" y="61959"/>
                  <a:pt x="1171179" y="58332"/>
                  <a:pt x="1170969" y="55600"/>
                </a:cubicBezTo>
                <a:cubicBezTo>
                  <a:pt x="1170759" y="52867"/>
                  <a:pt x="1170286" y="50792"/>
                  <a:pt x="1169550" y="49374"/>
                </a:cubicBezTo>
                <a:cubicBezTo>
                  <a:pt x="1168815" y="47955"/>
                  <a:pt x="1167712" y="46982"/>
                  <a:pt x="1166240" y="46456"/>
                </a:cubicBezTo>
                <a:cubicBezTo>
                  <a:pt x="1164769" y="45930"/>
                  <a:pt x="1162773" y="45510"/>
                  <a:pt x="1160250" y="45196"/>
                </a:cubicBezTo>
                <a:cubicBezTo>
                  <a:pt x="1159620" y="45196"/>
                  <a:pt x="1159147" y="44933"/>
                  <a:pt x="1158831" y="44406"/>
                </a:cubicBezTo>
                <a:cubicBezTo>
                  <a:pt x="1158516" y="43880"/>
                  <a:pt x="1158359" y="43355"/>
                  <a:pt x="1158359" y="42831"/>
                </a:cubicBezTo>
                <a:cubicBezTo>
                  <a:pt x="1158359" y="42305"/>
                  <a:pt x="1158516" y="41780"/>
                  <a:pt x="1158831" y="41255"/>
                </a:cubicBezTo>
                <a:cubicBezTo>
                  <a:pt x="1159147" y="40729"/>
                  <a:pt x="1159620" y="40466"/>
                  <a:pt x="1160250" y="40466"/>
                </a:cubicBezTo>
                <a:cubicBezTo>
                  <a:pt x="1161300" y="40360"/>
                  <a:pt x="1162587" y="40255"/>
                  <a:pt x="1164111" y="40151"/>
                </a:cubicBezTo>
                <a:cubicBezTo>
                  <a:pt x="1165636" y="40045"/>
                  <a:pt x="1167239" y="39914"/>
                  <a:pt x="1168920" y="39756"/>
                </a:cubicBezTo>
                <a:cubicBezTo>
                  <a:pt x="1170602" y="39598"/>
                  <a:pt x="1172310" y="39388"/>
                  <a:pt x="1174044" y="39126"/>
                </a:cubicBezTo>
                <a:cubicBezTo>
                  <a:pt x="1175779" y="38863"/>
                  <a:pt x="1177330" y="38574"/>
                  <a:pt x="1178696" y="38258"/>
                </a:cubicBezTo>
                <a:cubicBezTo>
                  <a:pt x="1179852" y="38048"/>
                  <a:pt x="1180772" y="37811"/>
                  <a:pt x="1181455" y="37548"/>
                </a:cubicBezTo>
                <a:cubicBezTo>
                  <a:pt x="1182138" y="37285"/>
                  <a:pt x="1182690" y="37154"/>
                  <a:pt x="1183110" y="37154"/>
                </a:cubicBezTo>
                <a:cubicBezTo>
                  <a:pt x="1184371" y="37154"/>
                  <a:pt x="1185185" y="37522"/>
                  <a:pt x="1185552" y="38258"/>
                </a:cubicBezTo>
                <a:cubicBezTo>
                  <a:pt x="1185921" y="38994"/>
                  <a:pt x="1186105" y="39677"/>
                  <a:pt x="1186105" y="40307"/>
                </a:cubicBezTo>
                <a:lnTo>
                  <a:pt x="1186105" y="90914"/>
                </a:lnTo>
                <a:moveTo>
                  <a:pt x="1177748" y="21075"/>
                </a:moveTo>
                <a:cubicBezTo>
                  <a:pt x="1175121" y="21075"/>
                  <a:pt x="1172862" y="20260"/>
                  <a:pt x="1170969" y="18631"/>
                </a:cubicBezTo>
                <a:cubicBezTo>
                  <a:pt x="1169078" y="17001"/>
                  <a:pt x="1168133" y="14978"/>
                  <a:pt x="1168133" y="12561"/>
                </a:cubicBezTo>
                <a:cubicBezTo>
                  <a:pt x="1168133" y="10143"/>
                  <a:pt x="1169026" y="8093"/>
                  <a:pt x="1170813" y="6413"/>
                </a:cubicBezTo>
                <a:cubicBezTo>
                  <a:pt x="1172599" y="4730"/>
                  <a:pt x="1174806" y="3889"/>
                  <a:pt x="1177433" y="3889"/>
                </a:cubicBezTo>
                <a:cubicBezTo>
                  <a:pt x="1179956" y="3889"/>
                  <a:pt x="1182032" y="4757"/>
                  <a:pt x="1183661" y="6492"/>
                </a:cubicBezTo>
                <a:cubicBezTo>
                  <a:pt x="1185291" y="8226"/>
                  <a:pt x="1186105" y="10301"/>
                  <a:pt x="1186105" y="12718"/>
                </a:cubicBezTo>
                <a:cubicBezTo>
                  <a:pt x="1186105" y="15030"/>
                  <a:pt x="1185317" y="17001"/>
                  <a:pt x="1183741" y="18631"/>
                </a:cubicBezTo>
                <a:cubicBezTo>
                  <a:pt x="1182164" y="20260"/>
                  <a:pt x="1180167" y="21075"/>
                  <a:pt x="1177748" y="21075"/>
                </a:cubicBezTo>
                <a:close/>
                <a:moveTo>
                  <a:pt x="1267612" y="58910"/>
                </a:moveTo>
                <a:cubicBezTo>
                  <a:pt x="1260570" y="76253"/>
                  <a:pt x="1253055" y="93963"/>
                  <a:pt x="1245067" y="112040"/>
                </a:cubicBezTo>
                <a:cubicBezTo>
                  <a:pt x="1244961" y="112250"/>
                  <a:pt x="1244672" y="112434"/>
                  <a:pt x="1244199" y="112591"/>
                </a:cubicBezTo>
                <a:cubicBezTo>
                  <a:pt x="1243727" y="112749"/>
                  <a:pt x="1243228" y="112829"/>
                  <a:pt x="1242702" y="112829"/>
                </a:cubicBezTo>
                <a:cubicBezTo>
                  <a:pt x="1242176" y="112829"/>
                  <a:pt x="1241677" y="112749"/>
                  <a:pt x="1241204" y="112591"/>
                </a:cubicBezTo>
                <a:cubicBezTo>
                  <a:pt x="1240731" y="112434"/>
                  <a:pt x="1240442" y="112250"/>
                  <a:pt x="1240338" y="112040"/>
                </a:cubicBezTo>
                <a:cubicBezTo>
                  <a:pt x="1235818" y="102895"/>
                  <a:pt x="1231588" y="94040"/>
                  <a:pt x="1227646" y="85475"/>
                </a:cubicBezTo>
                <a:cubicBezTo>
                  <a:pt x="1223705" y="76909"/>
                  <a:pt x="1219738" y="67687"/>
                  <a:pt x="1215743" y="57808"/>
                </a:cubicBezTo>
                <a:cubicBezTo>
                  <a:pt x="1214692" y="55285"/>
                  <a:pt x="1213773" y="53184"/>
                  <a:pt x="1212984" y="51503"/>
                </a:cubicBezTo>
                <a:cubicBezTo>
                  <a:pt x="1212196" y="49821"/>
                  <a:pt x="1211356" y="48454"/>
                  <a:pt x="1210462" y="47404"/>
                </a:cubicBezTo>
                <a:cubicBezTo>
                  <a:pt x="1209569" y="46352"/>
                  <a:pt x="1208518" y="45537"/>
                  <a:pt x="1207309" y="44960"/>
                </a:cubicBezTo>
                <a:cubicBezTo>
                  <a:pt x="1206100" y="44381"/>
                  <a:pt x="1204550" y="43933"/>
                  <a:pt x="1202659" y="43617"/>
                </a:cubicBezTo>
                <a:cubicBezTo>
                  <a:pt x="1202133" y="43513"/>
                  <a:pt x="1201712" y="43225"/>
                  <a:pt x="1201396" y="42751"/>
                </a:cubicBezTo>
                <a:cubicBezTo>
                  <a:pt x="1201081" y="42278"/>
                  <a:pt x="1200924" y="41779"/>
                  <a:pt x="1200924" y="41253"/>
                </a:cubicBezTo>
                <a:cubicBezTo>
                  <a:pt x="1200924" y="40622"/>
                  <a:pt x="1201029" y="40071"/>
                  <a:pt x="1201239" y="39598"/>
                </a:cubicBezTo>
                <a:cubicBezTo>
                  <a:pt x="1201450" y="39125"/>
                  <a:pt x="1201818" y="38888"/>
                  <a:pt x="1202344" y="38888"/>
                </a:cubicBezTo>
                <a:cubicBezTo>
                  <a:pt x="1205391" y="38888"/>
                  <a:pt x="1208359" y="39072"/>
                  <a:pt x="1211249" y="39441"/>
                </a:cubicBezTo>
                <a:cubicBezTo>
                  <a:pt x="1214141" y="39809"/>
                  <a:pt x="1217163" y="39992"/>
                  <a:pt x="1220316" y="39992"/>
                </a:cubicBezTo>
                <a:cubicBezTo>
                  <a:pt x="1223363" y="39992"/>
                  <a:pt x="1226384" y="39809"/>
                  <a:pt x="1229380" y="39441"/>
                </a:cubicBezTo>
                <a:cubicBezTo>
                  <a:pt x="1232376" y="39072"/>
                  <a:pt x="1235397" y="38888"/>
                  <a:pt x="1238444" y="38888"/>
                </a:cubicBezTo>
                <a:cubicBezTo>
                  <a:pt x="1238970" y="38888"/>
                  <a:pt x="1239365" y="39125"/>
                  <a:pt x="1239628" y="39598"/>
                </a:cubicBezTo>
                <a:cubicBezTo>
                  <a:pt x="1239891" y="40071"/>
                  <a:pt x="1240022" y="40622"/>
                  <a:pt x="1240022" y="41253"/>
                </a:cubicBezTo>
                <a:cubicBezTo>
                  <a:pt x="1240022" y="41779"/>
                  <a:pt x="1239891" y="42305"/>
                  <a:pt x="1239628" y="42831"/>
                </a:cubicBezTo>
                <a:cubicBezTo>
                  <a:pt x="1239365" y="43355"/>
                  <a:pt x="1238970" y="43617"/>
                  <a:pt x="1238444" y="43617"/>
                </a:cubicBezTo>
                <a:cubicBezTo>
                  <a:pt x="1235187" y="43828"/>
                  <a:pt x="1232849" y="44432"/>
                  <a:pt x="1231430" y="45431"/>
                </a:cubicBezTo>
                <a:cubicBezTo>
                  <a:pt x="1230010" y="46430"/>
                  <a:pt x="1229301" y="47875"/>
                  <a:pt x="1229301" y="49766"/>
                </a:cubicBezTo>
                <a:cubicBezTo>
                  <a:pt x="1229301" y="51343"/>
                  <a:pt x="1229722" y="53287"/>
                  <a:pt x="1230564" y="55600"/>
                </a:cubicBezTo>
                <a:cubicBezTo>
                  <a:pt x="1232980" y="62116"/>
                  <a:pt x="1235502" y="68448"/>
                  <a:pt x="1238129" y="74597"/>
                </a:cubicBezTo>
                <a:cubicBezTo>
                  <a:pt x="1240758" y="80745"/>
                  <a:pt x="1243438" y="86553"/>
                  <a:pt x="1246171" y="92018"/>
                </a:cubicBezTo>
                <a:cubicBezTo>
                  <a:pt x="1246381" y="92544"/>
                  <a:pt x="1246696" y="92781"/>
                  <a:pt x="1247117" y="92728"/>
                </a:cubicBezTo>
                <a:cubicBezTo>
                  <a:pt x="1247537" y="92675"/>
                  <a:pt x="1247852" y="92438"/>
                  <a:pt x="1248062" y="92018"/>
                </a:cubicBezTo>
                <a:cubicBezTo>
                  <a:pt x="1249114" y="89705"/>
                  <a:pt x="1250322" y="86868"/>
                  <a:pt x="1251687" y="83505"/>
                </a:cubicBezTo>
                <a:cubicBezTo>
                  <a:pt x="1253054" y="80142"/>
                  <a:pt x="1254393" y="76700"/>
                  <a:pt x="1255707" y="73180"/>
                </a:cubicBezTo>
                <a:cubicBezTo>
                  <a:pt x="1257022" y="69658"/>
                  <a:pt x="1258258" y="66164"/>
                  <a:pt x="1259414" y="62696"/>
                </a:cubicBezTo>
                <a:cubicBezTo>
                  <a:pt x="1260570" y="59227"/>
                  <a:pt x="1261516" y="56232"/>
                  <a:pt x="1262250" y="53709"/>
                </a:cubicBezTo>
                <a:cubicBezTo>
                  <a:pt x="1262672" y="52343"/>
                  <a:pt x="1262883" y="51028"/>
                  <a:pt x="1262883" y="49766"/>
                </a:cubicBezTo>
                <a:cubicBezTo>
                  <a:pt x="1262883" y="47139"/>
                  <a:pt x="1262094" y="45511"/>
                  <a:pt x="1260516" y="44880"/>
                </a:cubicBezTo>
                <a:cubicBezTo>
                  <a:pt x="1258939" y="44249"/>
                  <a:pt x="1257311" y="43828"/>
                  <a:pt x="1255630" y="43617"/>
                </a:cubicBezTo>
                <a:cubicBezTo>
                  <a:pt x="1255000" y="43513"/>
                  <a:pt x="1254527" y="43198"/>
                  <a:pt x="1254211" y="42672"/>
                </a:cubicBezTo>
                <a:cubicBezTo>
                  <a:pt x="1253895" y="42146"/>
                  <a:pt x="1253763" y="41621"/>
                  <a:pt x="1253816" y="41096"/>
                </a:cubicBezTo>
                <a:cubicBezTo>
                  <a:pt x="1253869" y="40570"/>
                  <a:pt x="1254053" y="40071"/>
                  <a:pt x="1254367" y="39598"/>
                </a:cubicBezTo>
                <a:cubicBezTo>
                  <a:pt x="1254683" y="39125"/>
                  <a:pt x="1255104" y="38888"/>
                  <a:pt x="1255630" y="38888"/>
                </a:cubicBezTo>
                <a:cubicBezTo>
                  <a:pt x="1257943" y="38888"/>
                  <a:pt x="1260097" y="39072"/>
                  <a:pt x="1262094" y="39441"/>
                </a:cubicBezTo>
                <a:cubicBezTo>
                  <a:pt x="1264090" y="39809"/>
                  <a:pt x="1266192" y="39992"/>
                  <a:pt x="1268399" y="39992"/>
                </a:cubicBezTo>
                <a:cubicBezTo>
                  <a:pt x="1270711" y="39992"/>
                  <a:pt x="1273155" y="39809"/>
                  <a:pt x="1275729" y="39441"/>
                </a:cubicBezTo>
                <a:cubicBezTo>
                  <a:pt x="1278304" y="39072"/>
                  <a:pt x="1280328" y="38888"/>
                  <a:pt x="1281800" y="38888"/>
                </a:cubicBezTo>
                <a:cubicBezTo>
                  <a:pt x="1282431" y="38888"/>
                  <a:pt x="1282877" y="39125"/>
                  <a:pt x="1283140" y="39598"/>
                </a:cubicBezTo>
                <a:cubicBezTo>
                  <a:pt x="1283403" y="40071"/>
                  <a:pt x="1283535" y="40622"/>
                  <a:pt x="1283535" y="41253"/>
                </a:cubicBezTo>
                <a:cubicBezTo>
                  <a:pt x="1283535" y="41779"/>
                  <a:pt x="1283403" y="42305"/>
                  <a:pt x="1283140" y="42831"/>
                </a:cubicBezTo>
                <a:cubicBezTo>
                  <a:pt x="1282877" y="43355"/>
                  <a:pt x="1282483" y="43617"/>
                  <a:pt x="1281957" y="43617"/>
                </a:cubicBezTo>
                <a:cubicBezTo>
                  <a:pt x="1279856" y="43723"/>
                  <a:pt x="1278096" y="44196"/>
                  <a:pt x="1276677" y="45037"/>
                </a:cubicBezTo>
                <a:cubicBezTo>
                  <a:pt x="1275257" y="45877"/>
                  <a:pt x="1274022" y="46955"/>
                  <a:pt x="1272972" y="48270"/>
                </a:cubicBezTo>
                <a:cubicBezTo>
                  <a:pt x="1271921" y="49583"/>
                  <a:pt x="1270975" y="51160"/>
                  <a:pt x="1270133" y="52999"/>
                </a:cubicBezTo>
                <a:cubicBezTo>
                  <a:pt x="1269293" y="54839"/>
                  <a:pt x="1268453" y="56809"/>
                  <a:pt x="1267612" y="58910"/>
                </a:cubicBezTo>
                <a:close/>
                <a:moveTo>
                  <a:pt x="1306552" y="69788"/>
                </a:moveTo>
                <a:cubicBezTo>
                  <a:pt x="1306026" y="69788"/>
                  <a:pt x="1305737" y="69972"/>
                  <a:pt x="1305684" y="70341"/>
                </a:cubicBezTo>
                <a:cubicBezTo>
                  <a:pt x="1305632" y="70708"/>
                  <a:pt x="1305607" y="71155"/>
                  <a:pt x="1305607" y="71681"/>
                </a:cubicBezTo>
                <a:cubicBezTo>
                  <a:pt x="1305607" y="77147"/>
                  <a:pt x="1306210" y="81771"/>
                  <a:pt x="1307418" y="85554"/>
                </a:cubicBezTo>
                <a:cubicBezTo>
                  <a:pt x="1308627" y="89337"/>
                  <a:pt x="1310309" y="92412"/>
                  <a:pt x="1312463" y="94777"/>
                </a:cubicBezTo>
                <a:cubicBezTo>
                  <a:pt x="1314618" y="97141"/>
                  <a:pt x="1317194" y="98849"/>
                  <a:pt x="1320189" y="99901"/>
                </a:cubicBezTo>
                <a:cubicBezTo>
                  <a:pt x="1323185" y="100952"/>
                  <a:pt x="1326417" y="101477"/>
                  <a:pt x="1329884" y="101477"/>
                </a:cubicBezTo>
                <a:cubicBezTo>
                  <a:pt x="1333457" y="101477"/>
                  <a:pt x="1336925" y="101188"/>
                  <a:pt x="1340288" y="100611"/>
                </a:cubicBezTo>
                <a:cubicBezTo>
                  <a:pt x="1343653" y="100032"/>
                  <a:pt x="1346544" y="98744"/>
                  <a:pt x="1348960" y="96747"/>
                </a:cubicBezTo>
                <a:cubicBezTo>
                  <a:pt x="1349486" y="96327"/>
                  <a:pt x="1350038" y="96170"/>
                  <a:pt x="1350615" y="96276"/>
                </a:cubicBezTo>
                <a:cubicBezTo>
                  <a:pt x="1351194" y="96380"/>
                  <a:pt x="1351667" y="96642"/>
                  <a:pt x="1352035" y="97063"/>
                </a:cubicBezTo>
                <a:cubicBezTo>
                  <a:pt x="1352402" y="97483"/>
                  <a:pt x="1352638" y="97956"/>
                  <a:pt x="1352742" y="98482"/>
                </a:cubicBezTo>
                <a:cubicBezTo>
                  <a:pt x="1352848" y="99008"/>
                  <a:pt x="1352744" y="99481"/>
                  <a:pt x="1352429" y="99901"/>
                </a:cubicBezTo>
                <a:cubicBezTo>
                  <a:pt x="1349066" y="104315"/>
                  <a:pt x="1345282" y="107363"/>
                  <a:pt x="1341077" y="109045"/>
                </a:cubicBezTo>
                <a:cubicBezTo>
                  <a:pt x="1336874" y="110726"/>
                  <a:pt x="1331671" y="111566"/>
                  <a:pt x="1325470" y="111566"/>
                </a:cubicBezTo>
                <a:cubicBezTo>
                  <a:pt x="1319164" y="111566"/>
                  <a:pt x="1313725" y="110621"/>
                  <a:pt x="1309153" y="108730"/>
                </a:cubicBezTo>
                <a:cubicBezTo>
                  <a:pt x="1304580" y="106837"/>
                  <a:pt x="1300796" y="104183"/>
                  <a:pt x="1297801" y="100767"/>
                </a:cubicBezTo>
                <a:cubicBezTo>
                  <a:pt x="1294806" y="97351"/>
                  <a:pt x="1292600" y="93358"/>
                  <a:pt x="1291180" y="88787"/>
                </a:cubicBezTo>
                <a:cubicBezTo>
                  <a:pt x="1289761" y="84215"/>
                  <a:pt x="1289051" y="79248"/>
                  <a:pt x="1289051" y="73887"/>
                </a:cubicBezTo>
                <a:cubicBezTo>
                  <a:pt x="1289051" y="68737"/>
                  <a:pt x="1289918" y="63851"/>
                  <a:pt x="1291652" y="59227"/>
                </a:cubicBezTo>
                <a:cubicBezTo>
                  <a:pt x="1293387" y="54602"/>
                  <a:pt x="1295831" y="50608"/>
                  <a:pt x="1298984" y="47245"/>
                </a:cubicBezTo>
                <a:cubicBezTo>
                  <a:pt x="1302137" y="43882"/>
                  <a:pt x="1305868" y="41202"/>
                  <a:pt x="1310177" y="39206"/>
                </a:cubicBezTo>
                <a:cubicBezTo>
                  <a:pt x="1314487" y="37207"/>
                  <a:pt x="1319269" y="36208"/>
                  <a:pt x="1324524" y="36208"/>
                </a:cubicBezTo>
                <a:cubicBezTo>
                  <a:pt x="1328938" y="36208"/>
                  <a:pt x="1332958" y="36971"/>
                  <a:pt x="1336584" y="38496"/>
                </a:cubicBezTo>
                <a:cubicBezTo>
                  <a:pt x="1340210" y="40019"/>
                  <a:pt x="1343284" y="42121"/>
                  <a:pt x="1345807" y="44801"/>
                </a:cubicBezTo>
                <a:cubicBezTo>
                  <a:pt x="1348329" y="47481"/>
                  <a:pt x="1350300" y="50687"/>
                  <a:pt x="1351720" y="54419"/>
                </a:cubicBezTo>
                <a:cubicBezTo>
                  <a:pt x="1353139" y="58149"/>
                  <a:pt x="1353849" y="62169"/>
                  <a:pt x="1353849" y="66478"/>
                </a:cubicBezTo>
                <a:cubicBezTo>
                  <a:pt x="1353849" y="68685"/>
                  <a:pt x="1353060" y="69788"/>
                  <a:pt x="1351484" y="69788"/>
                </a:cubicBezTo>
                <a:lnTo>
                  <a:pt x="1306552" y="69788"/>
                </a:lnTo>
                <a:moveTo>
                  <a:pt x="1335402" y="64272"/>
                </a:moveTo>
                <a:cubicBezTo>
                  <a:pt x="1336873" y="64272"/>
                  <a:pt x="1337713" y="63747"/>
                  <a:pt x="1337923" y="62696"/>
                </a:cubicBezTo>
                <a:cubicBezTo>
                  <a:pt x="1338135" y="61644"/>
                  <a:pt x="1338241" y="60382"/>
                  <a:pt x="1338241" y="58910"/>
                </a:cubicBezTo>
                <a:cubicBezTo>
                  <a:pt x="1338241" y="56703"/>
                  <a:pt x="1337899" y="54575"/>
                  <a:pt x="1337216" y="52525"/>
                </a:cubicBezTo>
                <a:cubicBezTo>
                  <a:pt x="1336533" y="50476"/>
                  <a:pt x="1335560" y="48663"/>
                  <a:pt x="1334298" y="47086"/>
                </a:cubicBezTo>
                <a:cubicBezTo>
                  <a:pt x="1333038" y="45510"/>
                  <a:pt x="1331514" y="44249"/>
                  <a:pt x="1329728" y="43302"/>
                </a:cubicBezTo>
                <a:cubicBezTo>
                  <a:pt x="1327941" y="42356"/>
                  <a:pt x="1325891" y="41883"/>
                  <a:pt x="1323579" y="41883"/>
                </a:cubicBezTo>
                <a:cubicBezTo>
                  <a:pt x="1320740" y="41883"/>
                  <a:pt x="1318296" y="42383"/>
                  <a:pt x="1316247" y="43382"/>
                </a:cubicBezTo>
                <a:cubicBezTo>
                  <a:pt x="1314197" y="44381"/>
                  <a:pt x="1312463" y="45695"/>
                  <a:pt x="1311043" y="47324"/>
                </a:cubicBezTo>
                <a:cubicBezTo>
                  <a:pt x="1309626" y="48952"/>
                  <a:pt x="1308549" y="50870"/>
                  <a:pt x="1307813" y="53079"/>
                </a:cubicBezTo>
                <a:cubicBezTo>
                  <a:pt x="1307077" y="55285"/>
                  <a:pt x="1306551" y="57597"/>
                  <a:pt x="1306237" y="60014"/>
                </a:cubicBezTo>
                <a:cubicBezTo>
                  <a:pt x="1306027" y="61276"/>
                  <a:pt x="1305947" y="62302"/>
                  <a:pt x="1305999" y="63091"/>
                </a:cubicBezTo>
                <a:cubicBezTo>
                  <a:pt x="1306052" y="63878"/>
                  <a:pt x="1306288" y="64272"/>
                  <a:pt x="1306708" y="64272"/>
                </a:cubicBezTo>
                <a:lnTo>
                  <a:pt x="1335402" y="64272"/>
                </a:lnTo>
                <a:close/>
                <a:moveTo>
                  <a:pt x="1389793" y="90914"/>
                </a:moveTo>
                <a:cubicBezTo>
                  <a:pt x="1389793" y="93542"/>
                  <a:pt x="1389871" y="95750"/>
                  <a:pt x="1390028" y="97536"/>
                </a:cubicBezTo>
                <a:cubicBezTo>
                  <a:pt x="1390187" y="99323"/>
                  <a:pt x="1390739" y="100794"/>
                  <a:pt x="1391683" y="101951"/>
                </a:cubicBezTo>
                <a:cubicBezTo>
                  <a:pt x="1392630" y="103107"/>
                  <a:pt x="1394101" y="104000"/>
                  <a:pt x="1396098" y="104631"/>
                </a:cubicBezTo>
                <a:cubicBezTo>
                  <a:pt x="1398096" y="105261"/>
                  <a:pt x="1400987" y="105734"/>
                  <a:pt x="1404770" y="106050"/>
                </a:cubicBezTo>
                <a:cubicBezTo>
                  <a:pt x="1405400" y="106154"/>
                  <a:pt x="1405872" y="106443"/>
                  <a:pt x="1406187" y="106916"/>
                </a:cubicBezTo>
                <a:cubicBezTo>
                  <a:pt x="1406503" y="107389"/>
                  <a:pt x="1406661" y="107941"/>
                  <a:pt x="1406661" y="108571"/>
                </a:cubicBezTo>
                <a:cubicBezTo>
                  <a:pt x="1406661" y="109097"/>
                  <a:pt x="1406503" y="109597"/>
                  <a:pt x="1406187" y="110070"/>
                </a:cubicBezTo>
                <a:cubicBezTo>
                  <a:pt x="1405872" y="110543"/>
                  <a:pt x="1405400" y="110779"/>
                  <a:pt x="1404770" y="110779"/>
                </a:cubicBezTo>
                <a:cubicBezTo>
                  <a:pt x="1400251" y="110779"/>
                  <a:pt x="1396256" y="110595"/>
                  <a:pt x="1392788" y="110226"/>
                </a:cubicBezTo>
                <a:cubicBezTo>
                  <a:pt x="1389319" y="109859"/>
                  <a:pt x="1386008" y="109675"/>
                  <a:pt x="1382855" y="109675"/>
                </a:cubicBezTo>
                <a:cubicBezTo>
                  <a:pt x="1379492" y="109675"/>
                  <a:pt x="1376154" y="109859"/>
                  <a:pt x="1372843" y="110226"/>
                </a:cubicBezTo>
                <a:cubicBezTo>
                  <a:pt x="1369533" y="110595"/>
                  <a:pt x="1366196" y="110779"/>
                  <a:pt x="1362833" y="110779"/>
                </a:cubicBezTo>
                <a:cubicBezTo>
                  <a:pt x="1362309" y="110779"/>
                  <a:pt x="1361888" y="110543"/>
                  <a:pt x="1361573" y="110070"/>
                </a:cubicBezTo>
                <a:cubicBezTo>
                  <a:pt x="1361257" y="109597"/>
                  <a:pt x="1361099" y="109097"/>
                  <a:pt x="1361099" y="108571"/>
                </a:cubicBezTo>
                <a:cubicBezTo>
                  <a:pt x="1361099" y="107941"/>
                  <a:pt x="1361257" y="107389"/>
                  <a:pt x="1361573" y="106916"/>
                </a:cubicBezTo>
                <a:cubicBezTo>
                  <a:pt x="1361888" y="106443"/>
                  <a:pt x="1362362" y="106154"/>
                  <a:pt x="1362992" y="106050"/>
                </a:cubicBezTo>
                <a:cubicBezTo>
                  <a:pt x="1365935" y="105734"/>
                  <a:pt x="1368220" y="105261"/>
                  <a:pt x="1369848" y="104631"/>
                </a:cubicBezTo>
                <a:cubicBezTo>
                  <a:pt x="1371477" y="104000"/>
                  <a:pt x="1372660" y="103133"/>
                  <a:pt x="1373396" y="102030"/>
                </a:cubicBezTo>
                <a:cubicBezTo>
                  <a:pt x="1374132" y="100925"/>
                  <a:pt x="1374579" y="99559"/>
                  <a:pt x="1374736" y="97931"/>
                </a:cubicBezTo>
                <a:cubicBezTo>
                  <a:pt x="1374895" y="96302"/>
                  <a:pt x="1374974" y="94278"/>
                  <a:pt x="1374974" y="91859"/>
                </a:cubicBezTo>
                <a:lnTo>
                  <a:pt x="1374974" y="68843"/>
                </a:lnTo>
                <a:cubicBezTo>
                  <a:pt x="1374974" y="63693"/>
                  <a:pt x="1374868" y="59620"/>
                  <a:pt x="1374657" y="56625"/>
                </a:cubicBezTo>
                <a:cubicBezTo>
                  <a:pt x="1374447" y="53629"/>
                  <a:pt x="1373947" y="51317"/>
                  <a:pt x="1373158" y="49689"/>
                </a:cubicBezTo>
                <a:cubicBezTo>
                  <a:pt x="1372370" y="48060"/>
                  <a:pt x="1371136" y="46982"/>
                  <a:pt x="1369453" y="46456"/>
                </a:cubicBezTo>
                <a:cubicBezTo>
                  <a:pt x="1367773" y="45930"/>
                  <a:pt x="1365461" y="45562"/>
                  <a:pt x="1362518" y="45352"/>
                </a:cubicBezTo>
                <a:cubicBezTo>
                  <a:pt x="1361994" y="45352"/>
                  <a:pt x="1361600" y="45090"/>
                  <a:pt x="1361337" y="44565"/>
                </a:cubicBezTo>
                <a:cubicBezTo>
                  <a:pt x="1361074" y="44039"/>
                  <a:pt x="1360942" y="43513"/>
                  <a:pt x="1360942" y="42987"/>
                </a:cubicBezTo>
                <a:cubicBezTo>
                  <a:pt x="1360942" y="42463"/>
                  <a:pt x="1361074" y="41938"/>
                  <a:pt x="1361337" y="41412"/>
                </a:cubicBezTo>
                <a:cubicBezTo>
                  <a:pt x="1361600" y="40886"/>
                  <a:pt x="1362046" y="40622"/>
                  <a:pt x="1362677" y="40622"/>
                </a:cubicBezTo>
                <a:cubicBezTo>
                  <a:pt x="1364779" y="40412"/>
                  <a:pt x="1367696" y="40176"/>
                  <a:pt x="1371426" y="39913"/>
                </a:cubicBezTo>
                <a:cubicBezTo>
                  <a:pt x="1375158" y="39650"/>
                  <a:pt x="1378967" y="38993"/>
                  <a:pt x="1382855" y="37943"/>
                </a:cubicBezTo>
                <a:cubicBezTo>
                  <a:pt x="1384327" y="37522"/>
                  <a:pt x="1385536" y="37470"/>
                  <a:pt x="1386483" y="37786"/>
                </a:cubicBezTo>
                <a:cubicBezTo>
                  <a:pt x="1387429" y="38101"/>
                  <a:pt x="1387849" y="38994"/>
                  <a:pt x="1387743" y="40466"/>
                </a:cubicBezTo>
                <a:lnTo>
                  <a:pt x="1387428" y="50555"/>
                </a:lnTo>
                <a:cubicBezTo>
                  <a:pt x="1387428" y="50765"/>
                  <a:pt x="1387480" y="50897"/>
                  <a:pt x="1387584" y="50950"/>
                </a:cubicBezTo>
                <a:cubicBezTo>
                  <a:pt x="1387690" y="51003"/>
                  <a:pt x="1387848" y="50923"/>
                  <a:pt x="1388058" y="50712"/>
                </a:cubicBezTo>
                <a:cubicBezTo>
                  <a:pt x="1390265" y="46298"/>
                  <a:pt x="1392971" y="42778"/>
                  <a:pt x="1396177" y="40151"/>
                </a:cubicBezTo>
                <a:cubicBezTo>
                  <a:pt x="1399383" y="37522"/>
                  <a:pt x="1403666" y="36208"/>
                  <a:pt x="1409025" y="36208"/>
                </a:cubicBezTo>
                <a:cubicBezTo>
                  <a:pt x="1413440" y="36208"/>
                  <a:pt x="1416698" y="37338"/>
                  <a:pt x="1418799" y="39598"/>
                </a:cubicBezTo>
                <a:cubicBezTo>
                  <a:pt x="1420902" y="41857"/>
                  <a:pt x="1421953" y="44617"/>
                  <a:pt x="1421953" y="47875"/>
                </a:cubicBezTo>
                <a:cubicBezTo>
                  <a:pt x="1421953" y="49662"/>
                  <a:pt x="1421270" y="51291"/>
                  <a:pt x="1419903" y="52764"/>
                </a:cubicBezTo>
                <a:cubicBezTo>
                  <a:pt x="1418537" y="54234"/>
                  <a:pt x="1416593" y="54969"/>
                  <a:pt x="1414072" y="54969"/>
                </a:cubicBezTo>
                <a:cubicBezTo>
                  <a:pt x="1411654" y="54969"/>
                  <a:pt x="1409972" y="54391"/>
                  <a:pt x="1409025" y="53235"/>
                </a:cubicBezTo>
                <a:cubicBezTo>
                  <a:pt x="1408081" y="52079"/>
                  <a:pt x="1407608" y="50817"/>
                  <a:pt x="1407608" y="49451"/>
                </a:cubicBezTo>
                <a:cubicBezTo>
                  <a:pt x="1407608" y="47980"/>
                  <a:pt x="1407319" y="46825"/>
                  <a:pt x="1406740" y="45985"/>
                </a:cubicBezTo>
                <a:cubicBezTo>
                  <a:pt x="1406163" y="45143"/>
                  <a:pt x="1404928" y="44722"/>
                  <a:pt x="1403035" y="44722"/>
                </a:cubicBezTo>
                <a:cubicBezTo>
                  <a:pt x="1401039" y="44722"/>
                  <a:pt x="1399226" y="45378"/>
                  <a:pt x="1397596" y="46692"/>
                </a:cubicBezTo>
                <a:cubicBezTo>
                  <a:pt x="1395967" y="48005"/>
                  <a:pt x="1394574" y="49556"/>
                  <a:pt x="1393418" y="51344"/>
                </a:cubicBezTo>
                <a:cubicBezTo>
                  <a:pt x="1392262" y="53131"/>
                  <a:pt x="1391368" y="54970"/>
                  <a:pt x="1390738" y="56863"/>
                </a:cubicBezTo>
                <a:cubicBezTo>
                  <a:pt x="1390108" y="58753"/>
                  <a:pt x="1389793" y="60224"/>
                  <a:pt x="1389793" y="61275"/>
                </a:cubicBezTo>
                <a:lnTo>
                  <a:pt x="1389793" y="90914"/>
                </a:lnTo>
                <a:close/>
                <a:moveTo>
                  <a:pt x="1439926" y="29903"/>
                </a:moveTo>
                <a:cubicBezTo>
                  <a:pt x="1439926" y="25384"/>
                  <a:pt x="1439821" y="21784"/>
                  <a:pt x="1439611" y="19104"/>
                </a:cubicBezTo>
                <a:cubicBezTo>
                  <a:pt x="1439400" y="16423"/>
                  <a:pt x="1438875" y="14347"/>
                  <a:pt x="1438035" y="12876"/>
                </a:cubicBezTo>
                <a:cubicBezTo>
                  <a:pt x="1437195" y="11404"/>
                  <a:pt x="1435907" y="10406"/>
                  <a:pt x="1434172" y="9881"/>
                </a:cubicBezTo>
                <a:cubicBezTo>
                  <a:pt x="1432438" y="9355"/>
                  <a:pt x="1430047" y="8934"/>
                  <a:pt x="1426998" y="8618"/>
                </a:cubicBezTo>
                <a:cubicBezTo>
                  <a:pt x="1426474" y="8618"/>
                  <a:pt x="1426080" y="8356"/>
                  <a:pt x="1425817" y="7832"/>
                </a:cubicBezTo>
                <a:cubicBezTo>
                  <a:pt x="1425554" y="7306"/>
                  <a:pt x="1425396" y="6781"/>
                  <a:pt x="1425343" y="6256"/>
                </a:cubicBezTo>
                <a:cubicBezTo>
                  <a:pt x="1425290" y="5730"/>
                  <a:pt x="1425395" y="5204"/>
                  <a:pt x="1425658" y="4678"/>
                </a:cubicBezTo>
                <a:cubicBezTo>
                  <a:pt x="1425921" y="4152"/>
                  <a:pt x="1426368" y="3889"/>
                  <a:pt x="1426998" y="3889"/>
                </a:cubicBezTo>
                <a:cubicBezTo>
                  <a:pt x="1430151" y="3679"/>
                  <a:pt x="1433961" y="3364"/>
                  <a:pt x="1438427" y="2944"/>
                </a:cubicBezTo>
                <a:cubicBezTo>
                  <a:pt x="1442895" y="2523"/>
                  <a:pt x="1447074" y="1735"/>
                  <a:pt x="1450963" y="579"/>
                </a:cubicBezTo>
                <a:cubicBezTo>
                  <a:pt x="1452433" y="159"/>
                  <a:pt x="1453405" y="238"/>
                  <a:pt x="1453878" y="817"/>
                </a:cubicBezTo>
                <a:cubicBezTo>
                  <a:pt x="1454351" y="1394"/>
                  <a:pt x="1454641" y="1998"/>
                  <a:pt x="1454747" y="2629"/>
                </a:cubicBezTo>
                <a:lnTo>
                  <a:pt x="1454747" y="90914"/>
                </a:lnTo>
                <a:cubicBezTo>
                  <a:pt x="1454747" y="93542"/>
                  <a:pt x="1454799" y="95750"/>
                  <a:pt x="1454903" y="97536"/>
                </a:cubicBezTo>
                <a:cubicBezTo>
                  <a:pt x="1455009" y="99323"/>
                  <a:pt x="1455403" y="100794"/>
                  <a:pt x="1456086" y="101951"/>
                </a:cubicBezTo>
                <a:cubicBezTo>
                  <a:pt x="1456770" y="103107"/>
                  <a:pt x="1457873" y="104000"/>
                  <a:pt x="1459397" y="104631"/>
                </a:cubicBezTo>
                <a:cubicBezTo>
                  <a:pt x="1460920" y="105261"/>
                  <a:pt x="1463048" y="105734"/>
                  <a:pt x="1465781" y="106050"/>
                </a:cubicBezTo>
                <a:cubicBezTo>
                  <a:pt x="1466411" y="106154"/>
                  <a:pt x="1466884" y="106443"/>
                  <a:pt x="1467200" y="106916"/>
                </a:cubicBezTo>
                <a:cubicBezTo>
                  <a:pt x="1467516" y="107389"/>
                  <a:pt x="1467674" y="107941"/>
                  <a:pt x="1467674" y="108571"/>
                </a:cubicBezTo>
                <a:cubicBezTo>
                  <a:pt x="1467674" y="109097"/>
                  <a:pt x="1467516" y="109597"/>
                  <a:pt x="1467200" y="110070"/>
                </a:cubicBezTo>
                <a:cubicBezTo>
                  <a:pt x="1466884" y="110543"/>
                  <a:pt x="1466411" y="110779"/>
                  <a:pt x="1465781" y="110779"/>
                </a:cubicBezTo>
                <a:cubicBezTo>
                  <a:pt x="1463258" y="110779"/>
                  <a:pt x="1460421" y="110595"/>
                  <a:pt x="1457268" y="110226"/>
                </a:cubicBezTo>
                <a:cubicBezTo>
                  <a:pt x="1454115" y="109859"/>
                  <a:pt x="1450962" y="109675"/>
                  <a:pt x="1447809" y="109675"/>
                </a:cubicBezTo>
                <a:cubicBezTo>
                  <a:pt x="1444446" y="109675"/>
                  <a:pt x="1441135" y="109859"/>
                  <a:pt x="1437876" y="110226"/>
                </a:cubicBezTo>
                <a:cubicBezTo>
                  <a:pt x="1434619" y="110595"/>
                  <a:pt x="1431309" y="110779"/>
                  <a:pt x="1427946" y="110779"/>
                </a:cubicBezTo>
                <a:cubicBezTo>
                  <a:pt x="1427420" y="110779"/>
                  <a:pt x="1426999" y="110543"/>
                  <a:pt x="1426683" y="110070"/>
                </a:cubicBezTo>
                <a:cubicBezTo>
                  <a:pt x="1426369" y="109597"/>
                  <a:pt x="1426211" y="109097"/>
                  <a:pt x="1426211" y="108571"/>
                </a:cubicBezTo>
                <a:cubicBezTo>
                  <a:pt x="1426211" y="107941"/>
                  <a:pt x="1426369" y="107389"/>
                  <a:pt x="1426683" y="106916"/>
                </a:cubicBezTo>
                <a:cubicBezTo>
                  <a:pt x="1426999" y="106443"/>
                  <a:pt x="1427472" y="106154"/>
                  <a:pt x="1428102" y="106050"/>
                </a:cubicBezTo>
                <a:cubicBezTo>
                  <a:pt x="1431045" y="105734"/>
                  <a:pt x="1433331" y="105261"/>
                  <a:pt x="1434961" y="104631"/>
                </a:cubicBezTo>
                <a:cubicBezTo>
                  <a:pt x="1436590" y="104000"/>
                  <a:pt x="1437772" y="103133"/>
                  <a:pt x="1438506" y="102030"/>
                </a:cubicBezTo>
                <a:cubicBezTo>
                  <a:pt x="1439243" y="100925"/>
                  <a:pt x="1439663" y="99559"/>
                  <a:pt x="1439767" y="97931"/>
                </a:cubicBezTo>
                <a:cubicBezTo>
                  <a:pt x="1439873" y="96302"/>
                  <a:pt x="1439926" y="94278"/>
                  <a:pt x="1439926" y="91859"/>
                </a:cubicBezTo>
                <a:lnTo>
                  <a:pt x="1439926" y="29903"/>
                </a:lnTo>
                <a:close/>
                <a:moveTo>
                  <a:pt x="1495578" y="69788"/>
                </a:moveTo>
                <a:cubicBezTo>
                  <a:pt x="1495052" y="69788"/>
                  <a:pt x="1494763" y="69972"/>
                  <a:pt x="1494710" y="70341"/>
                </a:cubicBezTo>
                <a:cubicBezTo>
                  <a:pt x="1494658" y="70708"/>
                  <a:pt x="1494633" y="71155"/>
                  <a:pt x="1494633" y="71681"/>
                </a:cubicBezTo>
                <a:cubicBezTo>
                  <a:pt x="1494633" y="77147"/>
                  <a:pt x="1495237" y="81771"/>
                  <a:pt x="1496444" y="85554"/>
                </a:cubicBezTo>
                <a:cubicBezTo>
                  <a:pt x="1497653" y="89337"/>
                  <a:pt x="1499335" y="92412"/>
                  <a:pt x="1501489" y="94777"/>
                </a:cubicBezTo>
                <a:cubicBezTo>
                  <a:pt x="1503644" y="97141"/>
                  <a:pt x="1506220" y="98849"/>
                  <a:pt x="1509215" y="99901"/>
                </a:cubicBezTo>
                <a:cubicBezTo>
                  <a:pt x="1512211" y="100952"/>
                  <a:pt x="1515443" y="101477"/>
                  <a:pt x="1518910" y="101477"/>
                </a:cubicBezTo>
                <a:cubicBezTo>
                  <a:pt x="1522483" y="101477"/>
                  <a:pt x="1525951" y="101188"/>
                  <a:pt x="1529314" y="100611"/>
                </a:cubicBezTo>
                <a:cubicBezTo>
                  <a:pt x="1532679" y="100032"/>
                  <a:pt x="1535570" y="98744"/>
                  <a:pt x="1537986" y="96747"/>
                </a:cubicBezTo>
                <a:cubicBezTo>
                  <a:pt x="1538512" y="96327"/>
                  <a:pt x="1539064" y="96170"/>
                  <a:pt x="1539641" y="96276"/>
                </a:cubicBezTo>
                <a:cubicBezTo>
                  <a:pt x="1540220" y="96380"/>
                  <a:pt x="1540693" y="96642"/>
                  <a:pt x="1541061" y="97063"/>
                </a:cubicBezTo>
                <a:cubicBezTo>
                  <a:pt x="1541428" y="97483"/>
                  <a:pt x="1541664" y="97956"/>
                  <a:pt x="1541768" y="98482"/>
                </a:cubicBezTo>
                <a:cubicBezTo>
                  <a:pt x="1541874" y="99008"/>
                  <a:pt x="1541770" y="99481"/>
                  <a:pt x="1541455" y="99901"/>
                </a:cubicBezTo>
                <a:cubicBezTo>
                  <a:pt x="1538092" y="104315"/>
                  <a:pt x="1534308" y="107363"/>
                  <a:pt x="1530103" y="109045"/>
                </a:cubicBezTo>
                <a:cubicBezTo>
                  <a:pt x="1525900" y="110726"/>
                  <a:pt x="1520697" y="111566"/>
                  <a:pt x="1514496" y="111566"/>
                </a:cubicBezTo>
                <a:cubicBezTo>
                  <a:pt x="1508190" y="111566"/>
                  <a:pt x="1502751" y="110621"/>
                  <a:pt x="1498179" y="108730"/>
                </a:cubicBezTo>
                <a:cubicBezTo>
                  <a:pt x="1493606" y="106837"/>
                  <a:pt x="1489822" y="104183"/>
                  <a:pt x="1486827" y="100767"/>
                </a:cubicBezTo>
                <a:cubicBezTo>
                  <a:pt x="1483832" y="97351"/>
                  <a:pt x="1481626" y="93358"/>
                  <a:pt x="1480206" y="88787"/>
                </a:cubicBezTo>
                <a:cubicBezTo>
                  <a:pt x="1478787" y="84215"/>
                  <a:pt x="1478077" y="79248"/>
                  <a:pt x="1478077" y="73887"/>
                </a:cubicBezTo>
                <a:cubicBezTo>
                  <a:pt x="1478077" y="68737"/>
                  <a:pt x="1478944" y="63851"/>
                  <a:pt x="1480678" y="59227"/>
                </a:cubicBezTo>
                <a:cubicBezTo>
                  <a:pt x="1482413" y="54602"/>
                  <a:pt x="1484857" y="50608"/>
                  <a:pt x="1488010" y="47245"/>
                </a:cubicBezTo>
                <a:cubicBezTo>
                  <a:pt x="1491163" y="43882"/>
                  <a:pt x="1494894" y="41202"/>
                  <a:pt x="1499203" y="39206"/>
                </a:cubicBezTo>
                <a:cubicBezTo>
                  <a:pt x="1503513" y="37207"/>
                  <a:pt x="1508295" y="36208"/>
                  <a:pt x="1513550" y="36208"/>
                </a:cubicBezTo>
                <a:cubicBezTo>
                  <a:pt x="1517964" y="36208"/>
                  <a:pt x="1521984" y="36971"/>
                  <a:pt x="1525610" y="38496"/>
                </a:cubicBezTo>
                <a:cubicBezTo>
                  <a:pt x="1529236" y="40019"/>
                  <a:pt x="1532310" y="42121"/>
                  <a:pt x="1534833" y="44801"/>
                </a:cubicBezTo>
                <a:cubicBezTo>
                  <a:pt x="1537355" y="47481"/>
                  <a:pt x="1539326" y="50687"/>
                  <a:pt x="1540746" y="54419"/>
                </a:cubicBezTo>
                <a:cubicBezTo>
                  <a:pt x="1542165" y="58149"/>
                  <a:pt x="1542875" y="62169"/>
                  <a:pt x="1542875" y="66478"/>
                </a:cubicBezTo>
                <a:cubicBezTo>
                  <a:pt x="1542875" y="68685"/>
                  <a:pt x="1542086" y="69788"/>
                  <a:pt x="1540510" y="69788"/>
                </a:cubicBezTo>
                <a:lnTo>
                  <a:pt x="1495578" y="69788"/>
                </a:lnTo>
                <a:moveTo>
                  <a:pt x="1524428" y="64272"/>
                </a:moveTo>
                <a:cubicBezTo>
                  <a:pt x="1525899" y="64272"/>
                  <a:pt x="1526739" y="63747"/>
                  <a:pt x="1526950" y="62696"/>
                </a:cubicBezTo>
                <a:cubicBezTo>
                  <a:pt x="1527161" y="61644"/>
                  <a:pt x="1527267" y="60382"/>
                  <a:pt x="1527267" y="58910"/>
                </a:cubicBezTo>
                <a:cubicBezTo>
                  <a:pt x="1527267" y="56703"/>
                  <a:pt x="1526925" y="54575"/>
                  <a:pt x="1526242" y="52525"/>
                </a:cubicBezTo>
                <a:cubicBezTo>
                  <a:pt x="1525559" y="50476"/>
                  <a:pt x="1524586" y="48663"/>
                  <a:pt x="1523324" y="47086"/>
                </a:cubicBezTo>
                <a:cubicBezTo>
                  <a:pt x="1522064" y="45510"/>
                  <a:pt x="1520540" y="44249"/>
                  <a:pt x="1518754" y="43302"/>
                </a:cubicBezTo>
                <a:cubicBezTo>
                  <a:pt x="1516967" y="42356"/>
                  <a:pt x="1514918" y="41883"/>
                  <a:pt x="1512605" y="41883"/>
                </a:cubicBezTo>
                <a:cubicBezTo>
                  <a:pt x="1509766" y="41883"/>
                  <a:pt x="1507322" y="42383"/>
                  <a:pt x="1505273" y="43382"/>
                </a:cubicBezTo>
                <a:cubicBezTo>
                  <a:pt x="1503223" y="44381"/>
                  <a:pt x="1501489" y="45695"/>
                  <a:pt x="1500069" y="47324"/>
                </a:cubicBezTo>
                <a:cubicBezTo>
                  <a:pt x="1498652" y="48952"/>
                  <a:pt x="1497575" y="50870"/>
                  <a:pt x="1496839" y="53079"/>
                </a:cubicBezTo>
                <a:cubicBezTo>
                  <a:pt x="1496103" y="55285"/>
                  <a:pt x="1495577" y="57597"/>
                  <a:pt x="1495263" y="60014"/>
                </a:cubicBezTo>
                <a:cubicBezTo>
                  <a:pt x="1495053" y="61276"/>
                  <a:pt x="1494974" y="62302"/>
                  <a:pt x="1495025" y="63091"/>
                </a:cubicBezTo>
                <a:cubicBezTo>
                  <a:pt x="1495078" y="63878"/>
                  <a:pt x="1495314" y="64272"/>
                  <a:pt x="1495735" y="64272"/>
                </a:cubicBezTo>
                <a:lnTo>
                  <a:pt x="1524428" y="64272"/>
                </a:lnTo>
                <a:close/>
                <a:moveTo>
                  <a:pt x="1602781" y="38573"/>
                </a:moveTo>
                <a:cubicBezTo>
                  <a:pt x="1602467" y="39729"/>
                  <a:pt x="1602178" y="41149"/>
                  <a:pt x="1601915" y="42831"/>
                </a:cubicBezTo>
                <a:cubicBezTo>
                  <a:pt x="1601652" y="44512"/>
                  <a:pt x="1601520" y="46298"/>
                  <a:pt x="1601520" y="48190"/>
                </a:cubicBezTo>
                <a:cubicBezTo>
                  <a:pt x="1601520" y="50187"/>
                  <a:pt x="1601572" y="52263"/>
                  <a:pt x="1601677" y="54419"/>
                </a:cubicBezTo>
                <a:cubicBezTo>
                  <a:pt x="1601783" y="56572"/>
                  <a:pt x="1601836" y="58227"/>
                  <a:pt x="1601836" y="59384"/>
                </a:cubicBezTo>
                <a:cubicBezTo>
                  <a:pt x="1601836" y="59700"/>
                  <a:pt x="1601625" y="59963"/>
                  <a:pt x="1601205" y="60173"/>
                </a:cubicBezTo>
                <a:cubicBezTo>
                  <a:pt x="1600785" y="60383"/>
                  <a:pt x="1600312" y="60514"/>
                  <a:pt x="1599786" y="60567"/>
                </a:cubicBezTo>
                <a:cubicBezTo>
                  <a:pt x="1599262" y="60619"/>
                  <a:pt x="1598788" y="60566"/>
                  <a:pt x="1598367" y="60409"/>
                </a:cubicBezTo>
                <a:cubicBezTo>
                  <a:pt x="1597946" y="60251"/>
                  <a:pt x="1597684" y="60015"/>
                  <a:pt x="1597580" y="59699"/>
                </a:cubicBezTo>
                <a:cubicBezTo>
                  <a:pt x="1596424" y="54129"/>
                  <a:pt x="1594531" y="49846"/>
                  <a:pt x="1591903" y="46851"/>
                </a:cubicBezTo>
                <a:cubicBezTo>
                  <a:pt x="1589276" y="43855"/>
                  <a:pt x="1585073" y="42357"/>
                  <a:pt x="1579293" y="42357"/>
                </a:cubicBezTo>
                <a:cubicBezTo>
                  <a:pt x="1575404" y="42357"/>
                  <a:pt x="1572198" y="43330"/>
                  <a:pt x="1569675" y="45275"/>
                </a:cubicBezTo>
                <a:cubicBezTo>
                  <a:pt x="1567152" y="47219"/>
                  <a:pt x="1565891" y="49820"/>
                  <a:pt x="1565891" y="53079"/>
                </a:cubicBezTo>
                <a:cubicBezTo>
                  <a:pt x="1565891" y="55810"/>
                  <a:pt x="1566942" y="57912"/>
                  <a:pt x="1569042" y="59384"/>
                </a:cubicBezTo>
                <a:cubicBezTo>
                  <a:pt x="1571145" y="60854"/>
                  <a:pt x="1573931" y="62221"/>
                  <a:pt x="1577399" y="63483"/>
                </a:cubicBezTo>
                <a:cubicBezTo>
                  <a:pt x="1578872" y="64009"/>
                  <a:pt x="1580633" y="64666"/>
                  <a:pt x="1582682" y="65455"/>
                </a:cubicBezTo>
                <a:cubicBezTo>
                  <a:pt x="1584732" y="66243"/>
                  <a:pt x="1586387" y="66899"/>
                  <a:pt x="1587647" y="67423"/>
                </a:cubicBezTo>
                <a:cubicBezTo>
                  <a:pt x="1590380" y="68685"/>
                  <a:pt x="1592928" y="70000"/>
                  <a:pt x="1595292" y="71366"/>
                </a:cubicBezTo>
                <a:cubicBezTo>
                  <a:pt x="1597658" y="72732"/>
                  <a:pt x="1599707" y="74335"/>
                  <a:pt x="1601441" y="76175"/>
                </a:cubicBezTo>
                <a:cubicBezTo>
                  <a:pt x="1603176" y="78013"/>
                  <a:pt x="1604543" y="80088"/>
                  <a:pt x="1605540" y="82400"/>
                </a:cubicBezTo>
                <a:cubicBezTo>
                  <a:pt x="1606539" y="84713"/>
                  <a:pt x="1607039" y="87394"/>
                  <a:pt x="1607039" y="90442"/>
                </a:cubicBezTo>
                <a:cubicBezTo>
                  <a:pt x="1607039" y="94436"/>
                  <a:pt x="1606198" y="97772"/>
                  <a:pt x="1604515" y="100452"/>
                </a:cubicBezTo>
                <a:cubicBezTo>
                  <a:pt x="1602835" y="103132"/>
                  <a:pt x="1600680" y="105287"/>
                  <a:pt x="1598052" y="106916"/>
                </a:cubicBezTo>
                <a:cubicBezTo>
                  <a:pt x="1595425" y="108545"/>
                  <a:pt x="1592430" y="109727"/>
                  <a:pt x="1589067" y="110462"/>
                </a:cubicBezTo>
                <a:cubicBezTo>
                  <a:pt x="1585704" y="111198"/>
                  <a:pt x="1582393" y="111566"/>
                  <a:pt x="1579134" y="111566"/>
                </a:cubicBezTo>
                <a:cubicBezTo>
                  <a:pt x="1576401" y="111566"/>
                  <a:pt x="1573353" y="111251"/>
                  <a:pt x="1569990" y="110621"/>
                </a:cubicBezTo>
                <a:cubicBezTo>
                  <a:pt x="1566627" y="109990"/>
                  <a:pt x="1563684" y="109097"/>
                  <a:pt x="1561162" y="107941"/>
                </a:cubicBezTo>
                <a:cubicBezTo>
                  <a:pt x="1560531" y="107731"/>
                  <a:pt x="1559875" y="107836"/>
                  <a:pt x="1559192" y="108256"/>
                </a:cubicBezTo>
                <a:cubicBezTo>
                  <a:pt x="1558508" y="108676"/>
                  <a:pt x="1558062" y="109464"/>
                  <a:pt x="1557852" y="110621"/>
                </a:cubicBezTo>
                <a:cubicBezTo>
                  <a:pt x="1557852" y="110936"/>
                  <a:pt x="1557615" y="111147"/>
                  <a:pt x="1557142" y="111251"/>
                </a:cubicBezTo>
                <a:cubicBezTo>
                  <a:pt x="1556669" y="111357"/>
                  <a:pt x="1556169" y="111410"/>
                  <a:pt x="1555643" y="111410"/>
                </a:cubicBezTo>
                <a:cubicBezTo>
                  <a:pt x="1555223" y="111410"/>
                  <a:pt x="1554803" y="111330"/>
                  <a:pt x="1554383" y="111171"/>
                </a:cubicBezTo>
                <a:cubicBezTo>
                  <a:pt x="1553963" y="111014"/>
                  <a:pt x="1553752" y="110778"/>
                  <a:pt x="1553752" y="110464"/>
                </a:cubicBezTo>
                <a:cubicBezTo>
                  <a:pt x="1553752" y="109622"/>
                  <a:pt x="1553858" y="108466"/>
                  <a:pt x="1554068" y="106995"/>
                </a:cubicBezTo>
                <a:cubicBezTo>
                  <a:pt x="1554278" y="105523"/>
                  <a:pt x="1554383" y="104157"/>
                  <a:pt x="1554383" y="102896"/>
                </a:cubicBezTo>
                <a:cubicBezTo>
                  <a:pt x="1554383" y="101634"/>
                  <a:pt x="1554303" y="100241"/>
                  <a:pt x="1554145" y="98718"/>
                </a:cubicBezTo>
                <a:cubicBezTo>
                  <a:pt x="1553987" y="97194"/>
                  <a:pt x="1553830" y="95697"/>
                  <a:pt x="1553673" y="94226"/>
                </a:cubicBezTo>
                <a:cubicBezTo>
                  <a:pt x="1553516" y="92754"/>
                  <a:pt x="1553384" y="91440"/>
                  <a:pt x="1553279" y="90284"/>
                </a:cubicBezTo>
                <a:cubicBezTo>
                  <a:pt x="1553174" y="89127"/>
                  <a:pt x="1553122" y="88286"/>
                  <a:pt x="1553122" y="87760"/>
                </a:cubicBezTo>
                <a:cubicBezTo>
                  <a:pt x="1553122" y="87340"/>
                  <a:pt x="1553332" y="87025"/>
                  <a:pt x="1553752" y="86815"/>
                </a:cubicBezTo>
                <a:cubicBezTo>
                  <a:pt x="1554173" y="86605"/>
                  <a:pt x="1554645" y="86474"/>
                  <a:pt x="1555169" y="86423"/>
                </a:cubicBezTo>
                <a:cubicBezTo>
                  <a:pt x="1555695" y="86370"/>
                  <a:pt x="1556195" y="86422"/>
                  <a:pt x="1556668" y="86579"/>
                </a:cubicBezTo>
                <a:cubicBezTo>
                  <a:pt x="1557141" y="86736"/>
                  <a:pt x="1557431" y="87025"/>
                  <a:pt x="1557536" y="87445"/>
                </a:cubicBezTo>
                <a:cubicBezTo>
                  <a:pt x="1558271" y="90494"/>
                  <a:pt x="1559216" y="93174"/>
                  <a:pt x="1560373" y="95487"/>
                </a:cubicBezTo>
                <a:cubicBezTo>
                  <a:pt x="1561529" y="97798"/>
                  <a:pt x="1562974" y="99742"/>
                  <a:pt x="1564708" y="101320"/>
                </a:cubicBezTo>
                <a:cubicBezTo>
                  <a:pt x="1566443" y="102897"/>
                  <a:pt x="1568545" y="104080"/>
                  <a:pt x="1571015" y="104869"/>
                </a:cubicBezTo>
                <a:cubicBezTo>
                  <a:pt x="1573485" y="105656"/>
                  <a:pt x="1576454" y="106050"/>
                  <a:pt x="1579923" y="106050"/>
                </a:cubicBezTo>
                <a:cubicBezTo>
                  <a:pt x="1583706" y="106050"/>
                  <a:pt x="1586780" y="104999"/>
                  <a:pt x="1589144" y="102896"/>
                </a:cubicBezTo>
                <a:cubicBezTo>
                  <a:pt x="1591509" y="100794"/>
                  <a:pt x="1592692" y="97851"/>
                  <a:pt x="1592692" y="94068"/>
                </a:cubicBezTo>
                <a:cubicBezTo>
                  <a:pt x="1592692" y="90705"/>
                  <a:pt x="1591509" y="88051"/>
                  <a:pt x="1589144" y="86107"/>
                </a:cubicBezTo>
                <a:cubicBezTo>
                  <a:pt x="1586780" y="84162"/>
                  <a:pt x="1584021" y="82453"/>
                  <a:pt x="1580868" y="80981"/>
                </a:cubicBezTo>
                <a:cubicBezTo>
                  <a:pt x="1579396" y="80351"/>
                  <a:pt x="1577898" y="79721"/>
                  <a:pt x="1576375" y="79090"/>
                </a:cubicBezTo>
                <a:cubicBezTo>
                  <a:pt x="1574851" y="78460"/>
                  <a:pt x="1573301" y="77830"/>
                  <a:pt x="1571725" y="77200"/>
                </a:cubicBezTo>
                <a:cubicBezTo>
                  <a:pt x="1569412" y="76253"/>
                  <a:pt x="1567126" y="75282"/>
                  <a:pt x="1564866" y="74284"/>
                </a:cubicBezTo>
                <a:cubicBezTo>
                  <a:pt x="1562607" y="73285"/>
                  <a:pt x="1560609" y="72049"/>
                  <a:pt x="1558874" y="70577"/>
                </a:cubicBezTo>
                <a:cubicBezTo>
                  <a:pt x="1557140" y="69105"/>
                  <a:pt x="1555748" y="67265"/>
                  <a:pt x="1554698" y="65059"/>
                </a:cubicBezTo>
                <a:cubicBezTo>
                  <a:pt x="1553647" y="62852"/>
                  <a:pt x="1553122" y="60119"/>
                  <a:pt x="1553122" y="56860"/>
                </a:cubicBezTo>
                <a:cubicBezTo>
                  <a:pt x="1553122" y="53077"/>
                  <a:pt x="1553936" y="49872"/>
                  <a:pt x="1555564" y="47245"/>
                </a:cubicBezTo>
                <a:cubicBezTo>
                  <a:pt x="1557193" y="44617"/>
                  <a:pt x="1559295" y="42488"/>
                  <a:pt x="1561869" y="40861"/>
                </a:cubicBezTo>
                <a:cubicBezTo>
                  <a:pt x="1564445" y="39231"/>
                  <a:pt x="1567309" y="38049"/>
                  <a:pt x="1570462" y="37312"/>
                </a:cubicBezTo>
                <a:cubicBezTo>
                  <a:pt x="1573616" y="36576"/>
                  <a:pt x="1576717" y="36208"/>
                  <a:pt x="1579764" y="36208"/>
                </a:cubicBezTo>
                <a:cubicBezTo>
                  <a:pt x="1582707" y="36208"/>
                  <a:pt x="1585308" y="36550"/>
                  <a:pt x="1587568" y="37233"/>
                </a:cubicBezTo>
                <a:cubicBezTo>
                  <a:pt x="1589828" y="37916"/>
                  <a:pt x="1592324" y="39151"/>
                  <a:pt x="1595057" y="40938"/>
                </a:cubicBezTo>
                <a:cubicBezTo>
                  <a:pt x="1595477" y="41148"/>
                  <a:pt x="1596028" y="41122"/>
                  <a:pt x="1596712" y="40861"/>
                </a:cubicBezTo>
                <a:cubicBezTo>
                  <a:pt x="1597395" y="40598"/>
                  <a:pt x="1597946" y="39730"/>
                  <a:pt x="1598367" y="38258"/>
                </a:cubicBezTo>
                <a:cubicBezTo>
                  <a:pt x="1598472" y="37838"/>
                  <a:pt x="1598788" y="37575"/>
                  <a:pt x="1599312" y="37471"/>
                </a:cubicBezTo>
                <a:cubicBezTo>
                  <a:pt x="1599838" y="37365"/>
                  <a:pt x="1600364" y="37339"/>
                  <a:pt x="1600890" y="37392"/>
                </a:cubicBezTo>
                <a:cubicBezTo>
                  <a:pt x="1601416" y="37443"/>
                  <a:pt x="1601889" y="37575"/>
                  <a:pt x="1602309" y="37786"/>
                </a:cubicBezTo>
                <a:cubicBezTo>
                  <a:pt x="1602730" y="37996"/>
                  <a:pt x="1602887" y="38259"/>
                  <a:pt x="1602781" y="38573"/>
                </a:cubicBezTo>
                <a:close/>
                <a:moveTo>
                  <a:pt x="1664896" y="38573"/>
                </a:moveTo>
                <a:cubicBezTo>
                  <a:pt x="1664582" y="39729"/>
                  <a:pt x="1664293" y="41149"/>
                  <a:pt x="1664030" y="42831"/>
                </a:cubicBezTo>
                <a:cubicBezTo>
                  <a:pt x="1663767" y="44512"/>
                  <a:pt x="1663635" y="46298"/>
                  <a:pt x="1663635" y="48190"/>
                </a:cubicBezTo>
                <a:cubicBezTo>
                  <a:pt x="1663635" y="50187"/>
                  <a:pt x="1663688" y="52263"/>
                  <a:pt x="1663792" y="54419"/>
                </a:cubicBezTo>
                <a:cubicBezTo>
                  <a:pt x="1663898" y="56572"/>
                  <a:pt x="1663951" y="58227"/>
                  <a:pt x="1663951" y="59384"/>
                </a:cubicBezTo>
                <a:cubicBezTo>
                  <a:pt x="1663951" y="59700"/>
                  <a:pt x="1663741" y="59963"/>
                  <a:pt x="1663320" y="60173"/>
                </a:cubicBezTo>
                <a:cubicBezTo>
                  <a:pt x="1662900" y="60383"/>
                  <a:pt x="1662427" y="60514"/>
                  <a:pt x="1661901" y="60567"/>
                </a:cubicBezTo>
                <a:cubicBezTo>
                  <a:pt x="1661377" y="60619"/>
                  <a:pt x="1660904" y="60566"/>
                  <a:pt x="1660482" y="60409"/>
                </a:cubicBezTo>
                <a:cubicBezTo>
                  <a:pt x="1660062" y="60251"/>
                  <a:pt x="1659799" y="60015"/>
                  <a:pt x="1659695" y="59699"/>
                </a:cubicBezTo>
                <a:cubicBezTo>
                  <a:pt x="1658539" y="54129"/>
                  <a:pt x="1656646" y="49846"/>
                  <a:pt x="1654018" y="46851"/>
                </a:cubicBezTo>
                <a:cubicBezTo>
                  <a:pt x="1651391" y="43855"/>
                  <a:pt x="1647188" y="42357"/>
                  <a:pt x="1641408" y="42357"/>
                </a:cubicBezTo>
                <a:cubicBezTo>
                  <a:pt x="1637519" y="42357"/>
                  <a:pt x="1634313" y="43330"/>
                  <a:pt x="1631790" y="45275"/>
                </a:cubicBezTo>
                <a:cubicBezTo>
                  <a:pt x="1629268" y="47219"/>
                  <a:pt x="1628006" y="49820"/>
                  <a:pt x="1628006" y="53079"/>
                </a:cubicBezTo>
                <a:cubicBezTo>
                  <a:pt x="1628006" y="55810"/>
                  <a:pt x="1629057" y="57912"/>
                  <a:pt x="1631158" y="59384"/>
                </a:cubicBezTo>
                <a:cubicBezTo>
                  <a:pt x="1633260" y="60854"/>
                  <a:pt x="1636046" y="62221"/>
                  <a:pt x="1639515" y="63483"/>
                </a:cubicBezTo>
                <a:cubicBezTo>
                  <a:pt x="1640987" y="64009"/>
                  <a:pt x="1642748" y="64666"/>
                  <a:pt x="1644797" y="65455"/>
                </a:cubicBezTo>
                <a:cubicBezTo>
                  <a:pt x="1646847" y="66243"/>
                  <a:pt x="1648502" y="66899"/>
                  <a:pt x="1649762" y="67423"/>
                </a:cubicBezTo>
                <a:cubicBezTo>
                  <a:pt x="1652495" y="68685"/>
                  <a:pt x="1655044" y="70000"/>
                  <a:pt x="1657407" y="71366"/>
                </a:cubicBezTo>
                <a:cubicBezTo>
                  <a:pt x="1659773" y="72732"/>
                  <a:pt x="1661822" y="74335"/>
                  <a:pt x="1663556" y="76175"/>
                </a:cubicBezTo>
                <a:cubicBezTo>
                  <a:pt x="1665291" y="78013"/>
                  <a:pt x="1666658" y="80088"/>
                  <a:pt x="1667655" y="82400"/>
                </a:cubicBezTo>
                <a:cubicBezTo>
                  <a:pt x="1668654" y="84713"/>
                  <a:pt x="1669154" y="87394"/>
                  <a:pt x="1669154" y="90442"/>
                </a:cubicBezTo>
                <a:cubicBezTo>
                  <a:pt x="1669154" y="94436"/>
                  <a:pt x="1668313" y="97772"/>
                  <a:pt x="1666630" y="100452"/>
                </a:cubicBezTo>
                <a:cubicBezTo>
                  <a:pt x="1664950" y="103132"/>
                  <a:pt x="1662795" y="105287"/>
                  <a:pt x="1660167" y="106916"/>
                </a:cubicBezTo>
                <a:cubicBezTo>
                  <a:pt x="1657540" y="108545"/>
                  <a:pt x="1654545" y="109727"/>
                  <a:pt x="1651182" y="110462"/>
                </a:cubicBezTo>
                <a:cubicBezTo>
                  <a:pt x="1647819" y="111198"/>
                  <a:pt x="1644508" y="111566"/>
                  <a:pt x="1641249" y="111566"/>
                </a:cubicBezTo>
                <a:cubicBezTo>
                  <a:pt x="1638516" y="111566"/>
                  <a:pt x="1635468" y="111251"/>
                  <a:pt x="1632105" y="110621"/>
                </a:cubicBezTo>
                <a:cubicBezTo>
                  <a:pt x="1628742" y="109990"/>
                  <a:pt x="1625799" y="109097"/>
                  <a:pt x="1623277" y="107941"/>
                </a:cubicBezTo>
                <a:cubicBezTo>
                  <a:pt x="1622647" y="107731"/>
                  <a:pt x="1621990" y="107836"/>
                  <a:pt x="1621307" y="108256"/>
                </a:cubicBezTo>
                <a:cubicBezTo>
                  <a:pt x="1620623" y="108676"/>
                  <a:pt x="1620177" y="109464"/>
                  <a:pt x="1619967" y="110621"/>
                </a:cubicBezTo>
                <a:cubicBezTo>
                  <a:pt x="1619967" y="110936"/>
                  <a:pt x="1619730" y="111147"/>
                  <a:pt x="1619257" y="111251"/>
                </a:cubicBezTo>
                <a:cubicBezTo>
                  <a:pt x="1618784" y="111357"/>
                  <a:pt x="1618284" y="111410"/>
                  <a:pt x="1617758" y="111410"/>
                </a:cubicBezTo>
                <a:cubicBezTo>
                  <a:pt x="1617338" y="111410"/>
                  <a:pt x="1616918" y="111330"/>
                  <a:pt x="1616498" y="111171"/>
                </a:cubicBezTo>
                <a:cubicBezTo>
                  <a:pt x="1616078" y="111014"/>
                  <a:pt x="1615868" y="110778"/>
                  <a:pt x="1615868" y="110464"/>
                </a:cubicBezTo>
                <a:cubicBezTo>
                  <a:pt x="1615868" y="109622"/>
                  <a:pt x="1615973" y="108466"/>
                  <a:pt x="1616183" y="106995"/>
                </a:cubicBezTo>
                <a:cubicBezTo>
                  <a:pt x="1616393" y="105523"/>
                  <a:pt x="1616498" y="104157"/>
                  <a:pt x="1616498" y="102896"/>
                </a:cubicBezTo>
                <a:cubicBezTo>
                  <a:pt x="1616498" y="101634"/>
                  <a:pt x="1616418" y="100241"/>
                  <a:pt x="1616260" y="98718"/>
                </a:cubicBezTo>
                <a:cubicBezTo>
                  <a:pt x="1616103" y="97194"/>
                  <a:pt x="1615945" y="95697"/>
                  <a:pt x="1615788" y="94226"/>
                </a:cubicBezTo>
                <a:cubicBezTo>
                  <a:pt x="1615631" y="92754"/>
                  <a:pt x="1615500" y="91440"/>
                  <a:pt x="1615394" y="90284"/>
                </a:cubicBezTo>
                <a:cubicBezTo>
                  <a:pt x="1615289" y="89127"/>
                  <a:pt x="1615237" y="88286"/>
                  <a:pt x="1615237" y="87760"/>
                </a:cubicBezTo>
                <a:cubicBezTo>
                  <a:pt x="1615237" y="87340"/>
                  <a:pt x="1615447" y="87025"/>
                  <a:pt x="1615868" y="86815"/>
                </a:cubicBezTo>
                <a:cubicBezTo>
                  <a:pt x="1616288" y="86605"/>
                  <a:pt x="1616760" y="86474"/>
                  <a:pt x="1617284" y="86423"/>
                </a:cubicBezTo>
                <a:cubicBezTo>
                  <a:pt x="1617811" y="86370"/>
                  <a:pt x="1618310" y="86422"/>
                  <a:pt x="1618783" y="86579"/>
                </a:cubicBezTo>
                <a:cubicBezTo>
                  <a:pt x="1619256" y="86736"/>
                  <a:pt x="1619546" y="87025"/>
                  <a:pt x="1619652" y="87445"/>
                </a:cubicBezTo>
                <a:cubicBezTo>
                  <a:pt x="1620386" y="90494"/>
                  <a:pt x="1621331" y="93174"/>
                  <a:pt x="1622488" y="95487"/>
                </a:cubicBezTo>
                <a:cubicBezTo>
                  <a:pt x="1623644" y="97798"/>
                  <a:pt x="1625089" y="99742"/>
                  <a:pt x="1626823" y="101320"/>
                </a:cubicBezTo>
                <a:cubicBezTo>
                  <a:pt x="1628558" y="102897"/>
                  <a:pt x="1630660" y="104080"/>
                  <a:pt x="1633130" y="104869"/>
                </a:cubicBezTo>
                <a:cubicBezTo>
                  <a:pt x="1635600" y="105656"/>
                  <a:pt x="1638569" y="106050"/>
                  <a:pt x="1642038" y="106050"/>
                </a:cubicBezTo>
                <a:cubicBezTo>
                  <a:pt x="1645821" y="106050"/>
                  <a:pt x="1648895" y="104999"/>
                  <a:pt x="1651259" y="102896"/>
                </a:cubicBezTo>
                <a:cubicBezTo>
                  <a:pt x="1653624" y="100794"/>
                  <a:pt x="1654807" y="97851"/>
                  <a:pt x="1654807" y="94068"/>
                </a:cubicBezTo>
                <a:cubicBezTo>
                  <a:pt x="1654807" y="90705"/>
                  <a:pt x="1653624" y="88051"/>
                  <a:pt x="1651259" y="86107"/>
                </a:cubicBezTo>
                <a:cubicBezTo>
                  <a:pt x="1648895" y="84162"/>
                  <a:pt x="1646136" y="82453"/>
                  <a:pt x="1642983" y="80981"/>
                </a:cubicBezTo>
                <a:cubicBezTo>
                  <a:pt x="1641511" y="80351"/>
                  <a:pt x="1640013" y="79721"/>
                  <a:pt x="1638490" y="79090"/>
                </a:cubicBezTo>
                <a:cubicBezTo>
                  <a:pt x="1636966" y="78460"/>
                  <a:pt x="1635416" y="77830"/>
                  <a:pt x="1633840" y="77200"/>
                </a:cubicBezTo>
                <a:cubicBezTo>
                  <a:pt x="1631527" y="76253"/>
                  <a:pt x="1629241" y="75282"/>
                  <a:pt x="1626981" y="74284"/>
                </a:cubicBezTo>
                <a:cubicBezTo>
                  <a:pt x="1624722" y="73285"/>
                  <a:pt x="1622724" y="72049"/>
                  <a:pt x="1620989" y="70577"/>
                </a:cubicBezTo>
                <a:cubicBezTo>
                  <a:pt x="1619255" y="69105"/>
                  <a:pt x="1617863" y="67265"/>
                  <a:pt x="1616813" y="65059"/>
                </a:cubicBezTo>
                <a:cubicBezTo>
                  <a:pt x="1615763" y="62852"/>
                  <a:pt x="1615237" y="60119"/>
                  <a:pt x="1615237" y="56860"/>
                </a:cubicBezTo>
                <a:cubicBezTo>
                  <a:pt x="1615237" y="53077"/>
                  <a:pt x="1616051" y="49872"/>
                  <a:pt x="1617679" y="47245"/>
                </a:cubicBezTo>
                <a:cubicBezTo>
                  <a:pt x="1619308" y="44617"/>
                  <a:pt x="1621410" y="42488"/>
                  <a:pt x="1623984" y="40861"/>
                </a:cubicBezTo>
                <a:cubicBezTo>
                  <a:pt x="1626560" y="39231"/>
                  <a:pt x="1629424" y="38049"/>
                  <a:pt x="1632577" y="37312"/>
                </a:cubicBezTo>
                <a:cubicBezTo>
                  <a:pt x="1635731" y="36576"/>
                  <a:pt x="1638832" y="36208"/>
                  <a:pt x="1641879" y="36208"/>
                </a:cubicBezTo>
                <a:cubicBezTo>
                  <a:pt x="1644822" y="36208"/>
                  <a:pt x="1647423" y="36550"/>
                  <a:pt x="1649683" y="37233"/>
                </a:cubicBezTo>
                <a:cubicBezTo>
                  <a:pt x="1651943" y="37916"/>
                  <a:pt x="1654439" y="39151"/>
                  <a:pt x="1657172" y="40938"/>
                </a:cubicBezTo>
                <a:cubicBezTo>
                  <a:pt x="1657592" y="41148"/>
                  <a:pt x="1658144" y="41122"/>
                  <a:pt x="1658827" y="40861"/>
                </a:cubicBezTo>
                <a:cubicBezTo>
                  <a:pt x="1659510" y="40598"/>
                  <a:pt x="1660062" y="39730"/>
                  <a:pt x="1660482" y="38258"/>
                </a:cubicBezTo>
                <a:cubicBezTo>
                  <a:pt x="1660588" y="37838"/>
                  <a:pt x="1660903" y="37575"/>
                  <a:pt x="1661427" y="37471"/>
                </a:cubicBezTo>
                <a:cubicBezTo>
                  <a:pt x="1661953" y="37365"/>
                  <a:pt x="1662479" y="37339"/>
                  <a:pt x="1663005" y="37392"/>
                </a:cubicBezTo>
                <a:cubicBezTo>
                  <a:pt x="1663531" y="37443"/>
                  <a:pt x="1664004" y="37575"/>
                  <a:pt x="1664425" y="37786"/>
                </a:cubicBezTo>
                <a:cubicBezTo>
                  <a:pt x="1664845" y="37996"/>
                  <a:pt x="1665002" y="38259"/>
                  <a:pt x="1664896" y="38573"/>
                </a:cubicBezTo>
                <a:close/>
                <a:moveTo>
                  <a:pt x="1756831" y="71366"/>
                </a:moveTo>
                <a:cubicBezTo>
                  <a:pt x="1756831" y="75359"/>
                  <a:pt x="1757304" y="79169"/>
                  <a:pt x="1758251" y="82795"/>
                </a:cubicBezTo>
                <a:cubicBezTo>
                  <a:pt x="1759197" y="86421"/>
                  <a:pt x="1760642" y="89627"/>
                  <a:pt x="1762585" y="92413"/>
                </a:cubicBezTo>
                <a:cubicBezTo>
                  <a:pt x="1764531" y="95197"/>
                  <a:pt x="1767027" y="97403"/>
                  <a:pt x="1770074" y="99033"/>
                </a:cubicBezTo>
                <a:cubicBezTo>
                  <a:pt x="1773123" y="100662"/>
                  <a:pt x="1776802" y="101477"/>
                  <a:pt x="1781111" y="101477"/>
                </a:cubicBezTo>
                <a:cubicBezTo>
                  <a:pt x="1784788" y="101477"/>
                  <a:pt x="1788387" y="101188"/>
                  <a:pt x="1791907" y="100611"/>
                </a:cubicBezTo>
                <a:cubicBezTo>
                  <a:pt x="1795429" y="100032"/>
                  <a:pt x="1798399" y="98691"/>
                  <a:pt x="1800818" y="96589"/>
                </a:cubicBezTo>
                <a:cubicBezTo>
                  <a:pt x="1801238" y="96168"/>
                  <a:pt x="1801710" y="96038"/>
                  <a:pt x="1802234" y="96197"/>
                </a:cubicBezTo>
                <a:cubicBezTo>
                  <a:pt x="1802760" y="96354"/>
                  <a:pt x="1803234" y="96617"/>
                  <a:pt x="1803654" y="96986"/>
                </a:cubicBezTo>
                <a:cubicBezTo>
                  <a:pt x="1804074" y="97353"/>
                  <a:pt x="1804363" y="97799"/>
                  <a:pt x="1804520" y="98326"/>
                </a:cubicBezTo>
                <a:cubicBezTo>
                  <a:pt x="1804679" y="98850"/>
                  <a:pt x="1804600" y="99322"/>
                  <a:pt x="1804284" y="99742"/>
                </a:cubicBezTo>
                <a:cubicBezTo>
                  <a:pt x="1800817" y="104368"/>
                  <a:pt x="1796771" y="107495"/>
                  <a:pt x="1792145" y="109124"/>
                </a:cubicBezTo>
                <a:cubicBezTo>
                  <a:pt x="1787522" y="110752"/>
                  <a:pt x="1782056" y="111566"/>
                  <a:pt x="1775749" y="111566"/>
                </a:cubicBezTo>
                <a:cubicBezTo>
                  <a:pt x="1771545" y="111566"/>
                  <a:pt x="1767341" y="110936"/>
                  <a:pt x="1763136" y="109675"/>
                </a:cubicBezTo>
                <a:cubicBezTo>
                  <a:pt x="1758933" y="108413"/>
                  <a:pt x="1755123" y="106310"/>
                  <a:pt x="1751707" y="103368"/>
                </a:cubicBezTo>
                <a:cubicBezTo>
                  <a:pt x="1748291" y="100425"/>
                  <a:pt x="1745532" y="96510"/>
                  <a:pt x="1743430" y="91624"/>
                </a:cubicBezTo>
                <a:cubicBezTo>
                  <a:pt x="1741329" y="86737"/>
                  <a:pt x="1740278" y="80668"/>
                  <a:pt x="1740278" y="73416"/>
                </a:cubicBezTo>
                <a:cubicBezTo>
                  <a:pt x="1740278" y="68264"/>
                  <a:pt x="1741145" y="63403"/>
                  <a:pt x="1742879" y="58833"/>
                </a:cubicBezTo>
                <a:cubicBezTo>
                  <a:pt x="1744612" y="54261"/>
                  <a:pt x="1747134" y="50319"/>
                  <a:pt x="1750444" y="47009"/>
                </a:cubicBezTo>
                <a:cubicBezTo>
                  <a:pt x="1753756" y="43698"/>
                  <a:pt x="1757830" y="41070"/>
                  <a:pt x="1762665" y="39126"/>
                </a:cubicBezTo>
                <a:cubicBezTo>
                  <a:pt x="1767500" y="37181"/>
                  <a:pt x="1773071" y="36208"/>
                  <a:pt x="1779376" y="36208"/>
                </a:cubicBezTo>
                <a:cubicBezTo>
                  <a:pt x="1782424" y="36208"/>
                  <a:pt x="1785392" y="36576"/>
                  <a:pt x="1788282" y="37312"/>
                </a:cubicBezTo>
                <a:cubicBezTo>
                  <a:pt x="1791174" y="38049"/>
                  <a:pt x="1793749" y="39126"/>
                  <a:pt x="1796009" y="40546"/>
                </a:cubicBezTo>
                <a:cubicBezTo>
                  <a:pt x="1798268" y="41963"/>
                  <a:pt x="1800081" y="43723"/>
                  <a:pt x="1801448" y="45826"/>
                </a:cubicBezTo>
                <a:cubicBezTo>
                  <a:pt x="1802814" y="47928"/>
                  <a:pt x="1803497" y="50293"/>
                  <a:pt x="1803497" y="52920"/>
                </a:cubicBezTo>
                <a:cubicBezTo>
                  <a:pt x="1803497" y="54812"/>
                  <a:pt x="1802866" y="56600"/>
                  <a:pt x="1801604" y="58282"/>
                </a:cubicBezTo>
                <a:cubicBezTo>
                  <a:pt x="1800344" y="59963"/>
                  <a:pt x="1798347" y="60803"/>
                  <a:pt x="1795614" y="60803"/>
                </a:cubicBezTo>
                <a:cubicBezTo>
                  <a:pt x="1793408" y="60803"/>
                  <a:pt x="1791595" y="60225"/>
                  <a:pt x="1790175" y="59069"/>
                </a:cubicBezTo>
                <a:cubicBezTo>
                  <a:pt x="1788756" y="57912"/>
                  <a:pt x="1788046" y="56231"/>
                  <a:pt x="1788046" y="54024"/>
                </a:cubicBezTo>
                <a:cubicBezTo>
                  <a:pt x="1788046" y="52552"/>
                  <a:pt x="1788440" y="51343"/>
                  <a:pt x="1789227" y="50399"/>
                </a:cubicBezTo>
                <a:cubicBezTo>
                  <a:pt x="1790016" y="49453"/>
                  <a:pt x="1790411" y="48559"/>
                  <a:pt x="1790411" y="47717"/>
                </a:cubicBezTo>
                <a:cubicBezTo>
                  <a:pt x="1790411" y="45826"/>
                  <a:pt x="1789150" y="44381"/>
                  <a:pt x="1786627" y="43382"/>
                </a:cubicBezTo>
                <a:cubicBezTo>
                  <a:pt x="1784104" y="42383"/>
                  <a:pt x="1781319" y="41883"/>
                  <a:pt x="1778272" y="41883"/>
                </a:cubicBezTo>
                <a:cubicBezTo>
                  <a:pt x="1774279" y="41883"/>
                  <a:pt x="1770942" y="42724"/>
                  <a:pt x="1768260" y="44406"/>
                </a:cubicBezTo>
                <a:cubicBezTo>
                  <a:pt x="1765580" y="46089"/>
                  <a:pt x="1763374" y="48323"/>
                  <a:pt x="1761640" y="51108"/>
                </a:cubicBezTo>
                <a:cubicBezTo>
                  <a:pt x="1759906" y="53893"/>
                  <a:pt x="1758672" y="57045"/>
                  <a:pt x="1757935" y="60567"/>
                </a:cubicBezTo>
                <a:cubicBezTo>
                  <a:pt x="1757199" y="64087"/>
                  <a:pt x="1756831" y="67687"/>
                  <a:pt x="1756831" y="71366"/>
                </a:cubicBezTo>
                <a:close/>
                <a:moveTo>
                  <a:pt x="1855600" y="77356"/>
                </a:moveTo>
                <a:cubicBezTo>
                  <a:pt x="1855600" y="76200"/>
                  <a:pt x="1855547" y="75490"/>
                  <a:pt x="1855441" y="75227"/>
                </a:cubicBezTo>
                <a:cubicBezTo>
                  <a:pt x="1855337" y="74964"/>
                  <a:pt x="1855075" y="74832"/>
                  <a:pt x="1854655" y="74832"/>
                </a:cubicBezTo>
                <a:cubicBezTo>
                  <a:pt x="1846036" y="75569"/>
                  <a:pt x="1839651" y="77382"/>
                  <a:pt x="1835499" y="80274"/>
                </a:cubicBezTo>
                <a:cubicBezTo>
                  <a:pt x="1831349" y="83164"/>
                  <a:pt x="1829273" y="86868"/>
                  <a:pt x="1829273" y="91388"/>
                </a:cubicBezTo>
                <a:cubicBezTo>
                  <a:pt x="1829273" y="94541"/>
                  <a:pt x="1830062" y="97195"/>
                  <a:pt x="1831638" y="99350"/>
                </a:cubicBezTo>
                <a:cubicBezTo>
                  <a:pt x="1833215" y="101504"/>
                  <a:pt x="1835842" y="102581"/>
                  <a:pt x="1839521" y="102581"/>
                </a:cubicBezTo>
                <a:cubicBezTo>
                  <a:pt x="1841938" y="102581"/>
                  <a:pt x="1844486" y="102108"/>
                  <a:pt x="1847166" y="101162"/>
                </a:cubicBezTo>
                <a:cubicBezTo>
                  <a:pt x="1849846" y="100216"/>
                  <a:pt x="1852237" y="98849"/>
                  <a:pt x="1854340" y="97063"/>
                </a:cubicBezTo>
                <a:cubicBezTo>
                  <a:pt x="1855180" y="96222"/>
                  <a:pt x="1855600" y="95381"/>
                  <a:pt x="1855600" y="94539"/>
                </a:cubicBezTo>
                <a:lnTo>
                  <a:pt x="1855600" y="77356"/>
                </a:lnTo>
                <a:moveTo>
                  <a:pt x="1870421" y="92963"/>
                </a:moveTo>
                <a:cubicBezTo>
                  <a:pt x="1870421" y="96642"/>
                  <a:pt x="1870763" y="99218"/>
                  <a:pt x="1871446" y="100690"/>
                </a:cubicBezTo>
                <a:cubicBezTo>
                  <a:pt x="1872129" y="102161"/>
                  <a:pt x="1873469" y="102896"/>
                  <a:pt x="1875466" y="102896"/>
                </a:cubicBezTo>
                <a:cubicBezTo>
                  <a:pt x="1876622" y="102896"/>
                  <a:pt x="1877567" y="102765"/>
                  <a:pt x="1878302" y="102502"/>
                </a:cubicBezTo>
                <a:cubicBezTo>
                  <a:pt x="1879038" y="102239"/>
                  <a:pt x="1880089" y="101687"/>
                  <a:pt x="1881456" y="100847"/>
                </a:cubicBezTo>
                <a:cubicBezTo>
                  <a:pt x="1881771" y="100636"/>
                  <a:pt x="1882113" y="100636"/>
                  <a:pt x="1882480" y="100847"/>
                </a:cubicBezTo>
                <a:cubicBezTo>
                  <a:pt x="1882849" y="101057"/>
                  <a:pt x="1883164" y="101346"/>
                  <a:pt x="1883426" y="101715"/>
                </a:cubicBezTo>
                <a:cubicBezTo>
                  <a:pt x="1883689" y="102082"/>
                  <a:pt x="1883872" y="102502"/>
                  <a:pt x="1883977" y="102976"/>
                </a:cubicBezTo>
                <a:cubicBezTo>
                  <a:pt x="1884082" y="103449"/>
                  <a:pt x="1883978" y="103842"/>
                  <a:pt x="1883664" y="104157"/>
                </a:cubicBezTo>
                <a:cubicBezTo>
                  <a:pt x="1879565" y="109096"/>
                  <a:pt x="1874730" y="111566"/>
                  <a:pt x="1869158" y="111566"/>
                </a:cubicBezTo>
                <a:cubicBezTo>
                  <a:pt x="1866111" y="111566"/>
                  <a:pt x="1863510" y="110752"/>
                  <a:pt x="1861354" y="109124"/>
                </a:cubicBezTo>
                <a:cubicBezTo>
                  <a:pt x="1859201" y="107495"/>
                  <a:pt x="1857598" y="105576"/>
                  <a:pt x="1856548" y="103368"/>
                </a:cubicBezTo>
                <a:cubicBezTo>
                  <a:pt x="1856336" y="102843"/>
                  <a:pt x="1856020" y="102791"/>
                  <a:pt x="1855600" y="103211"/>
                </a:cubicBezTo>
                <a:cubicBezTo>
                  <a:pt x="1852867" y="105628"/>
                  <a:pt x="1849688" y="107625"/>
                  <a:pt x="1846062" y="109201"/>
                </a:cubicBezTo>
                <a:cubicBezTo>
                  <a:pt x="1842436" y="110778"/>
                  <a:pt x="1837891" y="111566"/>
                  <a:pt x="1832427" y="111566"/>
                </a:cubicBezTo>
                <a:cubicBezTo>
                  <a:pt x="1826436" y="111566"/>
                  <a:pt x="1821810" y="109964"/>
                  <a:pt x="1818552" y="106760"/>
                </a:cubicBezTo>
                <a:cubicBezTo>
                  <a:pt x="1815294" y="103554"/>
                  <a:pt x="1813666" y="99008"/>
                  <a:pt x="1813666" y="93122"/>
                </a:cubicBezTo>
                <a:cubicBezTo>
                  <a:pt x="1813666" y="85554"/>
                  <a:pt x="1817187" y="79747"/>
                  <a:pt x="1824229" y="75701"/>
                </a:cubicBezTo>
                <a:cubicBezTo>
                  <a:pt x="1831271" y="71655"/>
                  <a:pt x="1841518" y="69632"/>
                  <a:pt x="1854970" y="69632"/>
                </a:cubicBezTo>
                <a:cubicBezTo>
                  <a:pt x="1855180" y="69632"/>
                  <a:pt x="1855337" y="69369"/>
                  <a:pt x="1855441" y="68843"/>
                </a:cubicBezTo>
                <a:cubicBezTo>
                  <a:pt x="1855547" y="68317"/>
                  <a:pt x="1855600" y="67108"/>
                  <a:pt x="1855600" y="65217"/>
                </a:cubicBezTo>
                <a:lnTo>
                  <a:pt x="1855600" y="60959"/>
                </a:lnTo>
                <a:cubicBezTo>
                  <a:pt x="1855600" y="58332"/>
                  <a:pt x="1855390" y="55863"/>
                  <a:pt x="1854970" y="53550"/>
                </a:cubicBezTo>
                <a:cubicBezTo>
                  <a:pt x="1854550" y="51238"/>
                  <a:pt x="1853840" y="49214"/>
                  <a:pt x="1852841" y="47481"/>
                </a:cubicBezTo>
                <a:cubicBezTo>
                  <a:pt x="1851843" y="45747"/>
                  <a:pt x="1850451" y="44381"/>
                  <a:pt x="1848665" y="43382"/>
                </a:cubicBezTo>
                <a:cubicBezTo>
                  <a:pt x="1846878" y="42383"/>
                  <a:pt x="1844671" y="41883"/>
                  <a:pt x="1842042" y="41883"/>
                </a:cubicBezTo>
                <a:cubicBezTo>
                  <a:pt x="1838153" y="41883"/>
                  <a:pt x="1835000" y="42646"/>
                  <a:pt x="1832583" y="44171"/>
                </a:cubicBezTo>
                <a:cubicBezTo>
                  <a:pt x="1830167" y="45694"/>
                  <a:pt x="1828958" y="47664"/>
                  <a:pt x="1828958" y="50081"/>
                </a:cubicBezTo>
                <a:cubicBezTo>
                  <a:pt x="1828958" y="51238"/>
                  <a:pt x="1829325" y="52367"/>
                  <a:pt x="1830060" y="53471"/>
                </a:cubicBezTo>
                <a:cubicBezTo>
                  <a:pt x="1830796" y="54574"/>
                  <a:pt x="1831164" y="55704"/>
                  <a:pt x="1831164" y="56860"/>
                </a:cubicBezTo>
                <a:cubicBezTo>
                  <a:pt x="1831164" y="58332"/>
                  <a:pt x="1830428" y="59752"/>
                  <a:pt x="1828956" y="61118"/>
                </a:cubicBezTo>
                <a:cubicBezTo>
                  <a:pt x="1827485" y="62485"/>
                  <a:pt x="1825699" y="63168"/>
                  <a:pt x="1823599" y="63168"/>
                </a:cubicBezTo>
                <a:cubicBezTo>
                  <a:pt x="1820760" y="63168"/>
                  <a:pt x="1818736" y="62406"/>
                  <a:pt x="1817527" y="60882"/>
                </a:cubicBezTo>
                <a:cubicBezTo>
                  <a:pt x="1816319" y="59357"/>
                  <a:pt x="1815715" y="57491"/>
                  <a:pt x="1815715" y="55285"/>
                </a:cubicBezTo>
                <a:cubicBezTo>
                  <a:pt x="1815715" y="52658"/>
                  <a:pt x="1816451" y="50161"/>
                  <a:pt x="1817921" y="47796"/>
                </a:cubicBezTo>
                <a:cubicBezTo>
                  <a:pt x="1819394" y="45430"/>
                  <a:pt x="1821390" y="43407"/>
                  <a:pt x="1823911" y="41727"/>
                </a:cubicBezTo>
                <a:cubicBezTo>
                  <a:pt x="1826434" y="40044"/>
                  <a:pt x="1829377" y="38704"/>
                  <a:pt x="1832740" y="37707"/>
                </a:cubicBezTo>
                <a:cubicBezTo>
                  <a:pt x="1836104" y="36708"/>
                  <a:pt x="1839626" y="36208"/>
                  <a:pt x="1843305" y="36208"/>
                </a:cubicBezTo>
                <a:cubicBezTo>
                  <a:pt x="1851712" y="36208"/>
                  <a:pt x="1858333" y="38153"/>
                  <a:pt x="1863168" y="42042"/>
                </a:cubicBezTo>
                <a:cubicBezTo>
                  <a:pt x="1868003" y="45931"/>
                  <a:pt x="1870421" y="52395"/>
                  <a:pt x="1870421" y="61433"/>
                </a:cubicBezTo>
                <a:lnTo>
                  <a:pt x="1870421" y="92963"/>
                </a:lnTo>
                <a:close/>
                <a:moveTo>
                  <a:pt x="1914957" y="90914"/>
                </a:moveTo>
                <a:cubicBezTo>
                  <a:pt x="1914957" y="93542"/>
                  <a:pt x="1915036" y="95750"/>
                  <a:pt x="1915193" y="97536"/>
                </a:cubicBezTo>
                <a:cubicBezTo>
                  <a:pt x="1915352" y="99323"/>
                  <a:pt x="1915904" y="100794"/>
                  <a:pt x="1916848" y="101951"/>
                </a:cubicBezTo>
                <a:cubicBezTo>
                  <a:pt x="1917794" y="103107"/>
                  <a:pt x="1919266" y="104000"/>
                  <a:pt x="1921262" y="104631"/>
                </a:cubicBezTo>
                <a:cubicBezTo>
                  <a:pt x="1923261" y="105261"/>
                  <a:pt x="1926151" y="105734"/>
                  <a:pt x="1929935" y="106050"/>
                </a:cubicBezTo>
                <a:cubicBezTo>
                  <a:pt x="1930565" y="106154"/>
                  <a:pt x="1931037" y="106443"/>
                  <a:pt x="1931352" y="106916"/>
                </a:cubicBezTo>
                <a:cubicBezTo>
                  <a:pt x="1931667" y="107389"/>
                  <a:pt x="1931825" y="107941"/>
                  <a:pt x="1931825" y="108571"/>
                </a:cubicBezTo>
                <a:cubicBezTo>
                  <a:pt x="1931825" y="109097"/>
                  <a:pt x="1931667" y="109597"/>
                  <a:pt x="1931352" y="110070"/>
                </a:cubicBezTo>
                <a:cubicBezTo>
                  <a:pt x="1931037" y="110543"/>
                  <a:pt x="1930565" y="110779"/>
                  <a:pt x="1929935" y="110779"/>
                </a:cubicBezTo>
                <a:cubicBezTo>
                  <a:pt x="1925415" y="110779"/>
                  <a:pt x="1921421" y="110595"/>
                  <a:pt x="1917952" y="110226"/>
                </a:cubicBezTo>
                <a:cubicBezTo>
                  <a:pt x="1914484" y="109859"/>
                  <a:pt x="1911173" y="109675"/>
                  <a:pt x="1908020" y="109675"/>
                </a:cubicBezTo>
                <a:cubicBezTo>
                  <a:pt x="1904657" y="109675"/>
                  <a:pt x="1901319" y="109859"/>
                  <a:pt x="1898008" y="110226"/>
                </a:cubicBezTo>
                <a:cubicBezTo>
                  <a:pt x="1894697" y="110595"/>
                  <a:pt x="1891361" y="110779"/>
                  <a:pt x="1887998" y="110779"/>
                </a:cubicBezTo>
                <a:cubicBezTo>
                  <a:pt x="1887473" y="110779"/>
                  <a:pt x="1887053" y="110543"/>
                  <a:pt x="1886737" y="110070"/>
                </a:cubicBezTo>
                <a:cubicBezTo>
                  <a:pt x="1886421" y="109597"/>
                  <a:pt x="1886263" y="109097"/>
                  <a:pt x="1886263" y="108571"/>
                </a:cubicBezTo>
                <a:cubicBezTo>
                  <a:pt x="1886263" y="107941"/>
                  <a:pt x="1886421" y="107389"/>
                  <a:pt x="1886737" y="106916"/>
                </a:cubicBezTo>
                <a:cubicBezTo>
                  <a:pt x="1887053" y="106443"/>
                  <a:pt x="1887526" y="106154"/>
                  <a:pt x="1888157" y="106050"/>
                </a:cubicBezTo>
                <a:cubicBezTo>
                  <a:pt x="1891100" y="105734"/>
                  <a:pt x="1893385" y="105261"/>
                  <a:pt x="1895013" y="104631"/>
                </a:cubicBezTo>
                <a:cubicBezTo>
                  <a:pt x="1896642" y="104000"/>
                  <a:pt x="1897825" y="103133"/>
                  <a:pt x="1898561" y="102030"/>
                </a:cubicBezTo>
                <a:cubicBezTo>
                  <a:pt x="1899297" y="100925"/>
                  <a:pt x="1899744" y="99559"/>
                  <a:pt x="1899901" y="97931"/>
                </a:cubicBezTo>
                <a:cubicBezTo>
                  <a:pt x="1900060" y="96302"/>
                  <a:pt x="1900139" y="94278"/>
                  <a:pt x="1900139" y="91859"/>
                </a:cubicBezTo>
                <a:lnTo>
                  <a:pt x="1900139" y="68843"/>
                </a:lnTo>
                <a:cubicBezTo>
                  <a:pt x="1900139" y="63693"/>
                  <a:pt x="1900033" y="59620"/>
                  <a:pt x="1899821" y="56625"/>
                </a:cubicBezTo>
                <a:cubicBezTo>
                  <a:pt x="1899611" y="53629"/>
                  <a:pt x="1899112" y="51317"/>
                  <a:pt x="1898323" y="49689"/>
                </a:cubicBezTo>
                <a:cubicBezTo>
                  <a:pt x="1897535" y="48060"/>
                  <a:pt x="1896300" y="46982"/>
                  <a:pt x="1894618" y="46456"/>
                </a:cubicBezTo>
                <a:cubicBezTo>
                  <a:pt x="1892937" y="45930"/>
                  <a:pt x="1890626" y="45562"/>
                  <a:pt x="1887683" y="45352"/>
                </a:cubicBezTo>
                <a:cubicBezTo>
                  <a:pt x="1887158" y="45352"/>
                  <a:pt x="1886765" y="45090"/>
                  <a:pt x="1886502" y="44565"/>
                </a:cubicBezTo>
                <a:cubicBezTo>
                  <a:pt x="1886239" y="44039"/>
                  <a:pt x="1886107" y="43513"/>
                  <a:pt x="1886107" y="42987"/>
                </a:cubicBezTo>
                <a:cubicBezTo>
                  <a:pt x="1886107" y="42463"/>
                  <a:pt x="1886239" y="41938"/>
                  <a:pt x="1886502" y="41412"/>
                </a:cubicBezTo>
                <a:cubicBezTo>
                  <a:pt x="1886765" y="40886"/>
                  <a:pt x="1887211" y="40622"/>
                  <a:pt x="1887842" y="40622"/>
                </a:cubicBezTo>
                <a:cubicBezTo>
                  <a:pt x="1889944" y="40412"/>
                  <a:pt x="1892860" y="40176"/>
                  <a:pt x="1896591" y="39913"/>
                </a:cubicBezTo>
                <a:cubicBezTo>
                  <a:pt x="1900323" y="39650"/>
                  <a:pt x="1904132" y="38993"/>
                  <a:pt x="1908020" y="37943"/>
                </a:cubicBezTo>
                <a:cubicBezTo>
                  <a:pt x="1909492" y="37522"/>
                  <a:pt x="1910701" y="37470"/>
                  <a:pt x="1911647" y="37786"/>
                </a:cubicBezTo>
                <a:cubicBezTo>
                  <a:pt x="1912594" y="38101"/>
                  <a:pt x="1913014" y="38994"/>
                  <a:pt x="1912908" y="40466"/>
                </a:cubicBezTo>
                <a:lnTo>
                  <a:pt x="1912593" y="50555"/>
                </a:lnTo>
                <a:cubicBezTo>
                  <a:pt x="1912593" y="50765"/>
                  <a:pt x="1912645" y="50897"/>
                  <a:pt x="1912749" y="50950"/>
                </a:cubicBezTo>
                <a:cubicBezTo>
                  <a:pt x="1912855" y="51003"/>
                  <a:pt x="1913013" y="50923"/>
                  <a:pt x="1913223" y="50712"/>
                </a:cubicBezTo>
                <a:cubicBezTo>
                  <a:pt x="1915430" y="46298"/>
                  <a:pt x="1918136" y="42778"/>
                  <a:pt x="1921342" y="40151"/>
                </a:cubicBezTo>
                <a:cubicBezTo>
                  <a:pt x="1924548" y="37522"/>
                  <a:pt x="1928830" y="36208"/>
                  <a:pt x="1934190" y="36208"/>
                </a:cubicBezTo>
                <a:cubicBezTo>
                  <a:pt x="1938605" y="36208"/>
                  <a:pt x="1941863" y="37338"/>
                  <a:pt x="1943964" y="39598"/>
                </a:cubicBezTo>
                <a:cubicBezTo>
                  <a:pt x="1946067" y="41857"/>
                  <a:pt x="1947118" y="44617"/>
                  <a:pt x="1947118" y="47875"/>
                </a:cubicBezTo>
                <a:cubicBezTo>
                  <a:pt x="1947118" y="49662"/>
                  <a:pt x="1946435" y="51291"/>
                  <a:pt x="1945068" y="52764"/>
                </a:cubicBezTo>
                <a:cubicBezTo>
                  <a:pt x="1943702" y="54234"/>
                  <a:pt x="1941758" y="54969"/>
                  <a:pt x="1939237" y="54969"/>
                </a:cubicBezTo>
                <a:cubicBezTo>
                  <a:pt x="1936819" y="54969"/>
                  <a:pt x="1935136" y="54391"/>
                  <a:pt x="1934190" y="53235"/>
                </a:cubicBezTo>
                <a:cubicBezTo>
                  <a:pt x="1933246" y="52079"/>
                  <a:pt x="1932773" y="50817"/>
                  <a:pt x="1932773" y="49451"/>
                </a:cubicBezTo>
                <a:cubicBezTo>
                  <a:pt x="1932773" y="47980"/>
                  <a:pt x="1932484" y="46825"/>
                  <a:pt x="1931905" y="45985"/>
                </a:cubicBezTo>
                <a:cubicBezTo>
                  <a:pt x="1931327" y="45143"/>
                  <a:pt x="1930093" y="44722"/>
                  <a:pt x="1928200" y="44722"/>
                </a:cubicBezTo>
                <a:cubicBezTo>
                  <a:pt x="1926204" y="44722"/>
                  <a:pt x="1924391" y="45378"/>
                  <a:pt x="1922761" y="46692"/>
                </a:cubicBezTo>
                <a:cubicBezTo>
                  <a:pt x="1921132" y="48005"/>
                  <a:pt x="1919739" y="49556"/>
                  <a:pt x="1918583" y="51344"/>
                </a:cubicBezTo>
                <a:cubicBezTo>
                  <a:pt x="1917426" y="53131"/>
                  <a:pt x="1916533" y="54970"/>
                  <a:pt x="1915903" y="56863"/>
                </a:cubicBezTo>
                <a:cubicBezTo>
                  <a:pt x="1915273" y="58753"/>
                  <a:pt x="1914957" y="60224"/>
                  <a:pt x="1914957" y="61275"/>
                </a:cubicBezTo>
                <a:lnTo>
                  <a:pt x="1914957" y="90914"/>
                </a:lnTo>
                <a:close/>
                <a:moveTo>
                  <a:pt x="2056001" y="77356"/>
                </a:moveTo>
                <a:cubicBezTo>
                  <a:pt x="2056001" y="76200"/>
                  <a:pt x="2055948" y="75490"/>
                  <a:pt x="2055842" y="75227"/>
                </a:cubicBezTo>
                <a:cubicBezTo>
                  <a:pt x="2055738" y="74964"/>
                  <a:pt x="2055476" y="74832"/>
                  <a:pt x="2055056" y="74832"/>
                </a:cubicBezTo>
                <a:cubicBezTo>
                  <a:pt x="2046437" y="75569"/>
                  <a:pt x="2040052" y="77382"/>
                  <a:pt x="2035900" y="80274"/>
                </a:cubicBezTo>
                <a:cubicBezTo>
                  <a:pt x="2031749" y="83164"/>
                  <a:pt x="2029674" y="86868"/>
                  <a:pt x="2029674" y="91388"/>
                </a:cubicBezTo>
                <a:cubicBezTo>
                  <a:pt x="2029674" y="94541"/>
                  <a:pt x="2030462" y="97195"/>
                  <a:pt x="2032039" y="99350"/>
                </a:cubicBezTo>
                <a:cubicBezTo>
                  <a:pt x="2033615" y="101504"/>
                  <a:pt x="2036243" y="102581"/>
                  <a:pt x="2039922" y="102581"/>
                </a:cubicBezTo>
                <a:cubicBezTo>
                  <a:pt x="2042339" y="102581"/>
                  <a:pt x="2044887" y="102108"/>
                  <a:pt x="2047567" y="101162"/>
                </a:cubicBezTo>
                <a:cubicBezTo>
                  <a:pt x="2050247" y="100216"/>
                  <a:pt x="2052638" y="98849"/>
                  <a:pt x="2054740" y="97063"/>
                </a:cubicBezTo>
                <a:cubicBezTo>
                  <a:pt x="2055581" y="96222"/>
                  <a:pt x="2056001" y="95381"/>
                  <a:pt x="2056001" y="94539"/>
                </a:cubicBezTo>
                <a:lnTo>
                  <a:pt x="2056001" y="77356"/>
                </a:lnTo>
                <a:moveTo>
                  <a:pt x="2070822" y="92963"/>
                </a:moveTo>
                <a:cubicBezTo>
                  <a:pt x="2070822" y="96642"/>
                  <a:pt x="2071163" y="99218"/>
                  <a:pt x="2071847" y="100690"/>
                </a:cubicBezTo>
                <a:cubicBezTo>
                  <a:pt x="2072530" y="102161"/>
                  <a:pt x="2073870" y="102896"/>
                  <a:pt x="2075866" y="102896"/>
                </a:cubicBezTo>
                <a:cubicBezTo>
                  <a:pt x="2077023" y="102896"/>
                  <a:pt x="2077968" y="102765"/>
                  <a:pt x="2078703" y="102502"/>
                </a:cubicBezTo>
                <a:cubicBezTo>
                  <a:pt x="2079439" y="102239"/>
                  <a:pt x="2080490" y="101687"/>
                  <a:pt x="2081856" y="100847"/>
                </a:cubicBezTo>
                <a:cubicBezTo>
                  <a:pt x="2082172" y="100636"/>
                  <a:pt x="2082514" y="100636"/>
                  <a:pt x="2082881" y="100847"/>
                </a:cubicBezTo>
                <a:cubicBezTo>
                  <a:pt x="2083250" y="101057"/>
                  <a:pt x="2083565" y="101346"/>
                  <a:pt x="2083826" y="101715"/>
                </a:cubicBezTo>
                <a:cubicBezTo>
                  <a:pt x="2084090" y="102082"/>
                  <a:pt x="2084273" y="102502"/>
                  <a:pt x="2084377" y="102976"/>
                </a:cubicBezTo>
                <a:cubicBezTo>
                  <a:pt x="2084483" y="103449"/>
                  <a:pt x="2084379" y="103842"/>
                  <a:pt x="2084065" y="104157"/>
                </a:cubicBezTo>
                <a:cubicBezTo>
                  <a:pt x="2079966" y="109096"/>
                  <a:pt x="2075130" y="111566"/>
                  <a:pt x="2069559" y="111566"/>
                </a:cubicBezTo>
                <a:cubicBezTo>
                  <a:pt x="2066512" y="111566"/>
                  <a:pt x="2063911" y="110752"/>
                  <a:pt x="2061755" y="109124"/>
                </a:cubicBezTo>
                <a:cubicBezTo>
                  <a:pt x="2059601" y="107495"/>
                  <a:pt x="2057999" y="105576"/>
                  <a:pt x="2056949" y="103368"/>
                </a:cubicBezTo>
                <a:cubicBezTo>
                  <a:pt x="2056737" y="102843"/>
                  <a:pt x="2056421" y="102791"/>
                  <a:pt x="2056001" y="103211"/>
                </a:cubicBezTo>
                <a:cubicBezTo>
                  <a:pt x="2053268" y="105628"/>
                  <a:pt x="2050089" y="107625"/>
                  <a:pt x="2046463" y="109201"/>
                </a:cubicBezTo>
                <a:cubicBezTo>
                  <a:pt x="2042837" y="110778"/>
                  <a:pt x="2038292" y="111566"/>
                  <a:pt x="2032828" y="111566"/>
                </a:cubicBezTo>
                <a:cubicBezTo>
                  <a:pt x="2026836" y="111566"/>
                  <a:pt x="2022211" y="109964"/>
                  <a:pt x="2018952" y="106760"/>
                </a:cubicBezTo>
                <a:cubicBezTo>
                  <a:pt x="2015695" y="103554"/>
                  <a:pt x="2014067" y="99008"/>
                  <a:pt x="2014067" y="93122"/>
                </a:cubicBezTo>
                <a:cubicBezTo>
                  <a:pt x="2014067" y="85554"/>
                  <a:pt x="2017588" y="79747"/>
                  <a:pt x="2024630" y="75701"/>
                </a:cubicBezTo>
                <a:cubicBezTo>
                  <a:pt x="2031672" y="71655"/>
                  <a:pt x="2041919" y="69632"/>
                  <a:pt x="2055371" y="69632"/>
                </a:cubicBezTo>
                <a:cubicBezTo>
                  <a:pt x="2055581" y="69632"/>
                  <a:pt x="2055738" y="69369"/>
                  <a:pt x="2055842" y="68843"/>
                </a:cubicBezTo>
                <a:cubicBezTo>
                  <a:pt x="2055948" y="68317"/>
                  <a:pt x="2056001" y="67108"/>
                  <a:pt x="2056001" y="65217"/>
                </a:cubicBezTo>
                <a:lnTo>
                  <a:pt x="2056001" y="60959"/>
                </a:lnTo>
                <a:cubicBezTo>
                  <a:pt x="2056001" y="58332"/>
                  <a:pt x="2055791" y="55863"/>
                  <a:pt x="2055371" y="53550"/>
                </a:cubicBezTo>
                <a:cubicBezTo>
                  <a:pt x="2054951" y="51238"/>
                  <a:pt x="2054241" y="49214"/>
                  <a:pt x="2053242" y="47481"/>
                </a:cubicBezTo>
                <a:cubicBezTo>
                  <a:pt x="2052244" y="45747"/>
                  <a:pt x="2050852" y="44381"/>
                  <a:pt x="2049066" y="43382"/>
                </a:cubicBezTo>
                <a:cubicBezTo>
                  <a:pt x="2047279" y="42383"/>
                  <a:pt x="2045072" y="41883"/>
                  <a:pt x="2042443" y="41883"/>
                </a:cubicBezTo>
                <a:cubicBezTo>
                  <a:pt x="2038554" y="41883"/>
                  <a:pt x="2035401" y="42646"/>
                  <a:pt x="2032984" y="44171"/>
                </a:cubicBezTo>
                <a:cubicBezTo>
                  <a:pt x="2030567" y="45694"/>
                  <a:pt x="2029359" y="47664"/>
                  <a:pt x="2029359" y="50081"/>
                </a:cubicBezTo>
                <a:cubicBezTo>
                  <a:pt x="2029359" y="51238"/>
                  <a:pt x="2029726" y="52367"/>
                  <a:pt x="2030461" y="53471"/>
                </a:cubicBezTo>
                <a:cubicBezTo>
                  <a:pt x="2031197" y="54574"/>
                  <a:pt x="2031565" y="55704"/>
                  <a:pt x="2031565" y="56860"/>
                </a:cubicBezTo>
                <a:cubicBezTo>
                  <a:pt x="2031565" y="58332"/>
                  <a:pt x="2030829" y="59752"/>
                  <a:pt x="2029357" y="61118"/>
                </a:cubicBezTo>
                <a:cubicBezTo>
                  <a:pt x="2027886" y="62485"/>
                  <a:pt x="2026100" y="63168"/>
                  <a:pt x="2023999" y="63168"/>
                </a:cubicBezTo>
                <a:cubicBezTo>
                  <a:pt x="2021161" y="63168"/>
                  <a:pt x="2019137" y="62406"/>
                  <a:pt x="2017928" y="60882"/>
                </a:cubicBezTo>
                <a:cubicBezTo>
                  <a:pt x="2016720" y="59357"/>
                  <a:pt x="2016116" y="57491"/>
                  <a:pt x="2016116" y="55285"/>
                </a:cubicBezTo>
                <a:cubicBezTo>
                  <a:pt x="2016116" y="52658"/>
                  <a:pt x="2016852" y="50161"/>
                  <a:pt x="2018322" y="47796"/>
                </a:cubicBezTo>
                <a:cubicBezTo>
                  <a:pt x="2019794" y="45430"/>
                  <a:pt x="2021791" y="43407"/>
                  <a:pt x="2024312" y="41727"/>
                </a:cubicBezTo>
                <a:cubicBezTo>
                  <a:pt x="2026835" y="40044"/>
                  <a:pt x="2029778" y="38704"/>
                  <a:pt x="2033141" y="37707"/>
                </a:cubicBezTo>
                <a:cubicBezTo>
                  <a:pt x="2036505" y="36708"/>
                  <a:pt x="2040027" y="36208"/>
                  <a:pt x="2043706" y="36208"/>
                </a:cubicBezTo>
                <a:cubicBezTo>
                  <a:pt x="2052113" y="36208"/>
                  <a:pt x="2058734" y="38153"/>
                  <a:pt x="2063569" y="42042"/>
                </a:cubicBezTo>
                <a:cubicBezTo>
                  <a:pt x="2068404" y="45931"/>
                  <a:pt x="2070822" y="52395"/>
                  <a:pt x="2070822" y="61433"/>
                </a:cubicBezTo>
                <a:lnTo>
                  <a:pt x="2070822" y="92963"/>
                </a:lnTo>
                <a:close/>
                <a:moveTo>
                  <a:pt x="2115342" y="90914"/>
                </a:moveTo>
                <a:cubicBezTo>
                  <a:pt x="2115342" y="93542"/>
                  <a:pt x="2115421" y="95750"/>
                  <a:pt x="2115578" y="97536"/>
                </a:cubicBezTo>
                <a:cubicBezTo>
                  <a:pt x="2115737" y="99323"/>
                  <a:pt x="2116289" y="100794"/>
                  <a:pt x="2117233" y="101951"/>
                </a:cubicBezTo>
                <a:cubicBezTo>
                  <a:pt x="2118179" y="103107"/>
                  <a:pt x="2119651" y="104000"/>
                  <a:pt x="2121648" y="104631"/>
                </a:cubicBezTo>
                <a:cubicBezTo>
                  <a:pt x="2123646" y="105261"/>
                  <a:pt x="2126537" y="105734"/>
                  <a:pt x="2130320" y="106050"/>
                </a:cubicBezTo>
                <a:cubicBezTo>
                  <a:pt x="2130950" y="106154"/>
                  <a:pt x="2131422" y="106443"/>
                  <a:pt x="2131737" y="106916"/>
                </a:cubicBezTo>
                <a:cubicBezTo>
                  <a:pt x="2132053" y="107389"/>
                  <a:pt x="2132211" y="107941"/>
                  <a:pt x="2132211" y="108571"/>
                </a:cubicBezTo>
                <a:cubicBezTo>
                  <a:pt x="2132211" y="109097"/>
                  <a:pt x="2132053" y="109597"/>
                  <a:pt x="2131737" y="110070"/>
                </a:cubicBezTo>
                <a:cubicBezTo>
                  <a:pt x="2131422" y="110543"/>
                  <a:pt x="2130950" y="110779"/>
                  <a:pt x="2130320" y="110779"/>
                </a:cubicBezTo>
                <a:cubicBezTo>
                  <a:pt x="2125800" y="110779"/>
                  <a:pt x="2121806" y="110595"/>
                  <a:pt x="2118337" y="110226"/>
                </a:cubicBezTo>
                <a:cubicBezTo>
                  <a:pt x="2114869" y="109859"/>
                  <a:pt x="2111558" y="109675"/>
                  <a:pt x="2108405" y="109675"/>
                </a:cubicBezTo>
                <a:cubicBezTo>
                  <a:pt x="2105042" y="109675"/>
                  <a:pt x="2101704" y="109859"/>
                  <a:pt x="2098393" y="110226"/>
                </a:cubicBezTo>
                <a:cubicBezTo>
                  <a:pt x="2095083" y="110595"/>
                  <a:pt x="2091746" y="110779"/>
                  <a:pt x="2088383" y="110779"/>
                </a:cubicBezTo>
                <a:cubicBezTo>
                  <a:pt x="2087859" y="110779"/>
                  <a:pt x="2087438" y="110543"/>
                  <a:pt x="2087122" y="110070"/>
                </a:cubicBezTo>
                <a:cubicBezTo>
                  <a:pt x="2086806" y="109597"/>
                  <a:pt x="2086649" y="109097"/>
                  <a:pt x="2086649" y="108571"/>
                </a:cubicBezTo>
                <a:cubicBezTo>
                  <a:pt x="2086649" y="107941"/>
                  <a:pt x="2086806" y="107389"/>
                  <a:pt x="2087122" y="106916"/>
                </a:cubicBezTo>
                <a:cubicBezTo>
                  <a:pt x="2087438" y="106443"/>
                  <a:pt x="2087911" y="106154"/>
                  <a:pt x="2088542" y="106050"/>
                </a:cubicBezTo>
                <a:cubicBezTo>
                  <a:pt x="2091485" y="105734"/>
                  <a:pt x="2093770" y="105261"/>
                  <a:pt x="2095398" y="104631"/>
                </a:cubicBezTo>
                <a:cubicBezTo>
                  <a:pt x="2097027" y="104000"/>
                  <a:pt x="2098210" y="103133"/>
                  <a:pt x="2098946" y="102030"/>
                </a:cubicBezTo>
                <a:cubicBezTo>
                  <a:pt x="2099682" y="100925"/>
                  <a:pt x="2100129" y="99559"/>
                  <a:pt x="2100286" y="97931"/>
                </a:cubicBezTo>
                <a:cubicBezTo>
                  <a:pt x="2100445" y="96302"/>
                  <a:pt x="2100524" y="94278"/>
                  <a:pt x="2100524" y="91859"/>
                </a:cubicBezTo>
                <a:lnTo>
                  <a:pt x="2100524" y="68843"/>
                </a:lnTo>
                <a:cubicBezTo>
                  <a:pt x="2100524" y="63693"/>
                  <a:pt x="2100418" y="59620"/>
                  <a:pt x="2100206" y="56625"/>
                </a:cubicBezTo>
                <a:cubicBezTo>
                  <a:pt x="2099996" y="53629"/>
                  <a:pt x="2099497" y="51317"/>
                  <a:pt x="2098708" y="49689"/>
                </a:cubicBezTo>
                <a:cubicBezTo>
                  <a:pt x="2097920" y="48060"/>
                  <a:pt x="2096685" y="46982"/>
                  <a:pt x="2095003" y="46456"/>
                </a:cubicBezTo>
                <a:cubicBezTo>
                  <a:pt x="2093322" y="45930"/>
                  <a:pt x="2091011" y="45562"/>
                  <a:pt x="2088068" y="45352"/>
                </a:cubicBezTo>
                <a:cubicBezTo>
                  <a:pt x="2087543" y="45352"/>
                  <a:pt x="2087150" y="45090"/>
                  <a:pt x="2086887" y="44565"/>
                </a:cubicBezTo>
                <a:cubicBezTo>
                  <a:pt x="2086624" y="44039"/>
                  <a:pt x="2086492" y="43513"/>
                  <a:pt x="2086492" y="42987"/>
                </a:cubicBezTo>
                <a:cubicBezTo>
                  <a:pt x="2086492" y="42463"/>
                  <a:pt x="2086624" y="41938"/>
                  <a:pt x="2086887" y="41412"/>
                </a:cubicBezTo>
                <a:cubicBezTo>
                  <a:pt x="2087150" y="40886"/>
                  <a:pt x="2087596" y="40622"/>
                  <a:pt x="2088227" y="40622"/>
                </a:cubicBezTo>
                <a:cubicBezTo>
                  <a:pt x="2090329" y="40412"/>
                  <a:pt x="2093245" y="40176"/>
                  <a:pt x="2096976" y="39913"/>
                </a:cubicBezTo>
                <a:cubicBezTo>
                  <a:pt x="2100708" y="39650"/>
                  <a:pt x="2104517" y="38993"/>
                  <a:pt x="2108405" y="37943"/>
                </a:cubicBezTo>
                <a:cubicBezTo>
                  <a:pt x="2109877" y="37522"/>
                  <a:pt x="2111086" y="37470"/>
                  <a:pt x="2112032" y="37786"/>
                </a:cubicBezTo>
                <a:cubicBezTo>
                  <a:pt x="2112979" y="38101"/>
                  <a:pt x="2113399" y="38994"/>
                  <a:pt x="2113293" y="40466"/>
                </a:cubicBezTo>
                <a:lnTo>
                  <a:pt x="2112978" y="50555"/>
                </a:lnTo>
                <a:cubicBezTo>
                  <a:pt x="2112978" y="50765"/>
                  <a:pt x="2113030" y="50897"/>
                  <a:pt x="2113134" y="50950"/>
                </a:cubicBezTo>
                <a:cubicBezTo>
                  <a:pt x="2113240" y="51003"/>
                  <a:pt x="2113398" y="50923"/>
                  <a:pt x="2113608" y="50712"/>
                </a:cubicBezTo>
                <a:cubicBezTo>
                  <a:pt x="2115815" y="46298"/>
                  <a:pt x="2118521" y="42778"/>
                  <a:pt x="2121727" y="40151"/>
                </a:cubicBezTo>
                <a:cubicBezTo>
                  <a:pt x="2124933" y="37522"/>
                  <a:pt x="2129216" y="36208"/>
                  <a:pt x="2134575" y="36208"/>
                </a:cubicBezTo>
                <a:cubicBezTo>
                  <a:pt x="2138990" y="36208"/>
                  <a:pt x="2142248" y="37338"/>
                  <a:pt x="2144349" y="39598"/>
                </a:cubicBezTo>
                <a:cubicBezTo>
                  <a:pt x="2146452" y="41857"/>
                  <a:pt x="2147503" y="44617"/>
                  <a:pt x="2147503" y="47875"/>
                </a:cubicBezTo>
                <a:cubicBezTo>
                  <a:pt x="2147503" y="49662"/>
                  <a:pt x="2146820" y="51291"/>
                  <a:pt x="2145453" y="52764"/>
                </a:cubicBezTo>
                <a:cubicBezTo>
                  <a:pt x="2144087" y="54234"/>
                  <a:pt x="2142143" y="54969"/>
                  <a:pt x="2139622" y="54969"/>
                </a:cubicBezTo>
                <a:cubicBezTo>
                  <a:pt x="2137204" y="54969"/>
                  <a:pt x="2135521" y="54391"/>
                  <a:pt x="2134575" y="53235"/>
                </a:cubicBezTo>
                <a:cubicBezTo>
                  <a:pt x="2133631" y="52079"/>
                  <a:pt x="2133158" y="50817"/>
                  <a:pt x="2133158" y="49451"/>
                </a:cubicBezTo>
                <a:cubicBezTo>
                  <a:pt x="2133158" y="47980"/>
                  <a:pt x="2132869" y="46825"/>
                  <a:pt x="2132290" y="45985"/>
                </a:cubicBezTo>
                <a:cubicBezTo>
                  <a:pt x="2131713" y="45143"/>
                  <a:pt x="2130478" y="44722"/>
                  <a:pt x="2128585" y="44722"/>
                </a:cubicBezTo>
                <a:cubicBezTo>
                  <a:pt x="2126589" y="44722"/>
                  <a:pt x="2124776" y="45378"/>
                  <a:pt x="2123146" y="46692"/>
                </a:cubicBezTo>
                <a:cubicBezTo>
                  <a:pt x="2121517" y="48005"/>
                  <a:pt x="2120124" y="49556"/>
                  <a:pt x="2118968" y="51344"/>
                </a:cubicBezTo>
                <a:cubicBezTo>
                  <a:pt x="2117811" y="53131"/>
                  <a:pt x="2116918" y="54970"/>
                  <a:pt x="2116288" y="56863"/>
                </a:cubicBezTo>
                <a:cubicBezTo>
                  <a:pt x="2115658" y="58753"/>
                  <a:pt x="2115342" y="60224"/>
                  <a:pt x="2115342" y="61275"/>
                </a:cubicBezTo>
                <a:lnTo>
                  <a:pt x="2115342" y="90914"/>
                </a:lnTo>
                <a:close/>
                <a:moveTo>
                  <a:pt x="2170427" y="69788"/>
                </a:moveTo>
                <a:cubicBezTo>
                  <a:pt x="2169901" y="69788"/>
                  <a:pt x="2169611" y="69972"/>
                  <a:pt x="2169558" y="70341"/>
                </a:cubicBezTo>
                <a:cubicBezTo>
                  <a:pt x="2169507" y="70708"/>
                  <a:pt x="2169481" y="71155"/>
                  <a:pt x="2169481" y="71681"/>
                </a:cubicBezTo>
                <a:cubicBezTo>
                  <a:pt x="2169481" y="77147"/>
                  <a:pt x="2170085" y="81771"/>
                  <a:pt x="2171293" y="85554"/>
                </a:cubicBezTo>
                <a:cubicBezTo>
                  <a:pt x="2172502" y="89337"/>
                  <a:pt x="2174184" y="92412"/>
                  <a:pt x="2176337" y="94777"/>
                </a:cubicBezTo>
                <a:cubicBezTo>
                  <a:pt x="2178493" y="97141"/>
                  <a:pt x="2181068" y="98849"/>
                  <a:pt x="2184064" y="99901"/>
                </a:cubicBezTo>
                <a:cubicBezTo>
                  <a:pt x="2187060" y="100952"/>
                  <a:pt x="2190291" y="101477"/>
                  <a:pt x="2193759" y="101477"/>
                </a:cubicBezTo>
                <a:cubicBezTo>
                  <a:pt x="2197332" y="101477"/>
                  <a:pt x="2200800" y="101188"/>
                  <a:pt x="2204163" y="100611"/>
                </a:cubicBezTo>
                <a:cubicBezTo>
                  <a:pt x="2207528" y="100032"/>
                  <a:pt x="2210418" y="98744"/>
                  <a:pt x="2212835" y="96747"/>
                </a:cubicBezTo>
                <a:cubicBezTo>
                  <a:pt x="2213361" y="96327"/>
                  <a:pt x="2213913" y="96170"/>
                  <a:pt x="2214490" y="96276"/>
                </a:cubicBezTo>
                <a:cubicBezTo>
                  <a:pt x="2215069" y="96380"/>
                  <a:pt x="2215542" y="96642"/>
                  <a:pt x="2215909" y="97063"/>
                </a:cubicBezTo>
                <a:cubicBezTo>
                  <a:pt x="2216277" y="97483"/>
                  <a:pt x="2216512" y="97956"/>
                  <a:pt x="2216617" y="98482"/>
                </a:cubicBezTo>
                <a:cubicBezTo>
                  <a:pt x="2216723" y="99008"/>
                  <a:pt x="2216618" y="99481"/>
                  <a:pt x="2216304" y="99901"/>
                </a:cubicBezTo>
                <a:cubicBezTo>
                  <a:pt x="2212941" y="104315"/>
                  <a:pt x="2209157" y="107363"/>
                  <a:pt x="2204952" y="109045"/>
                </a:cubicBezTo>
                <a:cubicBezTo>
                  <a:pt x="2200749" y="110726"/>
                  <a:pt x="2195546" y="111566"/>
                  <a:pt x="2189344" y="111566"/>
                </a:cubicBezTo>
                <a:cubicBezTo>
                  <a:pt x="2183039" y="111566"/>
                  <a:pt x="2177600" y="110621"/>
                  <a:pt x="2173027" y="108730"/>
                </a:cubicBezTo>
                <a:cubicBezTo>
                  <a:pt x="2168455" y="106837"/>
                  <a:pt x="2164671" y="104183"/>
                  <a:pt x="2161675" y="100767"/>
                </a:cubicBezTo>
                <a:cubicBezTo>
                  <a:pt x="2158681" y="97351"/>
                  <a:pt x="2156474" y="93358"/>
                  <a:pt x="2155055" y="88787"/>
                </a:cubicBezTo>
                <a:cubicBezTo>
                  <a:pt x="2153636" y="84215"/>
                  <a:pt x="2152926" y="79248"/>
                  <a:pt x="2152926" y="73887"/>
                </a:cubicBezTo>
                <a:cubicBezTo>
                  <a:pt x="2152926" y="68737"/>
                  <a:pt x="2153793" y="63851"/>
                  <a:pt x="2155527" y="59227"/>
                </a:cubicBezTo>
                <a:cubicBezTo>
                  <a:pt x="2157262" y="54602"/>
                  <a:pt x="2159706" y="50608"/>
                  <a:pt x="2162859" y="47245"/>
                </a:cubicBezTo>
                <a:cubicBezTo>
                  <a:pt x="2166012" y="43882"/>
                  <a:pt x="2169743" y="41202"/>
                  <a:pt x="2174052" y="39206"/>
                </a:cubicBezTo>
                <a:cubicBezTo>
                  <a:pt x="2178361" y="37207"/>
                  <a:pt x="2183144" y="36208"/>
                  <a:pt x="2188399" y="36208"/>
                </a:cubicBezTo>
                <a:cubicBezTo>
                  <a:pt x="2192813" y="36208"/>
                  <a:pt x="2196832" y="36971"/>
                  <a:pt x="2200458" y="38496"/>
                </a:cubicBezTo>
                <a:cubicBezTo>
                  <a:pt x="2204084" y="40019"/>
                  <a:pt x="2207159" y="42121"/>
                  <a:pt x="2209681" y="44801"/>
                </a:cubicBezTo>
                <a:cubicBezTo>
                  <a:pt x="2212204" y="47481"/>
                  <a:pt x="2214175" y="50687"/>
                  <a:pt x="2215594" y="54419"/>
                </a:cubicBezTo>
                <a:cubicBezTo>
                  <a:pt x="2217014" y="58149"/>
                  <a:pt x="2217723" y="62169"/>
                  <a:pt x="2217723" y="66478"/>
                </a:cubicBezTo>
                <a:cubicBezTo>
                  <a:pt x="2217723" y="68685"/>
                  <a:pt x="2216935" y="69788"/>
                  <a:pt x="2215359" y="69788"/>
                </a:cubicBezTo>
                <a:lnTo>
                  <a:pt x="2170427" y="69788"/>
                </a:lnTo>
                <a:moveTo>
                  <a:pt x="2199277" y="64272"/>
                </a:moveTo>
                <a:cubicBezTo>
                  <a:pt x="2200748" y="64272"/>
                  <a:pt x="2201588" y="63747"/>
                  <a:pt x="2201798" y="62696"/>
                </a:cubicBezTo>
                <a:cubicBezTo>
                  <a:pt x="2202010" y="61644"/>
                  <a:pt x="2202116" y="60382"/>
                  <a:pt x="2202116" y="58910"/>
                </a:cubicBezTo>
                <a:cubicBezTo>
                  <a:pt x="2202116" y="56703"/>
                  <a:pt x="2201774" y="54575"/>
                  <a:pt x="2201091" y="52525"/>
                </a:cubicBezTo>
                <a:cubicBezTo>
                  <a:pt x="2200408" y="50476"/>
                  <a:pt x="2199435" y="48663"/>
                  <a:pt x="2198173" y="47086"/>
                </a:cubicBezTo>
                <a:cubicBezTo>
                  <a:pt x="2196912" y="45510"/>
                  <a:pt x="2195389" y="44249"/>
                  <a:pt x="2193602" y="43302"/>
                </a:cubicBezTo>
                <a:cubicBezTo>
                  <a:pt x="2191816" y="42356"/>
                  <a:pt x="2189766" y="41883"/>
                  <a:pt x="2187454" y="41883"/>
                </a:cubicBezTo>
                <a:cubicBezTo>
                  <a:pt x="2184615" y="41883"/>
                  <a:pt x="2182171" y="42383"/>
                  <a:pt x="2180121" y="43382"/>
                </a:cubicBezTo>
                <a:cubicBezTo>
                  <a:pt x="2178072" y="44381"/>
                  <a:pt x="2176337" y="45695"/>
                  <a:pt x="2174918" y="47324"/>
                </a:cubicBezTo>
                <a:cubicBezTo>
                  <a:pt x="2173500" y="48952"/>
                  <a:pt x="2172423" y="50870"/>
                  <a:pt x="2171687" y="53079"/>
                </a:cubicBezTo>
                <a:cubicBezTo>
                  <a:pt x="2170951" y="55285"/>
                  <a:pt x="2170426" y="57597"/>
                  <a:pt x="2170112" y="60014"/>
                </a:cubicBezTo>
                <a:cubicBezTo>
                  <a:pt x="2169902" y="61276"/>
                  <a:pt x="2169822" y="62302"/>
                  <a:pt x="2169874" y="63091"/>
                </a:cubicBezTo>
                <a:cubicBezTo>
                  <a:pt x="2169926" y="63878"/>
                  <a:pt x="2170163" y="64272"/>
                  <a:pt x="2170583" y="64272"/>
                </a:cubicBezTo>
                <a:lnTo>
                  <a:pt x="2199277" y="64272"/>
                </a:lnTo>
                <a:close/>
                <a:moveTo>
                  <a:pt x="2315114" y="90914"/>
                </a:moveTo>
                <a:cubicBezTo>
                  <a:pt x="2315114" y="93542"/>
                  <a:pt x="2315166" y="95750"/>
                  <a:pt x="2315271" y="97536"/>
                </a:cubicBezTo>
                <a:cubicBezTo>
                  <a:pt x="2315376" y="99323"/>
                  <a:pt x="2315666" y="100794"/>
                  <a:pt x="2316139" y="101951"/>
                </a:cubicBezTo>
                <a:cubicBezTo>
                  <a:pt x="2316612" y="103107"/>
                  <a:pt x="2317400" y="104000"/>
                  <a:pt x="2318504" y="104631"/>
                </a:cubicBezTo>
                <a:cubicBezTo>
                  <a:pt x="2319607" y="105261"/>
                  <a:pt x="2321157" y="105734"/>
                  <a:pt x="2323154" y="106050"/>
                </a:cubicBezTo>
                <a:cubicBezTo>
                  <a:pt x="2323784" y="106154"/>
                  <a:pt x="2324257" y="106443"/>
                  <a:pt x="2324573" y="106916"/>
                </a:cubicBezTo>
                <a:cubicBezTo>
                  <a:pt x="2324889" y="107389"/>
                  <a:pt x="2325047" y="107941"/>
                  <a:pt x="2325047" y="108571"/>
                </a:cubicBezTo>
                <a:cubicBezTo>
                  <a:pt x="2325047" y="109097"/>
                  <a:pt x="2324889" y="109597"/>
                  <a:pt x="2324573" y="110070"/>
                </a:cubicBezTo>
                <a:cubicBezTo>
                  <a:pt x="2324257" y="110543"/>
                  <a:pt x="2323784" y="110779"/>
                  <a:pt x="2323154" y="110779"/>
                </a:cubicBezTo>
                <a:cubicBezTo>
                  <a:pt x="2322103" y="110779"/>
                  <a:pt x="2320132" y="110595"/>
                  <a:pt x="2317241" y="110226"/>
                </a:cubicBezTo>
                <a:cubicBezTo>
                  <a:pt x="2314351" y="109859"/>
                  <a:pt x="2311329" y="109675"/>
                  <a:pt x="2308177" y="109675"/>
                </a:cubicBezTo>
                <a:cubicBezTo>
                  <a:pt x="2304814" y="109675"/>
                  <a:pt x="2301556" y="109859"/>
                  <a:pt x="2298403" y="110226"/>
                </a:cubicBezTo>
                <a:cubicBezTo>
                  <a:pt x="2295250" y="110595"/>
                  <a:pt x="2292307" y="110779"/>
                  <a:pt x="2289574" y="110779"/>
                </a:cubicBezTo>
                <a:cubicBezTo>
                  <a:pt x="2289048" y="110779"/>
                  <a:pt x="2288627" y="110543"/>
                  <a:pt x="2288311" y="110070"/>
                </a:cubicBezTo>
                <a:cubicBezTo>
                  <a:pt x="2287997" y="109597"/>
                  <a:pt x="2287840" y="109097"/>
                  <a:pt x="2287840" y="108571"/>
                </a:cubicBezTo>
                <a:cubicBezTo>
                  <a:pt x="2287840" y="107941"/>
                  <a:pt x="2287997" y="107389"/>
                  <a:pt x="2288311" y="106916"/>
                </a:cubicBezTo>
                <a:cubicBezTo>
                  <a:pt x="2288627" y="106443"/>
                  <a:pt x="2289101" y="106154"/>
                  <a:pt x="2289733" y="106050"/>
                </a:cubicBezTo>
                <a:cubicBezTo>
                  <a:pt x="2292360" y="105734"/>
                  <a:pt x="2294382" y="105314"/>
                  <a:pt x="2295800" y="104789"/>
                </a:cubicBezTo>
                <a:cubicBezTo>
                  <a:pt x="2297219" y="104263"/>
                  <a:pt x="2298270" y="103475"/>
                  <a:pt x="2298953" y="102425"/>
                </a:cubicBezTo>
                <a:cubicBezTo>
                  <a:pt x="2299637" y="101373"/>
                  <a:pt x="2300030" y="100006"/>
                  <a:pt x="2300135" y="98326"/>
                </a:cubicBezTo>
                <a:cubicBezTo>
                  <a:pt x="2300240" y="96643"/>
                  <a:pt x="2300293" y="94488"/>
                  <a:pt x="2300293" y="91859"/>
                </a:cubicBezTo>
                <a:lnTo>
                  <a:pt x="2300293" y="71996"/>
                </a:lnTo>
                <a:cubicBezTo>
                  <a:pt x="2300293" y="66847"/>
                  <a:pt x="2300240" y="62564"/>
                  <a:pt x="2300135" y="59148"/>
                </a:cubicBezTo>
                <a:cubicBezTo>
                  <a:pt x="2300030" y="55732"/>
                  <a:pt x="2299663" y="53026"/>
                  <a:pt x="2299033" y="51029"/>
                </a:cubicBezTo>
                <a:cubicBezTo>
                  <a:pt x="2298403" y="49031"/>
                  <a:pt x="2297404" y="47638"/>
                  <a:pt x="2296038" y="46851"/>
                </a:cubicBezTo>
                <a:cubicBezTo>
                  <a:pt x="2294672" y="46062"/>
                  <a:pt x="2292727" y="45667"/>
                  <a:pt x="2290204" y="45667"/>
                </a:cubicBezTo>
                <a:cubicBezTo>
                  <a:pt x="2289574" y="45667"/>
                  <a:pt x="2289075" y="45457"/>
                  <a:pt x="2288706" y="45037"/>
                </a:cubicBezTo>
                <a:cubicBezTo>
                  <a:pt x="2288338" y="44617"/>
                  <a:pt x="2288155" y="44143"/>
                  <a:pt x="2288155" y="43617"/>
                </a:cubicBezTo>
                <a:cubicBezTo>
                  <a:pt x="2288155" y="42987"/>
                  <a:pt x="2288338" y="42462"/>
                  <a:pt x="2288706" y="42042"/>
                </a:cubicBezTo>
                <a:cubicBezTo>
                  <a:pt x="2289075" y="41622"/>
                  <a:pt x="2289574" y="41412"/>
                  <a:pt x="2290204" y="41412"/>
                </a:cubicBezTo>
                <a:cubicBezTo>
                  <a:pt x="2292201" y="41412"/>
                  <a:pt x="2295117" y="41096"/>
                  <a:pt x="2298953" y="40466"/>
                </a:cubicBezTo>
                <a:cubicBezTo>
                  <a:pt x="2302790" y="39834"/>
                  <a:pt x="2306705" y="38941"/>
                  <a:pt x="2310700" y="37786"/>
                </a:cubicBezTo>
                <a:cubicBezTo>
                  <a:pt x="2312171" y="37365"/>
                  <a:pt x="2313274" y="37653"/>
                  <a:pt x="2314010" y="38652"/>
                </a:cubicBezTo>
                <a:cubicBezTo>
                  <a:pt x="2314746" y="39651"/>
                  <a:pt x="2315114" y="40781"/>
                  <a:pt x="2315114" y="42042"/>
                </a:cubicBezTo>
                <a:lnTo>
                  <a:pt x="2315114" y="48347"/>
                </a:lnTo>
                <a:cubicBezTo>
                  <a:pt x="2315114" y="48557"/>
                  <a:pt x="2315193" y="48688"/>
                  <a:pt x="2315350" y="48741"/>
                </a:cubicBezTo>
                <a:cubicBezTo>
                  <a:pt x="2315507" y="48794"/>
                  <a:pt x="2315639" y="48716"/>
                  <a:pt x="2315745" y="48506"/>
                </a:cubicBezTo>
                <a:cubicBezTo>
                  <a:pt x="2316481" y="47349"/>
                  <a:pt x="2317505" y="46062"/>
                  <a:pt x="2318819" y="44645"/>
                </a:cubicBezTo>
                <a:cubicBezTo>
                  <a:pt x="2320132" y="43225"/>
                  <a:pt x="2321709" y="41885"/>
                  <a:pt x="2323548" y="40625"/>
                </a:cubicBezTo>
                <a:cubicBezTo>
                  <a:pt x="2325388" y="39363"/>
                  <a:pt x="2327463" y="38312"/>
                  <a:pt x="2329774" y="37471"/>
                </a:cubicBezTo>
                <a:cubicBezTo>
                  <a:pt x="2332087" y="36629"/>
                  <a:pt x="2334662" y="36208"/>
                  <a:pt x="2337501" y="36208"/>
                </a:cubicBezTo>
                <a:cubicBezTo>
                  <a:pt x="2345383" y="36208"/>
                  <a:pt x="2351557" y="38389"/>
                  <a:pt x="2356024" y="42751"/>
                </a:cubicBezTo>
                <a:cubicBezTo>
                  <a:pt x="2360492" y="47114"/>
                  <a:pt x="2362726" y="54181"/>
                  <a:pt x="2362726" y="63954"/>
                </a:cubicBezTo>
                <a:lnTo>
                  <a:pt x="2362726" y="90914"/>
                </a:lnTo>
                <a:cubicBezTo>
                  <a:pt x="2362726" y="93752"/>
                  <a:pt x="2362804" y="96065"/>
                  <a:pt x="2362962" y="97852"/>
                </a:cubicBezTo>
                <a:cubicBezTo>
                  <a:pt x="2363119" y="99638"/>
                  <a:pt x="2363486" y="101083"/>
                  <a:pt x="2364063" y="102186"/>
                </a:cubicBezTo>
                <a:cubicBezTo>
                  <a:pt x="2364642" y="103290"/>
                  <a:pt x="2365536" y="104131"/>
                  <a:pt x="2366746" y="104710"/>
                </a:cubicBezTo>
                <a:cubicBezTo>
                  <a:pt x="2367955" y="105287"/>
                  <a:pt x="2369663" y="105734"/>
                  <a:pt x="2371869" y="106050"/>
                </a:cubicBezTo>
                <a:cubicBezTo>
                  <a:pt x="2372500" y="106154"/>
                  <a:pt x="2372972" y="106443"/>
                  <a:pt x="2373286" y="106916"/>
                </a:cubicBezTo>
                <a:cubicBezTo>
                  <a:pt x="2373602" y="107389"/>
                  <a:pt x="2373760" y="107941"/>
                  <a:pt x="2373760" y="108571"/>
                </a:cubicBezTo>
                <a:cubicBezTo>
                  <a:pt x="2373760" y="109097"/>
                  <a:pt x="2373602" y="109597"/>
                  <a:pt x="2373286" y="110070"/>
                </a:cubicBezTo>
                <a:cubicBezTo>
                  <a:pt x="2372972" y="110543"/>
                  <a:pt x="2372500" y="110779"/>
                  <a:pt x="2371869" y="110779"/>
                </a:cubicBezTo>
                <a:cubicBezTo>
                  <a:pt x="2370503" y="110779"/>
                  <a:pt x="2368269" y="110595"/>
                  <a:pt x="2365168" y="110226"/>
                </a:cubicBezTo>
                <a:cubicBezTo>
                  <a:pt x="2362067" y="109859"/>
                  <a:pt x="2358941" y="109675"/>
                  <a:pt x="2355788" y="109675"/>
                </a:cubicBezTo>
                <a:cubicBezTo>
                  <a:pt x="2352425" y="109675"/>
                  <a:pt x="2349219" y="109859"/>
                  <a:pt x="2346171" y="110226"/>
                </a:cubicBezTo>
                <a:cubicBezTo>
                  <a:pt x="2343123" y="110595"/>
                  <a:pt x="2340602" y="110779"/>
                  <a:pt x="2338605" y="110779"/>
                </a:cubicBezTo>
                <a:cubicBezTo>
                  <a:pt x="2338079" y="110779"/>
                  <a:pt x="2337658" y="110543"/>
                  <a:pt x="2337342" y="110070"/>
                </a:cubicBezTo>
                <a:cubicBezTo>
                  <a:pt x="2337028" y="109597"/>
                  <a:pt x="2336870" y="109097"/>
                  <a:pt x="2336870" y="108571"/>
                </a:cubicBezTo>
                <a:cubicBezTo>
                  <a:pt x="2336870" y="107941"/>
                  <a:pt x="2337028" y="107389"/>
                  <a:pt x="2337342" y="106916"/>
                </a:cubicBezTo>
                <a:cubicBezTo>
                  <a:pt x="2337658" y="106443"/>
                  <a:pt x="2338131" y="106154"/>
                  <a:pt x="2338761" y="106050"/>
                </a:cubicBezTo>
                <a:cubicBezTo>
                  <a:pt x="2341074" y="105734"/>
                  <a:pt x="2342834" y="105261"/>
                  <a:pt x="2344042" y="104631"/>
                </a:cubicBezTo>
                <a:cubicBezTo>
                  <a:pt x="2345251" y="104000"/>
                  <a:pt x="2346144" y="103133"/>
                  <a:pt x="2346721" y="102030"/>
                </a:cubicBezTo>
                <a:cubicBezTo>
                  <a:pt x="2347300" y="100925"/>
                  <a:pt x="2347642" y="99559"/>
                  <a:pt x="2347746" y="97931"/>
                </a:cubicBezTo>
                <a:cubicBezTo>
                  <a:pt x="2347852" y="96302"/>
                  <a:pt x="2347905" y="94278"/>
                  <a:pt x="2347905" y="91859"/>
                </a:cubicBezTo>
                <a:lnTo>
                  <a:pt x="2347905" y="67897"/>
                </a:lnTo>
                <a:cubicBezTo>
                  <a:pt x="2347905" y="65269"/>
                  <a:pt x="2347800" y="62641"/>
                  <a:pt x="2347590" y="60014"/>
                </a:cubicBezTo>
                <a:cubicBezTo>
                  <a:pt x="2347380" y="57387"/>
                  <a:pt x="2346802" y="55022"/>
                  <a:pt x="2345855" y="52920"/>
                </a:cubicBezTo>
                <a:cubicBezTo>
                  <a:pt x="2344911" y="50817"/>
                  <a:pt x="2343544" y="49083"/>
                  <a:pt x="2341756" y="47717"/>
                </a:cubicBezTo>
                <a:cubicBezTo>
                  <a:pt x="2339970" y="46350"/>
                  <a:pt x="2337500" y="45667"/>
                  <a:pt x="2334347" y="45667"/>
                </a:cubicBezTo>
                <a:cubicBezTo>
                  <a:pt x="2331194" y="45667"/>
                  <a:pt x="2328435" y="46167"/>
                  <a:pt x="2326069" y="47166"/>
                </a:cubicBezTo>
                <a:cubicBezTo>
                  <a:pt x="2323705" y="48163"/>
                  <a:pt x="2321709" y="49503"/>
                  <a:pt x="2320079" y="51185"/>
                </a:cubicBezTo>
                <a:cubicBezTo>
                  <a:pt x="2318450" y="52868"/>
                  <a:pt x="2317215" y="54839"/>
                  <a:pt x="2316375" y="57098"/>
                </a:cubicBezTo>
                <a:cubicBezTo>
                  <a:pt x="2315534" y="59358"/>
                  <a:pt x="2315114" y="61749"/>
                  <a:pt x="2315114" y="64272"/>
                </a:cubicBezTo>
                <a:lnTo>
                  <a:pt x="2315114" y="90914"/>
                </a:lnTo>
                <a:close/>
                <a:moveTo>
                  <a:pt x="2456497" y="71837"/>
                </a:moveTo>
                <a:cubicBezTo>
                  <a:pt x="2456497" y="78249"/>
                  <a:pt x="2455604" y="83925"/>
                  <a:pt x="2453818" y="88864"/>
                </a:cubicBezTo>
                <a:cubicBezTo>
                  <a:pt x="2452031" y="93804"/>
                  <a:pt x="2449482" y="97956"/>
                  <a:pt x="2446170" y="101320"/>
                </a:cubicBezTo>
                <a:cubicBezTo>
                  <a:pt x="2442860" y="104683"/>
                  <a:pt x="2438893" y="107232"/>
                  <a:pt x="2434267" y="108965"/>
                </a:cubicBezTo>
                <a:cubicBezTo>
                  <a:pt x="2429644" y="110699"/>
                  <a:pt x="2424494" y="111566"/>
                  <a:pt x="2418819" y="111566"/>
                </a:cubicBezTo>
                <a:cubicBezTo>
                  <a:pt x="2413879" y="111566"/>
                  <a:pt x="2409307" y="110752"/>
                  <a:pt x="2405102" y="109124"/>
                </a:cubicBezTo>
                <a:cubicBezTo>
                  <a:pt x="2400899" y="107495"/>
                  <a:pt x="2397273" y="105077"/>
                  <a:pt x="2394224" y="101871"/>
                </a:cubicBezTo>
                <a:cubicBezTo>
                  <a:pt x="2391177" y="98666"/>
                  <a:pt x="2388759" y="94619"/>
                  <a:pt x="2386971" y="89733"/>
                </a:cubicBezTo>
                <a:cubicBezTo>
                  <a:pt x="2385184" y="84845"/>
                  <a:pt x="2384291" y="79090"/>
                  <a:pt x="2384291" y="72468"/>
                </a:cubicBezTo>
                <a:cubicBezTo>
                  <a:pt x="2384291" y="67108"/>
                  <a:pt x="2385184" y="62195"/>
                  <a:pt x="2386971" y="57729"/>
                </a:cubicBezTo>
                <a:cubicBezTo>
                  <a:pt x="2388759" y="53262"/>
                  <a:pt x="2391255" y="49453"/>
                  <a:pt x="2394460" y="46300"/>
                </a:cubicBezTo>
                <a:cubicBezTo>
                  <a:pt x="2397665" y="43145"/>
                  <a:pt x="2401528" y="40675"/>
                  <a:pt x="2406047" y="38888"/>
                </a:cubicBezTo>
                <a:cubicBezTo>
                  <a:pt x="2410567" y="37102"/>
                  <a:pt x="2415507" y="36208"/>
                  <a:pt x="2420868" y="36208"/>
                </a:cubicBezTo>
                <a:cubicBezTo>
                  <a:pt x="2426018" y="36208"/>
                  <a:pt x="2430773" y="36996"/>
                  <a:pt x="2435133" y="38573"/>
                </a:cubicBezTo>
                <a:cubicBezTo>
                  <a:pt x="2439496" y="40149"/>
                  <a:pt x="2443253" y="42436"/>
                  <a:pt x="2446406" y="45431"/>
                </a:cubicBezTo>
                <a:cubicBezTo>
                  <a:pt x="2449561" y="48427"/>
                  <a:pt x="2452031" y="52132"/>
                  <a:pt x="2453818" y="56548"/>
                </a:cubicBezTo>
                <a:cubicBezTo>
                  <a:pt x="2455604" y="60961"/>
                  <a:pt x="2456497" y="66058"/>
                  <a:pt x="2456497" y="71837"/>
                </a:cubicBezTo>
                <a:moveTo>
                  <a:pt x="2439945" y="73572"/>
                </a:moveTo>
                <a:cubicBezTo>
                  <a:pt x="2439945" y="69579"/>
                  <a:pt x="2439682" y="65690"/>
                  <a:pt x="2439156" y="61907"/>
                </a:cubicBezTo>
                <a:cubicBezTo>
                  <a:pt x="2438630" y="58122"/>
                  <a:pt x="2437683" y="54759"/>
                  <a:pt x="2436317" y="51816"/>
                </a:cubicBezTo>
                <a:cubicBezTo>
                  <a:pt x="2434951" y="48873"/>
                  <a:pt x="2433059" y="46508"/>
                  <a:pt x="2430642" y="44722"/>
                </a:cubicBezTo>
                <a:cubicBezTo>
                  <a:pt x="2428225" y="42935"/>
                  <a:pt x="2425125" y="42042"/>
                  <a:pt x="2421340" y="42042"/>
                </a:cubicBezTo>
                <a:cubicBezTo>
                  <a:pt x="2417136" y="42042"/>
                  <a:pt x="2413720" y="42935"/>
                  <a:pt x="2411092" y="44722"/>
                </a:cubicBezTo>
                <a:cubicBezTo>
                  <a:pt x="2408465" y="46508"/>
                  <a:pt x="2406390" y="48899"/>
                  <a:pt x="2404866" y="51895"/>
                </a:cubicBezTo>
                <a:cubicBezTo>
                  <a:pt x="2403343" y="54891"/>
                  <a:pt x="2402291" y="58280"/>
                  <a:pt x="2401712" y="62064"/>
                </a:cubicBezTo>
                <a:cubicBezTo>
                  <a:pt x="2401135" y="65847"/>
                  <a:pt x="2400846" y="69788"/>
                  <a:pt x="2400846" y="73887"/>
                </a:cubicBezTo>
                <a:cubicBezTo>
                  <a:pt x="2400846" y="77460"/>
                  <a:pt x="2401109" y="81139"/>
                  <a:pt x="2401633" y="84924"/>
                </a:cubicBezTo>
                <a:cubicBezTo>
                  <a:pt x="2402159" y="88707"/>
                  <a:pt x="2403157" y="92123"/>
                  <a:pt x="2404628" y="95172"/>
                </a:cubicBezTo>
                <a:cubicBezTo>
                  <a:pt x="2406100" y="98219"/>
                  <a:pt x="2408123" y="100742"/>
                  <a:pt x="2410697" y="102740"/>
                </a:cubicBezTo>
                <a:cubicBezTo>
                  <a:pt x="2413273" y="104736"/>
                  <a:pt x="2416558" y="105735"/>
                  <a:pt x="2420553" y="105735"/>
                </a:cubicBezTo>
                <a:cubicBezTo>
                  <a:pt x="2424652" y="105735"/>
                  <a:pt x="2427962" y="104789"/>
                  <a:pt x="2430483" y="102896"/>
                </a:cubicBezTo>
                <a:cubicBezTo>
                  <a:pt x="2433006" y="101004"/>
                  <a:pt x="2434977" y="98534"/>
                  <a:pt x="2436396" y="95487"/>
                </a:cubicBezTo>
                <a:cubicBezTo>
                  <a:pt x="2437816" y="92438"/>
                  <a:pt x="2438762" y="88996"/>
                  <a:pt x="2439235" y="85160"/>
                </a:cubicBezTo>
                <a:cubicBezTo>
                  <a:pt x="2439708" y="81324"/>
                  <a:pt x="2439945" y="77461"/>
                  <a:pt x="2439945" y="73572"/>
                </a:cubicBezTo>
                <a:close/>
                <a:moveTo>
                  <a:pt x="2489415" y="85711"/>
                </a:moveTo>
                <a:cubicBezTo>
                  <a:pt x="2489415" y="91596"/>
                  <a:pt x="2490072" y="95958"/>
                  <a:pt x="2491385" y="98797"/>
                </a:cubicBezTo>
                <a:cubicBezTo>
                  <a:pt x="2492699" y="101634"/>
                  <a:pt x="2495090" y="103053"/>
                  <a:pt x="2498559" y="103053"/>
                </a:cubicBezTo>
                <a:cubicBezTo>
                  <a:pt x="2500976" y="103053"/>
                  <a:pt x="2503261" y="102685"/>
                  <a:pt x="2505415" y="101951"/>
                </a:cubicBezTo>
                <a:cubicBezTo>
                  <a:pt x="2507570" y="101215"/>
                  <a:pt x="2509226" y="100426"/>
                  <a:pt x="2510382" y="99586"/>
                </a:cubicBezTo>
                <a:cubicBezTo>
                  <a:pt x="2510698" y="99376"/>
                  <a:pt x="2511066" y="99349"/>
                  <a:pt x="2511486" y="99507"/>
                </a:cubicBezTo>
                <a:cubicBezTo>
                  <a:pt x="2511907" y="99664"/>
                  <a:pt x="2512274" y="99927"/>
                  <a:pt x="2512588" y="100296"/>
                </a:cubicBezTo>
                <a:cubicBezTo>
                  <a:pt x="2512904" y="100663"/>
                  <a:pt x="2513141" y="101057"/>
                  <a:pt x="2513298" y="101477"/>
                </a:cubicBezTo>
                <a:cubicBezTo>
                  <a:pt x="2513457" y="101897"/>
                  <a:pt x="2513431" y="102265"/>
                  <a:pt x="2513221" y="102581"/>
                </a:cubicBezTo>
                <a:cubicBezTo>
                  <a:pt x="2511224" y="105838"/>
                  <a:pt x="2508623" y="108150"/>
                  <a:pt x="2505417" y="109516"/>
                </a:cubicBezTo>
                <a:cubicBezTo>
                  <a:pt x="2502211" y="110883"/>
                  <a:pt x="2498454" y="111566"/>
                  <a:pt x="2494144" y="111566"/>
                </a:cubicBezTo>
                <a:cubicBezTo>
                  <a:pt x="2486998" y="111566"/>
                  <a:pt x="2481954" y="109964"/>
                  <a:pt x="2479011" y="106760"/>
                </a:cubicBezTo>
                <a:cubicBezTo>
                  <a:pt x="2476068" y="103554"/>
                  <a:pt x="2474597" y="98535"/>
                  <a:pt x="2474597" y="91703"/>
                </a:cubicBezTo>
                <a:lnTo>
                  <a:pt x="2474597" y="51185"/>
                </a:lnTo>
                <a:cubicBezTo>
                  <a:pt x="2474597" y="49925"/>
                  <a:pt x="2474544" y="48927"/>
                  <a:pt x="2474438" y="48190"/>
                </a:cubicBezTo>
                <a:cubicBezTo>
                  <a:pt x="2474334" y="47454"/>
                  <a:pt x="2474018" y="46929"/>
                  <a:pt x="2473492" y="46615"/>
                </a:cubicBezTo>
                <a:cubicBezTo>
                  <a:pt x="2472966" y="46299"/>
                  <a:pt x="2472099" y="46114"/>
                  <a:pt x="2470890" y="46062"/>
                </a:cubicBezTo>
                <a:cubicBezTo>
                  <a:pt x="2469682" y="46009"/>
                  <a:pt x="2467975" y="45982"/>
                  <a:pt x="2465768" y="45982"/>
                </a:cubicBezTo>
                <a:cubicBezTo>
                  <a:pt x="2465452" y="45982"/>
                  <a:pt x="2465189" y="45667"/>
                  <a:pt x="2464979" y="45037"/>
                </a:cubicBezTo>
                <a:cubicBezTo>
                  <a:pt x="2464769" y="44406"/>
                  <a:pt x="2464637" y="43723"/>
                  <a:pt x="2464585" y="42987"/>
                </a:cubicBezTo>
                <a:cubicBezTo>
                  <a:pt x="2464532" y="42251"/>
                  <a:pt x="2464610" y="41568"/>
                  <a:pt x="2464820" y="40938"/>
                </a:cubicBezTo>
                <a:cubicBezTo>
                  <a:pt x="2465032" y="40307"/>
                  <a:pt x="2465348" y="39992"/>
                  <a:pt x="2465768" y="39992"/>
                </a:cubicBezTo>
                <a:cubicBezTo>
                  <a:pt x="2468395" y="39782"/>
                  <a:pt x="2470654" y="39388"/>
                  <a:pt x="2472545" y="38811"/>
                </a:cubicBezTo>
                <a:cubicBezTo>
                  <a:pt x="2474437" y="38232"/>
                  <a:pt x="2476040" y="37312"/>
                  <a:pt x="2477353" y="36052"/>
                </a:cubicBezTo>
                <a:cubicBezTo>
                  <a:pt x="2478668" y="34790"/>
                  <a:pt x="2479720" y="33082"/>
                  <a:pt x="2480507" y="30928"/>
                </a:cubicBezTo>
                <a:cubicBezTo>
                  <a:pt x="2481296" y="28773"/>
                  <a:pt x="2481953" y="25961"/>
                  <a:pt x="2482477" y="22494"/>
                </a:cubicBezTo>
                <a:cubicBezTo>
                  <a:pt x="2482583" y="21862"/>
                  <a:pt x="2483004" y="21389"/>
                  <a:pt x="2483740" y="21075"/>
                </a:cubicBezTo>
                <a:cubicBezTo>
                  <a:pt x="2484476" y="20759"/>
                  <a:pt x="2485265" y="20601"/>
                  <a:pt x="2486105" y="20601"/>
                </a:cubicBezTo>
                <a:cubicBezTo>
                  <a:pt x="2486945" y="20601"/>
                  <a:pt x="2487707" y="20732"/>
                  <a:pt x="2488390" y="20995"/>
                </a:cubicBezTo>
                <a:cubicBezTo>
                  <a:pt x="2489074" y="21258"/>
                  <a:pt x="2489415" y="21600"/>
                  <a:pt x="2489415" y="22020"/>
                </a:cubicBezTo>
                <a:lnTo>
                  <a:pt x="2489415" y="35578"/>
                </a:lnTo>
                <a:cubicBezTo>
                  <a:pt x="2489415" y="37260"/>
                  <a:pt x="2489494" y="38233"/>
                  <a:pt x="2489651" y="38496"/>
                </a:cubicBezTo>
                <a:cubicBezTo>
                  <a:pt x="2489810" y="38757"/>
                  <a:pt x="2490467" y="38888"/>
                  <a:pt x="2491623" y="38888"/>
                </a:cubicBezTo>
                <a:lnTo>
                  <a:pt x="2508018" y="38888"/>
                </a:lnTo>
                <a:cubicBezTo>
                  <a:pt x="2508754" y="38888"/>
                  <a:pt x="2509227" y="39309"/>
                  <a:pt x="2509437" y="40151"/>
                </a:cubicBezTo>
                <a:cubicBezTo>
                  <a:pt x="2509647" y="40991"/>
                  <a:pt x="2509752" y="41727"/>
                  <a:pt x="2509752" y="42357"/>
                </a:cubicBezTo>
                <a:cubicBezTo>
                  <a:pt x="2509752" y="42987"/>
                  <a:pt x="2509620" y="43749"/>
                  <a:pt x="2509357" y="44642"/>
                </a:cubicBezTo>
                <a:cubicBezTo>
                  <a:pt x="2509096" y="45536"/>
                  <a:pt x="2508544" y="45982"/>
                  <a:pt x="2507702" y="45982"/>
                </a:cubicBezTo>
                <a:lnTo>
                  <a:pt x="2490834" y="45982"/>
                </a:lnTo>
                <a:cubicBezTo>
                  <a:pt x="2490098" y="45982"/>
                  <a:pt x="2489677" y="46167"/>
                  <a:pt x="2489571" y="46535"/>
                </a:cubicBezTo>
                <a:cubicBezTo>
                  <a:pt x="2489467" y="46903"/>
                  <a:pt x="2489415" y="48243"/>
                  <a:pt x="2489415" y="50555"/>
                </a:cubicBezTo>
                <a:lnTo>
                  <a:pt x="2489415" y="85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Text goodatallbecausewewillhave">
            <a:extLst xmlns:a="http://schemas.openxmlformats.org/drawingml/2006/main">
              <a:ext uri="{FF2B5EF4-FFF2-40B4-BE49-F238E27FC236}">
                <a16:creationId xmlns:a16="http://schemas.microsoft.com/office/drawing/2014/main" id="{3EE3C8E0-7AC9-45A2-8159-3AA6173B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38" y="3939213"/>
            <a:ext cx="2510093" cy="159651"/>
          </a:xfrm>
          <a:custGeom xmlns:a="http://schemas.openxmlformats.org/drawingml/2006/main">
            <a:pathLst>
              <a:path w="2510093" h="159651">
                <a:moveTo>
                  <a:pt x="36260" y="86028"/>
                </a:moveTo>
                <a:cubicBezTo>
                  <a:pt x="41725" y="86028"/>
                  <a:pt x="45640" y="84242"/>
                  <a:pt x="48004" y="80668"/>
                </a:cubicBezTo>
                <a:cubicBezTo>
                  <a:pt x="50369" y="77094"/>
                  <a:pt x="51552" y="71890"/>
                  <a:pt x="51552" y="65059"/>
                </a:cubicBezTo>
                <a:cubicBezTo>
                  <a:pt x="51552" y="61591"/>
                  <a:pt x="51367" y="58439"/>
                  <a:pt x="50999" y="55602"/>
                </a:cubicBezTo>
                <a:cubicBezTo>
                  <a:pt x="50631" y="52764"/>
                  <a:pt x="49922" y="50319"/>
                  <a:pt x="48870" y="48270"/>
                </a:cubicBezTo>
                <a:cubicBezTo>
                  <a:pt x="47819" y="46220"/>
                  <a:pt x="46427" y="44644"/>
                  <a:pt x="44694" y="43540"/>
                </a:cubicBezTo>
                <a:cubicBezTo>
                  <a:pt x="42960" y="42436"/>
                  <a:pt x="40727" y="41883"/>
                  <a:pt x="37994" y="41883"/>
                </a:cubicBezTo>
                <a:cubicBezTo>
                  <a:pt x="34631" y="41883"/>
                  <a:pt x="31925" y="42593"/>
                  <a:pt x="29875" y="44012"/>
                </a:cubicBezTo>
                <a:cubicBezTo>
                  <a:pt x="27826" y="45431"/>
                  <a:pt x="26223" y="47244"/>
                  <a:pt x="25066" y="49451"/>
                </a:cubicBezTo>
                <a:cubicBezTo>
                  <a:pt x="23910" y="51658"/>
                  <a:pt x="23122" y="54128"/>
                  <a:pt x="22702" y="56860"/>
                </a:cubicBezTo>
                <a:cubicBezTo>
                  <a:pt x="22281" y="59593"/>
                  <a:pt x="22071" y="62274"/>
                  <a:pt x="22071" y="64902"/>
                </a:cubicBezTo>
                <a:cubicBezTo>
                  <a:pt x="22071" y="71838"/>
                  <a:pt x="23280" y="77094"/>
                  <a:pt x="25697" y="80668"/>
                </a:cubicBezTo>
                <a:cubicBezTo>
                  <a:pt x="28113" y="84242"/>
                  <a:pt x="31634" y="86028"/>
                  <a:pt x="36260" y="86028"/>
                </a:cubicBezTo>
                <a:moveTo>
                  <a:pt x="63849" y="48821"/>
                </a:moveTo>
                <a:cubicBezTo>
                  <a:pt x="65320" y="51027"/>
                  <a:pt x="66397" y="53366"/>
                  <a:pt x="67080" y="55835"/>
                </a:cubicBezTo>
                <a:cubicBezTo>
                  <a:pt x="67763" y="58305"/>
                  <a:pt x="68158" y="60801"/>
                  <a:pt x="68264" y="63324"/>
                </a:cubicBezTo>
                <a:cubicBezTo>
                  <a:pt x="68264" y="67949"/>
                  <a:pt x="67396" y="72023"/>
                  <a:pt x="65661" y="75545"/>
                </a:cubicBezTo>
                <a:cubicBezTo>
                  <a:pt x="63927" y="79065"/>
                  <a:pt x="61562" y="82033"/>
                  <a:pt x="58567" y="84450"/>
                </a:cubicBezTo>
                <a:cubicBezTo>
                  <a:pt x="55571" y="86867"/>
                  <a:pt x="52128" y="88706"/>
                  <a:pt x="48239" y="89968"/>
                </a:cubicBezTo>
                <a:cubicBezTo>
                  <a:pt x="44352" y="91229"/>
                  <a:pt x="40201" y="91859"/>
                  <a:pt x="35786" y="91859"/>
                </a:cubicBezTo>
                <a:cubicBezTo>
                  <a:pt x="34525" y="91859"/>
                  <a:pt x="32896" y="91912"/>
                  <a:pt x="30897" y="92018"/>
                </a:cubicBezTo>
                <a:cubicBezTo>
                  <a:pt x="28901" y="92122"/>
                  <a:pt x="26956" y="92332"/>
                  <a:pt x="25064" y="92648"/>
                </a:cubicBezTo>
                <a:cubicBezTo>
                  <a:pt x="23173" y="92964"/>
                  <a:pt x="21571" y="93464"/>
                  <a:pt x="20258" y="94147"/>
                </a:cubicBezTo>
                <a:cubicBezTo>
                  <a:pt x="18944" y="94830"/>
                  <a:pt x="18287" y="95802"/>
                  <a:pt x="18287" y="97063"/>
                </a:cubicBezTo>
                <a:cubicBezTo>
                  <a:pt x="18287" y="98009"/>
                  <a:pt x="18813" y="98797"/>
                  <a:pt x="19863" y="99427"/>
                </a:cubicBezTo>
                <a:cubicBezTo>
                  <a:pt x="20913" y="100058"/>
                  <a:pt x="22200" y="100557"/>
                  <a:pt x="23724" y="100926"/>
                </a:cubicBezTo>
                <a:cubicBezTo>
                  <a:pt x="25249" y="101293"/>
                  <a:pt x="26773" y="101556"/>
                  <a:pt x="28297" y="101715"/>
                </a:cubicBezTo>
                <a:cubicBezTo>
                  <a:pt x="29821" y="101872"/>
                  <a:pt x="31055" y="101951"/>
                  <a:pt x="32002" y="101951"/>
                </a:cubicBezTo>
                <a:cubicBezTo>
                  <a:pt x="39570" y="102475"/>
                  <a:pt x="46349" y="103132"/>
                  <a:pt x="52339" y="103921"/>
                </a:cubicBezTo>
                <a:cubicBezTo>
                  <a:pt x="58330" y="104708"/>
                  <a:pt x="63401" y="105996"/>
                  <a:pt x="67552" y="107784"/>
                </a:cubicBezTo>
                <a:cubicBezTo>
                  <a:pt x="71704" y="109571"/>
                  <a:pt x="74883" y="112066"/>
                  <a:pt x="77090" y="115271"/>
                </a:cubicBezTo>
                <a:cubicBezTo>
                  <a:pt x="79298" y="118476"/>
                  <a:pt x="80402" y="122655"/>
                  <a:pt x="80402" y="127806"/>
                </a:cubicBezTo>
                <a:cubicBezTo>
                  <a:pt x="80402" y="132325"/>
                  <a:pt x="79509" y="136529"/>
                  <a:pt x="77722" y="140416"/>
                </a:cubicBezTo>
                <a:cubicBezTo>
                  <a:pt x="75936" y="144305"/>
                  <a:pt x="73255" y="147668"/>
                  <a:pt x="69680" y="150505"/>
                </a:cubicBezTo>
                <a:cubicBezTo>
                  <a:pt x="66107" y="153344"/>
                  <a:pt x="61720" y="155578"/>
                  <a:pt x="56517" y="157207"/>
                </a:cubicBezTo>
                <a:cubicBezTo>
                  <a:pt x="51315" y="158837"/>
                  <a:pt x="45297" y="159651"/>
                  <a:pt x="38465" y="159651"/>
                </a:cubicBezTo>
                <a:cubicBezTo>
                  <a:pt x="32790" y="159651"/>
                  <a:pt x="27587" y="159152"/>
                  <a:pt x="22858" y="158153"/>
                </a:cubicBezTo>
                <a:cubicBezTo>
                  <a:pt x="18129" y="157155"/>
                  <a:pt x="14056" y="155605"/>
                  <a:pt x="10640" y="153503"/>
                </a:cubicBezTo>
                <a:cubicBezTo>
                  <a:pt x="7224" y="151400"/>
                  <a:pt x="4596" y="148720"/>
                  <a:pt x="2757" y="145461"/>
                </a:cubicBezTo>
                <a:cubicBezTo>
                  <a:pt x="919" y="142204"/>
                  <a:pt x="0" y="138315"/>
                  <a:pt x="0" y="133796"/>
                </a:cubicBezTo>
                <a:cubicBezTo>
                  <a:pt x="0" y="131169"/>
                  <a:pt x="367" y="128778"/>
                  <a:pt x="1102" y="126623"/>
                </a:cubicBezTo>
                <a:cubicBezTo>
                  <a:pt x="1838" y="124469"/>
                  <a:pt x="2836" y="122551"/>
                  <a:pt x="4097" y="120868"/>
                </a:cubicBezTo>
                <a:cubicBezTo>
                  <a:pt x="5359" y="119186"/>
                  <a:pt x="6778" y="117688"/>
                  <a:pt x="8355" y="116375"/>
                </a:cubicBezTo>
                <a:cubicBezTo>
                  <a:pt x="9931" y="115061"/>
                  <a:pt x="11560" y="113984"/>
                  <a:pt x="13243" y="113144"/>
                </a:cubicBezTo>
                <a:cubicBezTo>
                  <a:pt x="10824" y="112302"/>
                  <a:pt x="8617" y="111119"/>
                  <a:pt x="6620" y="109596"/>
                </a:cubicBezTo>
                <a:cubicBezTo>
                  <a:pt x="4624" y="108072"/>
                  <a:pt x="3625" y="105629"/>
                  <a:pt x="3625" y="102266"/>
                </a:cubicBezTo>
                <a:cubicBezTo>
                  <a:pt x="3625" y="99847"/>
                  <a:pt x="4177" y="97798"/>
                  <a:pt x="5280" y="96117"/>
                </a:cubicBezTo>
                <a:cubicBezTo>
                  <a:pt x="6384" y="94435"/>
                  <a:pt x="7855" y="93068"/>
                  <a:pt x="9695" y="92018"/>
                </a:cubicBezTo>
                <a:cubicBezTo>
                  <a:pt x="11534" y="90968"/>
                  <a:pt x="13584" y="90206"/>
                  <a:pt x="15843" y="89733"/>
                </a:cubicBezTo>
                <a:cubicBezTo>
                  <a:pt x="18103" y="89260"/>
                  <a:pt x="20336" y="88970"/>
                  <a:pt x="22543" y="88864"/>
                </a:cubicBezTo>
                <a:cubicBezTo>
                  <a:pt x="22649" y="88864"/>
                  <a:pt x="22702" y="88812"/>
                  <a:pt x="22702" y="88708"/>
                </a:cubicBezTo>
                <a:cubicBezTo>
                  <a:pt x="22702" y="88602"/>
                  <a:pt x="22649" y="88549"/>
                  <a:pt x="22543" y="88549"/>
                </a:cubicBezTo>
                <a:cubicBezTo>
                  <a:pt x="17183" y="86447"/>
                  <a:pt x="12979" y="83530"/>
                  <a:pt x="9930" y="79800"/>
                </a:cubicBezTo>
                <a:cubicBezTo>
                  <a:pt x="6883" y="76068"/>
                  <a:pt x="5360" y="71049"/>
                  <a:pt x="5360" y="64743"/>
                </a:cubicBezTo>
                <a:cubicBezTo>
                  <a:pt x="5360" y="60434"/>
                  <a:pt x="6148" y="56519"/>
                  <a:pt x="7724" y="52999"/>
                </a:cubicBezTo>
                <a:cubicBezTo>
                  <a:pt x="9301" y="49477"/>
                  <a:pt x="11534" y="46482"/>
                  <a:pt x="14424" y="44012"/>
                </a:cubicBezTo>
                <a:cubicBezTo>
                  <a:pt x="17314" y="41542"/>
                  <a:pt x="20808" y="39624"/>
                  <a:pt x="24908" y="38258"/>
                </a:cubicBezTo>
                <a:cubicBezTo>
                  <a:pt x="29007" y="36891"/>
                  <a:pt x="33526" y="36208"/>
                  <a:pt x="38465" y="36208"/>
                </a:cubicBezTo>
                <a:cubicBezTo>
                  <a:pt x="44037" y="36208"/>
                  <a:pt x="48478" y="36996"/>
                  <a:pt x="51788" y="38573"/>
                </a:cubicBezTo>
                <a:cubicBezTo>
                  <a:pt x="55098" y="40149"/>
                  <a:pt x="58119" y="42199"/>
                  <a:pt x="60852" y="44722"/>
                </a:cubicBezTo>
                <a:cubicBezTo>
                  <a:pt x="62850" y="42725"/>
                  <a:pt x="65215" y="41043"/>
                  <a:pt x="67946" y="39677"/>
                </a:cubicBezTo>
                <a:cubicBezTo>
                  <a:pt x="70679" y="38311"/>
                  <a:pt x="73727" y="37628"/>
                  <a:pt x="77092" y="37628"/>
                </a:cubicBezTo>
                <a:cubicBezTo>
                  <a:pt x="78248" y="37628"/>
                  <a:pt x="79535" y="37733"/>
                  <a:pt x="80953" y="37943"/>
                </a:cubicBezTo>
                <a:cubicBezTo>
                  <a:pt x="82372" y="38153"/>
                  <a:pt x="83686" y="38547"/>
                  <a:pt x="84893" y="39126"/>
                </a:cubicBezTo>
                <a:cubicBezTo>
                  <a:pt x="86103" y="39704"/>
                  <a:pt x="87101" y="40465"/>
                  <a:pt x="87888" y="41412"/>
                </a:cubicBezTo>
                <a:cubicBezTo>
                  <a:pt x="88677" y="42358"/>
                  <a:pt x="89072" y="43619"/>
                  <a:pt x="89072" y="45196"/>
                </a:cubicBezTo>
                <a:cubicBezTo>
                  <a:pt x="89072" y="46982"/>
                  <a:pt x="88599" y="48585"/>
                  <a:pt x="87653" y="50004"/>
                </a:cubicBezTo>
                <a:cubicBezTo>
                  <a:pt x="86708" y="51422"/>
                  <a:pt x="84869" y="52131"/>
                  <a:pt x="82137" y="52131"/>
                </a:cubicBezTo>
                <a:cubicBezTo>
                  <a:pt x="80140" y="52131"/>
                  <a:pt x="78826" y="51711"/>
                  <a:pt x="78194" y="50870"/>
                </a:cubicBezTo>
                <a:cubicBezTo>
                  <a:pt x="77564" y="50030"/>
                  <a:pt x="77091" y="49137"/>
                  <a:pt x="76775" y="48190"/>
                </a:cubicBezTo>
                <a:cubicBezTo>
                  <a:pt x="76460" y="47244"/>
                  <a:pt x="76093" y="46351"/>
                  <a:pt x="75673" y="45511"/>
                </a:cubicBezTo>
                <a:cubicBezTo>
                  <a:pt x="75253" y="44669"/>
                  <a:pt x="74254" y="44248"/>
                  <a:pt x="72678" y="44248"/>
                </a:cubicBezTo>
                <a:cubicBezTo>
                  <a:pt x="70996" y="44248"/>
                  <a:pt x="69313" y="44669"/>
                  <a:pt x="67631" y="45511"/>
                </a:cubicBezTo>
                <a:cubicBezTo>
                  <a:pt x="65950" y="46351"/>
                  <a:pt x="64690" y="47454"/>
                  <a:pt x="63849" y="48821"/>
                </a:cubicBezTo>
                <a:moveTo>
                  <a:pt x="21124" y="114878"/>
                </a:moveTo>
                <a:cubicBezTo>
                  <a:pt x="19337" y="116349"/>
                  <a:pt x="17918" y="118451"/>
                  <a:pt x="16866" y="121183"/>
                </a:cubicBezTo>
                <a:cubicBezTo>
                  <a:pt x="15815" y="123916"/>
                  <a:pt x="15290" y="126649"/>
                  <a:pt x="15290" y="129382"/>
                </a:cubicBezTo>
                <a:cubicBezTo>
                  <a:pt x="15290" y="133271"/>
                  <a:pt x="16105" y="136660"/>
                  <a:pt x="17734" y="139550"/>
                </a:cubicBezTo>
                <a:cubicBezTo>
                  <a:pt x="19363" y="142440"/>
                  <a:pt x="21492" y="144857"/>
                  <a:pt x="24118" y="146801"/>
                </a:cubicBezTo>
                <a:cubicBezTo>
                  <a:pt x="26747" y="148746"/>
                  <a:pt x="29769" y="150192"/>
                  <a:pt x="33185" y="151138"/>
                </a:cubicBezTo>
                <a:cubicBezTo>
                  <a:pt x="36601" y="152084"/>
                  <a:pt x="40096" y="152557"/>
                  <a:pt x="43669" y="152557"/>
                </a:cubicBezTo>
                <a:cubicBezTo>
                  <a:pt x="46822" y="152557"/>
                  <a:pt x="49790" y="152031"/>
                  <a:pt x="52574" y="150979"/>
                </a:cubicBezTo>
                <a:cubicBezTo>
                  <a:pt x="55360" y="149929"/>
                  <a:pt x="57804" y="148510"/>
                  <a:pt x="59907" y="146724"/>
                </a:cubicBezTo>
                <a:cubicBezTo>
                  <a:pt x="62009" y="144937"/>
                  <a:pt x="63691" y="142835"/>
                  <a:pt x="64951" y="140416"/>
                </a:cubicBezTo>
                <a:cubicBezTo>
                  <a:pt x="66213" y="137999"/>
                  <a:pt x="66844" y="135372"/>
                  <a:pt x="66844" y="132535"/>
                </a:cubicBezTo>
                <a:cubicBezTo>
                  <a:pt x="66844" y="128961"/>
                  <a:pt x="65662" y="126070"/>
                  <a:pt x="63296" y="123863"/>
                </a:cubicBezTo>
                <a:cubicBezTo>
                  <a:pt x="60932" y="121657"/>
                  <a:pt x="57701" y="119922"/>
                  <a:pt x="53601" y="118660"/>
                </a:cubicBezTo>
                <a:cubicBezTo>
                  <a:pt x="49502" y="117399"/>
                  <a:pt x="44667" y="116506"/>
                  <a:pt x="39096" y="115980"/>
                </a:cubicBezTo>
                <a:cubicBezTo>
                  <a:pt x="33526" y="115456"/>
                  <a:pt x="27535" y="115088"/>
                  <a:pt x="21124" y="114878"/>
                </a:cubicBezTo>
                <a:close/>
                <a:moveTo>
                  <a:pt x="166307" y="71837"/>
                </a:moveTo>
                <a:cubicBezTo>
                  <a:pt x="166307" y="78249"/>
                  <a:pt x="165414" y="83925"/>
                  <a:pt x="163628" y="88864"/>
                </a:cubicBezTo>
                <a:cubicBezTo>
                  <a:pt x="161841" y="93804"/>
                  <a:pt x="159292" y="97956"/>
                  <a:pt x="155980" y="101320"/>
                </a:cubicBezTo>
                <a:cubicBezTo>
                  <a:pt x="152670" y="104683"/>
                  <a:pt x="148702" y="107232"/>
                  <a:pt x="144077" y="108965"/>
                </a:cubicBezTo>
                <a:cubicBezTo>
                  <a:pt x="139454" y="110699"/>
                  <a:pt x="134304" y="111566"/>
                  <a:pt x="128629" y="111566"/>
                </a:cubicBezTo>
                <a:cubicBezTo>
                  <a:pt x="123689" y="111566"/>
                  <a:pt x="119117" y="110752"/>
                  <a:pt x="114912" y="109124"/>
                </a:cubicBezTo>
                <a:cubicBezTo>
                  <a:pt x="110708" y="107495"/>
                  <a:pt x="107082" y="105077"/>
                  <a:pt x="104034" y="101871"/>
                </a:cubicBezTo>
                <a:cubicBezTo>
                  <a:pt x="100987" y="98666"/>
                  <a:pt x="98569" y="94619"/>
                  <a:pt x="96781" y="89733"/>
                </a:cubicBezTo>
                <a:cubicBezTo>
                  <a:pt x="94994" y="84845"/>
                  <a:pt x="94101" y="79090"/>
                  <a:pt x="94101" y="72468"/>
                </a:cubicBezTo>
                <a:cubicBezTo>
                  <a:pt x="94101" y="67108"/>
                  <a:pt x="94994" y="62195"/>
                  <a:pt x="96781" y="57729"/>
                </a:cubicBezTo>
                <a:cubicBezTo>
                  <a:pt x="98569" y="53262"/>
                  <a:pt x="101065" y="49453"/>
                  <a:pt x="104269" y="46300"/>
                </a:cubicBezTo>
                <a:cubicBezTo>
                  <a:pt x="107475" y="43145"/>
                  <a:pt x="111338" y="40675"/>
                  <a:pt x="115857" y="38888"/>
                </a:cubicBezTo>
                <a:cubicBezTo>
                  <a:pt x="120377" y="37102"/>
                  <a:pt x="125317" y="36208"/>
                  <a:pt x="130678" y="36208"/>
                </a:cubicBezTo>
                <a:cubicBezTo>
                  <a:pt x="135828" y="36208"/>
                  <a:pt x="140583" y="36996"/>
                  <a:pt x="144943" y="38573"/>
                </a:cubicBezTo>
                <a:cubicBezTo>
                  <a:pt x="149305" y="40149"/>
                  <a:pt x="153063" y="42436"/>
                  <a:pt x="156216" y="45431"/>
                </a:cubicBezTo>
                <a:cubicBezTo>
                  <a:pt x="159370" y="48427"/>
                  <a:pt x="161841" y="52132"/>
                  <a:pt x="163628" y="56548"/>
                </a:cubicBezTo>
                <a:cubicBezTo>
                  <a:pt x="165414" y="60961"/>
                  <a:pt x="166307" y="66058"/>
                  <a:pt x="166307" y="71837"/>
                </a:cubicBezTo>
                <a:moveTo>
                  <a:pt x="149754" y="73572"/>
                </a:moveTo>
                <a:cubicBezTo>
                  <a:pt x="149754" y="69579"/>
                  <a:pt x="149491" y="65690"/>
                  <a:pt x="148965" y="61907"/>
                </a:cubicBezTo>
                <a:cubicBezTo>
                  <a:pt x="148439" y="58122"/>
                  <a:pt x="147493" y="54759"/>
                  <a:pt x="146127" y="51816"/>
                </a:cubicBezTo>
                <a:cubicBezTo>
                  <a:pt x="144760" y="48873"/>
                  <a:pt x="142869" y="46508"/>
                  <a:pt x="140452" y="44722"/>
                </a:cubicBezTo>
                <a:cubicBezTo>
                  <a:pt x="138035" y="42935"/>
                  <a:pt x="134934" y="42042"/>
                  <a:pt x="131150" y="42042"/>
                </a:cubicBezTo>
                <a:cubicBezTo>
                  <a:pt x="126946" y="42042"/>
                  <a:pt x="123530" y="42935"/>
                  <a:pt x="120902" y="44722"/>
                </a:cubicBezTo>
                <a:cubicBezTo>
                  <a:pt x="118275" y="46508"/>
                  <a:pt x="116200" y="48899"/>
                  <a:pt x="114676" y="51895"/>
                </a:cubicBezTo>
                <a:cubicBezTo>
                  <a:pt x="113153" y="54891"/>
                  <a:pt x="112101" y="58280"/>
                  <a:pt x="111522" y="62064"/>
                </a:cubicBezTo>
                <a:cubicBezTo>
                  <a:pt x="110945" y="65847"/>
                  <a:pt x="110656" y="69788"/>
                  <a:pt x="110656" y="73887"/>
                </a:cubicBezTo>
                <a:cubicBezTo>
                  <a:pt x="110656" y="77460"/>
                  <a:pt x="110919" y="81139"/>
                  <a:pt x="111443" y="84924"/>
                </a:cubicBezTo>
                <a:cubicBezTo>
                  <a:pt x="111969" y="88707"/>
                  <a:pt x="112967" y="92123"/>
                  <a:pt x="114438" y="95172"/>
                </a:cubicBezTo>
                <a:cubicBezTo>
                  <a:pt x="115910" y="98219"/>
                  <a:pt x="117933" y="100742"/>
                  <a:pt x="120507" y="102740"/>
                </a:cubicBezTo>
                <a:cubicBezTo>
                  <a:pt x="123083" y="104736"/>
                  <a:pt x="126368" y="105735"/>
                  <a:pt x="130363" y="105735"/>
                </a:cubicBezTo>
                <a:cubicBezTo>
                  <a:pt x="134462" y="105735"/>
                  <a:pt x="137772" y="104789"/>
                  <a:pt x="140293" y="102896"/>
                </a:cubicBezTo>
                <a:cubicBezTo>
                  <a:pt x="142816" y="101004"/>
                  <a:pt x="144787" y="98534"/>
                  <a:pt x="146206" y="95487"/>
                </a:cubicBezTo>
                <a:cubicBezTo>
                  <a:pt x="147626" y="92438"/>
                  <a:pt x="148572" y="88996"/>
                  <a:pt x="149045" y="85160"/>
                </a:cubicBezTo>
                <a:cubicBezTo>
                  <a:pt x="149518" y="81324"/>
                  <a:pt x="149754" y="77461"/>
                  <a:pt x="149754" y="73572"/>
                </a:cubicBezTo>
                <a:close/>
                <a:moveTo>
                  <a:pt x="250951" y="71837"/>
                </a:moveTo>
                <a:cubicBezTo>
                  <a:pt x="250951" y="78249"/>
                  <a:pt x="250058" y="83925"/>
                  <a:pt x="248271" y="88864"/>
                </a:cubicBezTo>
                <a:cubicBezTo>
                  <a:pt x="246485" y="93804"/>
                  <a:pt x="243936" y="97956"/>
                  <a:pt x="240624" y="101320"/>
                </a:cubicBezTo>
                <a:cubicBezTo>
                  <a:pt x="237314" y="104683"/>
                  <a:pt x="233346" y="107232"/>
                  <a:pt x="228721" y="108965"/>
                </a:cubicBezTo>
                <a:cubicBezTo>
                  <a:pt x="224098" y="110699"/>
                  <a:pt x="218948" y="111566"/>
                  <a:pt x="213272" y="111566"/>
                </a:cubicBezTo>
                <a:cubicBezTo>
                  <a:pt x="208333" y="111566"/>
                  <a:pt x="203761" y="110752"/>
                  <a:pt x="199556" y="109124"/>
                </a:cubicBezTo>
                <a:cubicBezTo>
                  <a:pt x="195352" y="107495"/>
                  <a:pt x="191726" y="105077"/>
                  <a:pt x="188678" y="101871"/>
                </a:cubicBezTo>
                <a:cubicBezTo>
                  <a:pt x="185631" y="98666"/>
                  <a:pt x="183213" y="94619"/>
                  <a:pt x="181425" y="89733"/>
                </a:cubicBezTo>
                <a:cubicBezTo>
                  <a:pt x="179638" y="84845"/>
                  <a:pt x="178745" y="79090"/>
                  <a:pt x="178745" y="72468"/>
                </a:cubicBezTo>
                <a:cubicBezTo>
                  <a:pt x="178745" y="67108"/>
                  <a:pt x="179638" y="62195"/>
                  <a:pt x="181425" y="57729"/>
                </a:cubicBezTo>
                <a:cubicBezTo>
                  <a:pt x="183213" y="53262"/>
                  <a:pt x="185709" y="49453"/>
                  <a:pt x="188913" y="46300"/>
                </a:cubicBezTo>
                <a:cubicBezTo>
                  <a:pt x="192119" y="43145"/>
                  <a:pt x="195982" y="40675"/>
                  <a:pt x="200501" y="38888"/>
                </a:cubicBezTo>
                <a:cubicBezTo>
                  <a:pt x="205020" y="37102"/>
                  <a:pt x="209961" y="36208"/>
                  <a:pt x="215322" y="36208"/>
                </a:cubicBezTo>
                <a:cubicBezTo>
                  <a:pt x="220472" y="36208"/>
                  <a:pt x="225227" y="36996"/>
                  <a:pt x="229587" y="38573"/>
                </a:cubicBezTo>
                <a:cubicBezTo>
                  <a:pt x="233949" y="40149"/>
                  <a:pt x="237707" y="42436"/>
                  <a:pt x="240860" y="45431"/>
                </a:cubicBezTo>
                <a:cubicBezTo>
                  <a:pt x="244014" y="48427"/>
                  <a:pt x="246485" y="52132"/>
                  <a:pt x="248271" y="56548"/>
                </a:cubicBezTo>
                <a:cubicBezTo>
                  <a:pt x="250058" y="60961"/>
                  <a:pt x="250951" y="66058"/>
                  <a:pt x="250951" y="71837"/>
                </a:cubicBezTo>
                <a:moveTo>
                  <a:pt x="234398" y="73572"/>
                </a:moveTo>
                <a:cubicBezTo>
                  <a:pt x="234398" y="69579"/>
                  <a:pt x="234135" y="65690"/>
                  <a:pt x="233609" y="61907"/>
                </a:cubicBezTo>
                <a:cubicBezTo>
                  <a:pt x="233083" y="58122"/>
                  <a:pt x="232137" y="54759"/>
                  <a:pt x="230771" y="51816"/>
                </a:cubicBezTo>
                <a:cubicBezTo>
                  <a:pt x="229404" y="48873"/>
                  <a:pt x="227513" y="46508"/>
                  <a:pt x="225096" y="44722"/>
                </a:cubicBezTo>
                <a:cubicBezTo>
                  <a:pt x="222679" y="42935"/>
                  <a:pt x="219578" y="42042"/>
                  <a:pt x="215794" y="42042"/>
                </a:cubicBezTo>
                <a:cubicBezTo>
                  <a:pt x="211590" y="42042"/>
                  <a:pt x="208174" y="42935"/>
                  <a:pt x="205546" y="44722"/>
                </a:cubicBezTo>
                <a:cubicBezTo>
                  <a:pt x="202919" y="46508"/>
                  <a:pt x="200844" y="48899"/>
                  <a:pt x="199320" y="51895"/>
                </a:cubicBezTo>
                <a:cubicBezTo>
                  <a:pt x="197796" y="54891"/>
                  <a:pt x="196745" y="58280"/>
                  <a:pt x="196166" y="62064"/>
                </a:cubicBezTo>
                <a:cubicBezTo>
                  <a:pt x="195589" y="65847"/>
                  <a:pt x="195300" y="69788"/>
                  <a:pt x="195300" y="73887"/>
                </a:cubicBezTo>
                <a:cubicBezTo>
                  <a:pt x="195300" y="77460"/>
                  <a:pt x="195562" y="81139"/>
                  <a:pt x="196087" y="84924"/>
                </a:cubicBezTo>
                <a:cubicBezTo>
                  <a:pt x="196613" y="88707"/>
                  <a:pt x="197611" y="92123"/>
                  <a:pt x="199082" y="95172"/>
                </a:cubicBezTo>
                <a:cubicBezTo>
                  <a:pt x="200554" y="98219"/>
                  <a:pt x="202577" y="100742"/>
                  <a:pt x="205151" y="102740"/>
                </a:cubicBezTo>
                <a:cubicBezTo>
                  <a:pt x="207727" y="104736"/>
                  <a:pt x="211012" y="105735"/>
                  <a:pt x="215007" y="105735"/>
                </a:cubicBezTo>
                <a:cubicBezTo>
                  <a:pt x="219106" y="105735"/>
                  <a:pt x="222416" y="104789"/>
                  <a:pt x="224937" y="102896"/>
                </a:cubicBezTo>
                <a:cubicBezTo>
                  <a:pt x="227460" y="101004"/>
                  <a:pt x="229431" y="98534"/>
                  <a:pt x="230850" y="95487"/>
                </a:cubicBezTo>
                <a:cubicBezTo>
                  <a:pt x="232269" y="92438"/>
                  <a:pt x="233216" y="88996"/>
                  <a:pt x="233689" y="85160"/>
                </a:cubicBezTo>
                <a:cubicBezTo>
                  <a:pt x="234162" y="81324"/>
                  <a:pt x="234398" y="77461"/>
                  <a:pt x="234398" y="73572"/>
                </a:cubicBezTo>
                <a:close/>
                <a:moveTo>
                  <a:pt x="314154" y="50555"/>
                </a:moveTo>
                <a:cubicBezTo>
                  <a:pt x="312158" y="48033"/>
                  <a:pt x="310003" y="46167"/>
                  <a:pt x="307690" y="44960"/>
                </a:cubicBezTo>
                <a:cubicBezTo>
                  <a:pt x="305378" y="43751"/>
                  <a:pt x="302593" y="43146"/>
                  <a:pt x="299336" y="43146"/>
                </a:cubicBezTo>
                <a:cubicBezTo>
                  <a:pt x="296181" y="43146"/>
                  <a:pt x="293343" y="43619"/>
                  <a:pt x="290820" y="44565"/>
                </a:cubicBezTo>
                <a:cubicBezTo>
                  <a:pt x="288299" y="45510"/>
                  <a:pt x="286171" y="47138"/>
                  <a:pt x="284435" y="49451"/>
                </a:cubicBezTo>
                <a:cubicBezTo>
                  <a:pt x="282702" y="51764"/>
                  <a:pt x="281388" y="54917"/>
                  <a:pt x="280495" y="58912"/>
                </a:cubicBezTo>
                <a:cubicBezTo>
                  <a:pt x="279602" y="62906"/>
                  <a:pt x="279155" y="67950"/>
                  <a:pt x="279155" y="74046"/>
                </a:cubicBezTo>
                <a:cubicBezTo>
                  <a:pt x="279155" y="77619"/>
                  <a:pt x="279522" y="81113"/>
                  <a:pt x="280257" y="84529"/>
                </a:cubicBezTo>
                <a:cubicBezTo>
                  <a:pt x="280993" y="87945"/>
                  <a:pt x="282071" y="90993"/>
                  <a:pt x="283490" y="93673"/>
                </a:cubicBezTo>
                <a:cubicBezTo>
                  <a:pt x="284909" y="96353"/>
                  <a:pt x="286644" y="98508"/>
                  <a:pt x="288693" y="100137"/>
                </a:cubicBezTo>
                <a:cubicBezTo>
                  <a:pt x="290743" y="101766"/>
                  <a:pt x="293134" y="102581"/>
                  <a:pt x="295867" y="102581"/>
                </a:cubicBezTo>
                <a:cubicBezTo>
                  <a:pt x="300280" y="102581"/>
                  <a:pt x="303932" y="101819"/>
                  <a:pt x="306822" y="100296"/>
                </a:cubicBezTo>
                <a:cubicBezTo>
                  <a:pt x="309713" y="98771"/>
                  <a:pt x="312158" y="96800"/>
                  <a:pt x="314154" y="94383"/>
                </a:cubicBezTo>
                <a:lnTo>
                  <a:pt x="314154" y="50555"/>
                </a:lnTo>
                <a:moveTo>
                  <a:pt x="328973" y="82559"/>
                </a:moveTo>
                <a:cubicBezTo>
                  <a:pt x="328973" y="86868"/>
                  <a:pt x="329051" y="90363"/>
                  <a:pt x="329208" y="93043"/>
                </a:cubicBezTo>
                <a:cubicBezTo>
                  <a:pt x="329367" y="95723"/>
                  <a:pt x="329840" y="97825"/>
                  <a:pt x="330628" y="99350"/>
                </a:cubicBezTo>
                <a:cubicBezTo>
                  <a:pt x="331417" y="100874"/>
                  <a:pt x="332600" y="101924"/>
                  <a:pt x="334176" y="102502"/>
                </a:cubicBezTo>
                <a:cubicBezTo>
                  <a:pt x="335752" y="103079"/>
                  <a:pt x="337960" y="103368"/>
                  <a:pt x="340799" y="103368"/>
                </a:cubicBezTo>
                <a:cubicBezTo>
                  <a:pt x="341219" y="103368"/>
                  <a:pt x="341560" y="103604"/>
                  <a:pt x="341821" y="104077"/>
                </a:cubicBezTo>
                <a:cubicBezTo>
                  <a:pt x="342084" y="104550"/>
                  <a:pt x="342215" y="105103"/>
                  <a:pt x="342215" y="105735"/>
                </a:cubicBezTo>
                <a:cubicBezTo>
                  <a:pt x="342215" y="106259"/>
                  <a:pt x="342110" y="106784"/>
                  <a:pt x="341900" y="107310"/>
                </a:cubicBezTo>
                <a:cubicBezTo>
                  <a:pt x="341690" y="107836"/>
                  <a:pt x="341323" y="108099"/>
                  <a:pt x="340799" y="108099"/>
                </a:cubicBezTo>
                <a:cubicBezTo>
                  <a:pt x="339957" y="108099"/>
                  <a:pt x="339246" y="108126"/>
                  <a:pt x="338667" y="108179"/>
                </a:cubicBezTo>
                <a:cubicBezTo>
                  <a:pt x="338090" y="108230"/>
                  <a:pt x="337512" y="108282"/>
                  <a:pt x="336933" y="108335"/>
                </a:cubicBezTo>
                <a:cubicBezTo>
                  <a:pt x="336355" y="108388"/>
                  <a:pt x="335725" y="108467"/>
                  <a:pt x="335042" y="108573"/>
                </a:cubicBezTo>
                <a:cubicBezTo>
                  <a:pt x="334359" y="108678"/>
                  <a:pt x="333492" y="108782"/>
                  <a:pt x="332442" y="108886"/>
                </a:cubicBezTo>
                <a:cubicBezTo>
                  <a:pt x="331601" y="108992"/>
                  <a:pt x="330445" y="109203"/>
                  <a:pt x="328973" y="109519"/>
                </a:cubicBezTo>
                <a:cubicBezTo>
                  <a:pt x="327502" y="109833"/>
                  <a:pt x="325979" y="110147"/>
                  <a:pt x="324402" y="110462"/>
                </a:cubicBezTo>
                <a:cubicBezTo>
                  <a:pt x="322826" y="110778"/>
                  <a:pt x="321354" y="111041"/>
                  <a:pt x="319988" y="111251"/>
                </a:cubicBezTo>
                <a:cubicBezTo>
                  <a:pt x="318621" y="111461"/>
                  <a:pt x="317728" y="111566"/>
                  <a:pt x="317308" y="111566"/>
                </a:cubicBezTo>
                <a:cubicBezTo>
                  <a:pt x="316466" y="111566"/>
                  <a:pt x="315782" y="110831"/>
                  <a:pt x="315256" y="109360"/>
                </a:cubicBezTo>
                <a:cubicBezTo>
                  <a:pt x="314732" y="107888"/>
                  <a:pt x="314469" y="105838"/>
                  <a:pt x="314469" y="103211"/>
                </a:cubicBezTo>
                <a:cubicBezTo>
                  <a:pt x="314469" y="102685"/>
                  <a:pt x="314338" y="102475"/>
                  <a:pt x="314075" y="102581"/>
                </a:cubicBezTo>
                <a:cubicBezTo>
                  <a:pt x="313812" y="102685"/>
                  <a:pt x="313575" y="102842"/>
                  <a:pt x="313365" y="103053"/>
                </a:cubicBezTo>
                <a:cubicBezTo>
                  <a:pt x="310108" y="105995"/>
                  <a:pt x="306955" y="108150"/>
                  <a:pt x="303906" y="109516"/>
                </a:cubicBezTo>
                <a:cubicBezTo>
                  <a:pt x="300859" y="110883"/>
                  <a:pt x="297128" y="111566"/>
                  <a:pt x="292713" y="111566"/>
                </a:cubicBezTo>
                <a:cubicBezTo>
                  <a:pt x="288088" y="111566"/>
                  <a:pt x="283909" y="110752"/>
                  <a:pt x="280178" y="109124"/>
                </a:cubicBezTo>
                <a:cubicBezTo>
                  <a:pt x="276447" y="107495"/>
                  <a:pt x="273294" y="105182"/>
                  <a:pt x="270719" y="102186"/>
                </a:cubicBezTo>
                <a:cubicBezTo>
                  <a:pt x="268145" y="99191"/>
                  <a:pt x="266148" y="95538"/>
                  <a:pt x="264729" y="91229"/>
                </a:cubicBezTo>
                <a:cubicBezTo>
                  <a:pt x="263311" y="86920"/>
                  <a:pt x="262602" y="82085"/>
                  <a:pt x="262602" y="76726"/>
                </a:cubicBezTo>
                <a:cubicBezTo>
                  <a:pt x="262602" y="69684"/>
                  <a:pt x="263706" y="63614"/>
                  <a:pt x="265912" y="58518"/>
                </a:cubicBezTo>
                <a:cubicBezTo>
                  <a:pt x="268119" y="53419"/>
                  <a:pt x="271009" y="49215"/>
                  <a:pt x="274582" y="45905"/>
                </a:cubicBezTo>
                <a:cubicBezTo>
                  <a:pt x="278157" y="42593"/>
                  <a:pt x="282177" y="40149"/>
                  <a:pt x="286644" y="38573"/>
                </a:cubicBezTo>
                <a:cubicBezTo>
                  <a:pt x="291110" y="36996"/>
                  <a:pt x="295551" y="36208"/>
                  <a:pt x="299966" y="36208"/>
                </a:cubicBezTo>
                <a:cubicBezTo>
                  <a:pt x="302067" y="36208"/>
                  <a:pt x="304379" y="36445"/>
                  <a:pt x="306901" y="36918"/>
                </a:cubicBezTo>
                <a:cubicBezTo>
                  <a:pt x="309424" y="37391"/>
                  <a:pt x="311842" y="38206"/>
                  <a:pt x="314154" y="39362"/>
                </a:cubicBezTo>
                <a:lnTo>
                  <a:pt x="314154" y="29744"/>
                </a:lnTo>
                <a:cubicBezTo>
                  <a:pt x="314154" y="25225"/>
                  <a:pt x="314049" y="21626"/>
                  <a:pt x="313839" y="18946"/>
                </a:cubicBezTo>
                <a:cubicBezTo>
                  <a:pt x="313629" y="16266"/>
                  <a:pt x="313077" y="14191"/>
                  <a:pt x="312184" y="12720"/>
                </a:cubicBezTo>
                <a:cubicBezTo>
                  <a:pt x="311291" y="11248"/>
                  <a:pt x="309924" y="10249"/>
                  <a:pt x="308085" y="9723"/>
                </a:cubicBezTo>
                <a:cubicBezTo>
                  <a:pt x="306245" y="9197"/>
                  <a:pt x="303749" y="8776"/>
                  <a:pt x="300596" y="8462"/>
                </a:cubicBezTo>
                <a:cubicBezTo>
                  <a:pt x="300176" y="8462"/>
                  <a:pt x="299835" y="8199"/>
                  <a:pt x="299571" y="7673"/>
                </a:cubicBezTo>
                <a:cubicBezTo>
                  <a:pt x="299308" y="7147"/>
                  <a:pt x="299177" y="6622"/>
                  <a:pt x="299177" y="6097"/>
                </a:cubicBezTo>
                <a:cubicBezTo>
                  <a:pt x="299177" y="5571"/>
                  <a:pt x="299282" y="5046"/>
                  <a:pt x="299492" y="4522"/>
                </a:cubicBezTo>
                <a:cubicBezTo>
                  <a:pt x="299702" y="3996"/>
                  <a:pt x="300070" y="3733"/>
                  <a:pt x="300596" y="3733"/>
                </a:cubicBezTo>
                <a:cubicBezTo>
                  <a:pt x="302383" y="3627"/>
                  <a:pt x="304327" y="3495"/>
                  <a:pt x="306427" y="3338"/>
                </a:cubicBezTo>
                <a:cubicBezTo>
                  <a:pt x="308530" y="3181"/>
                  <a:pt x="310685" y="2997"/>
                  <a:pt x="312891" y="2787"/>
                </a:cubicBezTo>
                <a:cubicBezTo>
                  <a:pt x="315100" y="2576"/>
                  <a:pt x="317254" y="2260"/>
                  <a:pt x="319355" y="1839"/>
                </a:cubicBezTo>
                <a:cubicBezTo>
                  <a:pt x="321458" y="1419"/>
                  <a:pt x="323455" y="946"/>
                  <a:pt x="325347" y="420"/>
                </a:cubicBezTo>
                <a:cubicBezTo>
                  <a:pt x="326714" y="0"/>
                  <a:pt x="327634" y="79"/>
                  <a:pt x="328107" y="658"/>
                </a:cubicBezTo>
                <a:cubicBezTo>
                  <a:pt x="328580" y="1236"/>
                  <a:pt x="328868" y="1839"/>
                  <a:pt x="328973" y="2470"/>
                </a:cubicBezTo>
                <a:lnTo>
                  <a:pt x="328973" y="82559"/>
                </a:lnTo>
                <a:close/>
                <a:moveTo>
                  <a:pt x="483307" y="77356"/>
                </a:moveTo>
                <a:cubicBezTo>
                  <a:pt x="483307" y="76200"/>
                  <a:pt x="483254" y="75490"/>
                  <a:pt x="483148" y="75227"/>
                </a:cubicBezTo>
                <a:cubicBezTo>
                  <a:pt x="483044" y="74964"/>
                  <a:pt x="482781" y="74832"/>
                  <a:pt x="482361" y="74832"/>
                </a:cubicBezTo>
                <a:cubicBezTo>
                  <a:pt x="473743" y="75569"/>
                  <a:pt x="467357" y="77382"/>
                  <a:pt x="463205" y="80274"/>
                </a:cubicBezTo>
                <a:cubicBezTo>
                  <a:pt x="459055" y="83164"/>
                  <a:pt x="456980" y="86868"/>
                  <a:pt x="456980" y="91388"/>
                </a:cubicBezTo>
                <a:cubicBezTo>
                  <a:pt x="456980" y="94541"/>
                  <a:pt x="457768" y="97195"/>
                  <a:pt x="459344" y="99350"/>
                </a:cubicBezTo>
                <a:cubicBezTo>
                  <a:pt x="460921" y="101504"/>
                  <a:pt x="463549" y="102581"/>
                  <a:pt x="467228" y="102581"/>
                </a:cubicBezTo>
                <a:cubicBezTo>
                  <a:pt x="469644" y="102581"/>
                  <a:pt x="472193" y="102108"/>
                  <a:pt x="474873" y="101162"/>
                </a:cubicBezTo>
                <a:cubicBezTo>
                  <a:pt x="477552" y="100216"/>
                  <a:pt x="479944" y="98849"/>
                  <a:pt x="482046" y="97063"/>
                </a:cubicBezTo>
                <a:cubicBezTo>
                  <a:pt x="482886" y="96222"/>
                  <a:pt x="483307" y="95381"/>
                  <a:pt x="483307" y="94539"/>
                </a:cubicBezTo>
                <a:lnTo>
                  <a:pt x="483307" y="77356"/>
                </a:lnTo>
                <a:moveTo>
                  <a:pt x="498127" y="92963"/>
                </a:moveTo>
                <a:cubicBezTo>
                  <a:pt x="498127" y="96642"/>
                  <a:pt x="498469" y="99218"/>
                  <a:pt x="499152" y="100690"/>
                </a:cubicBezTo>
                <a:cubicBezTo>
                  <a:pt x="499835" y="102161"/>
                  <a:pt x="501175" y="102896"/>
                  <a:pt x="503172" y="102896"/>
                </a:cubicBezTo>
                <a:cubicBezTo>
                  <a:pt x="504328" y="102896"/>
                  <a:pt x="505274" y="102765"/>
                  <a:pt x="506008" y="102502"/>
                </a:cubicBezTo>
                <a:cubicBezTo>
                  <a:pt x="506744" y="102239"/>
                  <a:pt x="507796" y="101687"/>
                  <a:pt x="509162" y="100847"/>
                </a:cubicBezTo>
                <a:cubicBezTo>
                  <a:pt x="509478" y="100636"/>
                  <a:pt x="509819" y="100636"/>
                  <a:pt x="510187" y="100847"/>
                </a:cubicBezTo>
                <a:cubicBezTo>
                  <a:pt x="510556" y="101057"/>
                  <a:pt x="510871" y="101346"/>
                  <a:pt x="511132" y="101715"/>
                </a:cubicBezTo>
                <a:cubicBezTo>
                  <a:pt x="511395" y="102082"/>
                  <a:pt x="511579" y="102502"/>
                  <a:pt x="511683" y="102976"/>
                </a:cubicBezTo>
                <a:cubicBezTo>
                  <a:pt x="511789" y="103449"/>
                  <a:pt x="511685" y="103842"/>
                  <a:pt x="511370" y="104157"/>
                </a:cubicBezTo>
                <a:cubicBezTo>
                  <a:pt x="507271" y="109096"/>
                  <a:pt x="502436" y="111566"/>
                  <a:pt x="496864" y="111566"/>
                </a:cubicBezTo>
                <a:cubicBezTo>
                  <a:pt x="493817" y="111566"/>
                  <a:pt x="491216" y="110752"/>
                  <a:pt x="489061" y="109124"/>
                </a:cubicBezTo>
                <a:cubicBezTo>
                  <a:pt x="486907" y="107495"/>
                  <a:pt x="485305" y="105576"/>
                  <a:pt x="484254" y="103368"/>
                </a:cubicBezTo>
                <a:cubicBezTo>
                  <a:pt x="484043" y="102843"/>
                  <a:pt x="483727" y="102791"/>
                  <a:pt x="483307" y="103211"/>
                </a:cubicBezTo>
                <a:cubicBezTo>
                  <a:pt x="480574" y="105628"/>
                  <a:pt x="477394" y="107625"/>
                  <a:pt x="473768" y="109201"/>
                </a:cubicBezTo>
                <a:cubicBezTo>
                  <a:pt x="470142" y="110778"/>
                  <a:pt x="465597" y="111566"/>
                  <a:pt x="460133" y="111566"/>
                </a:cubicBezTo>
                <a:cubicBezTo>
                  <a:pt x="454142" y="111566"/>
                  <a:pt x="449517" y="109964"/>
                  <a:pt x="446258" y="106760"/>
                </a:cubicBezTo>
                <a:cubicBezTo>
                  <a:pt x="443001" y="103554"/>
                  <a:pt x="441372" y="99008"/>
                  <a:pt x="441372" y="93122"/>
                </a:cubicBezTo>
                <a:cubicBezTo>
                  <a:pt x="441372" y="85554"/>
                  <a:pt x="444893" y="79747"/>
                  <a:pt x="451935" y="75701"/>
                </a:cubicBezTo>
                <a:cubicBezTo>
                  <a:pt x="458977" y="71655"/>
                  <a:pt x="469224" y="69632"/>
                  <a:pt x="482676" y="69632"/>
                </a:cubicBezTo>
                <a:cubicBezTo>
                  <a:pt x="482886" y="69632"/>
                  <a:pt x="483044" y="69369"/>
                  <a:pt x="483148" y="68843"/>
                </a:cubicBezTo>
                <a:cubicBezTo>
                  <a:pt x="483254" y="68317"/>
                  <a:pt x="483307" y="67108"/>
                  <a:pt x="483307" y="65217"/>
                </a:cubicBezTo>
                <a:lnTo>
                  <a:pt x="483307" y="60959"/>
                </a:lnTo>
                <a:cubicBezTo>
                  <a:pt x="483307" y="58332"/>
                  <a:pt x="483096" y="55863"/>
                  <a:pt x="482676" y="53550"/>
                </a:cubicBezTo>
                <a:cubicBezTo>
                  <a:pt x="482256" y="51238"/>
                  <a:pt x="481546" y="49214"/>
                  <a:pt x="480547" y="47481"/>
                </a:cubicBezTo>
                <a:cubicBezTo>
                  <a:pt x="479550" y="45747"/>
                  <a:pt x="478158" y="44381"/>
                  <a:pt x="476371" y="43382"/>
                </a:cubicBezTo>
                <a:cubicBezTo>
                  <a:pt x="474585" y="42383"/>
                  <a:pt x="472377" y="41883"/>
                  <a:pt x="469749" y="41883"/>
                </a:cubicBezTo>
                <a:cubicBezTo>
                  <a:pt x="465860" y="41883"/>
                  <a:pt x="462707" y="42646"/>
                  <a:pt x="460290" y="44171"/>
                </a:cubicBezTo>
                <a:cubicBezTo>
                  <a:pt x="457873" y="45694"/>
                  <a:pt x="456665" y="47664"/>
                  <a:pt x="456665" y="50081"/>
                </a:cubicBezTo>
                <a:cubicBezTo>
                  <a:pt x="456665" y="51238"/>
                  <a:pt x="457032" y="52367"/>
                  <a:pt x="457766" y="53471"/>
                </a:cubicBezTo>
                <a:cubicBezTo>
                  <a:pt x="458502" y="54574"/>
                  <a:pt x="458871" y="55704"/>
                  <a:pt x="458871" y="56860"/>
                </a:cubicBezTo>
                <a:cubicBezTo>
                  <a:pt x="458871" y="58332"/>
                  <a:pt x="458134" y="59752"/>
                  <a:pt x="456662" y="61118"/>
                </a:cubicBezTo>
                <a:cubicBezTo>
                  <a:pt x="455192" y="62485"/>
                  <a:pt x="453406" y="63168"/>
                  <a:pt x="451305" y="63168"/>
                </a:cubicBezTo>
                <a:cubicBezTo>
                  <a:pt x="448466" y="63168"/>
                  <a:pt x="446442" y="62406"/>
                  <a:pt x="445233" y="60882"/>
                </a:cubicBezTo>
                <a:cubicBezTo>
                  <a:pt x="444026" y="59357"/>
                  <a:pt x="443422" y="57491"/>
                  <a:pt x="443422" y="55285"/>
                </a:cubicBezTo>
                <a:cubicBezTo>
                  <a:pt x="443422" y="52658"/>
                  <a:pt x="444157" y="50161"/>
                  <a:pt x="445628" y="47796"/>
                </a:cubicBezTo>
                <a:cubicBezTo>
                  <a:pt x="447100" y="45430"/>
                  <a:pt x="449097" y="43407"/>
                  <a:pt x="451618" y="41727"/>
                </a:cubicBezTo>
                <a:cubicBezTo>
                  <a:pt x="454140" y="40044"/>
                  <a:pt x="457083" y="38704"/>
                  <a:pt x="460446" y="37707"/>
                </a:cubicBezTo>
                <a:cubicBezTo>
                  <a:pt x="463811" y="36708"/>
                  <a:pt x="467333" y="36208"/>
                  <a:pt x="471012" y="36208"/>
                </a:cubicBezTo>
                <a:cubicBezTo>
                  <a:pt x="479418" y="36208"/>
                  <a:pt x="486039" y="38153"/>
                  <a:pt x="490875" y="42042"/>
                </a:cubicBezTo>
                <a:cubicBezTo>
                  <a:pt x="495710" y="45931"/>
                  <a:pt x="498127" y="52395"/>
                  <a:pt x="498127" y="61433"/>
                </a:cubicBezTo>
                <a:lnTo>
                  <a:pt x="498127" y="92963"/>
                </a:lnTo>
                <a:close/>
                <a:moveTo>
                  <a:pt x="538549" y="85711"/>
                </a:moveTo>
                <a:cubicBezTo>
                  <a:pt x="538549" y="91596"/>
                  <a:pt x="539206" y="95958"/>
                  <a:pt x="540519" y="98797"/>
                </a:cubicBezTo>
                <a:cubicBezTo>
                  <a:pt x="541833" y="101634"/>
                  <a:pt x="544224" y="103053"/>
                  <a:pt x="547693" y="103053"/>
                </a:cubicBezTo>
                <a:cubicBezTo>
                  <a:pt x="550109" y="103053"/>
                  <a:pt x="552395" y="102685"/>
                  <a:pt x="554549" y="101951"/>
                </a:cubicBezTo>
                <a:cubicBezTo>
                  <a:pt x="556704" y="101215"/>
                  <a:pt x="558360" y="100426"/>
                  <a:pt x="559516" y="99586"/>
                </a:cubicBezTo>
                <a:cubicBezTo>
                  <a:pt x="559832" y="99376"/>
                  <a:pt x="560200" y="99349"/>
                  <a:pt x="560620" y="99507"/>
                </a:cubicBezTo>
                <a:cubicBezTo>
                  <a:pt x="561040" y="99664"/>
                  <a:pt x="561408" y="99927"/>
                  <a:pt x="561722" y="100296"/>
                </a:cubicBezTo>
                <a:cubicBezTo>
                  <a:pt x="562038" y="100663"/>
                  <a:pt x="562274" y="101057"/>
                  <a:pt x="562432" y="101477"/>
                </a:cubicBezTo>
                <a:cubicBezTo>
                  <a:pt x="562590" y="101897"/>
                  <a:pt x="562565" y="102265"/>
                  <a:pt x="562355" y="102581"/>
                </a:cubicBezTo>
                <a:cubicBezTo>
                  <a:pt x="560358" y="105838"/>
                  <a:pt x="557757" y="108150"/>
                  <a:pt x="554551" y="109516"/>
                </a:cubicBezTo>
                <a:cubicBezTo>
                  <a:pt x="551345" y="110883"/>
                  <a:pt x="547588" y="111566"/>
                  <a:pt x="543278" y="111566"/>
                </a:cubicBezTo>
                <a:cubicBezTo>
                  <a:pt x="536132" y="111566"/>
                  <a:pt x="531088" y="109964"/>
                  <a:pt x="528145" y="106760"/>
                </a:cubicBezTo>
                <a:cubicBezTo>
                  <a:pt x="525202" y="103554"/>
                  <a:pt x="523730" y="98535"/>
                  <a:pt x="523730" y="91703"/>
                </a:cubicBezTo>
                <a:lnTo>
                  <a:pt x="523730" y="51185"/>
                </a:lnTo>
                <a:cubicBezTo>
                  <a:pt x="523730" y="49925"/>
                  <a:pt x="523678" y="48927"/>
                  <a:pt x="523572" y="48190"/>
                </a:cubicBezTo>
                <a:cubicBezTo>
                  <a:pt x="523467" y="47454"/>
                  <a:pt x="523152" y="46929"/>
                  <a:pt x="522626" y="46615"/>
                </a:cubicBezTo>
                <a:cubicBezTo>
                  <a:pt x="522100" y="46299"/>
                  <a:pt x="521233" y="46114"/>
                  <a:pt x="520023" y="46062"/>
                </a:cubicBezTo>
                <a:cubicBezTo>
                  <a:pt x="518816" y="46009"/>
                  <a:pt x="517109" y="45982"/>
                  <a:pt x="514902" y="45982"/>
                </a:cubicBezTo>
                <a:cubicBezTo>
                  <a:pt x="514586" y="45982"/>
                  <a:pt x="514323" y="45667"/>
                  <a:pt x="514113" y="45037"/>
                </a:cubicBezTo>
                <a:cubicBezTo>
                  <a:pt x="513903" y="44406"/>
                  <a:pt x="513771" y="43723"/>
                  <a:pt x="513718" y="42987"/>
                </a:cubicBezTo>
                <a:cubicBezTo>
                  <a:pt x="513665" y="42251"/>
                  <a:pt x="513744" y="41568"/>
                  <a:pt x="513954" y="40938"/>
                </a:cubicBezTo>
                <a:cubicBezTo>
                  <a:pt x="514166" y="40307"/>
                  <a:pt x="514482" y="39992"/>
                  <a:pt x="514902" y="39992"/>
                </a:cubicBezTo>
                <a:cubicBezTo>
                  <a:pt x="517529" y="39782"/>
                  <a:pt x="519788" y="39388"/>
                  <a:pt x="521678" y="38811"/>
                </a:cubicBezTo>
                <a:cubicBezTo>
                  <a:pt x="523571" y="38232"/>
                  <a:pt x="525174" y="37312"/>
                  <a:pt x="526487" y="36052"/>
                </a:cubicBezTo>
                <a:cubicBezTo>
                  <a:pt x="527802" y="34790"/>
                  <a:pt x="528854" y="33082"/>
                  <a:pt x="529641" y="30928"/>
                </a:cubicBezTo>
                <a:cubicBezTo>
                  <a:pt x="530430" y="28773"/>
                  <a:pt x="531087" y="25961"/>
                  <a:pt x="531611" y="22494"/>
                </a:cubicBezTo>
                <a:cubicBezTo>
                  <a:pt x="531717" y="21862"/>
                  <a:pt x="532138" y="21389"/>
                  <a:pt x="532874" y="21075"/>
                </a:cubicBezTo>
                <a:cubicBezTo>
                  <a:pt x="533610" y="20759"/>
                  <a:pt x="534398" y="20601"/>
                  <a:pt x="535239" y="20601"/>
                </a:cubicBezTo>
                <a:cubicBezTo>
                  <a:pt x="536079" y="20601"/>
                  <a:pt x="536841" y="20732"/>
                  <a:pt x="537524" y="20995"/>
                </a:cubicBezTo>
                <a:cubicBezTo>
                  <a:pt x="538207" y="21258"/>
                  <a:pt x="538549" y="21600"/>
                  <a:pt x="538549" y="22020"/>
                </a:cubicBezTo>
                <a:lnTo>
                  <a:pt x="538549" y="35578"/>
                </a:lnTo>
                <a:cubicBezTo>
                  <a:pt x="538549" y="37260"/>
                  <a:pt x="538627" y="38233"/>
                  <a:pt x="538785" y="38496"/>
                </a:cubicBezTo>
                <a:cubicBezTo>
                  <a:pt x="538943" y="38757"/>
                  <a:pt x="539601" y="38888"/>
                  <a:pt x="540757" y="38888"/>
                </a:cubicBezTo>
                <a:lnTo>
                  <a:pt x="557151" y="38888"/>
                </a:lnTo>
                <a:cubicBezTo>
                  <a:pt x="557887" y="38888"/>
                  <a:pt x="558361" y="39309"/>
                  <a:pt x="558571" y="40151"/>
                </a:cubicBezTo>
                <a:cubicBezTo>
                  <a:pt x="558781" y="40991"/>
                  <a:pt x="558886" y="41727"/>
                  <a:pt x="558886" y="42357"/>
                </a:cubicBezTo>
                <a:cubicBezTo>
                  <a:pt x="558886" y="42987"/>
                  <a:pt x="558754" y="43749"/>
                  <a:pt x="558491" y="44642"/>
                </a:cubicBezTo>
                <a:cubicBezTo>
                  <a:pt x="558230" y="45536"/>
                  <a:pt x="557678" y="45982"/>
                  <a:pt x="556836" y="45982"/>
                </a:cubicBezTo>
                <a:lnTo>
                  <a:pt x="539968" y="45982"/>
                </a:lnTo>
                <a:cubicBezTo>
                  <a:pt x="539232" y="45982"/>
                  <a:pt x="538811" y="46167"/>
                  <a:pt x="538705" y="46535"/>
                </a:cubicBezTo>
                <a:cubicBezTo>
                  <a:pt x="538601" y="46903"/>
                  <a:pt x="538549" y="48243"/>
                  <a:pt x="538549" y="50555"/>
                </a:cubicBezTo>
                <a:lnTo>
                  <a:pt x="538549" y="85711"/>
                </a:lnTo>
                <a:close/>
                <a:moveTo>
                  <a:pt x="701096" y="77356"/>
                </a:moveTo>
                <a:cubicBezTo>
                  <a:pt x="701096" y="76200"/>
                  <a:pt x="701043" y="75490"/>
                  <a:pt x="700937" y="75227"/>
                </a:cubicBezTo>
                <a:cubicBezTo>
                  <a:pt x="700833" y="74964"/>
                  <a:pt x="700570" y="74832"/>
                  <a:pt x="700150" y="74832"/>
                </a:cubicBezTo>
                <a:cubicBezTo>
                  <a:pt x="691532" y="75569"/>
                  <a:pt x="685146" y="77382"/>
                  <a:pt x="680994" y="80274"/>
                </a:cubicBezTo>
                <a:cubicBezTo>
                  <a:pt x="676844" y="83164"/>
                  <a:pt x="674769" y="86868"/>
                  <a:pt x="674769" y="91388"/>
                </a:cubicBezTo>
                <a:cubicBezTo>
                  <a:pt x="674769" y="94541"/>
                  <a:pt x="675557" y="97195"/>
                  <a:pt x="677133" y="99350"/>
                </a:cubicBezTo>
                <a:cubicBezTo>
                  <a:pt x="678710" y="101504"/>
                  <a:pt x="681338" y="102581"/>
                  <a:pt x="685017" y="102581"/>
                </a:cubicBezTo>
                <a:cubicBezTo>
                  <a:pt x="687433" y="102581"/>
                  <a:pt x="689982" y="102108"/>
                  <a:pt x="692662" y="101162"/>
                </a:cubicBezTo>
                <a:cubicBezTo>
                  <a:pt x="695341" y="100216"/>
                  <a:pt x="697733" y="98849"/>
                  <a:pt x="699835" y="97063"/>
                </a:cubicBezTo>
                <a:cubicBezTo>
                  <a:pt x="700675" y="96222"/>
                  <a:pt x="701096" y="95381"/>
                  <a:pt x="701096" y="94539"/>
                </a:cubicBezTo>
                <a:lnTo>
                  <a:pt x="701096" y="77356"/>
                </a:lnTo>
                <a:moveTo>
                  <a:pt x="715916" y="92963"/>
                </a:moveTo>
                <a:cubicBezTo>
                  <a:pt x="715916" y="96642"/>
                  <a:pt x="716258" y="99218"/>
                  <a:pt x="716941" y="100690"/>
                </a:cubicBezTo>
                <a:cubicBezTo>
                  <a:pt x="717624" y="102161"/>
                  <a:pt x="718964" y="102896"/>
                  <a:pt x="720961" y="102896"/>
                </a:cubicBezTo>
                <a:cubicBezTo>
                  <a:pt x="722117" y="102896"/>
                  <a:pt x="723063" y="102765"/>
                  <a:pt x="723797" y="102502"/>
                </a:cubicBezTo>
                <a:cubicBezTo>
                  <a:pt x="724533" y="102239"/>
                  <a:pt x="725585" y="101687"/>
                  <a:pt x="726951" y="100847"/>
                </a:cubicBezTo>
                <a:cubicBezTo>
                  <a:pt x="727267" y="100636"/>
                  <a:pt x="727608" y="100636"/>
                  <a:pt x="727976" y="100847"/>
                </a:cubicBezTo>
                <a:cubicBezTo>
                  <a:pt x="728345" y="101057"/>
                  <a:pt x="728660" y="101346"/>
                  <a:pt x="728921" y="101715"/>
                </a:cubicBezTo>
                <a:cubicBezTo>
                  <a:pt x="729184" y="102082"/>
                  <a:pt x="729368" y="102502"/>
                  <a:pt x="729472" y="102976"/>
                </a:cubicBezTo>
                <a:cubicBezTo>
                  <a:pt x="729578" y="103449"/>
                  <a:pt x="729474" y="103842"/>
                  <a:pt x="729159" y="104157"/>
                </a:cubicBezTo>
                <a:cubicBezTo>
                  <a:pt x="725060" y="109096"/>
                  <a:pt x="720225" y="111566"/>
                  <a:pt x="714654" y="111566"/>
                </a:cubicBezTo>
                <a:cubicBezTo>
                  <a:pt x="711606" y="111566"/>
                  <a:pt x="709005" y="110752"/>
                  <a:pt x="706850" y="109124"/>
                </a:cubicBezTo>
                <a:cubicBezTo>
                  <a:pt x="704696" y="107495"/>
                  <a:pt x="703094" y="105576"/>
                  <a:pt x="702043" y="103368"/>
                </a:cubicBezTo>
                <a:cubicBezTo>
                  <a:pt x="701832" y="102843"/>
                  <a:pt x="701516" y="102791"/>
                  <a:pt x="701096" y="103211"/>
                </a:cubicBezTo>
                <a:cubicBezTo>
                  <a:pt x="698363" y="105628"/>
                  <a:pt x="695183" y="107625"/>
                  <a:pt x="691557" y="109201"/>
                </a:cubicBezTo>
                <a:cubicBezTo>
                  <a:pt x="687931" y="110778"/>
                  <a:pt x="683386" y="111566"/>
                  <a:pt x="677922" y="111566"/>
                </a:cubicBezTo>
                <a:cubicBezTo>
                  <a:pt x="671931" y="111566"/>
                  <a:pt x="667306" y="109964"/>
                  <a:pt x="664047" y="106760"/>
                </a:cubicBezTo>
                <a:cubicBezTo>
                  <a:pt x="660790" y="103554"/>
                  <a:pt x="659161" y="99008"/>
                  <a:pt x="659161" y="93122"/>
                </a:cubicBezTo>
                <a:cubicBezTo>
                  <a:pt x="659161" y="85554"/>
                  <a:pt x="662682" y="79747"/>
                  <a:pt x="669724" y="75701"/>
                </a:cubicBezTo>
                <a:cubicBezTo>
                  <a:pt x="676766" y="71655"/>
                  <a:pt x="687013" y="69632"/>
                  <a:pt x="700465" y="69632"/>
                </a:cubicBezTo>
                <a:cubicBezTo>
                  <a:pt x="700675" y="69632"/>
                  <a:pt x="700833" y="69369"/>
                  <a:pt x="700937" y="68843"/>
                </a:cubicBezTo>
                <a:cubicBezTo>
                  <a:pt x="701043" y="68317"/>
                  <a:pt x="701096" y="67108"/>
                  <a:pt x="701096" y="65217"/>
                </a:cubicBezTo>
                <a:lnTo>
                  <a:pt x="701096" y="60959"/>
                </a:lnTo>
                <a:cubicBezTo>
                  <a:pt x="701096" y="58332"/>
                  <a:pt x="700885" y="55863"/>
                  <a:pt x="700465" y="53550"/>
                </a:cubicBezTo>
                <a:cubicBezTo>
                  <a:pt x="700045" y="51238"/>
                  <a:pt x="699335" y="49214"/>
                  <a:pt x="698336" y="47481"/>
                </a:cubicBezTo>
                <a:cubicBezTo>
                  <a:pt x="697339" y="45747"/>
                  <a:pt x="695947" y="44381"/>
                  <a:pt x="694160" y="43382"/>
                </a:cubicBezTo>
                <a:cubicBezTo>
                  <a:pt x="692374" y="42383"/>
                  <a:pt x="690166" y="41883"/>
                  <a:pt x="687538" y="41883"/>
                </a:cubicBezTo>
                <a:cubicBezTo>
                  <a:pt x="683649" y="41883"/>
                  <a:pt x="680496" y="42646"/>
                  <a:pt x="678079" y="44171"/>
                </a:cubicBezTo>
                <a:cubicBezTo>
                  <a:pt x="675662" y="45694"/>
                  <a:pt x="674454" y="47664"/>
                  <a:pt x="674454" y="50081"/>
                </a:cubicBezTo>
                <a:cubicBezTo>
                  <a:pt x="674454" y="51238"/>
                  <a:pt x="674821" y="52367"/>
                  <a:pt x="675555" y="53471"/>
                </a:cubicBezTo>
                <a:cubicBezTo>
                  <a:pt x="676291" y="54574"/>
                  <a:pt x="676660" y="55704"/>
                  <a:pt x="676660" y="56860"/>
                </a:cubicBezTo>
                <a:cubicBezTo>
                  <a:pt x="676660" y="58332"/>
                  <a:pt x="675923" y="59752"/>
                  <a:pt x="674451" y="61118"/>
                </a:cubicBezTo>
                <a:cubicBezTo>
                  <a:pt x="672981" y="62485"/>
                  <a:pt x="671195" y="63168"/>
                  <a:pt x="669094" y="63168"/>
                </a:cubicBezTo>
                <a:cubicBezTo>
                  <a:pt x="666255" y="63168"/>
                  <a:pt x="664231" y="62406"/>
                  <a:pt x="663022" y="60882"/>
                </a:cubicBezTo>
                <a:cubicBezTo>
                  <a:pt x="661815" y="59357"/>
                  <a:pt x="661211" y="57491"/>
                  <a:pt x="661211" y="55285"/>
                </a:cubicBezTo>
                <a:cubicBezTo>
                  <a:pt x="661211" y="52658"/>
                  <a:pt x="661946" y="50161"/>
                  <a:pt x="663417" y="47796"/>
                </a:cubicBezTo>
                <a:cubicBezTo>
                  <a:pt x="664889" y="45430"/>
                  <a:pt x="666886" y="43407"/>
                  <a:pt x="669407" y="41727"/>
                </a:cubicBezTo>
                <a:cubicBezTo>
                  <a:pt x="671929" y="40044"/>
                  <a:pt x="674872" y="38704"/>
                  <a:pt x="678235" y="37707"/>
                </a:cubicBezTo>
                <a:cubicBezTo>
                  <a:pt x="681600" y="36708"/>
                  <a:pt x="685122" y="36208"/>
                  <a:pt x="688801" y="36208"/>
                </a:cubicBezTo>
                <a:cubicBezTo>
                  <a:pt x="697207" y="36208"/>
                  <a:pt x="703828" y="38153"/>
                  <a:pt x="708664" y="42042"/>
                </a:cubicBezTo>
                <a:cubicBezTo>
                  <a:pt x="713499" y="45931"/>
                  <a:pt x="715916" y="52395"/>
                  <a:pt x="715916" y="61433"/>
                </a:cubicBezTo>
                <a:lnTo>
                  <a:pt x="715916" y="92963"/>
                </a:lnTo>
                <a:close/>
                <a:moveTo>
                  <a:pt x="748455" y="29903"/>
                </a:moveTo>
                <a:cubicBezTo>
                  <a:pt x="748455" y="25384"/>
                  <a:pt x="748350" y="21784"/>
                  <a:pt x="748140" y="19104"/>
                </a:cubicBezTo>
                <a:cubicBezTo>
                  <a:pt x="747930" y="16423"/>
                  <a:pt x="747404" y="14347"/>
                  <a:pt x="746564" y="12876"/>
                </a:cubicBezTo>
                <a:cubicBezTo>
                  <a:pt x="745724" y="11404"/>
                  <a:pt x="744436" y="10406"/>
                  <a:pt x="742701" y="9881"/>
                </a:cubicBezTo>
                <a:cubicBezTo>
                  <a:pt x="740967" y="9355"/>
                  <a:pt x="738576" y="8934"/>
                  <a:pt x="735527" y="8618"/>
                </a:cubicBezTo>
                <a:cubicBezTo>
                  <a:pt x="735003" y="8618"/>
                  <a:pt x="734609" y="8356"/>
                  <a:pt x="734346" y="7832"/>
                </a:cubicBezTo>
                <a:cubicBezTo>
                  <a:pt x="734083" y="7306"/>
                  <a:pt x="733925" y="6781"/>
                  <a:pt x="733872" y="6256"/>
                </a:cubicBezTo>
                <a:cubicBezTo>
                  <a:pt x="733819" y="5730"/>
                  <a:pt x="733924" y="5204"/>
                  <a:pt x="734187" y="4678"/>
                </a:cubicBezTo>
                <a:cubicBezTo>
                  <a:pt x="734450" y="4152"/>
                  <a:pt x="734897" y="3889"/>
                  <a:pt x="735527" y="3889"/>
                </a:cubicBezTo>
                <a:cubicBezTo>
                  <a:pt x="738680" y="3679"/>
                  <a:pt x="742490" y="3364"/>
                  <a:pt x="746956" y="2944"/>
                </a:cubicBezTo>
                <a:cubicBezTo>
                  <a:pt x="751424" y="2523"/>
                  <a:pt x="755603" y="1735"/>
                  <a:pt x="759492" y="579"/>
                </a:cubicBezTo>
                <a:cubicBezTo>
                  <a:pt x="760962" y="159"/>
                  <a:pt x="761934" y="238"/>
                  <a:pt x="762407" y="817"/>
                </a:cubicBezTo>
                <a:cubicBezTo>
                  <a:pt x="762880" y="1394"/>
                  <a:pt x="763170" y="1998"/>
                  <a:pt x="763276" y="2629"/>
                </a:cubicBezTo>
                <a:lnTo>
                  <a:pt x="763276" y="90914"/>
                </a:lnTo>
                <a:cubicBezTo>
                  <a:pt x="763276" y="93542"/>
                  <a:pt x="763328" y="95750"/>
                  <a:pt x="763432" y="97536"/>
                </a:cubicBezTo>
                <a:cubicBezTo>
                  <a:pt x="763538" y="99323"/>
                  <a:pt x="763932" y="100794"/>
                  <a:pt x="764616" y="101951"/>
                </a:cubicBezTo>
                <a:cubicBezTo>
                  <a:pt x="765299" y="103107"/>
                  <a:pt x="766402" y="104000"/>
                  <a:pt x="767926" y="104631"/>
                </a:cubicBezTo>
                <a:cubicBezTo>
                  <a:pt x="769449" y="105261"/>
                  <a:pt x="771577" y="105734"/>
                  <a:pt x="774310" y="106050"/>
                </a:cubicBezTo>
                <a:cubicBezTo>
                  <a:pt x="774940" y="106154"/>
                  <a:pt x="775414" y="106443"/>
                  <a:pt x="775729" y="106916"/>
                </a:cubicBezTo>
                <a:cubicBezTo>
                  <a:pt x="776045" y="107389"/>
                  <a:pt x="776203" y="107941"/>
                  <a:pt x="776203" y="108571"/>
                </a:cubicBezTo>
                <a:cubicBezTo>
                  <a:pt x="776203" y="109097"/>
                  <a:pt x="776045" y="109597"/>
                  <a:pt x="775729" y="110070"/>
                </a:cubicBezTo>
                <a:cubicBezTo>
                  <a:pt x="775414" y="110543"/>
                  <a:pt x="774940" y="110779"/>
                  <a:pt x="774310" y="110779"/>
                </a:cubicBezTo>
                <a:cubicBezTo>
                  <a:pt x="771787" y="110779"/>
                  <a:pt x="768950" y="110595"/>
                  <a:pt x="765797" y="110226"/>
                </a:cubicBezTo>
                <a:cubicBezTo>
                  <a:pt x="762644" y="109859"/>
                  <a:pt x="759491" y="109675"/>
                  <a:pt x="756338" y="109675"/>
                </a:cubicBezTo>
                <a:cubicBezTo>
                  <a:pt x="752975" y="109675"/>
                  <a:pt x="749664" y="109859"/>
                  <a:pt x="746405" y="110226"/>
                </a:cubicBezTo>
                <a:cubicBezTo>
                  <a:pt x="743148" y="110595"/>
                  <a:pt x="739838" y="110779"/>
                  <a:pt x="736475" y="110779"/>
                </a:cubicBezTo>
                <a:cubicBezTo>
                  <a:pt x="735949" y="110779"/>
                  <a:pt x="735528" y="110543"/>
                  <a:pt x="735212" y="110070"/>
                </a:cubicBezTo>
                <a:cubicBezTo>
                  <a:pt x="734898" y="109597"/>
                  <a:pt x="734741" y="109097"/>
                  <a:pt x="734741" y="108571"/>
                </a:cubicBezTo>
                <a:cubicBezTo>
                  <a:pt x="734741" y="107941"/>
                  <a:pt x="734898" y="107389"/>
                  <a:pt x="735212" y="106916"/>
                </a:cubicBezTo>
                <a:cubicBezTo>
                  <a:pt x="735528" y="106443"/>
                  <a:pt x="736001" y="106154"/>
                  <a:pt x="736631" y="106050"/>
                </a:cubicBezTo>
                <a:cubicBezTo>
                  <a:pt x="739574" y="105734"/>
                  <a:pt x="741860" y="105261"/>
                  <a:pt x="743490" y="104631"/>
                </a:cubicBezTo>
                <a:cubicBezTo>
                  <a:pt x="745119" y="104000"/>
                  <a:pt x="746301" y="103133"/>
                  <a:pt x="747036" y="102030"/>
                </a:cubicBezTo>
                <a:cubicBezTo>
                  <a:pt x="747772" y="100925"/>
                  <a:pt x="748192" y="99559"/>
                  <a:pt x="748296" y="97931"/>
                </a:cubicBezTo>
                <a:cubicBezTo>
                  <a:pt x="748402" y="96302"/>
                  <a:pt x="748455" y="94278"/>
                  <a:pt x="748455" y="91859"/>
                </a:cubicBezTo>
                <a:lnTo>
                  <a:pt x="748455" y="29903"/>
                </a:lnTo>
                <a:close/>
                <a:moveTo>
                  <a:pt x="799282" y="29903"/>
                </a:moveTo>
                <a:cubicBezTo>
                  <a:pt x="799282" y="25384"/>
                  <a:pt x="799177" y="21784"/>
                  <a:pt x="798967" y="19104"/>
                </a:cubicBezTo>
                <a:cubicBezTo>
                  <a:pt x="798757" y="16423"/>
                  <a:pt x="798232" y="14347"/>
                  <a:pt x="797391" y="12876"/>
                </a:cubicBezTo>
                <a:cubicBezTo>
                  <a:pt x="796551" y="11404"/>
                  <a:pt x="795263" y="10406"/>
                  <a:pt x="793528" y="9881"/>
                </a:cubicBezTo>
                <a:cubicBezTo>
                  <a:pt x="791794" y="9355"/>
                  <a:pt x="789403" y="8934"/>
                  <a:pt x="786355" y="8618"/>
                </a:cubicBezTo>
                <a:cubicBezTo>
                  <a:pt x="785830" y="8618"/>
                  <a:pt x="785436" y="8356"/>
                  <a:pt x="785173" y="7832"/>
                </a:cubicBezTo>
                <a:cubicBezTo>
                  <a:pt x="784910" y="7306"/>
                  <a:pt x="784752" y="6781"/>
                  <a:pt x="784700" y="6256"/>
                </a:cubicBezTo>
                <a:cubicBezTo>
                  <a:pt x="784647" y="5730"/>
                  <a:pt x="784752" y="5204"/>
                  <a:pt x="785015" y="4678"/>
                </a:cubicBezTo>
                <a:cubicBezTo>
                  <a:pt x="785278" y="4152"/>
                  <a:pt x="785724" y="3889"/>
                  <a:pt x="786355" y="3889"/>
                </a:cubicBezTo>
                <a:cubicBezTo>
                  <a:pt x="789507" y="3679"/>
                  <a:pt x="793317" y="3364"/>
                  <a:pt x="797784" y="2944"/>
                </a:cubicBezTo>
                <a:cubicBezTo>
                  <a:pt x="802252" y="2523"/>
                  <a:pt x="806430" y="1735"/>
                  <a:pt x="810319" y="579"/>
                </a:cubicBezTo>
                <a:cubicBezTo>
                  <a:pt x="811790" y="159"/>
                  <a:pt x="812762" y="238"/>
                  <a:pt x="813235" y="817"/>
                </a:cubicBezTo>
                <a:cubicBezTo>
                  <a:pt x="813708" y="1394"/>
                  <a:pt x="813997" y="1998"/>
                  <a:pt x="814103" y="2629"/>
                </a:cubicBezTo>
                <a:lnTo>
                  <a:pt x="814103" y="90914"/>
                </a:lnTo>
                <a:cubicBezTo>
                  <a:pt x="814103" y="93542"/>
                  <a:pt x="814155" y="95750"/>
                  <a:pt x="814259" y="97536"/>
                </a:cubicBezTo>
                <a:cubicBezTo>
                  <a:pt x="814365" y="99323"/>
                  <a:pt x="814760" y="100794"/>
                  <a:pt x="815443" y="101951"/>
                </a:cubicBezTo>
                <a:cubicBezTo>
                  <a:pt x="816126" y="103107"/>
                  <a:pt x="817230" y="104000"/>
                  <a:pt x="818753" y="104631"/>
                </a:cubicBezTo>
                <a:cubicBezTo>
                  <a:pt x="820277" y="105261"/>
                  <a:pt x="822405" y="105734"/>
                  <a:pt x="825138" y="106050"/>
                </a:cubicBezTo>
                <a:cubicBezTo>
                  <a:pt x="825768" y="106154"/>
                  <a:pt x="826241" y="106443"/>
                  <a:pt x="826557" y="106916"/>
                </a:cubicBezTo>
                <a:cubicBezTo>
                  <a:pt x="826873" y="107389"/>
                  <a:pt x="827031" y="107941"/>
                  <a:pt x="827031" y="108571"/>
                </a:cubicBezTo>
                <a:cubicBezTo>
                  <a:pt x="827031" y="109097"/>
                  <a:pt x="826873" y="109597"/>
                  <a:pt x="826557" y="110070"/>
                </a:cubicBezTo>
                <a:cubicBezTo>
                  <a:pt x="826241" y="110543"/>
                  <a:pt x="825768" y="110779"/>
                  <a:pt x="825138" y="110779"/>
                </a:cubicBezTo>
                <a:cubicBezTo>
                  <a:pt x="822615" y="110779"/>
                  <a:pt x="819777" y="110595"/>
                  <a:pt x="816624" y="110226"/>
                </a:cubicBezTo>
                <a:cubicBezTo>
                  <a:pt x="813471" y="109859"/>
                  <a:pt x="810318" y="109675"/>
                  <a:pt x="807165" y="109675"/>
                </a:cubicBezTo>
                <a:cubicBezTo>
                  <a:pt x="803802" y="109675"/>
                  <a:pt x="800491" y="109859"/>
                  <a:pt x="797233" y="110226"/>
                </a:cubicBezTo>
                <a:cubicBezTo>
                  <a:pt x="793975" y="110595"/>
                  <a:pt x="790665" y="110779"/>
                  <a:pt x="787302" y="110779"/>
                </a:cubicBezTo>
                <a:cubicBezTo>
                  <a:pt x="786776" y="110779"/>
                  <a:pt x="786355" y="110543"/>
                  <a:pt x="786039" y="110070"/>
                </a:cubicBezTo>
                <a:cubicBezTo>
                  <a:pt x="785725" y="109597"/>
                  <a:pt x="785568" y="109097"/>
                  <a:pt x="785568" y="108571"/>
                </a:cubicBezTo>
                <a:cubicBezTo>
                  <a:pt x="785568" y="107941"/>
                  <a:pt x="785725" y="107389"/>
                  <a:pt x="786039" y="106916"/>
                </a:cubicBezTo>
                <a:cubicBezTo>
                  <a:pt x="786355" y="106443"/>
                  <a:pt x="786828" y="106154"/>
                  <a:pt x="787459" y="106050"/>
                </a:cubicBezTo>
                <a:cubicBezTo>
                  <a:pt x="790402" y="105734"/>
                  <a:pt x="792688" y="105261"/>
                  <a:pt x="794317" y="104631"/>
                </a:cubicBezTo>
                <a:cubicBezTo>
                  <a:pt x="795946" y="104000"/>
                  <a:pt x="797128" y="103133"/>
                  <a:pt x="797863" y="102030"/>
                </a:cubicBezTo>
                <a:cubicBezTo>
                  <a:pt x="798599" y="100925"/>
                  <a:pt x="799019" y="99559"/>
                  <a:pt x="799123" y="97931"/>
                </a:cubicBezTo>
                <a:cubicBezTo>
                  <a:pt x="799229" y="96302"/>
                  <a:pt x="799282" y="94278"/>
                  <a:pt x="799282" y="91859"/>
                </a:cubicBezTo>
                <a:lnTo>
                  <a:pt x="799282" y="29903"/>
                </a:lnTo>
                <a:close/>
                <a:moveTo>
                  <a:pt x="951247" y="94224"/>
                </a:moveTo>
                <a:cubicBezTo>
                  <a:pt x="951247" y="94856"/>
                  <a:pt x="951614" y="95802"/>
                  <a:pt x="952349" y="97063"/>
                </a:cubicBezTo>
                <a:cubicBezTo>
                  <a:pt x="953085" y="98323"/>
                  <a:pt x="954110" y="99532"/>
                  <a:pt x="955423" y="100688"/>
                </a:cubicBezTo>
                <a:cubicBezTo>
                  <a:pt x="956738" y="101844"/>
                  <a:pt x="958315" y="102869"/>
                  <a:pt x="960153" y="103762"/>
                </a:cubicBezTo>
                <a:cubicBezTo>
                  <a:pt x="961992" y="104655"/>
                  <a:pt x="964016" y="105102"/>
                  <a:pt x="966224" y="105102"/>
                </a:cubicBezTo>
                <a:cubicBezTo>
                  <a:pt x="970008" y="105102"/>
                  <a:pt x="973161" y="104235"/>
                  <a:pt x="975683" y="102502"/>
                </a:cubicBezTo>
                <a:cubicBezTo>
                  <a:pt x="978206" y="100768"/>
                  <a:pt x="980203" y="98403"/>
                  <a:pt x="981673" y="95408"/>
                </a:cubicBezTo>
                <a:cubicBezTo>
                  <a:pt x="983145" y="92412"/>
                  <a:pt x="984170" y="88969"/>
                  <a:pt x="984748" y="85080"/>
                </a:cubicBezTo>
                <a:cubicBezTo>
                  <a:pt x="985325" y="81191"/>
                  <a:pt x="985614" y="77093"/>
                  <a:pt x="985614" y="72785"/>
                </a:cubicBezTo>
                <a:cubicBezTo>
                  <a:pt x="985614" y="69106"/>
                  <a:pt x="985403" y="65664"/>
                  <a:pt x="984983" y="62458"/>
                </a:cubicBezTo>
                <a:cubicBezTo>
                  <a:pt x="984563" y="59252"/>
                  <a:pt x="983801" y="56441"/>
                  <a:pt x="982698" y="54024"/>
                </a:cubicBezTo>
                <a:cubicBezTo>
                  <a:pt x="981595" y="51606"/>
                  <a:pt x="980045" y="49688"/>
                  <a:pt x="978048" y="48270"/>
                </a:cubicBezTo>
                <a:cubicBezTo>
                  <a:pt x="976051" y="46851"/>
                  <a:pt x="973424" y="46141"/>
                  <a:pt x="970165" y="46141"/>
                </a:cubicBezTo>
                <a:cubicBezTo>
                  <a:pt x="967432" y="46141"/>
                  <a:pt x="964909" y="46667"/>
                  <a:pt x="962597" y="47719"/>
                </a:cubicBezTo>
                <a:cubicBezTo>
                  <a:pt x="960284" y="48769"/>
                  <a:pt x="958287" y="50031"/>
                  <a:pt x="956605" y="51503"/>
                </a:cubicBezTo>
                <a:cubicBezTo>
                  <a:pt x="954924" y="52974"/>
                  <a:pt x="953610" y="54602"/>
                  <a:pt x="952664" y="56389"/>
                </a:cubicBezTo>
                <a:cubicBezTo>
                  <a:pt x="951720" y="58175"/>
                  <a:pt x="951247" y="59752"/>
                  <a:pt x="951247" y="61118"/>
                </a:cubicBezTo>
                <a:lnTo>
                  <a:pt x="951247" y="94224"/>
                </a:lnTo>
                <a:moveTo>
                  <a:pt x="936426" y="30060"/>
                </a:moveTo>
                <a:cubicBezTo>
                  <a:pt x="936426" y="25540"/>
                  <a:pt x="936373" y="21914"/>
                  <a:pt x="936268" y="19181"/>
                </a:cubicBezTo>
                <a:cubicBezTo>
                  <a:pt x="936163" y="16449"/>
                  <a:pt x="935770" y="14373"/>
                  <a:pt x="935086" y="12956"/>
                </a:cubicBezTo>
                <a:cubicBezTo>
                  <a:pt x="934403" y="11536"/>
                  <a:pt x="933326" y="10564"/>
                  <a:pt x="931853" y="10038"/>
                </a:cubicBezTo>
                <a:cubicBezTo>
                  <a:pt x="930383" y="9512"/>
                  <a:pt x="928281" y="9092"/>
                  <a:pt x="925548" y="8777"/>
                </a:cubicBezTo>
                <a:cubicBezTo>
                  <a:pt x="925024" y="8777"/>
                  <a:pt x="924630" y="8515"/>
                  <a:pt x="924367" y="7991"/>
                </a:cubicBezTo>
                <a:cubicBezTo>
                  <a:pt x="924104" y="7465"/>
                  <a:pt x="923946" y="6939"/>
                  <a:pt x="923893" y="6413"/>
                </a:cubicBezTo>
                <a:cubicBezTo>
                  <a:pt x="923840" y="5886"/>
                  <a:pt x="923945" y="5361"/>
                  <a:pt x="924208" y="4837"/>
                </a:cubicBezTo>
                <a:cubicBezTo>
                  <a:pt x="924471" y="4311"/>
                  <a:pt x="924918" y="4048"/>
                  <a:pt x="925548" y="4048"/>
                </a:cubicBezTo>
                <a:cubicBezTo>
                  <a:pt x="928597" y="3838"/>
                  <a:pt x="932039" y="3523"/>
                  <a:pt x="935875" y="3102"/>
                </a:cubicBezTo>
                <a:cubicBezTo>
                  <a:pt x="939712" y="2681"/>
                  <a:pt x="943574" y="1892"/>
                  <a:pt x="947463" y="738"/>
                </a:cubicBezTo>
                <a:cubicBezTo>
                  <a:pt x="948934" y="316"/>
                  <a:pt x="949906" y="395"/>
                  <a:pt x="950379" y="973"/>
                </a:cubicBezTo>
                <a:cubicBezTo>
                  <a:pt x="950852" y="1551"/>
                  <a:pt x="951141" y="2155"/>
                  <a:pt x="951247" y="2787"/>
                </a:cubicBezTo>
                <a:lnTo>
                  <a:pt x="951247" y="48032"/>
                </a:lnTo>
                <a:cubicBezTo>
                  <a:pt x="951247" y="48242"/>
                  <a:pt x="951299" y="48347"/>
                  <a:pt x="951404" y="48347"/>
                </a:cubicBezTo>
                <a:cubicBezTo>
                  <a:pt x="951614" y="48347"/>
                  <a:pt x="951772" y="48242"/>
                  <a:pt x="951878" y="48032"/>
                </a:cubicBezTo>
                <a:cubicBezTo>
                  <a:pt x="953874" y="44985"/>
                  <a:pt x="956738" y="42253"/>
                  <a:pt x="960468" y="39836"/>
                </a:cubicBezTo>
                <a:cubicBezTo>
                  <a:pt x="964200" y="37417"/>
                  <a:pt x="968798" y="36208"/>
                  <a:pt x="974264" y="36208"/>
                </a:cubicBezTo>
                <a:cubicBezTo>
                  <a:pt x="978783" y="36208"/>
                  <a:pt x="982777" y="37181"/>
                  <a:pt x="986244" y="39126"/>
                </a:cubicBezTo>
                <a:cubicBezTo>
                  <a:pt x="989713" y="41070"/>
                  <a:pt x="992629" y="43645"/>
                  <a:pt x="994993" y="46851"/>
                </a:cubicBezTo>
                <a:cubicBezTo>
                  <a:pt x="997358" y="50056"/>
                  <a:pt x="999146" y="53762"/>
                  <a:pt x="1000355" y="57967"/>
                </a:cubicBezTo>
                <a:cubicBezTo>
                  <a:pt x="1001564" y="62170"/>
                  <a:pt x="1002169" y="66532"/>
                  <a:pt x="1002169" y="71051"/>
                </a:cubicBezTo>
                <a:cubicBezTo>
                  <a:pt x="1002169" y="77987"/>
                  <a:pt x="1001091" y="84004"/>
                  <a:pt x="998936" y="89102"/>
                </a:cubicBezTo>
                <a:cubicBezTo>
                  <a:pt x="996782" y="94199"/>
                  <a:pt x="993866" y="98403"/>
                  <a:pt x="990187" y="101715"/>
                </a:cubicBezTo>
                <a:cubicBezTo>
                  <a:pt x="986508" y="105025"/>
                  <a:pt x="982251" y="107495"/>
                  <a:pt x="977415" y="109124"/>
                </a:cubicBezTo>
                <a:cubicBezTo>
                  <a:pt x="972582" y="110752"/>
                  <a:pt x="967485" y="111566"/>
                  <a:pt x="962125" y="111566"/>
                </a:cubicBezTo>
                <a:cubicBezTo>
                  <a:pt x="958446" y="111566"/>
                  <a:pt x="954504" y="111329"/>
                  <a:pt x="950299" y="110856"/>
                </a:cubicBezTo>
                <a:cubicBezTo>
                  <a:pt x="946096" y="110385"/>
                  <a:pt x="941472" y="109255"/>
                  <a:pt x="936426" y="107467"/>
                </a:cubicBezTo>
                <a:lnTo>
                  <a:pt x="936426" y="30060"/>
                </a:lnTo>
                <a:close/>
                <a:moveTo>
                  <a:pt x="1033226" y="69788"/>
                </a:moveTo>
                <a:cubicBezTo>
                  <a:pt x="1032700" y="69788"/>
                  <a:pt x="1032411" y="69972"/>
                  <a:pt x="1032358" y="70341"/>
                </a:cubicBezTo>
                <a:cubicBezTo>
                  <a:pt x="1032307" y="70708"/>
                  <a:pt x="1032281" y="71155"/>
                  <a:pt x="1032281" y="71681"/>
                </a:cubicBezTo>
                <a:cubicBezTo>
                  <a:pt x="1032281" y="77147"/>
                  <a:pt x="1032885" y="81771"/>
                  <a:pt x="1034092" y="85554"/>
                </a:cubicBezTo>
                <a:cubicBezTo>
                  <a:pt x="1035302" y="89337"/>
                  <a:pt x="1036983" y="92412"/>
                  <a:pt x="1039137" y="94777"/>
                </a:cubicBezTo>
                <a:cubicBezTo>
                  <a:pt x="1041292" y="97141"/>
                  <a:pt x="1043868" y="98849"/>
                  <a:pt x="1046864" y="99901"/>
                </a:cubicBezTo>
                <a:cubicBezTo>
                  <a:pt x="1049859" y="100952"/>
                  <a:pt x="1053091" y="101477"/>
                  <a:pt x="1056558" y="101477"/>
                </a:cubicBezTo>
                <a:cubicBezTo>
                  <a:pt x="1060131" y="101477"/>
                  <a:pt x="1063599" y="101188"/>
                  <a:pt x="1066962" y="100611"/>
                </a:cubicBezTo>
                <a:cubicBezTo>
                  <a:pt x="1070327" y="100032"/>
                  <a:pt x="1073218" y="98744"/>
                  <a:pt x="1075635" y="96747"/>
                </a:cubicBezTo>
                <a:cubicBezTo>
                  <a:pt x="1076161" y="96327"/>
                  <a:pt x="1076712" y="96170"/>
                  <a:pt x="1077290" y="96276"/>
                </a:cubicBezTo>
                <a:cubicBezTo>
                  <a:pt x="1077869" y="96380"/>
                  <a:pt x="1078342" y="96642"/>
                  <a:pt x="1078709" y="97063"/>
                </a:cubicBezTo>
                <a:cubicBezTo>
                  <a:pt x="1079076" y="97483"/>
                  <a:pt x="1079312" y="97956"/>
                  <a:pt x="1079416" y="98482"/>
                </a:cubicBezTo>
                <a:cubicBezTo>
                  <a:pt x="1079522" y="99008"/>
                  <a:pt x="1079418" y="99481"/>
                  <a:pt x="1079103" y="99901"/>
                </a:cubicBezTo>
                <a:cubicBezTo>
                  <a:pt x="1075740" y="104315"/>
                  <a:pt x="1071956" y="107363"/>
                  <a:pt x="1067751" y="109045"/>
                </a:cubicBezTo>
                <a:cubicBezTo>
                  <a:pt x="1063548" y="110726"/>
                  <a:pt x="1058346" y="111566"/>
                  <a:pt x="1052144" y="111566"/>
                </a:cubicBezTo>
                <a:cubicBezTo>
                  <a:pt x="1045838" y="111566"/>
                  <a:pt x="1040399" y="110621"/>
                  <a:pt x="1035827" y="108730"/>
                </a:cubicBezTo>
                <a:cubicBezTo>
                  <a:pt x="1031255" y="106837"/>
                  <a:pt x="1027471" y="104183"/>
                  <a:pt x="1024475" y="100767"/>
                </a:cubicBezTo>
                <a:cubicBezTo>
                  <a:pt x="1021481" y="97351"/>
                  <a:pt x="1019274" y="93358"/>
                  <a:pt x="1017855" y="88787"/>
                </a:cubicBezTo>
                <a:cubicBezTo>
                  <a:pt x="1016435" y="84215"/>
                  <a:pt x="1015726" y="79248"/>
                  <a:pt x="1015726" y="73887"/>
                </a:cubicBezTo>
                <a:cubicBezTo>
                  <a:pt x="1015726" y="68737"/>
                  <a:pt x="1016592" y="63851"/>
                  <a:pt x="1018326" y="59227"/>
                </a:cubicBezTo>
                <a:cubicBezTo>
                  <a:pt x="1020061" y="54602"/>
                  <a:pt x="1022505" y="50608"/>
                  <a:pt x="1025658" y="47245"/>
                </a:cubicBezTo>
                <a:cubicBezTo>
                  <a:pt x="1028811" y="43882"/>
                  <a:pt x="1032542" y="41202"/>
                  <a:pt x="1036852" y="39206"/>
                </a:cubicBezTo>
                <a:cubicBezTo>
                  <a:pt x="1041161" y="37207"/>
                  <a:pt x="1045943" y="36208"/>
                  <a:pt x="1051199" y="36208"/>
                </a:cubicBezTo>
                <a:cubicBezTo>
                  <a:pt x="1055612" y="36208"/>
                  <a:pt x="1059632" y="36971"/>
                  <a:pt x="1063258" y="38496"/>
                </a:cubicBezTo>
                <a:cubicBezTo>
                  <a:pt x="1066884" y="40019"/>
                  <a:pt x="1069958" y="42121"/>
                  <a:pt x="1072481" y="44801"/>
                </a:cubicBezTo>
                <a:cubicBezTo>
                  <a:pt x="1075003" y="47481"/>
                  <a:pt x="1076974" y="50687"/>
                  <a:pt x="1078394" y="54419"/>
                </a:cubicBezTo>
                <a:cubicBezTo>
                  <a:pt x="1079813" y="58149"/>
                  <a:pt x="1080523" y="62169"/>
                  <a:pt x="1080523" y="66478"/>
                </a:cubicBezTo>
                <a:cubicBezTo>
                  <a:pt x="1080523" y="68685"/>
                  <a:pt x="1079734" y="69788"/>
                  <a:pt x="1078158" y="69788"/>
                </a:cubicBezTo>
                <a:lnTo>
                  <a:pt x="1033226" y="69788"/>
                </a:lnTo>
                <a:moveTo>
                  <a:pt x="1062077" y="64272"/>
                </a:moveTo>
                <a:cubicBezTo>
                  <a:pt x="1063547" y="64272"/>
                  <a:pt x="1064388" y="63747"/>
                  <a:pt x="1064598" y="62696"/>
                </a:cubicBezTo>
                <a:cubicBezTo>
                  <a:pt x="1064809" y="61644"/>
                  <a:pt x="1064915" y="60382"/>
                  <a:pt x="1064915" y="58910"/>
                </a:cubicBezTo>
                <a:cubicBezTo>
                  <a:pt x="1064915" y="56703"/>
                  <a:pt x="1064574" y="54575"/>
                  <a:pt x="1063890" y="52525"/>
                </a:cubicBezTo>
                <a:cubicBezTo>
                  <a:pt x="1063207" y="50476"/>
                  <a:pt x="1062235" y="48663"/>
                  <a:pt x="1060972" y="47086"/>
                </a:cubicBezTo>
                <a:cubicBezTo>
                  <a:pt x="1059712" y="45510"/>
                  <a:pt x="1058188" y="44249"/>
                  <a:pt x="1056402" y="43302"/>
                </a:cubicBezTo>
                <a:cubicBezTo>
                  <a:pt x="1054615" y="42356"/>
                  <a:pt x="1052566" y="41883"/>
                  <a:pt x="1050253" y="41883"/>
                </a:cubicBezTo>
                <a:cubicBezTo>
                  <a:pt x="1047415" y="41883"/>
                  <a:pt x="1044970" y="42383"/>
                  <a:pt x="1042921" y="43382"/>
                </a:cubicBezTo>
                <a:cubicBezTo>
                  <a:pt x="1040871" y="44381"/>
                  <a:pt x="1039137" y="45695"/>
                  <a:pt x="1037718" y="47324"/>
                </a:cubicBezTo>
                <a:cubicBezTo>
                  <a:pt x="1036300" y="48952"/>
                  <a:pt x="1035223" y="50870"/>
                  <a:pt x="1034487" y="53079"/>
                </a:cubicBezTo>
                <a:cubicBezTo>
                  <a:pt x="1033751" y="55285"/>
                  <a:pt x="1033226" y="57597"/>
                  <a:pt x="1032911" y="60014"/>
                </a:cubicBezTo>
                <a:cubicBezTo>
                  <a:pt x="1032701" y="61276"/>
                  <a:pt x="1032622" y="62302"/>
                  <a:pt x="1032673" y="63091"/>
                </a:cubicBezTo>
                <a:cubicBezTo>
                  <a:pt x="1032726" y="63878"/>
                  <a:pt x="1032963" y="64272"/>
                  <a:pt x="1033383" y="64272"/>
                </a:cubicBezTo>
                <a:lnTo>
                  <a:pt x="1062077" y="64272"/>
                </a:lnTo>
                <a:close/>
                <a:moveTo>
                  <a:pt x="1107954" y="71366"/>
                </a:moveTo>
                <a:cubicBezTo>
                  <a:pt x="1107954" y="75359"/>
                  <a:pt x="1108427" y="79169"/>
                  <a:pt x="1109373" y="82795"/>
                </a:cubicBezTo>
                <a:cubicBezTo>
                  <a:pt x="1110319" y="86421"/>
                  <a:pt x="1111764" y="89627"/>
                  <a:pt x="1113708" y="92413"/>
                </a:cubicBezTo>
                <a:cubicBezTo>
                  <a:pt x="1115653" y="95197"/>
                  <a:pt x="1118149" y="97403"/>
                  <a:pt x="1121196" y="99033"/>
                </a:cubicBezTo>
                <a:cubicBezTo>
                  <a:pt x="1124245" y="100662"/>
                  <a:pt x="1127924" y="101477"/>
                  <a:pt x="1132233" y="101477"/>
                </a:cubicBezTo>
                <a:cubicBezTo>
                  <a:pt x="1135911" y="101477"/>
                  <a:pt x="1139509" y="101188"/>
                  <a:pt x="1143030" y="100611"/>
                </a:cubicBezTo>
                <a:cubicBezTo>
                  <a:pt x="1146551" y="100032"/>
                  <a:pt x="1149521" y="98691"/>
                  <a:pt x="1151940" y="96589"/>
                </a:cubicBezTo>
                <a:cubicBezTo>
                  <a:pt x="1152360" y="96168"/>
                  <a:pt x="1152832" y="96038"/>
                  <a:pt x="1153357" y="96197"/>
                </a:cubicBezTo>
                <a:cubicBezTo>
                  <a:pt x="1153883" y="96354"/>
                  <a:pt x="1154356" y="96617"/>
                  <a:pt x="1154776" y="96986"/>
                </a:cubicBezTo>
                <a:cubicBezTo>
                  <a:pt x="1155196" y="97353"/>
                  <a:pt x="1155485" y="97799"/>
                  <a:pt x="1155642" y="98326"/>
                </a:cubicBezTo>
                <a:cubicBezTo>
                  <a:pt x="1155801" y="98850"/>
                  <a:pt x="1155722" y="99322"/>
                  <a:pt x="1155406" y="99742"/>
                </a:cubicBezTo>
                <a:cubicBezTo>
                  <a:pt x="1151939" y="104368"/>
                  <a:pt x="1147893" y="107495"/>
                  <a:pt x="1143268" y="109124"/>
                </a:cubicBezTo>
                <a:cubicBezTo>
                  <a:pt x="1138644" y="110752"/>
                  <a:pt x="1133179" y="111566"/>
                  <a:pt x="1126871" y="111566"/>
                </a:cubicBezTo>
                <a:cubicBezTo>
                  <a:pt x="1122668" y="111566"/>
                  <a:pt x="1118464" y="110936"/>
                  <a:pt x="1114259" y="109675"/>
                </a:cubicBezTo>
                <a:cubicBezTo>
                  <a:pt x="1110055" y="108413"/>
                  <a:pt x="1106246" y="106310"/>
                  <a:pt x="1102830" y="103368"/>
                </a:cubicBezTo>
                <a:cubicBezTo>
                  <a:pt x="1099414" y="100425"/>
                  <a:pt x="1096654" y="96510"/>
                  <a:pt x="1094552" y="91624"/>
                </a:cubicBezTo>
                <a:cubicBezTo>
                  <a:pt x="1092451" y="86737"/>
                  <a:pt x="1091401" y="80668"/>
                  <a:pt x="1091401" y="73416"/>
                </a:cubicBezTo>
                <a:cubicBezTo>
                  <a:pt x="1091401" y="68264"/>
                  <a:pt x="1092267" y="63403"/>
                  <a:pt x="1094001" y="58833"/>
                </a:cubicBezTo>
                <a:cubicBezTo>
                  <a:pt x="1095735" y="54261"/>
                  <a:pt x="1098257" y="50319"/>
                  <a:pt x="1101567" y="47009"/>
                </a:cubicBezTo>
                <a:cubicBezTo>
                  <a:pt x="1104878" y="43698"/>
                  <a:pt x="1108952" y="41070"/>
                  <a:pt x="1113787" y="39126"/>
                </a:cubicBezTo>
                <a:cubicBezTo>
                  <a:pt x="1118622" y="37181"/>
                  <a:pt x="1124193" y="36208"/>
                  <a:pt x="1130499" y="36208"/>
                </a:cubicBezTo>
                <a:cubicBezTo>
                  <a:pt x="1133546" y="36208"/>
                  <a:pt x="1136514" y="36576"/>
                  <a:pt x="1139404" y="37312"/>
                </a:cubicBezTo>
                <a:cubicBezTo>
                  <a:pt x="1142296" y="38049"/>
                  <a:pt x="1144871" y="39126"/>
                  <a:pt x="1147131" y="40546"/>
                </a:cubicBezTo>
                <a:cubicBezTo>
                  <a:pt x="1149391" y="41963"/>
                  <a:pt x="1151204" y="43723"/>
                  <a:pt x="1152570" y="45826"/>
                </a:cubicBezTo>
                <a:cubicBezTo>
                  <a:pt x="1153936" y="47928"/>
                  <a:pt x="1154620" y="50293"/>
                  <a:pt x="1154620" y="52920"/>
                </a:cubicBezTo>
                <a:cubicBezTo>
                  <a:pt x="1154620" y="54812"/>
                  <a:pt x="1153989" y="56600"/>
                  <a:pt x="1152726" y="58282"/>
                </a:cubicBezTo>
                <a:cubicBezTo>
                  <a:pt x="1151466" y="59963"/>
                  <a:pt x="1149469" y="60803"/>
                  <a:pt x="1146737" y="60803"/>
                </a:cubicBezTo>
                <a:cubicBezTo>
                  <a:pt x="1144530" y="60803"/>
                  <a:pt x="1142717" y="60225"/>
                  <a:pt x="1141297" y="59069"/>
                </a:cubicBezTo>
                <a:cubicBezTo>
                  <a:pt x="1139878" y="57912"/>
                  <a:pt x="1139169" y="56231"/>
                  <a:pt x="1139169" y="54024"/>
                </a:cubicBezTo>
                <a:cubicBezTo>
                  <a:pt x="1139169" y="52552"/>
                  <a:pt x="1139562" y="51343"/>
                  <a:pt x="1140350" y="50399"/>
                </a:cubicBezTo>
                <a:cubicBezTo>
                  <a:pt x="1141139" y="49453"/>
                  <a:pt x="1141533" y="48559"/>
                  <a:pt x="1141533" y="47717"/>
                </a:cubicBezTo>
                <a:cubicBezTo>
                  <a:pt x="1141533" y="45826"/>
                  <a:pt x="1140272" y="44381"/>
                  <a:pt x="1137749" y="43382"/>
                </a:cubicBezTo>
                <a:cubicBezTo>
                  <a:pt x="1135227" y="42383"/>
                  <a:pt x="1132442" y="41883"/>
                  <a:pt x="1129395" y="41883"/>
                </a:cubicBezTo>
                <a:cubicBezTo>
                  <a:pt x="1125401" y="41883"/>
                  <a:pt x="1122064" y="42724"/>
                  <a:pt x="1119383" y="44406"/>
                </a:cubicBezTo>
                <a:cubicBezTo>
                  <a:pt x="1116703" y="46089"/>
                  <a:pt x="1114496" y="48323"/>
                  <a:pt x="1112762" y="51108"/>
                </a:cubicBezTo>
                <a:cubicBezTo>
                  <a:pt x="1111029" y="53893"/>
                  <a:pt x="1109794" y="57045"/>
                  <a:pt x="1109058" y="60567"/>
                </a:cubicBezTo>
                <a:cubicBezTo>
                  <a:pt x="1108322" y="64087"/>
                  <a:pt x="1107954" y="67687"/>
                  <a:pt x="1107954" y="71366"/>
                </a:cubicBezTo>
                <a:close/>
                <a:moveTo>
                  <a:pt x="1206644" y="77356"/>
                </a:moveTo>
                <a:cubicBezTo>
                  <a:pt x="1206644" y="76200"/>
                  <a:pt x="1206591" y="75490"/>
                  <a:pt x="1206485" y="75227"/>
                </a:cubicBezTo>
                <a:cubicBezTo>
                  <a:pt x="1206381" y="74964"/>
                  <a:pt x="1206118" y="74832"/>
                  <a:pt x="1205698" y="74832"/>
                </a:cubicBezTo>
                <a:cubicBezTo>
                  <a:pt x="1197080" y="75569"/>
                  <a:pt x="1190695" y="77382"/>
                  <a:pt x="1186542" y="80274"/>
                </a:cubicBezTo>
                <a:cubicBezTo>
                  <a:pt x="1182392" y="83164"/>
                  <a:pt x="1180317" y="86868"/>
                  <a:pt x="1180317" y="91388"/>
                </a:cubicBezTo>
                <a:cubicBezTo>
                  <a:pt x="1180317" y="94541"/>
                  <a:pt x="1181105" y="97195"/>
                  <a:pt x="1182681" y="99350"/>
                </a:cubicBezTo>
                <a:cubicBezTo>
                  <a:pt x="1184258" y="101504"/>
                  <a:pt x="1186886" y="102581"/>
                  <a:pt x="1190565" y="102581"/>
                </a:cubicBezTo>
                <a:cubicBezTo>
                  <a:pt x="1192981" y="102581"/>
                  <a:pt x="1195530" y="102108"/>
                  <a:pt x="1198210" y="101162"/>
                </a:cubicBezTo>
                <a:cubicBezTo>
                  <a:pt x="1200889" y="100216"/>
                  <a:pt x="1203281" y="98849"/>
                  <a:pt x="1205383" y="97063"/>
                </a:cubicBezTo>
                <a:cubicBezTo>
                  <a:pt x="1206223" y="96222"/>
                  <a:pt x="1206644" y="95381"/>
                  <a:pt x="1206644" y="94539"/>
                </a:cubicBezTo>
                <a:lnTo>
                  <a:pt x="1206644" y="77356"/>
                </a:lnTo>
                <a:moveTo>
                  <a:pt x="1221465" y="92963"/>
                </a:moveTo>
                <a:cubicBezTo>
                  <a:pt x="1221465" y="96642"/>
                  <a:pt x="1221806" y="99218"/>
                  <a:pt x="1222489" y="100690"/>
                </a:cubicBezTo>
                <a:cubicBezTo>
                  <a:pt x="1223172" y="102161"/>
                  <a:pt x="1224512" y="102896"/>
                  <a:pt x="1226509" y="102896"/>
                </a:cubicBezTo>
                <a:cubicBezTo>
                  <a:pt x="1227665" y="102896"/>
                  <a:pt x="1228611" y="102765"/>
                  <a:pt x="1229345" y="102502"/>
                </a:cubicBezTo>
                <a:cubicBezTo>
                  <a:pt x="1230081" y="102239"/>
                  <a:pt x="1231133" y="101687"/>
                  <a:pt x="1232499" y="100847"/>
                </a:cubicBezTo>
                <a:cubicBezTo>
                  <a:pt x="1232815" y="100636"/>
                  <a:pt x="1233157" y="100636"/>
                  <a:pt x="1233524" y="100847"/>
                </a:cubicBezTo>
                <a:cubicBezTo>
                  <a:pt x="1233893" y="101057"/>
                  <a:pt x="1234208" y="101346"/>
                  <a:pt x="1234469" y="101715"/>
                </a:cubicBezTo>
                <a:cubicBezTo>
                  <a:pt x="1234732" y="102082"/>
                  <a:pt x="1234916" y="102502"/>
                  <a:pt x="1235020" y="102976"/>
                </a:cubicBezTo>
                <a:cubicBezTo>
                  <a:pt x="1235126" y="103449"/>
                  <a:pt x="1235022" y="103842"/>
                  <a:pt x="1234707" y="104157"/>
                </a:cubicBezTo>
                <a:cubicBezTo>
                  <a:pt x="1230608" y="109096"/>
                  <a:pt x="1225773" y="111566"/>
                  <a:pt x="1220202" y="111566"/>
                </a:cubicBezTo>
                <a:cubicBezTo>
                  <a:pt x="1217154" y="111566"/>
                  <a:pt x="1214553" y="110752"/>
                  <a:pt x="1212398" y="109124"/>
                </a:cubicBezTo>
                <a:cubicBezTo>
                  <a:pt x="1210244" y="107495"/>
                  <a:pt x="1208642" y="105576"/>
                  <a:pt x="1207591" y="103368"/>
                </a:cubicBezTo>
                <a:cubicBezTo>
                  <a:pt x="1207380" y="102843"/>
                  <a:pt x="1207064" y="102791"/>
                  <a:pt x="1206644" y="103211"/>
                </a:cubicBezTo>
                <a:cubicBezTo>
                  <a:pt x="1203911" y="105628"/>
                  <a:pt x="1200731" y="107625"/>
                  <a:pt x="1197105" y="109201"/>
                </a:cubicBezTo>
                <a:cubicBezTo>
                  <a:pt x="1193479" y="110778"/>
                  <a:pt x="1188934" y="111566"/>
                  <a:pt x="1183471" y="111566"/>
                </a:cubicBezTo>
                <a:cubicBezTo>
                  <a:pt x="1177479" y="111566"/>
                  <a:pt x="1172854" y="109964"/>
                  <a:pt x="1169595" y="106760"/>
                </a:cubicBezTo>
                <a:cubicBezTo>
                  <a:pt x="1166338" y="103554"/>
                  <a:pt x="1164709" y="99008"/>
                  <a:pt x="1164709" y="93122"/>
                </a:cubicBezTo>
                <a:cubicBezTo>
                  <a:pt x="1164709" y="85554"/>
                  <a:pt x="1168230" y="79747"/>
                  <a:pt x="1175272" y="75701"/>
                </a:cubicBezTo>
                <a:cubicBezTo>
                  <a:pt x="1182314" y="71655"/>
                  <a:pt x="1192561" y="69632"/>
                  <a:pt x="1206013" y="69632"/>
                </a:cubicBezTo>
                <a:cubicBezTo>
                  <a:pt x="1206223" y="69632"/>
                  <a:pt x="1206381" y="69369"/>
                  <a:pt x="1206485" y="68843"/>
                </a:cubicBezTo>
                <a:cubicBezTo>
                  <a:pt x="1206591" y="68317"/>
                  <a:pt x="1206644" y="67108"/>
                  <a:pt x="1206644" y="65217"/>
                </a:cubicBezTo>
                <a:lnTo>
                  <a:pt x="1206644" y="60959"/>
                </a:lnTo>
                <a:cubicBezTo>
                  <a:pt x="1206644" y="58332"/>
                  <a:pt x="1206434" y="55863"/>
                  <a:pt x="1206013" y="53550"/>
                </a:cubicBezTo>
                <a:cubicBezTo>
                  <a:pt x="1205593" y="51238"/>
                  <a:pt x="1204884" y="49214"/>
                  <a:pt x="1203884" y="47481"/>
                </a:cubicBezTo>
                <a:cubicBezTo>
                  <a:pt x="1202887" y="45747"/>
                  <a:pt x="1201495" y="44381"/>
                  <a:pt x="1199708" y="43382"/>
                </a:cubicBezTo>
                <a:cubicBezTo>
                  <a:pt x="1197922" y="42383"/>
                  <a:pt x="1195714" y="41883"/>
                  <a:pt x="1193086" y="41883"/>
                </a:cubicBezTo>
                <a:cubicBezTo>
                  <a:pt x="1189197" y="41883"/>
                  <a:pt x="1186044" y="42646"/>
                  <a:pt x="1183627" y="44171"/>
                </a:cubicBezTo>
                <a:cubicBezTo>
                  <a:pt x="1181210" y="45694"/>
                  <a:pt x="1180002" y="47664"/>
                  <a:pt x="1180002" y="50081"/>
                </a:cubicBezTo>
                <a:cubicBezTo>
                  <a:pt x="1180002" y="51238"/>
                  <a:pt x="1180369" y="52367"/>
                  <a:pt x="1181103" y="53471"/>
                </a:cubicBezTo>
                <a:cubicBezTo>
                  <a:pt x="1181840" y="54574"/>
                  <a:pt x="1182208" y="55704"/>
                  <a:pt x="1182208" y="56860"/>
                </a:cubicBezTo>
                <a:cubicBezTo>
                  <a:pt x="1182208" y="58332"/>
                  <a:pt x="1181471" y="59752"/>
                  <a:pt x="1179999" y="61118"/>
                </a:cubicBezTo>
                <a:cubicBezTo>
                  <a:pt x="1178529" y="62485"/>
                  <a:pt x="1176743" y="63168"/>
                  <a:pt x="1174642" y="63168"/>
                </a:cubicBezTo>
                <a:cubicBezTo>
                  <a:pt x="1171803" y="63168"/>
                  <a:pt x="1169779" y="62406"/>
                  <a:pt x="1168570" y="60882"/>
                </a:cubicBezTo>
                <a:cubicBezTo>
                  <a:pt x="1167363" y="59357"/>
                  <a:pt x="1166759" y="57491"/>
                  <a:pt x="1166759" y="55285"/>
                </a:cubicBezTo>
                <a:cubicBezTo>
                  <a:pt x="1166759" y="52658"/>
                  <a:pt x="1167494" y="50161"/>
                  <a:pt x="1168965" y="47796"/>
                </a:cubicBezTo>
                <a:cubicBezTo>
                  <a:pt x="1170437" y="45430"/>
                  <a:pt x="1172434" y="43407"/>
                  <a:pt x="1174955" y="41727"/>
                </a:cubicBezTo>
                <a:cubicBezTo>
                  <a:pt x="1177477" y="40044"/>
                  <a:pt x="1180420" y="38704"/>
                  <a:pt x="1183783" y="37707"/>
                </a:cubicBezTo>
                <a:cubicBezTo>
                  <a:pt x="1187148" y="36708"/>
                  <a:pt x="1190670" y="36208"/>
                  <a:pt x="1194349" y="36208"/>
                </a:cubicBezTo>
                <a:cubicBezTo>
                  <a:pt x="1202755" y="36208"/>
                  <a:pt x="1209376" y="38153"/>
                  <a:pt x="1214212" y="42042"/>
                </a:cubicBezTo>
                <a:cubicBezTo>
                  <a:pt x="1219047" y="45931"/>
                  <a:pt x="1221465" y="52395"/>
                  <a:pt x="1221465" y="61433"/>
                </a:cubicBezTo>
                <a:lnTo>
                  <a:pt x="1221465" y="92963"/>
                </a:lnTo>
                <a:close/>
                <a:moveTo>
                  <a:pt x="1313534" y="82559"/>
                </a:moveTo>
                <a:cubicBezTo>
                  <a:pt x="1313534" y="86868"/>
                  <a:pt x="1313612" y="90363"/>
                  <a:pt x="1313769" y="93043"/>
                </a:cubicBezTo>
                <a:cubicBezTo>
                  <a:pt x="1313926" y="95723"/>
                  <a:pt x="1314400" y="97825"/>
                  <a:pt x="1315189" y="99350"/>
                </a:cubicBezTo>
                <a:cubicBezTo>
                  <a:pt x="1315978" y="100874"/>
                  <a:pt x="1317160" y="101924"/>
                  <a:pt x="1318737" y="102502"/>
                </a:cubicBezTo>
                <a:cubicBezTo>
                  <a:pt x="1320313" y="103079"/>
                  <a:pt x="1322520" y="103368"/>
                  <a:pt x="1325357" y="103368"/>
                </a:cubicBezTo>
                <a:cubicBezTo>
                  <a:pt x="1325777" y="103368"/>
                  <a:pt x="1326119" y="103604"/>
                  <a:pt x="1326382" y="104077"/>
                </a:cubicBezTo>
                <a:cubicBezTo>
                  <a:pt x="1326645" y="104550"/>
                  <a:pt x="1326776" y="105103"/>
                  <a:pt x="1326776" y="105735"/>
                </a:cubicBezTo>
                <a:cubicBezTo>
                  <a:pt x="1326776" y="106259"/>
                  <a:pt x="1326671" y="106784"/>
                  <a:pt x="1326461" y="107310"/>
                </a:cubicBezTo>
                <a:cubicBezTo>
                  <a:pt x="1326251" y="107836"/>
                  <a:pt x="1325883" y="108099"/>
                  <a:pt x="1325357" y="108099"/>
                </a:cubicBezTo>
                <a:cubicBezTo>
                  <a:pt x="1324517" y="108099"/>
                  <a:pt x="1323807" y="108126"/>
                  <a:pt x="1323228" y="108179"/>
                </a:cubicBezTo>
                <a:cubicBezTo>
                  <a:pt x="1322651" y="108230"/>
                  <a:pt x="1322073" y="108282"/>
                  <a:pt x="1321494" y="108335"/>
                </a:cubicBezTo>
                <a:cubicBezTo>
                  <a:pt x="1320916" y="108388"/>
                  <a:pt x="1320286" y="108467"/>
                  <a:pt x="1319603" y="108573"/>
                </a:cubicBezTo>
                <a:cubicBezTo>
                  <a:pt x="1318920" y="108678"/>
                  <a:pt x="1318053" y="108782"/>
                  <a:pt x="1317002" y="108886"/>
                </a:cubicBezTo>
                <a:cubicBezTo>
                  <a:pt x="1316160" y="108992"/>
                  <a:pt x="1314978" y="109203"/>
                  <a:pt x="1313454" y="109519"/>
                </a:cubicBezTo>
                <a:cubicBezTo>
                  <a:pt x="1311931" y="109833"/>
                  <a:pt x="1310381" y="110147"/>
                  <a:pt x="1308804" y="110462"/>
                </a:cubicBezTo>
                <a:cubicBezTo>
                  <a:pt x="1307228" y="110778"/>
                  <a:pt x="1305756" y="111041"/>
                  <a:pt x="1304390" y="111251"/>
                </a:cubicBezTo>
                <a:cubicBezTo>
                  <a:pt x="1303024" y="111461"/>
                  <a:pt x="1302130" y="111566"/>
                  <a:pt x="1301710" y="111566"/>
                </a:cubicBezTo>
                <a:cubicBezTo>
                  <a:pt x="1299818" y="111566"/>
                  <a:pt x="1298871" y="108623"/>
                  <a:pt x="1298871" y="102737"/>
                </a:cubicBezTo>
                <a:cubicBezTo>
                  <a:pt x="1298871" y="102527"/>
                  <a:pt x="1298766" y="102397"/>
                  <a:pt x="1298556" y="102345"/>
                </a:cubicBezTo>
                <a:cubicBezTo>
                  <a:pt x="1298346" y="102292"/>
                  <a:pt x="1298136" y="102371"/>
                  <a:pt x="1297926" y="102581"/>
                </a:cubicBezTo>
                <a:cubicBezTo>
                  <a:pt x="1294037" y="105944"/>
                  <a:pt x="1290121" y="108282"/>
                  <a:pt x="1286180" y="109596"/>
                </a:cubicBezTo>
                <a:cubicBezTo>
                  <a:pt x="1282239" y="110909"/>
                  <a:pt x="1278429" y="111566"/>
                  <a:pt x="1274751" y="111566"/>
                </a:cubicBezTo>
                <a:cubicBezTo>
                  <a:pt x="1269915" y="111566"/>
                  <a:pt x="1265921" y="110962"/>
                  <a:pt x="1262768" y="109754"/>
                </a:cubicBezTo>
                <a:cubicBezTo>
                  <a:pt x="1259615" y="108545"/>
                  <a:pt x="1257146" y="106784"/>
                  <a:pt x="1255359" y="104472"/>
                </a:cubicBezTo>
                <a:cubicBezTo>
                  <a:pt x="1253572" y="102159"/>
                  <a:pt x="1252311" y="99296"/>
                  <a:pt x="1251575" y="95881"/>
                </a:cubicBezTo>
                <a:cubicBezTo>
                  <a:pt x="1250839" y="92465"/>
                  <a:pt x="1250471" y="88603"/>
                  <a:pt x="1250471" y="84294"/>
                </a:cubicBezTo>
                <a:lnTo>
                  <a:pt x="1250471" y="66478"/>
                </a:lnTo>
                <a:cubicBezTo>
                  <a:pt x="1250471" y="61959"/>
                  <a:pt x="1250366" y="58438"/>
                  <a:pt x="1250156" y="55915"/>
                </a:cubicBezTo>
                <a:cubicBezTo>
                  <a:pt x="1249946" y="53392"/>
                  <a:pt x="1249473" y="51501"/>
                  <a:pt x="1248736" y="50240"/>
                </a:cubicBezTo>
                <a:cubicBezTo>
                  <a:pt x="1248002" y="48978"/>
                  <a:pt x="1246899" y="48137"/>
                  <a:pt x="1245426" y="47717"/>
                </a:cubicBezTo>
                <a:cubicBezTo>
                  <a:pt x="1243956" y="47296"/>
                  <a:pt x="1241959" y="46929"/>
                  <a:pt x="1239436" y="46615"/>
                </a:cubicBezTo>
                <a:cubicBezTo>
                  <a:pt x="1238910" y="46615"/>
                  <a:pt x="1238516" y="46352"/>
                  <a:pt x="1238253" y="45826"/>
                </a:cubicBezTo>
                <a:cubicBezTo>
                  <a:pt x="1237991" y="45300"/>
                  <a:pt x="1237834" y="44775"/>
                  <a:pt x="1237781" y="44250"/>
                </a:cubicBezTo>
                <a:cubicBezTo>
                  <a:pt x="1237728" y="43724"/>
                  <a:pt x="1237833" y="43198"/>
                  <a:pt x="1238096" y="42672"/>
                </a:cubicBezTo>
                <a:cubicBezTo>
                  <a:pt x="1238359" y="42146"/>
                  <a:pt x="1238806" y="41883"/>
                  <a:pt x="1239436" y="41883"/>
                </a:cubicBezTo>
                <a:cubicBezTo>
                  <a:pt x="1240487" y="41779"/>
                  <a:pt x="1241879" y="41622"/>
                  <a:pt x="1243613" y="41412"/>
                </a:cubicBezTo>
                <a:cubicBezTo>
                  <a:pt x="1245348" y="41201"/>
                  <a:pt x="1247214" y="40886"/>
                  <a:pt x="1249210" y="40466"/>
                </a:cubicBezTo>
                <a:cubicBezTo>
                  <a:pt x="1251207" y="40044"/>
                  <a:pt x="1253282" y="39598"/>
                  <a:pt x="1255436" y="39126"/>
                </a:cubicBezTo>
                <a:cubicBezTo>
                  <a:pt x="1257591" y="38653"/>
                  <a:pt x="1259615" y="38154"/>
                  <a:pt x="1261508" y="37628"/>
                </a:cubicBezTo>
                <a:cubicBezTo>
                  <a:pt x="1262978" y="37207"/>
                  <a:pt x="1263977" y="37444"/>
                  <a:pt x="1264503" y="38337"/>
                </a:cubicBezTo>
                <a:cubicBezTo>
                  <a:pt x="1265029" y="39230"/>
                  <a:pt x="1265292" y="39992"/>
                  <a:pt x="1265292" y="40622"/>
                </a:cubicBezTo>
                <a:lnTo>
                  <a:pt x="1265292" y="78145"/>
                </a:lnTo>
                <a:cubicBezTo>
                  <a:pt x="1265292" y="82348"/>
                  <a:pt x="1265475" y="85921"/>
                  <a:pt x="1265843" y="88864"/>
                </a:cubicBezTo>
                <a:cubicBezTo>
                  <a:pt x="1266211" y="91807"/>
                  <a:pt x="1266868" y="94225"/>
                  <a:pt x="1267813" y="96117"/>
                </a:cubicBezTo>
                <a:cubicBezTo>
                  <a:pt x="1268759" y="98008"/>
                  <a:pt x="1270072" y="99374"/>
                  <a:pt x="1271753" y="100216"/>
                </a:cubicBezTo>
                <a:cubicBezTo>
                  <a:pt x="1273435" y="101057"/>
                  <a:pt x="1275538" y="101477"/>
                  <a:pt x="1278061" y="101477"/>
                </a:cubicBezTo>
                <a:cubicBezTo>
                  <a:pt x="1281634" y="101477"/>
                  <a:pt x="1285365" y="100847"/>
                  <a:pt x="1289254" y="99586"/>
                </a:cubicBezTo>
                <a:cubicBezTo>
                  <a:pt x="1293143" y="98324"/>
                  <a:pt x="1296086" y="96800"/>
                  <a:pt x="1298082" y="95013"/>
                </a:cubicBezTo>
                <a:cubicBezTo>
                  <a:pt x="1298398" y="94697"/>
                  <a:pt x="1298582" y="94119"/>
                  <a:pt x="1298633" y="93279"/>
                </a:cubicBezTo>
                <a:cubicBezTo>
                  <a:pt x="1298686" y="92438"/>
                  <a:pt x="1298713" y="91808"/>
                  <a:pt x="1298713" y="91388"/>
                </a:cubicBezTo>
                <a:lnTo>
                  <a:pt x="1298713" y="66478"/>
                </a:lnTo>
                <a:cubicBezTo>
                  <a:pt x="1298713" y="61959"/>
                  <a:pt x="1298660" y="58438"/>
                  <a:pt x="1298554" y="55915"/>
                </a:cubicBezTo>
                <a:cubicBezTo>
                  <a:pt x="1298450" y="53392"/>
                  <a:pt x="1298082" y="51501"/>
                  <a:pt x="1297452" y="50240"/>
                </a:cubicBezTo>
                <a:cubicBezTo>
                  <a:pt x="1296822" y="48978"/>
                  <a:pt x="1295850" y="48137"/>
                  <a:pt x="1294537" y="47717"/>
                </a:cubicBezTo>
                <a:cubicBezTo>
                  <a:pt x="1293223" y="47296"/>
                  <a:pt x="1291305" y="46929"/>
                  <a:pt x="1288782" y="46615"/>
                </a:cubicBezTo>
                <a:cubicBezTo>
                  <a:pt x="1288256" y="46509"/>
                  <a:pt x="1287862" y="46220"/>
                  <a:pt x="1287599" y="45746"/>
                </a:cubicBezTo>
                <a:cubicBezTo>
                  <a:pt x="1287336" y="45273"/>
                  <a:pt x="1287178" y="44748"/>
                  <a:pt x="1287125" y="44171"/>
                </a:cubicBezTo>
                <a:cubicBezTo>
                  <a:pt x="1287074" y="43592"/>
                  <a:pt x="1287179" y="43066"/>
                  <a:pt x="1287440" y="42593"/>
                </a:cubicBezTo>
                <a:cubicBezTo>
                  <a:pt x="1287703" y="42120"/>
                  <a:pt x="1288151" y="41883"/>
                  <a:pt x="1288782" y="41883"/>
                </a:cubicBezTo>
                <a:cubicBezTo>
                  <a:pt x="1292566" y="41673"/>
                  <a:pt x="1296034" y="41201"/>
                  <a:pt x="1299187" y="40466"/>
                </a:cubicBezTo>
                <a:cubicBezTo>
                  <a:pt x="1302340" y="39730"/>
                  <a:pt x="1305861" y="38784"/>
                  <a:pt x="1309750" y="37628"/>
                </a:cubicBezTo>
                <a:cubicBezTo>
                  <a:pt x="1311220" y="37207"/>
                  <a:pt x="1312218" y="37444"/>
                  <a:pt x="1312745" y="38337"/>
                </a:cubicBezTo>
                <a:cubicBezTo>
                  <a:pt x="1313271" y="39230"/>
                  <a:pt x="1313534" y="39992"/>
                  <a:pt x="1313534" y="40622"/>
                </a:cubicBezTo>
                <a:lnTo>
                  <a:pt x="1313534" y="82559"/>
                </a:lnTo>
                <a:close/>
                <a:moveTo>
                  <a:pt x="1383057" y="38573"/>
                </a:moveTo>
                <a:cubicBezTo>
                  <a:pt x="1382743" y="39729"/>
                  <a:pt x="1382454" y="41149"/>
                  <a:pt x="1382191" y="42831"/>
                </a:cubicBezTo>
                <a:cubicBezTo>
                  <a:pt x="1381928" y="44512"/>
                  <a:pt x="1381797" y="46298"/>
                  <a:pt x="1381797" y="48190"/>
                </a:cubicBezTo>
                <a:cubicBezTo>
                  <a:pt x="1381797" y="50187"/>
                  <a:pt x="1381849" y="52263"/>
                  <a:pt x="1381953" y="54419"/>
                </a:cubicBezTo>
                <a:cubicBezTo>
                  <a:pt x="1382059" y="56572"/>
                  <a:pt x="1382112" y="58227"/>
                  <a:pt x="1382112" y="59384"/>
                </a:cubicBezTo>
                <a:cubicBezTo>
                  <a:pt x="1382112" y="59700"/>
                  <a:pt x="1381902" y="59963"/>
                  <a:pt x="1381481" y="60173"/>
                </a:cubicBezTo>
                <a:cubicBezTo>
                  <a:pt x="1381061" y="60383"/>
                  <a:pt x="1380588" y="60514"/>
                  <a:pt x="1380062" y="60567"/>
                </a:cubicBezTo>
                <a:cubicBezTo>
                  <a:pt x="1379538" y="60619"/>
                  <a:pt x="1379065" y="60566"/>
                  <a:pt x="1378643" y="60409"/>
                </a:cubicBezTo>
                <a:cubicBezTo>
                  <a:pt x="1378223" y="60251"/>
                  <a:pt x="1377960" y="60015"/>
                  <a:pt x="1377856" y="59699"/>
                </a:cubicBezTo>
                <a:cubicBezTo>
                  <a:pt x="1376700" y="54129"/>
                  <a:pt x="1374808" y="49846"/>
                  <a:pt x="1372179" y="46851"/>
                </a:cubicBezTo>
                <a:cubicBezTo>
                  <a:pt x="1369552" y="43855"/>
                  <a:pt x="1365349" y="42357"/>
                  <a:pt x="1359569" y="42357"/>
                </a:cubicBezTo>
                <a:cubicBezTo>
                  <a:pt x="1355680" y="42357"/>
                  <a:pt x="1352474" y="43330"/>
                  <a:pt x="1349951" y="45275"/>
                </a:cubicBezTo>
                <a:cubicBezTo>
                  <a:pt x="1347429" y="47219"/>
                  <a:pt x="1346167" y="49820"/>
                  <a:pt x="1346167" y="53079"/>
                </a:cubicBezTo>
                <a:cubicBezTo>
                  <a:pt x="1346167" y="55810"/>
                  <a:pt x="1347218" y="57912"/>
                  <a:pt x="1349319" y="59384"/>
                </a:cubicBezTo>
                <a:cubicBezTo>
                  <a:pt x="1351421" y="60854"/>
                  <a:pt x="1354207" y="62221"/>
                  <a:pt x="1357676" y="63483"/>
                </a:cubicBezTo>
                <a:cubicBezTo>
                  <a:pt x="1359148" y="64009"/>
                  <a:pt x="1360909" y="64666"/>
                  <a:pt x="1362958" y="65455"/>
                </a:cubicBezTo>
                <a:cubicBezTo>
                  <a:pt x="1365008" y="66243"/>
                  <a:pt x="1366663" y="66899"/>
                  <a:pt x="1367924" y="67423"/>
                </a:cubicBezTo>
                <a:cubicBezTo>
                  <a:pt x="1370656" y="68685"/>
                  <a:pt x="1373205" y="70000"/>
                  <a:pt x="1375568" y="71366"/>
                </a:cubicBezTo>
                <a:cubicBezTo>
                  <a:pt x="1377934" y="72732"/>
                  <a:pt x="1379984" y="74335"/>
                  <a:pt x="1381717" y="76175"/>
                </a:cubicBezTo>
                <a:cubicBezTo>
                  <a:pt x="1383452" y="78013"/>
                  <a:pt x="1384819" y="80088"/>
                  <a:pt x="1385816" y="82400"/>
                </a:cubicBezTo>
                <a:cubicBezTo>
                  <a:pt x="1386815" y="84713"/>
                  <a:pt x="1387315" y="87394"/>
                  <a:pt x="1387315" y="90442"/>
                </a:cubicBezTo>
                <a:cubicBezTo>
                  <a:pt x="1387315" y="94436"/>
                  <a:pt x="1386474" y="97772"/>
                  <a:pt x="1384792" y="100452"/>
                </a:cubicBezTo>
                <a:cubicBezTo>
                  <a:pt x="1383111" y="103132"/>
                  <a:pt x="1380956" y="105287"/>
                  <a:pt x="1378328" y="106916"/>
                </a:cubicBezTo>
                <a:cubicBezTo>
                  <a:pt x="1375701" y="108545"/>
                  <a:pt x="1372706" y="109727"/>
                  <a:pt x="1369343" y="110462"/>
                </a:cubicBezTo>
                <a:cubicBezTo>
                  <a:pt x="1365980" y="111198"/>
                  <a:pt x="1362669" y="111566"/>
                  <a:pt x="1359410" y="111566"/>
                </a:cubicBezTo>
                <a:cubicBezTo>
                  <a:pt x="1356677" y="111566"/>
                  <a:pt x="1353629" y="111251"/>
                  <a:pt x="1350266" y="110621"/>
                </a:cubicBezTo>
                <a:cubicBezTo>
                  <a:pt x="1346903" y="109990"/>
                  <a:pt x="1343961" y="109097"/>
                  <a:pt x="1341438" y="107941"/>
                </a:cubicBezTo>
                <a:cubicBezTo>
                  <a:pt x="1340808" y="107731"/>
                  <a:pt x="1340151" y="107836"/>
                  <a:pt x="1339468" y="108256"/>
                </a:cubicBezTo>
                <a:cubicBezTo>
                  <a:pt x="1338785" y="108676"/>
                  <a:pt x="1338338" y="109464"/>
                  <a:pt x="1338128" y="110621"/>
                </a:cubicBezTo>
                <a:cubicBezTo>
                  <a:pt x="1338128" y="110936"/>
                  <a:pt x="1337891" y="111147"/>
                  <a:pt x="1337418" y="111251"/>
                </a:cubicBezTo>
                <a:cubicBezTo>
                  <a:pt x="1336945" y="111357"/>
                  <a:pt x="1336445" y="111410"/>
                  <a:pt x="1335919" y="111410"/>
                </a:cubicBezTo>
                <a:cubicBezTo>
                  <a:pt x="1335499" y="111410"/>
                  <a:pt x="1335079" y="111330"/>
                  <a:pt x="1334659" y="111171"/>
                </a:cubicBezTo>
                <a:cubicBezTo>
                  <a:pt x="1334239" y="111014"/>
                  <a:pt x="1334029" y="110778"/>
                  <a:pt x="1334029" y="110464"/>
                </a:cubicBezTo>
                <a:cubicBezTo>
                  <a:pt x="1334029" y="109622"/>
                  <a:pt x="1334134" y="108466"/>
                  <a:pt x="1334344" y="106995"/>
                </a:cubicBezTo>
                <a:cubicBezTo>
                  <a:pt x="1334554" y="105523"/>
                  <a:pt x="1334659" y="104157"/>
                  <a:pt x="1334659" y="102896"/>
                </a:cubicBezTo>
                <a:cubicBezTo>
                  <a:pt x="1334659" y="101634"/>
                  <a:pt x="1334580" y="100241"/>
                  <a:pt x="1334421" y="98718"/>
                </a:cubicBezTo>
                <a:cubicBezTo>
                  <a:pt x="1334264" y="97194"/>
                  <a:pt x="1334106" y="95697"/>
                  <a:pt x="1333949" y="94226"/>
                </a:cubicBezTo>
                <a:cubicBezTo>
                  <a:pt x="1333792" y="92754"/>
                  <a:pt x="1333661" y="91440"/>
                  <a:pt x="1333555" y="90284"/>
                </a:cubicBezTo>
                <a:cubicBezTo>
                  <a:pt x="1333451" y="89127"/>
                  <a:pt x="1333398" y="88286"/>
                  <a:pt x="1333398" y="87760"/>
                </a:cubicBezTo>
                <a:cubicBezTo>
                  <a:pt x="1333398" y="87340"/>
                  <a:pt x="1333608" y="87025"/>
                  <a:pt x="1334029" y="86815"/>
                </a:cubicBezTo>
                <a:cubicBezTo>
                  <a:pt x="1334449" y="86605"/>
                  <a:pt x="1334921" y="86474"/>
                  <a:pt x="1335446" y="86423"/>
                </a:cubicBezTo>
                <a:cubicBezTo>
                  <a:pt x="1335972" y="86370"/>
                  <a:pt x="1336471" y="86422"/>
                  <a:pt x="1336944" y="86579"/>
                </a:cubicBezTo>
                <a:cubicBezTo>
                  <a:pt x="1337417" y="86736"/>
                  <a:pt x="1337707" y="87025"/>
                  <a:pt x="1337813" y="87445"/>
                </a:cubicBezTo>
                <a:cubicBezTo>
                  <a:pt x="1338547" y="90494"/>
                  <a:pt x="1339493" y="93174"/>
                  <a:pt x="1340649" y="95487"/>
                </a:cubicBezTo>
                <a:cubicBezTo>
                  <a:pt x="1341805" y="97798"/>
                  <a:pt x="1343250" y="99742"/>
                  <a:pt x="1344984" y="101320"/>
                </a:cubicBezTo>
                <a:cubicBezTo>
                  <a:pt x="1346719" y="102897"/>
                  <a:pt x="1348821" y="104080"/>
                  <a:pt x="1351291" y="104869"/>
                </a:cubicBezTo>
                <a:cubicBezTo>
                  <a:pt x="1353761" y="105656"/>
                  <a:pt x="1356730" y="106050"/>
                  <a:pt x="1360199" y="106050"/>
                </a:cubicBezTo>
                <a:cubicBezTo>
                  <a:pt x="1363982" y="106050"/>
                  <a:pt x="1367056" y="104999"/>
                  <a:pt x="1369420" y="102896"/>
                </a:cubicBezTo>
                <a:cubicBezTo>
                  <a:pt x="1371785" y="100794"/>
                  <a:pt x="1372968" y="97851"/>
                  <a:pt x="1372968" y="94068"/>
                </a:cubicBezTo>
                <a:cubicBezTo>
                  <a:pt x="1372968" y="90705"/>
                  <a:pt x="1371785" y="88051"/>
                  <a:pt x="1369420" y="86107"/>
                </a:cubicBezTo>
                <a:cubicBezTo>
                  <a:pt x="1367056" y="84162"/>
                  <a:pt x="1364297" y="82453"/>
                  <a:pt x="1361145" y="80981"/>
                </a:cubicBezTo>
                <a:cubicBezTo>
                  <a:pt x="1359672" y="80351"/>
                  <a:pt x="1358174" y="79721"/>
                  <a:pt x="1356651" y="79090"/>
                </a:cubicBezTo>
                <a:cubicBezTo>
                  <a:pt x="1355127" y="78460"/>
                  <a:pt x="1353577" y="77830"/>
                  <a:pt x="1352001" y="77200"/>
                </a:cubicBezTo>
                <a:cubicBezTo>
                  <a:pt x="1349688" y="76253"/>
                  <a:pt x="1347402" y="75282"/>
                  <a:pt x="1345143" y="74284"/>
                </a:cubicBezTo>
                <a:cubicBezTo>
                  <a:pt x="1342883" y="73285"/>
                  <a:pt x="1340885" y="72049"/>
                  <a:pt x="1339150" y="70577"/>
                </a:cubicBezTo>
                <a:cubicBezTo>
                  <a:pt x="1337417" y="69105"/>
                  <a:pt x="1336025" y="67265"/>
                  <a:pt x="1334974" y="65059"/>
                </a:cubicBezTo>
                <a:cubicBezTo>
                  <a:pt x="1333924" y="62852"/>
                  <a:pt x="1333398" y="60119"/>
                  <a:pt x="1333398" y="56860"/>
                </a:cubicBezTo>
                <a:cubicBezTo>
                  <a:pt x="1333398" y="53077"/>
                  <a:pt x="1334212" y="49872"/>
                  <a:pt x="1335840" y="47245"/>
                </a:cubicBezTo>
                <a:cubicBezTo>
                  <a:pt x="1337469" y="44617"/>
                  <a:pt x="1339571" y="42488"/>
                  <a:pt x="1342145" y="40861"/>
                </a:cubicBezTo>
                <a:cubicBezTo>
                  <a:pt x="1344721" y="39231"/>
                  <a:pt x="1347585" y="38049"/>
                  <a:pt x="1350738" y="37312"/>
                </a:cubicBezTo>
                <a:cubicBezTo>
                  <a:pt x="1353892" y="36576"/>
                  <a:pt x="1356993" y="36208"/>
                  <a:pt x="1360040" y="36208"/>
                </a:cubicBezTo>
                <a:cubicBezTo>
                  <a:pt x="1362983" y="36208"/>
                  <a:pt x="1365584" y="36550"/>
                  <a:pt x="1367844" y="37233"/>
                </a:cubicBezTo>
                <a:cubicBezTo>
                  <a:pt x="1370104" y="37916"/>
                  <a:pt x="1372600" y="39151"/>
                  <a:pt x="1375333" y="40938"/>
                </a:cubicBezTo>
                <a:cubicBezTo>
                  <a:pt x="1375753" y="41148"/>
                  <a:pt x="1376305" y="41122"/>
                  <a:pt x="1376988" y="40861"/>
                </a:cubicBezTo>
                <a:cubicBezTo>
                  <a:pt x="1377671" y="40598"/>
                  <a:pt x="1378223" y="39730"/>
                  <a:pt x="1378643" y="38258"/>
                </a:cubicBezTo>
                <a:cubicBezTo>
                  <a:pt x="1378749" y="37838"/>
                  <a:pt x="1379064" y="37575"/>
                  <a:pt x="1379588" y="37471"/>
                </a:cubicBezTo>
                <a:cubicBezTo>
                  <a:pt x="1380114" y="37365"/>
                  <a:pt x="1380640" y="37339"/>
                  <a:pt x="1381166" y="37392"/>
                </a:cubicBezTo>
                <a:cubicBezTo>
                  <a:pt x="1381692" y="37443"/>
                  <a:pt x="1382165" y="37575"/>
                  <a:pt x="1382586" y="37786"/>
                </a:cubicBezTo>
                <a:cubicBezTo>
                  <a:pt x="1383006" y="37996"/>
                  <a:pt x="1383163" y="38259"/>
                  <a:pt x="1383057" y="38573"/>
                </a:cubicBezTo>
                <a:close/>
                <a:moveTo>
                  <a:pt x="1414116" y="69788"/>
                </a:moveTo>
                <a:cubicBezTo>
                  <a:pt x="1413590" y="69788"/>
                  <a:pt x="1413301" y="69972"/>
                  <a:pt x="1413248" y="70341"/>
                </a:cubicBezTo>
                <a:cubicBezTo>
                  <a:pt x="1413196" y="70708"/>
                  <a:pt x="1413171" y="71155"/>
                  <a:pt x="1413171" y="71681"/>
                </a:cubicBezTo>
                <a:cubicBezTo>
                  <a:pt x="1413171" y="77147"/>
                  <a:pt x="1413775" y="81771"/>
                  <a:pt x="1414982" y="85554"/>
                </a:cubicBezTo>
                <a:cubicBezTo>
                  <a:pt x="1416191" y="89337"/>
                  <a:pt x="1417873" y="92412"/>
                  <a:pt x="1420027" y="94777"/>
                </a:cubicBezTo>
                <a:cubicBezTo>
                  <a:pt x="1422182" y="97141"/>
                  <a:pt x="1424758" y="98849"/>
                  <a:pt x="1427753" y="99901"/>
                </a:cubicBezTo>
                <a:cubicBezTo>
                  <a:pt x="1430749" y="100952"/>
                  <a:pt x="1433981" y="101477"/>
                  <a:pt x="1437448" y="101477"/>
                </a:cubicBezTo>
                <a:cubicBezTo>
                  <a:pt x="1441021" y="101477"/>
                  <a:pt x="1444489" y="101188"/>
                  <a:pt x="1447852" y="100611"/>
                </a:cubicBezTo>
                <a:cubicBezTo>
                  <a:pt x="1451217" y="100032"/>
                  <a:pt x="1454108" y="98744"/>
                  <a:pt x="1456524" y="96747"/>
                </a:cubicBezTo>
                <a:cubicBezTo>
                  <a:pt x="1457050" y="96327"/>
                  <a:pt x="1457602" y="96170"/>
                  <a:pt x="1458179" y="96276"/>
                </a:cubicBezTo>
                <a:cubicBezTo>
                  <a:pt x="1458758" y="96380"/>
                  <a:pt x="1459232" y="96642"/>
                  <a:pt x="1459599" y="97063"/>
                </a:cubicBezTo>
                <a:cubicBezTo>
                  <a:pt x="1459966" y="97483"/>
                  <a:pt x="1460202" y="97956"/>
                  <a:pt x="1460306" y="98482"/>
                </a:cubicBezTo>
                <a:cubicBezTo>
                  <a:pt x="1460412" y="99008"/>
                  <a:pt x="1460308" y="99481"/>
                  <a:pt x="1459993" y="99901"/>
                </a:cubicBezTo>
                <a:cubicBezTo>
                  <a:pt x="1456630" y="104315"/>
                  <a:pt x="1452846" y="107363"/>
                  <a:pt x="1448641" y="109045"/>
                </a:cubicBezTo>
                <a:cubicBezTo>
                  <a:pt x="1444438" y="110726"/>
                  <a:pt x="1439235" y="111566"/>
                  <a:pt x="1433034" y="111566"/>
                </a:cubicBezTo>
                <a:cubicBezTo>
                  <a:pt x="1426728" y="111566"/>
                  <a:pt x="1421289" y="110621"/>
                  <a:pt x="1416717" y="108730"/>
                </a:cubicBezTo>
                <a:cubicBezTo>
                  <a:pt x="1412144" y="106837"/>
                  <a:pt x="1408360" y="104183"/>
                  <a:pt x="1405365" y="100767"/>
                </a:cubicBezTo>
                <a:cubicBezTo>
                  <a:pt x="1402370" y="97351"/>
                  <a:pt x="1400164" y="93358"/>
                  <a:pt x="1398744" y="88787"/>
                </a:cubicBezTo>
                <a:cubicBezTo>
                  <a:pt x="1397325" y="84215"/>
                  <a:pt x="1396615" y="79248"/>
                  <a:pt x="1396615" y="73887"/>
                </a:cubicBezTo>
                <a:cubicBezTo>
                  <a:pt x="1396615" y="68737"/>
                  <a:pt x="1397482" y="63851"/>
                  <a:pt x="1399216" y="59227"/>
                </a:cubicBezTo>
                <a:cubicBezTo>
                  <a:pt x="1400951" y="54602"/>
                  <a:pt x="1403395" y="50608"/>
                  <a:pt x="1406548" y="47245"/>
                </a:cubicBezTo>
                <a:cubicBezTo>
                  <a:pt x="1409701" y="43882"/>
                  <a:pt x="1413432" y="41202"/>
                  <a:pt x="1417741" y="39206"/>
                </a:cubicBezTo>
                <a:cubicBezTo>
                  <a:pt x="1422051" y="37207"/>
                  <a:pt x="1426833" y="36208"/>
                  <a:pt x="1432088" y="36208"/>
                </a:cubicBezTo>
                <a:cubicBezTo>
                  <a:pt x="1436502" y="36208"/>
                  <a:pt x="1440522" y="36971"/>
                  <a:pt x="1444148" y="38496"/>
                </a:cubicBezTo>
                <a:cubicBezTo>
                  <a:pt x="1447774" y="40019"/>
                  <a:pt x="1450848" y="42121"/>
                  <a:pt x="1453371" y="44801"/>
                </a:cubicBezTo>
                <a:cubicBezTo>
                  <a:pt x="1455893" y="47481"/>
                  <a:pt x="1457864" y="50687"/>
                  <a:pt x="1459284" y="54419"/>
                </a:cubicBezTo>
                <a:cubicBezTo>
                  <a:pt x="1460703" y="58149"/>
                  <a:pt x="1461413" y="62169"/>
                  <a:pt x="1461413" y="66478"/>
                </a:cubicBezTo>
                <a:cubicBezTo>
                  <a:pt x="1461413" y="68685"/>
                  <a:pt x="1460624" y="69788"/>
                  <a:pt x="1459048" y="69788"/>
                </a:cubicBezTo>
                <a:lnTo>
                  <a:pt x="1414116" y="69788"/>
                </a:lnTo>
                <a:moveTo>
                  <a:pt x="1442966" y="64272"/>
                </a:moveTo>
                <a:cubicBezTo>
                  <a:pt x="1444437" y="64272"/>
                  <a:pt x="1445277" y="63747"/>
                  <a:pt x="1445488" y="62696"/>
                </a:cubicBezTo>
                <a:cubicBezTo>
                  <a:pt x="1445699" y="61644"/>
                  <a:pt x="1445805" y="60382"/>
                  <a:pt x="1445805" y="58910"/>
                </a:cubicBezTo>
                <a:cubicBezTo>
                  <a:pt x="1445805" y="56703"/>
                  <a:pt x="1445463" y="54575"/>
                  <a:pt x="1444780" y="52525"/>
                </a:cubicBezTo>
                <a:cubicBezTo>
                  <a:pt x="1444097" y="50476"/>
                  <a:pt x="1443124" y="48663"/>
                  <a:pt x="1441862" y="47086"/>
                </a:cubicBezTo>
                <a:cubicBezTo>
                  <a:pt x="1440602" y="45510"/>
                  <a:pt x="1439078" y="44249"/>
                  <a:pt x="1437292" y="43302"/>
                </a:cubicBezTo>
                <a:cubicBezTo>
                  <a:pt x="1435505" y="42356"/>
                  <a:pt x="1433456" y="41883"/>
                  <a:pt x="1431143" y="41883"/>
                </a:cubicBezTo>
                <a:cubicBezTo>
                  <a:pt x="1428304" y="41883"/>
                  <a:pt x="1425860" y="42383"/>
                  <a:pt x="1423811" y="43382"/>
                </a:cubicBezTo>
                <a:cubicBezTo>
                  <a:pt x="1421761" y="44381"/>
                  <a:pt x="1420027" y="45695"/>
                  <a:pt x="1418607" y="47324"/>
                </a:cubicBezTo>
                <a:cubicBezTo>
                  <a:pt x="1417190" y="48952"/>
                  <a:pt x="1416113" y="50870"/>
                  <a:pt x="1415377" y="53079"/>
                </a:cubicBezTo>
                <a:cubicBezTo>
                  <a:pt x="1414641" y="55285"/>
                  <a:pt x="1414115" y="57597"/>
                  <a:pt x="1413801" y="60014"/>
                </a:cubicBezTo>
                <a:cubicBezTo>
                  <a:pt x="1413591" y="61276"/>
                  <a:pt x="1413512" y="62302"/>
                  <a:pt x="1413563" y="63091"/>
                </a:cubicBezTo>
                <a:cubicBezTo>
                  <a:pt x="1413616" y="63878"/>
                  <a:pt x="1413852" y="64272"/>
                  <a:pt x="1414273" y="64272"/>
                </a:cubicBezTo>
                <a:lnTo>
                  <a:pt x="1442966" y="64272"/>
                </a:lnTo>
                <a:close/>
                <a:moveTo>
                  <a:pt x="1620671" y="39833"/>
                </a:moveTo>
                <a:cubicBezTo>
                  <a:pt x="1624034" y="47717"/>
                  <a:pt x="1627344" y="55575"/>
                  <a:pt x="1630601" y="63406"/>
                </a:cubicBezTo>
                <a:cubicBezTo>
                  <a:pt x="1633860" y="71235"/>
                  <a:pt x="1637171" y="79091"/>
                  <a:pt x="1640534" y="86974"/>
                </a:cubicBezTo>
                <a:cubicBezTo>
                  <a:pt x="1640744" y="87708"/>
                  <a:pt x="1641085" y="88023"/>
                  <a:pt x="1641559" y="87919"/>
                </a:cubicBezTo>
                <a:cubicBezTo>
                  <a:pt x="1642032" y="87813"/>
                  <a:pt x="1642373" y="87498"/>
                  <a:pt x="1642583" y="86974"/>
                </a:cubicBezTo>
                <a:cubicBezTo>
                  <a:pt x="1644370" y="81298"/>
                  <a:pt x="1645920" y="75832"/>
                  <a:pt x="1647233" y="70577"/>
                </a:cubicBezTo>
                <a:cubicBezTo>
                  <a:pt x="1648548" y="65322"/>
                  <a:pt x="1649784" y="60014"/>
                  <a:pt x="1650940" y="54654"/>
                </a:cubicBezTo>
                <a:cubicBezTo>
                  <a:pt x="1651361" y="52972"/>
                  <a:pt x="1651571" y="51448"/>
                  <a:pt x="1651571" y="50081"/>
                </a:cubicBezTo>
                <a:cubicBezTo>
                  <a:pt x="1651571" y="47664"/>
                  <a:pt x="1650940" y="46114"/>
                  <a:pt x="1649677" y="45431"/>
                </a:cubicBezTo>
                <a:cubicBezTo>
                  <a:pt x="1648417" y="44748"/>
                  <a:pt x="1646420" y="44196"/>
                  <a:pt x="1643688" y="43776"/>
                </a:cubicBezTo>
                <a:cubicBezTo>
                  <a:pt x="1642951" y="43670"/>
                  <a:pt x="1642425" y="43355"/>
                  <a:pt x="1642109" y="42831"/>
                </a:cubicBezTo>
                <a:cubicBezTo>
                  <a:pt x="1641795" y="42305"/>
                  <a:pt x="1641638" y="41779"/>
                  <a:pt x="1641638" y="41253"/>
                </a:cubicBezTo>
                <a:cubicBezTo>
                  <a:pt x="1641638" y="40622"/>
                  <a:pt x="1641822" y="40071"/>
                  <a:pt x="1642189" y="39598"/>
                </a:cubicBezTo>
                <a:cubicBezTo>
                  <a:pt x="1642558" y="39125"/>
                  <a:pt x="1643057" y="38888"/>
                  <a:pt x="1643688" y="38888"/>
                </a:cubicBezTo>
                <a:cubicBezTo>
                  <a:pt x="1646210" y="38888"/>
                  <a:pt x="1648522" y="39099"/>
                  <a:pt x="1650623" y="39521"/>
                </a:cubicBezTo>
                <a:cubicBezTo>
                  <a:pt x="1652725" y="39941"/>
                  <a:pt x="1654828" y="40151"/>
                  <a:pt x="1656930" y="40151"/>
                </a:cubicBezTo>
                <a:cubicBezTo>
                  <a:pt x="1659033" y="40151"/>
                  <a:pt x="1661266" y="39941"/>
                  <a:pt x="1663630" y="39521"/>
                </a:cubicBezTo>
                <a:cubicBezTo>
                  <a:pt x="1665995" y="39099"/>
                  <a:pt x="1667913" y="38888"/>
                  <a:pt x="1669384" y="38888"/>
                </a:cubicBezTo>
                <a:cubicBezTo>
                  <a:pt x="1670016" y="38888"/>
                  <a:pt x="1670463" y="39125"/>
                  <a:pt x="1670724" y="39598"/>
                </a:cubicBezTo>
                <a:cubicBezTo>
                  <a:pt x="1670987" y="40071"/>
                  <a:pt x="1671119" y="40622"/>
                  <a:pt x="1671119" y="41253"/>
                </a:cubicBezTo>
                <a:cubicBezTo>
                  <a:pt x="1671119" y="41885"/>
                  <a:pt x="1670987" y="42464"/>
                  <a:pt x="1670724" y="42990"/>
                </a:cubicBezTo>
                <a:cubicBezTo>
                  <a:pt x="1670463" y="43514"/>
                  <a:pt x="1670122" y="43776"/>
                  <a:pt x="1669702" y="43776"/>
                </a:cubicBezTo>
                <a:cubicBezTo>
                  <a:pt x="1667599" y="43986"/>
                  <a:pt x="1665838" y="44486"/>
                  <a:pt x="1664419" y="45275"/>
                </a:cubicBezTo>
                <a:cubicBezTo>
                  <a:pt x="1663000" y="46062"/>
                  <a:pt x="1661790" y="47139"/>
                  <a:pt x="1660791" y="48506"/>
                </a:cubicBezTo>
                <a:cubicBezTo>
                  <a:pt x="1659794" y="49872"/>
                  <a:pt x="1658953" y="51448"/>
                  <a:pt x="1658270" y="53235"/>
                </a:cubicBezTo>
                <a:cubicBezTo>
                  <a:pt x="1657587" y="55022"/>
                  <a:pt x="1656930" y="56966"/>
                  <a:pt x="1656300" y="59069"/>
                </a:cubicBezTo>
                <a:cubicBezTo>
                  <a:pt x="1651045" y="77042"/>
                  <a:pt x="1645422" y="94857"/>
                  <a:pt x="1639432" y="112514"/>
                </a:cubicBezTo>
                <a:cubicBezTo>
                  <a:pt x="1639222" y="113144"/>
                  <a:pt x="1638564" y="113485"/>
                  <a:pt x="1637459" y="113536"/>
                </a:cubicBezTo>
                <a:cubicBezTo>
                  <a:pt x="1636356" y="113589"/>
                  <a:pt x="1635699" y="113300"/>
                  <a:pt x="1635489" y="112670"/>
                </a:cubicBezTo>
                <a:cubicBezTo>
                  <a:pt x="1632442" y="104368"/>
                  <a:pt x="1629342" y="96117"/>
                  <a:pt x="1626189" y="87919"/>
                </a:cubicBezTo>
                <a:cubicBezTo>
                  <a:pt x="1623036" y="79721"/>
                  <a:pt x="1619515" y="71260"/>
                  <a:pt x="1615626" y="62537"/>
                </a:cubicBezTo>
                <a:cubicBezTo>
                  <a:pt x="1615416" y="62011"/>
                  <a:pt x="1615100" y="61748"/>
                  <a:pt x="1614678" y="61748"/>
                </a:cubicBezTo>
                <a:cubicBezTo>
                  <a:pt x="1614258" y="61748"/>
                  <a:pt x="1613943" y="62011"/>
                  <a:pt x="1613733" y="62537"/>
                </a:cubicBezTo>
                <a:cubicBezTo>
                  <a:pt x="1611842" y="67477"/>
                  <a:pt x="1610056" y="72101"/>
                  <a:pt x="1608373" y="76411"/>
                </a:cubicBezTo>
                <a:cubicBezTo>
                  <a:pt x="1606691" y="80720"/>
                  <a:pt x="1605088" y="84872"/>
                  <a:pt x="1603565" y="88867"/>
                </a:cubicBezTo>
                <a:cubicBezTo>
                  <a:pt x="1602041" y="92860"/>
                  <a:pt x="1600543" y="96801"/>
                  <a:pt x="1599071" y="100690"/>
                </a:cubicBezTo>
                <a:cubicBezTo>
                  <a:pt x="1597600" y="104578"/>
                  <a:pt x="1596129" y="108571"/>
                  <a:pt x="1594657" y="112670"/>
                </a:cubicBezTo>
                <a:cubicBezTo>
                  <a:pt x="1594447" y="113300"/>
                  <a:pt x="1593763" y="113642"/>
                  <a:pt x="1592607" y="113695"/>
                </a:cubicBezTo>
                <a:cubicBezTo>
                  <a:pt x="1591452" y="113748"/>
                  <a:pt x="1590769" y="113406"/>
                  <a:pt x="1590558" y="112670"/>
                </a:cubicBezTo>
                <a:cubicBezTo>
                  <a:pt x="1587300" y="103421"/>
                  <a:pt x="1584121" y="94251"/>
                  <a:pt x="1581019" y="85160"/>
                </a:cubicBezTo>
                <a:cubicBezTo>
                  <a:pt x="1577919" y="76068"/>
                  <a:pt x="1574951" y="67003"/>
                  <a:pt x="1572114" y="57964"/>
                </a:cubicBezTo>
                <a:cubicBezTo>
                  <a:pt x="1571272" y="55338"/>
                  <a:pt x="1570456" y="53184"/>
                  <a:pt x="1569667" y="51503"/>
                </a:cubicBezTo>
                <a:cubicBezTo>
                  <a:pt x="1568880" y="49821"/>
                  <a:pt x="1568013" y="48454"/>
                  <a:pt x="1567067" y="47404"/>
                </a:cubicBezTo>
                <a:cubicBezTo>
                  <a:pt x="1566122" y="46352"/>
                  <a:pt x="1565019" y="45563"/>
                  <a:pt x="1563757" y="45037"/>
                </a:cubicBezTo>
                <a:cubicBezTo>
                  <a:pt x="1562496" y="44511"/>
                  <a:pt x="1561025" y="44091"/>
                  <a:pt x="1559343" y="43776"/>
                </a:cubicBezTo>
                <a:cubicBezTo>
                  <a:pt x="1558818" y="43670"/>
                  <a:pt x="1558451" y="43355"/>
                  <a:pt x="1558241" y="42831"/>
                </a:cubicBezTo>
                <a:cubicBezTo>
                  <a:pt x="1558031" y="42305"/>
                  <a:pt x="1557926" y="41779"/>
                  <a:pt x="1557926" y="41253"/>
                </a:cubicBezTo>
                <a:cubicBezTo>
                  <a:pt x="1557926" y="40622"/>
                  <a:pt x="1558031" y="40071"/>
                  <a:pt x="1558241" y="39598"/>
                </a:cubicBezTo>
                <a:cubicBezTo>
                  <a:pt x="1558451" y="39125"/>
                  <a:pt x="1558818" y="38888"/>
                  <a:pt x="1559343" y="38888"/>
                </a:cubicBezTo>
                <a:cubicBezTo>
                  <a:pt x="1561971" y="38888"/>
                  <a:pt x="1564677" y="39099"/>
                  <a:pt x="1567461" y="39521"/>
                </a:cubicBezTo>
                <a:cubicBezTo>
                  <a:pt x="1570247" y="39941"/>
                  <a:pt x="1573164" y="40151"/>
                  <a:pt x="1576213" y="40151"/>
                </a:cubicBezTo>
                <a:cubicBezTo>
                  <a:pt x="1579260" y="40151"/>
                  <a:pt x="1582229" y="39941"/>
                  <a:pt x="1585119" y="39521"/>
                </a:cubicBezTo>
                <a:cubicBezTo>
                  <a:pt x="1588010" y="39099"/>
                  <a:pt x="1590927" y="38888"/>
                  <a:pt x="1593870" y="38888"/>
                </a:cubicBezTo>
                <a:cubicBezTo>
                  <a:pt x="1594394" y="38888"/>
                  <a:pt x="1594815" y="39125"/>
                  <a:pt x="1595131" y="39598"/>
                </a:cubicBezTo>
                <a:cubicBezTo>
                  <a:pt x="1595447" y="40071"/>
                  <a:pt x="1595630" y="40597"/>
                  <a:pt x="1595681" y="41176"/>
                </a:cubicBezTo>
                <a:cubicBezTo>
                  <a:pt x="1595734" y="41753"/>
                  <a:pt x="1595603" y="42305"/>
                  <a:pt x="1595287" y="42831"/>
                </a:cubicBezTo>
                <a:cubicBezTo>
                  <a:pt x="1594973" y="43355"/>
                  <a:pt x="1594500" y="43670"/>
                  <a:pt x="1593870" y="43776"/>
                </a:cubicBezTo>
                <a:cubicBezTo>
                  <a:pt x="1590821" y="44196"/>
                  <a:pt x="1588666" y="44880"/>
                  <a:pt x="1587404" y="45826"/>
                </a:cubicBezTo>
                <a:cubicBezTo>
                  <a:pt x="1586143" y="46772"/>
                  <a:pt x="1585513" y="48085"/>
                  <a:pt x="1585513" y="49766"/>
                </a:cubicBezTo>
                <a:cubicBezTo>
                  <a:pt x="1585513" y="50608"/>
                  <a:pt x="1585618" y="51529"/>
                  <a:pt x="1585828" y="52528"/>
                </a:cubicBezTo>
                <a:cubicBezTo>
                  <a:pt x="1586038" y="53525"/>
                  <a:pt x="1586301" y="54602"/>
                  <a:pt x="1586617" y="55758"/>
                </a:cubicBezTo>
                <a:cubicBezTo>
                  <a:pt x="1588089" y="61118"/>
                  <a:pt x="1589639" y="66373"/>
                  <a:pt x="1591267" y="71522"/>
                </a:cubicBezTo>
                <a:cubicBezTo>
                  <a:pt x="1592897" y="76672"/>
                  <a:pt x="1594605" y="81822"/>
                  <a:pt x="1596391" y="86974"/>
                </a:cubicBezTo>
                <a:cubicBezTo>
                  <a:pt x="1596601" y="87604"/>
                  <a:pt x="1596969" y="87919"/>
                  <a:pt x="1597495" y="87919"/>
                </a:cubicBezTo>
                <a:cubicBezTo>
                  <a:pt x="1598126" y="87919"/>
                  <a:pt x="1598546" y="87656"/>
                  <a:pt x="1598756" y="87130"/>
                </a:cubicBezTo>
                <a:cubicBezTo>
                  <a:pt x="1604852" y="70525"/>
                  <a:pt x="1610948" y="54812"/>
                  <a:pt x="1617046" y="39992"/>
                </a:cubicBezTo>
                <a:cubicBezTo>
                  <a:pt x="1617360" y="39256"/>
                  <a:pt x="1617937" y="38888"/>
                  <a:pt x="1618778" y="38888"/>
                </a:cubicBezTo>
                <a:cubicBezTo>
                  <a:pt x="1619724" y="38888"/>
                  <a:pt x="1620355" y="39203"/>
                  <a:pt x="1620671" y="39833"/>
                </a:cubicBezTo>
                <a:close/>
                <a:moveTo>
                  <a:pt x="1694153" y="69788"/>
                </a:moveTo>
                <a:cubicBezTo>
                  <a:pt x="1693627" y="69788"/>
                  <a:pt x="1693337" y="69972"/>
                  <a:pt x="1693285" y="70341"/>
                </a:cubicBezTo>
                <a:cubicBezTo>
                  <a:pt x="1693233" y="70708"/>
                  <a:pt x="1693208" y="71155"/>
                  <a:pt x="1693208" y="71681"/>
                </a:cubicBezTo>
                <a:cubicBezTo>
                  <a:pt x="1693208" y="77147"/>
                  <a:pt x="1693811" y="81771"/>
                  <a:pt x="1695019" y="85554"/>
                </a:cubicBezTo>
                <a:cubicBezTo>
                  <a:pt x="1696228" y="89337"/>
                  <a:pt x="1697910" y="92412"/>
                  <a:pt x="1700064" y="94777"/>
                </a:cubicBezTo>
                <a:cubicBezTo>
                  <a:pt x="1702219" y="97141"/>
                  <a:pt x="1704795" y="98849"/>
                  <a:pt x="1707790" y="99901"/>
                </a:cubicBezTo>
                <a:cubicBezTo>
                  <a:pt x="1710786" y="100952"/>
                  <a:pt x="1714018" y="101477"/>
                  <a:pt x="1717485" y="101477"/>
                </a:cubicBezTo>
                <a:cubicBezTo>
                  <a:pt x="1721058" y="101477"/>
                  <a:pt x="1724526" y="101188"/>
                  <a:pt x="1727889" y="100611"/>
                </a:cubicBezTo>
                <a:cubicBezTo>
                  <a:pt x="1731254" y="100032"/>
                  <a:pt x="1734144" y="98744"/>
                  <a:pt x="1736561" y="96747"/>
                </a:cubicBezTo>
                <a:cubicBezTo>
                  <a:pt x="1737087" y="96327"/>
                  <a:pt x="1737639" y="96170"/>
                  <a:pt x="1738216" y="96276"/>
                </a:cubicBezTo>
                <a:cubicBezTo>
                  <a:pt x="1738795" y="96380"/>
                  <a:pt x="1739268" y="96642"/>
                  <a:pt x="1739636" y="97063"/>
                </a:cubicBezTo>
                <a:cubicBezTo>
                  <a:pt x="1740003" y="97483"/>
                  <a:pt x="1740239" y="97956"/>
                  <a:pt x="1740343" y="98482"/>
                </a:cubicBezTo>
                <a:cubicBezTo>
                  <a:pt x="1740449" y="99008"/>
                  <a:pt x="1740344" y="99481"/>
                  <a:pt x="1740030" y="99901"/>
                </a:cubicBezTo>
                <a:cubicBezTo>
                  <a:pt x="1736667" y="104315"/>
                  <a:pt x="1732883" y="107363"/>
                  <a:pt x="1728678" y="109045"/>
                </a:cubicBezTo>
                <a:cubicBezTo>
                  <a:pt x="1724475" y="110726"/>
                  <a:pt x="1719272" y="111566"/>
                  <a:pt x="1713071" y="111566"/>
                </a:cubicBezTo>
                <a:cubicBezTo>
                  <a:pt x="1706765" y="111566"/>
                  <a:pt x="1701326" y="110621"/>
                  <a:pt x="1696753" y="108730"/>
                </a:cubicBezTo>
                <a:cubicBezTo>
                  <a:pt x="1692181" y="106837"/>
                  <a:pt x="1688397" y="104183"/>
                  <a:pt x="1685401" y="100767"/>
                </a:cubicBezTo>
                <a:cubicBezTo>
                  <a:pt x="1682407" y="97351"/>
                  <a:pt x="1680201" y="93358"/>
                  <a:pt x="1678781" y="88787"/>
                </a:cubicBezTo>
                <a:cubicBezTo>
                  <a:pt x="1677362" y="84215"/>
                  <a:pt x="1676652" y="79248"/>
                  <a:pt x="1676652" y="73887"/>
                </a:cubicBezTo>
                <a:cubicBezTo>
                  <a:pt x="1676652" y="68737"/>
                  <a:pt x="1677519" y="63851"/>
                  <a:pt x="1679253" y="59227"/>
                </a:cubicBezTo>
                <a:cubicBezTo>
                  <a:pt x="1680988" y="54602"/>
                  <a:pt x="1683432" y="50608"/>
                  <a:pt x="1686585" y="47245"/>
                </a:cubicBezTo>
                <a:cubicBezTo>
                  <a:pt x="1689738" y="43882"/>
                  <a:pt x="1693469" y="41202"/>
                  <a:pt x="1697778" y="39206"/>
                </a:cubicBezTo>
                <a:cubicBezTo>
                  <a:pt x="1702087" y="37207"/>
                  <a:pt x="1706870" y="36208"/>
                  <a:pt x="1712125" y="36208"/>
                </a:cubicBezTo>
                <a:cubicBezTo>
                  <a:pt x="1716539" y="36208"/>
                  <a:pt x="1720558" y="36971"/>
                  <a:pt x="1724184" y="38496"/>
                </a:cubicBezTo>
                <a:cubicBezTo>
                  <a:pt x="1727810" y="40019"/>
                  <a:pt x="1730885" y="42121"/>
                  <a:pt x="1733407" y="44801"/>
                </a:cubicBezTo>
                <a:cubicBezTo>
                  <a:pt x="1735930" y="47481"/>
                  <a:pt x="1737901" y="50687"/>
                  <a:pt x="1739320" y="54419"/>
                </a:cubicBezTo>
                <a:cubicBezTo>
                  <a:pt x="1740740" y="58149"/>
                  <a:pt x="1741449" y="62169"/>
                  <a:pt x="1741449" y="66478"/>
                </a:cubicBezTo>
                <a:cubicBezTo>
                  <a:pt x="1741449" y="68685"/>
                  <a:pt x="1740661" y="69788"/>
                  <a:pt x="1739085" y="69788"/>
                </a:cubicBezTo>
                <a:lnTo>
                  <a:pt x="1694153" y="69788"/>
                </a:lnTo>
                <a:moveTo>
                  <a:pt x="1723003" y="64272"/>
                </a:moveTo>
                <a:cubicBezTo>
                  <a:pt x="1724474" y="64272"/>
                  <a:pt x="1725314" y="63747"/>
                  <a:pt x="1725524" y="62696"/>
                </a:cubicBezTo>
                <a:cubicBezTo>
                  <a:pt x="1725736" y="61644"/>
                  <a:pt x="1725842" y="60382"/>
                  <a:pt x="1725842" y="58910"/>
                </a:cubicBezTo>
                <a:cubicBezTo>
                  <a:pt x="1725842" y="56703"/>
                  <a:pt x="1725500" y="54575"/>
                  <a:pt x="1724817" y="52525"/>
                </a:cubicBezTo>
                <a:cubicBezTo>
                  <a:pt x="1724134" y="50476"/>
                  <a:pt x="1723161" y="48663"/>
                  <a:pt x="1721899" y="47086"/>
                </a:cubicBezTo>
                <a:cubicBezTo>
                  <a:pt x="1720639" y="45510"/>
                  <a:pt x="1719115" y="44249"/>
                  <a:pt x="1717328" y="43302"/>
                </a:cubicBezTo>
                <a:cubicBezTo>
                  <a:pt x="1715542" y="42356"/>
                  <a:pt x="1713492" y="41883"/>
                  <a:pt x="1711180" y="41883"/>
                </a:cubicBezTo>
                <a:cubicBezTo>
                  <a:pt x="1708341" y="41883"/>
                  <a:pt x="1705897" y="42383"/>
                  <a:pt x="1703848" y="43382"/>
                </a:cubicBezTo>
                <a:cubicBezTo>
                  <a:pt x="1701798" y="44381"/>
                  <a:pt x="1700064" y="45695"/>
                  <a:pt x="1698644" y="47324"/>
                </a:cubicBezTo>
                <a:cubicBezTo>
                  <a:pt x="1697227" y="48952"/>
                  <a:pt x="1696150" y="50870"/>
                  <a:pt x="1695413" y="53079"/>
                </a:cubicBezTo>
                <a:cubicBezTo>
                  <a:pt x="1694677" y="55285"/>
                  <a:pt x="1694152" y="57597"/>
                  <a:pt x="1693838" y="60014"/>
                </a:cubicBezTo>
                <a:cubicBezTo>
                  <a:pt x="1693628" y="61276"/>
                  <a:pt x="1693548" y="62302"/>
                  <a:pt x="1693600" y="63091"/>
                </a:cubicBezTo>
                <a:cubicBezTo>
                  <a:pt x="1693653" y="63878"/>
                  <a:pt x="1693889" y="64272"/>
                  <a:pt x="1694309" y="64272"/>
                </a:cubicBezTo>
                <a:lnTo>
                  <a:pt x="1723003" y="64272"/>
                </a:lnTo>
                <a:close/>
                <a:moveTo>
                  <a:pt x="1900556" y="39833"/>
                </a:moveTo>
                <a:cubicBezTo>
                  <a:pt x="1903920" y="47717"/>
                  <a:pt x="1907230" y="55575"/>
                  <a:pt x="1910487" y="63406"/>
                </a:cubicBezTo>
                <a:cubicBezTo>
                  <a:pt x="1913746" y="71235"/>
                  <a:pt x="1917056" y="79091"/>
                  <a:pt x="1920419" y="86974"/>
                </a:cubicBezTo>
                <a:cubicBezTo>
                  <a:pt x="1920630" y="87708"/>
                  <a:pt x="1920971" y="88023"/>
                  <a:pt x="1921444" y="87919"/>
                </a:cubicBezTo>
                <a:cubicBezTo>
                  <a:pt x="1921917" y="87813"/>
                  <a:pt x="1922259" y="87498"/>
                  <a:pt x="1922469" y="86974"/>
                </a:cubicBezTo>
                <a:cubicBezTo>
                  <a:pt x="1924256" y="81298"/>
                  <a:pt x="1925806" y="75832"/>
                  <a:pt x="1927119" y="70577"/>
                </a:cubicBezTo>
                <a:cubicBezTo>
                  <a:pt x="1928434" y="65322"/>
                  <a:pt x="1929670" y="60014"/>
                  <a:pt x="1930826" y="54654"/>
                </a:cubicBezTo>
                <a:cubicBezTo>
                  <a:pt x="1931246" y="52972"/>
                  <a:pt x="1931456" y="51448"/>
                  <a:pt x="1931456" y="50081"/>
                </a:cubicBezTo>
                <a:cubicBezTo>
                  <a:pt x="1931456" y="47664"/>
                  <a:pt x="1930825" y="46114"/>
                  <a:pt x="1929563" y="45431"/>
                </a:cubicBezTo>
                <a:cubicBezTo>
                  <a:pt x="1928303" y="44748"/>
                  <a:pt x="1926306" y="44196"/>
                  <a:pt x="1923573" y="43776"/>
                </a:cubicBezTo>
                <a:cubicBezTo>
                  <a:pt x="1922837" y="43670"/>
                  <a:pt x="1922311" y="43355"/>
                  <a:pt x="1921995" y="42831"/>
                </a:cubicBezTo>
                <a:cubicBezTo>
                  <a:pt x="1921681" y="42305"/>
                  <a:pt x="1921524" y="41779"/>
                  <a:pt x="1921524" y="41253"/>
                </a:cubicBezTo>
                <a:cubicBezTo>
                  <a:pt x="1921524" y="40622"/>
                  <a:pt x="1921707" y="40071"/>
                  <a:pt x="1922075" y="39598"/>
                </a:cubicBezTo>
                <a:cubicBezTo>
                  <a:pt x="1922443" y="39125"/>
                  <a:pt x="1922943" y="38888"/>
                  <a:pt x="1923573" y="38888"/>
                </a:cubicBezTo>
                <a:cubicBezTo>
                  <a:pt x="1926096" y="38888"/>
                  <a:pt x="1928408" y="39099"/>
                  <a:pt x="1930509" y="39521"/>
                </a:cubicBezTo>
                <a:cubicBezTo>
                  <a:pt x="1932611" y="39941"/>
                  <a:pt x="1934714" y="40151"/>
                  <a:pt x="1936816" y="40151"/>
                </a:cubicBezTo>
                <a:cubicBezTo>
                  <a:pt x="1938919" y="40151"/>
                  <a:pt x="1941152" y="39941"/>
                  <a:pt x="1943516" y="39521"/>
                </a:cubicBezTo>
                <a:cubicBezTo>
                  <a:pt x="1945881" y="39099"/>
                  <a:pt x="1947799" y="38888"/>
                  <a:pt x="1949270" y="38888"/>
                </a:cubicBezTo>
                <a:cubicBezTo>
                  <a:pt x="1949902" y="38888"/>
                  <a:pt x="1950348" y="39125"/>
                  <a:pt x="1950610" y="39598"/>
                </a:cubicBezTo>
                <a:cubicBezTo>
                  <a:pt x="1950873" y="40071"/>
                  <a:pt x="1951004" y="40622"/>
                  <a:pt x="1951004" y="41253"/>
                </a:cubicBezTo>
                <a:cubicBezTo>
                  <a:pt x="1951004" y="41885"/>
                  <a:pt x="1950873" y="42464"/>
                  <a:pt x="1950610" y="42990"/>
                </a:cubicBezTo>
                <a:cubicBezTo>
                  <a:pt x="1950348" y="43514"/>
                  <a:pt x="1950008" y="43776"/>
                  <a:pt x="1949587" y="43776"/>
                </a:cubicBezTo>
                <a:cubicBezTo>
                  <a:pt x="1947485" y="43986"/>
                  <a:pt x="1945724" y="44486"/>
                  <a:pt x="1944305" y="45275"/>
                </a:cubicBezTo>
                <a:cubicBezTo>
                  <a:pt x="1942885" y="46062"/>
                  <a:pt x="1941676" y="47139"/>
                  <a:pt x="1940677" y="48506"/>
                </a:cubicBezTo>
                <a:cubicBezTo>
                  <a:pt x="1939679" y="49872"/>
                  <a:pt x="1938839" y="51448"/>
                  <a:pt x="1938156" y="53235"/>
                </a:cubicBezTo>
                <a:cubicBezTo>
                  <a:pt x="1937473" y="55022"/>
                  <a:pt x="1936816" y="56966"/>
                  <a:pt x="1936186" y="59069"/>
                </a:cubicBezTo>
                <a:cubicBezTo>
                  <a:pt x="1930930" y="77042"/>
                  <a:pt x="1925308" y="94857"/>
                  <a:pt x="1919318" y="112514"/>
                </a:cubicBezTo>
                <a:cubicBezTo>
                  <a:pt x="1919108" y="113144"/>
                  <a:pt x="1918450" y="113485"/>
                  <a:pt x="1917345" y="113536"/>
                </a:cubicBezTo>
                <a:cubicBezTo>
                  <a:pt x="1916242" y="113589"/>
                  <a:pt x="1915585" y="113300"/>
                  <a:pt x="1915375" y="112670"/>
                </a:cubicBezTo>
                <a:cubicBezTo>
                  <a:pt x="1912328" y="104368"/>
                  <a:pt x="1909228" y="96117"/>
                  <a:pt x="1906075" y="87919"/>
                </a:cubicBezTo>
                <a:cubicBezTo>
                  <a:pt x="1902922" y="79721"/>
                  <a:pt x="1899401" y="71260"/>
                  <a:pt x="1895512" y="62537"/>
                </a:cubicBezTo>
                <a:cubicBezTo>
                  <a:pt x="1895302" y="62011"/>
                  <a:pt x="1894986" y="61748"/>
                  <a:pt x="1894564" y="61748"/>
                </a:cubicBezTo>
                <a:cubicBezTo>
                  <a:pt x="1894144" y="61748"/>
                  <a:pt x="1893829" y="62011"/>
                  <a:pt x="1893619" y="62537"/>
                </a:cubicBezTo>
                <a:cubicBezTo>
                  <a:pt x="1891728" y="67477"/>
                  <a:pt x="1889941" y="72101"/>
                  <a:pt x="1888259" y="76411"/>
                </a:cubicBezTo>
                <a:cubicBezTo>
                  <a:pt x="1886577" y="80720"/>
                  <a:pt x="1884974" y="84872"/>
                  <a:pt x="1883450" y="88867"/>
                </a:cubicBezTo>
                <a:cubicBezTo>
                  <a:pt x="1881927" y="92860"/>
                  <a:pt x="1880429" y="96801"/>
                  <a:pt x="1878957" y="100690"/>
                </a:cubicBezTo>
                <a:cubicBezTo>
                  <a:pt x="1877486" y="104578"/>
                  <a:pt x="1876015" y="108571"/>
                  <a:pt x="1874542" y="112670"/>
                </a:cubicBezTo>
                <a:cubicBezTo>
                  <a:pt x="1874332" y="113300"/>
                  <a:pt x="1873649" y="113642"/>
                  <a:pt x="1872493" y="113695"/>
                </a:cubicBezTo>
                <a:cubicBezTo>
                  <a:pt x="1871338" y="113748"/>
                  <a:pt x="1870655" y="113406"/>
                  <a:pt x="1870443" y="112670"/>
                </a:cubicBezTo>
                <a:cubicBezTo>
                  <a:pt x="1867186" y="103421"/>
                  <a:pt x="1864007" y="94251"/>
                  <a:pt x="1860905" y="85160"/>
                </a:cubicBezTo>
                <a:cubicBezTo>
                  <a:pt x="1857805" y="76068"/>
                  <a:pt x="1854837" y="67003"/>
                  <a:pt x="1852000" y="57964"/>
                </a:cubicBezTo>
                <a:cubicBezTo>
                  <a:pt x="1851158" y="55338"/>
                  <a:pt x="1850342" y="53184"/>
                  <a:pt x="1849553" y="51503"/>
                </a:cubicBezTo>
                <a:cubicBezTo>
                  <a:pt x="1848766" y="49821"/>
                  <a:pt x="1847899" y="48454"/>
                  <a:pt x="1846953" y="47404"/>
                </a:cubicBezTo>
                <a:cubicBezTo>
                  <a:pt x="1846008" y="46352"/>
                  <a:pt x="1844905" y="45563"/>
                  <a:pt x="1843643" y="45037"/>
                </a:cubicBezTo>
                <a:cubicBezTo>
                  <a:pt x="1842382" y="44511"/>
                  <a:pt x="1840911" y="44091"/>
                  <a:pt x="1839228" y="43776"/>
                </a:cubicBezTo>
                <a:cubicBezTo>
                  <a:pt x="1838704" y="43670"/>
                  <a:pt x="1838337" y="43355"/>
                  <a:pt x="1838126" y="42831"/>
                </a:cubicBezTo>
                <a:cubicBezTo>
                  <a:pt x="1837916" y="42305"/>
                  <a:pt x="1837811" y="41779"/>
                  <a:pt x="1837811" y="41253"/>
                </a:cubicBezTo>
                <a:cubicBezTo>
                  <a:pt x="1837811" y="40622"/>
                  <a:pt x="1837916" y="40071"/>
                  <a:pt x="1838126" y="39598"/>
                </a:cubicBezTo>
                <a:cubicBezTo>
                  <a:pt x="1838337" y="39125"/>
                  <a:pt x="1838704" y="38888"/>
                  <a:pt x="1839228" y="38888"/>
                </a:cubicBezTo>
                <a:cubicBezTo>
                  <a:pt x="1841857" y="38888"/>
                  <a:pt x="1844563" y="39099"/>
                  <a:pt x="1847347" y="39521"/>
                </a:cubicBezTo>
                <a:cubicBezTo>
                  <a:pt x="1850133" y="39941"/>
                  <a:pt x="1853050" y="40151"/>
                  <a:pt x="1856099" y="40151"/>
                </a:cubicBezTo>
                <a:cubicBezTo>
                  <a:pt x="1859146" y="40151"/>
                  <a:pt x="1862114" y="39941"/>
                  <a:pt x="1865004" y="39521"/>
                </a:cubicBezTo>
                <a:cubicBezTo>
                  <a:pt x="1867896" y="39099"/>
                  <a:pt x="1870813" y="38888"/>
                  <a:pt x="1873756" y="38888"/>
                </a:cubicBezTo>
                <a:cubicBezTo>
                  <a:pt x="1874280" y="38888"/>
                  <a:pt x="1874700" y="39125"/>
                  <a:pt x="1875016" y="39598"/>
                </a:cubicBezTo>
                <a:cubicBezTo>
                  <a:pt x="1875332" y="40071"/>
                  <a:pt x="1875516" y="40597"/>
                  <a:pt x="1875567" y="41176"/>
                </a:cubicBezTo>
                <a:cubicBezTo>
                  <a:pt x="1875620" y="41753"/>
                  <a:pt x="1875489" y="42305"/>
                  <a:pt x="1875173" y="42831"/>
                </a:cubicBezTo>
                <a:cubicBezTo>
                  <a:pt x="1874858" y="43355"/>
                  <a:pt x="1874386" y="43670"/>
                  <a:pt x="1873756" y="43776"/>
                </a:cubicBezTo>
                <a:cubicBezTo>
                  <a:pt x="1870707" y="44196"/>
                  <a:pt x="1868552" y="44880"/>
                  <a:pt x="1867290" y="45826"/>
                </a:cubicBezTo>
                <a:cubicBezTo>
                  <a:pt x="1866029" y="46772"/>
                  <a:pt x="1865399" y="48085"/>
                  <a:pt x="1865399" y="49766"/>
                </a:cubicBezTo>
                <a:cubicBezTo>
                  <a:pt x="1865399" y="50608"/>
                  <a:pt x="1865504" y="51529"/>
                  <a:pt x="1865714" y="52528"/>
                </a:cubicBezTo>
                <a:cubicBezTo>
                  <a:pt x="1865924" y="53525"/>
                  <a:pt x="1866187" y="54602"/>
                  <a:pt x="1866503" y="55758"/>
                </a:cubicBezTo>
                <a:cubicBezTo>
                  <a:pt x="1867975" y="61118"/>
                  <a:pt x="1869525" y="66373"/>
                  <a:pt x="1871153" y="71522"/>
                </a:cubicBezTo>
                <a:cubicBezTo>
                  <a:pt x="1872782" y="76672"/>
                  <a:pt x="1874490" y="81822"/>
                  <a:pt x="1876277" y="86974"/>
                </a:cubicBezTo>
                <a:cubicBezTo>
                  <a:pt x="1876487" y="87604"/>
                  <a:pt x="1876855" y="87919"/>
                  <a:pt x="1877381" y="87919"/>
                </a:cubicBezTo>
                <a:cubicBezTo>
                  <a:pt x="1878011" y="87919"/>
                  <a:pt x="1878431" y="87656"/>
                  <a:pt x="1878642" y="87130"/>
                </a:cubicBezTo>
                <a:cubicBezTo>
                  <a:pt x="1884737" y="70525"/>
                  <a:pt x="1890834" y="54812"/>
                  <a:pt x="1896931" y="39992"/>
                </a:cubicBezTo>
                <a:cubicBezTo>
                  <a:pt x="1897246" y="39256"/>
                  <a:pt x="1897823" y="38888"/>
                  <a:pt x="1898663" y="38888"/>
                </a:cubicBezTo>
                <a:cubicBezTo>
                  <a:pt x="1899609" y="38888"/>
                  <a:pt x="1900241" y="39203"/>
                  <a:pt x="1900556" y="39833"/>
                </a:cubicBezTo>
                <a:close/>
                <a:moveTo>
                  <a:pt x="1980503" y="90914"/>
                </a:moveTo>
                <a:cubicBezTo>
                  <a:pt x="1980503" y="93542"/>
                  <a:pt x="1980555" y="95750"/>
                  <a:pt x="1980659" y="97536"/>
                </a:cubicBezTo>
                <a:cubicBezTo>
                  <a:pt x="1980765" y="99323"/>
                  <a:pt x="1981133" y="100794"/>
                  <a:pt x="1981763" y="101951"/>
                </a:cubicBezTo>
                <a:cubicBezTo>
                  <a:pt x="1982393" y="103107"/>
                  <a:pt x="1983365" y="104000"/>
                  <a:pt x="1984679" y="104631"/>
                </a:cubicBezTo>
                <a:cubicBezTo>
                  <a:pt x="1985994" y="105261"/>
                  <a:pt x="1987860" y="105734"/>
                  <a:pt x="1990276" y="106050"/>
                </a:cubicBezTo>
                <a:cubicBezTo>
                  <a:pt x="1990907" y="106154"/>
                  <a:pt x="1991380" y="106443"/>
                  <a:pt x="1991696" y="106916"/>
                </a:cubicBezTo>
                <a:cubicBezTo>
                  <a:pt x="1992012" y="107389"/>
                  <a:pt x="1992170" y="107941"/>
                  <a:pt x="1992170" y="108571"/>
                </a:cubicBezTo>
                <a:cubicBezTo>
                  <a:pt x="1992170" y="109097"/>
                  <a:pt x="1992012" y="109597"/>
                  <a:pt x="1991696" y="110070"/>
                </a:cubicBezTo>
                <a:cubicBezTo>
                  <a:pt x="1991380" y="110543"/>
                  <a:pt x="1990907" y="110779"/>
                  <a:pt x="1990276" y="110779"/>
                </a:cubicBezTo>
                <a:cubicBezTo>
                  <a:pt x="1988384" y="110779"/>
                  <a:pt x="1985914" y="110595"/>
                  <a:pt x="1982865" y="110226"/>
                </a:cubicBezTo>
                <a:cubicBezTo>
                  <a:pt x="1979818" y="109859"/>
                  <a:pt x="1976718" y="109675"/>
                  <a:pt x="1973565" y="109675"/>
                </a:cubicBezTo>
                <a:cubicBezTo>
                  <a:pt x="1970202" y="109675"/>
                  <a:pt x="1966917" y="109859"/>
                  <a:pt x="1963711" y="110226"/>
                </a:cubicBezTo>
                <a:cubicBezTo>
                  <a:pt x="1960506" y="110595"/>
                  <a:pt x="1957431" y="110779"/>
                  <a:pt x="1954488" y="110779"/>
                </a:cubicBezTo>
                <a:cubicBezTo>
                  <a:pt x="1953964" y="110779"/>
                  <a:pt x="1953544" y="110543"/>
                  <a:pt x="1953228" y="110070"/>
                </a:cubicBezTo>
                <a:cubicBezTo>
                  <a:pt x="1952914" y="109597"/>
                  <a:pt x="1952756" y="109097"/>
                  <a:pt x="1952756" y="108571"/>
                </a:cubicBezTo>
                <a:cubicBezTo>
                  <a:pt x="1952756" y="107941"/>
                  <a:pt x="1952914" y="107389"/>
                  <a:pt x="1953228" y="106916"/>
                </a:cubicBezTo>
                <a:cubicBezTo>
                  <a:pt x="1953544" y="106443"/>
                  <a:pt x="1954017" y="106154"/>
                  <a:pt x="1954647" y="106050"/>
                </a:cubicBezTo>
                <a:cubicBezTo>
                  <a:pt x="1957380" y="105734"/>
                  <a:pt x="1959508" y="105261"/>
                  <a:pt x="1961032" y="104631"/>
                </a:cubicBezTo>
                <a:cubicBezTo>
                  <a:pt x="1962555" y="104000"/>
                  <a:pt x="1963659" y="103133"/>
                  <a:pt x="1964342" y="102030"/>
                </a:cubicBezTo>
                <a:cubicBezTo>
                  <a:pt x="1965025" y="100925"/>
                  <a:pt x="1965419" y="99559"/>
                  <a:pt x="1965523" y="97931"/>
                </a:cubicBezTo>
                <a:cubicBezTo>
                  <a:pt x="1965629" y="96302"/>
                  <a:pt x="1965682" y="94278"/>
                  <a:pt x="1965682" y="91859"/>
                </a:cubicBezTo>
                <a:lnTo>
                  <a:pt x="1965682" y="66478"/>
                </a:lnTo>
                <a:cubicBezTo>
                  <a:pt x="1965682" y="61959"/>
                  <a:pt x="1965577" y="58332"/>
                  <a:pt x="1965367" y="55600"/>
                </a:cubicBezTo>
                <a:cubicBezTo>
                  <a:pt x="1965156" y="52867"/>
                  <a:pt x="1964683" y="50792"/>
                  <a:pt x="1963947" y="49374"/>
                </a:cubicBezTo>
                <a:cubicBezTo>
                  <a:pt x="1963213" y="47955"/>
                  <a:pt x="1962109" y="46982"/>
                  <a:pt x="1960637" y="46456"/>
                </a:cubicBezTo>
                <a:cubicBezTo>
                  <a:pt x="1959166" y="45930"/>
                  <a:pt x="1957170" y="45510"/>
                  <a:pt x="1954647" y="45196"/>
                </a:cubicBezTo>
                <a:cubicBezTo>
                  <a:pt x="1954017" y="45196"/>
                  <a:pt x="1953544" y="44933"/>
                  <a:pt x="1953228" y="44406"/>
                </a:cubicBezTo>
                <a:cubicBezTo>
                  <a:pt x="1952914" y="43880"/>
                  <a:pt x="1952756" y="43355"/>
                  <a:pt x="1952756" y="42831"/>
                </a:cubicBezTo>
                <a:cubicBezTo>
                  <a:pt x="1952756" y="42305"/>
                  <a:pt x="1952914" y="41780"/>
                  <a:pt x="1953228" y="41255"/>
                </a:cubicBezTo>
                <a:cubicBezTo>
                  <a:pt x="1953544" y="40729"/>
                  <a:pt x="1954017" y="40466"/>
                  <a:pt x="1954647" y="40466"/>
                </a:cubicBezTo>
                <a:cubicBezTo>
                  <a:pt x="1955698" y="40360"/>
                  <a:pt x="1956985" y="40255"/>
                  <a:pt x="1958508" y="40151"/>
                </a:cubicBezTo>
                <a:cubicBezTo>
                  <a:pt x="1960033" y="40045"/>
                  <a:pt x="1961636" y="39914"/>
                  <a:pt x="1963317" y="39756"/>
                </a:cubicBezTo>
                <a:cubicBezTo>
                  <a:pt x="1964999" y="39598"/>
                  <a:pt x="1966707" y="39388"/>
                  <a:pt x="1968441" y="39126"/>
                </a:cubicBezTo>
                <a:cubicBezTo>
                  <a:pt x="1970176" y="38863"/>
                  <a:pt x="1971727" y="38574"/>
                  <a:pt x="1973093" y="38258"/>
                </a:cubicBezTo>
                <a:cubicBezTo>
                  <a:pt x="1974250" y="38048"/>
                  <a:pt x="1975169" y="37811"/>
                  <a:pt x="1975853" y="37548"/>
                </a:cubicBezTo>
                <a:cubicBezTo>
                  <a:pt x="1976536" y="37285"/>
                  <a:pt x="1977087" y="37154"/>
                  <a:pt x="1977508" y="37154"/>
                </a:cubicBezTo>
                <a:cubicBezTo>
                  <a:pt x="1978768" y="37154"/>
                  <a:pt x="1979582" y="37522"/>
                  <a:pt x="1979949" y="38258"/>
                </a:cubicBezTo>
                <a:cubicBezTo>
                  <a:pt x="1980318" y="38994"/>
                  <a:pt x="1980503" y="39677"/>
                  <a:pt x="1980503" y="40307"/>
                </a:cubicBezTo>
                <a:lnTo>
                  <a:pt x="1980503" y="90914"/>
                </a:lnTo>
                <a:moveTo>
                  <a:pt x="1972145" y="21075"/>
                </a:moveTo>
                <a:cubicBezTo>
                  <a:pt x="1969519" y="21075"/>
                  <a:pt x="1967259" y="20260"/>
                  <a:pt x="1965367" y="18631"/>
                </a:cubicBezTo>
                <a:cubicBezTo>
                  <a:pt x="1963476" y="17001"/>
                  <a:pt x="1962530" y="14978"/>
                  <a:pt x="1962530" y="12561"/>
                </a:cubicBezTo>
                <a:cubicBezTo>
                  <a:pt x="1962530" y="10143"/>
                  <a:pt x="1963424" y="8093"/>
                  <a:pt x="1965210" y="6413"/>
                </a:cubicBezTo>
                <a:cubicBezTo>
                  <a:pt x="1966997" y="4730"/>
                  <a:pt x="1969203" y="3889"/>
                  <a:pt x="1971830" y="3889"/>
                </a:cubicBezTo>
                <a:cubicBezTo>
                  <a:pt x="1974353" y="3889"/>
                  <a:pt x="1976429" y="4757"/>
                  <a:pt x="1978058" y="6492"/>
                </a:cubicBezTo>
                <a:cubicBezTo>
                  <a:pt x="1979688" y="8226"/>
                  <a:pt x="1980503" y="10301"/>
                  <a:pt x="1980503" y="12718"/>
                </a:cubicBezTo>
                <a:cubicBezTo>
                  <a:pt x="1980503" y="15030"/>
                  <a:pt x="1979714" y="17001"/>
                  <a:pt x="1978138" y="18631"/>
                </a:cubicBezTo>
                <a:cubicBezTo>
                  <a:pt x="1976561" y="20260"/>
                  <a:pt x="1974564" y="21075"/>
                  <a:pt x="1972145" y="21075"/>
                </a:cubicBezTo>
                <a:close/>
                <a:moveTo>
                  <a:pt x="2014255" y="29903"/>
                </a:moveTo>
                <a:cubicBezTo>
                  <a:pt x="2014255" y="25384"/>
                  <a:pt x="2014150" y="21784"/>
                  <a:pt x="2013940" y="19104"/>
                </a:cubicBezTo>
                <a:cubicBezTo>
                  <a:pt x="2013730" y="16423"/>
                  <a:pt x="2013205" y="14347"/>
                  <a:pt x="2012364" y="12876"/>
                </a:cubicBezTo>
                <a:cubicBezTo>
                  <a:pt x="2011524" y="11404"/>
                  <a:pt x="2010236" y="10406"/>
                  <a:pt x="2008501" y="9881"/>
                </a:cubicBezTo>
                <a:cubicBezTo>
                  <a:pt x="2006767" y="9355"/>
                  <a:pt x="2004376" y="8934"/>
                  <a:pt x="2001327" y="8618"/>
                </a:cubicBezTo>
                <a:cubicBezTo>
                  <a:pt x="2000803" y="8618"/>
                  <a:pt x="2000409" y="8356"/>
                  <a:pt x="2000146" y="7832"/>
                </a:cubicBezTo>
                <a:cubicBezTo>
                  <a:pt x="1999883" y="7306"/>
                  <a:pt x="1999725" y="6781"/>
                  <a:pt x="1999672" y="6256"/>
                </a:cubicBezTo>
                <a:cubicBezTo>
                  <a:pt x="1999619" y="5730"/>
                  <a:pt x="1999724" y="5204"/>
                  <a:pt x="1999987" y="4678"/>
                </a:cubicBezTo>
                <a:cubicBezTo>
                  <a:pt x="2000250" y="4152"/>
                  <a:pt x="2000697" y="3889"/>
                  <a:pt x="2001327" y="3889"/>
                </a:cubicBezTo>
                <a:cubicBezTo>
                  <a:pt x="2004480" y="3679"/>
                  <a:pt x="2008290" y="3364"/>
                  <a:pt x="2012756" y="2944"/>
                </a:cubicBezTo>
                <a:cubicBezTo>
                  <a:pt x="2017224" y="2523"/>
                  <a:pt x="2021403" y="1735"/>
                  <a:pt x="2025292" y="579"/>
                </a:cubicBezTo>
                <a:cubicBezTo>
                  <a:pt x="2026763" y="159"/>
                  <a:pt x="2027734" y="238"/>
                  <a:pt x="2028208" y="817"/>
                </a:cubicBezTo>
                <a:cubicBezTo>
                  <a:pt x="2028681" y="1394"/>
                  <a:pt x="2028970" y="1998"/>
                  <a:pt x="2029076" y="2629"/>
                </a:cubicBezTo>
                <a:lnTo>
                  <a:pt x="2029076" y="90914"/>
                </a:lnTo>
                <a:cubicBezTo>
                  <a:pt x="2029076" y="93542"/>
                  <a:pt x="2029128" y="95750"/>
                  <a:pt x="2029232" y="97536"/>
                </a:cubicBezTo>
                <a:cubicBezTo>
                  <a:pt x="2029338" y="99323"/>
                  <a:pt x="2029733" y="100794"/>
                  <a:pt x="2030416" y="101951"/>
                </a:cubicBezTo>
                <a:cubicBezTo>
                  <a:pt x="2031099" y="103107"/>
                  <a:pt x="2032202" y="104000"/>
                  <a:pt x="2033726" y="104631"/>
                </a:cubicBezTo>
                <a:cubicBezTo>
                  <a:pt x="2035249" y="105261"/>
                  <a:pt x="2037378" y="105734"/>
                  <a:pt x="2040110" y="106050"/>
                </a:cubicBezTo>
                <a:cubicBezTo>
                  <a:pt x="2040741" y="106154"/>
                  <a:pt x="2041214" y="106443"/>
                  <a:pt x="2041530" y="106916"/>
                </a:cubicBezTo>
                <a:cubicBezTo>
                  <a:pt x="2041846" y="107389"/>
                  <a:pt x="2042004" y="107941"/>
                  <a:pt x="2042004" y="108571"/>
                </a:cubicBezTo>
                <a:cubicBezTo>
                  <a:pt x="2042004" y="109097"/>
                  <a:pt x="2041846" y="109597"/>
                  <a:pt x="2041530" y="110070"/>
                </a:cubicBezTo>
                <a:cubicBezTo>
                  <a:pt x="2041214" y="110543"/>
                  <a:pt x="2040741" y="110779"/>
                  <a:pt x="2040110" y="110779"/>
                </a:cubicBezTo>
                <a:cubicBezTo>
                  <a:pt x="2037588" y="110779"/>
                  <a:pt x="2034750" y="110595"/>
                  <a:pt x="2031597" y="110226"/>
                </a:cubicBezTo>
                <a:cubicBezTo>
                  <a:pt x="2028444" y="109859"/>
                  <a:pt x="2025291" y="109675"/>
                  <a:pt x="2022138" y="109675"/>
                </a:cubicBezTo>
                <a:cubicBezTo>
                  <a:pt x="2018775" y="109675"/>
                  <a:pt x="2015464" y="109859"/>
                  <a:pt x="2012205" y="110226"/>
                </a:cubicBezTo>
                <a:cubicBezTo>
                  <a:pt x="2008948" y="110595"/>
                  <a:pt x="2005638" y="110779"/>
                  <a:pt x="2002275" y="110779"/>
                </a:cubicBezTo>
                <a:cubicBezTo>
                  <a:pt x="2001749" y="110779"/>
                  <a:pt x="2001328" y="110543"/>
                  <a:pt x="2001012" y="110070"/>
                </a:cubicBezTo>
                <a:cubicBezTo>
                  <a:pt x="2000698" y="109597"/>
                  <a:pt x="2000541" y="109097"/>
                  <a:pt x="2000541" y="108571"/>
                </a:cubicBezTo>
                <a:cubicBezTo>
                  <a:pt x="2000541" y="107941"/>
                  <a:pt x="2000698" y="107389"/>
                  <a:pt x="2001012" y="106916"/>
                </a:cubicBezTo>
                <a:cubicBezTo>
                  <a:pt x="2001328" y="106443"/>
                  <a:pt x="2001801" y="106154"/>
                  <a:pt x="2002432" y="106050"/>
                </a:cubicBezTo>
                <a:cubicBezTo>
                  <a:pt x="2005374" y="105734"/>
                  <a:pt x="2007661" y="105261"/>
                  <a:pt x="2009290" y="104631"/>
                </a:cubicBezTo>
                <a:cubicBezTo>
                  <a:pt x="2010919" y="104000"/>
                  <a:pt x="2012101" y="103133"/>
                  <a:pt x="2012836" y="102030"/>
                </a:cubicBezTo>
                <a:cubicBezTo>
                  <a:pt x="2013572" y="100925"/>
                  <a:pt x="2013992" y="99559"/>
                  <a:pt x="2014096" y="97931"/>
                </a:cubicBezTo>
                <a:cubicBezTo>
                  <a:pt x="2014202" y="96302"/>
                  <a:pt x="2014255" y="94278"/>
                  <a:pt x="2014255" y="91859"/>
                </a:cubicBezTo>
                <a:lnTo>
                  <a:pt x="2014255" y="29903"/>
                </a:lnTo>
                <a:close/>
                <a:moveTo>
                  <a:pt x="2065035" y="29903"/>
                </a:moveTo>
                <a:cubicBezTo>
                  <a:pt x="2065035" y="25384"/>
                  <a:pt x="2064930" y="21784"/>
                  <a:pt x="2064720" y="19104"/>
                </a:cubicBezTo>
                <a:cubicBezTo>
                  <a:pt x="2064510" y="16423"/>
                  <a:pt x="2063985" y="14347"/>
                  <a:pt x="2063144" y="12876"/>
                </a:cubicBezTo>
                <a:cubicBezTo>
                  <a:pt x="2062304" y="11404"/>
                  <a:pt x="2061016" y="10406"/>
                  <a:pt x="2059281" y="9881"/>
                </a:cubicBezTo>
                <a:cubicBezTo>
                  <a:pt x="2057547" y="9355"/>
                  <a:pt x="2055156" y="8934"/>
                  <a:pt x="2052107" y="8618"/>
                </a:cubicBezTo>
                <a:cubicBezTo>
                  <a:pt x="2051583" y="8618"/>
                  <a:pt x="2051189" y="8356"/>
                  <a:pt x="2050926" y="7832"/>
                </a:cubicBezTo>
                <a:cubicBezTo>
                  <a:pt x="2050663" y="7306"/>
                  <a:pt x="2050505" y="6781"/>
                  <a:pt x="2050452" y="6256"/>
                </a:cubicBezTo>
                <a:cubicBezTo>
                  <a:pt x="2050399" y="5730"/>
                  <a:pt x="2050504" y="5204"/>
                  <a:pt x="2050767" y="4678"/>
                </a:cubicBezTo>
                <a:cubicBezTo>
                  <a:pt x="2051030" y="4152"/>
                  <a:pt x="2051477" y="3889"/>
                  <a:pt x="2052107" y="3889"/>
                </a:cubicBezTo>
                <a:cubicBezTo>
                  <a:pt x="2055260" y="3679"/>
                  <a:pt x="2059070" y="3364"/>
                  <a:pt x="2063536" y="2944"/>
                </a:cubicBezTo>
                <a:cubicBezTo>
                  <a:pt x="2068004" y="2523"/>
                  <a:pt x="2072183" y="1735"/>
                  <a:pt x="2076072" y="579"/>
                </a:cubicBezTo>
                <a:cubicBezTo>
                  <a:pt x="2077543" y="159"/>
                  <a:pt x="2078514" y="238"/>
                  <a:pt x="2078988" y="817"/>
                </a:cubicBezTo>
                <a:cubicBezTo>
                  <a:pt x="2079461" y="1394"/>
                  <a:pt x="2079750" y="1998"/>
                  <a:pt x="2079856" y="2629"/>
                </a:cubicBezTo>
                <a:lnTo>
                  <a:pt x="2079856" y="90914"/>
                </a:lnTo>
                <a:cubicBezTo>
                  <a:pt x="2079856" y="93542"/>
                  <a:pt x="2079908" y="95750"/>
                  <a:pt x="2080012" y="97536"/>
                </a:cubicBezTo>
                <a:cubicBezTo>
                  <a:pt x="2080118" y="99323"/>
                  <a:pt x="2080513" y="100794"/>
                  <a:pt x="2081196" y="101951"/>
                </a:cubicBezTo>
                <a:cubicBezTo>
                  <a:pt x="2081879" y="103107"/>
                  <a:pt x="2082982" y="104000"/>
                  <a:pt x="2084506" y="104631"/>
                </a:cubicBezTo>
                <a:cubicBezTo>
                  <a:pt x="2086030" y="105261"/>
                  <a:pt x="2088158" y="105734"/>
                  <a:pt x="2090890" y="106050"/>
                </a:cubicBezTo>
                <a:cubicBezTo>
                  <a:pt x="2091521" y="106154"/>
                  <a:pt x="2091994" y="106443"/>
                  <a:pt x="2092310" y="106916"/>
                </a:cubicBezTo>
                <a:cubicBezTo>
                  <a:pt x="2092626" y="107389"/>
                  <a:pt x="2092784" y="107941"/>
                  <a:pt x="2092784" y="108571"/>
                </a:cubicBezTo>
                <a:cubicBezTo>
                  <a:pt x="2092784" y="109097"/>
                  <a:pt x="2092626" y="109597"/>
                  <a:pt x="2092310" y="110070"/>
                </a:cubicBezTo>
                <a:cubicBezTo>
                  <a:pt x="2091994" y="110543"/>
                  <a:pt x="2091521" y="110779"/>
                  <a:pt x="2090890" y="110779"/>
                </a:cubicBezTo>
                <a:cubicBezTo>
                  <a:pt x="2088368" y="110779"/>
                  <a:pt x="2085530" y="110595"/>
                  <a:pt x="2082377" y="110226"/>
                </a:cubicBezTo>
                <a:cubicBezTo>
                  <a:pt x="2079224" y="109859"/>
                  <a:pt x="2076071" y="109675"/>
                  <a:pt x="2072918" y="109675"/>
                </a:cubicBezTo>
                <a:cubicBezTo>
                  <a:pt x="2069555" y="109675"/>
                  <a:pt x="2066244" y="109859"/>
                  <a:pt x="2062986" y="110226"/>
                </a:cubicBezTo>
                <a:cubicBezTo>
                  <a:pt x="2059728" y="110595"/>
                  <a:pt x="2056418" y="110779"/>
                  <a:pt x="2053055" y="110779"/>
                </a:cubicBezTo>
                <a:cubicBezTo>
                  <a:pt x="2052529" y="110779"/>
                  <a:pt x="2052108" y="110543"/>
                  <a:pt x="2051792" y="110070"/>
                </a:cubicBezTo>
                <a:cubicBezTo>
                  <a:pt x="2051478" y="109597"/>
                  <a:pt x="2051321" y="109097"/>
                  <a:pt x="2051321" y="108571"/>
                </a:cubicBezTo>
                <a:cubicBezTo>
                  <a:pt x="2051321" y="107941"/>
                  <a:pt x="2051478" y="107389"/>
                  <a:pt x="2051792" y="106916"/>
                </a:cubicBezTo>
                <a:cubicBezTo>
                  <a:pt x="2052108" y="106443"/>
                  <a:pt x="2052581" y="106154"/>
                  <a:pt x="2053212" y="106050"/>
                </a:cubicBezTo>
                <a:cubicBezTo>
                  <a:pt x="2056154" y="105734"/>
                  <a:pt x="2058441" y="105261"/>
                  <a:pt x="2060070" y="104631"/>
                </a:cubicBezTo>
                <a:cubicBezTo>
                  <a:pt x="2061699" y="104000"/>
                  <a:pt x="2062881" y="103133"/>
                  <a:pt x="2063616" y="102030"/>
                </a:cubicBezTo>
                <a:cubicBezTo>
                  <a:pt x="2064352" y="100925"/>
                  <a:pt x="2064772" y="99559"/>
                  <a:pt x="2064876" y="97931"/>
                </a:cubicBezTo>
                <a:cubicBezTo>
                  <a:pt x="2064982" y="96302"/>
                  <a:pt x="2065035" y="94278"/>
                  <a:pt x="2065035" y="91859"/>
                </a:cubicBezTo>
                <a:lnTo>
                  <a:pt x="2065035" y="29903"/>
                </a:lnTo>
                <a:close/>
                <a:moveTo>
                  <a:pt x="2218056" y="47560"/>
                </a:moveTo>
                <a:cubicBezTo>
                  <a:pt x="2218267" y="48085"/>
                  <a:pt x="2218530" y="48085"/>
                  <a:pt x="2218845" y="47560"/>
                </a:cubicBezTo>
                <a:cubicBezTo>
                  <a:pt x="2221577" y="43987"/>
                  <a:pt x="2224965" y="41202"/>
                  <a:pt x="2229012" y="39206"/>
                </a:cubicBezTo>
                <a:cubicBezTo>
                  <a:pt x="2233059" y="37207"/>
                  <a:pt x="2237080" y="36208"/>
                  <a:pt x="2241073" y="36208"/>
                </a:cubicBezTo>
                <a:cubicBezTo>
                  <a:pt x="2250008" y="36208"/>
                  <a:pt x="2256445" y="38652"/>
                  <a:pt x="2260385" y="43540"/>
                </a:cubicBezTo>
                <a:cubicBezTo>
                  <a:pt x="2264327" y="48427"/>
                  <a:pt x="2266298" y="54811"/>
                  <a:pt x="2266298" y="62694"/>
                </a:cubicBezTo>
                <a:lnTo>
                  <a:pt x="2266298" y="91859"/>
                </a:lnTo>
                <a:cubicBezTo>
                  <a:pt x="2266298" y="94592"/>
                  <a:pt x="2266377" y="96800"/>
                  <a:pt x="2266534" y="98482"/>
                </a:cubicBezTo>
                <a:cubicBezTo>
                  <a:pt x="2266691" y="100163"/>
                  <a:pt x="2267058" y="101502"/>
                  <a:pt x="2267636" y="102502"/>
                </a:cubicBezTo>
                <a:cubicBezTo>
                  <a:pt x="2268215" y="103501"/>
                  <a:pt x="2269134" y="104237"/>
                  <a:pt x="2270395" y="104710"/>
                </a:cubicBezTo>
                <a:cubicBezTo>
                  <a:pt x="2271657" y="105181"/>
                  <a:pt x="2273392" y="105628"/>
                  <a:pt x="2275598" y="106050"/>
                </a:cubicBezTo>
                <a:cubicBezTo>
                  <a:pt x="2276230" y="106154"/>
                  <a:pt x="2276703" y="106469"/>
                  <a:pt x="2277018" y="106995"/>
                </a:cubicBezTo>
                <a:cubicBezTo>
                  <a:pt x="2277333" y="107520"/>
                  <a:pt x="2277491" y="108045"/>
                  <a:pt x="2277491" y="108571"/>
                </a:cubicBezTo>
                <a:cubicBezTo>
                  <a:pt x="2277491" y="109097"/>
                  <a:pt x="2277333" y="109597"/>
                  <a:pt x="2277018" y="110070"/>
                </a:cubicBezTo>
                <a:cubicBezTo>
                  <a:pt x="2276703" y="110543"/>
                  <a:pt x="2276283" y="110779"/>
                  <a:pt x="2275757" y="110779"/>
                </a:cubicBezTo>
                <a:cubicBezTo>
                  <a:pt x="2274286" y="110779"/>
                  <a:pt x="2272053" y="110595"/>
                  <a:pt x="2269057" y="110226"/>
                </a:cubicBezTo>
                <a:cubicBezTo>
                  <a:pt x="2266062" y="109859"/>
                  <a:pt x="2262987" y="109675"/>
                  <a:pt x="2259834" y="109675"/>
                </a:cubicBezTo>
                <a:cubicBezTo>
                  <a:pt x="2256471" y="109675"/>
                  <a:pt x="2253160" y="109859"/>
                  <a:pt x="2249902" y="110226"/>
                </a:cubicBezTo>
                <a:cubicBezTo>
                  <a:pt x="2246643" y="110595"/>
                  <a:pt x="2243858" y="110779"/>
                  <a:pt x="2241547" y="110779"/>
                </a:cubicBezTo>
                <a:cubicBezTo>
                  <a:pt x="2240915" y="110779"/>
                  <a:pt x="2240441" y="110543"/>
                  <a:pt x="2240125" y="110070"/>
                </a:cubicBezTo>
                <a:cubicBezTo>
                  <a:pt x="2239811" y="109597"/>
                  <a:pt x="2239654" y="109097"/>
                  <a:pt x="2239654" y="108571"/>
                </a:cubicBezTo>
                <a:cubicBezTo>
                  <a:pt x="2239654" y="107941"/>
                  <a:pt x="2239811" y="107389"/>
                  <a:pt x="2240125" y="106916"/>
                </a:cubicBezTo>
                <a:cubicBezTo>
                  <a:pt x="2240441" y="106443"/>
                  <a:pt x="2240967" y="106154"/>
                  <a:pt x="2241703" y="106050"/>
                </a:cubicBezTo>
                <a:cubicBezTo>
                  <a:pt x="2244122" y="105734"/>
                  <a:pt x="2245988" y="105314"/>
                  <a:pt x="2247301" y="104789"/>
                </a:cubicBezTo>
                <a:cubicBezTo>
                  <a:pt x="2248615" y="104263"/>
                  <a:pt x="2249560" y="103475"/>
                  <a:pt x="2250137" y="102425"/>
                </a:cubicBezTo>
                <a:cubicBezTo>
                  <a:pt x="2250716" y="101373"/>
                  <a:pt x="2251084" y="100006"/>
                  <a:pt x="2251242" y="98326"/>
                </a:cubicBezTo>
                <a:cubicBezTo>
                  <a:pt x="2251399" y="96643"/>
                  <a:pt x="2251477" y="94488"/>
                  <a:pt x="2251477" y="91859"/>
                </a:cubicBezTo>
                <a:lnTo>
                  <a:pt x="2251477" y="68053"/>
                </a:lnTo>
                <a:cubicBezTo>
                  <a:pt x="2251477" y="65427"/>
                  <a:pt x="2251294" y="62800"/>
                  <a:pt x="2250926" y="60173"/>
                </a:cubicBezTo>
                <a:cubicBezTo>
                  <a:pt x="2250559" y="57544"/>
                  <a:pt x="2249876" y="55153"/>
                  <a:pt x="2248877" y="52999"/>
                </a:cubicBezTo>
                <a:cubicBezTo>
                  <a:pt x="2247879" y="50844"/>
                  <a:pt x="2246434" y="49083"/>
                  <a:pt x="2244542" y="47717"/>
                </a:cubicBezTo>
                <a:cubicBezTo>
                  <a:pt x="2242650" y="46350"/>
                  <a:pt x="2240127" y="45667"/>
                  <a:pt x="2236974" y="45667"/>
                </a:cubicBezTo>
                <a:cubicBezTo>
                  <a:pt x="2233611" y="45667"/>
                  <a:pt x="2230747" y="46298"/>
                  <a:pt x="2228381" y="47560"/>
                </a:cubicBezTo>
                <a:cubicBezTo>
                  <a:pt x="2226017" y="48821"/>
                  <a:pt x="2224073" y="50344"/>
                  <a:pt x="2222548" y="52131"/>
                </a:cubicBezTo>
                <a:cubicBezTo>
                  <a:pt x="2221024" y="53917"/>
                  <a:pt x="2219894" y="55810"/>
                  <a:pt x="2219158" y="57808"/>
                </a:cubicBezTo>
                <a:cubicBezTo>
                  <a:pt x="2218424" y="59805"/>
                  <a:pt x="2218056" y="61538"/>
                  <a:pt x="2218056" y="63009"/>
                </a:cubicBezTo>
                <a:lnTo>
                  <a:pt x="2218056" y="90914"/>
                </a:lnTo>
                <a:cubicBezTo>
                  <a:pt x="2218056" y="93752"/>
                  <a:pt x="2218109" y="96092"/>
                  <a:pt x="2218213" y="97931"/>
                </a:cubicBezTo>
                <a:cubicBezTo>
                  <a:pt x="2218319" y="99769"/>
                  <a:pt x="2218634" y="101214"/>
                  <a:pt x="2219158" y="102266"/>
                </a:cubicBezTo>
                <a:cubicBezTo>
                  <a:pt x="2219684" y="103316"/>
                  <a:pt x="2220499" y="104131"/>
                  <a:pt x="2221602" y="104710"/>
                </a:cubicBezTo>
                <a:cubicBezTo>
                  <a:pt x="2222707" y="105287"/>
                  <a:pt x="2224258" y="105734"/>
                  <a:pt x="2226255" y="106050"/>
                </a:cubicBezTo>
                <a:cubicBezTo>
                  <a:pt x="2226989" y="106154"/>
                  <a:pt x="2227514" y="106469"/>
                  <a:pt x="2227830" y="106995"/>
                </a:cubicBezTo>
                <a:cubicBezTo>
                  <a:pt x="2228146" y="107520"/>
                  <a:pt x="2228304" y="108045"/>
                  <a:pt x="2228304" y="108571"/>
                </a:cubicBezTo>
                <a:cubicBezTo>
                  <a:pt x="2228304" y="109097"/>
                  <a:pt x="2228146" y="109597"/>
                  <a:pt x="2227830" y="110070"/>
                </a:cubicBezTo>
                <a:cubicBezTo>
                  <a:pt x="2227514" y="110543"/>
                  <a:pt x="2227041" y="110779"/>
                  <a:pt x="2226411" y="110779"/>
                </a:cubicBezTo>
                <a:cubicBezTo>
                  <a:pt x="2225045" y="110779"/>
                  <a:pt x="2222917" y="110595"/>
                  <a:pt x="2220027" y="110226"/>
                </a:cubicBezTo>
                <a:cubicBezTo>
                  <a:pt x="2217137" y="109859"/>
                  <a:pt x="2214115" y="109675"/>
                  <a:pt x="2210962" y="109675"/>
                </a:cubicBezTo>
                <a:cubicBezTo>
                  <a:pt x="2207599" y="109675"/>
                  <a:pt x="2204393" y="109859"/>
                  <a:pt x="2201345" y="110226"/>
                </a:cubicBezTo>
                <a:cubicBezTo>
                  <a:pt x="2198296" y="110595"/>
                  <a:pt x="2195563" y="110779"/>
                  <a:pt x="2193146" y="110779"/>
                </a:cubicBezTo>
                <a:cubicBezTo>
                  <a:pt x="2192516" y="110779"/>
                  <a:pt x="2192043" y="110543"/>
                  <a:pt x="2191727" y="110070"/>
                </a:cubicBezTo>
                <a:cubicBezTo>
                  <a:pt x="2191413" y="109597"/>
                  <a:pt x="2191256" y="109097"/>
                  <a:pt x="2191256" y="108571"/>
                </a:cubicBezTo>
                <a:cubicBezTo>
                  <a:pt x="2191256" y="107941"/>
                  <a:pt x="2191413" y="107389"/>
                  <a:pt x="2191727" y="106916"/>
                </a:cubicBezTo>
                <a:cubicBezTo>
                  <a:pt x="2192043" y="106443"/>
                  <a:pt x="2192569" y="106154"/>
                  <a:pt x="2193305" y="106050"/>
                </a:cubicBezTo>
                <a:cubicBezTo>
                  <a:pt x="2195722" y="105734"/>
                  <a:pt x="2197587" y="105314"/>
                  <a:pt x="2198901" y="104789"/>
                </a:cubicBezTo>
                <a:cubicBezTo>
                  <a:pt x="2200214" y="104263"/>
                  <a:pt x="2201186" y="103475"/>
                  <a:pt x="2201816" y="102425"/>
                </a:cubicBezTo>
                <a:cubicBezTo>
                  <a:pt x="2202448" y="101373"/>
                  <a:pt x="2202843" y="100006"/>
                  <a:pt x="2203000" y="98326"/>
                </a:cubicBezTo>
                <a:cubicBezTo>
                  <a:pt x="2203157" y="96643"/>
                  <a:pt x="2203236" y="94488"/>
                  <a:pt x="2203236" y="91859"/>
                </a:cubicBezTo>
                <a:lnTo>
                  <a:pt x="2203236" y="29903"/>
                </a:lnTo>
                <a:cubicBezTo>
                  <a:pt x="2203236" y="25384"/>
                  <a:pt x="2203131" y="21784"/>
                  <a:pt x="2202920" y="19104"/>
                </a:cubicBezTo>
                <a:cubicBezTo>
                  <a:pt x="2202710" y="16423"/>
                  <a:pt x="2202185" y="14347"/>
                  <a:pt x="2201345" y="12876"/>
                </a:cubicBezTo>
                <a:cubicBezTo>
                  <a:pt x="2200504" y="11404"/>
                  <a:pt x="2199243" y="10406"/>
                  <a:pt x="2197561" y="9881"/>
                </a:cubicBezTo>
                <a:cubicBezTo>
                  <a:pt x="2195880" y="9355"/>
                  <a:pt x="2193568" y="8934"/>
                  <a:pt x="2190625" y="8618"/>
                </a:cubicBezTo>
                <a:cubicBezTo>
                  <a:pt x="2190099" y="8618"/>
                  <a:pt x="2189705" y="8356"/>
                  <a:pt x="2189442" y="7832"/>
                </a:cubicBezTo>
                <a:cubicBezTo>
                  <a:pt x="2189179" y="7306"/>
                  <a:pt x="2189021" y="6781"/>
                  <a:pt x="2188968" y="6256"/>
                </a:cubicBezTo>
                <a:cubicBezTo>
                  <a:pt x="2188917" y="5730"/>
                  <a:pt x="2189022" y="5204"/>
                  <a:pt x="2189283" y="4678"/>
                </a:cubicBezTo>
                <a:cubicBezTo>
                  <a:pt x="2189546" y="4152"/>
                  <a:pt x="2189994" y="3889"/>
                  <a:pt x="2190625" y="3889"/>
                </a:cubicBezTo>
                <a:cubicBezTo>
                  <a:pt x="2193673" y="3679"/>
                  <a:pt x="2197403" y="3364"/>
                  <a:pt x="2201816" y="2944"/>
                </a:cubicBezTo>
                <a:cubicBezTo>
                  <a:pt x="2206231" y="2523"/>
                  <a:pt x="2210383" y="1735"/>
                  <a:pt x="2214272" y="579"/>
                </a:cubicBezTo>
                <a:cubicBezTo>
                  <a:pt x="2215743" y="159"/>
                  <a:pt x="2216715" y="238"/>
                  <a:pt x="2217188" y="817"/>
                </a:cubicBezTo>
                <a:cubicBezTo>
                  <a:pt x="2217661" y="1394"/>
                  <a:pt x="2217951" y="1998"/>
                  <a:pt x="2218056" y="2629"/>
                </a:cubicBezTo>
                <a:lnTo>
                  <a:pt x="2218056" y="47560"/>
                </a:lnTo>
                <a:close/>
                <a:moveTo>
                  <a:pt x="2328696" y="77356"/>
                </a:moveTo>
                <a:cubicBezTo>
                  <a:pt x="2328696" y="76200"/>
                  <a:pt x="2328643" y="75490"/>
                  <a:pt x="2328537" y="75227"/>
                </a:cubicBezTo>
                <a:cubicBezTo>
                  <a:pt x="2328433" y="74964"/>
                  <a:pt x="2328171" y="74832"/>
                  <a:pt x="2327751" y="74832"/>
                </a:cubicBezTo>
                <a:cubicBezTo>
                  <a:pt x="2319132" y="75569"/>
                  <a:pt x="2312747" y="77382"/>
                  <a:pt x="2308595" y="80274"/>
                </a:cubicBezTo>
                <a:cubicBezTo>
                  <a:pt x="2304445" y="83164"/>
                  <a:pt x="2302369" y="86868"/>
                  <a:pt x="2302369" y="91388"/>
                </a:cubicBezTo>
                <a:cubicBezTo>
                  <a:pt x="2302369" y="94541"/>
                  <a:pt x="2303158" y="97195"/>
                  <a:pt x="2304734" y="99350"/>
                </a:cubicBezTo>
                <a:cubicBezTo>
                  <a:pt x="2306310" y="101504"/>
                  <a:pt x="2308938" y="102581"/>
                  <a:pt x="2312617" y="102581"/>
                </a:cubicBezTo>
                <a:cubicBezTo>
                  <a:pt x="2315034" y="102581"/>
                  <a:pt x="2317582" y="102108"/>
                  <a:pt x="2320262" y="101162"/>
                </a:cubicBezTo>
                <a:cubicBezTo>
                  <a:pt x="2322942" y="100216"/>
                  <a:pt x="2325333" y="98849"/>
                  <a:pt x="2327436" y="97063"/>
                </a:cubicBezTo>
                <a:cubicBezTo>
                  <a:pt x="2328276" y="96222"/>
                  <a:pt x="2328696" y="95381"/>
                  <a:pt x="2328696" y="94539"/>
                </a:cubicBezTo>
                <a:lnTo>
                  <a:pt x="2328696" y="77356"/>
                </a:lnTo>
                <a:moveTo>
                  <a:pt x="2343517" y="92963"/>
                </a:moveTo>
                <a:cubicBezTo>
                  <a:pt x="2343517" y="96642"/>
                  <a:pt x="2343859" y="99218"/>
                  <a:pt x="2344542" y="100690"/>
                </a:cubicBezTo>
                <a:cubicBezTo>
                  <a:pt x="2345225" y="102161"/>
                  <a:pt x="2346565" y="102896"/>
                  <a:pt x="2348562" y="102896"/>
                </a:cubicBezTo>
                <a:cubicBezTo>
                  <a:pt x="2349718" y="102896"/>
                  <a:pt x="2350663" y="102765"/>
                  <a:pt x="2351398" y="102502"/>
                </a:cubicBezTo>
                <a:cubicBezTo>
                  <a:pt x="2352134" y="102239"/>
                  <a:pt x="2353185" y="101687"/>
                  <a:pt x="2354551" y="100847"/>
                </a:cubicBezTo>
                <a:cubicBezTo>
                  <a:pt x="2354867" y="100636"/>
                  <a:pt x="2355209" y="100636"/>
                  <a:pt x="2355576" y="100847"/>
                </a:cubicBezTo>
                <a:cubicBezTo>
                  <a:pt x="2355945" y="101057"/>
                  <a:pt x="2356260" y="101346"/>
                  <a:pt x="2356522" y="101715"/>
                </a:cubicBezTo>
                <a:cubicBezTo>
                  <a:pt x="2356785" y="102082"/>
                  <a:pt x="2356968" y="102502"/>
                  <a:pt x="2357073" y="102976"/>
                </a:cubicBezTo>
                <a:cubicBezTo>
                  <a:pt x="2357178" y="103449"/>
                  <a:pt x="2357074" y="103842"/>
                  <a:pt x="2356760" y="104157"/>
                </a:cubicBezTo>
                <a:cubicBezTo>
                  <a:pt x="2352661" y="109096"/>
                  <a:pt x="2347825" y="111566"/>
                  <a:pt x="2342254" y="111566"/>
                </a:cubicBezTo>
                <a:cubicBezTo>
                  <a:pt x="2339207" y="111566"/>
                  <a:pt x="2336606" y="110752"/>
                  <a:pt x="2334450" y="109124"/>
                </a:cubicBezTo>
                <a:cubicBezTo>
                  <a:pt x="2332297" y="107495"/>
                  <a:pt x="2330694" y="105576"/>
                  <a:pt x="2329644" y="103368"/>
                </a:cubicBezTo>
                <a:cubicBezTo>
                  <a:pt x="2329432" y="102843"/>
                  <a:pt x="2329116" y="102791"/>
                  <a:pt x="2328696" y="103211"/>
                </a:cubicBezTo>
                <a:cubicBezTo>
                  <a:pt x="2325963" y="105628"/>
                  <a:pt x="2322784" y="107625"/>
                  <a:pt x="2319158" y="109201"/>
                </a:cubicBezTo>
                <a:cubicBezTo>
                  <a:pt x="2315532" y="110778"/>
                  <a:pt x="2310987" y="111566"/>
                  <a:pt x="2305523" y="111566"/>
                </a:cubicBezTo>
                <a:cubicBezTo>
                  <a:pt x="2299532" y="111566"/>
                  <a:pt x="2294906" y="109964"/>
                  <a:pt x="2291648" y="106760"/>
                </a:cubicBezTo>
                <a:cubicBezTo>
                  <a:pt x="2288390" y="103554"/>
                  <a:pt x="2286762" y="99008"/>
                  <a:pt x="2286762" y="93122"/>
                </a:cubicBezTo>
                <a:cubicBezTo>
                  <a:pt x="2286762" y="85554"/>
                  <a:pt x="2290283" y="79747"/>
                  <a:pt x="2297325" y="75701"/>
                </a:cubicBezTo>
                <a:cubicBezTo>
                  <a:pt x="2304367" y="71655"/>
                  <a:pt x="2314614" y="69632"/>
                  <a:pt x="2328066" y="69632"/>
                </a:cubicBezTo>
                <a:cubicBezTo>
                  <a:pt x="2328276" y="69632"/>
                  <a:pt x="2328433" y="69369"/>
                  <a:pt x="2328537" y="68843"/>
                </a:cubicBezTo>
                <a:cubicBezTo>
                  <a:pt x="2328643" y="68317"/>
                  <a:pt x="2328696" y="67108"/>
                  <a:pt x="2328696" y="65217"/>
                </a:cubicBezTo>
                <a:lnTo>
                  <a:pt x="2328696" y="60959"/>
                </a:lnTo>
                <a:cubicBezTo>
                  <a:pt x="2328696" y="58332"/>
                  <a:pt x="2328486" y="55863"/>
                  <a:pt x="2328066" y="53550"/>
                </a:cubicBezTo>
                <a:cubicBezTo>
                  <a:pt x="2327646" y="51238"/>
                  <a:pt x="2326936" y="49214"/>
                  <a:pt x="2325937" y="47481"/>
                </a:cubicBezTo>
                <a:cubicBezTo>
                  <a:pt x="2324939" y="45747"/>
                  <a:pt x="2323547" y="44381"/>
                  <a:pt x="2321761" y="43382"/>
                </a:cubicBezTo>
                <a:cubicBezTo>
                  <a:pt x="2319974" y="42383"/>
                  <a:pt x="2317767" y="41883"/>
                  <a:pt x="2315138" y="41883"/>
                </a:cubicBezTo>
                <a:cubicBezTo>
                  <a:pt x="2311249" y="41883"/>
                  <a:pt x="2308096" y="42646"/>
                  <a:pt x="2305679" y="44171"/>
                </a:cubicBezTo>
                <a:cubicBezTo>
                  <a:pt x="2303263" y="45694"/>
                  <a:pt x="2302054" y="47664"/>
                  <a:pt x="2302054" y="50081"/>
                </a:cubicBezTo>
                <a:cubicBezTo>
                  <a:pt x="2302054" y="51238"/>
                  <a:pt x="2302421" y="52367"/>
                  <a:pt x="2303156" y="53471"/>
                </a:cubicBezTo>
                <a:cubicBezTo>
                  <a:pt x="2303892" y="54574"/>
                  <a:pt x="2304260" y="55704"/>
                  <a:pt x="2304260" y="56860"/>
                </a:cubicBezTo>
                <a:cubicBezTo>
                  <a:pt x="2304260" y="58332"/>
                  <a:pt x="2303524" y="59752"/>
                  <a:pt x="2302052" y="61118"/>
                </a:cubicBezTo>
                <a:cubicBezTo>
                  <a:pt x="2300581" y="62485"/>
                  <a:pt x="2298795" y="63168"/>
                  <a:pt x="2296695" y="63168"/>
                </a:cubicBezTo>
                <a:cubicBezTo>
                  <a:pt x="2293856" y="63168"/>
                  <a:pt x="2291832" y="62406"/>
                  <a:pt x="2290623" y="60882"/>
                </a:cubicBezTo>
                <a:cubicBezTo>
                  <a:pt x="2289415" y="59357"/>
                  <a:pt x="2288811" y="57491"/>
                  <a:pt x="2288811" y="55285"/>
                </a:cubicBezTo>
                <a:cubicBezTo>
                  <a:pt x="2288811" y="52658"/>
                  <a:pt x="2289547" y="50161"/>
                  <a:pt x="2291017" y="47796"/>
                </a:cubicBezTo>
                <a:cubicBezTo>
                  <a:pt x="2292490" y="45430"/>
                  <a:pt x="2294486" y="43407"/>
                  <a:pt x="2297007" y="41727"/>
                </a:cubicBezTo>
                <a:cubicBezTo>
                  <a:pt x="2299530" y="40044"/>
                  <a:pt x="2302473" y="38704"/>
                  <a:pt x="2305836" y="37707"/>
                </a:cubicBezTo>
                <a:cubicBezTo>
                  <a:pt x="2309200" y="36708"/>
                  <a:pt x="2312722" y="36208"/>
                  <a:pt x="2316401" y="36208"/>
                </a:cubicBezTo>
                <a:cubicBezTo>
                  <a:pt x="2324808" y="36208"/>
                  <a:pt x="2331429" y="38153"/>
                  <a:pt x="2336264" y="42042"/>
                </a:cubicBezTo>
                <a:cubicBezTo>
                  <a:pt x="2341099" y="45931"/>
                  <a:pt x="2343517" y="52395"/>
                  <a:pt x="2343517" y="61433"/>
                </a:cubicBezTo>
                <a:lnTo>
                  <a:pt x="2343517" y="92963"/>
                </a:lnTo>
                <a:close/>
                <a:moveTo>
                  <a:pt x="2423889" y="58910"/>
                </a:moveTo>
                <a:cubicBezTo>
                  <a:pt x="2416847" y="76253"/>
                  <a:pt x="2409331" y="93963"/>
                  <a:pt x="2401343" y="112040"/>
                </a:cubicBezTo>
                <a:cubicBezTo>
                  <a:pt x="2401237" y="112250"/>
                  <a:pt x="2400948" y="112434"/>
                  <a:pt x="2400475" y="112591"/>
                </a:cubicBezTo>
                <a:cubicBezTo>
                  <a:pt x="2400003" y="112749"/>
                  <a:pt x="2399505" y="112829"/>
                  <a:pt x="2398979" y="112829"/>
                </a:cubicBezTo>
                <a:cubicBezTo>
                  <a:pt x="2398453" y="112829"/>
                  <a:pt x="2397953" y="112749"/>
                  <a:pt x="2397480" y="112591"/>
                </a:cubicBezTo>
                <a:cubicBezTo>
                  <a:pt x="2397007" y="112434"/>
                  <a:pt x="2396718" y="112250"/>
                  <a:pt x="2396614" y="112040"/>
                </a:cubicBezTo>
                <a:cubicBezTo>
                  <a:pt x="2392095" y="102895"/>
                  <a:pt x="2387864" y="94040"/>
                  <a:pt x="2383922" y="85475"/>
                </a:cubicBezTo>
                <a:cubicBezTo>
                  <a:pt x="2379982" y="76909"/>
                  <a:pt x="2376014" y="67687"/>
                  <a:pt x="2372019" y="57808"/>
                </a:cubicBezTo>
                <a:cubicBezTo>
                  <a:pt x="2370969" y="55285"/>
                  <a:pt x="2370049" y="53184"/>
                  <a:pt x="2369260" y="51503"/>
                </a:cubicBezTo>
                <a:cubicBezTo>
                  <a:pt x="2368472" y="49821"/>
                  <a:pt x="2367632" y="48454"/>
                  <a:pt x="2366739" y="47404"/>
                </a:cubicBezTo>
                <a:cubicBezTo>
                  <a:pt x="2365846" y="46352"/>
                  <a:pt x="2364794" y="45537"/>
                  <a:pt x="2363585" y="44960"/>
                </a:cubicBezTo>
                <a:cubicBezTo>
                  <a:pt x="2362376" y="44381"/>
                  <a:pt x="2360826" y="43933"/>
                  <a:pt x="2358935" y="43617"/>
                </a:cubicBezTo>
                <a:cubicBezTo>
                  <a:pt x="2358409" y="43513"/>
                  <a:pt x="2357988" y="43225"/>
                  <a:pt x="2357672" y="42751"/>
                </a:cubicBezTo>
                <a:cubicBezTo>
                  <a:pt x="2357358" y="42278"/>
                  <a:pt x="2357201" y="41779"/>
                  <a:pt x="2357201" y="41253"/>
                </a:cubicBezTo>
                <a:cubicBezTo>
                  <a:pt x="2357201" y="40622"/>
                  <a:pt x="2357306" y="40071"/>
                  <a:pt x="2357516" y="39598"/>
                </a:cubicBezTo>
                <a:cubicBezTo>
                  <a:pt x="2357726" y="39125"/>
                  <a:pt x="2358094" y="38888"/>
                  <a:pt x="2358620" y="38888"/>
                </a:cubicBezTo>
                <a:cubicBezTo>
                  <a:pt x="2361667" y="38888"/>
                  <a:pt x="2364636" y="39072"/>
                  <a:pt x="2367525" y="39441"/>
                </a:cubicBezTo>
                <a:cubicBezTo>
                  <a:pt x="2370417" y="39809"/>
                  <a:pt x="2373439" y="39992"/>
                  <a:pt x="2376592" y="39992"/>
                </a:cubicBezTo>
                <a:cubicBezTo>
                  <a:pt x="2379639" y="39992"/>
                  <a:pt x="2382661" y="39809"/>
                  <a:pt x="2385656" y="39441"/>
                </a:cubicBezTo>
                <a:cubicBezTo>
                  <a:pt x="2388652" y="39072"/>
                  <a:pt x="2391674" y="38888"/>
                  <a:pt x="2394721" y="38888"/>
                </a:cubicBezTo>
                <a:cubicBezTo>
                  <a:pt x="2395247" y="38888"/>
                  <a:pt x="2395641" y="39125"/>
                  <a:pt x="2395904" y="39598"/>
                </a:cubicBezTo>
                <a:cubicBezTo>
                  <a:pt x="2396167" y="40071"/>
                  <a:pt x="2396299" y="40622"/>
                  <a:pt x="2396299" y="41253"/>
                </a:cubicBezTo>
                <a:cubicBezTo>
                  <a:pt x="2396299" y="41779"/>
                  <a:pt x="2396167" y="42305"/>
                  <a:pt x="2395904" y="42831"/>
                </a:cubicBezTo>
                <a:cubicBezTo>
                  <a:pt x="2395641" y="43355"/>
                  <a:pt x="2395247" y="43617"/>
                  <a:pt x="2394721" y="43617"/>
                </a:cubicBezTo>
                <a:cubicBezTo>
                  <a:pt x="2391464" y="43828"/>
                  <a:pt x="2389125" y="44432"/>
                  <a:pt x="2387706" y="45431"/>
                </a:cubicBezTo>
                <a:cubicBezTo>
                  <a:pt x="2386287" y="46430"/>
                  <a:pt x="2385577" y="47875"/>
                  <a:pt x="2385577" y="49766"/>
                </a:cubicBezTo>
                <a:cubicBezTo>
                  <a:pt x="2385577" y="51343"/>
                  <a:pt x="2385998" y="53287"/>
                  <a:pt x="2386840" y="55600"/>
                </a:cubicBezTo>
                <a:cubicBezTo>
                  <a:pt x="2389257" y="62116"/>
                  <a:pt x="2391779" y="68448"/>
                  <a:pt x="2394406" y="74597"/>
                </a:cubicBezTo>
                <a:cubicBezTo>
                  <a:pt x="2397034" y="80745"/>
                  <a:pt x="2399715" y="86553"/>
                  <a:pt x="2402447" y="92018"/>
                </a:cubicBezTo>
                <a:cubicBezTo>
                  <a:pt x="2402658" y="92544"/>
                  <a:pt x="2402973" y="92781"/>
                  <a:pt x="2403393" y="92728"/>
                </a:cubicBezTo>
                <a:cubicBezTo>
                  <a:pt x="2403813" y="92675"/>
                  <a:pt x="2404128" y="92438"/>
                  <a:pt x="2404338" y="92018"/>
                </a:cubicBezTo>
                <a:cubicBezTo>
                  <a:pt x="2405390" y="89705"/>
                  <a:pt x="2406599" y="86868"/>
                  <a:pt x="2407964" y="83505"/>
                </a:cubicBezTo>
                <a:cubicBezTo>
                  <a:pt x="2409330" y="80142"/>
                  <a:pt x="2410670" y="76700"/>
                  <a:pt x="2411983" y="73180"/>
                </a:cubicBezTo>
                <a:cubicBezTo>
                  <a:pt x="2413298" y="69658"/>
                  <a:pt x="2414534" y="66164"/>
                  <a:pt x="2415690" y="62696"/>
                </a:cubicBezTo>
                <a:cubicBezTo>
                  <a:pt x="2416847" y="59227"/>
                  <a:pt x="2417792" y="56232"/>
                  <a:pt x="2418526" y="53709"/>
                </a:cubicBezTo>
                <a:cubicBezTo>
                  <a:pt x="2418948" y="52343"/>
                  <a:pt x="2419159" y="51028"/>
                  <a:pt x="2419159" y="49766"/>
                </a:cubicBezTo>
                <a:cubicBezTo>
                  <a:pt x="2419159" y="47139"/>
                  <a:pt x="2418370" y="45511"/>
                  <a:pt x="2416792" y="44880"/>
                </a:cubicBezTo>
                <a:cubicBezTo>
                  <a:pt x="2415216" y="44249"/>
                  <a:pt x="2413587" y="43828"/>
                  <a:pt x="2411906" y="43617"/>
                </a:cubicBezTo>
                <a:cubicBezTo>
                  <a:pt x="2411276" y="43513"/>
                  <a:pt x="2410803" y="43198"/>
                  <a:pt x="2410487" y="42672"/>
                </a:cubicBezTo>
                <a:cubicBezTo>
                  <a:pt x="2410171" y="42146"/>
                  <a:pt x="2410040" y="41621"/>
                  <a:pt x="2410092" y="41096"/>
                </a:cubicBezTo>
                <a:cubicBezTo>
                  <a:pt x="2410145" y="40570"/>
                  <a:pt x="2410329" y="40071"/>
                  <a:pt x="2410643" y="39598"/>
                </a:cubicBezTo>
                <a:cubicBezTo>
                  <a:pt x="2410959" y="39125"/>
                  <a:pt x="2411380" y="38888"/>
                  <a:pt x="2411906" y="38888"/>
                </a:cubicBezTo>
                <a:cubicBezTo>
                  <a:pt x="2414219" y="38888"/>
                  <a:pt x="2416373" y="39072"/>
                  <a:pt x="2418370" y="39441"/>
                </a:cubicBezTo>
                <a:cubicBezTo>
                  <a:pt x="2420367" y="39809"/>
                  <a:pt x="2422468" y="39992"/>
                  <a:pt x="2424675" y="39992"/>
                </a:cubicBezTo>
                <a:cubicBezTo>
                  <a:pt x="2426988" y="39992"/>
                  <a:pt x="2429431" y="39809"/>
                  <a:pt x="2432005" y="39441"/>
                </a:cubicBezTo>
                <a:cubicBezTo>
                  <a:pt x="2434581" y="39072"/>
                  <a:pt x="2436605" y="38888"/>
                  <a:pt x="2438077" y="38888"/>
                </a:cubicBezTo>
                <a:cubicBezTo>
                  <a:pt x="2438707" y="38888"/>
                  <a:pt x="2439154" y="39125"/>
                  <a:pt x="2439417" y="39598"/>
                </a:cubicBezTo>
                <a:cubicBezTo>
                  <a:pt x="2439680" y="40071"/>
                  <a:pt x="2439811" y="40622"/>
                  <a:pt x="2439811" y="41253"/>
                </a:cubicBezTo>
                <a:cubicBezTo>
                  <a:pt x="2439811" y="41779"/>
                  <a:pt x="2439680" y="42305"/>
                  <a:pt x="2439417" y="42831"/>
                </a:cubicBezTo>
                <a:cubicBezTo>
                  <a:pt x="2439154" y="43355"/>
                  <a:pt x="2438759" y="43617"/>
                  <a:pt x="2438233" y="43617"/>
                </a:cubicBezTo>
                <a:cubicBezTo>
                  <a:pt x="2436132" y="43723"/>
                  <a:pt x="2434372" y="44196"/>
                  <a:pt x="2432953" y="45037"/>
                </a:cubicBezTo>
                <a:cubicBezTo>
                  <a:pt x="2431534" y="45877"/>
                  <a:pt x="2430299" y="46955"/>
                  <a:pt x="2429248" y="48270"/>
                </a:cubicBezTo>
                <a:cubicBezTo>
                  <a:pt x="2428198" y="49583"/>
                  <a:pt x="2427252" y="51160"/>
                  <a:pt x="2426410" y="52999"/>
                </a:cubicBezTo>
                <a:cubicBezTo>
                  <a:pt x="2425569" y="54839"/>
                  <a:pt x="2424729" y="56809"/>
                  <a:pt x="2423889" y="58910"/>
                </a:cubicBezTo>
                <a:close/>
                <a:moveTo>
                  <a:pt x="2462797" y="69788"/>
                </a:moveTo>
                <a:cubicBezTo>
                  <a:pt x="2462271" y="69788"/>
                  <a:pt x="2461981" y="69972"/>
                  <a:pt x="2461929" y="70341"/>
                </a:cubicBezTo>
                <a:cubicBezTo>
                  <a:pt x="2461877" y="70708"/>
                  <a:pt x="2461852" y="71155"/>
                  <a:pt x="2461852" y="71681"/>
                </a:cubicBezTo>
                <a:cubicBezTo>
                  <a:pt x="2461852" y="77147"/>
                  <a:pt x="2462455" y="81771"/>
                  <a:pt x="2463663" y="85554"/>
                </a:cubicBezTo>
                <a:cubicBezTo>
                  <a:pt x="2464872" y="89337"/>
                  <a:pt x="2466554" y="92412"/>
                  <a:pt x="2468708" y="94777"/>
                </a:cubicBezTo>
                <a:cubicBezTo>
                  <a:pt x="2470863" y="97141"/>
                  <a:pt x="2473439" y="98849"/>
                  <a:pt x="2476434" y="99901"/>
                </a:cubicBezTo>
                <a:cubicBezTo>
                  <a:pt x="2479430" y="100952"/>
                  <a:pt x="2482662" y="101477"/>
                  <a:pt x="2486129" y="101477"/>
                </a:cubicBezTo>
                <a:cubicBezTo>
                  <a:pt x="2489702" y="101477"/>
                  <a:pt x="2493170" y="101188"/>
                  <a:pt x="2496533" y="100611"/>
                </a:cubicBezTo>
                <a:cubicBezTo>
                  <a:pt x="2499898" y="100032"/>
                  <a:pt x="2502788" y="98744"/>
                  <a:pt x="2505205" y="96747"/>
                </a:cubicBezTo>
                <a:cubicBezTo>
                  <a:pt x="2505731" y="96327"/>
                  <a:pt x="2506283" y="96170"/>
                  <a:pt x="2506860" y="96276"/>
                </a:cubicBezTo>
                <a:cubicBezTo>
                  <a:pt x="2507439" y="96380"/>
                  <a:pt x="2507912" y="96642"/>
                  <a:pt x="2508280" y="97063"/>
                </a:cubicBezTo>
                <a:cubicBezTo>
                  <a:pt x="2508647" y="97483"/>
                  <a:pt x="2508883" y="97956"/>
                  <a:pt x="2508987" y="98482"/>
                </a:cubicBezTo>
                <a:cubicBezTo>
                  <a:pt x="2509093" y="99008"/>
                  <a:pt x="2508988" y="99481"/>
                  <a:pt x="2508674" y="99901"/>
                </a:cubicBezTo>
                <a:cubicBezTo>
                  <a:pt x="2505311" y="104315"/>
                  <a:pt x="2501527" y="107363"/>
                  <a:pt x="2497322" y="109045"/>
                </a:cubicBezTo>
                <a:cubicBezTo>
                  <a:pt x="2493119" y="110726"/>
                  <a:pt x="2487916" y="111566"/>
                  <a:pt x="2481715" y="111566"/>
                </a:cubicBezTo>
                <a:cubicBezTo>
                  <a:pt x="2475409" y="111566"/>
                  <a:pt x="2469970" y="110621"/>
                  <a:pt x="2465397" y="108730"/>
                </a:cubicBezTo>
                <a:cubicBezTo>
                  <a:pt x="2460825" y="106837"/>
                  <a:pt x="2457041" y="104183"/>
                  <a:pt x="2454045" y="100767"/>
                </a:cubicBezTo>
                <a:cubicBezTo>
                  <a:pt x="2451051" y="97351"/>
                  <a:pt x="2448845" y="93358"/>
                  <a:pt x="2447425" y="88787"/>
                </a:cubicBezTo>
                <a:cubicBezTo>
                  <a:pt x="2446006" y="84215"/>
                  <a:pt x="2445296" y="79248"/>
                  <a:pt x="2445296" y="73887"/>
                </a:cubicBezTo>
                <a:cubicBezTo>
                  <a:pt x="2445296" y="68737"/>
                  <a:pt x="2446163" y="63851"/>
                  <a:pt x="2447897" y="59227"/>
                </a:cubicBezTo>
                <a:cubicBezTo>
                  <a:pt x="2449632" y="54602"/>
                  <a:pt x="2452076" y="50608"/>
                  <a:pt x="2455229" y="47245"/>
                </a:cubicBezTo>
                <a:cubicBezTo>
                  <a:pt x="2458382" y="43882"/>
                  <a:pt x="2462113" y="41202"/>
                  <a:pt x="2466422" y="39206"/>
                </a:cubicBezTo>
                <a:cubicBezTo>
                  <a:pt x="2470731" y="37207"/>
                  <a:pt x="2475514" y="36208"/>
                  <a:pt x="2480769" y="36208"/>
                </a:cubicBezTo>
                <a:cubicBezTo>
                  <a:pt x="2485183" y="36208"/>
                  <a:pt x="2489202" y="36971"/>
                  <a:pt x="2492828" y="38496"/>
                </a:cubicBezTo>
                <a:cubicBezTo>
                  <a:pt x="2496454" y="40019"/>
                  <a:pt x="2499529" y="42121"/>
                  <a:pt x="2502051" y="44801"/>
                </a:cubicBezTo>
                <a:cubicBezTo>
                  <a:pt x="2504574" y="47481"/>
                  <a:pt x="2506545" y="50687"/>
                  <a:pt x="2507964" y="54419"/>
                </a:cubicBezTo>
                <a:cubicBezTo>
                  <a:pt x="2509384" y="58149"/>
                  <a:pt x="2510093" y="62169"/>
                  <a:pt x="2510093" y="66478"/>
                </a:cubicBezTo>
                <a:cubicBezTo>
                  <a:pt x="2510093" y="68685"/>
                  <a:pt x="2509305" y="69788"/>
                  <a:pt x="2507729" y="69788"/>
                </a:cubicBezTo>
                <a:lnTo>
                  <a:pt x="2462797" y="69788"/>
                </a:lnTo>
                <a:moveTo>
                  <a:pt x="2491647" y="64272"/>
                </a:moveTo>
                <a:cubicBezTo>
                  <a:pt x="2493118" y="64272"/>
                  <a:pt x="2493958" y="63747"/>
                  <a:pt x="2494168" y="62696"/>
                </a:cubicBezTo>
                <a:cubicBezTo>
                  <a:pt x="2494380" y="61644"/>
                  <a:pt x="2494486" y="60382"/>
                  <a:pt x="2494486" y="58910"/>
                </a:cubicBezTo>
                <a:cubicBezTo>
                  <a:pt x="2494486" y="56703"/>
                  <a:pt x="2494144" y="54575"/>
                  <a:pt x="2493461" y="52525"/>
                </a:cubicBezTo>
                <a:cubicBezTo>
                  <a:pt x="2492778" y="50476"/>
                  <a:pt x="2491805" y="48663"/>
                  <a:pt x="2490543" y="47086"/>
                </a:cubicBezTo>
                <a:cubicBezTo>
                  <a:pt x="2489283" y="45510"/>
                  <a:pt x="2487759" y="44249"/>
                  <a:pt x="2485972" y="43302"/>
                </a:cubicBezTo>
                <a:cubicBezTo>
                  <a:pt x="2484186" y="42356"/>
                  <a:pt x="2482136" y="41883"/>
                  <a:pt x="2479824" y="41883"/>
                </a:cubicBezTo>
                <a:cubicBezTo>
                  <a:pt x="2476985" y="41883"/>
                  <a:pt x="2474541" y="42383"/>
                  <a:pt x="2472492" y="43382"/>
                </a:cubicBezTo>
                <a:cubicBezTo>
                  <a:pt x="2470442" y="44381"/>
                  <a:pt x="2468708" y="45695"/>
                  <a:pt x="2467288" y="47324"/>
                </a:cubicBezTo>
                <a:cubicBezTo>
                  <a:pt x="2465871" y="48952"/>
                  <a:pt x="2464794" y="50870"/>
                  <a:pt x="2464057" y="53079"/>
                </a:cubicBezTo>
                <a:cubicBezTo>
                  <a:pt x="2463321" y="55285"/>
                  <a:pt x="2462796" y="57597"/>
                  <a:pt x="2462482" y="60014"/>
                </a:cubicBezTo>
                <a:cubicBezTo>
                  <a:pt x="2462272" y="61276"/>
                  <a:pt x="2462192" y="62302"/>
                  <a:pt x="2462244" y="63091"/>
                </a:cubicBezTo>
                <a:cubicBezTo>
                  <a:pt x="2462297" y="63878"/>
                  <a:pt x="2462533" y="64272"/>
                  <a:pt x="2462953" y="64272"/>
                </a:cubicBezTo>
                <a:lnTo>
                  <a:pt x="2491647" y="642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Text nothingtoworkf">
            <a:extLst xmlns:a="http://schemas.openxmlformats.org/drawingml/2006/main">
              <a:ext uri="{FF2B5EF4-FFF2-40B4-BE49-F238E27FC236}">
                <a16:creationId xmlns:a16="http://schemas.microsoft.com/office/drawing/2014/main" id="{1FC75CC0-E561-45DC-AFC4-6988F749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09" y="4131457"/>
            <a:ext cx="1234637" cy="159546"/>
          </a:xfrm>
          <a:custGeom xmlns:a="http://schemas.openxmlformats.org/drawingml/2006/main">
            <a:pathLst>
              <a:path w="1234637" h="159546">
                <a:moveTo>
                  <a:pt x="27275" y="90809"/>
                </a:moveTo>
                <a:cubicBezTo>
                  <a:pt x="27275" y="93437"/>
                  <a:pt x="27327" y="95645"/>
                  <a:pt x="27431" y="97431"/>
                </a:cubicBezTo>
                <a:cubicBezTo>
                  <a:pt x="27537" y="99218"/>
                  <a:pt x="27826" y="100689"/>
                  <a:pt x="28299" y="101846"/>
                </a:cubicBezTo>
                <a:cubicBezTo>
                  <a:pt x="28773" y="103002"/>
                  <a:pt x="29561" y="103895"/>
                  <a:pt x="30664" y="104526"/>
                </a:cubicBezTo>
                <a:cubicBezTo>
                  <a:pt x="31767" y="105156"/>
                  <a:pt x="33317" y="105629"/>
                  <a:pt x="35314" y="105945"/>
                </a:cubicBezTo>
                <a:cubicBezTo>
                  <a:pt x="35944" y="106049"/>
                  <a:pt x="36418" y="106338"/>
                  <a:pt x="36733" y="106811"/>
                </a:cubicBezTo>
                <a:cubicBezTo>
                  <a:pt x="37049" y="107284"/>
                  <a:pt x="37207" y="107836"/>
                  <a:pt x="37207" y="108466"/>
                </a:cubicBezTo>
                <a:cubicBezTo>
                  <a:pt x="37207" y="108992"/>
                  <a:pt x="37049" y="109491"/>
                  <a:pt x="36733" y="109965"/>
                </a:cubicBezTo>
                <a:cubicBezTo>
                  <a:pt x="36418" y="110438"/>
                  <a:pt x="35944" y="110674"/>
                  <a:pt x="35314" y="110674"/>
                </a:cubicBezTo>
                <a:cubicBezTo>
                  <a:pt x="34264" y="110674"/>
                  <a:pt x="32293" y="110490"/>
                  <a:pt x="29401" y="110121"/>
                </a:cubicBezTo>
                <a:cubicBezTo>
                  <a:pt x="26511" y="109754"/>
                  <a:pt x="23490" y="109570"/>
                  <a:pt x="20337" y="109570"/>
                </a:cubicBezTo>
                <a:cubicBezTo>
                  <a:pt x="16974" y="109570"/>
                  <a:pt x="13716" y="109754"/>
                  <a:pt x="10563" y="110121"/>
                </a:cubicBezTo>
                <a:cubicBezTo>
                  <a:pt x="7410" y="110490"/>
                  <a:pt x="4467" y="110674"/>
                  <a:pt x="1734" y="110674"/>
                </a:cubicBezTo>
                <a:cubicBezTo>
                  <a:pt x="1208" y="110674"/>
                  <a:pt x="787" y="110438"/>
                  <a:pt x="471" y="109965"/>
                </a:cubicBezTo>
                <a:cubicBezTo>
                  <a:pt x="157" y="109491"/>
                  <a:pt x="0" y="108992"/>
                  <a:pt x="0" y="108466"/>
                </a:cubicBezTo>
                <a:cubicBezTo>
                  <a:pt x="0" y="107836"/>
                  <a:pt x="157" y="107284"/>
                  <a:pt x="471" y="106811"/>
                </a:cubicBezTo>
                <a:cubicBezTo>
                  <a:pt x="787" y="106338"/>
                  <a:pt x="1261" y="106049"/>
                  <a:pt x="1893" y="105945"/>
                </a:cubicBezTo>
                <a:cubicBezTo>
                  <a:pt x="4520" y="105629"/>
                  <a:pt x="6542" y="105209"/>
                  <a:pt x="7960" y="104684"/>
                </a:cubicBezTo>
                <a:cubicBezTo>
                  <a:pt x="9379" y="104158"/>
                  <a:pt x="10431" y="103370"/>
                  <a:pt x="11114" y="102320"/>
                </a:cubicBezTo>
                <a:cubicBezTo>
                  <a:pt x="11797" y="101268"/>
                  <a:pt x="12191" y="99901"/>
                  <a:pt x="12295" y="98220"/>
                </a:cubicBezTo>
                <a:cubicBezTo>
                  <a:pt x="12401" y="96538"/>
                  <a:pt x="12454" y="94383"/>
                  <a:pt x="12454" y="91754"/>
                </a:cubicBezTo>
                <a:lnTo>
                  <a:pt x="12454" y="71891"/>
                </a:lnTo>
                <a:cubicBezTo>
                  <a:pt x="12454" y="66742"/>
                  <a:pt x="12401" y="62459"/>
                  <a:pt x="12295" y="59043"/>
                </a:cubicBezTo>
                <a:cubicBezTo>
                  <a:pt x="12191" y="55627"/>
                  <a:pt x="11824" y="52921"/>
                  <a:pt x="11193" y="50924"/>
                </a:cubicBezTo>
                <a:cubicBezTo>
                  <a:pt x="10563" y="48926"/>
                  <a:pt x="9565" y="47533"/>
                  <a:pt x="8198" y="46746"/>
                </a:cubicBezTo>
                <a:cubicBezTo>
                  <a:pt x="6832" y="45956"/>
                  <a:pt x="4887" y="45562"/>
                  <a:pt x="2365" y="45562"/>
                </a:cubicBezTo>
                <a:cubicBezTo>
                  <a:pt x="1734" y="45562"/>
                  <a:pt x="1235" y="45352"/>
                  <a:pt x="866" y="44932"/>
                </a:cubicBezTo>
                <a:cubicBezTo>
                  <a:pt x="499" y="44512"/>
                  <a:pt x="315" y="44038"/>
                  <a:pt x="315" y="43512"/>
                </a:cubicBezTo>
                <a:cubicBezTo>
                  <a:pt x="315" y="42882"/>
                  <a:pt x="499" y="42357"/>
                  <a:pt x="866" y="41937"/>
                </a:cubicBezTo>
                <a:cubicBezTo>
                  <a:pt x="1235" y="41517"/>
                  <a:pt x="1734" y="41306"/>
                  <a:pt x="2365" y="41306"/>
                </a:cubicBezTo>
                <a:cubicBezTo>
                  <a:pt x="4361" y="41306"/>
                  <a:pt x="7278" y="40991"/>
                  <a:pt x="11114" y="40361"/>
                </a:cubicBezTo>
                <a:cubicBezTo>
                  <a:pt x="14950" y="39729"/>
                  <a:pt x="18865" y="38836"/>
                  <a:pt x="22860" y="37681"/>
                </a:cubicBezTo>
                <a:cubicBezTo>
                  <a:pt x="24331" y="37259"/>
                  <a:pt x="25434" y="37548"/>
                  <a:pt x="26170" y="38547"/>
                </a:cubicBezTo>
                <a:cubicBezTo>
                  <a:pt x="26907" y="39546"/>
                  <a:pt x="27275" y="40676"/>
                  <a:pt x="27275" y="41937"/>
                </a:cubicBezTo>
                <a:lnTo>
                  <a:pt x="27275" y="48242"/>
                </a:lnTo>
                <a:cubicBezTo>
                  <a:pt x="27275" y="48452"/>
                  <a:pt x="27353" y="48583"/>
                  <a:pt x="27510" y="48636"/>
                </a:cubicBezTo>
                <a:cubicBezTo>
                  <a:pt x="27668" y="48689"/>
                  <a:pt x="27799" y="48611"/>
                  <a:pt x="27905" y="48401"/>
                </a:cubicBezTo>
                <a:cubicBezTo>
                  <a:pt x="28641" y="47244"/>
                  <a:pt x="29666" y="45957"/>
                  <a:pt x="30979" y="44540"/>
                </a:cubicBezTo>
                <a:cubicBezTo>
                  <a:pt x="32293" y="43120"/>
                  <a:pt x="33869" y="41780"/>
                  <a:pt x="35709" y="40520"/>
                </a:cubicBezTo>
                <a:cubicBezTo>
                  <a:pt x="37548" y="39258"/>
                  <a:pt x="39623" y="38206"/>
                  <a:pt x="41934" y="37366"/>
                </a:cubicBezTo>
                <a:cubicBezTo>
                  <a:pt x="44247" y="36524"/>
                  <a:pt x="46823" y="36103"/>
                  <a:pt x="49661" y="36103"/>
                </a:cubicBezTo>
                <a:cubicBezTo>
                  <a:pt x="57543" y="36103"/>
                  <a:pt x="63718" y="38284"/>
                  <a:pt x="68184" y="42646"/>
                </a:cubicBezTo>
                <a:cubicBezTo>
                  <a:pt x="72652" y="47009"/>
                  <a:pt x="74886" y="54076"/>
                  <a:pt x="74886" y="63849"/>
                </a:cubicBezTo>
                <a:lnTo>
                  <a:pt x="74886" y="90809"/>
                </a:lnTo>
                <a:cubicBezTo>
                  <a:pt x="74886" y="93647"/>
                  <a:pt x="74965" y="95960"/>
                  <a:pt x="75122" y="97747"/>
                </a:cubicBezTo>
                <a:cubicBezTo>
                  <a:pt x="75279" y="99533"/>
                  <a:pt x="75646" y="100978"/>
                  <a:pt x="76224" y="102081"/>
                </a:cubicBezTo>
                <a:cubicBezTo>
                  <a:pt x="76803" y="103185"/>
                  <a:pt x="77697" y="104026"/>
                  <a:pt x="78906" y="104605"/>
                </a:cubicBezTo>
                <a:cubicBezTo>
                  <a:pt x="80115" y="105182"/>
                  <a:pt x="81823" y="105629"/>
                  <a:pt x="84030" y="105945"/>
                </a:cubicBezTo>
                <a:cubicBezTo>
                  <a:pt x="84660" y="106049"/>
                  <a:pt x="85132" y="106338"/>
                  <a:pt x="85447" y="106811"/>
                </a:cubicBezTo>
                <a:cubicBezTo>
                  <a:pt x="85763" y="107284"/>
                  <a:pt x="85921" y="107836"/>
                  <a:pt x="85921" y="108466"/>
                </a:cubicBezTo>
                <a:cubicBezTo>
                  <a:pt x="85921" y="108992"/>
                  <a:pt x="85763" y="109491"/>
                  <a:pt x="85447" y="109965"/>
                </a:cubicBezTo>
                <a:cubicBezTo>
                  <a:pt x="85132" y="110438"/>
                  <a:pt x="84660" y="110674"/>
                  <a:pt x="84030" y="110674"/>
                </a:cubicBezTo>
                <a:cubicBezTo>
                  <a:pt x="82663" y="110674"/>
                  <a:pt x="80429" y="110490"/>
                  <a:pt x="77328" y="110121"/>
                </a:cubicBezTo>
                <a:cubicBezTo>
                  <a:pt x="74228" y="109754"/>
                  <a:pt x="71101" y="109570"/>
                  <a:pt x="67948" y="109570"/>
                </a:cubicBezTo>
                <a:cubicBezTo>
                  <a:pt x="64585" y="109570"/>
                  <a:pt x="61380" y="109754"/>
                  <a:pt x="58331" y="110121"/>
                </a:cubicBezTo>
                <a:cubicBezTo>
                  <a:pt x="55284" y="110490"/>
                  <a:pt x="52762" y="110674"/>
                  <a:pt x="50765" y="110674"/>
                </a:cubicBezTo>
                <a:cubicBezTo>
                  <a:pt x="50239" y="110674"/>
                  <a:pt x="49818" y="110438"/>
                  <a:pt x="49502" y="109965"/>
                </a:cubicBezTo>
                <a:cubicBezTo>
                  <a:pt x="49188" y="109491"/>
                  <a:pt x="49031" y="108992"/>
                  <a:pt x="49031" y="108466"/>
                </a:cubicBezTo>
                <a:cubicBezTo>
                  <a:pt x="49031" y="107836"/>
                  <a:pt x="49188" y="107284"/>
                  <a:pt x="49502" y="106811"/>
                </a:cubicBezTo>
                <a:cubicBezTo>
                  <a:pt x="49818" y="106338"/>
                  <a:pt x="50291" y="106049"/>
                  <a:pt x="50922" y="105945"/>
                </a:cubicBezTo>
                <a:cubicBezTo>
                  <a:pt x="53234" y="105629"/>
                  <a:pt x="54994" y="105156"/>
                  <a:pt x="56202" y="104526"/>
                </a:cubicBezTo>
                <a:cubicBezTo>
                  <a:pt x="57411" y="103895"/>
                  <a:pt x="58304" y="103028"/>
                  <a:pt x="58882" y="101925"/>
                </a:cubicBezTo>
                <a:cubicBezTo>
                  <a:pt x="59461" y="100820"/>
                  <a:pt x="59802" y="99454"/>
                  <a:pt x="59907" y="97826"/>
                </a:cubicBezTo>
                <a:cubicBezTo>
                  <a:pt x="60012" y="96197"/>
                  <a:pt x="60065" y="94173"/>
                  <a:pt x="60065" y="91754"/>
                </a:cubicBezTo>
                <a:lnTo>
                  <a:pt x="60065" y="67792"/>
                </a:lnTo>
                <a:cubicBezTo>
                  <a:pt x="60065" y="65164"/>
                  <a:pt x="59960" y="62536"/>
                  <a:pt x="59750" y="59909"/>
                </a:cubicBezTo>
                <a:cubicBezTo>
                  <a:pt x="59540" y="57282"/>
                  <a:pt x="58962" y="54917"/>
                  <a:pt x="58016" y="52815"/>
                </a:cubicBezTo>
                <a:cubicBezTo>
                  <a:pt x="57071" y="50712"/>
                  <a:pt x="55705" y="48978"/>
                  <a:pt x="53917" y="47612"/>
                </a:cubicBezTo>
                <a:cubicBezTo>
                  <a:pt x="52130" y="46245"/>
                  <a:pt x="49660" y="45562"/>
                  <a:pt x="46507" y="45562"/>
                </a:cubicBezTo>
                <a:cubicBezTo>
                  <a:pt x="43354" y="45562"/>
                  <a:pt x="40595" y="46062"/>
                  <a:pt x="38230" y="47061"/>
                </a:cubicBezTo>
                <a:cubicBezTo>
                  <a:pt x="35866" y="48058"/>
                  <a:pt x="33869" y="49398"/>
                  <a:pt x="32240" y="51080"/>
                </a:cubicBezTo>
                <a:cubicBezTo>
                  <a:pt x="30610" y="52763"/>
                  <a:pt x="29376" y="54734"/>
                  <a:pt x="28535" y="56993"/>
                </a:cubicBezTo>
                <a:cubicBezTo>
                  <a:pt x="27695" y="59253"/>
                  <a:pt x="27275" y="61644"/>
                  <a:pt x="27275" y="64167"/>
                </a:cubicBezTo>
                <a:lnTo>
                  <a:pt x="27275" y="90809"/>
                </a:lnTo>
                <a:close/>
                <a:moveTo>
                  <a:pt x="168658" y="71732"/>
                </a:moveTo>
                <a:cubicBezTo>
                  <a:pt x="168658" y="78144"/>
                  <a:pt x="167765" y="83820"/>
                  <a:pt x="165978" y="88759"/>
                </a:cubicBezTo>
                <a:cubicBezTo>
                  <a:pt x="164192" y="93699"/>
                  <a:pt x="161642" y="97851"/>
                  <a:pt x="158331" y="101215"/>
                </a:cubicBezTo>
                <a:cubicBezTo>
                  <a:pt x="155021" y="104578"/>
                  <a:pt x="151053" y="107127"/>
                  <a:pt x="146428" y="108860"/>
                </a:cubicBezTo>
                <a:cubicBezTo>
                  <a:pt x="141804" y="110594"/>
                  <a:pt x="136655" y="111461"/>
                  <a:pt x="130979" y="111461"/>
                </a:cubicBezTo>
                <a:cubicBezTo>
                  <a:pt x="126040" y="111461"/>
                  <a:pt x="121467" y="110647"/>
                  <a:pt x="117262" y="109019"/>
                </a:cubicBezTo>
                <a:cubicBezTo>
                  <a:pt x="113059" y="107390"/>
                  <a:pt x="109433" y="104972"/>
                  <a:pt x="106384" y="101766"/>
                </a:cubicBezTo>
                <a:cubicBezTo>
                  <a:pt x="103337" y="98560"/>
                  <a:pt x="100920" y="94514"/>
                  <a:pt x="99131" y="89628"/>
                </a:cubicBezTo>
                <a:cubicBezTo>
                  <a:pt x="97345" y="84739"/>
                  <a:pt x="96452" y="78985"/>
                  <a:pt x="96452" y="72363"/>
                </a:cubicBezTo>
                <a:cubicBezTo>
                  <a:pt x="96452" y="67003"/>
                  <a:pt x="97345" y="62090"/>
                  <a:pt x="99131" y="57624"/>
                </a:cubicBezTo>
                <a:cubicBezTo>
                  <a:pt x="100920" y="53157"/>
                  <a:pt x="103416" y="49348"/>
                  <a:pt x="106620" y="46195"/>
                </a:cubicBezTo>
                <a:cubicBezTo>
                  <a:pt x="109826" y="43040"/>
                  <a:pt x="113688" y="40570"/>
                  <a:pt x="118208" y="38783"/>
                </a:cubicBezTo>
                <a:cubicBezTo>
                  <a:pt x="122727" y="36996"/>
                  <a:pt x="127667" y="36103"/>
                  <a:pt x="133029" y="36103"/>
                </a:cubicBezTo>
                <a:cubicBezTo>
                  <a:pt x="138178" y="36103"/>
                  <a:pt x="142933" y="36891"/>
                  <a:pt x="147294" y="38468"/>
                </a:cubicBezTo>
                <a:cubicBezTo>
                  <a:pt x="151656" y="40044"/>
                  <a:pt x="155413" y="42330"/>
                  <a:pt x="158566" y="45326"/>
                </a:cubicBezTo>
                <a:cubicBezTo>
                  <a:pt x="161721" y="48322"/>
                  <a:pt x="164192" y="52027"/>
                  <a:pt x="165978" y="56442"/>
                </a:cubicBezTo>
                <a:cubicBezTo>
                  <a:pt x="167765" y="60856"/>
                  <a:pt x="168658" y="65953"/>
                  <a:pt x="168658" y="71732"/>
                </a:cubicBezTo>
                <a:moveTo>
                  <a:pt x="152105" y="73467"/>
                </a:moveTo>
                <a:cubicBezTo>
                  <a:pt x="152105" y="69474"/>
                  <a:pt x="151842" y="65585"/>
                  <a:pt x="151316" y="61802"/>
                </a:cubicBezTo>
                <a:cubicBezTo>
                  <a:pt x="150790" y="58017"/>
                  <a:pt x="149844" y="54654"/>
                  <a:pt x="148477" y="51711"/>
                </a:cubicBezTo>
                <a:cubicBezTo>
                  <a:pt x="147111" y="48768"/>
                  <a:pt x="145219" y="46403"/>
                  <a:pt x="142803" y="44617"/>
                </a:cubicBezTo>
                <a:cubicBezTo>
                  <a:pt x="140386" y="42830"/>
                  <a:pt x="137285" y="41937"/>
                  <a:pt x="133500" y="41937"/>
                </a:cubicBezTo>
                <a:cubicBezTo>
                  <a:pt x="129297" y="41937"/>
                  <a:pt x="125881" y="42830"/>
                  <a:pt x="123252" y="44617"/>
                </a:cubicBezTo>
                <a:cubicBezTo>
                  <a:pt x="120625" y="46403"/>
                  <a:pt x="118550" y="48794"/>
                  <a:pt x="117027" y="51790"/>
                </a:cubicBezTo>
                <a:cubicBezTo>
                  <a:pt x="115503" y="54786"/>
                  <a:pt x="114452" y="58175"/>
                  <a:pt x="113873" y="61959"/>
                </a:cubicBezTo>
                <a:cubicBezTo>
                  <a:pt x="113296" y="65742"/>
                  <a:pt x="113007" y="69683"/>
                  <a:pt x="113007" y="73782"/>
                </a:cubicBezTo>
                <a:cubicBezTo>
                  <a:pt x="113007" y="77355"/>
                  <a:pt x="113269" y="81034"/>
                  <a:pt x="113793" y="84819"/>
                </a:cubicBezTo>
                <a:cubicBezTo>
                  <a:pt x="114320" y="88602"/>
                  <a:pt x="115318" y="92018"/>
                  <a:pt x="116788" y="95067"/>
                </a:cubicBezTo>
                <a:cubicBezTo>
                  <a:pt x="118261" y="98114"/>
                  <a:pt x="120284" y="100636"/>
                  <a:pt x="122858" y="102635"/>
                </a:cubicBezTo>
                <a:cubicBezTo>
                  <a:pt x="125433" y="104631"/>
                  <a:pt x="128719" y="105630"/>
                  <a:pt x="132713" y="105630"/>
                </a:cubicBezTo>
                <a:cubicBezTo>
                  <a:pt x="136813" y="105630"/>
                  <a:pt x="140123" y="104683"/>
                  <a:pt x="142644" y="102791"/>
                </a:cubicBezTo>
                <a:cubicBezTo>
                  <a:pt x="145166" y="100899"/>
                  <a:pt x="147137" y="98429"/>
                  <a:pt x="148557" y="95382"/>
                </a:cubicBezTo>
                <a:cubicBezTo>
                  <a:pt x="149976" y="92333"/>
                  <a:pt x="150922" y="88891"/>
                  <a:pt x="151395" y="85055"/>
                </a:cubicBezTo>
                <a:cubicBezTo>
                  <a:pt x="151868" y="81219"/>
                  <a:pt x="152105" y="77356"/>
                  <a:pt x="152105" y="73467"/>
                </a:cubicBezTo>
                <a:close/>
                <a:moveTo>
                  <a:pt x="201575" y="85606"/>
                </a:moveTo>
                <a:cubicBezTo>
                  <a:pt x="201575" y="91491"/>
                  <a:pt x="202232" y="95853"/>
                  <a:pt x="203546" y="98692"/>
                </a:cubicBezTo>
                <a:cubicBezTo>
                  <a:pt x="204859" y="101529"/>
                  <a:pt x="207250" y="102947"/>
                  <a:pt x="210719" y="102947"/>
                </a:cubicBezTo>
                <a:cubicBezTo>
                  <a:pt x="213136" y="102947"/>
                  <a:pt x="215421" y="102580"/>
                  <a:pt x="217575" y="101846"/>
                </a:cubicBezTo>
                <a:cubicBezTo>
                  <a:pt x="219730" y="101110"/>
                  <a:pt x="221386" y="100321"/>
                  <a:pt x="222543" y="99481"/>
                </a:cubicBezTo>
                <a:cubicBezTo>
                  <a:pt x="222858" y="99271"/>
                  <a:pt x="223227" y="99244"/>
                  <a:pt x="223647" y="99402"/>
                </a:cubicBezTo>
                <a:cubicBezTo>
                  <a:pt x="224067" y="99559"/>
                  <a:pt x="224434" y="99822"/>
                  <a:pt x="224748" y="100191"/>
                </a:cubicBezTo>
                <a:cubicBezTo>
                  <a:pt x="225064" y="100558"/>
                  <a:pt x="225301" y="100952"/>
                  <a:pt x="225458" y="101372"/>
                </a:cubicBezTo>
                <a:cubicBezTo>
                  <a:pt x="225617" y="101792"/>
                  <a:pt x="225591" y="102160"/>
                  <a:pt x="225381" y="102476"/>
                </a:cubicBezTo>
                <a:cubicBezTo>
                  <a:pt x="223385" y="105733"/>
                  <a:pt x="220783" y="108045"/>
                  <a:pt x="217577" y="109411"/>
                </a:cubicBezTo>
                <a:cubicBezTo>
                  <a:pt x="214372" y="110778"/>
                  <a:pt x="210614" y="111461"/>
                  <a:pt x="206305" y="111461"/>
                </a:cubicBezTo>
                <a:cubicBezTo>
                  <a:pt x="199159" y="111461"/>
                  <a:pt x="194114" y="109859"/>
                  <a:pt x="191171" y="106654"/>
                </a:cubicBezTo>
                <a:cubicBezTo>
                  <a:pt x="188228" y="103449"/>
                  <a:pt x="186757" y="98430"/>
                  <a:pt x="186757" y="91598"/>
                </a:cubicBezTo>
                <a:lnTo>
                  <a:pt x="186757" y="51080"/>
                </a:lnTo>
                <a:cubicBezTo>
                  <a:pt x="186757" y="49820"/>
                  <a:pt x="186704" y="48822"/>
                  <a:pt x="186598" y="48085"/>
                </a:cubicBezTo>
                <a:cubicBezTo>
                  <a:pt x="186494" y="47349"/>
                  <a:pt x="186179" y="46824"/>
                  <a:pt x="185653" y="46510"/>
                </a:cubicBezTo>
                <a:cubicBezTo>
                  <a:pt x="185127" y="46194"/>
                  <a:pt x="184259" y="46009"/>
                  <a:pt x="183050" y="45956"/>
                </a:cubicBezTo>
                <a:cubicBezTo>
                  <a:pt x="181842" y="45904"/>
                  <a:pt x="180135" y="45877"/>
                  <a:pt x="177928" y="45877"/>
                </a:cubicBezTo>
                <a:cubicBezTo>
                  <a:pt x="177612" y="45877"/>
                  <a:pt x="177349" y="45562"/>
                  <a:pt x="177139" y="44932"/>
                </a:cubicBezTo>
                <a:cubicBezTo>
                  <a:pt x="176929" y="44301"/>
                  <a:pt x="176798" y="43618"/>
                  <a:pt x="176745" y="42882"/>
                </a:cubicBezTo>
                <a:cubicBezTo>
                  <a:pt x="176692" y="42146"/>
                  <a:pt x="176770" y="41463"/>
                  <a:pt x="176981" y="40833"/>
                </a:cubicBezTo>
                <a:cubicBezTo>
                  <a:pt x="177192" y="40202"/>
                  <a:pt x="177508" y="39887"/>
                  <a:pt x="177928" y="39887"/>
                </a:cubicBezTo>
                <a:cubicBezTo>
                  <a:pt x="180555" y="39677"/>
                  <a:pt x="182814" y="39283"/>
                  <a:pt x="184705" y="38706"/>
                </a:cubicBezTo>
                <a:cubicBezTo>
                  <a:pt x="186597" y="38127"/>
                  <a:pt x="188200" y="37207"/>
                  <a:pt x="189514" y="35947"/>
                </a:cubicBezTo>
                <a:cubicBezTo>
                  <a:pt x="190829" y="34685"/>
                  <a:pt x="191880" y="32977"/>
                  <a:pt x="192667" y="30823"/>
                </a:cubicBezTo>
                <a:cubicBezTo>
                  <a:pt x="193456" y="28667"/>
                  <a:pt x="194113" y="25856"/>
                  <a:pt x="194638" y="22389"/>
                </a:cubicBezTo>
                <a:cubicBezTo>
                  <a:pt x="194743" y="21757"/>
                  <a:pt x="195164" y="21284"/>
                  <a:pt x="195901" y="20970"/>
                </a:cubicBezTo>
                <a:cubicBezTo>
                  <a:pt x="196637" y="20654"/>
                  <a:pt x="197425" y="20496"/>
                  <a:pt x="198265" y="20496"/>
                </a:cubicBezTo>
                <a:cubicBezTo>
                  <a:pt x="199106" y="20496"/>
                  <a:pt x="199867" y="20627"/>
                  <a:pt x="200551" y="20890"/>
                </a:cubicBezTo>
                <a:cubicBezTo>
                  <a:pt x="201234" y="21153"/>
                  <a:pt x="201575" y="21495"/>
                  <a:pt x="201575" y="21915"/>
                </a:cubicBezTo>
                <a:lnTo>
                  <a:pt x="201575" y="35473"/>
                </a:lnTo>
                <a:cubicBezTo>
                  <a:pt x="201575" y="37155"/>
                  <a:pt x="201654" y="38128"/>
                  <a:pt x="201811" y="38391"/>
                </a:cubicBezTo>
                <a:cubicBezTo>
                  <a:pt x="201970" y="38652"/>
                  <a:pt x="202627" y="38783"/>
                  <a:pt x="203784" y="38783"/>
                </a:cubicBezTo>
                <a:lnTo>
                  <a:pt x="220178" y="38783"/>
                </a:lnTo>
                <a:cubicBezTo>
                  <a:pt x="220914" y="38783"/>
                  <a:pt x="221387" y="39204"/>
                  <a:pt x="221597" y="40046"/>
                </a:cubicBezTo>
                <a:cubicBezTo>
                  <a:pt x="221807" y="40886"/>
                  <a:pt x="221912" y="41622"/>
                  <a:pt x="221912" y="42252"/>
                </a:cubicBezTo>
                <a:cubicBezTo>
                  <a:pt x="221912" y="42882"/>
                  <a:pt x="221781" y="43644"/>
                  <a:pt x="221518" y="44537"/>
                </a:cubicBezTo>
                <a:cubicBezTo>
                  <a:pt x="221256" y="45430"/>
                  <a:pt x="220705" y="45877"/>
                  <a:pt x="219863" y="45877"/>
                </a:cubicBezTo>
                <a:lnTo>
                  <a:pt x="202995" y="45877"/>
                </a:lnTo>
                <a:cubicBezTo>
                  <a:pt x="202259" y="45877"/>
                  <a:pt x="201838" y="46062"/>
                  <a:pt x="201732" y="46430"/>
                </a:cubicBezTo>
                <a:cubicBezTo>
                  <a:pt x="201628" y="46798"/>
                  <a:pt x="201575" y="48138"/>
                  <a:pt x="201575" y="50450"/>
                </a:cubicBezTo>
                <a:lnTo>
                  <a:pt x="201575" y="85606"/>
                </a:lnTo>
                <a:close/>
                <a:moveTo>
                  <a:pt x="255777" y="47455"/>
                </a:moveTo>
                <a:cubicBezTo>
                  <a:pt x="255987" y="47980"/>
                  <a:pt x="256250" y="47980"/>
                  <a:pt x="256566" y="47455"/>
                </a:cubicBezTo>
                <a:cubicBezTo>
                  <a:pt x="259297" y="43882"/>
                  <a:pt x="262686" y="41097"/>
                  <a:pt x="266732" y="39101"/>
                </a:cubicBezTo>
                <a:cubicBezTo>
                  <a:pt x="270780" y="37102"/>
                  <a:pt x="274800" y="36103"/>
                  <a:pt x="278794" y="36103"/>
                </a:cubicBezTo>
                <a:cubicBezTo>
                  <a:pt x="287728" y="36103"/>
                  <a:pt x="294166" y="38547"/>
                  <a:pt x="298106" y="43435"/>
                </a:cubicBezTo>
                <a:cubicBezTo>
                  <a:pt x="302048" y="48322"/>
                  <a:pt x="304019" y="54706"/>
                  <a:pt x="304019" y="62589"/>
                </a:cubicBezTo>
                <a:lnTo>
                  <a:pt x="304019" y="91754"/>
                </a:lnTo>
                <a:cubicBezTo>
                  <a:pt x="304019" y="94487"/>
                  <a:pt x="304097" y="96695"/>
                  <a:pt x="304255" y="98377"/>
                </a:cubicBezTo>
                <a:cubicBezTo>
                  <a:pt x="304412" y="100058"/>
                  <a:pt x="304779" y="101397"/>
                  <a:pt x="305356" y="102397"/>
                </a:cubicBezTo>
                <a:cubicBezTo>
                  <a:pt x="305935" y="103396"/>
                  <a:pt x="306855" y="104132"/>
                  <a:pt x="308116" y="104605"/>
                </a:cubicBezTo>
                <a:cubicBezTo>
                  <a:pt x="309378" y="105076"/>
                  <a:pt x="311112" y="105523"/>
                  <a:pt x="313319" y="105945"/>
                </a:cubicBezTo>
                <a:cubicBezTo>
                  <a:pt x="313951" y="106049"/>
                  <a:pt x="314424" y="106364"/>
                  <a:pt x="314738" y="106890"/>
                </a:cubicBezTo>
                <a:cubicBezTo>
                  <a:pt x="315054" y="107415"/>
                  <a:pt x="315212" y="107940"/>
                  <a:pt x="315212" y="108466"/>
                </a:cubicBezTo>
                <a:cubicBezTo>
                  <a:pt x="315212" y="108992"/>
                  <a:pt x="315054" y="109491"/>
                  <a:pt x="314738" y="109965"/>
                </a:cubicBezTo>
                <a:cubicBezTo>
                  <a:pt x="314424" y="110438"/>
                  <a:pt x="314004" y="110674"/>
                  <a:pt x="313478" y="110674"/>
                </a:cubicBezTo>
                <a:cubicBezTo>
                  <a:pt x="312007" y="110674"/>
                  <a:pt x="309774" y="110490"/>
                  <a:pt x="306778" y="110121"/>
                </a:cubicBezTo>
                <a:cubicBezTo>
                  <a:pt x="303782" y="109754"/>
                  <a:pt x="300708" y="109570"/>
                  <a:pt x="297555" y="109570"/>
                </a:cubicBezTo>
                <a:cubicBezTo>
                  <a:pt x="294192" y="109570"/>
                  <a:pt x="290881" y="109754"/>
                  <a:pt x="287622" y="110121"/>
                </a:cubicBezTo>
                <a:cubicBezTo>
                  <a:pt x="284364" y="110490"/>
                  <a:pt x="281579" y="110674"/>
                  <a:pt x="279268" y="110674"/>
                </a:cubicBezTo>
                <a:cubicBezTo>
                  <a:pt x="278636" y="110674"/>
                  <a:pt x="278162" y="110438"/>
                  <a:pt x="277846" y="109965"/>
                </a:cubicBezTo>
                <a:cubicBezTo>
                  <a:pt x="277532" y="109491"/>
                  <a:pt x="277374" y="108992"/>
                  <a:pt x="277374" y="108466"/>
                </a:cubicBezTo>
                <a:cubicBezTo>
                  <a:pt x="277374" y="107836"/>
                  <a:pt x="277532" y="107284"/>
                  <a:pt x="277846" y="106811"/>
                </a:cubicBezTo>
                <a:cubicBezTo>
                  <a:pt x="278162" y="106338"/>
                  <a:pt x="278688" y="106049"/>
                  <a:pt x="279424" y="105945"/>
                </a:cubicBezTo>
                <a:cubicBezTo>
                  <a:pt x="281842" y="105629"/>
                  <a:pt x="283708" y="105209"/>
                  <a:pt x="285022" y="104684"/>
                </a:cubicBezTo>
                <a:cubicBezTo>
                  <a:pt x="286335" y="104158"/>
                  <a:pt x="287281" y="103370"/>
                  <a:pt x="287858" y="102320"/>
                </a:cubicBezTo>
                <a:cubicBezTo>
                  <a:pt x="288437" y="101268"/>
                  <a:pt x="288805" y="99901"/>
                  <a:pt x="288962" y="98220"/>
                </a:cubicBezTo>
                <a:cubicBezTo>
                  <a:pt x="289119" y="96538"/>
                  <a:pt x="289198" y="94383"/>
                  <a:pt x="289198" y="91754"/>
                </a:cubicBezTo>
                <a:lnTo>
                  <a:pt x="289198" y="67948"/>
                </a:lnTo>
                <a:cubicBezTo>
                  <a:pt x="289198" y="65322"/>
                  <a:pt x="289014" y="62695"/>
                  <a:pt x="288647" y="60068"/>
                </a:cubicBezTo>
                <a:cubicBezTo>
                  <a:pt x="288280" y="57439"/>
                  <a:pt x="287597" y="55048"/>
                  <a:pt x="286598" y="52894"/>
                </a:cubicBezTo>
                <a:cubicBezTo>
                  <a:pt x="285600" y="50739"/>
                  <a:pt x="284155" y="48978"/>
                  <a:pt x="282263" y="47612"/>
                </a:cubicBezTo>
                <a:cubicBezTo>
                  <a:pt x="280370" y="46245"/>
                  <a:pt x="277848" y="45562"/>
                  <a:pt x="274695" y="45562"/>
                </a:cubicBezTo>
                <a:cubicBezTo>
                  <a:pt x="271332" y="45562"/>
                  <a:pt x="268467" y="46193"/>
                  <a:pt x="266102" y="47455"/>
                </a:cubicBezTo>
                <a:cubicBezTo>
                  <a:pt x="263738" y="48716"/>
                  <a:pt x="261793" y="50239"/>
                  <a:pt x="260268" y="52026"/>
                </a:cubicBezTo>
                <a:cubicBezTo>
                  <a:pt x="258745" y="53812"/>
                  <a:pt x="257615" y="55705"/>
                  <a:pt x="256879" y="57703"/>
                </a:cubicBezTo>
                <a:cubicBezTo>
                  <a:pt x="256144" y="59700"/>
                  <a:pt x="255777" y="61433"/>
                  <a:pt x="255777" y="62904"/>
                </a:cubicBezTo>
                <a:lnTo>
                  <a:pt x="255777" y="90809"/>
                </a:lnTo>
                <a:cubicBezTo>
                  <a:pt x="255777" y="93647"/>
                  <a:pt x="255829" y="95986"/>
                  <a:pt x="255933" y="97826"/>
                </a:cubicBezTo>
                <a:cubicBezTo>
                  <a:pt x="256039" y="99664"/>
                  <a:pt x="256354" y="101109"/>
                  <a:pt x="256879" y="102161"/>
                </a:cubicBezTo>
                <a:cubicBezTo>
                  <a:pt x="257405" y="103211"/>
                  <a:pt x="258220" y="104026"/>
                  <a:pt x="259323" y="104605"/>
                </a:cubicBezTo>
                <a:cubicBezTo>
                  <a:pt x="260428" y="105182"/>
                  <a:pt x="261979" y="105629"/>
                  <a:pt x="263975" y="105945"/>
                </a:cubicBezTo>
                <a:cubicBezTo>
                  <a:pt x="264710" y="106049"/>
                  <a:pt x="265235" y="106364"/>
                  <a:pt x="265551" y="106890"/>
                </a:cubicBezTo>
                <a:cubicBezTo>
                  <a:pt x="265867" y="107415"/>
                  <a:pt x="266025" y="107940"/>
                  <a:pt x="266025" y="108466"/>
                </a:cubicBezTo>
                <a:cubicBezTo>
                  <a:pt x="266025" y="108992"/>
                  <a:pt x="265867" y="109491"/>
                  <a:pt x="265551" y="109965"/>
                </a:cubicBezTo>
                <a:cubicBezTo>
                  <a:pt x="265235" y="110438"/>
                  <a:pt x="264762" y="110674"/>
                  <a:pt x="264132" y="110674"/>
                </a:cubicBezTo>
                <a:cubicBezTo>
                  <a:pt x="262765" y="110674"/>
                  <a:pt x="260637" y="110490"/>
                  <a:pt x="257747" y="110121"/>
                </a:cubicBezTo>
                <a:cubicBezTo>
                  <a:pt x="254857" y="109754"/>
                  <a:pt x="251836" y="109570"/>
                  <a:pt x="248683" y="109570"/>
                </a:cubicBezTo>
                <a:cubicBezTo>
                  <a:pt x="245320" y="109570"/>
                  <a:pt x="242114" y="109754"/>
                  <a:pt x="239065" y="110121"/>
                </a:cubicBezTo>
                <a:cubicBezTo>
                  <a:pt x="236017" y="110490"/>
                  <a:pt x="233284" y="110674"/>
                  <a:pt x="230867" y="110674"/>
                </a:cubicBezTo>
                <a:cubicBezTo>
                  <a:pt x="230237" y="110674"/>
                  <a:pt x="229764" y="110438"/>
                  <a:pt x="229448" y="109965"/>
                </a:cubicBezTo>
                <a:cubicBezTo>
                  <a:pt x="229133" y="109491"/>
                  <a:pt x="228976" y="108992"/>
                  <a:pt x="228976" y="108466"/>
                </a:cubicBezTo>
                <a:cubicBezTo>
                  <a:pt x="228976" y="107836"/>
                  <a:pt x="229133" y="107284"/>
                  <a:pt x="229448" y="106811"/>
                </a:cubicBezTo>
                <a:cubicBezTo>
                  <a:pt x="229764" y="106338"/>
                  <a:pt x="230290" y="106049"/>
                  <a:pt x="231026" y="105945"/>
                </a:cubicBezTo>
                <a:cubicBezTo>
                  <a:pt x="233443" y="105629"/>
                  <a:pt x="235308" y="105209"/>
                  <a:pt x="236621" y="104684"/>
                </a:cubicBezTo>
                <a:cubicBezTo>
                  <a:pt x="237935" y="104158"/>
                  <a:pt x="238907" y="103370"/>
                  <a:pt x="239537" y="102320"/>
                </a:cubicBezTo>
                <a:cubicBezTo>
                  <a:pt x="240169" y="101268"/>
                  <a:pt x="240563" y="99901"/>
                  <a:pt x="240720" y="98220"/>
                </a:cubicBezTo>
                <a:cubicBezTo>
                  <a:pt x="240878" y="96538"/>
                  <a:pt x="240956" y="94383"/>
                  <a:pt x="240956" y="91754"/>
                </a:cubicBezTo>
                <a:lnTo>
                  <a:pt x="240956" y="29798"/>
                </a:lnTo>
                <a:cubicBezTo>
                  <a:pt x="240956" y="25279"/>
                  <a:pt x="240851" y="21679"/>
                  <a:pt x="240641" y="18999"/>
                </a:cubicBezTo>
                <a:cubicBezTo>
                  <a:pt x="240431" y="16318"/>
                  <a:pt x="239906" y="14242"/>
                  <a:pt x="239065" y="12771"/>
                </a:cubicBezTo>
                <a:cubicBezTo>
                  <a:pt x="238225" y="11299"/>
                  <a:pt x="236964" y="10301"/>
                  <a:pt x="235281" y="9776"/>
                </a:cubicBezTo>
                <a:cubicBezTo>
                  <a:pt x="233601" y="9250"/>
                  <a:pt x="231289" y="8829"/>
                  <a:pt x="228346" y="8513"/>
                </a:cubicBezTo>
                <a:cubicBezTo>
                  <a:pt x="227820" y="8513"/>
                  <a:pt x="227425" y="8251"/>
                  <a:pt x="227162" y="7727"/>
                </a:cubicBezTo>
                <a:cubicBezTo>
                  <a:pt x="226899" y="7201"/>
                  <a:pt x="226741" y="6676"/>
                  <a:pt x="226689" y="6151"/>
                </a:cubicBezTo>
                <a:cubicBezTo>
                  <a:pt x="226637" y="5625"/>
                  <a:pt x="226742" y="5099"/>
                  <a:pt x="227004" y="4573"/>
                </a:cubicBezTo>
                <a:cubicBezTo>
                  <a:pt x="227267" y="4047"/>
                  <a:pt x="227714" y="3784"/>
                  <a:pt x="228346" y="3784"/>
                </a:cubicBezTo>
                <a:cubicBezTo>
                  <a:pt x="231393" y="3574"/>
                  <a:pt x="235123" y="3259"/>
                  <a:pt x="239537" y="2839"/>
                </a:cubicBezTo>
                <a:cubicBezTo>
                  <a:pt x="243952" y="2418"/>
                  <a:pt x="248104" y="1630"/>
                  <a:pt x="251993" y="474"/>
                </a:cubicBezTo>
                <a:cubicBezTo>
                  <a:pt x="253464" y="54"/>
                  <a:pt x="254435" y="133"/>
                  <a:pt x="254909" y="712"/>
                </a:cubicBezTo>
                <a:cubicBezTo>
                  <a:pt x="255382" y="1289"/>
                  <a:pt x="255671" y="1893"/>
                  <a:pt x="255777" y="2523"/>
                </a:cubicBezTo>
                <a:lnTo>
                  <a:pt x="255777" y="47455"/>
                </a:lnTo>
                <a:close/>
                <a:moveTo>
                  <a:pt x="348918" y="90809"/>
                </a:moveTo>
                <a:cubicBezTo>
                  <a:pt x="348918" y="93437"/>
                  <a:pt x="348971" y="95645"/>
                  <a:pt x="349075" y="97431"/>
                </a:cubicBezTo>
                <a:cubicBezTo>
                  <a:pt x="349181" y="99218"/>
                  <a:pt x="349549" y="100689"/>
                  <a:pt x="350179" y="101846"/>
                </a:cubicBezTo>
                <a:cubicBezTo>
                  <a:pt x="350809" y="103002"/>
                  <a:pt x="351781" y="103895"/>
                  <a:pt x="353095" y="104526"/>
                </a:cubicBezTo>
                <a:cubicBezTo>
                  <a:pt x="354410" y="105156"/>
                  <a:pt x="356276" y="105629"/>
                  <a:pt x="358692" y="105945"/>
                </a:cubicBezTo>
                <a:cubicBezTo>
                  <a:pt x="359323" y="106049"/>
                  <a:pt x="359796" y="106338"/>
                  <a:pt x="360112" y="106811"/>
                </a:cubicBezTo>
                <a:cubicBezTo>
                  <a:pt x="360428" y="107284"/>
                  <a:pt x="360586" y="107836"/>
                  <a:pt x="360586" y="108466"/>
                </a:cubicBezTo>
                <a:cubicBezTo>
                  <a:pt x="360586" y="108992"/>
                  <a:pt x="360428" y="109491"/>
                  <a:pt x="360112" y="109965"/>
                </a:cubicBezTo>
                <a:cubicBezTo>
                  <a:pt x="359796" y="110438"/>
                  <a:pt x="359323" y="110674"/>
                  <a:pt x="358692" y="110674"/>
                </a:cubicBezTo>
                <a:cubicBezTo>
                  <a:pt x="356800" y="110674"/>
                  <a:pt x="354329" y="110490"/>
                  <a:pt x="351281" y="110121"/>
                </a:cubicBezTo>
                <a:cubicBezTo>
                  <a:pt x="348234" y="109754"/>
                  <a:pt x="345134" y="109570"/>
                  <a:pt x="341981" y="109570"/>
                </a:cubicBezTo>
                <a:cubicBezTo>
                  <a:pt x="338618" y="109570"/>
                  <a:pt x="335333" y="109754"/>
                  <a:pt x="332127" y="110121"/>
                </a:cubicBezTo>
                <a:cubicBezTo>
                  <a:pt x="328922" y="110490"/>
                  <a:pt x="325847" y="110674"/>
                  <a:pt x="322904" y="110674"/>
                </a:cubicBezTo>
                <a:cubicBezTo>
                  <a:pt x="322380" y="110674"/>
                  <a:pt x="321960" y="110438"/>
                  <a:pt x="321644" y="109965"/>
                </a:cubicBezTo>
                <a:cubicBezTo>
                  <a:pt x="321329" y="109491"/>
                  <a:pt x="321172" y="108992"/>
                  <a:pt x="321172" y="108466"/>
                </a:cubicBezTo>
                <a:cubicBezTo>
                  <a:pt x="321172" y="107836"/>
                  <a:pt x="321329" y="107284"/>
                  <a:pt x="321644" y="106811"/>
                </a:cubicBezTo>
                <a:cubicBezTo>
                  <a:pt x="321960" y="106338"/>
                  <a:pt x="322433" y="106049"/>
                  <a:pt x="323063" y="105945"/>
                </a:cubicBezTo>
                <a:cubicBezTo>
                  <a:pt x="325796" y="105629"/>
                  <a:pt x="327924" y="105156"/>
                  <a:pt x="329448" y="104526"/>
                </a:cubicBezTo>
                <a:cubicBezTo>
                  <a:pt x="330971" y="103895"/>
                  <a:pt x="332074" y="103028"/>
                  <a:pt x="332758" y="101925"/>
                </a:cubicBezTo>
                <a:cubicBezTo>
                  <a:pt x="333441" y="100820"/>
                  <a:pt x="333835" y="99454"/>
                  <a:pt x="333939" y="97826"/>
                </a:cubicBezTo>
                <a:cubicBezTo>
                  <a:pt x="334045" y="96197"/>
                  <a:pt x="334098" y="94173"/>
                  <a:pt x="334098" y="91754"/>
                </a:cubicBezTo>
                <a:lnTo>
                  <a:pt x="334098" y="66373"/>
                </a:lnTo>
                <a:cubicBezTo>
                  <a:pt x="334098" y="61853"/>
                  <a:pt x="333993" y="58227"/>
                  <a:pt x="333782" y="55495"/>
                </a:cubicBezTo>
                <a:cubicBezTo>
                  <a:pt x="333572" y="52762"/>
                  <a:pt x="333099" y="50687"/>
                  <a:pt x="332363" y="49269"/>
                </a:cubicBezTo>
                <a:cubicBezTo>
                  <a:pt x="331629" y="47850"/>
                  <a:pt x="330525" y="46877"/>
                  <a:pt x="329053" y="46351"/>
                </a:cubicBezTo>
                <a:cubicBezTo>
                  <a:pt x="327582" y="45825"/>
                  <a:pt x="325586" y="45405"/>
                  <a:pt x="323063" y="45090"/>
                </a:cubicBezTo>
                <a:cubicBezTo>
                  <a:pt x="322433" y="45090"/>
                  <a:pt x="321960" y="44827"/>
                  <a:pt x="321644" y="44301"/>
                </a:cubicBezTo>
                <a:cubicBezTo>
                  <a:pt x="321329" y="43775"/>
                  <a:pt x="321172" y="43250"/>
                  <a:pt x="321172" y="42726"/>
                </a:cubicBezTo>
                <a:cubicBezTo>
                  <a:pt x="321172" y="42200"/>
                  <a:pt x="321329" y="41675"/>
                  <a:pt x="321644" y="41150"/>
                </a:cubicBezTo>
                <a:cubicBezTo>
                  <a:pt x="321960" y="40624"/>
                  <a:pt x="322433" y="40361"/>
                  <a:pt x="323063" y="40361"/>
                </a:cubicBezTo>
                <a:cubicBezTo>
                  <a:pt x="324114" y="40255"/>
                  <a:pt x="325401" y="40150"/>
                  <a:pt x="326924" y="40046"/>
                </a:cubicBezTo>
                <a:cubicBezTo>
                  <a:pt x="328449" y="39940"/>
                  <a:pt x="330052" y="39809"/>
                  <a:pt x="331733" y="39651"/>
                </a:cubicBezTo>
                <a:cubicBezTo>
                  <a:pt x="333415" y="39493"/>
                  <a:pt x="335123" y="39283"/>
                  <a:pt x="336857" y="39021"/>
                </a:cubicBezTo>
                <a:cubicBezTo>
                  <a:pt x="338592" y="38758"/>
                  <a:pt x="340143" y="38469"/>
                  <a:pt x="341509" y="38153"/>
                </a:cubicBezTo>
                <a:cubicBezTo>
                  <a:pt x="342666" y="37943"/>
                  <a:pt x="343585" y="37706"/>
                  <a:pt x="344268" y="37443"/>
                </a:cubicBezTo>
                <a:cubicBezTo>
                  <a:pt x="344952" y="37180"/>
                  <a:pt x="345503" y="37049"/>
                  <a:pt x="345923" y="37049"/>
                </a:cubicBezTo>
                <a:cubicBezTo>
                  <a:pt x="347184" y="37049"/>
                  <a:pt x="347998" y="37417"/>
                  <a:pt x="348365" y="38153"/>
                </a:cubicBezTo>
                <a:cubicBezTo>
                  <a:pt x="348734" y="38889"/>
                  <a:pt x="348918" y="39572"/>
                  <a:pt x="348918" y="40202"/>
                </a:cubicBezTo>
                <a:lnTo>
                  <a:pt x="348918" y="90809"/>
                </a:lnTo>
                <a:moveTo>
                  <a:pt x="340561" y="20970"/>
                </a:moveTo>
                <a:cubicBezTo>
                  <a:pt x="337934" y="20970"/>
                  <a:pt x="335675" y="20155"/>
                  <a:pt x="333782" y="18525"/>
                </a:cubicBezTo>
                <a:cubicBezTo>
                  <a:pt x="331892" y="16896"/>
                  <a:pt x="330946" y="14873"/>
                  <a:pt x="330946" y="12456"/>
                </a:cubicBezTo>
                <a:cubicBezTo>
                  <a:pt x="330946" y="10038"/>
                  <a:pt x="331840" y="7988"/>
                  <a:pt x="333626" y="6307"/>
                </a:cubicBezTo>
                <a:cubicBezTo>
                  <a:pt x="335413" y="4625"/>
                  <a:pt x="337619" y="3784"/>
                  <a:pt x="340246" y="3784"/>
                </a:cubicBezTo>
                <a:cubicBezTo>
                  <a:pt x="342769" y="3784"/>
                  <a:pt x="344845" y="4652"/>
                  <a:pt x="346474" y="6387"/>
                </a:cubicBezTo>
                <a:cubicBezTo>
                  <a:pt x="348104" y="8120"/>
                  <a:pt x="348918" y="10196"/>
                  <a:pt x="348918" y="12613"/>
                </a:cubicBezTo>
                <a:cubicBezTo>
                  <a:pt x="348918" y="14925"/>
                  <a:pt x="348130" y="16896"/>
                  <a:pt x="346554" y="18525"/>
                </a:cubicBezTo>
                <a:cubicBezTo>
                  <a:pt x="344977" y="20155"/>
                  <a:pt x="342980" y="20970"/>
                  <a:pt x="340561" y="20970"/>
                </a:cubicBezTo>
                <a:close/>
                <a:moveTo>
                  <a:pt x="394133" y="90809"/>
                </a:moveTo>
                <a:cubicBezTo>
                  <a:pt x="394133" y="93437"/>
                  <a:pt x="394186" y="95645"/>
                  <a:pt x="394290" y="97431"/>
                </a:cubicBezTo>
                <a:cubicBezTo>
                  <a:pt x="394396" y="99218"/>
                  <a:pt x="394685" y="100689"/>
                  <a:pt x="395158" y="101846"/>
                </a:cubicBezTo>
                <a:cubicBezTo>
                  <a:pt x="395631" y="103002"/>
                  <a:pt x="396420" y="103895"/>
                  <a:pt x="397523" y="104526"/>
                </a:cubicBezTo>
                <a:cubicBezTo>
                  <a:pt x="398626" y="105156"/>
                  <a:pt x="400176" y="105629"/>
                  <a:pt x="402173" y="105945"/>
                </a:cubicBezTo>
                <a:cubicBezTo>
                  <a:pt x="402803" y="106049"/>
                  <a:pt x="403276" y="106338"/>
                  <a:pt x="403592" y="106811"/>
                </a:cubicBezTo>
                <a:cubicBezTo>
                  <a:pt x="403908" y="107284"/>
                  <a:pt x="404066" y="107836"/>
                  <a:pt x="404066" y="108466"/>
                </a:cubicBezTo>
                <a:cubicBezTo>
                  <a:pt x="404066" y="108992"/>
                  <a:pt x="403908" y="109491"/>
                  <a:pt x="403592" y="109965"/>
                </a:cubicBezTo>
                <a:cubicBezTo>
                  <a:pt x="403276" y="110438"/>
                  <a:pt x="402803" y="110674"/>
                  <a:pt x="402173" y="110674"/>
                </a:cubicBezTo>
                <a:cubicBezTo>
                  <a:pt x="401122" y="110674"/>
                  <a:pt x="399151" y="110490"/>
                  <a:pt x="396260" y="110121"/>
                </a:cubicBezTo>
                <a:cubicBezTo>
                  <a:pt x="393370" y="109754"/>
                  <a:pt x="390349" y="109570"/>
                  <a:pt x="387196" y="109570"/>
                </a:cubicBezTo>
                <a:cubicBezTo>
                  <a:pt x="383833" y="109570"/>
                  <a:pt x="380575" y="109754"/>
                  <a:pt x="377422" y="110121"/>
                </a:cubicBezTo>
                <a:cubicBezTo>
                  <a:pt x="374269" y="110490"/>
                  <a:pt x="371326" y="110674"/>
                  <a:pt x="368593" y="110674"/>
                </a:cubicBezTo>
                <a:cubicBezTo>
                  <a:pt x="368067" y="110674"/>
                  <a:pt x="367646" y="110438"/>
                  <a:pt x="367330" y="109965"/>
                </a:cubicBezTo>
                <a:cubicBezTo>
                  <a:pt x="367016" y="109491"/>
                  <a:pt x="366859" y="108992"/>
                  <a:pt x="366859" y="108466"/>
                </a:cubicBezTo>
                <a:cubicBezTo>
                  <a:pt x="366859" y="107836"/>
                  <a:pt x="367016" y="107284"/>
                  <a:pt x="367330" y="106811"/>
                </a:cubicBezTo>
                <a:cubicBezTo>
                  <a:pt x="367646" y="106338"/>
                  <a:pt x="368120" y="106049"/>
                  <a:pt x="368752" y="105945"/>
                </a:cubicBezTo>
                <a:cubicBezTo>
                  <a:pt x="371379" y="105629"/>
                  <a:pt x="373401" y="105209"/>
                  <a:pt x="374819" y="104684"/>
                </a:cubicBezTo>
                <a:cubicBezTo>
                  <a:pt x="376238" y="104158"/>
                  <a:pt x="377289" y="103370"/>
                  <a:pt x="377973" y="102320"/>
                </a:cubicBezTo>
                <a:cubicBezTo>
                  <a:pt x="378656" y="101268"/>
                  <a:pt x="379049" y="99901"/>
                  <a:pt x="379154" y="98220"/>
                </a:cubicBezTo>
                <a:cubicBezTo>
                  <a:pt x="379260" y="96538"/>
                  <a:pt x="379313" y="94383"/>
                  <a:pt x="379313" y="91754"/>
                </a:cubicBezTo>
                <a:lnTo>
                  <a:pt x="379313" y="71891"/>
                </a:lnTo>
                <a:cubicBezTo>
                  <a:pt x="379313" y="66742"/>
                  <a:pt x="379260" y="62459"/>
                  <a:pt x="379154" y="59043"/>
                </a:cubicBezTo>
                <a:cubicBezTo>
                  <a:pt x="379049" y="55627"/>
                  <a:pt x="378682" y="52921"/>
                  <a:pt x="378052" y="50924"/>
                </a:cubicBezTo>
                <a:cubicBezTo>
                  <a:pt x="377422" y="48926"/>
                  <a:pt x="376423" y="47533"/>
                  <a:pt x="375057" y="46746"/>
                </a:cubicBezTo>
                <a:cubicBezTo>
                  <a:pt x="373691" y="45956"/>
                  <a:pt x="371746" y="45562"/>
                  <a:pt x="369223" y="45562"/>
                </a:cubicBezTo>
                <a:cubicBezTo>
                  <a:pt x="368593" y="45562"/>
                  <a:pt x="368094" y="45352"/>
                  <a:pt x="367725" y="44932"/>
                </a:cubicBezTo>
                <a:cubicBezTo>
                  <a:pt x="367358" y="44512"/>
                  <a:pt x="367174" y="44038"/>
                  <a:pt x="367174" y="43512"/>
                </a:cubicBezTo>
                <a:cubicBezTo>
                  <a:pt x="367174" y="42882"/>
                  <a:pt x="367358" y="42357"/>
                  <a:pt x="367725" y="41937"/>
                </a:cubicBezTo>
                <a:cubicBezTo>
                  <a:pt x="368094" y="41517"/>
                  <a:pt x="368593" y="41306"/>
                  <a:pt x="369223" y="41306"/>
                </a:cubicBezTo>
                <a:cubicBezTo>
                  <a:pt x="371220" y="41306"/>
                  <a:pt x="374136" y="40991"/>
                  <a:pt x="377973" y="40361"/>
                </a:cubicBezTo>
                <a:cubicBezTo>
                  <a:pt x="381809" y="39729"/>
                  <a:pt x="385724" y="38836"/>
                  <a:pt x="389719" y="37681"/>
                </a:cubicBezTo>
                <a:cubicBezTo>
                  <a:pt x="391190" y="37259"/>
                  <a:pt x="392293" y="37548"/>
                  <a:pt x="393029" y="38547"/>
                </a:cubicBezTo>
                <a:cubicBezTo>
                  <a:pt x="393765" y="39546"/>
                  <a:pt x="394133" y="40676"/>
                  <a:pt x="394133" y="41937"/>
                </a:cubicBezTo>
                <a:lnTo>
                  <a:pt x="394133" y="48242"/>
                </a:lnTo>
                <a:cubicBezTo>
                  <a:pt x="394133" y="48452"/>
                  <a:pt x="394212" y="48583"/>
                  <a:pt x="394369" y="48636"/>
                </a:cubicBezTo>
                <a:cubicBezTo>
                  <a:pt x="394526" y="48689"/>
                  <a:pt x="394658" y="48611"/>
                  <a:pt x="394764" y="48401"/>
                </a:cubicBezTo>
                <a:cubicBezTo>
                  <a:pt x="395500" y="47244"/>
                  <a:pt x="396525" y="45957"/>
                  <a:pt x="397838" y="44540"/>
                </a:cubicBezTo>
                <a:cubicBezTo>
                  <a:pt x="399151" y="43120"/>
                  <a:pt x="400728" y="41780"/>
                  <a:pt x="402567" y="40520"/>
                </a:cubicBezTo>
                <a:cubicBezTo>
                  <a:pt x="404407" y="39258"/>
                  <a:pt x="406482" y="38206"/>
                  <a:pt x="408793" y="37366"/>
                </a:cubicBezTo>
                <a:cubicBezTo>
                  <a:pt x="411106" y="36524"/>
                  <a:pt x="413681" y="36103"/>
                  <a:pt x="416520" y="36103"/>
                </a:cubicBezTo>
                <a:cubicBezTo>
                  <a:pt x="424402" y="36103"/>
                  <a:pt x="430577" y="38284"/>
                  <a:pt x="435043" y="42646"/>
                </a:cubicBezTo>
                <a:cubicBezTo>
                  <a:pt x="439511" y="47009"/>
                  <a:pt x="441745" y="54076"/>
                  <a:pt x="441745" y="63849"/>
                </a:cubicBezTo>
                <a:lnTo>
                  <a:pt x="441745" y="90809"/>
                </a:lnTo>
                <a:cubicBezTo>
                  <a:pt x="441745" y="93647"/>
                  <a:pt x="441824" y="95960"/>
                  <a:pt x="441981" y="97747"/>
                </a:cubicBezTo>
                <a:cubicBezTo>
                  <a:pt x="442138" y="99533"/>
                  <a:pt x="442505" y="100978"/>
                  <a:pt x="443082" y="102081"/>
                </a:cubicBezTo>
                <a:cubicBezTo>
                  <a:pt x="443661" y="103185"/>
                  <a:pt x="444555" y="104026"/>
                  <a:pt x="445765" y="104605"/>
                </a:cubicBezTo>
                <a:cubicBezTo>
                  <a:pt x="446974" y="105182"/>
                  <a:pt x="448682" y="105629"/>
                  <a:pt x="450889" y="105945"/>
                </a:cubicBezTo>
                <a:cubicBezTo>
                  <a:pt x="451519" y="106049"/>
                  <a:pt x="451991" y="106338"/>
                  <a:pt x="452305" y="106811"/>
                </a:cubicBezTo>
                <a:cubicBezTo>
                  <a:pt x="452621" y="107284"/>
                  <a:pt x="452779" y="107836"/>
                  <a:pt x="452779" y="108466"/>
                </a:cubicBezTo>
                <a:cubicBezTo>
                  <a:pt x="452779" y="108992"/>
                  <a:pt x="452621" y="109491"/>
                  <a:pt x="452305" y="109965"/>
                </a:cubicBezTo>
                <a:cubicBezTo>
                  <a:pt x="451991" y="110438"/>
                  <a:pt x="451519" y="110674"/>
                  <a:pt x="450889" y="110674"/>
                </a:cubicBezTo>
                <a:cubicBezTo>
                  <a:pt x="449522" y="110674"/>
                  <a:pt x="447288" y="110490"/>
                  <a:pt x="444187" y="110121"/>
                </a:cubicBezTo>
                <a:cubicBezTo>
                  <a:pt x="441087" y="109754"/>
                  <a:pt x="437960" y="109570"/>
                  <a:pt x="434807" y="109570"/>
                </a:cubicBezTo>
                <a:cubicBezTo>
                  <a:pt x="431444" y="109570"/>
                  <a:pt x="428238" y="109754"/>
                  <a:pt x="425190" y="110121"/>
                </a:cubicBezTo>
                <a:cubicBezTo>
                  <a:pt x="422143" y="110490"/>
                  <a:pt x="419621" y="110674"/>
                  <a:pt x="417624" y="110674"/>
                </a:cubicBezTo>
                <a:cubicBezTo>
                  <a:pt x="417098" y="110674"/>
                  <a:pt x="416677" y="110438"/>
                  <a:pt x="416361" y="109965"/>
                </a:cubicBezTo>
                <a:cubicBezTo>
                  <a:pt x="416047" y="109491"/>
                  <a:pt x="415890" y="108992"/>
                  <a:pt x="415890" y="108466"/>
                </a:cubicBezTo>
                <a:cubicBezTo>
                  <a:pt x="415890" y="107836"/>
                  <a:pt x="416047" y="107284"/>
                  <a:pt x="416361" y="106811"/>
                </a:cubicBezTo>
                <a:cubicBezTo>
                  <a:pt x="416677" y="106338"/>
                  <a:pt x="417150" y="106049"/>
                  <a:pt x="417780" y="105945"/>
                </a:cubicBezTo>
                <a:cubicBezTo>
                  <a:pt x="420093" y="105629"/>
                  <a:pt x="421853" y="105156"/>
                  <a:pt x="423061" y="104526"/>
                </a:cubicBezTo>
                <a:cubicBezTo>
                  <a:pt x="424270" y="103895"/>
                  <a:pt x="425163" y="103028"/>
                  <a:pt x="425741" y="101925"/>
                </a:cubicBezTo>
                <a:cubicBezTo>
                  <a:pt x="426319" y="100820"/>
                  <a:pt x="426661" y="99454"/>
                  <a:pt x="426765" y="97826"/>
                </a:cubicBezTo>
                <a:cubicBezTo>
                  <a:pt x="426871" y="96197"/>
                  <a:pt x="426924" y="94173"/>
                  <a:pt x="426924" y="91754"/>
                </a:cubicBezTo>
                <a:lnTo>
                  <a:pt x="426924" y="67792"/>
                </a:lnTo>
                <a:cubicBezTo>
                  <a:pt x="426924" y="65164"/>
                  <a:pt x="426819" y="62536"/>
                  <a:pt x="426609" y="59909"/>
                </a:cubicBezTo>
                <a:cubicBezTo>
                  <a:pt x="426399" y="57282"/>
                  <a:pt x="425821" y="54917"/>
                  <a:pt x="424874" y="52815"/>
                </a:cubicBezTo>
                <a:cubicBezTo>
                  <a:pt x="423930" y="50712"/>
                  <a:pt x="422564" y="48978"/>
                  <a:pt x="420775" y="47612"/>
                </a:cubicBezTo>
                <a:cubicBezTo>
                  <a:pt x="418989" y="46245"/>
                  <a:pt x="416519" y="45562"/>
                  <a:pt x="413366" y="45562"/>
                </a:cubicBezTo>
                <a:cubicBezTo>
                  <a:pt x="410213" y="45562"/>
                  <a:pt x="407454" y="46062"/>
                  <a:pt x="405088" y="47061"/>
                </a:cubicBezTo>
                <a:cubicBezTo>
                  <a:pt x="402725" y="48058"/>
                  <a:pt x="400728" y="49398"/>
                  <a:pt x="399099" y="51080"/>
                </a:cubicBezTo>
                <a:cubicBezTo>
                  <a:pt x="397469" y="52763"/>
                  <a:pt x="396234" y="54734"/>
                  <a:pt x="395394" y="56993"/>
                </a:cubicBezTo>
                <a:cubicBezTo>
                  <a:pt x="394554" y="59253"/>
                  <a:pt x="394133" y="61644"/>
                  <a:pt x="394133" y="64167"/>
                </a:cubicBezTo>
                <a:lnTo>
                  <a:pt x="394133" y="90809"/>
                </a:lnTo>
                <a:close/>
                <a:moveTo>
                  <a:pt x="495788" y="85923"/>
                </a:moveTo>
                <a:cubicBezTo>
                  <a:pt x="501254" y="85923"/>
                  <a:pt x="505168" y="84136"/>
                  <a:pt x="507532" y="80563"/>
                </a:cubicBezTo>
                <a:cubicBezTo>
                  <a:pt x="509898" y="76989"/>
                  <a:pt x="511081" y="71785"/>
                  <a:pt x="511081" y="64953"/>
                </a:cubicBezTo>
                <a:cubicBezTo>
                  <a:pt x="511081" y="61486"/>
                  <a:pt x="510896" y="58334"/>
                  <a:pt x="510527" y="55497"/>
                </a:cubicBezTo>
                <a:cubicBezTo>
                  <a:pt x="510160" y="52658"/>
                  <a:pt x="509450" y="50214"/>
                  <a:pt x="508398" y="48165"/>
                </a:cubicBezTo>
                <a:cubicBezTo>
                  <a:pt x="507348" y="46115"/>
                  <a:pt x="505956" y="44539"/>
                  <a:pt x="504222" y="43435"/>
                </a:cubicBezTo>
                <a:cubicBezTo>
                  <a:pt x="502489" y="42330"/>
                  <a:pt x="500255" y="41778"/>
                  <a:pt x="497523" y="41778"/>
                </a:cubicBezTo>
                <a:cubicBezTo>
                  <a:pt x="494160" y="41778"/>
                  <a:pt x="491453" y="42488"/>
                  <a:pt x="489404" y="43907"/>
                </a:cubicBezTo>
                <a:cubicBezTo>
                  <a:pt x="487354" y="45326"/>
                  <a:pt x="485751" y="47139"/>
                  <a:pt x="484595" y="49346"/>
                </a:cubicBezTo>
                <a:cubicBezTo>
                  <a:pt x="483439" y="51553"/>
                  <a:pt x="482650" y="54022"/>
                  <a:pt x="482230" y="56755"/>
                </a:cubicBezTo>
                <a:cubicBezTo>
                  <a:pt x="481810" y="59488"/>
                  <a:pt x="481600" y="62169"/>
                  <a:pt x="481600" y="64797"/>
                </a:cubicBezTo>
                <a:cubicBezTo>
                  <a:pt x="481600" y="71733"/>
                  <a:pt x="482808" y="76989"/>
                  <a:pt x="485225" y="80563"/>
                </a:cubicBezTo>
                <a:cubicBezTo>
                  <a:pt x="487642" y="84136"/>
                  <a:pt x="491163" y="85923"/>
                  <a:pt x="495788" y="85923"/>
                </a:cubicBezTo>
                <a:moveTo>
                  <a:pt x="523378" y="48716"/>
                </a:moveTo>
                <a:cubicBezTo>
                  <a:pt x="524849" y="50922"/>
                  <a:pt x="525926" y="53261"/>
                  <a:pt x="526609" y="55730"/>
                </a:cubicBezTo>
                <a:cubicBezTo>
                  <a:pt x="527292" y="58200"/>
                  <a:pt x="527686" y="60696"/>
                  <a:pt x="527792" y="63219"/>
                </a:cubicBezTo>
                <a:cubicBezTo>
                  <a:pt x="527792" y="67844"/>
                  <a:pt x="526925" y="71918"/>
                  <a:pt x="525189" y="75439"/>
                </a:cubicBezTo>
                <a:cubicBezTo>
                  <a:pt x="523456" y="78960"/>
                  <a:pt x="521091" y="81928"/>
                  <a:pt x="518095" y="84345"/>
                </a:cubicBezTo>
                <a:cubicBezTo>
                  <a:pt x="515100" y="86762"/>
                  <a:pt x="511657" y="88601"/>
                  <a:pt x="507768" y="89863"/>
                </a:cubicBezTo>
                <a:cubicBezTo>
                  <a:pt x="503881" y="91124"/>
                  <a:pt x="499729" y="91754"/>
                  <a:pt x="495314" y="91754"/>
                </a:cubicBezTo>
                <a:cubicBezTo>
                  <a:pt x="494054" y="91754"/>
                  <a:pt x="492424" y="91807"/>
                  <a:pt x="490426" y="91913"/>
                </a:cubicBezTo>
                <a:cubicBezTo>
                  <a:pt x="488429" y="92017"/>
                  <a:pt x="486485" y="92227"/>
                  <a:pt x="484593" y="92543"/>
                </a:cubicBezTo>
                <a:cubicBezTo>
                  <a:pt x="482702" y="92859"/>
                  <a:pt x="481100" y="93359"/>
                  <a:pt x="479786" y="94042"/>
                </a:cubicBezTo>
                <a:cubicBezTo>
                  <a:pt x="478473" y="94725"/>
                  <a:pt x="477816" y="95697"/>
                  <a:pt x="477816" y="96958"/>
                </a:cubicBezTo>
                <a:cubicBezTo>
                  <a:pt x="477816" y="97904"/>
                  <a:pt x="478341" y="98692"/>
                  <a:pt x="479392" y="99322"/>
                </a:cubicBezTo>
                <a:cubicBezTo>
                  <a:pt x="480442" y="99952"/>
                  <a:pt x="481729" y="100452"/>
                  <a:pt x="483253" y="100821"/>
                </a:cubicBezTo>
                <a:cubicBezTo>
                  <a:pt x="484778" y="101188"/>
                  <a:pt x="486302" y="101451"/>
                  <a:pt x="487826" y="101610"/>
                </a:cubicBezTo>
                <a:cubicBezTo>
                  <a:pt x="489349" y="101767"/>
                  <a:pt x="490584" y="101846"/>
                  <a:pt x="491530" y="101846"/>
                </a:cubicBezTo>
                <a:cubicBezTo>
                  <a:pt x="499098" y="102370"/>
                  <a:pt x="505877" y="103027"/>
                  <a:pt x="511867" y="103816"/>
                </a:cubicBezTo>
                <a:cubicBezTo>
                  <a:pt x="517859" y="104603"/>
                  <a:pt x="522930" y="105891"/>
                  <a:pt x="527080" y="107679"/>
                </a:cubicBezTo>
                <a:cubicBezTo>
                  <a:pt x="531232" y="109466"/>
                  <a:pt x="534412" y="111961"/>
                  <a:pt x="536618" y="115165"/>
                </a:cubicBezTo>
                <a:cubicBezTo>
                  <a:pt x="538827" y="118371"/>
                  <a:pt x="539931" y="122550"/>
                  <a:pt x="539931" y="127701"/>
                </a:cubicBezTo>
                <a:cubicBezTo>
                  <a:pt x="539931" y="132220"/>
                  <a:pt x="539038" y="136424"/>
                  <a:pt x="537251" y="140311"/>
                </a:cubicBezTo>
                <a:cubicBezTo>
                  <a:pt x="535465" y="144200"/>
                  <a:pt x="532784" y="147563"/>
                  <a:pt x="529209" y="150400"/>
                </a:cubicBezTo>
                <a:cubicBezTo>
                  <a:pt x="525636" y="153239"/>
                  <a:pt x="521248" y="155473"/>
                  <a:pt x="516046" y="157102"/>
                </a:cubicBezTo>
                <a:cubicBezTo>
                  <a:pt x="510843" y="158732"/>
                  <a:pt x="504826" y="159546"/>
                  <a:pt x="497994" y="159546"/>
                </a:cubicBezTo>
                <a:cubicBezTo>
                  <a:pt x="492319" y="159546"/>
                  <a:pt x="487116" y="159047"/>
                  <a:pt x="482387" y="158048"/>
                </a:cubicBezTo>
                <a:cubicBezTo>
                  <a:pt x="477657" y="157050"/>
                  <a:pt x="473585" y="155500"/>
                  <a:pt x="470169" y="153398"/>
                </a:cubicBezTo>
                <a:cubicBezTo>
                  <a:pt x="466753" y="151295"/>
                  <a:pt x="464125" y="148614"/>
                  <a:pt x="462285" y="145356"/>
                </a:cubicBezTo>
                <a:cubicBezTo>
                  <a:pt x="460448" y="142099"/>
                  <a:pt x="459529" y="138210"/>
                  <a:pt x="459529" y="133691"/>
                </a:cubicBezTo>
                <a:cubicBezTo>
                  <a:pt x="459529" y="131064"/>
                  <a:pt x="459896" y="128673"/>
                  <a:pt x="460630" y="126517"/>
                </a:cubicBezTo>
                <a:cubicBezTo>
                  <a:pt x="461367" y="124364"/>
                  <a:pt x="462365" y="122446"/>
                  <a:pt x="463625" y="120763"/>
                </a:cubicBezTo>
                <a:cubicBezTo>
                  <a:pt x="464888" y="119081"/>
                  <a:pt x="466307" y="117583"/>
                  <a:pt x="467883" y="116270"/>
                </a:cubicBezTo>
                <a:cubicBezTo>
                  <a:pt x="469460" y="114956"/>
                  <a:pt x="471089" y="113879"/>
                  <a:pt x="472771" y="113039"/>
                </a:cubicBezTo>
                <a:cubicBezTo>
                  <a:pt x="470353" y="112197"/>
                  <a:pt x="468146" y="111014"/>
                  <a:pt x="466149" y="109491"/>
                </a:cubicBezTo>
                <a:cubicBezTo>
                  <a:pt x="464152" y="107967"/>
                  <a:pt x="463154" y="105524"/>
                  <a:pt x="463154" y="102161"/>
                </a:cubicBezTo>
                <a:cubicBezTo>
                  <a:pt x="463154" y="99742"/>
                  <a:pt x="463706" y="97693"/>
                  <a:pt x="464809" y="96012"/>
                </a:cubicBezTo>
                <a:cubicBezTo>
                  <a:pt x="465912" y="94330"/>
                  <a:pt x="467384" y="92963"/>
                  <a:pt x="469223" y="91913"/>
                </a:cubicBezTo>
                <a:cubicBezTo>
                  <a:pt x="471063" y="90863"/>
                  <a:pt x="473112" y="90101"/>
                  <a:pt x="475372" y="89628"/>
                </a:cubicBezTo>
                <a:cubicBezTo>
                  <a:pt x="477632" y="89155"/>
                  <a:pt x="479865" y="88865"/>
                  <a:pt x="482072" y="88759"/>
                </a:cubicBezTo>
                <a:cubicBezTo>
                  <a:pt x="482177" y="88759"/>
                  <a:pt x="482230" y="88707"/>
                  <a:pt x="482230" y="88603"/>
                </a:cubicBezTo>
                <a:cubicBezTo>
                  <a:pt x="482230" y="88497"/>
                  <a:pt x="482177" y="88444"/>
                  <a:pt x="482072" y="88444"/>
                </a:cubicBezTo>
                <a:cubicBezTo>
                  <a:pt x="476712" y="86342"/>
                  <a:pt x="472508" y="83425"/>
                  <a:pt x="469459" y="79695"/>
                </a:cubicBezTo>
                <a:cubicBezTo>
                  <a:pt x="466412" y="75963"/>
                  <a:pt x="464888" y="70944"/>
                  <a:pt x="464888" y="64638"/>
                </a:cubicBezTo>
                <a:cubicBezTo>
                  <a:pt x="464888" y="60329"/>
                  <a:pt x="465677" y="56414"/>
                  <a:pt x="467253" y="52894"/>
                </a:cubicBezTo>
                <a:cubicBezTo>
                  <a:pt x="468830" y="49372"/>
                  <a:pt x="471063" y="46377"/>
                  <a:pt x="473953" y="43907"/>
                </a:cubicBezTo>
                <a:cubicBezTo>
                  <a:pt x="476843" y="41437"/>
                  <a:pt x="480337" y="39519"/>
                  <a:pt x="484436" y="38153"/>
                </a:cubicBezTo>
                <a:cubicBezTo>
                  <a:pt x="488535" y="36786"/>
                  <a:pt x="493055" y="36103"/>
                  <a:pt x="497994" y="36103"/>
                </a:cubicBezTo>
                <a:cubicBezTo>
                  <a:pt x="503566" y="36103"/>
                  <a:pt x="508006" y="36891"/>
                  <a:pt x="511316" y="38468"/>
                </a:cubicBezTo>
                <a:cubicBezTo>
                  <a:pt x="514626" y="40044"/>
                  <a:pt x="517648" y="42094"/>
                  <a:pt x="520381" y="44617"/>
                </a:cubicBezTo>
                <a:cubicBezTo>
                  <a:pt x="522379" y="42620"/>
                  <a:pt x="524744" y="40938"/>
                  <a:pt x="527475" y="39572"/>
                </a:cubicBezTo>
                <a:cubicBezTo>
                  <a:pt x="530207" y="38206"/>
                  <a:pt x="533256" y="37522"/>
                  <a:pt x="536621" y="37522"/>
                </a:cubicBezTo>
                <a:cubicBezTo>
                  <a:pt x="537777" y="37522"/>
                  <a:pt x="539064" y="37628"/>
                  <a:pt x="540482" y="37838"/>
                </a:cubicBezTo>
                <a:cubicBezTo>
                  <a:pt x="541901" y="38048"/>
                  <a:pt x="543215" y="38442"/>
                  <a:pt x="544422" y="39021"/>
                </a:cubicBezTo>
                <a:cubicBezTo>
                  <a:pt x="545631" y="39599"/>
                  <a:pt x="546630" y="40360"/>
                  <a:pt x="547417" y="41306"/>
                </a:cubicBezTo>
                <a:cubicBezTo>
                  <a:pt x="548206" y="42253"/>
                  <a:pt x="548601" y="43514"/>
                  <a:pt x="548601" y="45090"/>
                </a:cubicBezTo>
                <a:cubicBezTo>
                  <a:pt x="548601" y="46877"/>
                  <a:pt x="548128" y="48480"/>
                  <a:pt x="547181" y="49899"/>
                </a:cubicBezTo>
                <a:cubicBezTo>
                  <a:pt x="546237" y="51317"/>
                  <a:pt x="544398" y="52026"/>
                  <a:pt x="541665" y="52026"/>
                </a:cubicBezTo>
                <a:cubicBezTo>
                  <a:pt x="539669" y="52026"/>
                  <a:pt x="538354" y="51606"/>
                  <a:pt x="537723" y="50765"/>
                </a:cubicBezTo>
                <a:cubicBezTo>
                  <a:pt x="537092" y="49925"/>
                  <a:pt x="536619" y="49032"/>
                  <a:pt x="536303" y="48085"/>
                </a:cubicBezTo>
                <a:cubicBezTo>
                  <a:pt x="535989" y="47139"/>
                  <a:pt x="535622" y="46246"/>
                  <a:pt x="535201" y="45406"/>
                </a:cubicBezTo>
                <a:cubicBezTo>
                  <a:pt x="534781" y="44564"/>
                  <a:pt x="533783" y="44143"/>
                  <a:pt x="532207" y="44143"/>
                </a:cubicBezTo>
                <a:cubicBezTo>
                  <a:pt x="530524" y="44143"/>
                  <a:pt x="528842" y="44564"/>
                  <a:pt x="527160" y="45406"/>
                </a:cubicBezTo>
                <a:cubicBezTo>
                  <a:pt x="525479" y="46246"/>
                  <a:pt x="524218" y="47349"/>
                  <a:pt x="523378" y="48716"/>
                </a:cubicBezTo>
                <a:moveTo>
                  <a:pt x="480652" y="114773"/>
                </a:moveTo>
                <a:cubicBezTo>
                  <a:pt x="478866" y="116244"/>
                  <a:pt x="477446" y="118346"/>
                  <a:pt x="476394" y="121078"/>
                </a:cubicBezTo>
                <a:cubicBezTo>
                  <a:pt x="475344" y="123811"/>
                  <a:pt x="474819" y="126544"/>
                  <a:pt x="474819" y="129277"/>
                </a:cubicBezTo>
                <a:cubicBezTo>
                  <a:pt x="474819" y="133166"/>
                  <a:pt x="475633" y="136555"/>
                  <a:pt x="477263" y="139445"/>
                </a:cubicBezTo>
                <a:cubicBezTo>
                  <a:pt x="478892" y="142335"/>
                  <a:pt x="481020" y="144752"/>
                  <a:pt x="483647" y="146696"/>
                </a:cubicBezTo>
                <a:cubicBezTo>
                  <a:pt x="486276" y="148641"/>
                  <a:pt x="489298" y="150087"/>
                  <a:pt x="492714" y="151033"/>
                </a:cubicBezTo>
                <a:cubicBezTo>
                  <a:pt x="496130" y="151979"/>
                  <a:pt x="499624" y="152452"/>
                  <a:pt x="503197" y="152452"/>
                </a:cubicBezTo>
                <a:cubicBezTo>
                  <a:pt x="506350" y="152452"/>
                  <a:pt x="509319" y="151926"/>
                  <a:pt x="512103" y="150874"/>
                </a:cubicBezTo>
                <a:cubicBezTo>
                  <a:pt x="514889" y="149824"/>
                  <a:pt x="517333" y="148405"/>
                  <a:pt x="519435" y="146619"/>
                </a:cubicBezTo>
                <a:cubicBezTo>
                  <a:pt x="521538" y="144832"/>
                  <a:pt x="523219" y="142730"/>
                  <a:pt x="524480" y="140311"/>
                </a:cubicBezTo>
                <a:cubicBezTo>
                  <a:pt x="525742" y="137894"/>
                  <a:pt x="526373" y="135267"/>
                  <a:pt x="526373" y="132430"/>
                </a:cubicBezTo>
                <a:cubicBezTo>
                  <a:pt x="526373" y="128856"/>
                  <a:pt x="525190" y="125965"/>
                  <a:pt x="522825" y="123758"/>
                </a:cubicBezTo>
                <a:cubicBezTo>
                  <a:pt x="520461" y="121552"/>
                  <a:pt x="517229" y="119817"/>
                  <a:pt x="513130" y="118555"/>
                </a:cubicBezTo>
                <a:cubicBezTo>
                  <a:pt x="509031" y="117294"/>
                  <a:pt x="504196" y="116401"/>
                  <a:pt x="498624" y="115875"/>
                </a:cubicBezTo>
                <a:cubicBezTo>
                  <a:pt x="493055" y="115351"/>
                  <a:pt x="487064" y="114983"/>
                  <a:pt x="480652" y="114773"/>
                </a:cubicBezTo>
                <a:close/>
                <a:moveTo>
                  <a:pt x="618464" y="85606"/>
                </a:moveTo>
                <a:cubicBezTo>
                  <a:pt x="618464" y="91491"/>
                  <a:pt x="619121" y="95853"/>
                  <a:pt x="620434" y="98692"/>
                </a:cubicBezTo>
                <a:cubicBezTo>
                  <a:pt x="621747" y="101529"/>
                  <a:pt x="624139" y="102947"/>
                  <a:pt x="627607" y="102947"/>
                </a:cubicBezTo>
                <a:cubicBezTo>
                  <a:pt x="630024" y="102947"/>
                  <a:pt x="632310" y="102580"/>
                  <a:pt x="634463" y="101846"/>
                </a:cubicBezTo>
                <a:cubicBezTo>
                  <a:pt x="636619" y="101110"/>
                  <a:pt x="638275" y="100321"/>
                  <a:pt x="639431" y="99481"/>
                </a:cubicBezTo>
                <a:cubicBezTo>
                  <a:pt x="639747" y="99271"/>
                  <a:pt x="640115" y="99244"/>
                  <a:pt x="640535" y="99402"/>
                </a:cubicBezTo>
                <a:cubicBezTo>
                  <a:pt x="640955" y="99559"/>
                  <a:pt x="641323" y="99822"/>
                  <a:pt x="641637" y="100191"/>
                </a:cubicBezTo>
                <a:cubicBezTo>
                  <a:pt x="641953" y="100558"/>
                  <a:pt x="642189" y="100952"/>
                  <a:pt x="642347" y="101372"/>
                </a:cubicBezTo>
                <a:cubicBezTo>
                  <a:pt x="642505" y="101792"/>
                  <a:pt x="642480" y="102160"/>
                  <a:pt x="642270" y="102476"/>
                </a:cubicBezTo>
                <a:cubicBezTo>
                  <a:pt x="640273" y="105733"/>
                  <a:pt x="637672" y="108045"/>
                  <a:pt x="634466" y="109411"/>
                </a:cubicBezTo>
                <a:cubicBezTo>
                  <a:pt x="631260" y="110778"/>
                  <a:pt x="627502" y="111461"/>
                  <a:pt x="623193" y="111461"/>
                </a:cubicBezTo>
                <a:cubicBezTo>
                  <a:pt x="616047" y="111461"/>
                  <a:pt x="611002" y="109859"/>
                  <a:pt x="608060" y="106654"/>
                </a:cubicBezTo>
                <a:cubicBezTo>
                  <a:pt x="605117" y="103449"/>
                  <a:pt x="603645" y="98430"/>
                  <a:pt x="603645" y="91598"/>
                </a:cubicBezTo>
                <a:lnTo>
                  <a:pt x="603645" y="51080"/>
                </a:lnTo>
                <a:cubicBezTo>
                  <a:pt x="603645" y="49820"/>
                  <a:pt x="603592" y="48822"/>
                  <a:pt x="603487" y="48085"/>
                </a:cubicBezTo>
                <a:cubicBezTo>
                  <a:pt x="603382" y="47349"/>
                  <a:pt x="603067" y="46824"/>
                  <a:pt x="602541" y="46510"/>
                </a:cubicBezTo>
                <a:cubicBezTo>
                  <a:pt x="602015" y="46194"/>
                  <a:pt x="601148" y="46009"/>
                  <a:pt x="599938" y="45956"/>
                </a:cubicBezTo>
                <a:cubicBezTo>
                  <a:pt x="598731" y="45904"/>
                  <a:pt x="597024" y="45877"/>
                  <a:pt x="594817" y="45877"/>
                </a:cubicBezTo>
                <a:cubicBezTo>
                  <a:pt x="594501" y="45877"/>
                  <a:pt x="594238" y="45562"/>
                  <a:pt x="594028" y="44932"/>
                </a:cubicBezTo>
                <a:cubicBezTo>
                  <a:pt x="593818" y="44301"/>
                  <a:pt x="593686" y="43618"/>
                  <a:pt x="593633" y="42882"/>
                </a:cubicBezTo>
                <a:cubicBezTo>
                  <a:pt x="593580" y="42146"/>
                  <a:pt x="593659" y="41463"/>
                  <a:pt x="593869" y="40833"/>
                </a:cubicBezTo>
                <a:cubicBezTo>
                  <a:pt x="594081" y="40202"/>
                  <a:pt x="594397" y="39887"/>
                  <a:pt x="594817" y="39887"/>
                </a:cubicBezTo>
                <a:cubicBezTo>
                  <a:pt x="597444" y="39677"/>
                  <a:pt x="599703" y="39283"/>
                  <a:pt x="601593" y="38706"/>
                </a:cubicBezTo>
                <a:cubicBezTo>
                  <a:pt x="603486" y="38127"/>
                  <a:pt x="605089" y="37207"/>
                  <a:pt x="606402" y="35947"/>
                </a:cubicBezTo>
                <a:cubicBezTo>
                  <a:pt x="607717" y="34685"/>
                  <a:pt x="608768" y="32977"/>
                  <a:pt x="609556" y="30823"/>
                </a:cubicBezTo>
                <a:cubicBezTo>
                  <a:pt x="610345" y="28667"/>
                  <a:pt x="611002" y="25856"/>
                  <a:pt x="611526" y="22389"/>
                </a:cubicBezTo>
                <a:cubicBezTo>
                  <a:pt x="611632" y="21757"/>
                  <a:pt x="612053" y="21284"/>
                  <a:pt x="612789" y="20970"/>
                </a:cubicBezTo>
                <a:cubicBezTo>
                  <a:pt x="613525" y="20654"/>
                  <a:pt x="614313" y="20496"/>
                  <a:pt x="615154" y="20496"/>
                </a:cubicBezTo>
                <a:cubicBezTo>
                  <a:pt x="615994" y="20496"/>
                  <a:pt x="616756" y="20627"/>
                  <a:pt x="617439" y="20890"/>
                </a:cubicBezTo>
                <a:cubicBezTo>
                  <a:pt x="618122" y="21153"/>
                  <a:pt x="618464" y="21495"/>
                  <a:pt x="618464" y="21915"/>
                </a:cubicBezTo>
                <a:lnTo>
                  <a:pt x="618464" y="35473"/>
                </a:lnTo>
                <a:cubicBezTo>
                  <a:pt x="618464" y="37155"/>
                  <a:pt x="618542" y="38128"/>
                  <a:pt x="618700" y="38391"/>
                </a:cubicBezTo>
                <a:cubicBezTo>
                  <a:pt x="618858" y="38652"/>
                  <a:pt x="619516" y="38783"/>
                  <a:pt x="620672" y="38783"/>
                </a:cubicBezTo>
                <a:lnTo>
                  <a:pt x="637066" y="38783"/>
                </a:lnTo>
                <a:cubicBezTo>
                  <a:pt x="637802" y="38783"/>
                  <a:pt x="638275" y="39204"/>
                  <a:pt x="638486" y="40046"/>
                </a:cubicBezTo>
                <a:cubicBezTo>
                  <a:pt x="638696" y="40886"/>
                  <a:pt x="638801" y="41622"/>
                  <a:pt x="638801" y="42252"/>
                </a:cubicBezTo>
                <a:cubicBezTo>
                  <a:pt x="638801" y="42882"/>
                  <a:pt x="638669" y="43644"/>
                  <a:pt x="638406" y="44537"/>
                </a:cubicBezTo>
                <a:cubicBezTo>
                  <a:pt x="638145" y="45430"/>
                  <a:pt x="637593" y="45877"/>
                  <a:pt x="636751" y="45877"/>
                </a:cubicBezTo>
                <a:lnTo>
                  <a:pt x="619883" y="45877"/>
                </a:lnTo>
                <a:cubicBezTo>
                  <a:pt x="619147" y="45877"/>
                  <a:pt x="618726" y="46062"/>
                  <a:pt x="618620" y="46430"/>
                </a:cubicBezTo>
                <a:cubicBezTo>
                  <a:pt x="618516" y="46798"/>
                  <a:pt x="618464" y="48138"/>
                  <a:pt x="618464" y="50450"/>
                </a:cubicBezTo>
                <a:lnTo>
                  <a:pt x="618464" y="85606"/>
                </a:lnTo>
                <a:close/>
                <a:moveTo>
                  <a:pt x="720986" y="71732"/>
                </a:moveTo>
                <a:cubicBezTo>
                  <a:pt x="720986" y="78144"/>
                  <a:pt x="720093" y="83820"/>
                  <a:pt x="718306" y="88759"/>
                </a:cubicBezTo>
                <a:cubicBezTo>
                  <a:pt x="716520" y="93699"/>
                  <a:pt x="713971" y="97851"/>
                  <a:pt x="710659" y="101215"/>
                </a:cubicBezTo>
                <a:cubicBezTo>
                  <a:pt x="707349" y="104578"/>
                  <a:pt x="703381" y="107127"/>
                  <a:pt x="698756" y="108860"/>
                </a:cubicBezTo>
                <a:cubicBezTo>
                  <a:pt x="694132" y="110594"/>
                  <a:pt x="688983" y="111461"/>
                  <a:pt x="683307" y="111461"/>
                </a:cubicBezTo>
                <a:cubicBezTo>
                  <a:pt x="678368" y="111461"/>
                  <a:pt x="673796" y="110647"/>
                  <a:pt x="669591" y="109019"/>
                </a:cubicBezTo>
                <a:cubicBezTo>
                  <a:pt x="665387" y="107390"/>
                  <a:pt x="661761" y="104972"/>
                  <a:pt x="658713" y="101766"/>
                </a:cubicBezTo>
                <a:cubicBezTo>
                  <a:pt x="655665" y="98560"/>
                  <a:pt x="653248" y="94514"/>
                  <a:pt x="651460" y="89628"/>
                </a:cubicBezTo>
                <a:cubicBezTo>
                  <a:pt x="649673" y="84739"/>
                  <a:pt x="648780" y="78985"/>
                  <a:pt x="648780" y="72363"/>
                </a:cubicBezTo>
                <a:cubicBezTo>
                  <a:pt x="648780" y="67003"/>
                  <a:pt x="649673" y="62090"/>
                  <a:pt x="651460" y="57624"/>
                </a:cubicBezTo>
                <a:cubicBezTo>
                  <a:pt x="653248" y="53157"/>
                  <a:pt x="655744" y="49348"/>
                  <a:pt x="658948" y="46195"/>
                </a:cubicBezTo>
                <a:cubicBezTo>
                  <a:pt x="662154" y="43040"/>
                  <a:pt x="666017" y="40570"/>
                  <a:pt x="670536" y="38783"/>
                </a:cubicBezTo>
                <a:cubicBezTo>
                  <a:pt x="675055" y="36996"/>
                  <a:pt x="679996" y="36103"/>
                  <a:pt x="685357" y="36103"/>
                </a:cubicBezTo>
                <a:cubicBezTo>
                  <a:pt x="690506" y="36103"/>
                  <a:pt x="695262" y="36891"/>
                  <a:pt x="699622" y="38468"/>
                </a:cubicBezTo>
                <a:cubicBezTo>
                  <a:pt x="703984" y="40044"/>
                  <a:pt x="707742" y="42330"/>
                  <a:pt x="710895" y="45326"/>
                </a:cubicBezTo>
                <a:cubicBezTo>
                  <a:pt x="714049" y="48322"/>
                  <a:pt x="716520" y="52027"/>
                  <a:pt x="718306" y="56442"/>
                </a:cubicBezTo>
                <a:cubicBezTo>
                  <a:pt x="720093" y="60856"/>
                  <a:pt x="720986" y="65953"/>
                  <a:pt x="720986" y="71732"/>
                </a:cubicBezTo>
                <a:moveTo>
                  <a:pt x="704433" y="73467"/>
                </a:moveTo>
                <a:cubicBezTo>
                  <a:pt x="704433" y="69474"/>
                  <a:pt x="704170" y="65585"/>
                  <a:pt x="703644" y="61802"/>
                </a:cubicBezTo>
                <a:cubicBezTo>
                  <a:pt x="703118" y="58017"/>
                  <a:pt x="702172" y="54654"/>
                  <a:pt x="700806" y="51711"/>
                </a:cubicBezTo>
                <a:cubicBezTo>
                  <a:pt x="699439" y="48768"/>
                  <a:pt x="697548" y="46403"/>
                  <a:pt x="695131" y="44617"/>
                </a:cubicBezTo>
                <a:cubicBezTo>
                  <a:pt x="692714" y="42830"/>
                  <a:pt x="689613" y="41937"/>
                  <a:pt x="685828" y="41937"/>
                </a:cubicBezTo>
                <a:cubicBezTo>
                  <a:pt x="681625" y="41937"/>
                  <a:pt x="678209" y="42830"/>
                  <a:pt x="675581" y="44617"/>
                </a:cubicBezTo>
                <a:cubicBezTo>
                  <a:pt x="672954" y="46403"/>
                  <a:pt x="670878" y="48794"/>
                  <a:pt x="669355" y="51790"/>
                </a:cubicBezTo>
                <a:cubicBezTo>
                  <a:pt x="667831" y="54786"/>
                  <a:pt x="666780" y="58175"/>
                  <a:pt x="666201" y="61959"/>
                </a:cubicBezTo>
                <a:cubicBezTo>
                  <a:pt x="665624" y="65742"/>
                  <a:pt x="665335" y="69683"/>
                  <a:pt x="665335" y="73782"/>
                </a:cubicBezTo>
                <a:cubicBezTo>
                  <a:pt x="665335" y="77355"/>
                  <a:pt x="665597" y="81034"/>
                  <a:pt x="666122" y="84819"/>
                </a:cubicBezTo>
                <a:cubicBezTo>
                  <a:pt x="666648" y="88602"/>
                  <a:pt x="667646" y="92018"/>
                  <a:pt x="669117" y="95067"/>
                </a:cubicBezTo>
                <a:cubicBezTo>
                  <a:pt x="670589" y="98114"/>
                  <a:pt x="672612" y="100636"/>
                  <a:pt x="675186" y="102635"/>
                </a:cubicBezTo>
                <a:cubicBezTo>
                  <a:pt x="677762" y="104631"/>
                  <a:pt x="681047" y="105630"/>
                  <a:pt x="685042" y="105630"/>
                </a:cubicBezTo>
                <a:cubicBezTo>
                  <a:pt x="689141" y="105630"/>
                  <a:pt x="692451" y="104683"/>
                  <a:pt x="694972" y="102791"/>
                </a:cubicBezTo>
                <a:cubicBezTo>
                  <a:pt x="697495" y="100899"/>
                  <a:pt x="699466" y="98429"/>
                  <a:pt x="700885" y="95382"/>
                </a:cubicBezTo>
                <a:cubicBezTo>
                  <a:pt x="702304" y="92333"/>
                  <a:pt x="703251" y="88891"/>
                  <a:pt x="703724" y="85055"/>
                </a:cubicBezTo>
                <a:cubicBezTo>
                  <a:pt x="704197" y="81219"/>
                  <a:pt x="704433" y="77356"/>
                  <a:pt x="704433" y="73467"/>
                </a:cubicBezTo>
                <a:close/>
                <a:moveTo>
                  <a:pt x="834736" y="39728"/>
                </a:moveTo>
                <a:cubicBezTo>
                  <a:pt x="838099" y="47612"/>
                  <a:pt x="841409" y="55470"/>
                  <a:pt x="844666" y="63301"/>
                </a:cubicBezTo>
                <a:cubicBezTo>
                  <a:pt x="847925" y="71130"/>
                  <a:pt x="851236" y="78986"/>
                  <a:pt x="854599" y="86868"/>
                </a:cubicBezTo>
                <a:cubicBezTo>
                  <a:pt x="854809" y="87603"/>
                  <a:pt x="855151" y="87918"/>
                  <a:pt x="855624" y="87814"/>
                </a:cubicBezTo>
                <a:cubicBezTo>
                  <a:pt x="856097" y="87708"/>
                  <a:pt x="856439" y="87393"/>
                  <a:pt x="856649" y="86868"/>
                </a:cubicBezTo>
                <a:cubicBezTo>
                  <a:pt x="858435" y="81193"/>
                  <a:pt x="859985" y="75727"/>
                  <a:pt x="861299" y="70472"/>
                </a:cubicBezTo>
                <a:cubicBezTo>
                  <a:pt x="862614" y="65216"/>
                  <a:pt x="863849" y="59909"/>
                  <a:pt x="865006" y="54549"/>
                </a:cubicBezTo>
                <a:cubicBezTo>
                  <a:pt x="865426" y="52867"/>
                  <a:pt x="865636" y="51343"/>
                  <a:pt x="865636" y="49976"/>
                </a:cubicBezTo>
                <a:cubicBezTo>
                  <a:pt x="865636" y="47559"/>
                  <a:pt x="865005" y="46009"/>
                  <a:pt x="863743" y="45326"/>
                </a:cubicBezTo>
                <a:cubicBezTo>
                  <a:pt x="862482" y="44643"/>
                  <a:pt x="860486" y="44091"/>
                  <a:pt x="857753" y="43671"/>
                </a:cubicBezTo>
                <a:cubicBezTo>
                  <a:pt x="857017" y="43565"/>
                  <a:pt x="856491" y="43250"/>
                  <a:pt x="856175" y="42726"/>
                </a:cubicBezTo>
                <a:cubicBezTo>
                  <a:pt x="855860" y="42200"/>
                  <a:pt x="855703" y="41674"/>
                  <a:pt x="855703" y="41148"/>
                </a:cubicBezTo>
                <a:cubicBezTo>
                  <a:pt x="855703" y="40517"/>
                  <a:pt x="855887" y="39966"/>
                  <a:pt x="856254" y="39493"/>
                </a:cubicBezTo>
                <a:cubicBezTo>
                  <a:pt x="856623" y="39020"/>
                  <a:pt x="857123" y="38783"/>
                  <a:pt x="857753" y="38783"/>
                </a:cubicBezTo>
                <a:cubicBezTo>
                  <a:pt x="860275" y="38783"/>
                  <a:pt x="862587" y="38994"/>
                  <a:pt x="864688" y="39416"/>
                </a:cubicBezTo>
                <a:cubicBezTo>
                  <a:pt x="866791" y="39836"/>
                  <a:pt x="868893" y="40046"/>
                  <a:pt x="870996" y="40046"/>
                </a:cubicBezTo>
                <a:cubicBezTo>
                  <a:pt x="873098" y="40046"/>
                  <a:pt x="875331" y="39836"/>
                  <a:pt x="877695" y="39416"/>
                </a:cubicBezTo>
                <a:cubicBezTo>
                  <a:pt x="880061" y="38994"/>
                  <a:pt x="881979" y="38783"/>
                  <a:pt x="883449" y="38783"/>
                </a:cubicBezTo>
                <a:cubicBezTo>
                  <a:pt x="884081" y="38783"/>
                  <a:pt x="884528" y="39020"/>
                  <a:pt x="884789" y="39493"/>
                </a:cubicBezTo>
                <a:cubicBezTo>
                  <a:pt x="885052" y="39966"/>
                  <a:pt x="885184" y="40517"/>
                  <a:pt x="885184" y="41148"/>
                </a:cubicBezTo>
                <a:cubicBezTo>
                  <a:pt x="885184" y="41780"/>
                  <a:pt x="885052" y="42359"/>
                  <a:pt x="884789" y="42885"/>
                </a:cubicBezTo>
                <a:cubicBezTo>
                  <a:pt x="884528" y="43409"/>
                  <a:pt x="884187" y="43671"/>
                  <a:pt x="883767" y="43671"/>
                </a:cubicBezTo>
                <a:cubicBezTo>
                  <a:pt x="881664" y="43881"/>
                  <a:pt x="879904" y="44381"/>
                  <a:pt x="878484" y="45170"/>
                </a:cubicBezTo>
                <a:cubicBezTo>
                  <a:pt x="877065" y="45957"/>
                  <a:pt x="875856" y="47034"/>
                  <a:pt x="874857" y="48401"/>
                </a:cubicBezTo>
                <a:cubicBezTo>
                  <a:pt x="873859" y="49767"/>
                  <a:pt x="873019" y="51343"/>
                  <a:pt x="872336" y="53130"/>
                </a:cubicBezTo>
                <a:cubicBezTo>
                  <a:pt x="871652" y="54917"/>
                  <a:pt x="870996" y="56861"/>
                  <a:pt x="870365" y="58964"/>
                </a:cubicBezTo>
                <a:cubicBezTo>
                  <a:pt x="865110" y="76937"/>
                  <a:pt x="859487" y="94752"/>
                  <a:pt x="853497" y="112409"/>
                </a:cubicBezTo>
                <a:cubicBezTo>
                  <a:pt x="853287" y="113039"/>
                  <a:pt x="852630" y="113380"/>
                  <a:pt x="851525" y="113431"/>
                </a:cubicBezTo>
                <a:cubicBezTo>
                  <a:pt x="850421" y="113484"/>
                  <a:pt x="849765" y="113195"/>
                  <a:pt x="849555" y="112565"/>
                </a:cubicBezTo>
                <a:cubicBezTo>
                  <a:pt x="846507" y="104263"/>
                  <a:pt x="843407" y="96012"/>
                  <a:pt x="840254" y="87814"/>
                </a:cubicBezTo>
                <a:cubicBezTo>
                  <a:pt x="837102" y="79616"/>
                  <a:pt x="833581" y="71155"/>
                  <a:pt x="829692" y="62432"/>
                </a:cubicBezTo>
                <a:cubicBezTo>
                  <a:pt x="829481" y="61906"/>
                  <a:pt x="829166" y="61643"/>
                  <a:pt x="828744" y="61643"/>
                </a:cubicBezTo>
                <a:cubicBezTo>
                  <a:pt x="828324" y="61643"/>
                  <a:pt x="828008" y="61906"/>
                  <a:pt x="827798" y="62432"/>
                </a:cubicBezTo>
                <a:cubicBezTo>
                  <a:pt x="825908" y="67372"/>
                  <a:pt x="824121" y="71996"/>
                  <a:pt x="822439" y="76305"/>
                </a:cubicBezTo>
                <a:cubicBezTo>
                  <a:pt x="820756" y="80615"/>
                  <a:pt x="819153" y="84767"/>
                  <a:pt x="817630" y="88762"/>
                </a:cubicBezTo>
                <a:cubicBezTo>
                  <a:pt x="816106" y="92755"/>
                  <a:pt x="814608" y="96696"/>
                  <a:pt x="813136" y="100585"/>
                </a:cubicBezTo>
                <a:cubicBezTo>
                  <a:pt x="811666" y="104473"/>
                  <a:pt x="810194" y="108466"/>
                  <a:pt x="808722" y="112565"/>
                </a:cubicBezTo>
                <a:cubicBezTo>
                  <a:pt x="808512" y="113195"/>
                  <a:pt x="807829" y="113537"/>
                  <a:pt x="806672" y="113590"/>
                </a:cubicBezTo>
                <a:cubicBezTo>
                  <a:pt x="805518" y="113643"/>
                  <a:pt x="804835" y="113301"/>
                  <a:pt x="804623" y="112565"/>
                </a:cubicBezTo>
                <a:cubicBezTo>
                  <a:pt x="801366" y="103316"/>
                  <a:pt x="798186" y="94146"/>
                  <a:pt x="795085" y="85055"/>
                </a:cubicBezTo>
                <a:cubicBezTo>
                  <a:pt x="791985" y="75963"/>
                  <a:pt x="789016" y="66898"/>
                  <a:pt x="786179" y="57859"/>
                </a:cubicBezTo>
                <a:cubicBezTo>
                  <a:pt x="785337" y="55232"/>
                  <a:pt x="784522" y="53079"/>
                  <a:pt x="783733" y="51398"/>
                </a:cubicBezTo>
                <a:cubicBezTo>
                  <a:pt x="782945" y="49716"/>
                  <a:pt x="782078" y="48349"/>
                  <a:pt x="781132" y="47299"/>
                </a:cubicBezTo>
                <a:cubicBezTo>
                  <a:pt x="780188" y="46247"/>
                  <a:pt x="779084" y="45458"/>
                  <a:pt x="777822" y="44932"/>
                </a:cubicBezTo>
                <a:cubicBezTo>
                  <a:pt x="776562" y="44406"/>
                  <a:pt x="775090" y="43986"/>
                  <a:pt x="773408" y="43671"/>
                </a:cubicBezTo>
                <a:cubicBezTo>
                  <a:pt x="772883" y="43565"/>
                  <a:pt x="772516" y="43250"/>
                  <a:pt x="772306" y="42726"/>
                </a:cubicBezTo>
                <a:cubicBezTo>
                  <a:pt x="772096" y="42200"/>
                  <a:pt x="771991" y="41674"/>
                  <a:pt x="771991" y="41148"/>
                </a:cubicBezTo>
                <a:cubicBezTo>
                  <a:pt x="771991" y="40517"/>
                  <a:pt x="772096" y="39966"/>
                  <a:pt x="772306" y="39493"/>
                </a:cubicBezTo>
                <a:cubicBezTo>
                  <a:pt x="772516" y="39020"/>
                  <a:pt x="772883" y="38783"/>
                  <a:pt x="773408" y="38783"/>
                </a:cubicBezTo>
                <a:cubicBezTo>
                  <a:pt x="776036" y="38783"/>
                  <a:pt x="778743" y="38994"/>
                  <a:pt x="781527" y="39416"/>
                </a:cubicBezTo>
                <a:cubicBezTo>
                  <a:pt x="784312" y="39836"/>
                  <a:pt x="787230" y="40046"/>
                  <a:pt x="790278" y="40046"/>
                </a:cubicBezTo>
                <a:cubicBezTo>
                  <a:pt x="793325" y="40046"/>
                  <a:pt x="796294" y="39836"/>
                  <a:pt x="799184" y="39416"/>
                </a:cubicBezTo>
                <a:cubicBezTo>
                  <a:pt x="802075" y="38994"/>
                  <a:pt x="804992" y="38783"/>
                  <a:pt x="807935" y="38783"/>
                </a:cubicBezTo>
                <a:cubicBezTo>
                  <a:pt x="808460" y="38783"/>
                  <a:pt x="808880" y="39020"/>
                  <a:pt x="809196" y="39493"/>
                </a:cubicBezTo>
                <a:cubicBezTo>
                  <a:pt x="809512" y="39966"/>
                  <a:pt x="809695" y="40492"/>
                  <a:pt x="809747" y="41071"/>
                </a:cubicBezTo>
                <a:cubicBezTo>
                  <a:pt x="809800" y="41648"/>
                  <a:pt x="809668" y="42200"/>
                  <a:pt x="809352" y="42726"/>
                </a:cubicBezTo>
                <a:cubicBezTo>
                  <a:pt x="809038" y="43250"/>
                  <a:pt x="808566" y="43565"/>
                  <a:pt x="807935" y="43671"/>
                </a:cubicBezTo>
                <a:cubicBezTo>
                  <a:pt x="804887" y="44091"/>
                  <a:pt x="802731" y="44775"/>
                  <a:pt x="801469" y="45721"/>
                </a:cubicBezTo>
                <a:cubicBezTo>
                  <a:pt x="800209" y="46667"/>
                  <a:pt x="799578" y="47980"/>
                  <a:pt x="799578" y="49661"/>
                </a:cubicBezTo>
                <a:cubicBezTo>
                  <a:pt x="799578" y="50503"/>
                  <a:pt x="799683" y="51424"/>
                  <a:pt x="799893" y="52423"/>
                </a:cubicBezTo>
                <a:cubicBezTo>
                  <a:pt x="800104" y="53420"/>
                  <a:pt x="800367" y="54497"/>
                  <a:pt x="800682" y="55653"/>
                </a:cubicBezTo>
                <a:cubicBezTo>
                  <a:pt x="802155" y="61013"/>
                  <a:pt x="803705" y="66268"/>
                  <a:pt x="805332" y="71417"/>
                </a:cubicBezTo>
                <a:cubicBezTo>
                  <a:pt x="806962" y="76567"/>
                  <a:pt x="808670" y="81717"/>
                  <a:pt x="810456" y="86868"/>
                </a:cubicBezTo>
                <a:cubicBezTo>
                  <a:pt x="810666" y="87499"/>
                  <a:pt x="811035" y="87814"/>
                  <a:pt x="811561" y="87814"/>
                </a:cubicBezTo>
                <a:cubicBezTo>
                  <a:pt x="812191" y="87814"/>
                  <a:pt x="812611" y="87551"/>
                  <a:pt x="812821" y="87025"/>
                </a:cubicBezTo>
                <a:cubicBezTo>
                  <a:pt x="818917" y="70420"/>
                  <a:pt x="825013" y="54707"/>
                  <a:pt x="831111" y="39887"/>
                </a:cubicBezTo>
                <a:cubicBezTo>
                  <a:pt x="831425" y="39151"/>
                  <a:pt x="832003" y="38783"/>
                  <a:pt x="832843" y="38783"/>
                </a:cubicBezTo>
                <a:cubicBezTo>
                  <a:pt x="833789" y="38783"/>
                  <a:pt x="834420" y="39098"/>
                  <a:pt x="834736" y="39728"/>
                </a:cubicBezTo>
                <a:close/>
                <a:moveTo>
                  <a:pt x="962924" y="71732"/>
                </a:moveTo>
                <a:cubicBezTo>
                  <a:pt x="962924" y="78144"/>
                  <a:pt x="962031" y="83820"/>
                  <a:pt x="960244" y="88759"/>
                </a:cubicBezTo>
                <a:cubicBezTo>
                  <a:pt x="958457" y="93699"/>
                  <a:pt x="955908" y="97851"/>
                  <a:pt x="952597" y="101215"/>
                </a:cubicBezTo>
                <a:cubicBezTo>
                  <a:pt x="949286" y="104578"/>
                  <a:pt x="945319" y="107127"/>
                  <a:pt x="940694" y="108860"/>
                </a:cubicBezTo>
                <a:cubicBezTo>
                  <a:pt x="936070" y="110594"/>
                  <a:pt x="930921" y="111461"/>
                  <a:pt x="925245" y="111461"/>
                </a:cubicBezTo>
                <a:cubicBezTo>
                  <a:pt x="920305" y="111461"/>
                  <a:pt x="915733" y="110647"/>
                  <a:pt x="911528" y="109019"/>
                </a:cubicBezTo>
                <a:cubicBezTo>
                  <a:pt x="907325" y="107390"/>
                  <a:pt x="903699" y="104972"/>
                  <a:pt x="900650" y="101766"/>
                </a:cubicBezTo>
                <a:cubicBezTo>
                  <a:pt x="897603" y="98560"/>
                  <a:pt x="895185" y="94514"/>
                  <a:pt x="893397" y="89628"/>
                </a:cubicBezTo>
                <a:cubicBezTo>
                  <a:pt x="891611" y="84739"/>
                  <a:pt x="890717" y="78985"/>
                  <a:pt x="890717" y="72363"/>
                </a:cubicBezTo>
                <a:cubicBezTo>
                  <a:pt x="890717" y="67003"/>
                  <a:pt x="891611" y="62090"/>
                  <a:pt x="893397" y="57624"/>
                </a:cubicBezTo>
                <a:cubicBezTo>
                  <a:pt x="895185" y="53157"/>
                  <a:pt x="897682" y="49348"/>
                  <a:pt x="900886" y="46195"/>
                </a:cubicBezTo>
                <a:cubicBezTo>
                  <a:pt x="904092" y="43040"/>
                  <a:pt x="907954" y="40570"/>
                  <a:pt x="912474" y="38783"/>
                </a:cubicBezTo>
                <a:cubicBezTo>
                  <a:pt x="916993" y="36996"/>
                  <a:pt x="921933" y="36103"/>
                  <a:pt x="927295" y="36103"/>
                </a:cubicBezTo>
                <a:cubicBezTo>
                  <a:pt x="932444" y="36103"/>
                  <a:pt x="937199" y="36891"/>
                  <a:pt x="941560" y="38468"/>
                </a:cubicBezTo>
                <a:cubicBezTo>
                  <a:pt x="945922" y="40044"/>
                  <a:pt x="949679" y="42330"/>
                  <a:pt x="952832" y="45326"/>
                </a:cubicBezTo>
                <a:cubicBezTo>
                  <a:pt x="955987" y="48322"/>
                  <a:pt x="958457" y="52027"/>
                  <a:pt x="960244" y="56442"/>
                </a:cubicBezTo>
                <a:cubicBezTo>
                  <a:pt x="962031" y="60856"/>
                  <a:pt x="962924" y="65953"/>
                  <a:pt x="962924" y="71732"/>
                </a:cubicBezTo>
                <a:moveTo>
                  <a:pt x="946371" y="73467"/>
                </a:moveTo>
                <a:cubicBezTo>
                  <a:pt x="946371" y="69474"/>
                  <a:pt x="946108" y="65585"/>
                  <a:pt x="945582" y="61802"/>
                </a:cubicBezTo>
                <a:cubicBezTo>
                  <a:pt x="945056" y="58017"/>
                  <a:pt x="944110" y="54654"/>
                  <a:pt x="942743" y="51711"/>
                </a:cubicBezTo>
                <a:cubicBezTo>
                  <a:pt x="941377" y="48768"/>
                  <a:pt x="939485" y="46403"/>
                  <a:pt x="937068" y="44617"/>
                </a:cubicBezTo>
                <a:cubicBezTo>
                  <a:pt x="934652" y="42830"/>
                  <a:pt x="931551" y="41937"/>
                  <a:pt x="927766" y="41937"/>
                </a:cubicBezTo>
                <a:cubicBezTo>
                  <a:pt x="923563" y="41937"/>
                  <a:pt x="920147" y="42830"/>
                  <a:pt x="917518" y="44617"/>
                </a:cubicBezTo>
                <a:cubicBezTo>
                  <a:pt x="914891" y="46403"/>
                  <a:pt x="912816" y="48794"/>
                  <a:pt x="911292" y="51790"/>
                </a:cubicBezTo>
                <a:cubicBezTo>
                  <a:pt x="909769" y="54786"/>
                  <a:pt x="908718" y="58175"/>
                  <a:pt x="908139" y="61959"/>
                </a:cubicBezTo>
                <a:cubicBezTo>
                  <a:pt x="907561" y="65742"/>
                  <a:pt x="907273" y="69683"/>
                  <a:pt x="907273" y="73782"/>
                </a:cubicBezTo>
                <a:cubicBezTo>
                  <a:pt x="907273" y="77355"/>
                  <a:pt x="907535" y="81034"/>
                  <a:pt x="908059" y="84819"/>
                </a:cubicBezTo>
                <a:cubicBezTo>
                  <a:pt x="908585" y="88602"/>
                  <a:pt x="909584" y="92018"/>
                  <a:pt x="911054" y="95067"/>
                </a:cubicBezTo>
                <a:cubicBezTo>
                  <a:pt x="912527" y="98114"/>
                  <a:pt x="914550" y="100636"/>
                  <a:pt x="917124" y="102635"/>
                </a:cubicBezTo>
                <a:cubicBezTo>
                  <a:pt x="919699" y="104631"/>
                  <a:pt x="922984" y="105630"/>
                  <a:pt x="926979" y="105630"/>
                </a:cubicBezTo>
                <a:cubicBezTo>
                  <a:pt x="931079" y="105630"/>
                  <a:pt x="934389" y="104683"/>
                  <a:pt x="936910" y="102791"/>
                </a:cubicBezTo>
                <a:cubicBezTo>
                  <a:pt x="939432" y="100899"/>
                  <a:pt x="941403" y="98429"/>
                  <a:pt x="942823" y="95382"/>
                </a:cubicBezTo>
                <a:cubicBezTo>
                  <a:pt x="944242" y="92333"/>
                  <a:pt x="945188" y="88891"/>
                  <a:pt x="945661" y="85055"/>
                </a:cubicBezTo>
                <a:cubicBezTo>
                  <a:pt x="946134" y="81219"/>
                  <a:pt x="946371" y="77356"/>
                  <a:pt x="946371" y="73467"/>
                </a:cubicBezTo>
                <a:close/>
                <a:moveTo>
                  <a:pt x="999988" y="90809"/>
                </a:moveTo>
                <a:cubicBezTo>
                  <a:pt x="999988" y="93437"/>
                  <a:pt x="1000066" y="95645"/>
                  <a:pt x="1000223" y="97431"/>
                </a:cubicBezTo>
                <a:cubicBezTo>
                  <a:pt x="1000382" y="99218"/>
                  <a:pt x="1000934" y="100689"/>
                  <a:pt x="1001879" y="101846"/>
                </a:cubicBezTo>
                <a:cubicBezTo>
                  <a:pt x="1002825" y="103002"/>
                  <a:pt x="1004296" y="103895"/>
                  <a:pt x="1006293" y="104526"/>
                </a:cubicBezTo>
                <a:cubicBezTo>
                  <a:pt x="1008291" y="105156"/>
                  <a:pt x="1011182" y="105629"/>
                  <a:pt x="1014965" y="105945"/>
                </a:cubicBezTo>
                <a:cubicBezTo>
                  <a:pt x="1015595" y="106049"/>
                  <a:pt x="1016068" y="106338"/>
                  <a:pt x="1016382" y="106811"/>
                </a:cubicBezTo>
                <a:cubicBezTo>
                  <a:pt x="1016698" y="107284"/>
                  <a:pt x="1016856" y="107836"/>
                  <a:pt x="1016856" y="108466"/>
                </a:cubicBezTo>
                <a:cubicBezTo>
                  <a:pt x="1016856" y="108992"/>
                  <a:pt x="1016698" y="109491"/>
                  <a:pt x="1016382" y="109965"/>
                </a:cubicBezTo>
                <a:cubicBezTo>
                  <a:pt x="1016068" y="110438"/>
                  <a:pt x="1015595" y="110674"/>
                  <a:pt x="1014965" y="110674"/>
                </a:cubicBezTo>
                <a:cubicBezTo>
                  <a:pt x="1010446" y="110674"/>
                  <a:pt x="1006452" y="110490"/>
                  <a:pt x="1002983" y="110121"/>
                </a:cubicBezTo>
                <a:cubicBezTo>
                  <a:pt x="999514" y="109754"/>
                  <a:pt x="996203" y="109570"/>
                  <a:pt x="993050" y="109570"/>
                </a:cubicBezTo>
                <a:cubicBezTo>
                  <a:pt x="989687" y="109570"/>
                  <a:pt x="986350" y="109754"/>
                  <a:pt x="983038" y="110121"/>
                </a:cubicBezTo>
                <a:cubicBezTo>
                  <a:pt x="979728" y="110490"/>
                  <a:pt x="976391" y="110674"/>
                  <a:pt x="973028" y="110674"/>
                </a:cubicBezTo>
                <a:cubicBezTo>
                  <a:pt x="972504" y="110674"/>
                  <a:pt x="972084" y="110438"/>
                  <a:pt x="971768" y="109965"/>
                </a:cubicBezTo>
                <a:cubicBezTo>
                  <a:pt x="971452" y="109491"/>
                  <a:pt x="971294" y="108992"/>
                  <a:pt x="971294" y="108466"/>
                </a:cubicBezTo>
                <a:cubicBezTo>
                  <a:pt x="971294" y="107836"/>
                  <a:pt x="971452" y="107284"/>
                  <a:pt x="971768" y="106811"/>
                </a:cubicBezTo>
                <a:cubicBezTo>
                  <a:pt x="972084" y="106338"/>
                  <a:pt x="972557" y="106049"/>
                  <a:pt x="973187" y="105945"/>
                </a:cubicBezTo>
                <a:cubicBezTo>
                  <a:pt x="976130" y="105629"/>
                  <a:pt x="978415" y="105156"/>
                  <a:pt x="980043" y="104526"/>
                </a:cubicBezTo>
                <a:cubicBezTo>
                  <a:pt x="981672" y="103895"/>
                  <a:pt x="982855" y="103028"/>
                  <a:pt x="983591" y="101925"/>
                </a:cubicBezTo>
                <a:cubicBezTo>
                  <a:pt x="984327" y="100820"/>
                  <a:pt x="984774" y="99454"/>
                  <a:pt x="984931" y="97826"/>
                </a:cubicBezTo>
                <a:cubicBezTo>
                  <a:pt x="985090" y="96197"/>
                  <a:pt x="985169" y="94173"/>
                  <a:pt x="985169" y="91754"/>
                </a:cubicBezTo>
                <a:lnTo>
                  <a:pt x="985169" y="68737"/>
                </a:lnTo>
                <a:cubicBezTo>
                  <a:pt x="985169" y="63588"/>
                  <a:pt x="985063" y="59515"/>
                  <a:pt x="984852" y="56519"/>
                </a:cubicBezTo>
                <a:cubicBezTo>
                  <a:pt x="984642" y="53524"/>
                  <a:pt x="984142" y="51212"/>
                  <a:pt x="983353" y="49584"/>
                </a:cubicBezTo>
                <a:cubicBezTo>
                  <a:pt x="982566" y="47955"/>
                  <a:pt x="981331" y="46877"/>
                  <a:pt x="979648" y="46351"/>
                </a:cubicBezTo>
                <a:cubicBezTo>
                  <a:pt x="977968" y="45825"/>
                  <a:pt x="975656" y="45457"/>
                  <a:pt x="972713" y="45247"/>
                </a:cubicBezTo>
                <a:cubicBezTo>
                  <a:pt x="972189" y="45247"/>
                  <a:pt x="971795" y="44985"/>
                  <a:pt x="971532" y="44460"/>
                </a:cubicBezTo>
                <a:cubicBezTo>
                  <a:pt x="971269" y="43934"/>
                  <a:pt x="971137" y="43408"/>
                  <a:pt x="971137" y="42882"/>
                </a:cubicBezTo>
                <a:cubicBezTo>
                  <a:pt x="971137" y="42358"/>
                  <a:pt x="971269" y="41832"/>
                  <a:pt x="971532" y="41306"/>
                </a:cubicBezTo>
                <a:cubicBezTo>
                  <a:pt x="971795" y="40780"/>
                  <a:pt x="972242" y="40517"/>
                  <a:pt x="972872" y="40517"/>
                </a:cubicBezTo>
                <a:cubicBezTo>
                  <a:pt x="974974" y="40307"/>
                  <a:pt x="977891" y="40071"/>
                  <a:pt x="981621" y="39808"/>
                </a:cubicBezTo>
                <a:cubicBezTo>
                  <a:pt x="985353" y="39545"/>
                  <a:pt x="989163" y="38888"/>
                  <a:pt x="993050" y="37838"/>
                </a:cubicBezTo>
                <a:cubicBezTo>
                  <a:pt x="994522" y="37417"/>
                  <a:pt x="995731" y="37365"/>
                  <a:pt x="996678" y="37681"/>
                </a:cubicBezTo>
                <a:cubicBezTo>
                  <a:pt x="997624" y="37996"/>
                  <a:pt x="998044" y="38889"/>
                  <a:pt x="997938" y="40361"/>
                </a:cubicBezTo>
                <a:lnTo>
                  <a:pt x="997623" y="50450"/>
                </a:lnTo>
                <a:cubicBezTo>
                  <a:pt x="997623" y="50660"/>
                  <a:pt x="997675" y="50792"/>
                  <a:pt x="997779" y="50845"/>
                </a:cubicBezTo>
                <a:cubicBezTo>
                  <a:pt x="997885" y="50898"/>
                  <a:pt x="998043" y="50818"/>
                  <a:pt x="998253" y="50607"/>
                </a:cubicBezTo>
                <a:cubicBezTo>
                  <a:pt x="1000460" y="46193"/>
                  <a:pt x="1003166" y="42673"/>
                  <a:pt x="1006372" y="40046"/>
                </a:cubicBezTo>
                <a:cubicBezTo>
                  <a:pt x="1009578" y="37417"/>
                  <a:pt x="1013861" y="36103"/>
                  <a:pt x="1019220" y="36103"/>
                </a:cubicBezTo>
                <a:cubicBezTo>
                  <a:pt x="1023636" y="36103"/>
                  <a:pt x="1026894" y="37233"/>
                  <a:pt x="1028994" y="39493"/>
                </a:cubicBezTo>
                <a:cubicBezTo>
                  <a:pt x="1031097" y="41752"/>
                  <a:pt x="1032148" y="44512"/>
                  <a:pt x="1032148" y="47770"/>
                </a:cubicBezTo>
                <a:cubicBezTo>
                  <a:pt x="1032148" y="49557"/>
                  <a:pt x="1031465" y="51186"/>
                  <a:pt x="1030099" y="52658"/>
                </a:cubicBezTo>
                <a:cubicBezTo>
                  <a:pt x="1028732" y="54129"/>
                  <a:pt x="1026788" y="54864"/>
                  <a:pt x="1024267" y="54864"/>
                </a:cubicBezTo>
                <a:cubicBezTo>
                  <a:pt x="1021849" y="54864"/>
                  <a:pt x="1020167" y="54286"/>
                  <a:pt x="1019220" y="53130"/>
                </a:cubicBezTo>
                <a:cubicBezTo>
                  <a:pt x="1018276" y="51974"/>
                  <a:pt x="1017804" y="50712"/>
                  <a:pt x="1017804" y="49346"/>
                </a:cubicBezTo>
                <a:cubicBezTo>
                  <a:pt x="1017804" y="47875"/>
                  <a:pt x="1017514" y="46720"/>
                  <a:pt x="1016935" y="45880"/>
                </a:cubicBezTo>
                <a:cubicBezTo>
                  <a:pt x="1016358" y="45038"/>
                  <a:pt x="1015123" y="44617"/>
                  <a:pt x="1013231" y="44617"/>
                </a:cubicBezTo>
                <a:cubicBezTo>
                  <a:pt x="1011234" y="44617"/>
                  <a:pt x="1009421" y="45273"/>
                  <a:pt x="1007791" y="46587"/>
                </a:cubicBezTo>
                <a:cubicBezTo>
                  <a:pt x="1006162" y="47900"/>
                  <a:pt x="1004769" y="49451"/>
                  <a:pt x="1003613" y="51239"/>
                </a:cubicBezTo>
                <a:cubicBezTo>
                  <a:pt x="1002457" y="53026"/>
                  <a:pt x="1001563" y="54865"/>
                  <a:pt x="1000933" y="56758"/>
                </a:cubicBezTo>
                <a:cubicBezTo>
                  <a:pt x="1000303" y="58648"/>
                  <a:pt x="999988" y="60119"/>
                  <a:pt x="999988" y="61169"/>
                </a:cubicBezTo>
                <a:lnTo>
                  <a:pt x="999988" y="90809"/>
                </a:lnTo>
                <a:close/>
                <a:moveTo>
                  <a:pt x="1116824" y="110674"/>
                </a:moveTo>
                <a:cubicBezTo>
                  <a:pt x="1115142" y="110568"/>
                  <a:pt x="1113434" y="110463"/>
                  <a:pt x="1111701" y="110357"/>
                </a:cubicBezTo>
                <a:cubicBezTo>
                  <a:pt x="1109967" y="110252"/>
                  <a:pt x="1108154" y="110200"/>
                  <a:pt x="1106262" y="110200"/>
                </a:cubicBezTo>
                <a:cubicBezTo>
                  <a:pt x="1104159" y="110200"/>
                  <a:pt x="1102083" y="110279"/>
                  <a:pt x="1100033" y="110436"/>
                </a:cubicBezTo>
                <a:cubicBezTo>
                  <a:pt x="1097984" y="110595"/>
                  <a:pt x="1096066" y="110674"/>
                  <a:pt x="1094279" y="110674"/>
                </a:cubicBezTo>
                <a:cubicBezTo>
                  <a:pt x="1093545" y="110674"/>
                  <a:pt x="1093020" y="110411"/>
                  <a:pt x="1092704" y="109885"/>
                </a:cubicBezTo>
                <a:cubicBezTo>
                  <a:pt x="1092388" y="109359"/>
                  <a:pt x="1092178" y="108886"/>
                  <a:pt x="1092073" y="108466"/>
                </a:cubicBezTo>
                <a:cubicBezTo>
                  <a:pt x="1091233" y="104052"/>
                  <a:pt x="1089840" y="99928"/>
                  <a:pt x="1087895" y="96092"/>
                </a:cubicBezTo>
                <a:cubicBezTo>
                  <a:pt x="1085951" y="92255"/>
                  <a:pt x="1083718" y="88866"/>
                  <a:pt x="1081195" y="85923"/>
                </a:cubicBezTo>
                <a:cubicBezTo>
                  <a:pt x="1078673" y="82980"/>
                  <a:pt x="1075965" y="80668"/>
                  <a:pt x="1073074" y="78985"/>
                </a:cubicBezTo>
                <a:cubicBezTo>
                  <a:pt x="1070184" y="77303"/>
                  <a:pt x="1067321" y="76462"/>
                  <a:pt x="1064484" y="76462"/>
                </a:cubicBezTo>
                <a:lnTo>
                  <a:pt x="1064484" y="88759"/>
                </a:lnTo>
                <a:cubicBezTo>
                  <a:pt x="1064484" y="91808"/>
                  <a:pt x="1064536" y="94331"/>
                  <a:pt x="1064640" y="96327"/>
                </a:cubicBezTo>
                <a:cubicBezTo>
                  <a:pt x="1064746" y="98324"/>
                  <a:pt x="1065087" y="99953"/>
                  <a:pt x="1065665" y="101215"/>
                </a:cubicBezTo>
                <a:cubicBezTo>
                  <a:pt x="1066244" y="102476"/>
                  <a:pt x="1067163" y="103474"/>
                  <a:pt x="1068424" y="104210"/>
                </a:cubicBezTo>
                <a:cubicBezTo>
                  <a:pt x="1069686" y="104945"/>
                  <a:pt x="1071526" y="105523"/>
                  <a:pt x="1073942" y="105945"/>
                </a:cubicBezTo>
                <a:cubicBezTo>
                  <a:pt x="1074573" y="106049"/>
                  <a:pt x="1075046" y="106364"/>
                  <a:pt x="1075362" y="106890"/>
                </a:cubicBezTo>
                <a:cubicBezTo>
                  <a:pt x="1075678" y="107415"/>
                  <a:pt x="1075836" y="107940"/>
                  <a:pt x="1075836" y="108466"/>
                </a:cubicBezTo>
                <a:cubicBezTo>
                  <a:pt x="1075836" y="108992"/>
                  <a:pt x="1075678" y="109491"/>
                  <a:pt x="1075362" y="109965"/>
                </a:cubicBezTo>
                <a:cubicBezTo>
                  <a:pt x="1075046" y="110438"/>
                  <a:pt x="1074573" y="110674"/>
                  <a:pt x="1073942" y="110674"/>
                </a:cubicBezTo>
                <a:cubicBezTo>
                  <a:pt x="1071000" y="110674"/>
                  <a:pt x="1068320" y="110490"/>
                  <a:pt x="1065903" y="110121"/>
                </a:cubicBezTo>
                <a:cubicBezTo>
                  <a:pt x="1063486" y="109754"/>
                  <a:pt x="1060700" y="109570"/>
                  <a:pt x="1057546" y="109570"/>
                </a:cubicBezTo>
                <a:cubicBezTo>
                  <a:pt x="1054183" y="109570"/>
                  <a:pt x="1050872" y="109754"/>
                  <a:pt x="1047613" y="110121"/>
                </a:cubicBezTo>
                <a:cubicBezTo>
                  <a:pt x="1044356" y="110490"/>
                  <a:pt x="1041046" y="110674"/>
                  <a:pt x="1037683" y="110674"/>
                </a:cubicBezTo>
                <a:cubicBezTo>
                  <a:pt x="1037157" y="110674"/>
                  <a:pt x="1036736" y="110438"/>
                  <a:pt x="1036420" y="109965"/>
                </a:cubicBezTo>
                <a:cubicBezTo>
                  <a:pt x="1036106" y="109491"/>
                  <a:pt x="1035948" y="108992"/>
                  <a:pt x="1035948" y="108466"/>
                </a:cubicBezTo>
                <a:cubicBezTo>
                  <a:pt x="1035948" y="107836"/>
                  <a:pt x="1036106" y="107284"/>
                  <a:pt x="1036420" y="106811"/>
                </a:cubicBezTo>
                <a:cubicBezTo>
                  <a:pt x="1036736" y="106338"/>
                  <a:pt x="1037209" y="106049"/>
                  <a:pt x="1037839" y="105945"/>
                </a:cubicBezTo>
                <a:cubicBezTo>
                  <a:pt x="1040782" y="105629"/>
                  <a:pt x="1043068" y="105156"/>
                  <a:pt x="1044698" y="104526"/>
                </a:cubicBezTo>
                <a:cubicBezTo>
                  <a:pt x="1046327" y="103895"/>
                  <a:pt x="1047510" y="103028"/>
                  <a:pt x="1048246" y="101925"/>
                </a:cubicBezTo>
                <a:cubicBezTo>
                  <a:pt x="1048982" y="100820"/>
                  <a:pt x="1049402" y="99454"/>
                  <a:pt x="1049506" y="97826"/>
                </a:cubicBezTo>
                <a:cubicBezTo>
                  <a:pt x="1049612" y="96197"/>
                  <a:pt x="1049665" y="94173"/>
                  <a:pt x="1049665" y="91754"/>
                </a:cubicBezTo>
                <a:lnTo>
                  <a:pt x="1049665" y="29798"/>
                </a:lnTo>
                <a:cubicBezTo>
                  <a:pt x="1049665" y="25279"/>
                  <a:pt x="1049559" y="21679"/>
                  <a:pt x="1049348" y="18999"/>
                </a:cubicBezTo>
                <a:cubicBezTo>
                  <a:pt x="1049137" y="16318"/>
                  <a:pt x="1048559" y="14242"/>
                  <a:pt x="1047613" y="12771"/>
                </a:cubicBezTo>
                <a:cubicBezTo>
                  <a:pt x="1046669" y="11299"/>
                  <a:pt x="1045250" y="10301"/>
                  <a:pt x="1043358" y="9776"/>
                </a:cubicBezTo>
                <a:cubicBezTo>
                  <a:pt x="1041467" y="9250"/>
                  <a:pt x="1038839" y="8829"/>
                  <a:pt x="1035474" y="8513"/>
                </a:cubicBezTo>
                <a:cubicBezTo>
                  <a:pt x="1034950" y="8513"/>
                  <a:pt x="1034556" y="8251"/>
                  <a:pt x="1034293" y="7727"/>
                </a:cubicBezTo>
                <a:cubicBezTo>
                  <a:pt x="1034030" y="7201"/>
                  <a:pt x="1033872" y="6676"/>
                  <a:pt x="1033819" y="6151"/>
                </a:cubicBezTo>
                <a:cubicBezTo>
                  <a:pt x="1033768" y="5625"/>
                  <a:pt x="1033873" y="5099"/>
                  <a:pt x="1034135" y="4573"/>
                </a:cubicBezTo>
                <a:cubicBezTo>
                  <a:pt x="1034398" y="4047"/>
                  <a:pt x="1034844" y="3784"/>
                  <a:pt x="1035474" y="3784"/>
                </a:cubicBezTo>
                <a:cubicBezTo>
                  <a:pt x="1039259" y="3574"/>
                  <a:pt x="1043437" y="3259"/>
                  <a:pt x="1048008" y="2839"/>
                </a:cubicBezTo>
                <a:cubicBezTo>
                  <a:pt x="1052580" y="2418"/>
                  <a:pt x="1056810" y="1630"/>
                  <a:pt x="1060700" y="474"/>
                </a:cubicBezTo>
                <a:cubicBezTo>
                  <a:pt x="1062172" y="54"/>
                  <a:pt x="1063144" y="133"/>
                  <a:pt x="1063615" y="712"/>
                </a:cubicBezTo>
                <a:cubicBezTo>
                  <a:pt x="1064088" y="1289"/>
                  <a:pt x="1064378" y="1893"/>
                  <a:pt x="1064484" y="2523"/>
                </a:cubicBezTo>
                <a:lnTo>
                  <a:pt x="1064484" y="69683"/>
                </a:lnTo>
                <a:cubicBezTo>
                  <a:pt x="1066480" y="68422"/>
                  <a:pt x="1068372" y="67004"/>
                  <a:pt x="1070158" y="65427"/>
                </a:cubicBezTo>
                <a:cubicBezTo>
                  <a:pt x="1071945" y="63851"/>
                  <a:pt x="1073573" y="62222"/>
                  <a:pt x="1075044" y="60542"/>
                </a:cubicBezTo>
                <a:cubicBezTo>
                  <a:pt x="1076516" y="58859"/>
                  <a:pt x="1077883" y="57230"/>
                  <a:pt x="1079143" y="55653"/>
                </a:cubicBezTo>
                <a:cubicBezTo>
                  <a:pt x="1080405" y="54077"/>
                  <a:pt x="1081510" y="52711"/>
                  <a:pt x="1082456" y="51554"/>
                </a:cubicBezTo>
                <a:cubicBezTo>
                  <a:pt x="1084558" y="48822"/>
                  <a:pt x="1085478" y="46851"/>
                  <a:pt x="1085215" y="45641"/>
                </a:cubicBezTo>
                <a:cubicBezTo>
                  <a:pt x="1084952" y="44432"/>
                  <a:pt x="1083139" y="43722"/>
                  <a:pt x="1079776" y="43512"/>
                </a:cubicBezTo>
                <a:cubicBezTo>
                  <a:pt x="1079250" y="43512"/>
                  <a:pt x="1078829" y="43250"/>
                  <a:pt x="1078513" y="42726"/>
                </a:cubicBezTo>
                <a:cubicBezTo>
                  <a:pt x="1078199" y="42200"/>
                  <a:pt x="1078041" y="41674"/>
                  <a:pt x="1078041" y="41148"/>
                </a:cubicBezTo>
                <a:cubicBezTo>
                  <a:pt x="1078041" y="40517"/>
                  <a:pt x="1078199" y="39966"/>
                  <a:pt x="1078513" y="39493"/>
                </a:cubicBezTo>
                <a:cubicBezTo>
                  <a:pt x="1078829" y="39020"/>
                  <a:pt x="1079250" y="38783"/>
                  <a:pt x="1079776" y="38783"/>
                </a:cubicBezTo>
                <a:cubicBezTo>
                  <a:pt x="1081458" y="38783"/>
                  <a:pt x="1082903" y="38836"/>
                  <a:pt x="1084111" y="38942"/>
                </a:cubicBezTo>
                <a:cubicBezTo>
                  <a:pt x="1085320" y="39046"/>
                  <a:pt x="1086423" y="39178"/>
                  <a:pt x="1087421" y="39336"/>
                </a:cubicBezTo>
                <a:cubicBezTo>
                  <a:pt x="1088420" y="39493"/>
                  <a:pt x="1089393" y="39625"/>
                  <a:pt x="1090339" y="39731"/>
                </a:cubicBezTo>
                <a:cubicBezTo>
                  <a:pt x="1091285" y="39835"/>
                  <a:pt x="1092388" y="39887"/>
                  <a:pt x="1093649" y="39887"/>
                </a:cubicBezTo>
                <a:cubicBezTo>
                  <a:pt x="1096067" y="39887"/>
                  <a:pt x="1098537" y="39704"/>
                  <a:pt x="1101058" y="39336"/>
                </a:cubicBezTo>
                <a:cubicBezTo>
                  <a:pt x="1103581" y="38967"/>
                  <a:pt x="1106051" y="38783"/>
                  <a:pt x="1108470" y="38783"/>
                </a:cubicBezTo>
                <a:cubicBezTo>
                  <a:pt x="1108890" y="38783"/>
                  <a:pt x="1109257" y="39020"/>
                  <a:pt x="1109572" y="39493"/>
                </a:cubicBezTo>
                <a:cubicBezTo>
                  <a:pt x="1109888" y="39966"/>
                  <a:pt x="1110046" y="40517"/>
                  <a:pt x="1110046" y="41148"/>
                </a:cubicBezTo>
                <a:cubicBezTo>
                  <a:pt x="1110046" y="41674"/>
                  <a:pt x="1109914" y="42173"/>
                  <a:pt x="1109651" y="42646"/>
                </a:cubicBezTo>
                <a:cubicBezTo>
                  <a:pt x="1109388" y="43119"/>
                  <a:pt x="1108994" y="43408"/>
                  <a:pt x="1108470" y="43512"/>
                </a:cubicBezTo>
                <a:cubicBezTo>
                  <a:pt x="1106367" y="43722"/>
                  <a:pt x="1104633" y="44038"/>
                  <a:pt x="1103267" y="44460"/>
                </a:cubicBezTo>
                <a:cubicBezTo>
                  <a:pt x="1101900" y="44880"/>
                  <a:pt x="1100639" y="45459"/>
                  <a:pt x="1099483" y="46195"/>
                </a:cubicBezTo>
                <a:cubicBezTo>
                  <a:pt x="1098326" y="46929"/>
                  <a:pt x="1097222" y="47796"/>
                  <a:pt x="1096170" y="48795"/>
                </a:cubicBezTo>
                <a:cubicBezTo>
                  <a:pt x="1095120" y="49793"/>
                  <a:pt x="1093859" y="50975"/>
                  <a:pt x="1092388" y="52341"/>
                </a:cubicBezTo>
                <a:cubicBezTo>
                  <a:pt x="1091442" y="53183"/>
                  <a:pt x="1090181" y="54340"/>
                  <a:pt x="1088604" y="55812"/>
                </a:cubicBezTo>
                <a:cubicBezTo>
                  <a:pt x="1087028" y="57283"/>
                  <a:pt x="1085320" y="58833"/>
                  <a:pt x="1083481" y="60462"/>
                </a:cubicBezTo>
                <a:cubicBezTo>
                  <a:pt x="1081641" y="62090"/>
                  <a:pt x="1079854" y="63640"/>
                  <a:pt x="1078121" y="65112"/>
                </a:cubicBezTo>
                <a:cubicBezTo>
                  <a:pt x="1076387" y="66583"/>
                  <a:pt x="1074889" y="67791"/>
                  <a:pt x="1073627" y="68737"/>
                </a:cubicBezTo>
                <a:cubicBezTo>
                  <a:pt x="1073207" y="69053"/>
                  <a:pt x="1073049" y="69369"/>
                  <a:pt x="1073153" y="69685"/>
                </a:cubicBezTo>
                <a:cubicBezTo>
                  <a:pt x="1073259" y="70000"/>
                  <a:pt x="1073470" y="70157"/>
                  <a:pt x="1073786" y="70157"/>
                </a:cubicBezTo>
                <a:cubicBezTo>
                  <a:pt x="1077989" y="70367"/>
                  <a:pt x="1081483" y="71077"/>
                  <a:pt x="1084267" y="72286"/>
                </a:cubicBezTo>
                <a:cubicBezTo>
                  <a:pt x="1087053" y="73493"/>
                  <a:pt x="1089392" y="75017"/>
                  <a:pt x="1091284" y="76856"/>
                </a:cubicBezTo>
                <a:cubicBezTo>
                  <a:pt x="1093177" y="78696"/>
                  <a:pt x="1094780" y="80772"/>
                  <a:pt x="1096093" y="83084"/>
                </a:cubicBezTo>
                <a:cubicBezTo>
                  <a:pt x="1097407" y="85397"/>
                  <a:pt x="1098720" y="87788"/>
                  <a:pt x="1100033" y="90258"/>
                </a:cubicBezTo>
                <a:cubicBezTo>
                  <a:pt x="1101348" y="92728"/>
                  <a:pt x="1102820" y="95145"/>
                  <a:pt x="1104448" y="97511"/>
                </a:cubicBezTo>
                <a:cubicBezTo>
                  <a:pt x="1106077" y="99875"/>
                  <a:pt x="1108153" y="102055"/>
                  <a:pt x="1110676" y="104052"/>
                </a:cubicBezTo>
                <a:cubicBezTo>
                  <a:pt x="1111412" y="104578"/>
                  <a:pt x="1112332" y="104999"/>
                  <a:pt x="1113435" y="105315"/>
                </a:cubicBezTo>
                <a:cubicBezTo>
                  <a:pt x="1114538" y="105629"/>
                  <a:pt x="1115668" y="105839"/>
                  <a:pt x="1116824" y="105945"/>
                </a:cubicBezTo>
                <a:cubicBezTo>
                  <a:pt x="1117455" y="105945"/>
                  <a:pt x="1117927" y="106208"/>
                  <a:pt x="1118241" y="106734"/>
                </a:cubicBezTo>
                <a:cubicBezTo>
                  <a:pt x="1118557" y="107258"/>
                  <a:pt x="1118715" y="107836"/>
                  <a:pt x="1118715" y="108466"/>
                </a:cubicBezTo>
                <a:cubicBezTo>
                  <a:pt x="1118715" y="108992"/>
                  <a:pt x="1118557" y="109491"/>
                  <a:pt x="1118241" y="109965"/>
                </a:cubicBezTo>
                <a:cubicBezTo>
                  <a:pt x="1117927" y="110438"/>
                  <a:pt x="1117455" y="110674"/>
                  <a:pt x="1116824" y="110674"/>
                </a:cubicBezTo>
                <a:close/>
                <a:moveTo>
                  <a:pt x="1195697" y="91124"/>
                </a:moveTo>
                <a:cubicBezTo>
                  <a:pt x="1195697" y="93752"/>
                  <a:pt x="1195802" y="95934"/>
                  <a:pt x="1196013" y="97667"/>
                </a:cubicBezTo>
                <a:cubicBezTo>
                  <a:pt x="1196223" y="99401"/>
                  <a:pt x="1196748" y="100794"/>
                  <a:pt x="1197588" y="101846"/>
                </a:cubicBezTo>
                <a:cubicBezTo>
                  <a:pt x="1198430" y="102896"/>
                  <a:pt x="1199823" y="103736"/>
                  <a:pt x="1201767" y="104367"/>
                </a:cubicBezTo>
                <a:cubicBezTo>
                  <a:pt x="1203710" y="104997"/>
                  <a:pt x="1206417" y="105523"/>
                  <a:pt x="1209886" y="105945"/>
                </a:cubicBezTo>
                <a:cubicBezTo>
                  <a:pt x="1210516" y="106049"/>
                  <a:pt x="1210989" y="106338"/>
                  <a:pt x="1211305" y="106811"/>
                </a:cubicBezTo>
                <a:cubicBezTo>
                  <a:pt x="1211621" y="107284"/>
                  <a:pt x="1211779" y="107836"/>
                  <a:pt x="1211779" y="108466"/>
                </a:cubicBezTo>
                <a:cubicBezTo>
                  <a:pt x="1211779" y="108992"/>
                  <a:pt x="1211621" y="109491"/>
                  <a:pt x="1211305" y="109965"/>
                </a:cubicBezTo>
                <a:cubicBezTo>
                  <a:pt x="1210989" y="110438"/>
                  <a:pt x="1210569" y="110674"/>
                  <a:pt x="1210044" y="110674"/>
                </a:cubicBezTo>
                <a:cubicBezTo>
                  <a:pt x="1205839" y="110674"/>
                  <a:pt x="1202081" y="110490"/>
                  <a:pt x="1198769" y="110121"/>
                </a:cubicBezTo>
                <a:cubicBezTo>
                  <a:pt x="1195459" y="109754"/>
                  <a:pt x="1192228" y="109570"/>
                  <a:pt x="1189075" y="109570"/>
                </a:cubicBezTo>
                <a:cubicBezTo>
                  <a:pt x="1185712" y="109570"/>
                  <a:pt x="1182349" y="109754"/>
                  <a:pt x="1178986" y="110121"/>
                </a:cubicBezTo>
                <a:cubicBezTo>
                  <a:pt x="1175623" y="110490"/>
                  <a:pt x="1172365" y="110674"/>
                  <a:pt x="1169212" y="110674"/>
                </a:cubicBezTo>
                <a:cubicBezTo>
                  <a:pt x="1168582" y="110674"/>
                  <a:pt x="1168108" y="110438"/>
                  <a:pt x="1167792" y="109965"/>
                </a:cubicBezTo>
                <a:cubicBezTo>
                  <a:pt x="1167477" y="109491"/>
                  <a:pt x="1167319" y="108992"/>
                  <a:pt x="1167319" y="108466"/>
                </a:cubicBezTo>
                <a:cubicBezTo>
                  <a:pt x="1167319" y="107836"/>
                  <a:pt x="1167477" y="107284"/>
                  <a:pt x="1167792" y="106811"/>
                </a:cubicBezTo>
                <a:cubicBezTo>
                  <a:pt x="1168108" y="106338"/>
                  <a:pt x="1168634" y="106049"/>
                  <a:pt x="1169368" y="105945"/>
                </a:cubicBezTo>
                <a:cubicBezTo>
                  <a:pt x="1172207" y="105629"/>
                  <a:pt x="1174388" y="105182"/>
                  <a:pt x="1175911" y="104605"/>
                </a:cubicBezTo>
                <a:cubicBezTo>
                  <a:pt x="1177435" y="104026"/>
                  <a:pt x="1178565" y="103211"/>
                  <a:pt x="1179301" y="102161"/>
                </a:cubicBezTo>
                <a:cubicBezTo>
                  <a:pt x="1180037" y="101109"/>
                  <a:pt x="1180484" y="99742"/>
                  <a:pt x="1180641" y="98062"/>
                </a:cubicBezTo>
                <a:cubicBezTo>
                  <a:pt x="1180798" y="96379"/>
                  <a:pt x="1180877" y="94225"/>
                  <a:pt x="1180877" y="91598"/>
                </a:cubicBezTo>
                <a:lnTo>
                  <a:pt x="1180877" y="48401"/>
                </a:lnTo>
                <a:cubicBezTo>
                  <a:pt x="1180877" y="46928"/>
                  <a:pt x="1180771" y="46062"/>
                  <a:pt x="1180561" y="45800"/>
                </a:cubicBezTo>
                <a:cubicBezTo>
                  <a:pt x="1180351" y="45537"/>
                  <a:pt x="1179563" y="45406"/>
                  <a:pt x="1178197" y="45406"/>
                </a:cubicBezTo>
                <a:lnTo>
                  <a:pt x="1170316" y="45406"/>
                </a:lnTo>
                <a:cubicBezTo>
                  <a:pt x="1169684" y="45406"/>
                  <a:pt x="1169210" y="45117"/>
                  <a:pt x="1168894" y="44540"/>
                </a:cubicBezTo>
                <a:cubicBezTo>
                  <a:pt x="1168580" y="43961"/>
                  <a:pt x="1168423" y="43356"/>
                  <a:pt x="1168423" y="42726"/>
                </a:cubicBezTo>
                <a:cubicBezTo>
                  <a:pt x="1168423" y="41990"/>
                  <a:pt x="1168606" y="41306"/>
                  <a:pt x="1168974" y="40676"/>
                </a:cubicBezTo>
                <a:cubicBezTo>
                  <a:pt x="1169342" y="40044"/>
                  <a:pt x="1169842" y="39676"/>
                  <a:pt x="1170472" y="39572"/>
                </a:cubicBezTo>
                <a:lnTo>
                  <a:pt x="1178986" y="38783"/>
                </a:lnTo>
                <a:cubicBezTo>
                  <a:pt x="1179406" y="38783"/>
                  <a:pt x="1179748" y="38731"/>
                  <a:pt x="1180011" y="38627"/>
                </a:cubicBezTo>
                <a:cubicBezTo>
                  <a:pt x="1180274" y="38521"/>
                  <a:pt x="1180484" y="38284"/>
                  <a:pt x="1180641" y="37917"/>
                </a:cubicBezTo>
                <a:cubicBezTo>
                  <a:pt x="1180798" y="37548"/>
                  <a:pt x="1180877" y="36944"/>
                  <a:pt x="1180877" y="36103"/>
                </a:cubicBezTo>
                <a:cubicBezTo>
                  <a:pt x="1180877" y="35157"/>
                  <a:pt x="1180877" y="33896"/>
                  <a:pt x="1180877" y="32319"/>
                </a:cubicBezTo>
                <a:cubicBezTo>
                  <a:pt x="1180877" y="27696"/>
                  <a:pt x="1181586" y="23414"/>
                  <a:pt x="1183005" y="19473"/>
                </a:cubicBezTo>
                <a:cubicBezTo>
                  <a:pt x="1184425" y="15531"/>
                  <a:pt x="1186501" y="12115"/>
                  <a:pt x="1189234" y="9225"/>
                </a:cubicBezTo>
                <a:cubicBezTo>
                  <a:pt x="1191966" y="6334"/>
                  <a:pt x="1195329" y="4073"/>
                  <a:pt x="1199323" y="2444"/>
                </a:cubicBezTo>
                <a:cubicBezTo>
                  <a:pt x="1203318" y="815"/>
                  <a:pt x="1207890" y="0"/>
                  <a:pt x="1213039" y="0"/>
                </a:cubicBezTo>
                <a:cubicBezTo>
                  <a:pt x="1215666" y="0"/>
                  <a:pt x="1218268" y="263"/>
                  <a:pt x="1220843" y="789"/>
                </a:cubicBezTo>
                <a:cubicBezTo>
                  <a:pt x="1223419" y="1315"/>
                  <a:pt x="1225730" y="2183"/>
                  <a:pt x="1227778" y="3392"/>
                </a:cubicBezTo>
                <a:cubicBezTo>
                  <a:pt x="1229828" y="4599"/>
                  <a:pt x="1231483" y="6176"/>
                  <a:pt x="1232744" y="8121"/>
                </a:cubicBezTo>
                <a:cubicBezTo>
                  <a:pt x="1234006" y="10065"/>
                  <a:pt x="1234637" y="12455"/>
                  <a:pt x="1234637" y="15292"/>
                </a:cubicBezTo>
                <a:cubicBezTo>
                  <a:pt x="1234637" y="17185"/>
                  <a:pt x="1233901" y="18814"/>
                  <a:pt x="1232428" y="20181"/>
                </a:cubicBezTo>
                <a:cubicBezTo>
                  <a:pt x="1230958" y="21547"/>
                  <a:pt x="1229172" y="22230"/>
                  <a:pt x="1227071" y="22230"/>
                </a:cubicBezTo>
                <a:cubicBezTo>
                  <a:pt x="1225283" y="22230"/>
                  <a:pt x="1223679" y="21783"/>
                  <a:pt x="1222260" y="20890"/>
                </a:cubicBezTo>
                <a:cubicBezTo>
                  <a:pt x="1220842" y="19997"/>
                  <a:pt x="1220133" y="18657"/>
                  <a:pt x="1220133" y="16870"/>
                </a:cubicBezTo>
                <a:cubicBezTo>
                  <a:pt x="1220133" y="15294"/>
                  <a:pt x="1220370" y="14269"/>
                  <a:pt x="1220843" y="13796"/>
                </a:cubicBezTo>
                <a:cubicBezTo>
                  <a:pt x="1221316" y="13323"/>
                  <a:pt x="1221553" y="12718"/>
                  <a:pt x="1221553" y="11982"/>
                </a:cubicBezTo>
                <a:cubicBezTo>
                  <a:pt x="1221553" y="9880"/>
                  <a:pt x="1220659" y="8303"/>
                  <a:pt x="1218873" y="7253"/>
                </a:cubicBezTo>
                <a:cubicBezTo>
                  <a:pt x="1217086" y="6202"/>
                  <a:pt x="1214827" y="5677"/>
                  <a:pt x="1212094" y="5677"/>
                </a:cubicBezTo>
                <a:cubicBezTo>
                  <a:pt x="1207995" y="5677"/>
                  <a:pt x="1204841" y="6570"/>
                  <a:pt x="1202633" y="8357"/>
                </a:cubicBezTo>
                <a:cubicBezTo>
                  <a:pt x="1200426" y="10144"/>
                  <a:pt x="1198797" y="12403"/>
                  <a:pt x="1197745" y="15136"/>
                </a:cubicBezTo>
                <a:cubicBezTo>
                  <a:pt x="1196694" y="17869"/>
                  <a:pt x="1196090" y="20838"/>
                  <a:pt x="1195933" y="24044"/>
                </a:cubicBezTo>
                <a:cubicBezTo>
                  <a:pt x="1195776" y="27248"/>
                  <a:pt x="1195697" y="30270"/>
                  <a:pt x="1195697" y="33108"/>
                </a:cubicBezTo>
                <a:lnTo>
                  <a:pt x="1195697" y="36103"/>
                </a:lnTo>
                <a:cubicBezTo>
                  <a:pt x="1195697" y="37365"/>
                  <a:pt x="1195802" y="38128"/>
                  <a:pt x="1196013" y="38391"/>
                </a:cubicBezTo>
                <a:cubicBezTo>
                  <a:pt x="1196223" y="38652"/>
                  <a:pt x="1196906" y="38783"/>
                  <a:pt x="1198062" y="38783"/>
                </a:cubicBezTo>
                <a:lnTo>
                  <a:pt x="1213354" y="38783"/>
                </a:lnTo>
                <a:cubicBezTo>
                  <a:pt x="1213985" y="38783"/>
                  <a:pt x="1214457" y="39125"/>
                  <a:pt x="1214771" y="39808"/>
                </a:cubicBezTo>
                <a:cubicBezTo>
                  <a:pt x="1215087" y="40491"/>
                  <a:pt x="1215245" y="41254"/>
                  <a:pt x="1215245" y="42096"/>
                </a:cubicBezTo>
                <a:cubicBezTo>
                  <a:pt x="1215245" y="42936"/>
                  <a:pt x="1215087" y="43698"/>
                  <a:pt x="1214771" y="44381"/>
                </a:cubicBezTo>
                <a:cubicBezTo>
                  <a:pt x="1214457" y="45064"/>
                  <a:pt x="1213985" y="45406"/>
                  <a:pt x="1213354" y="45406"/>
                </a:cubicBezTo>
                <a:lnTo>
                  <a:pt x="1198062" y="45406"/>
                </a:lnTo>
                <a:cubicBezTo>
                  <a:pt x="1196906" y="45406"/>
                  <a:pt x="1196223" y="45537"/>
                  <a:pt x="1196013" y="45800"/>
                </a:cubicBezTo>
                <a:cubicBezTo>
                  <a:pt x="1195802" y="46062"/>
                  <a:pt x="1195697" y="46928"/>
                  <a:pt x="1195697" y="48401"/>
                </a:cubicBezTo>
                <a:lnTo>
                  <a:pt x="1195697" y="91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Text or.Butatthesame">
            <a:extLst xmlns:a="http://schemas.openxmlformats.org/drawingml/2006/main">
              <a:ext uri="{FF2B5EF4-FFF2-40B4-BE49-F238E27FC236}">
                <a16:creationId xmlns:a16="http://schemas.microsoft.com/office/drawing/2014/main" id="{6B28FB2A-EC7F-4BC1-988C-E74826DB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911" y="4131511"/>
            <a:ext cx="1286519" cy="111881"/>
          </a:xfrm>
          <a:custGeom xmlns:a="http://schemas.openxmlformats.org/drawingml/2006/main">
            <a:pathLst>
              <a:path w="1286519" h="111881">
                <a:moveTo>
                  <a:pt x="72206" y="71679"/>
                </a:moveTo>
                <a:cubicBezTo>
                  <a:pt x="72206" y="78090"/>
                  <a:pt x="71313" y="83766"/>
                  <a:pt x="69527" y="88706"/>
                </a:cubicBezTo>
                <a:cubicBezTo>
                  <a:pt x="67740" y="93645"/>
                  <a:pt x="65191" y="97797"/>
                  <a:pt x="61879" y="101162"/>
                </a:cubicBezTo>
                <a:cubicBezTo>
                  <a:pt x="58569" y="104525"/>
                  <a:pt x="54601" y="107073"/>
                  <a:pt x="49976" y="108807"/>
                </a:cubicBezTo>
                <a:cubicBezTo>
                  <a:pt x="45353" y="110540"/>
                  <a:pt x="40203" y="111407"/>
                  <a:pt x="34528" y="111407"/>
                </a:cubicBezTo>
                <a:cubicBezTo>
                  <a:pt x="29588" y="111407"/>
                  <a:pt x="25016" y="110593"/>
                  <a:pt x="20811" y="108965"/>
                </a:cubicBezTo>
                <a:cubicBezTo>
                  <a:pt x="16607" y="107336"/>
                  <a:pt x="12981" y="104918"/>
                  <a:pt x="9933" y="101713"/>
                </a:cubicBezTo>
                <a:cubicBezTo>
                  <a:pt x="6886" y="98507"/>
                  <a:pt x="4468" y="94461"/>
                  <a:pt x="2680" y="89574"/>
                </a:cubicBezTo>
                <a:cubicBezTo>
                  <a:pt x="893" y="84686"/>
                  <a:pt x="0" y="78931"/>
                  <a:pt x="0" y="72309"/>
                </a:cubicBezTo>
                <a:cubicBezTo>
                  <a:pt x="0" y="66949"/>
                  <a:pt x="893" y="62036"/>
                  <a:pt x="2680" y="57570"/>
                </a:cubicBezTo>
                <a:cubicBezTo>
                  <a:pt x="4468" y="53104"/>
                  <a:pt x="6964" y="49294"/>
                  <a:pt x="10168" y="46141"/>
                </a:cubicBezTo>
                <a:cubicBezTo>
                  <a:pt x="13374" y="42986"/>
                  <a:pt x="17237" y="40516"/>
                  <a:pt x="21756" y="38729"/>
                </a:cubicBezTo>
                <a:cubicBezTo>
                  <a:pt x="26276" y="36943"/>
                  <a:pt x="31216" y="36049"/>
                  <a:pt x="36577" y="36049"/>
                </a:cubicBezTo>
                <a:cubicBezTo>
                  <a:pt x="41727" y="36049"/>
                  <a:pt x="46482" y="36838"/>
                  <a:pt x="50842" y="38414"/>
                </a:cubicBezTo>
                <a:cubicBezTo>
                  <a:pt x="55204" y="39991"/>
                  <a:pt x="58962" y="42277"/>
                  <a:pt x="62115" y="45273"/>
                </a:cubicBezTo>
                <a:cubicBezTo>
                  <a:pt x="65269" y="48268"/>
                  <a:pt x="67740" y="51974"/>
                  <a:pt x="69527" y="56389"/>
                </a:cubicBezTo>
                <a:cubicBezTo>
                  <a:pt x="71313" y="60802"/>
                  <a:pt x="72206" y="65899"/>
                  <a:pt x="72206" y="71679"/>
                </a:cubicBezTo>
                <a:moveTo>
                  <a:pt x="55653" y="73413"/>
                </a:moveTo>
                <a:cubicBezTo>
                  <a:pt x="55653" y="69420"/>
                  <a:pt x="55390" y="65532"/>
                  <a:pt x="54864" y="61748"/>
                </a:cubicBezTo>
                <a:cubicBezTo>
                  <a:pt x="54338" y="57964"/>
                  <a:pt x="53392" y="54600"/>
                  <a:pt x="52026" y="51657"/>
                </a:cubicBezTo>
                <a:cubicBezTo>
                  <a:pt x="50659" y="48714"/>
                  <a:pt x="48768" y="46349"/>
                  <a:pt x="46351" y="44563"/>
                </a:cubicBezTo>
                <a:cubicBezTo>
                  <a:pt x="43934" y="42776"/>
                  <a:pt x="40833" y="41883"/>
                  <a:pt x="37049" y="41883"/>
                </a:cubicBezTo>
                <a:cubicBezTo>
                  <a:pt x="32845" y="41883"/>
                  <a:pt x="29429" y="42776"/>
                  <a:pt x="26801" y="44563"/>
                </a:cubicBezTo>
                <a:cubicBezTo>
                  <a:pt x="24174" y="46349"/>
                  <a:pt x="22099" y="48741"/>
                  <a:pt x="20575" y="51736"/>
                </a:cubicBezTo>
                <a:cubicBezTo>
                  <a:pt x="19052" y="54732"/>
                  <a:pt x="18000" y="58122"/>
                  <a:pt x="17421" y="61905"/>
                </a:cubicBezTo>
                <a:cubicBezTo>
                  <a:pt x="16844" y="65688"/>
                  <a:pt x="16555" y="69629"/>
                  <a:pt x="16555" y="73728"/>
                </a:cubicBezTo>
                <a:cubicBezTo>
                  <a:pt x="16555" y="77301"/>
                  <a:pt x="16818" y="80980"/>
                  <a:pt x="17342" y="84765"/>
                </a:cubicBezTo>
                <a:cubicBezTo>
                  <a:pt x="17868" y="88548"/>
                  <a:pt x="18866" y="91964"/>
                  <a:pt x="20337" y="95013"/>
                </a:cubicBezTo>
                <a:cubicBezTo>
                  <a:pt x="21809" y="98060"/>
                  <a:pt x="23832" y="100583"/>
                  <a:pt x="26406" y="102581"/>
                </a:cubicBezTo>
                <a:cubicBezTo>
                  <a:pt x="28982" y="104578"/>
                  <a:pt x="32267" y="105576"/>
                  <a:pt x="36262" y="105576"/>
                </a:cubicBezTo>
                <a:cubicBezTo>
                  <a:pt x="40361" y="105576"/>
                  <a:pt x="43671" y="104630"/>
                  <a:pt x="46192" y="102737"/>
                </a:cubicBezTo>
                <a:cubicBezTo>
                  <a:pt x="48715" y="100845"/>
                  <a:pt x="50686" y="98375"/>
                  <a:pt x="52105" y="95328"/>
                </a:cubicBezTo>
                <a:cubicBezTo>
                  <a:pt x="53524" y="92279"/>
                  <a:pt x="54471" y="88837"/>
                  <a:pt x="54944" y="85001"/>
                </a:cubicBezTo>
                <a:cubicBezTo>
                  <a:pt x="55417" y="81165"/>
                  <a:pt x="55653" y="77302"/>
                  <a:pt x="55653" y="73413"/>
                </a:cubicBezTo>
                <a:close/>
                <a:moveTo>
                  <a:pt x="109286" y="90755"/>
                </a:moveTo>
                <a:cubicBezTo>
                  <a:pt x="109286" y="93384"/>
                  <a:pt x="109365" y="95591"/>
                  <a:pt x="109522" y="97378"/>
                </a:cubicBezTo>
                <a:cubicBezTo>
                  <a:pt x="109681" y="99164"/>
                  <a:pt x="110232" y="100636"/>
                  <a:pt x="111177" y="101792"/>
                </a:cubicBezTo>
                <a:cubicBezTo>
                  <a:pt x="112123" y="102948"/>
                  <a:pt x="113594" y="103842"/>
                  <a:pt x="115591" y="104472"/>
                </a:cubicBezTo>
                <a:cubicBezTo>
                  <a:pt x="117589" y="105102"/>
                  <a:pt x="120480" y="105575"/>
                  <a:pt x="124263" y="105891"/>
                </a:cubicBezTo>
                <a:cubicBezTo>
                  <a:pt x="124894" y="105995"/>
                  <a:pt x="125366" y="106284"/>
                  <a:pt x="125680" y="106757"/>
                </a:cubicBezTo>
                <a:cubicBezTo>
                  <a:pt x="125996" y="107230"/>
                  <a:pt x="126154" y="107782"/>
                  <a:pt x="126154" y="108412"/>
                </a:cubicBezTo>
                <a:cubicBezTo>
                  <a:pt x="126154" y="108938"/>
                  <a:pt x="125996" y="109438"/>
                  <a:pt x="125680" y="109911"/>
                </a:cubicBezTo>
                <a:cubicBezTo>
                  <a:pt x="125366" y="110384"/>
                  <a:pt x="124894" y="110621"/>
                  <a:pt x="124263" y="110621"/>
                </a:cubicBezTo>
                <a:cubicBezTo>
                  <a:pt x="119744" y="110621"/>
                  <a:pt x="115750" y="110436"/>
                  <a:pt x="112281" y="110067"/>
                </a:cubicBezTo>
                <a:cubicBezTo>
                  <a:pt x="108812" y="109700"/>
                  <a:pt x="105501" y="109516"/>
                  <a:pt x="102348" y="109516"/>
                </a:cubicBezTo>
                <a:cubicBezTo>
                  <a:pt x="98985" y="109516"/>
                  <a:pt x="95648" y="109700"/>
                  <a:pt x="92336" y="110067"/>
                </a:cubicBezTo>
                <a:cubicBezTo>
                  <a:pt x="89026" y="110436"/>
                  <a:pt x="85690" y="110621"/>
                  <a:pt x="82327" y="110621"/>
                </a:cubicBezTo>
                <a:cubicBezTo>
                  <a:pt x="81802" y="110621"/>
                  <a:pt x="81382" y="110384"/>
                  <a:pt x="81066" y="109911"/>
                </a:cubicBezTo>
                <a:cubicBezTo>
                  <a:pt x="80750" y="109438"/>
                  <a:pt x="80592" y="108938"/>
                  <a:pt x="80592" y="108412"/>
                </a:cubicBezTo>
                <a:cubicBezTo>
                  <a:pt x="80592" y="107782"/>
                  <a:pt x="80750" y="107230"/>
                  <a:pt x="81066" y="106757"/>
                </a:cubicBezTo>
                <a:cubicBezTo>
                  <a:pt x="81382" y="106284"/>
                  <a:pt x="81855" y="105995"/>
                  <a:pt x="82485" y="105891"/>
                </a:cubicBezTo>
                <a:cubicBezTo>
                  <a:pt x="85428" y="105575"/>
                  <a:pt x="87713" y="105102"/>
                  <a:pt x="89341" y="104472"/>
                </a:cubicBezTo>
                <a:cubicBezTo>
                  <a:pt x="90971" y="103842"/>
                  <a:pt x="92153" y="102975"/>
                  <a:pt x="92890" y="101871"/>
                </a:cubicBezTo>
                <a:cubicBezTo>
                  <a:pt x="93626" y="100766"/>
                  <a:pt x="94072" y="99400"/>
                  <a:pt x="94229" y="97772"/>
                </a:cubicBezTo>
                <a:cubicBezTo>
                  <a:pt x="94388" y="96143"/>
                  <a:pt x="94468" y="94119"/>
                  <a:pt x="94468" y="91701"/>
                </a:cubicBezTo>
                <a:lnTo>
                  <a:pt x="94468" y="68684"/>
                </a:lnTo>
                <a:cubicBezTo>
                  <a:pt x="94468" y="63534"/>
                  <a:pt x="94362" y="59462"/>
                  <a:pt x="94150" y="56466"/>
                </a:cubicBezTo>
                <a:cubicBezTo>
                  <a:pt x="93940" y="53470"/>
                  <a:pt x="93440" y="51158"/>
                  <a:pt x="92651" y="49530"/>
                </a:cubicBezTo>
                <a:cubicBezTo>
                  <a:pt x="91864" y="47901"/>
                  <a:pt x="90629" y="46823"/>
                  <a:pt x="88947" y="46297"/>
                </a:cubicBezTo>
                <a:cubicBezTo>
                  <a:pt x="87266" y="45771"/>
                  <a:pt x="84954" y="45403"/>
                  <a:pt x="82011" y="45193"/>
                </a:cubicBezTo>
                <a:cubicBezTo>
                  <a:pt x="81487" y="45193"/>
                  <a:pt x="81093" y="44931"/>
                  <a:pt x="80830" y="44406"/>
                </a:cubicBezTo>
                <a:cubicBezTo>
                  <a:pt x="80567" y="43880"/>
                  <a:pt x="80436" y="43354"/>
                  <a:pt x="80436" y="42828"/>
                </a:cubicBezTo>
                <a:cubicBezTo>
                  <a:pt x="80436" y="42304"/>
                  <a:pt x="80567" y="41779"/>
                  <a:pt x="80830" y="41253"/>
                </a:cubicBezTo>
                <a:cubicBezTo>
                  <a:pt x="81093" y="40727"/>
                  <a:pt x="81540" y="40464"/>
                  <a:pt x="82170" y="40464"/>
                </a:cubicBezTo>
                <a:cubicBezTo>
                  <a:pt x="84273" y="40254"/>
                  <a:pt x="87189" y="40017"/>
                  <a:pt x="90919" y="39754"/>
                </a:cubicBezTo>
                <a:cubicBezTo>
                  <a:pt x="94651" y="39491"/>
                  <a:pt x="98461" y="38834"/>
                  <a:pt x="102348" y="37784"/>
                </a:cubicBezTo>
                <a:cubicBezTo>
                  <a:pt x="103821" y="37364"/>
                  <a:pt x="105030" y="37312"/>
                  <a:pt x="105976" y="37628"/>
                </a:cubicBezTo>
                <a:cubicBezTo>
                  <a:pt x="106922" y="37942"/>
                  <a:pt x="107342" y="38835"/>
                  <a:pt x="107237" y="40307"/>
                </a:cubicBezTo>
                <a:lnTo>
                  <a:pt x="106921" y="50396"/>
                </a:lnTo>
                <a:cubicBezTo>
                  <a:pt x="106921" y="50607"/>
                  <a:pt x="106973" y="50738"/>
                  <a:pt x="107078" y="50791"/>
                </a:cubicBezTo>
                <a:cubicBezTo>
                  <a:pt x="107184" y="50844"/>
                  <a:pt x="107342" y="50764"/>
                  <a:pt x="107552" y="50553"/>
                </a:cubicBezTo>
                <a:cubicBezTo>
                  <a:pt x="109758" y="46139"/>
                  <a:pt x="112465" y="42619"/>
                  <a:pt x="115671" y="39992"/>
                </a:cubicBezTo>
                <a:cubicBezTo>
                  <a:pt x="118876" y="37364"/>
                  <a:pt x="123159" y="36049"/>
                  <a:pt x="128519" y="36049"/>
                </a:cubicBezTo>
                <a:cubicBezTo>
                  <a:pt x="132934" y="36049"/>
                  <a:pt x="136192" y="37179"/>
                  <a:pt x="138293" y="39439"/>
                </a:cubicBezTo>
                <a:cubicBezTo>
                  <a:pt x="140395" y="41699"/>
                  <a:pt x="141446" y="44458"/>
                  <a:pt x="141446" y="47717"/>
                </a:cubicBezTo>
                <a:cubicBezTo>
                  <a:pt x="141446" y="49503"/>
                  <a:pt x="140763" y="51133"/>
                  <a:pt x="139397" y="52605"/>
                </a:cubicBezTo>
                <a:cubicBezTo>
                  <a:pt x="138031" y="54075"/>
                  <a:pt x="136087" y="54811"/>
                  <a:pt x="133566" y="54811"/>
                </a:cubicBezTo>
                <a:cubicBezTo>
                  <a:pt x="131147" y="54811"/>
                  <a:pt x="129465" y="54233"/>
                  <a:pt x="128519" y="53076"/>
                </a:cubicBezTo>
                <a:cubicBezTo>
                  <a:pt x="127574" y="51920"/>
                  <a:pt x="127102" y="50659"/>
                  <a:pt x="127102" y="49292"/>
                </a:cubicBezTo>
                <a:cubicBezTo>
                  <a:pt x="127102" y="47822"/>
                  <a:pt x="126812" y="46666"/>
                  <a:pt x="126233" y="45826"/>
                </a:cubicBezTo>
                <a:cubicBezTo>
                  <a:pt x="125656" y="44984"/>
                  <a:pt x="124421" y="44563"/>
                  <a:pt x="122529" y="44563"/>
                </a:cubicBezTo>
                <a:cubicBezTo>
                  <a:pt x="120532" y="44563"/>
                  <a:pt x="118719" y="45220"/>
                  <a:pt x="117090" y="46533"/>
                </a:cubicBezTo>
                <a:cubicBezTo>
                  <a:pt x="115460" y="47846"/>
                  <a:pt x="114068" y="49397"/>
                  <a:pt x="112911" y="51185"/>
                </a:cubicBezTo>
                <a:cubicBezTo>
                  <a:pt x="111755" y="52972"/>
                  <a:pt x="110862" y="54811"/>
                  <a:pt x="110231" y="56704"/>
                </a:cubicBezTo>
                <a:cubicBezTo>
                  <a:pt x="109601" y="58595"/>
                  <a:pt x="109286" y="60065"/>
                  <a:pt x="109286" y="61116"/>
                </a:cubicBezTo>
                <a:lnTo>
                  <a:pt x="109286" y="90755"/>
                </a:lnTo>
                <a:close/>
                <a:moveTo>
                  <a:pt x="155282" y="111881"/>
                </a:moveTo>
                <a:cubicBezTo>
                  <a:pt x="152865" y="111881"/>
                  <a:pt x="150763" y="110988"/>
                  <a:pt x="148977" y="109201"/>
                </a:cubicBezTo>
                <a:cubicBezTo>
                  <a:pt x="147190" y="107415"/>
                  <a:pt x="146297" y="105312"/>
                  <a:pt x="146297" y="102894"/>
                </a:cubicBezTo>
                <a:cubicBezTo>
                  <a:pt x="146297" y="100477"/>
                  <a:pt x="147190" y="98375"/>
                  <a:pt x="148977" y="96589"/>
                </a:cubicBezTo>
                <a:cubicBezTo>
                  <a:pt x="150763" y="94802"/>
                  <a:pt x="152865" y="93909"/>
                  <a:pt x="155282" y="93909"/>
                </a:cubicBezTo>
                <a:cubicBezTo>
                  <a:pt x="157911" y="93909"/>
                  <a:pt x="160065" y="94802"/>
                  <a:pt x="161746" y="96589"/>
                </a:cubicBezTo>
                <a:cubicBezTo>
                  <a:pt x="163428" y="98375"/>
                  <a:pt x="164269" y="100477"/>
                  <a:pt x="164269" y="102894"/>
                </a:cubicBezTo>
                <a:cubicBezTo>
                  <a:pt x="164269" y="105312"/>
                  <a:pt x="163428" y="107415"/>
                  <a:pt x="161746" y="109201"/>
                </a:cubicBezTo>
                <a:cubicBezTo>
                  <a:pt x="160065" y="110988"/>
                  <a:pt x="157911" y="111881"/>
                  <a:pt x="155282" y="111881"/>
                </a:cubicBezTo>
                <a:close/>
                <a:moveTo>
                  <a:pt x="251999" y="47086"/>
                </a:moveTo>
                <a:cubicBezTo>
                  <a:pt x="251999" y="48137"/>
                  <a:pt x="252288" y="49083"/>
                  <a:pt x="252865" y="49925"/>
                </a:cubicBezTo>
                <a:cubicBezTo>
                  <a:pt x="253444" y="50765"/>
                  <a:pt x="254417" y="51185"/>
                  <a:pt x="255783" y="51185"/>
                </a:cubicBezTo>
                <a:lnTo>
                  <a:pt x="258778" y="51185"/>
                </a:lnTo>
                <a:cubicBezTo>
                  <a:pt x="262247" y="51185"/>
                  <a:pt x="265427" y="50897"/>
                  <a:pt x="268316" y="50319"/>
                </a:cubicBezTo>
                <a:cubicBezTo>
                  <a:pt x="271208" y="49741"/>
                  <a:pt x="273704" y="48663"/>
                  <a:pt x="275805" y="47086"/>
                </a:cubicBezTo>
                <a:cubicBezTo>
                  <a:pt x="277908" y="45510"/>
                  <a:pt x="279563" y="43382"/>
                  <a:pt x="280770" y="40702"/>
                </a:cubicBezTo>
                <a:cubicBezTo>
                  <a:pt x="281979" y="38020"/>
                  <a:pt x="282584" y="34525"/>
                  <a:pt x="282584" y="30216"/>
                </a:cubicBezTo>
                <a:cubicBezTo>
                  <a:pt x="282584" y="22964"/>
                  <a:pt x="280771" y="17788"/>
                  <a:pt x="277145" y="14688"/>
                </a:cubicBezTo>
                <a:cubicBezTo>
                  <a:pt x="273519" y="11588"/>
                  <a:pt x="268290" y="10038"/>
                  <a:pt x="261458" y="10038"/>
                </a:cubicBezTo>
                <a:lnTo>
                  <a:pt x="256098" y="10038"/>
                </a:lnTo>
                <a:cubicBezTo>
                  <a:pt x="254102" y="10038"/>
                  <a:pt x="252919" y="10589"/>
                  <a:pt x="252550" y="11693"/>
                </a:cubicBezTo>
                <a:cubicBezTo>
                  <a:pt x="252183" y="12796"/>
                  <a:pt x="251999" y="14661"/>
                  <a:pt x="251999" y="17288"/>
                </a:cubicBezTo>
                <a:lnTo>
                  <a:pt x="251999" y="47086"/>
                </a:lnTo>
                <a:moveTo>
                  <a:pt x="251999" y="78773"/>
                </a:moveTo>
                <a:cubicBezTo>
                  <a:pt x="251999" y="84448"/>
                  <a:pt x="252183" y="88942"/>
                  <a:pt x="252550" y="92254"/>
                </a:cubicBezTo>
                <a:cubicBezTo>
                  <a:pt x="252919" y="95564"/>
                  <a:pt x="253734" y="98034"/>
                  <a:pt x="254994" y="99663"/>
                </a:cubicBezTo>
                <a:cubicBezTo>
                  <a:pt x="256256" y="101292"/>
                  <a:pt x="258069" y="102317"/>
                  <a:pt x="260433" y="102737"/>
                </a:cubicBezTo>
                <a:cubicBezTo>
                  <a:pt x="262799" y="103158"/>
                  <a:pt x="265978" y="103368"/>
                  <a:pt x="269972" y="103368"/>
                </a:cubicBezTo>
                <a:cubicBezTo>
                  <a:pt x="276279" y="103368"/>
                  <a:pt x="280825" y="101634"/>
                  <a:pt x="283609" y="98167"/>
                </a:cubicBezTo>
                <a:cubicBezTo>
                  <a:pt x="286395" y="94698"/>
                  <a:pt x="287787" y="89442"/>
                  <a:pt x="287787" y="82400"/>
                </a:cubicBezTo>
                <a:cubicBezTo>
                  <a:pt x="287787" y="77355"/>
                  <a:pt x="287051" y="73230"/>
                  <a:pt x="285579" y="70024"/>
                </a:cubicBezTo>
                <a:cubicBezTo>
                  <a:pt x="284108" y="66818"/>
                  <a:pt x="282138" y="64322"/>
                  <a:pt x="279668" y="62535"/>
                </a:cubicBezTo>
                <a:cubicBezTo>
                  <a:pt x="277199" y="60749"/>
                  <a:pt x="274282" y="59514"/>
                  <a:pt x="270917" y="58830"/>
                </a:cubicBezTo>
                <a:cubicBezTo>
                  <a:pt x="267554" y="58147"/>
                  <a:pt x="263981" y="57806"/>
                  <a:pt x="260198" y="57806"/>
                </a:cubicBezTo>
                <a:lnTo>
                  <a:pt x="257203" y="57806"/>
                </a:lnTo>
                <a:cubicBezTo>
                  <a:pt x="255100" y="57806"/>
                  <a:pt x="253707" y="58489"/>
                  <a:pt x="253024" y="59855"/>
                </a:cubicBezTo>
                <a:cubicBezTo>
                  <a:pt x="252341" y="61222"/>
                  <a:pt x="251999" y="62903"/>
                  <a:pt x="251999" y="64900"/>
                </a:cubicBezTo>
                <a:lnTo>
                  <a:pt x="251999" y="78773"/>
                </a:lnTo>
                <a:moveTo>
                  <a:pt x="234816" y="30375"/>
                </a:moveTo>
                <a:cubicBezTo>
                  <a:pt x="234816" y="28062"/>
                  <a:pt x="234737" y="25802"/>
                  <a:pt x="234578" y="23596"/>
                </a:cubicBezTo>
                <a:cubicBezTo>
                  <a:pt x="234421" y="21389"/>
                  <a:pt x="234079" y="19339"/>
                  <a:pt x="233553" y="17447"/>
                </a:cubicBezTo>
                <a:cubicBezTo>
                  <a:pt x="233029" y="15555"/>
                  <a:pt x="232215" y="13925"/>
                  <a:pt x="231112" y="12559"/>
                </a:cubicBezTo>
                <a:cubicBezTo>
                  <a:pt x="230008" y="11192"/>
                  <a:pt x="228510" y="10247"/>
                  <a:pt x="226618" y="9723"/>
                </a:cubicBezTo>
                <a:cubicBezTo>
                  <a:pt x="225462" y="9407"/>
                  <a:pt x="224252" y="9144"/>
                  <a:pt x="222990" y="8934"/>
                </a:cubicBezTo>
                <a:cubicBezTo>
                  <a:pt x="221730" y="8723"/>
                  <a:pt x="220521" y="8566"/>
                  <a:pt x="219365" y="8460"/>
                </a:cubicBezTo>
                <a:cubicBezTo>
                  <a:pt x="218735" y="8460"/>
                  <a:pt x="218262" y="8197"/>
                  <a:pt x="217946" y="7673"/>
                </a:cubicBezTo>
                <a:cubicBezTo>
                  <a:pt x="217631" y="7147"/>
                  <a:pt x="217474" y="6569"/>
                  <a:pt x="217474" y="5939"/>
                </a:cubicBezTo>
                <a:cubicBezTo>
                  <a:pt x="217474" y="5308"/>
                  <a:pt x="217631" y="4730"/>
                  <a:pt x="217946" y="4204"/>
                </a:cubicBezTo>
                <a:cubicBezTo>
                  <a:pt x="218262" y="3678"/>
                  <a:pt x="218735" y="3415"/>
                  <a:pt x="219365" y="3415"/>
                </a:cubicBezTo>
                <a:cubicBezTo>
                  <a:pt x="222940" y="3415"/>
                  <a:pt x="226146" y="3520"/>
                  <a:pt x="228983" y="3730"/>
                </a:cubicBezTo>
                <a:cubicBezTo>
                  <a:pt x="231821" y="3940"/>
                  <a:pt x="235132" y="4045"/>
                  <a:pt x="238915" y="4045"/>
                </a:cubicBezTo>
                <a:cubicBezTo>
                  <a:pt x="240492" y="4045"/>
                  <a:pt x="242252" y="4020"/>
                  <a:pt x="244196" y="3968"/>
                </a:cubicBezTo>
                <a:cubicBezTo>
                  <a:pt x="246141" y="3916"/>
                  <a:pt x="248138" y="3837"/>
                  <a:pt x="250188" y="3733"/>
                </a:cubicBezTo>
                <a:cubicBezTo>
                  <a:pt x="252237" y="3627"/>
                  <a:pt x="254234" y="3547"/>
                  <a:pt x="256178" y="3495"/>
                </a:cubicBezTo>
                <a:cubicBezTo>
                  <a:pt x="258122" y="3442"/>
                  <a:pt x="259882" y="3415"/>
                  <a:pt x="261458" y="3415"/>
                </a:cubicBezTo>
                <a:cubicBezTo>
                  <a:pt x="265557" y="3415"/>
                  <a:pt x="269866" y="3757"/>
                  <a:pt x="274386" y="4440"/>
                </a:cubicBezTo>
                <a:cubicBezTo>
                  <a:pt x="278905" y="5123"/>
                  <a:pt x="283083" y="6411"/>
                  <a:pt x="286919" y="8303"/>
                </a:cubicBezTo>
                <a:cubicBezTo>
                  <a:pt x="290757" y="10194"/>
                  <a:pt x="293910" y="12795"/>
                  <a:pt x="296380" y="16107"/>
                </a:cubicBezTo>
                <a:cubicBezTo>
                  <a:pt x="298850" y="19417"/>
                  <a:pt x="300085" y="23700"/>
                  <a:pt x="300085" y="28955"/>
                </a:cubicBezTo>
                <a:cubicBezTo>
                  <a:pt x="300085" y="32214"/>
                  <a:pt x="299585" y="35052"/>
                  <a:pt x="298586" y="37469"/>
                </a:cubicBezTo>
                <a:cubicBezTo>
                  <a:pt x="297589" y="39886"/>
                  <a:pt x="296249" y="41988"/>
                  <a:pt x="294566" y="43776"/>
                </a:cubicBezTo>
                <a:cubicBezTo>
                  <a:pt x="292884" y="45563"/>
                  <a:pt x="290887" y="47113"/>
                  <a:pt x="288574" y="48426"/>
                </a:cubicBezTo>
                <a:cubicBezTo>
                  <a:pt x="286263" y="49740"/>
                  <a:pt x="283846" y="50870"/>
                  <a:pt x="281324" y="51816"/>
                </a:cubicBezTo>
                <a:cubicBezTo>
                  <a:pt x="280483" y="52130"/>
                  <a:pt x="280115" y="52550"/>
                  <a:pt x="280219" y="53076"/>
                </a:cubicBezTo>
                <a:cubicBezTo>
                  <a:pt x="280325" y="53602"/>
                  <a:pt x="280693" y="53970"/>
                  <a:pt x="281324" y="54180"/>
                </a:cubicBezTo>
                <a:cubicBezTo>
                  <a:pt x="285423" y="55441"/>
                  <a:pt x="289075" y="56886"/>
                  <a:pt x="292281" y="58515"/>
                </a:cubicBezTo>
                <a:cubicBezTo>
                  <a:pt x="295487" y="60145"/>
                  <a:pt x="298193" y="62063"/>
                  <a:pt x="300400" y="64269"/>
                </a:cubicBezTo>
                <a:cubicBezTo>
                  <a:pt x="302607" y="66476"/>
                  <a:pt x="304288" y="69077"/>
                  <a:pt x="305444" y="72073"/>
                </a:cubicBezTo>
                <a:cubicBezTo>
                  <a:pt x="306601" y="75069"/>
                  <a:pt x="307179" y="78616"/>
                  <a:pt x="307179" y="82716"/>
                </a:cubicBezTo>
                <a:cubicBezTo>
                  <a:pt x="307179" y="88181"/>
                  <a:pt x="306206" y="92700"/>
                  <a:pt x="304261" y="96274"/>
                </a:cubicBezTo>
                <a:cubicBezTo>
                  <a:pt x="302317" y="99847"/>
                  <a:pt x="299716" y="102658"/>
                  <a:pt x="296457" y="104708"/>
                </a:cubicBezTo>
                <a:cubicBezTo>
                  <a:pt x="293200" y="106757"/>
                  <a:pt x="289495" y="108203"/>
                  <a:pt x="285343" y="109045"/>
                </a:cubicBezTo>
                <a:cubicBezTo>
                  <a:pt x="281193" y="109885"/>
                  <a:pt x="276910" y="110305"/>
                  <a:pt x="272495" y="110305"/>
                </a:cubicBezTo>
                <a:cubicBezTo>
                  <a:pt x="270498" y="110305"/>
                  <a:pt x="268265" y="110252"/>
                  <a:pt x="265795" y="110147"/>
                </a:cubicBezTo>
                <a:cubicBezTo>
                  <a:pt x="263326" y="110042"/>
                  <a:pt x="260777" y="109964"/>
                  <a:pt x="258148" y="109911"/>
                </a:cubicBezTo>
                <a:cubicBezTo>
                  <a:pt x="255521" y="109858"/>
                  <a:pt x="252867" y="109779"/>
                  <a:pt x="250186" y="109675"/>
                </a:cubicBezTo>
                <a:cubicBezTo>
                  <a:pt x="247506" y="109569"/>
                  <a:pt x="245010" y="109516"/>
                  <a:pt x="242699" y="109516"/>
                </a:cubicBezTo>
                <a:cubicBezTo>
                  <a:pt x="240491" y="109516"/>
                  <a:pt x="238494" y="109543"/>
                  <a:pt x="236707" y="109596"/>
                </a:cubicBezTo>
                <a:cubicBezTo>
                  <a:pt x="234920" y="109647"/>
                  <a:pt x="233212" y="109726"/>
                  <a:pt x="231583" y="109831"/>
                </a:cubicBezTo>
                <a:cubicBezTo>
                  <a:pt x="229955" y="109937"/>
                  <a:pt x="228274" y="110069"/>
                  <a:pt x="226539" y="110226"/>
                </a:cubicBezTo>
                <a:cubicBezTo>
                  <a:pt x="224805" y="110383"/>
                  <a:pt x="222835" y="110567"/>
                  <a:pt x="220628" y="110777"/>
                </a:cubicBezTo>
                <a:cubicBezTo>
                  <a:pt x="219892" y="110883"/>
                  <a:pt x="219314" y="110673"/>
                  <a:pt x="218894" y="110147"/>
                </a:cubicBezTo>
                <a:cubicBezTo>
                  <a:pt x="218473" y="109621"/>
                  <a:pt x="218237" y="109042"/>
                  <a:pt x="218184" y="108412"/>
                </a:cubicBezTo>
                <a:cubicBezTo>
                  <a:pt x="218131" y="107782"/>
                  <a:pt x="218288" y="107152"/>
                  <a:pt x="218655" y="106521"/>
                </a:cubicBezTo>
                <a:cubicBezTo>
                  <a:pt x="219024" y="105891"/>
                  <a:pt x="219629" y="105523"/>
                  <a:pt x="220469" y="105417"/>
                </a:cubicBezTo>
                <a:cubicBezTo>
                  <a:pt x="222992" y="105101"/>
                  <a:pt x="225173" y="104681"/>
                  <a:pt x="227012" y="104157"/>
                </a:cubicBezTo>
                <a:cubicBezTo>
                  <a:pt x="228852" y="103631"/>
                  <a:pt x="230350" y="102816"/>
                  <a:pt x="231506" y="101713"/>
                </a:cubicBezTo>
                <a:cubicBezTo>
                  <a:pt x="232662" y="100609"/>
                  <a:pt x="233503" y="99217"/>
                  <a:pt x="234027" y="97536"/>
                </a:cubicBezTo>
                <a:cubicBezTo>
                  <a:pt x="234553" y="95854"/>
                  <a:pt x="234816" y="93647"/>
                  <a:pt x="234816" y="90914"/>
                </a:cubicBezTo>
                <a:lnTo>
                  <a:pt x="234816" y="30375"/>
                </a:lnTo>
                <a:close/>
                <a:moveTo>
                  <a:pt x="387535" y="82400"/>
                </a:moveTo>
                <a:cubicBezTo>
                  <a:pt x="387535" y="86710"/>
                  <a:pt x="387613" y="90204"/>
                  <a:pt x="387771" y="92884"/>
                </a:cubicBezTo>
                <a:cubicBezTo>
                  <a:pt x="387928" y="95564"/>
                  <a:pt x="388401" y="97666"/>
                  <a:pt x="389190" y="99192"/>
                </a:cubicBezTo>
                <a:cubicBezTo>
                  <a:pt x="389979" y="100715"/>
                  <a:pt x="391162" y="101766"/>
                  <a:pt x="392738" y="102343"/>
                </a:cubicBezTo>
                <a:cubicBezTo>
                  <a:pt x="394315" y="102920"/>
                  <a:pt x="396521" y="103209"/>
                  <a:pt x="399358" y="103209"/>
                </a:cubicBezTo>
                <a:cubicBezTo>
                  <a:pt x="399778" y="103209"/>
                  <a:pt x="400120" y="103445"/>
                  <a:pt x="400383" y="103919"/>
                </a:cubicBezTo>
                <a:cubicBezTo>
                  <a:pt x="400646" y="104392"/>
                  <a:pt x="400778" y="104944"/>
                  <a:pt x="400778" y="105576"/>
                </a:cubicBezTo>
                <a:cubicBezTo>
                  <a:pt x="400778" y="106100"/>
                  <a:pt x="400673" y="106626"/>
                  <a:pt x="400462" y="107152"/>
                </a:cubicBezTo>
                <a:cubicBezTo>
                  <a:pt x="400252" y="107678"/>
                  <a:pt x="399884" y="107941"/>
                  <a:pt x="399358" y="107941"/>
                </a:cubicBezTo>
                <a:cubicBezTo>
                  <a:pt x="398518" y="107941"/>
                  <a:pt x="397808" y="107967"/>
                  <a:pt x="397229" y="108020"/>
                </a:cubicBezTo>
                <a:cubicBezTo>
                  <a:pt x="396652" y="108071"/>
                  <a:pt x="396074" y="108123"/>
                  <a:pt x="395495" y="108176"/>
                </a:cubicBezTo>
                <a:cubicBezTo>
                  <a:pt x="394918" y="108229"/>
                  <a:pt x="394287" y="108309"/>
                  <a:pt x="393604" y="108415"/>
                </a:cubicBezTo>
                <a:cubicBezTo>
                  <a:pt x="392921" y="108519"/>
                  <a:pt x="392054" y="108623"/>
                  <a:pt x="391004" y="108727"/>
                </a:cubicBezTo>
                <a:cubicBezTo>
                  <a:pt x="390162" y="108833"/>
                  <a:pt x="388979" y="109044"/>
                  <a:pt x="387455" y="109360"/>
                </a:cubicBezTo>
                <a:cubicBezTo>
                  <a:pt x="385932" y="109674"/>
                  <a:pt x="384382" y="109989"/>
                  <a:pt x="382805" y="110303"/>
                </a:cubicBezTo>
                <a:cubicBezTo>
                  <a:pt x="381229" y="110619"/>
                  <a:pt x="379758" y="110882"/>
                  <a:pt x="378391" y="111092"/>
                </a:cubicBezTo>
                <a:cubicBezTo>
                  <a:pt x="377025" y="111302"/>
                  <a:pt x="376131" y="111407"/>
                  <a:pt x="375711" y="111407"/>
                </a:cubicBezTo>
                <a:cubicBezTo>
                  <a:pt x="373819" y="111407"/>
                  <a:pt x="372873" y="108464"/>
                  <a:pt x="372873" y="102579"/>
                </a:cubicBezTo>
                <a:cubicBezTo>
                  <a:pt x="372873" y="102369"/>
                  <a:pt x="372768" y="102238"/>
                  <a:pt x="372558" y="102186"/>
                </a:cubicBezTo>
                <a:cubicBezTo>
                  <a:pt x="372347" y="102134"/>
                  <a:pt x="372137" y="102212"/>
                  <a:pt x="371927" y="102422"/>
                </a:cubicBezTo>
                <a:cubicBezTo>
                  <a:pt x="368038" y="105785"/>
                  <a:pt x="364123" y="108123"/>
                  <a:pt x="360181" y="109437"/>
                </a:cubicBezTo>
                <a:cubicBezTo>
                  <a:pt x="356240" y="110750"/>
                  <a:pt x="352431" y="111407"/>
                  <a:pt x="348752" y="111407"/>
                </a:cubicBezTo>
                <a:cubicBezTo>
                  <a:pt x="343917" y="111407"/>
                  <a:pt x="339922" y="110803"/>
                  <a:pt x="336770" y="109596"/>
                </a:cubicBezTo>
                <a:cubicBezTo>
                  <a:pt x="333617" y="108387"/>
                  <a:pt x="331147" y="106626"/>
                  <a:pt x="329360" y="104313"/>
                </a:cubicBezTo>
                <a:cubicBezTo>
                  <a:pt x="327574" y="102000"/>
                  <a:pt x="326312" y="99137"/>
                  <a:pt x="325576" y="95723"/>
                </a:cubicBezTo>
                <a:cubicBezTo>
                  <a:pt x="324840" y="92307"/>
                  <a:pt x="324472" y="88444"/>
                  <a:pt x="324472" y="84135"/>
                </a:cubicBezTo>
                <a:lnTo>
                  <a:pt x="324472" y="66319"/>
                </a:lnTo>
                <a:cubicBezTo>
                  <a:pt x="324472" y="61800"/>
                  <a:pt x="324367" y="58279"/>
                  <a:pt x="324157" y="55756"/>
                </a:cubicBezTo>
                <a:cubicBezTo>
                  <a:pt x="323947" y="53233"/>
                  <a:pt x="323474" y="51342"/>
                  <a:pt x="322738" y="50081"/>
                </a:cubicBezTo>
                <a:cubicBezTo>
                  <a:pt x="322003" y="48819"/>
                  <a:pt x="320900" y="47978"/>
                  <a:pt x="319428" y="47558"/>
                </a:cubicBezTo>
                <a:cubicBezTo>
                  <a:pt x="317957" y="47138"/>
                  <a:pt x="315960" y="46770"/>
                  <a:pt x="313438" y="46456"/>
                </a:cubicBezTo>
                <a:cubicBezTo>
                  <a:pt x="312912" y="46456"/>
                  <a:pt x="312517" y="46193"/>
                  <a:pt x="312254" y="45667"/>
                </a:cubicBezTo>
                <a:cubicBezTo>
                  <a:pt x="311993" y="45141"/>
                  <a:pt x="311836" y="44616"/>
                  <a:pt x="311783" y="44091"/>
                </a:cubicBezTo>
                <a:cubicBezTo>
                  <a:pt x="311730" y="43565"/>
                  <a:pt x="311835" y="43039"/>
                  <a:pt x="312098" y="42513"/>
                </a:cubicBezTo>
                <a:cubicBezTo>
                  <a:pt x="312361" y="41987"/>
                  <a:pt x="312807" y="41724"/>
                  <a:pt x="313438" y="41724"/>
                </a:cubicBezTo>
                <a:cubicBezTo>
                  <a:pt x="314488" y="41620"/>
                  <a:pt x="315880" y="41463"/>
                  <a:pt x="317614" y="41253"/>
                </a:cubicBezTo>
                <a:cubicBezTo>
                  <a:pt x="319349" y="41043"/>
                  <a:pt x="321215" y="40728"/>
                  <a:pt x="323212" y="40307"/>
                </a:cubicBezTo>
                <a:cubicBezTo>
                  <a:pt x="325208" y="39886"/>
                  <a:pt x="327283" y="39439"/>
                  <a:pt x="329437" y="38967"/>
                </a:cubicBezTo>
                <a:cubicBezTo>
                  <a:pt x="331593" y="38494"/>
                  <a:pt x="333617" y="37995"/>
                  <a:pt x="335509" y="37469"/>
                </a:cubicBezTo>
                <a:cubicBezTo>
                  <a:pt x="336980" y="37049"/>
                  <a:pt x="337978" y="37285"/>
                  <a:pt x="338504" y="38178"/>
                </a:cubicBezTo>
                <a:cubicBezTo>
                  <a:pt x="339030" y="39072"/>
                  <a:pt x="339293" y="39833"/>
                  <a:pt x="339293" y="40464"/>
                </a:cubicBezTo>
                <a:lnTo>
                  <a:pt x="339293" y="77986"/>
                </a:lnTo>
                <a:cubicBezTo>
                  <a:pt x="339293" y="82190"/>
                  <a:pt x="339477" y="85763"/>
                  <a:pt x="339844" y="88706"/>
                </a:cubicBezTo>
                <a:cubicBezTo>
                  <a:pt x="340213" y="91648"/>
                  <a:pt x="340869" y="94066"/>
                  <a:pt x="341814" y="95958"/>
                </a:cubicBezTo>
                <a:cubicBezTo>
                  <a:pt x="342760" y="97849"/>
                  <a:pt x="344074" y="99216"/>
                  <a:pt x="345754" y="100058"/>
                </a:cubicBezTo>
                <a:cubicBezTo>
                  <a:pt x="347437" y="100898"/>
                  <a:pt x="349539" y="101318"/>
                  <a:pt x="352062" y="101318"/>
                </a:cubicBezTo>
                <a:cubicBezTo>
                  <a:pt x="355635" y="101318"/>
                  <a:pt x="359366" y="100688"/>
                  <a:pt x="363255" y="99427"/>
                </a:cubicBezTo>
                <a:cubicBezTo>
                  <a:pt x="367144" y="98165"/>
                  <a:pt x="370087" y="96641"/>
                  <a:pt x="372084" y="94854"/>
                </a:cubicBezTo>
                <a:cubicBezTo>
                  <a:pt x="372400" y="94538"/>
                  <a:pt x="372583" y="93960"/>
                  <a:pt x="372635" y="93120"/>
                </a:cubicBezTo>
                <a:cubicBezTo>
                  <a:pt x="372687" y="92279"/>
                  <a:pt x="372714" y="91649"/>
                  <a:pt x="372714" y="91229"/>
                </a:cubicBezTo>
                <a:lnTo>
                  <a:pt x="372714" y="66319"/>
                </a:lnTo>
                <a:cubicBezTo>
                  <a:pt x="372714" y="61800"/>
                  <a:pt x="372661" y="58279"/>
                  <a:pt x="372555" y="55756"/>
                </a:cubicBezTo>
                <a:cubicBezTo>
                  <a:pt x="372451" y="53233"/>
                  <a:pt x="372084" y="51342"/>
                  <a:pt x="371453" y="50081"/>
                </a:cubicBezTo>
                <a:cubicBezTo>
                  <a:pt x="370823" y="48819"/>
                  <a:pt x="369851" y="47978"/>
                  <a:pt x="368538" y="47558"/>
                </a:cubicBezTo>
                <a:cubicBezTo>
                  <a:pt x="367224" y="47138"/>
                  <a:pt x="365306" y="46770"/>
                  <a:pt x="362784" y="46456"/>
                </a:cubicBezTo>
                <a:cubicBezTo>
                  <a:pt x="362258" y="46350"/>
                  <a:pt x="361863" y="46061"/>
                  <a:pt x="361600" y="45588"/>
                </a:cubicBezTo>
                <a:cubicBezTo>
                  <a:pt x="361337" y="45115"/>
                  <a:pt x="361179" y="44589"/>
                  <a:pt x="361126" y="44012"/>
                </a:cubicBezTo>
                <a:cubicBezTo>
                  <a:pt x="361075" y="43433"/>
                  <a:pt x="361180" y="42907"/>
                  <a:pt x="361441" y="42434"/>
                </a:cubicBezTo>
                <a:cubicBezTo>
                  <a:pt x="361704" y="41961"/>
                  <a:pt x="362152" y="41724"/>
                  <a:pt x="362784" y="41724"/>
                </a:cubicBezTo>
                <a:cubicBezTo>
                  <a:pt x="366567" y="41514"/>
                  <a:pt x="370035" y="41042"/>
                  <a:pt x="373188" y="40307"/>
                </a:cubicBezTo>
                <a:cubicBezTo>
                  <a:pt x="376341" y="39571"/>
                  <a:pt x="379862" y="38625"/>
                  <a:pt x="383751" y="37469"/>
                </a:cubicBezTo>
                <a:cubicBezTo>
                  <a:pt x="385221" y="37049"/>
                  <a:pt x="386220" y="37285"/>
                  <a:pt x="386746" y="38178"/>
                </a:cubicBezTo>
                <a:cubicBezTo>
                  <a:pt x="387272" y="39072"/>
                  <a:pt x="387535" y="39833"/>
                  <a:pt x="387535" y="40464"/>
                </a:cubicBezTo>
                <a:lnTo>
                  <a:pt x="387535" y="82400"/>
                </a:lnTo>
                <a:close/>
                <a:moveTo>
                  <a:pt x="428950" y="85552"/>
                </a:moveTo>
                <a:cubicBezTo>
                  <a:pt x="428950" y="91437"/>
                  <a:pt x="429607" y="95800"/>
                  <a:pt x="430920" y="98638"/>
                </a:cubicBezTo>
                <a:cubicBezTo>
                  <a:pt x="432234" y="101475"/>
                  <a:pt x="434625" y="102894"/>
                  <a:pt x="438094" y="102894"/>
                </a:cubicBezTo>
                <a:cubicBezTo>
                  <a:pt x="440510" y="102894"/>
                  <a:pt x="442796" y="102526"/>
                  <a:pt x="444950" y="101792"/>
                </a:cubicBezTo>
                <a:cubicBezTo>
                  <a:pt x="447105" y="101056"/>
                  <a:pt x="448761" y="100268"/>
                  <a:pt x="449917" y="99427"/>
                </a:cubicBezTo>
                <a:cubicBezTo>
                  <a:pt x="450233" y="99217"/>
                  <a:pt x="450601" y="99191"/>
                  <a:pt x="451021" y="99348"/>
                </a:cubicBezTo>
                <a:cubicBezTo>
                  <a:pt x="451441" y="99505"/>
                  <a:pt x="451809" y="99768"/>
                  <a:pt x="452123" y="100137"/>
                </a:cubicBezTo>
                <a:cubicBezTo>
                  <a:pt x="452439" y="100504"/>
                  <a:pt x="452676" y="100898"/>
                  <a:pt x="452833" y="101318"/>
                </a:cubicBezTo>
                <a:cubicBezTo>
                  <a:pt x="452991" y="101738"/>
                  <a:pt x="452966" y="102106"/>
                  <a:pt x="452756" y="102422"/>
                </a:cubicBezTo>
                <a:cubicBezTo>
                  <a:pt x="450759" y="105679"/>
                  <a:pt x="448158" y="107991"/>
                  <a:pt x="444952" y="109358"/>
                </a:cubicBezTo>
                <a:cubicBezTo>
                  <a:pt x="441746" y="110724"/>
                  <a:pt x="437989" y="111407"/>
                  <a:pt x="433679" y="111407"/>
                </a:cubicBezTo>
                <a:cubicBezTo>
                  <a:pt x="426533" y="111407"/>
                  <a:pt x="421489" y="109805"/>
                  <a:pt x="418546" y="106601"/>
                </a:cubicBezTo>
                <a:cubicBezTo>
                  <a:pt x="415603" y="103395"/>
                  <a:pt x="414131" y="98376"/>
                  <a:pt x="414131" y="91544"/>
                </a:cubicBezTo>
                <a:lnTo>
                  <a:pt x="414131" y="51027"/>
                </a:lnTo>
                <a:cubicBezTo>
                  <a:pt x="414131" y="49766"/>
                  <a:pt x="414079" y="48768"/>
                  <a:pt x="413973" y="48032"/>
                </a:cubicBezTo>
                <a:cubicBezTo>
                  <a:pt x="413868" y="47296"/>
                  <a:pt x="413553" y="46770"/>
                  <a:pt x="413027" y="46456"/>
                </a:cubicBezTo>
                <a:cubicBezTo>
                  <a:pt x="412501" y="46140"/>
                  <a:pt x="411634" y="45956"/>
                  <a:pt x="410424" y="45903"/>
                </a:cubicBezTo>
                <a:cubicBezTo>
                  <a:pt x="409217" y="45850"/>
                  <a:pt x="407510" y="45823"/>
                  <a:pt x="405303" y="45823"/>
                </a:cubicBezTo>
                <a:cubicBezTo>
                  <a:pt x="404987" y="45823"/>
                  <a:pt x="404724" y="45508"/>
                  <a:pt x="404514" y="44878"/>
                </a:cubicBezTo>
                <a:cubicBezTo>
                  <a:pt x="404304" y="44248"/>
                  <a:pt x="404172" y="43565"/>
                  <a:pt x="404119" y="42828"/>
                </a:cubicBezTo>
                <a:cubicBezTo>
                  <a:pt x="404066" y="42092"/>
                  <a:pt x="404145" y="41409"/>
                  <a:pt x="404355" y="40779"/>
                </a:cubicBezTo>
                <a:cubicBezTo>
                  <a:pt x="404567" y="40149"/>
                  <a:pt x="404883" y="39833"/>
                  <a:pt x="405303" y="39833"/>
                </a:cubicBezTo>
                <a:cubicBezTo>
                  <a:pt x="407930" y="39623"/>
                  <a:pt x="410189" y="39230"/>
                  <a:pt x="412079" y="38652"/>
                </a:cubicBezTo>
                <a:cubicBezTo>
                  <a:pt x="413972" y="38073"/>
                  <a:pt x="415575" y="37154"/>
                  <a:pt x="416888" y="35893"/>
                </a:cubicBezTo>
                <a:cubicBezTo>
                  <a:pt x="418203" y="34631"/>
                  <a:pt x="419255" y="32923"/>
                  <a:pt x="420042" y="30769"/>
                </a:cubicBezTo>
                <a:cubicBezTo>
                  <a:pt x="420831" y="28614"/>
                  <a:pt x="421488" y="25802"/>
                  <a:pt x="422012" y="22335"/>
                </a:cubicBezTo>
                <a:cubicBezTo>
                  <a:pt x="422118" y="21703"/>
                  <a:pt x="422539" y="21230"/>
                  <a:pt x="423275" y="20916"/>
                </a:cubicBezTo>
                <a:cubicBezTo>
                  <a:pt x="424011" y="20600"/>
                  <a:pt x="424799" y="20442"/>
                  <a:pt x="425640" y="20442"/>
                </a:cubicBezTo>
                <a:cubicBezTo>
                  <a:pt x="426480" y="20442"/>
                  <a:pt x="427242" y="20573"/>
                  <a:pt x="427925" y="20836"/>
                </a:cubicBezTo>
                <a:cubicBezTo>
                  <a:pt x="428608" y="21099"/>
                  <a:pt x="428950" y="21441"/>
                  <a:pt x="428950" y="21861"/>
                </a:cubicBezTo>
                <a:lnTo>
                  <a:pt x="428950" y="35419"/>
                </a:lnTo>
                <a:cubicBezTo>
                  <a:pt x="428950" y="37102"/>
                  <a:pt x="429029" y="38074"/>
                  <a:pt x="429186" y="38337"/>
                </a:cubicBezTo>
                <a:cubicBezTo>
                  <a:pt x="429344" y="38599"/>
                  <a:pt x="430002" y="38729"/>
                  <a:pt x="431158" y="38729"/>
                </a:cubicBezTo>
                <a:lnTo>
                  <a:pt x="447552" y="38729"/>
                </a:lnTo>
                <a:cubicBezTo>
                  <a:pt x="448289" y="38729"/>
                  <a:pt x="448762" y="39150"/>
                  <a:pt x="448972" y="39992"/>
                </a:cubicBezTo>
                <a:cubicBezTo>
                  <a:pt x="449182" y="40833"/>
                  <a:pt x="449287" y="41568"/>
                  <a:pt x="449287" y="42198"/>
                </a:cubicBezTo>
                <a:cubicBezTo>
                  <a:pt x="449287" y="42828"/>
                  <a:pt x="449155" y="43590"/>
                  <a:pt x="448892" y="44483"/>
                </a:cubicBezTo>
                <a:cubicBezTo>
                  <a:pt x="448631" y="45377"/>
                  <a:pt x="448079" y="45823"/>
                  <a:pt x="447237" y="45823"/>
                </a:cubicBezTo>
                <a:lnTo>
                  <a:pt x="430369" y="45823"/>
                </a:lnTo>
                <a:cubicBezTo>
                  <a:pt x="429633" y="45823"/>
                  <a:pt x="429212" y="46008"/>
                  <a:pt x="429106" y="46377"/>
                </a:cubicBezTo>
                <a:cubicBezTo>
                  <a:pt x="429002" y="46744"/>
                  <a:pt x="428950" y="48084"/>
                  <a:pt x="428950" y="50396"/>
                </a:cubicBezTo>
                <a:lnTo>
                  <a:pt x="428950" y="85552"/>
                </a:lnTo>
                <a:close/>
                <a:moveTo>
                  <a:pt x="545117" y="77197"/>
                </a:moveTo>
                <a:cubicBezTo>
                  <a:pt x="545117" y="76041"/>
                  <a:pt x="545064" y="75331"/>
                  <a:pt x="544958" y="75068"/>
                </a:cubicBezTo>
                <a:cubicBezTo>
                  <a:pt x="544853" y="74805"/>
                  <a:pt x="544591" y="74674"/>
                  <a:pt x="544171" y="74674"/>
                </a:cubicBezTo>
                <a:cubicBezTo>
                  <a:pt x="535553" y="75410"/>
                  <a:pt x="529167" y="77224"/>
                  <a:pt x="525015" y="80115"/>
                </a:cubicBezTo>
                <a:cubicBezTo>
                  <a:pt x="520865" y="83005"/>
                  <a:pt x="518790" y="86710"/>
                  <a:pt x="518790" y="91229"/>
                </a:cubicBezTo>
                <a:cubicBezTo>
                  <a:pt x="518790" y="94382"/>
                  <a:pt x="519578" y="97036"/>
                  <a:pt x="521154" y="99192"/>
                </a:cubicBezTo>
                <a:cubicBezTo>
                  <a:pt x="522731" y="101345"/>
                  <a:pt x="525359" y="102422"/>
                  <a:pt x="529038" y="102422"/>
                </a:cubicBezTo>
                <a:cubicBezTo>
                  <a:pt x="531454" y="102422"/>
                  <a:pt x="534003" y="101949"/>
                  <a:pt x="536682" y="101003"/>
                </a:cubicBezTo>
                <a:cubicBezTo>
                  <a:pt x="539362" y="100057"/>
                  <a:pt x="541753" y="98690"/>
                  <a:pt x="543856" y="96904"/>
                </a:cubicBezTo>
                <a:cubicBezTo>
                  <a:pt x="544696" y="96063"/>
                  <a:pt x="545117" y="95222"/>
                  <a:pt x="545117" y="94380"/>
                </a:cubicBezTo>
                <a:lnTo>
                  <a:pt x="545117" y="77197"/>
                </a:lnTo>
                <a:moveTo>
                  <a:pt x="559937" y="92805"/>
                </a:moveTo>
                <a:cubicBezTo>
                  <a:pt x="559937" y="96484"/>
                  <a:pt x="560279" y="99059"/>
                  <a:pt x="560962" y="100531"/>
                </a:cubicBezTo>
                <a:cubicBezTo>
                  <a:pt x="561645" y="102002"/>
                  <a:pt x="562985" y="102737"/>
                  <a:pt x="564982" y="102737"/>
                </a:cubicBezTo>
                <a:cubicBezTo>
                  <a:pt x="566138" y="102737"/>
                  <a:pt x="567084" y="102606"/>
                  <a:pt x="567818" y="102343"/>
                </a:cubicBezTo>
                <a:cubicBezTo>
                  <a:pt x="568554" y="102080"/>
                  <a:pt x="569605" y="101528"/>
                  <a:pt x="570972" y="100688"/>
                </a:cubicBezTo>
                <a:cubicBezTo>
                  <a:pt x="571288" y="100478"/>
                  <a:pt x="571629" y="100478"/>
                  <a:pt x="571997" y="100688"/>
                </a:cubicBezTo>
                <a:cubicBezTo>
                  <a:pt x="572365" y="100898"/>
                  <a:pt x="572681" y="101187"/>
                  <a:pt x="572942" y="101556"/>
                </a:cubicBezTo>
                <a:cubicBezTo>
                  <a:pt x="573205" y="101923"/>
                  <a:pt x="573389" y="102344"/>
                  <a:pt x="573493" y="102817"/>
                </a:cubicBezTo>
                <a:cubicBezTo>
                  <a:pt x="573599" y="103290"/>
                  <a:pt x="573495" y="103684"/>
                  <a:pt x="573180" y="103998"/>
                </a:cubicBezTo>
                <a:cubicBezTo>
                  <a:pt x="569081" y="108937"/>
                  <a:pt x="564246" y="111407"/>
                  <a:pt x="558674" y="111407"/>
                </a:cubicBezTo>
                <a:cubicBezTo>
                  <a:pt x="555627" y="111407"/>
                  <a:pt x="553026" y="110593"/>
                  <a:pt x="550871" y="108965"/>
                </a:cubicBezTo>
                <a:cubicBezTo>
                  <a:pt x="548717" y="107336"/>
                  <a:pt x="547115" y="105417"/>
                  <a:pt x="546064" y="103209"/>
                </a:cubicBezTo>
                <a:cubicBezTo>
                  <a:pt x="545853" y="102684"/>
                  <a:pt x="545537" y="102632"/>
                  <a:pt x="545117" y="103053"/>
                </a:cubicBezTo>
                <a:cubicBezTo>
                  <a:pt x="542384" y="105469"/>
                  <a:pt x="539204" y="107466"/>
                  <a:pt x="535578" y="109042"/>
                </a:cubicBezTo>
                <a:cubicBezTo>
                  <a:pt x="531952" y="110619"/>
                  <a:pt x="527407" y="111407"/>
                  <a:pt x="521943" y="111407"/>
                </a:cubicBezTo>
                <a:cubicBezTo>
                  <a:pt x="515952" y="111407"/>
                  <a:pt x="511327" y="109805"/>
                  <a:pt x="508068" y="106601"/>
                </a:cubicBezTo>
                <a:cubicBezTo>
                  <a:pt x="504811" y="103395"/>
                  <a:pt x="503182" y="98849"/>
                  <a:pt x="503182" y="92963"/>
                </a:cubicBezTo>
                <a:cubicBezTo>
                  <a:pt x="503182" y="85395"/>
                  <a:pt x="506703" y="79588"/>
                  <a:pt x="513745" y="75542"/>
                </a:cubicBezTo>
                <a:cubicBezTo>
                  <a:pt x="520787" y="71496"/>
                  <a:pt x="531034" y="69473"/>
                  <a:pt x="544486" y="69473"/>
                </a:cubicBezTo>
                <a:cubicBezTo>
                  <a:pt x="544696" y="69473"/>
                  <a:pt x="544853" y="69210"/>
                  <a:pt x="544958" y="68684"/>
                </a:cubicBezTo>
                <a:cubicBezTo>
                  <a:pt x="545064" y="68158"/>
                  <a:pt x="545117" y="66949"/>
                  <a:pt x="545117" y="65059"/>
                </a:cubicBezTo>
                <a:lnTo>
                  <a:pt x="545117" y="60801"/>
                </a:lnTo>
                <a:cubicBezTo>
                  <a:pt x="545117" y="58174"/>
                  <a:pt x="544906" y="55704"/>
                  <a:pt x="544486" y="53391"/>
                </a:cubicBezTo>
                <a:cubicBezTo>
                  <a:pt x="544066" y="51079"/>
                  <a:pt x="543356" y="49056"/>
                  <a:pt x="542357" y="47322"/>
                </a:cubicBezTo>
                <a:cubicBezTo>
                  <a:pt x="541360" y="45588"/>
                  <a:pt x="539968" y="44222"/>
                  <a:pt x="538181" y="43223"/>
                </a:cubicBezTo>
                <a:cubicBezTo>
                  <a:pt x="536395" y="42224"/>
                  <a:pt x="534187" y="41724"/>
                  <a:pt x="531559" y="41724"/>
                </a:cubicBezTo>
                <a:cubicBezTo>
                  <a:pt x="527670" y="41724"/>
                  <a:pt x="524517" y="42487"/>
                  <a:pt x="522100" y="44012"/>
                </a:cubicBezTo>
                <a:cubicBezTo>
                  <a:pt x="519683" y="45536"/>
                  <a:pt x="518475" y="47506"/>
                  <a:pt x="518475" y="49923"/>
                </a:cubicBezTo>
                <a:cubicBezTo>
                  <a:pt x="518475" y="51079"/>
                  <a:pt x="518842" y="52209"/>
                  <a:pt x="519576" y="53312"/>
                </a:cubicBezTo>
                <a:cubicBezTo>
                  <a:pt x="520312" y="54415"/>
                  <a:pt x="520680" y="55545"/>
                  <a:pt x="520680" y="56701"/>
                </a:cubicBezTo>
                <a:cubicBezTo>
                  <a:pt x="520680" y="58174"/>
                  <a:pt x="519944" y="59593"/>
                  <a:pt x="518472" y="60959"/>
                </a:cubicBezTo>
                <a:cubicBezTo>
                  <a:pt x="517002" y="62326"/>
                  <a:pt x="515216" y="63009"/>
                  <a:pt x="513115" y="63009"/>
                </a:cubicBezTo>
                <a:cubicBezTo>
                  <a:pt x="510276" y="63009"/>
                  <a:pt x="508252" y="62247"/>
                  <a:pt x="507043" y="60724"/>
                </a:cubicBezTo>
                <a:cubicBezTo>
                  <a:pt x="505836" y="59198"/>
                  <a:pt x="505232" y="57333"/>
                  <a:pt x="505232" y="55126"/>
                </a:cubicBezTo>
                <a:cubicBezTo>
                  <a:pt x="505232" y="52499"/>
                  <a:pt x="505967" y="50003"/>
                  <a:pt x="507438" y="47637"/>
                </a:cubicBezTo>
                <a:cubicBezTo>
                  <a:pt x="508910" y="45272"/>
                  <a:pt x="510907" y="43249"/>
                  <a:pt x="513428" y="41568"/>
                </a:cubicBezTo>
                <a:cubicBezTo>
                  <a:pt x="515950" y="39886"/>
                  <a:pt x="518893" y="38546"/>
                  <a:pt x="522256" y="37548"/>
                </a:cubicBezTo>
                <a:cubicBezTo>
                  <a:pt x="525621" y="36549"/>
                  <a:pt x="529143" y="36049"/>
                  <a:pt x="532822" y="36049"/>
                </a:cubicBezTo>
                <a:cubicBezTo>
                  <a:pt x="541228" y="36049"/>
                  <a:pt x="547849" y="37994"/>
                  <a:pt x="552685" y="41883"/>
                </a:cubicBezTo>
                <a:cubicBezTo>
                  <a:pt x="557520" y="45772"/>
                  <a:pt x="559937" y="52236"/>
                  <a:pt x="559937" y="61275"/>
                </a:cubicBezTo>
                <a:lnTo>
                  <a:pt x="559937" y="92805"/>
                </a:lnTo>
                <a:close/>
                <a:moveTo>
                  <a:pt x="600359" y="85552"/>
                </a:moveTo>
                <a:cubicBezTo>
                  <a:pt x="600359" y="91437"/>
                  <a:pt x="601016" y="95800"/>
                  <a:pt x="602329" y="98638"/>
                </a:cubicBezTo>
                <a:cubicBezTo>
                  <a:pt x="603642" y="101475"/>
                  <a:pt x="606034" y="102894"/>
                  <a:pt x="609503" y="102894"/>
                </a:cubicBezTo>
                <a:cubicBezTo>
                  <a:pt x="611919" y="102894"/>
                  <a:pt x="614205" y="102526"/>
                  <a:pt x="616358" y="101792"/>
                </a:cubicBezTo>
                <a:cubicBezTo>
                  <a:pt x="618514" y="101056"/>
                  <a:pt x="620170" y="100268"/>
                  <a:pt x="621326" y="99427"/>
                </a:cubicBezTo>
                <a:cubicBezTo>
                  <a:pt x="621642" y="99217"/>
                  <a:pt x="622010" y="99191"/>
                  <a:pt x="622430" y="99348"/>
                </a:cubicBezTo>
                <a:cubicBezTo>
                  <a:pt x="622850" y="99505"/>
                  <a:pt x="623218" y="99768"/>
                  <a:pt x="623532" y="100137"/>
                </a:cubicBezTo>
                <a:cubicBezTo>
                  <a:pt x="623848" y="100504"/>
                  <a:pt x="624084" y="100898"/>
                  <a:pt x="624242" y="101318"/>
                </a:cubicBezTo>
                <a:cubicBezTo>
                  <a:pt x="624400" y="101738"/>
                  <a:pt x="624375" y="102106"/>
                  <a:pt x="624165" y="102422"/>
                </a:cubicBezTo>
                <a:cubicBezTo>
                  <a:pt x="622168" y="105679"/>
                  <a:pt x="619567" y="107991"/>
                  <a:pt x="616361" y="109358"/>
                </a:cubicBezTo>
                <a:cubicBezTo>
                  <a:pt x="613155" y="110724"/>
                  <a:pt x="609397" y="111407"/>
                  <a:pt x="605088" y="111407"/>
                </a:cubicBezTo>
                <a:cubicBezTo>
                  <a:pt x="597942" y="111407"/>
                  <a:pt x="592898" y="109805"/>
                  <a:pt x="589955" y="106601"/>
                </a:cubicBezTo>
                <a:cubicBezTo>
                  <a:pt x="587012" y="103395"/>
                  <a:pt x="585540" y="98376"/>
                  <a:pt x="585540" y="91544"/>
                </a:cubicBezTo>
                <a:lnTo>
                  <a:pt x="585540" y="51027"/>
                </a:lnTo>
                <a:cubicBezTo>
                  <a:pt x="585540" y="49766"/>
                  <a:pt x="585487" y="48768"/>
                  <a:pt x="585382" y="48032"/>
                </a:cubicBezTo>
                <a:cubicBezTo>
                  <a:pt x="585277" y="47296"/>
                  <a:pt x="584962" y="46770"/>
                  <a:pt x="584436" y="46456"/>
                </a:cubicBezTo>
                <a:cubicBezTo>
                  <a:pt x="583910" y="46140"/>
                  <a:pt x="583043" y="45956"/>
                  <a:pt x="581833" y="45903"/>
                </a:cubicBezTo>
                <a:cubicBezTo>
                  <a:pt x="580626" y="45850"/>
                  <a:pt x="578919" y="45823"/>
                  <a:pt x="576712" y="45823"/>
                </a:cubicBezTo>
                <a:cubicBezTo>
                  <a:pt x="576396" y="45823"/>
                  <a:pt x="576133" y="45508"/>
                  <a:pt x="575923" y="44878"/>
                </a:cubicBezTo>
                <a:cubicBezTo>
                  <a:pt x="575713" y="44248"/>
                  <a:pt x="575581" y="43565"/>
                  <a:pt x="575528" y="42828"/>
                </a:cubicBezTo>
                <a:cubicBezTo>
                  <a:pt x="575475" y="42092"/>
                  <a:pt x="575554" y="41409"/>
                  <a:pt x="575764" y="40779"/>
                </a:cubicBezTo>
                <a:cubicBezTo>
                  <a:pt x="575976" y="40149"/>
                  <a:pt x="576292" y="39833"/>
                  <a:pt x="576712" y="39833"/>
                </a:cubicBezTo>
                <a:cubicBezTo>
                  <a:pt x="579339" y="39623"/>
                  <a:pt x="581598" y="39230"/>
                  <a:pt x="583488" y="38652"/>
                </a:cubicBezTo>
                <a:cubicBezTo>
                  <a:pt x="585381" y="38073"/>
                  <a:pt x="586984" y="37154"/>
                  <a:pt x="588297" y="35893"/>
                </a:cubicBezTo>
                <a:cubicBezTo>
                  <a:pt x="589612" y="34631"/>
                  <a:pt x="590664" y="32923"/>
                  <a:pt x="591451" y="30769"/>
                </a:cubicBezTo>
                <a:cubicBezTo>
                  <a:pt x="592240" y="28614"/>
                  <a:pt x="592897" y="25802"/>
                  <a:pt x="593421" y="22335"/>
                </a:cubicBezTo>
                <a:cubicBezTo>
                  <a:pt x="593527" y="21703"/>
                  <a:pt x="593948" y="21230"/>
                  <a:pt x="594684" y="20916"/>
                </a:cubicBezTo>
                <a:cubicBezTo>
                  <a:pt x="595420" y="20600"/>
                  <a:pt x="596208" y="20442"/>
                  <a:pt x="597049" y="20442"/>
                </a:cubicBezTo>
                <a:cubicBezTo>
                  <a:pt x="597889" y="20442"/>
                  <a:pt x="598651" y="20573"/>
                  <a:pt x="599334" y="20836"/>
                </a:cubicBezTo>
                <a:cubicBezTo>
                  <a:pt x="600017" y="21099"/>
                  <a:pt x="600359" y="21441"/>
                  <a:pt x="600359" y="21861"/>
                </a:cubicBezTo>
                <a:lnTo>
                  <a:pt x="600359" y="35419"/>
                </a:lnTo>
                <a:cubicBezTo>
                  <a:pt x="600359" y="37102"/>
                  <a:pt x="600437" y="38074"/>
                  <a:pt x="600595" y="38337"/>
                </a:cubicBezTo>
                <a:cubicBezTo>
                  <a:pt x="600753" y="38599"/>
                  <a:pt x="601411" y="38729"/>
                  <a:pt x="602567" y="38729"/>
                </a:cubicBezTo>
                <a:lnTo>
                  <a:pt x="618961" y="38729"/>
                </a:lnTo>
                <a:cubicBezTo>
                  <a:pt x="619697" y="38729"/>
                  <a:pt x="620171" y="39150"/>
                  <a:pt x="620381" y="39992"/>
                </a:cubicBezTo>
                <a:cubicBezTo>
                  <a:pt x="620591" y="40833"/>
                  <a:pt x="620696" y="41568"/>
                  <a:pt x="620696" y="42198"/>
                </a:cubicBezTo>
                <a:cubicBezTo>
                  <a:pt x="620696" y="42828"/>
                  <a:pt x="620564" y="43590"/>
                  <a:pt x="620301" y="44483"/>
                </a:cubicBezTo>
                <a:cubicBezTo>
                  <a:pt x="620040" y="45377"/>
                  <a:pt x="619488" y="45823"/>
                  <a:pt x="618646" y="45823"/>
                </a:cubicBezTo>
                <a:lnTo>
                  <a:pt x="601778" y="45823"/>
                </a:lnTo>
                <a:cubicBezTo>
                  <a:pt x="601042" y="45823"/>
                  <a:pt x="600621" y="46008"/>
                  <a:pt x="600515" y="46377"/>
                </a:cubicBezTo>
                <a:cubicBezTo>
                  <a:pt x="600411" y="46744"/>
                  <a:pt x="600359" y="48084"/>
                  <a:pt x="600359" y="50396"/>
                </a:cubicBezTo>
                <a:lnTo>
                  <a:pt x="600359" y="85552"/>
                </a:lnTo>
                <a:close/>
                <a:moveTo>
                  <a:pt x="695536" y="85552"/>
                </a:moveTo>
                <a:cubicBezTo>
                  <a:pt x="695536" y="91437"/>
                  <a:pt x="696192" y="95800"/>
                  <a:pt x="697506" y="98638"/>
                </a:cubicBezTo>
                <a:cubicBezTo>
                  <a:pt x="698819" y="101475"/>
                  <a:pt x="701211" y="102894"/>
                  <a:pt x="704679" y="102894"/>
                </a:cubicBezTo>
                <a:cubicBezTo>
                  <a:pt x="707096" y="102894"/>
                  <a:pt x="709382" y="102526"/>
                  <a:pt x="711535" y="101792"/>
                </a:cubicBezTo>
                <a:cubicBezTo>
                  <a:pt x="713691" y="101056"/>
                  <a:pt x="715347" y="100268"/>
                  <a:pt x="716503" y="99427"/>
                </a:cubicBezTo>
                <a:cubicBezTo>
                  <a:pt x="716819" y="99217"/>
                  <a:pt x="717187" y="99191"/>
                  <a:pt x="717607" y="99348"/>
                </a:cubicBezTo>
                <a:cubicBezTo>
                  <a:pt x="718027" y="99505"/>
                  <a:pt x="718395" y="99768"/>
                  <a:pt x="718709" y="100137"/>
                </a:cubicBezTo>
                <a:cubicBezTo>
                  <a:pt x="719025" y="100504"/>
                  <a:pt x="719261" y="100898"/>
                  <a:pt x="719419" y="101318"/>
                </a:cubicBezTo>
                <a:cubicBezTo>
                  <a:pt x="719577" y="101738"/>
                  <a:pt x="719552" y="102106"/>
                  <a:pt x="719342" y="102422"/>
                </a:cubicBezTo>
                <a:cubicBezTo>
                  <a:pt x="717345" y="105679"/>
                  <a:pt x="714744" y="107991"/>
                  <a:pt x="711538" y="109358"/>
                </a:cubicBezTo>
                <a:cubicBezTo>
                  <a:pt x="708332" y="110724"/>
                  <a:pt x="704574" y="111407"/>
                  <a:pt x="700265" y="111407"/>
                </a:cubicBezTo>
                <a:cubicBezTo>
                  <a:pt x="693119" y="111407"/>
                  <a:pt x="688074" y="109805"/>
                  <a:pt x="685132" y="106601"/>
                </a:cubicBezTo>
                <a:cubicBezTo>
                  <a:pt x="682189" y="103395"/>
                  <a:pt x="680717" y="98376"/>
                  <a:pt x="680717" y="91544"/>
                </a:cubicBezTo>
                <a:lnTo>
                  <a:pt x="680717" y="51027"/>
                </a:lnTo>
                <a:cubicBezTo>
                  <a:pt x="680717" y="49766"/>
                  <a:pt x="680664" y="48768"/>
                  <a:pt x="680559" y="48032"/>
                </a:cubicBezTo>
                <a:cubicBezTo>
                  <a:pt x="680454" y="47296"/>
                  <a:pt x="680139" y="46770"/>
                  <a:pt x="679613" y="46456"/>
                </a:cubicBezTo>
                <a:cubicBezTo>
                  <a:pt x="679087" y="46140"/>
                  <a:pt x="678219" y="45956"/>
                  <a:pt x="677010" y="45903"/>
                </a:cubicBezTo>
                <a:cubicBezTo>
                  <a:pt x="675803" y="45850"/>
                  <a:pt x="674095" y="45823"/>
                  <a:pt x="671889" y="45823"/>
                </a:cubicBezTo>
                <a:cubicBezTo>
                  <a:pt x="671573" y="45823"/>
                  <a:pt x="671310" y="45508"/>
                  <a:pt x="671100" y="44878"/>
                </a:cubicBezTo>
                <a:cubicBezTo>
                  <a:pt x="670890" y="44248"/>
                  <a:pt x="670758" y="43565"/>
                  <a:pt x="670705" y="42828"/>
                </a:cubicBezTo>
                <a:cubicBezTo>
                  <a:pt x="670652" y="42092"/>
                  <a:pt x="670731" y="41409"/>
                  <a:pt x="670941" y="40779"/>
                </a:cubicBezTo>
                <a:cubicBezTo>
                  <a:pt x="671153" y="40149"/>
                  <a:pt x="671469" y="39833"/>
                  <a:pt x="671889" y="39833"/>
                </a:cubicBezTo>
                <a:cubicBezTo>
                  <a:pt x="674516" y="39623"/>
                  <a:pt x="676775" y="39230"/>
                  <a:pt x="678665" y="38652"/>
                </a:cubicBezTo>
                <a:cubicBezTo>
                  <a:pt x="680558" y="38073"/>
                  <a:pt x="682161" y="37154"/>
                  <a:pt x="683474" y="35893"/>
                </a:cubicBezTo>
                <a:cubicBezTo>
                  <a:pt x="684789" y="34631"/>
                  <a:pt x="685840" y="32923"/>
                  <a:pt x="686628" y="30769"/>
                </a:cubicBezTo>
                <a:cubicBezTo>
                  <a:pt x="687417" y="28614"/>
                  <a:pt x="688074" y="25802"/>
                  <a:pt x="688598" y="22335"/>
                </a:cubicBezTo>
                <a:cubicBezTo>
                  <a:pt x="688704" y="21703"/>
                  <a:pt x="689125" y="21230"/>
                  <a:pt x="689861" y="20916"/>
                </a:cubicBezTo>
                <a:cubicBezTo>
                  <a:pt x="690597" y="20600"/>
                  <a:pt x="691385" y="20442"/>
                  <a:pt x="692226" y="20442"/>
                </a:cubicBezTo>
                <a:cubicBezTo>
                  <a:pt x="693066" y="20442"/>
                  <a:pt x="693828" y="20573"/>
                  <a:pt x="694511" y="20836"/>
                </a:cubicBezTo>
                <a:cubicBezTo>
                  <a:pt x="695194" y="21099"/>
                  <a:pt x="695536" y="21441"/>
                  <a:pt x="695536" y="21861"/>
                </a:cubicBezTo>
                <a:lnTo>
                  <a:pt x="695536" y="35419"/>
                </a:lnTo>
                <a:cubicBezTo>
                  <a:pt x="695536" y="37102"/>
                  <a:pt x="695614" y="38074"/>
                  <a:pt x="695772" y="38337"/>
                </a:cubicBezTo>
                <a:cubicBezTo>
                  <a:pt x="695930" y="38599"/>
                  <a:pt x="696588" y="38729"/>
                  <a:pt x="697744" y="38729"/>
                </a:cubicBezTo>
                <a:lnTo>
                  <a:pt x="714138" y="38729"/>
                </a:lnTo>
                <a:cubicBezTo>
                  <a:pt x="714874" y="38729"/>
                  <a:pt x="715347" y="39150"/>
                  <a:pt x="715558" y="39992"/>
                </a:cubicBezTo>
                <a:cubicBezTo>
                  <a:pt x="715768" y="40833"/>
                  <a:pt x="715873" y="41568"/>
                  <a:pt x="715873" y="42198"/>
                </a:cubicBezTo>
                <a:cubicBezTo>
                  <a:pt x="715873" y="42828"/>
                  <a:pt x="715741" y="43590"/>
                  <a:pt x="715478" y="44483"/>
                </a:cubicBezTo>
                <a:cubicBezTo>
                  <a:pt x="715217" y="45377"/>
                  <a:pt x="714665" y="45823"/>
                  <a:pt x="713823" y="45823"/>
                </a:cubicBezTo>
                <a:lnTo>
                  <a:pt x="696955" y="45823"/>
                </a:lnTo>
                <a:cubicBezTo>
                  <a:pt x="696219" y="45823"/>
                  <a:pt x="695798" y="46008"/>
                  <a:pt x="695692" y="46377"/>
                </a:cubicBezTo>
                <a:cubicBezTo>
                  <a:pt x="695588" y="46744"/>
                  <a:pt x="695536" y="48084"/>
                  <a:pt x="695536" y="50396"/>
                </a:cubicBezTo>
                <a:lnTo>
                  <a:pt x="695536" y="85552"/>
                </a:lnTo>
                <a:close/>
                <a:moveTo>
                  <a:pt x="749816" y="47401"/>
                </a:moveTo>
                <a:cubicBezTo>
                  <a:pt x="750026" y="47926"/>
                  <a:pt x="750289" y="47926"/>
                  <a:pt x="750605" y="47401"/>
                </a:cubicBezTo>
                <a:cubicBezTo>
                  <a:pt x="753336" y="43828"/>
                  <a:pt x="756725" y="41043"/>
                  <a:pt x="760771" y="39047"/>
                </a:cubicBezTo>
                <a:cubicBezTo>
                  <a:pt x="764819" y="37049"/>
                  <a:pt x="768840" y="36049"/>
                  <a:pt x="772833" y="36049"/>
                </a:cubicBezTo>
                <a:cubicBezTo>
                  <a:pt x="781767" y="36049"/>
                  <a:pt x="788205" y="38494"/>
                  <a:pt x="792145" y="43382"/>
                </a:cubicBezTo>
                <a:cubicBezTo>
                  <a:pt x="796087" y="48268"/>
                  <a:pt x="798058" y="54653"/>
                  <a:pt x="798058" y="62535"/>
                </a:cubicBezTo>
                <a:lnTo>
                  <a:pt x="798058" y="91701"/>
                </a:lnTo>
                <a:cubicBezTo>
                  <a:pt x="798058" y="94433"/>
                  <a:pt x="798137" y="96641"/>
                  <a:pt x="798294" y="98323"/>
                </a:cubicBezTo>
                <a:cubicBezTo>
                  <a:pt x="798451" y="100004"/>
                  <a:pt x="798818" y="101344"/>
                  <a:pt x="799396" y="102343"/>
                </a:cubicBezTo>
                <a:cubicBezTo>
                  <a:pt x="799974" y="103342"/>
                  <a:pt x="800894" y="104078"/>
                  <a:pt x="802155" y="104551"/>
                </a:cubicBezTo>
                <a:cubicBezTo>
                  <a:pt x="803417" y="105023"/>
                  <a:pt x="805151" y="105469"/>
                  <a:pt x="807358" y="105891"/>
                </a:cubicBezTo>
                <a:cubicBezTo>
                  <a:pt x="807990" y="105995"/>
                  <a:pt x="808463" y="106310"/>
                  <a:pt x="808777" y="106837"/>
                </a:cubicBezTo>
                <a:cubicBezTo>
                  <a:pt x="809093" y="107361"/>
                  <a:pt x="809251" y="107886"/>
                  <a:pt x="809251" y="108412"/>
                </a:cubicBezTo>
                <a:cubicBezTo>
                  <a:pt x="809251" y="108938"/>
                  <a:pt x="809093" y="109438"/>
                  <a:pt x="808777" y="109911"/>
                </a:cubicBezTo>
                <a:cubicBezTo>
                  <a:pt x="808463" y="110384"/>
                  <a:pt x="808043" y="110621"/>
                  <a:pt x="807517" y="110621"/>
                </a:cubicBezTo>
                <a:cubicBezTo>
                  <a:pt x="806046" y="110621"/>
                  <a:pt x="803813" y="110436"/>
                  <a:pt x="800817" y="110067"/>
                </a:cubicBezTo>
                <a:cubicBezTo>
                  <a:pt x="797821" y="109700"/>
                  <a:pt x="794747" y="109516"/>
                  <a:pt x="791594" y="109516"/>
                </a:cubicBezTo>
                <a:cubicBezTo>
                  <a:pt x="788231" y="109516"/>
                  <a:pt x="784920" y="109700"/>
                  <a:pt x="781661" y="110067"/>
                </a:cubicBezTo>
                <a:cubicBezTo>
                  <a:pt x="778403" y="110436"/>
                  <a:pt x="775618" y="110621"/>
                  <a:pt x="773307" y="110621"/>
                </a:cubicBezTo>
                <a:cubicBezTo>
                  <a:pt x="772675" y="110621"/>
                  <a:pt x="772201" y="110384"/>
                  <a:pt x="771885" y="109911"/>
                </a:cubicBezTo>
                <a:cubicBezTo>
                  <a:pt x="771571" y="109438"/>
                  <a:pt x="771414" y="108938"/>
                  <a:pt x="771414" y="108412"/>
                </a:cubicBezTo>
                <a:cubicBezTo>
                  <a:pt x="771414" y="107782"/>
                  <a:pt x="771571" y="107230"/>
                  <a:pt x="771885" y="106757"/>
                </a:cubicBezTo>
                <a:cubicBezTo>
                  <a:pt x="772201" y="106284"/>
                  <a:pt x="772727" y="105995"/>
                  <a:pt x="773463" y="105891"/>
                </a:cubicBezTo>
                <a:cubicBezTo>
                  <a:pt x="775882" y="105575"/>
                  <a:pt x="777748" y="105155"/>
                  <a:pt x="779061" y="104631"/>
                </a:cubicBezTo>
                <a:cubicBezTo>
                  <a:pt x="780375" y="104105"/>
                  <a:pt x="781320" y="103316"/>
                  <a:pt x="781897" y="102266"/>
                </a:cubicBezTo>
                <a:cubicBezTo>
                  <a:pt x="782476" y="101214"/>
                  <a:pt x="782844" y="99847"/>
                  <a:pt x="783001" y="98167"/>
                </a:cubicBezTo>
                <a:cubicBezTo>
                  <a:pt x="783159" y="96484"/>
                  <a:pt x="783237" y="94329"/>
                  <a:pt x="783237" y="91701"/>
                </a:cubicBezTo>
                <a:lnTo>
                  <a:pt x="783237" y="67895"/>
                </a:lnTo>
                <a:cubicBezTo>
                  <a:pt x="783237" y="65268"/>
                  <a:pt x="783054" y="62641"/>
                  <a:pt x="782686" y="60014"/>
                </a:cubicBezTo>
                <a:cubicBezTo>
                  <a:pt x="782319" y="57385"/>
                  <a:pt x="781636" y="54994"/>
                  <a:pt x="780637" y="52841"/>
                </a:cubicBezTo>
                <a:cubicBezTo>
                  <a:pt x="779639" y="50685"/>
                  <a:pt x="778194" y="48924"/>
                  <a:pt x="776302" y="47558"/>
                </a:cubicBezTo>
                <a:cubicBezTo>
                  <a:pt x="774409" y="46191"/>
                  <a:pt x="771887" y="45508"/>
                  <a:pt x="768734" y="45508"/>
                </a:cubicBezTo>
                <a:cubicBezTo>
                  <a:pt x="765371" y="45508"/>
                  <a:pt x="762507" y="46139"/>
                  <a:pt x="760141" y="47401"/>
                </a:cubicBezTo>
                <a:cubicBezTo>
                  <a:pt x="757777" y="48662"/>
                  <a:pt x="755833" y="50186"/>
                  <a:pt x="754307" y="51972"/>
                </a:cubicBezTo>
                <a:cubicBezTo>
                  <a:pt x="752784" y="53759"/>
                  <a:pt x="751654" y="55651"/>
                  <a:pt x="750918" y="57649"/>
                </a:cubicBezTo>
                <a:cubicBezTo>
                  <a:pt x="750183" y="59646"/>
                  <a:pt x="749816" y="61380"/>
                  <a:pt x="749816" y="62850"/>
                </a:cubicBezTo>
                <a:lnTo>
                  <a:pt x="749816" y="90755"/>
                </a:lnTo>
                <a:cubicBezTo>
                  <a:pt x="749816" y="93594"/>
                  <a:pt x="749868" y="95933"/>
                  <a:pt x="749973" y="97772"/>
                </a:cubicBezTo>
                <a:cubicBezTo>
                  <a:pt x="750078" y="99610"/>
                  <a:pt x="750394" y="101055"/>
                  <a:pt x="750918" y="102107"/>
                </a:cubicBezTo>
                <a:cubicBezTo>
                  <a:pt x="751444" y="103158"/>
                  <a:pt x="752259" y="103972"/>
                  <a:pt x="753362" y="104551"/>
                </a:cubicBezTo>
                <a:cubicBezTo>
                  <a:pt x="754467" y="105129"/>
                  <a:pt x="756018" y="105575"/>
                  <a:pt x="758014" y="105891"/>
                </a:cubicBezTo>
                <a:cubicBezTo>
                  <a:pt x="758749" y="105995"/>
                  <a:pt x="759274" y="106310"/>
                  <a:pt x="759590" y="106837"/>
                </a:cubicBezTo>
                <a:cubicBezTo>
                  <a:pt x="759906" y="107361"/>
                  <a:pt x="760064" y="107886"/>
                  <a:pt x="760064" y="108412"/>
                </a:cubicBezTo>
                <a:cubicBezTo>
                  <a:pt x="760064" y="108938"/>
                  <a:pt x="759906" y="109438"/>
                  <a:pt x="759590" y="109911"/>
                </a:cubicBezTo>
                <a:cubicBezTo>
                  <a:pt x="759274" y="110384"/>
                  <a:pt x="758801" y="110621"/>
                  <a:pt x="758171" y="110621"/>
                </a:cubicBezTo>
                <a:cubicBezTo>
                  <a:pt x="756804" y="110621"/>
                  <a:pt x="754676" y="110436"/>
                  <a:pt x="751786" y="110067"/>
                </a:cubicBezTo>
                <a:cubicBezTo>
                  <a:pt x="748896" y="109700"/>
                  <a:pt x="745875" y="109516"/>
                  <a:pt x="742722" y="109516"/>
                </a:cubicBezTo>
                <a:cubicBezTo>
                  <a:pt x="739359" y="109516"/>
                  <a:pt x="736153" y="109700"/>
                  <a:pt x="733105" y="110067"/>
                </a:cubicBezTo>
                <a:cubicBezTo>
                  <a:pt x="730056" y="110436"/>
                  <a:pt x="727323" y="110621"/>
                  <a:pt x="724906" y="110621"/>
                </a:cubicBezTo>
                <a:cubicBezTo>
                  <a:pt x="724276" y="110621"/>
                  <a:pt x="723803" y="110384"/>
                  <a:pt x="723487" y="109911"/>
                </a:cubicBezTo>
                <a:cubicBezTo>
                  <a:pt x="723173" y="109438"/>
                  <a:pt x="723015" y="108938"/>
                  <a:pt x="723015" y="108412"/>
                </a:cubicBezTo>
                <a:cubicBezTo>
                  <a:pt x="723015" y="107782"/>
                  <a:pt x="723173" y="107230"/>
                  <a:pt x="723487" y="106757"/>
                </a:cubicBezTo>
                <a:cubicBezTo>
                  <a:pt x="723803" y="106284"/>
                  <a:pt x="724329" y="105995"/>
                  <a:pt x="725065" y="105891"/>
                </a:cubicBezTo>
                <a:cubicBezTo>
                  <a:pt x="727482" y="105575"/>
                  <a:pt x="729347" y="105155"/>
                  <a:pt x="730660" y="104631"/>
                </a:cubicBezTo>
                <a:cubicBezTo>
                  <a:pt x="731974" y="104105"/>
                  <a:pt x="732946" y="103316"/>
                  <a:pt x="733576" y="102266"/>
                </a:cubicBezTo>
                <a:cubicBezTo>
                  <a:pt x="734208" y="101214"/>
                  <a:pt x="734602" y="99847"/>
                  <a:pt x="734760" y="98167"/>
                </a:cubicBezTo>
                <a:cubicBezTo>
                  <a:pt x="734917" y="96484"/>
                  <a:pt x="734995" y="94329"/>
                  <a:pt x="734995" y="91701"/>
                </a:cubicBezTo>
                <a:lnTo>
                  <a:pt x="734995" y="29744"/>
                </a:lnTo>
                <a:cubicBezTo>
                  <a:pt x="734995" y="25225"/>
                  <a:pt x="734890" y="21626"/>
                  <a:pt x="734680" y="18946"/>
                </a:cubicBezTo>
                <a:cubicBezTo>
                  <a:pt x="734470" y="16264"/>
                  <a:pt x="733945" y="14188"/>
                  <a:pt x="733105" y="12718"/>
                </a:cubicBezTo>
                <a:cubicBezTo>
                  <a:pt x="732264" y="11245"/>
                  <a:pt x="731003" y="10247"/>
                  <a:pt x="729321" y="9723"/>
                </a:cubicBezTo>
                <a:cubicBezTo>
                  <a:pt x="727640" y="9197"/>
                  <a:pt x="725328" y="8776"/>
                  <a:pt x="722385" y="8460"/>
                </a:cubicBezTo>
                <a:cubicBezTo>
                  <a:pt x="721859" y="8460"/>
                  <a:pt x="721465" y="8197"/>
                  <a:pt x="721202" y="7673"/>
                </a:cubicBezTo>
                <a:cubicBezTo>
                  <a:pt x="720939" y="7147"/>
                  <a:pt x="720781" y="6622"/>
                  <a:pt x="720728" y="6097"/>
                </a:cubicBezTo>
                <a:cubicBezTo>
                  <a:pt x="720676" y="5571"/>
                  <a:pt x="720781" y="5045"/>
                  <a:pt x="721043" y="4519"/>
                </a:cubicBezTo>
                <a:cubicBezTo>
                  <a:pt x="721306" y="3993"/>
                  <a:pt x="721753" y="3730"/>
                  <a:pt x="722385" y="3730"/>
                </a:cubicBezTo>
                <a:cubicBezTo>
                  <a:pt x="725432" y="3520"/>
                  <a:pt x="729163" y="3205"/>
                  <a:pt x="733576" y="2785"/>
                </a:cubicBezTo>
                <a:cubicBezTo>
                  <a:pt x="737991" y="2365"/>
                  <a:pt x="742143" y="1576"/>
                  <a:pt x="746032" y="420"/>
                </a:cubicBezTo>
                <a:cubicBezTo>
                  <a:pt x="747503" y="0"/>
                  <a:pt x="748475" y="79"/>
                  <a:pt x="748948" y="658"/>
                </a:cubicBezTo>
                <a:cubicBezTo>
                  <a:pt x="749421" y="1236"/>
                  <a:pt x="749710" y="1839"/>
                  <a:pt x="749816" y="2470"/>
                </a:cubicBezTo>
                <a:lnTo>
                  <a:pt x="749816" y="47401"/>
                </a:lnTo>
                <a:close/>
                <a:moveTo>
                  <a:pt x="836573" y="69629"/>
                </a:moveTo>
                <a:cubicBezTo>
                  <a:pt x="836047" y="69629"/>
                  <a:pt x="835757" y="69814"/>
                  <a:pt x="835704" y="70182"/>
                </a:cubicBezTo>
                <a:cubicBezTo>
                  <a:pt x="835653" y="70550"/>
                  <a:pt x="835627" y="70996"/>
                  <a:pt x="835627" y="71522"/>
                </a:cubicBezTo>
                <a:cubicBezTo>
                  <a:pt x="835627" y="76988"/>
                  <a:pt x="836231" y="81612"/>
                  <a:pt x="837439" y="85395"/>
                </a:cubicBezTo>
                <a:cubicBezTo>
                  <a:pt x="838648" y="89179"/>
                  <a:pt x="840329" y="92253"/>
                  <a:pt x="842483" y="94618"/>
                </a:cubicBezTo>
                <a:cubicBezTo>
                  <a:pt x="844639" y="96982"/>
                  <a:pt x="847214" y="98690"/>
                  <a:pt x="850210" y="99742"/>
                </a:cubicBezTo>
                <a:cubicBezTo>
                  <a:pt x="853206" y="100793"/>
                  <a:pt x="856437" y="101318"/>
                  <a:pt x="859904" y="101318"/>
                </a:cubicBezTo>
                <a:cubicBezTo>
                  <a:pt x="863478" y="101318"/>
                  <a:pt x="866946" y="101029"/>
                  <a:pt x="870309" y="100452"/>
                </a:cubicBezTo>
                <a:cubicBezTo>
                  <a:pt x="873673" y="99873"/>
                  <a:pt x="876564" y="98585"/>
                  <a:pt x="878981" y="96589"/>
                </a:cubicBezTo>
                <a:cubicBezTo>
                  <a:pt x="879507" y="96168"/>
                  <a:pt x="880059" y="96011"/>
                  <a:pt x="880636" y="96117"/>
                </a:cubicBezTo>
                <a:cubicBezTo>
                  <a:pt x="881215" y="96221"/>
                  <a:pt x="881688" y="96484"/>
                  <a:pt x="882055" y="96904"/>
                </a:cubicBezTo>
                <a:cubicBezTo>
                  <a:pt x="882422" y="97324"/>
                  <a:pt x="882658" y="97797"/>
                  <a:pt x="882762" y="98323"/>
                </a:cubicBezTo>
                <a:cubicBezTo>
                  <a:pt x="882868" y="98849"/>
                  <a:pt x="882764" y="99322"/>
                  <a:pt x="882450" y="99742"/>
                </a:cubicBezTo>
                <a:cubicBezTo>
                  <a:pt x="879087" y="104156"/>
                  <a:pt x="875303" y="107204"/>
                  <a:pt x="871098" y="108886"/>
                </a:cubicBezTo>
                <a:cubicBezTo>
                  <a:pt x="866894" y="110567"/>
                  <a:pt x="861692" y="111407"/>
                  <a:pt x="855490" y="111407"/>
                </a:cubicBezTo>
                <a:cubicBezTo>
                  <a:pt x="849184" y="111407"/>
                  <a:pt x="843745" y="110462"/>
                  <a:pt x="839173" y="108571"/>
                </a:cubicBezTo>
                <a:cubicBezTo>
                  <a:pt x="834601" y="106679"/>
                  <a:pt x="830817" y="104024"/>
                  <a:pt x="827821" y="100608"/>
                </a:cubicBezTo>
                <a:cubicBezTo>
                  <a:pt x="824827" y="97192"/>
                  <a:pt x="822620" y="93199"/>
                  <a:pt x="821201" y="88629"/>
                </a:cubicBezTo>
                <a:cubicBezTo>
                  <a:pt x="819782" y="84056"/>
                  <a:pt x="819072" y="79090"/>
                  <a:pt x="819072" y="73728"/>
                </a:cubicBezTo>
                <a:cubicBezTo>
                  <a:pt x="819072" y="68579"/>
                  <a:pt x="819939" y="63692"/>
                  <a:pt x="821672" y="59069"/>
                </a:cubicBezTo>
                <a:cubicBezTo>
                  <a:pt x="823408" y="54443"/>
                  <a:pt x="825852" y="50449"/>
                  <a:pt x="829005" y="47086"/>
                </a:cubicBezTo>
                <a:cubicBezTo>
                  <a:pt x="832158" y="43723"/>
                  <a:pt x="835889" y="41043"/>
                  <a:pt x="840198" y="39047"/>
                </a:cubicBezTo>
                <a:cubicBezTo>
                  <a:pt x="844507" y="37049"/>
                  <a:pt x="849289" y="36049"/>
                  <a:pt x="854545" y="36049"/>
                </a:cubicBezTo>
                <a:cubicBezTo>
                  <a:pt x="858958" y="36049"/>
                  <a:pt x="862978" y="36812"/>
                  <a:pt x="866604" y="38337"/>
                </a:cubicBezTo>
                <a:cubicBezTo>
                  <a:pt x="870230" y="39861"/>
                  <a:pt x="873304" y="41962"/>
                  <a:pt x="875827" y="44642"/>
                </a:cubicBezTo>
                <a:cubicBezTo>
                  <a:pt x="878350" y="47322"/>
                  <a:pt x="880321" y="50528"/>
                  <a:pt x="881740" y="54260"/>
                </a:cubicBezTo>
                <a:cubicBezTo>
                  <a:pt x="883159" y="57990"/>
                  <a:pt x="883869" y="62010"/>
                  <a:pt x="883869" y="66319"/>
                </a:cubicBezTo>
                <a:cubicBezTo>
                  <a:pt x="883869" y="68526"/>
                  <a:pt x="883081" y="69629"/>
                  <a:pt x="881504" y="69629"/>
                </a:cubicBezTo>
                <a:lnTo>
                  <a:pt x="836573" y="69629"/>
                </a:lnTo>
                <a:moveTo>
                  <a:pt x="865423" y="64113"/>
                </a:moveTo>
                <a:cubicBezTo>
                  <a:pt x="866894" y="64113"/>
                  <a:pt x="867734" y="63588"/>
                  <a:pt x="867944" y="62537"/>
                </a:cubicBezTo>
                <a:cubicBezTo>
                  <a:pt x="868156" y="61485"/>
                  <a:pt x="868261" y="60223"/>
                  <a:pt x="868261" y="58751"/>
                </a:cubicBezTo>
                <a:cubicBezTo>
                  <a:pt x="868261" y="56544"/>
                  <a:pt x="867920" y="54416"/>
                  <a:pt x="867237" y="52367"/>
                </a:cubicBezTo>
                <a:cubicBezTo>
                  <a:pt x="866554" y="50317"/>
                  <a:pt x="865581" y="48504"/>
                  <a:pt x="864319" y="46928"/>
                </a:cubicBezTo>
                <a:cubicBezTo>
                  <a:pt x="863058" y="45351"/>
                  <a:pt x="861535" y="44090"/>
                  <a:pt x="859748" y="43144"/>
                </a:cubicBezTo>
                <a:cubicBezTo>
                  <a:pt x="857962" y="42197"/>
                  <a:pt x="855912" y="41724"/>
                  <a:pt x="853599" y="41724"/>
                </a:cubicBezTo>
                <a:cubicBezTo>
                  <a:pt x="850761" y="41724"/>
                  <a:pt x="848317" y="42224"/>
                  <a:pt x="846267" y="43223"/>
                </a:cubicBezTo>
                <a:cubicBezTo>
                  <a:pt x="844218" y="44222"/>
                  <a:pt x="842483" y="45536"/>
                  <a:pt x="841064" y="47166"/>
                </a:cubicBezTo>
                <a:cubicBezTo>
                  <a:pt x="839646" y="48793"/>
                  <a:pt x="838569" y="50712"/>
                  <a:pt x="837833" y="52920"/>
                </a:cubicBezTo>
                <a:cubicBezTo>
                  <a:pt x="837097" y="55127"/>
                  <a:pt x="836572" y="57438"/>
                  <a:pt x="836257" y="59855"/>
                </a:cubicBezTo>
                <a:cubicBezTo>
                  <a:pt x="836047" y="61117"/>
                  <a:pt x="835968" y="62143"/>
                  <a:pt x="836019" y="62932"/>
                </a:cubicBezTo>
                <a:cubicBezTo>
                  <a:pt x="836072" y="63719"/>
                  <a:pt x="836309" y="64113"/>
                  <a:pt x="836729" y="64113"/>
                </a:cubicBezTo>
                <a:lnTo>
                  <a:pt x="865423" y="64113"/>
                </a:lnTo>
                <a:close/>
                <a:moveTo>
                  <a:pt x="988127" y="38414"/>
                </a:moveTo>
                <a:cubicBezTo>
                  <a:pt x="987813" y="39570"/>
                  <a:pt x="987524" y="40990"/>
                  <a:pt x="987261" y="42672"/>
                </a:cubicBezTo>
                <a:cubicBezTo>
                  <a:pt x="986998" y="44353"/>
                  <a:pt x="986867" y="46139"/>
                  <a:pt x="986867" y="48032"/>
                </a:cubicBezTo>
                <a:cubicBezTo>
                  <a:pt x="986867" y="50028"/>
                  <a:pt x="986919" y="52104"/>
                  <a:pt x="987023" y="54260"/>
                </a:cubicBezTo>
                <a:cubicBezTo>
                  <a:pt x="987129" y="56414"/>
                  <a:pt x="987182" y="58069"/>
                  <a:pt x="987182" y="59225"/>
                </a:cubicBezTo>
                <a:cubicBezTo>
                  <a:pt x="987182" y="59541"/>
                  <a:pt x="986972" y="59804"/>
                  <a:pt x="986552" y="60014"/>
                </a:cubicBezTo>
                <a:cubicBezTo>
                  <a:pt x="986132" y="60224"/>
                  <a:pt x="985659" y="60356"/>
                  <a:pt x="985133" y="60409"/>
                </a:cubicBezTo>
                <a:cubicBezTo>
                  <a:pt x="984608" y="60460"/>
                  <a:pt x="984135" y="60407"/>
                  <a:pt x="983713" y="60250"/>
                </a:cubicBezTo>
                <a:cubicBezTo>
                  <a:pt x="983293" y="60093"/>
                  <a:pt x="983031" y="59856"/>
                  <a:pt x="982927" y="59540"/>
                </a:cubicBezTo>
                <a:cubicBezTo>
                  <a:pt x="981770" y="53970"/>
                  <a:pt x="979878" y="49688"/>
                  <a:pt x="977249" y="46692"/>
                </a:cubicBezTo>
                <a:cubicBezTo>
                  <a:pt x="974622" y="43696"/>
                  <a:pt x="970419" y="42198"/>
                  <a:pt x="964639" y="42198"/>
                </a:cubicBezTo>
                <a:cubicBezTo>
                  <a:pt x="960750" y="42198"/>
                  <a:pt x="957544" y="43171"/>
                  <a:pt x="955022" y="45116"/>
                </a:cubicBezTo>
                <a:cubicBezTo>
                  <a:pt x="952499" y="47060"/>
                  <a:pt x="951238" y="49661"/>
                  <a:pt x="951238" y="52920"/>
                </a:cubicBezTo>
                <a:cubicBezTo>
                  <a:pt x="951238" y="55651"/>
                  <a:pt x="952288" y="57753"/>
                  <a:pt x="954389" y="59225"/>
                </a:cubicBezTo>
                <a:cubicBezTo>
                  <a:pt x="956491" y="60696"/>
                  <a:pt x="959277" y="62062"/>
                  <a:pt x="962746" y="63324"/>
                </a:cubicBezTo>
                <a:cubicBezTo>
                  <a:pt x="964218" y="63850"/>
                  <a:pt x="965979" y="64508"/>
                  <a:pt x="968029" y="65297"/>
                </a:cubicBezTo>
                <a:cubicBezTo>
                  <a:pt x="970078" y="66084"/>
                  <a:pt x="971733" y="66740"/>
                  <a:pt x="972994" y="67264"/>
                </a:cubicBezTo>
                <a:cubicBezTo>
                  <a:pt x="975727" y="68527"/>
                  <a:pt x="978275" y="69841"/>
                  <a:pt x="980639" y="71207"/>
                </a:cubicBezTo>
                <a:cubicBezTo>
                  <a:pt x="983004" y="72574"/>
                  <a:pt x="985054" y="74177"/>
                  <a:pt x="986788" y="76016"/>
                </a:cubicBezTo>
                <a:cubicBezTo>
                  <a:pt x="988523" y="77854"/>
                  <a:pt x="989889" y="79929"/>
                  <a:pt x="990887" y="82242"/>
                </a:cubicBezTo>
                <a:cubicBezTo>
                  <a:pt x="991886" y="84554"/>
                  <a:pt x="992385" y="87235"/>
                  <a:pt x="992385" y="90284"/>
                </a:cubicBezTo>
                <a:cubicBezTo>
                  <a:pt x="992385" y="94277"/>
                  <a:pt x="991544" y="97613"/>
                  <a:pt x="989862" y="100293"/>
                </a:cubicBezTo>
                <a:cubicBezTo>
                  <a:pt x="988181" y="102973"/>
                  <a:pt x="986027" y="105128"/>
                  <a:pt x="983398" y="106757"/>
                </a:cubicBezTo>
                <a:cubicBezTo>
                  <a:pt x="980771" y="108387"/>
                  <a:pt x="977776" y="109568"/>
                  <a:pt x="974413" y="110303"/>
                </a:cubicBezTo>
                <a:cubicBezTo>
                  <a:pt x="971050" y="111039"/>
                  <a:pt x="967739" y="111407"/>
                  <a:pt x="964480" y="111407"/>
                </a:cubicBezTo>
                <a:cubicBezTo>
                  <a:pt x="961748" y="111407"/>
                  <a:pt x="958700" y="111092"/>
                  <a:pt x="955337" y="110462"/>
                </a:cubicBezTo>
                <a:cubicBezTo>
                  <a:pt x="951974" y="109831"/>
                  <a:pt x="949031" y="108938"/>
                  <a:pt x="946508" y="107782"/>
                </a:cubicBezTo>
                <a:cubicBezTo>
                  <a:pt x="945878" y="107572"/>
                  <a:pt x="945221" y="107677"/>
                  <a:pt x="944538" y="108097"/>
                </a:cubicBezTo>
                <a:cubicBezTo>
                  <a:pt x="943855" y="108517"/>
                  <a:pt x="943408" y="109305"/>
                  <a:pt x="943198" y="110462"/>
                </a:cubicBezTo>
                <a:cubicBezTo>
                  <a:pt x="943198" y="110778"/>
                  <a:pt x="942962" y="110988"/>
                  <a:pt x="942489" y="111092"/>
                </a:cubicBezTo>
                <a:cubicBezTo>
                  <a:pt x="942015" y="111198"/>
                  <a:pt x="941516" y="111251"/>
                  <a:pt x="940990" y="111251"/>
                </a:cubicBezTo>
                <a:cubicBezTo>
                  <a:pt x="940570" y="111251"/>
                  <a:pt x="940149" y="111171"/>
                  <a:pt x="939729" y="111013"/>
                </a:cubicBezTo>
                <a:cubicBezTo>
                  <a:pt x="939309" y="110855"/>
                  <a:pt x="939099" y="110620"/>
                  <a:pt x="939099" y="110305"/>
                </a:cubicBezTo>
                <a:cubicBezTo>
                  <a:pt x="939099" y="109463"/>
                  <a:pt x="939204" y="108307"/>
                  <a:pt x="939414" y="106837"/>
                </a:cubicBezTo>
                <a:cubicBezTo>
                  <a:pt x="939624" y="105364"/>
                  <a:pt x="939729" y="103998"/>
                  <a:pt x="939729" y="102737"/>
                </a:cubicBezTo>
                <a:cubicBezTo>
                  <a:pt x="939729" y="101475"/>
                  <a:pt x="939650" y="100082"/>
                  <a:pt x="939491" y="98559"/>
                </a:cubicBezTo>
                <a:cubicBezTo>
                  <a:pt x="939334" y="97035"/>
                  <a:pt x="939177" y="95538"/>
                  <a:pt x="939020" y="94068"/>
                </a:cubicBezTo>
                <a:cubicBezTo>
                  <a:pt x="938862" y="92595"/>
                  <a:pt x="938731" y="91281"/>
                  <a:pt x="938625" y="90125"/>
                </a:cubicBezTo>
                <a:cubicBezTo>
                  <a:pt x="938521" y="88969"/>
                  <a:pt x="938469" y="88127"/>
                  <a:pt x="938469" y="87601"/>
                </a:cubicBezTo>
                <a:cubicBezTo>
                  <a:pt x="938469" y="87181"/>
                  <a:pt x="938679" y="86866"/>
                  <a:pt x="939099" y="86656"/>
                </a:cubicBezTo>
                <a:cubicBezTo>
                  <a:pt x="939519" y="86446"/>
                  <a:pt x="939992" y="86315"/>
                  <a:pt x="940516" y="86264"/>
                </a:cubicBezTo>
                <a:cubicBezTo>
                  <a:pt x="941042" y="86211"/>
                  <a:pt x="941542" y="86263"/>
                  <a:pt x="942015" y="86420"/>
                </a:cubicBezTo>
                <a:cubicBezTo>
                  <a:pt x="942488" y="86577"/>
                  <a:pt x="942777" y="86866"/>
                  <a:pt x="942883" y="87286"/>
                </a:cubicBezTo>
                <a:cubicBezTo>
                  <a:pt x="943618" y="90335"/>
                  <a:pt x="944563" y="93016"/>
                  <a:pt x="945719" y="95328"/>
                </a:cubicBezTo>
                <a:cubicBezTo>
                  <a:pt x="946876" y="97639"/>
                  <a:pt x="948320" y="99584"/>
                  <a:pt x="950054" y="101162"/>
                </a:cubicBezTo>
                <a:cubicBezTo>
                  <a:pt x="951789" y="102738"/>
                  <a:pt x="953892" y="103921"/>
                  <a:pt x="956362" y="104710"/>
                </a:cubicBezTo>
                <a:cubicBezTo>
                  <a:pt x="958831" y="105497"/>
                  <a:pt x="961801" y="105891"/>
                  <a:pt x="965270" y="105891"/>
                </a:cubicBezTo>
                <a:cubicBezTo>
                  <a:pt x="969053" y="105891"/>
                  <a:pt x="972126" y="104840"/>
                  <a:pt x="974490" y="102737"/>
                </a:cubicBezTo>
                <a:cubicBezTo>
                  <a:pt x="976856" y="100635"/>
                  <a:pt x="978038" y="97692"/>
                  <a:pt x="978038" y="93909"/>
                </a:cubicBezTo>
                <a:cubicBezTo>
                  <a:pt x="978038" y="90546"/>
                  <a:pt x="976856" y="87892"/>
                  <a:pt x="974490" y="85949"/>
                </a:cubicBezTo>
                <a:cubicBezTo>
                  <a:pt x="972126" y="84003"/>
                  <a:pt x="969368" y="82295"/>
                  <a:pt x="966215" y="80822"/>
                </a:cubicBezTo>
                <a:cubicBezTo>
                  <a:pt x="964743" y="80192"/>
                  <a:pt x="963245" y="79562"/>
                  <a:pt x="961721" y="78932"/>
                </a:cubicBezTo>
                <a:cubicBezTo>
                  <a:pt x="960198" y="78301"/>
                  <a:pt x="958648" y="77671"/>
                  <a:pt x="957071" y="77041"/>
                </a:cubicBezTo>
                <a:cubicBezTo>
                  <a:pt x="954759" y="76095"/>
                  <a:pt x="952473" y="75123"/>
                  <a:pt x="950213" y="74125"/>
                </a:cubicBezTo>
                <a:cubicBezTo>
                  <a:pt x="947953" y="73126"/>
                  <a:pt x="945956" y="71890"/>
                  <a:pt x="944221" y="70418"/>
                </a:cubicBezTo>
                <a:cubicBezTo>
                  <a:pt x="942487" y="68946"/>
                  <a:pt x="941095" y="67106"/>
                  <a:pt x="940044" y="64900"/>
                </a:cubicBezTo>
                <a:cubicBezTo>
                  <a:pt x="938994" y="62693"/>
                  <a:pt x="938469" y="59960"/>
                  <a:pt x="938469" y="56701"/>
                </a:cubicBezTo>
                <a:cubicBezTo>
                  <a:pt x="938469" y="52918"/>
                  <a:pt x="939283" y="49713"/>
                  <a:pt x="940910" y="47086"/>
                </a:cubicBezTo>
                <a:cubicBezTo>
                  <a:pt x="942540" y="44458"/>
                  <a:pt x="944642" y="42330"/>
                  <a:pt x="947216" y="40702"/>
                </a:cubicBezTo>
                <a:cubicBezTo>
                  <a:pt x="949791" y="39072"/>
                  <a:pt x="952655" y="37890"/>
                  <a:pt x="955808" y="37154"/>
                </a:cubicBezTo>
                <a:cubicBezTo>
                  <a:pt x="958963" y="36418"/>
                  <a:pt x="962064" y="36049"/>
                  <a:pt x="965111" y="36049"/>
                </a:cubicBezTo>
                <a:cubicBezTo>
                  <a:pt x="968054" y="36049"/>
                  <a:pt x="970655" y="36391"/>
                  <a:pt x="972914" y="37074"/>
                </a:cubicBezTo>
                <a:cubicBezTo>
                  <a:pt x="975174" y="37757"/>
                  <a:pt x="977670" y="38992"/>
                  <a:pt x="980403" y="40779"/>
                </a:cubicBezTo>
                <a:cubicBezTo>
                  <a:pt x="980823" y="40989"/>
                  <a:pt x="981375" y="40963"/>
                  <a:pt x="982058" y="40702"/>
                </a:cubicBezTo>
                <a:cubicBezTo>
                  <a:pt x="982741" y="40439"/>
                  <a:pt x="983293" y="39571"/>
                  <a:pt x="983713" y="38099"/>
                </a:cubicBezTo>
                <a:cubicBezTo>
                  <a:pt x="983819" y="37679"/>
                  <a:pt x="984134" y="37417"/>
                  <a:pt x="984659" y="37312"/>
                </a:cubicBezTo>
                <a:cubicBezTo>
                  <a:pt x="985185" y="37207"/>
                  <a:pt x="985711" y="37180"/>
                  <a:pt x="986237" y="37233"/>
                </a:cubicBezTo>
                <a:cubicBezTo>
                  <a:pt x="986763" y="37284"/>
                  <a:pt x="987236" y="37416"/>
                  <a:pt x="987656" y="37628"/>
                </a:cubicBezTo>
                <a:cubicBezTo>
                  <a:pt x="988076" y="37838"/>
                  <a:pt x="988233" y="38100"/>
                  <a:pt x="988127" y="38414"/>
                </a:cubicBezTo>
                <a:close/>
                <a:moveTo>
                  <a:pt x="1043133" y="77197"/>
                </a:moveTo>
                <a:cubicBezTo>
                  <a:pt x="1043133" y="76041"/>
                  <a:pt x="1043080" y="75331"/>
                  <a:pt x="1042974" y="75068"/>
                </a:cubicBezTo>
                <a:cubicBezTo>
                  <a:pt x="1042870" y="74805"/>
                  <a:pt x="1042607" y="74674"/>
                  <a:pt x="1042187" y="74674"/>
                </a:cubicBezTo>
                <a:cubicBezTo>
                  <a:pt x="1033569" y="75410"/>
                  <a:pt x="1027184" y="77224"/>
                  <a:pt x="1023032" y="80115"/>
                </a:cubicBezTo>
                <a:cubicBezTo>
                  <a:pt x="1018881" y="83005"/>
                  <a:pt x="1016806" y="86710"/>
                  <a:pt x="1016806" y="91229"/>
                </a:cubicBezTo>
                <a:cubicBezTo>
                  <a:pt x="1016806" y="94382"/>
                  <a:pt x="1017594" y="97036"/>
                  <a:pt x="1019171" y="99192"/>
                </a:cubicBezTo>
                <a:cubicBezTo>
                  <a:pt x="1020747" y="101345"/>
                  <a:pt x="1023375" y="102422"/>
                  <a:pt x="1027054" y="102422"/>
                </a:cubicBezTo>
                <a:cubicBezTo>
                  <a:pt x="1029471" y="102422"/>
                  <a:pt x="1032019" y="101949"/>
                  <a:pt x="1034699" y="101003"/>
                </a:cubicBezTo>
                <a:cubicBezTo>
                  <a:pt x="1037378" y="100057"/>
                  <a:pt x="1039770" y="98690"/>
                  <a:pt x="1041872" y="96904"/>
                </a:cubicBezTo>
                <a:cubicBezTo>
                  <a:pt x="1042713" y="96063"/>
                  <a:pt x="1043133" y="95222"/>
                  <a:pt x="1043133" y="94380"/>
                </a:cubicBezTo>
                <a:lnTo>
                  <a:pt x="1043133" y="77197"/>
                </a:lnTo>
                <a:moveTo>
                  <a:pt x="1057954" y="92805"/>
                </a:moveTo>
                <a:cubicBezTo>
                  <a:pt x="1057954" y="96484"/>
                  <a:pt x="1058295" y="99059"/>
                  <a:pt x="1058978" y="100531"/>
                </a:cubicBezTo>
                <a:cubicBezTo>
                  <a:pt x="1059662" y="102002"/>
                  <a:pt x="1061001" y="102737"/>
                  <a:pt x="1062998" y="102737"/>
                </a:cubicBezTo>
                <a:cubicBezTo>
                  <a:pt x="1064154" y="102737"/>
                  <a:pt x="1065100" y="102606"/>
                  <a:pt x="1065834" y="102343"/>
                </a:cubicBezTo>
                <a:cubicBezTo>
                  <a:pt x="1066570" y="102080"/>
                  <a:pt x="1067622" y="101528"/>
                  <a:pt x="1068988" y="100688"/>
                </a:cubicBezTo>
                <a:cubicBezTo>
                  <a:pt x="1069304" y="100478"/>
                  <a:pt x="1069646" y="100478"/>
                  <a:pt x="1070013" y="100688"/>
                </a:cubicBezTo>
                <a:cubicBezTo>
                  <a:pt x="1070382" y="100898"/>
                  <a:pt x="1070697" y="101187"/>
                  <a:pt x="1070958" y="101556"/>
                </a:cubicBezTo>
                <a:cubicBezTo>
                  <a:pt x="1071221" y="101923"/>
                  <a:pt x="1071405" y="102344"/>
                  <a:pt x="1071509" y="102817"/>
                </a:cubicBezTo>
                <a:cubicBezTo>
                  <a:pt x="1071615" y="103290"/>
                  <a:pt x="1071511" y="103684"/>
                  <a:pt x="1071196" y="103998"/>
                </a:cubicBezTo>
                <a:cubicBezTo>
                  <a:pt x="1067097" y="108937"/>
                  <a:pt x="1062262" y="111407"/>
                  <a:pt x="1056691" y="111407"/>
                </a:cubicBezTo>
                <a:cubicBezTo>
                  <a:pt x="1053644" y="111407"/>
                  <a:pt x="1051042" y="110593"/>
                  <a:pt x="1048887" y="108965"/>
                </a:cubicBezTo>
                <a:cubicBezTo>
                  <a:pt x="1046733" y="107336"/>
                  <a:pt x="1045131" y="105417"/>
                  <a:pt x="1044080" y="103209"/>
                </a:cubicBezTo>
                <a:cubicBezTo>
                  <a:pt x="1043869" y="102684"/>
                  <a:pt x="1043553" y="102632"/>
                  <a:pt x="1043133" y="103053"/>
                </a:cubicBezTo>
                <a:cubicBezTo>
                  <a:pt x="1040400" y="105469"/>
                  <a:pt x="1037221" y="107466"/>
                  <a:pt x="1033594" y="109042"/>
                </a:cubicBezTo>
                <a:cubicBezTo>
                  <a:pt x="1029968" y="110619"/>
                  <a:pt x="1025423" y="111407"/>
                  <a:pt x="1019960" y="111407"/>
                </a:cubicBezTo>
                <a:cubicBezTo>
                  <a:pt x="1013968" y="111407"/>
                  <a:pt x="1009343" y="109805"/>
                  <a:pt x="1006084" y="106601"/>
                </a:cubicBezTo>
                <a:cubicBezTo>
                  <a:pt x="1002827" y="103395"/>
                  <a:pt x="1001198" y="98849"/>
                  <a:pt x="1001198" y="92963"/>
                </a:cubicBezTo>
                <a:cubicBezTo>
                  <a:pt x="1001198" y="85395"/>
                  <a:pt x="1004719" y="79588"/>
                  <a:pt x="1011761" y="75542"/>
                </a:cubicBezTo>
                <a:cubicBezTo>
                  <a:pt x="1018803" y="71496"/>
                  <a:pt x="1029050" y="69473"/>
                  <a:pt x="1042502" y="69473"/>
                </a:cubicBezTo>
                <a:cubicBezTo>
                  <a:pt x="1042713" y="69473"/>
                  <a:pt x="1042870" y="69210"/>
                  <a:pt x="1042974" y="68684"/>
                </a:cubicBezTo>
                <a:cubicBezTo>
                  <a:pt x="1043080" y="68158"/>
                  <a:pt x="1043133" y="66949"/>
                  <a:pt x="1043133" y="65059"/>
                </a:cubicBezTo>
                <a:lnTo>
                  <a:pt x="1043133" y="60801"/>
                </a:lnTo>
                <a:cubicBezTo>
                  <a:pt x="1043133" y="58174"/>
                  <a:pt x="1042923" y="55704"/>
                  <a:pt x="1042502" y="53391"/>
                </a:cubicBezTo>
                <a:cubicBezTo>
                  <a:pt x="1042082" y="51079"/>
                  <a:pt x="1041373" y="49056"/>
                  <a:pt x="1040373" y="47322"/>
                </a:cubicBezTo>
                <a:cubicBezTo>
                  <a:pt x="1039376" y="45588"/>
                  <a:pt x="1037984" y="44222"/>
                  <a:pt x="1036197" y="43223"/>
                </a:cubicBezTo>
                <a:cubicBezTo>
                  <a:pt x="1034411" y="42224"/>
                  <a:pt x="1032203" y="41724"/>
                  <a:pt x="1029575" y="41724"/>
                </a:cubicBezTo>
                <a:cubicBezTo>
                  <a:pt x="1025686" y="41724"/>
                  <a:pt x="1022533" y="42487"/>
                  <a:pt x="1020116" y="44012"/>
                </a:cubicBezTo>
                <a:cubicBezTo>
                  <a:pt x="1017699" y="45536"/>
                  <a:pt x="1016491" y="47506"/>
                  <a:pt x="1016491" y="49923"/>
                </a:cubicBezTo>
                <a:cubicBezTo>
                  <a:pt x="1016491" y="51079"/>
                  <a:pt x="1016858" y="52209"/>
                  <a:pt x="1017592" y="53312"/>
                </a:cubicBezTo>
                <a:cubicBezTo>
                  <a:pt x="1018329" y="54415"/>
                  <a:pt x="1018697" y="55545"/>
                  <a:pt x="1018697" y="56701"/>
                </a:cubicBezTo>
                <a:cubicBezTo>
                  <a:pt x="1018697" y="58174"/>
                  <a:pt x="1017961" y="59593"/>
                  <a:pt x="1016488" y="60959"/>
                </a:cubicBezTo>
                <a:cubicBezTo>
                  <a:pt x="1015018" y="62326"/>
                  <a:pt x="1013232" y="63009"/>
                  <a:pt x="1011131" y="63009"/>
                </a:cubicBezTo>
                <a:cubicBezTo>
                  <a:pt x="1008292" y="63009"/>
                  <a:pt x="1006269" y="62247"/>
                  <a:pt x="1005059" y="60724"/>
                </a:cubicBezTo>
                <a:cubicBezTo>
                  <a:pt x="1003852" y="59198"/>
                  <a:pt x="1003248" y="57333"/>
                  <a:pt x="1003248" y="55126"/>
                </a:cubicBezTo>
                <a:cubicBezTo>
                  <a:pt x="1003248" y="52499"/>
                  <a:pt x="1003983" y="50003"/>
                  <a:pt x="1005454" y="47637"/>
                </a:cubicBezTo>
                <a:cubicBezTo>
                  <a:pt x="1006926" y="45272"/>
                  <a:pt x="1008923" y="43249"/>
                  <a:pt x="1011444" y="41568"/>
                </a:cubicBezTo>
                <a:cubicBezTo>
                  <a:pt x="1013966" y="39886"/>
                  <a:pt x="1016909" y="38546"/>
                  <a:pt x="1020272" y="37548"/>
                </a:cubicBezTo>
                <a:cubicBezTo>
                  <a:pt x="1023637" y="36549"/>
                  <a:pt x="1027159" y="36049"/>
                  <a:pt x="1030838" y="36049"/>
                </a:cubicBezTo>
                <a:cubicBezTo>
                  <a:pt x="1039244" y="36049"/>
                  <a:pt x="1045865" y="37994"/>
                  <a:pt x="1050701" y="41883"/>
                </a:cubicBezTo>
                <a:cubicBezTo>
                  <a:pt x="1055536" y="45772"/>
                  <a:pt x="1057954" y="52236"/>
                  <a:pt x="1057954" y="61275"/>
                </a:cubicBezTo>
                <a:lnTo>
                  <a:pt x="1057954" y="92805"/>
                </a:lnTo>
                <a:close/>
                <a:moveTo>
                  <a:pt x="1101922" y="90755"/>
                </a:moveTo>
                <a:cubicBezTo>
                  <a:pt x="1101922" y="93384"/>
                  <a:pt x="1101974" y="95591"/>
                  <a:pt x="1102078" y="97378"/>
                </a:cubicBezTo>
                <a:cubicBezTo>
                  <a:pt x="1102184" y="99164"/>
                  <a:pt x="1102552" y="100636"/>
                  <a:pt x="1103182" y="101792"/>
                </a:cubicBezTo>
                <a:cubicBezTo>
                  <a:pt x="1103814" y="102948"/>
                  <a:pt x="1104839" y="103842"/>
                  <a:pt x="1106257" y="104472"/>
                </a:cubicBezTo>
                <a:cubicBezTo>
                  <a:pt x="1107676" y="105102"/>
                  <a:pt x="1109647" y="105575"/>
                  <a:pt x="1112170" y="105891"/>
                </a:cubicBezTo>
                <a:cubicBezTo>
                  <a:pt x="1112800" y="105995"/>
                  <a:pt x="1113273" y="106284"/>
                  <a:pt x="1113589" y="106757"/>
                </a:cubicBezTo>
                <a:cubicBezTo>
                  <a:pt x="1113905" y="107230"/>
                  <a:pt x="1114063" y="107782"/>
                  <a:pt x="1114063" y="108412"/>
                </a:cubicBezTo>
                <a:cubicBezTo>
                  <a:pt x="1114063" y="108938"/>
                  <a:pt x="1113905" y="109438"/>
                  <a:pt x="1113589" y="109911"/>
                </a:cubicBezTo>
                <a:cubicBezTo>
                  <a:pt x="1113273" y="110384"/>
                  <a:pt x="1112800" y="110621"/>
                  <a:pt x="1112170" y="110621"/>
                </a:cubicBezTo>
                <a:cubicBezTo>
                  <a:pt x="1110067" y="110621"/>
                  <a:pt x="1107466" y="110436"/>
                  <a:pt x="1104366" y="110067"/>
                </a:cubicBezTo>
                <a:cubicBezTo>
                  <a:pt x="1101266" y="109700"/>
                  <a:pt x="1098139" y="109516"/>
                  <a:pt x="1094986" y="109516"/>
                </a:cubicBezTo>
                <a:cubicBezTo>
                  <a:pt x="1091623" y="109516"/>
                  <a:pt x="1088365" y="109700"/>
                  <a:pt x="1085210" y="110067"/>
                </a:cubicBezTo>
                <a:cubicBezTo>
                  <a:pt x="1082057" y="110436"/>
                  <a:pt x="1079167" y="110621"/>
                  <a:pt x="1076540" y="110621"/>
                </a:cubicBezTo>
                <a:cubicBezTo>
                  <a:pt x="1076014" y="110621"/>
                  <a:pt x="1075593" y="110384"/>
                  <a:pt x="1075277" y="109911"/>
                </a:cubicBezTo>
                <a:cubicBezTo>
                  <a:pt x="1074963" y="109438"/>
                  <a:pt x="1074806" y="108938"/>
                  <a:pt x="1074806" y="108412"/>
                </a:cubicBezTo>
                <a:cubicBezTo>
                  <a:pt x="1074806" y="107782"/>
                  <a:pt x="1074963" y="107230"/>
                  <a:pt x="1075277" y="106757"/>
                </a:cubicBezTo>
                <a:cubicBezTo>
                  <a:pt x="1075593" y="106284"/>
                  <a:pt x="1076067" y="105995"/>
                  <a:pt x="1076699" y="105891"/>
                </a:cubicBezTo>
                <a:cubicBezTo>
                  <a:pt x="1079326" y="105575"/>
                  <a:pt x="1081348" y="105102"/>
                  <a:pt x="1082766" y="104472"/>
                </a:cubicBezTo>
                <a:cubicBezTo>
                  <a:pt x="1084185" y="103842"/>
                  <a:pt x="1085210" y="102975"/>
                  <a:pt x="1085840" y="101871"/>
                </a:cubicBezTo>
                <a:cubicBezTo>
                  <a:pt x="1086472" y="100766"/>
                  <a:pt x="1086840" y="99400"/>
                  <a:pt x="1086944" y="97772"/>
                </a:cubicBezTo>
                <a:cubicBezTo>
                  <a:pt x="1087050" y="96143"/>
                  <a:pt x="1087103" y="94119"/>
                  <a:pt x="1087103" y="91701"/>
                </a:cubicBezTo>
                <a:lnTo>
                  <a:pt x="1087103" y="68369"/>
                </a:lnTo>
                <a:cubicBezTo>
                  <a:pt x="1087103" y="63429"/>
                  <a:pt x="1087050" y="59488"/>
                  <a:pt x="1086944" y="56545"/>
                </a:cubicBezTo>
                <a:cubicBezTo>
                  <a:pt x="1086840" y="53602"/>
                  <a:pt x="1086472" y="51343"/>
                  <a:pt x="1085840" y="49766"/>
                </a:cubicBezTo>
                <a:cubicBezTo>
                  <a:pt x="1085210" y="48190"/>
                  <a:pt x="1084238" y="47113"/>
                  <a:pt x="1082925" y="46535"/>
                </a:cubicBezTo>
                <a:cubicBezTo>
                  <a:pt x="1081611" y="45957"/>
                  <a:pt x="1079693" y="45614"/>
                  <a:pt x="1077171" y="45508"/>
                </a:cubicBezTo>
                <a:cubicBezTo>
                  <a:pt x="1076646" y="45508"/>
                  <a:pt x="1076226" y="45298"/>
                  <a:pt x="1075910" y="44878"/>
                </a:cubicBezTo>
                <a:cubicBezTo>
                  <a:pt x="1075594" y="44458"/>
                  <a:pt x="1075383" y="43986"/>
                  <a:pt x="1075277" y="43461"/>
                </a:cubicBezTo>
                <a:cubicBezTo>
                  <a:pt x="1075173" y="42935"/>
                  <a:pt x="1075252" y="42436"/>
                  <a:pt x="1075515" y="41962"/>
                </a:cubicBezTo>
                <a:cubicBezTo>
                  <a:pt x="1075778" y="41489"/>
                  <a:pt x="1076225" y="41253"/>
                  <a:pt x="1076855" y="41253"/>
                </a:cubicBezTo>
                <a:cubicBezTo>
                  <a:pt x="1078642" y="41043"/>
                  <a:pt x="1081243" y="40622"/>
                  <a:pt x="1084659" y="39992"/>
                </a:cubicBezTo>
                <a:cubicBezTo>
                  <a:pt x="1088075" y="39360"/>
                  <a:pt x="1091780" y="38519"/>
                  <a:pt x="1095773" y="37469"/>
                </a:cubicBezTo>
                <a:cubicBezTo>
                  <a:pt x="1095985" y="37363"/>
                  <a:pt x="1096406" y="37284"/>
                  <a:pt x="1097036" y="37233"/>
                </a:cubicBezTo>
                <a:cubicBezTo>
                  <a:pt x="1097666" y="37180"/>
                  <a:pt x="1098086" y="37154"/>
                  <a:pt x="1098296" y="37154"/>
                </a:cubicBezTo>
                <a:cubicBezTo>
                  <a:pt x="1099347" y="37154"/>
                  <a:pt x="1100240" y="37574"/>
                  <a:pt x="1100976" y="38414"/>
                </a:cubicBezTo>
                <a:cubicBezTo>
                  <a:pt x="1101712" y="39255"/>
                  <a:pt x="1102028" y="40253"/>
                  <a:pt x="1101922" y="41409"/>
                </a:cubicBezTo>
                <a:lnTo>
                  <a:pt x="1101607" y="49136"/>
                </a:lnTo>
                <a:cubicBezTo>
                  <a:pt x="1101607" y="49660"/>
                  <a:pt x="1101817" y="49712"/>
                  <a:pt x="1102237" y="49292"/>
                </a:cubicBezTo>
                <a:cubicBezTo>
                  <a:pt x="1102763" y="48556"/>
                  <a:pt x="1103630" y="47453"/>
                  <a:pt x="1104837" y="45982"/>
                </a:cubicBezTo>
                <a:cubicBezTo>
                  <a:pt x="1106046" y="44510"/>
                  <a:pt x="1107623" y="43039"/>
                  <a:pt x="1109567" y="41568"/>
                </a:cubicBezTo>
                <a:cubicBezTo>
                  <a:pt x="1111512" y="40096"/>
                  <a:pt x="1113877" y="38808"/>
                  <a:pt x="1116663" y="37705"/>
                </a:cubicBezTo>
                <a:cubicBezTo>
                  <a:pt x="1119449" y="36601"/>
                  <a:pt x="1122628" y="36049"/>
                  <a:pt x="1126201" y="36049"/>
                </a:cubicBezTo>
                <a:cubicBezTo>
                  <a:pt x="1132717" y="36049"/>
                  <a:pt x="1137867" y="37337"/>
                  <a:pt x="1141650" y="39913"/>
                </a:cubicBezTo>
                <a:cubicBezTo>
                  <a:pt x="1145435" y="42487"/>
                  <a:pt x="1148378" y="46296"/>
                  <a:pt x="1150479" y="51342"/>
                </a:cubicBezTo>
                <a:cubicBezTo>
                  <a:pt x="1151005" y="50186"/>
                  <a:pt x="1152003" y="48741"/>
                  <a:pt x="1153474" y="47007"/>
                </a:cubicBezTo>
                <a:cubicBezTo>
                  <a:pt x="1154946" y="45273"/>
                  <a:pt x="1156838" y="43592"/>
                  <a:pt x="1159151" y="41962"/>
                </a:cubicBezTo>
                <a:cubicBezTo>
                  <a:pt x="1161463" y="40333"/>
                  <a:pt x="1164091" y="38940"/>
                  <a:pt x="1167034" y="37784"/>
                </a:cubicBezTo>
                <a:cubicBezTo>
                  <a:pt x="1169977" y="36628"/>
                  <a:pt x="1173182" y="36049"/>
                  <a:pt x="1176649" y="36049"/>
                </a:cubicBezTo>
                <a:cubicBezTo>
                  <a:pt x="1181694" y="36049"/>
                  <a:pt x="1185794" y="36812"/>
                  <a:pt x="1188946" y="38337"/>
                </a:cubicBezTo>
                <a:cubicBezTo>
                  <a:pt x="1192099" y="39861"/>
                  <a:pt x="1194569" y="41936"/>
                  <a:pt x="1196356" y="44563"/>
                </a:cubicBezTo>
                <a:cubicBezTo>
                  <a:pt x="1198144" y="47190"/>
                  <a:pt x="1199353" y="50316"/>
                  <a:pt x="1199983" y="53942"/>
                </a:cubicBezTo>
                <a:cubicBezTo>
                  <a:pt x="1200614" y="57568"/>
                  <a:pt x="1200929" y="61484"/>
                  <a:pt x="1200929" y="65689"/>
                </a:cubicBezTo>
                <a:lnTo>
                  <a:pt x="1200929" y="90755"/>
                </a:lnTo>
                <a:cubicBezTo>
                  <a:pt x="1200929" y="93384"/>
                  <a:pt x="1200981" y="95591"/>
                  <a:pt x="1201085" y="97378"/>
                </a:cubicBezTo>
                <a:cubicBezTo>
                  <a:pt x="1201191" y="99164"/>
                  <a:pt x="1201506" y="100636"/>
                  <a:pt x="1202031" y="101792"/>
                </a:cubicBezTo>
                <a:cubicBezTo>
                  <a:pt x="1202557" y="102948"/>
                  <a:pt x="1203398" y="103842"/>
                  <a:pt x="1204554" y="104472"/>
                </a:cubicBezTo>
                <a:cubicBezTo>
                  <a:pt x="1205710" y="105102"/>
                  <a:pt x="1207392" y="105575"/>
                  <a:pt x="1209599" y="105891"/>
                </a:cubicBezTo>
                <a:cubicBezTo>
                  <a:pt x="1210230" y="105995"/>
                  <a:pt x="1210704" y="106284"/>
                  <a:pt x="1211018" y="106757"/>
                </a:cubicBezTo>
                <a:cubicBezTo>
                  <a:pt x="1211334" y="107230"/>
                  <a:pt x="1211492" y="107782"/>
                  <a:pt x="1211492" y="108412"/>
                </a:cubicBezTo>
                <a:cubicBezTo>
                  <a:pt x="1211492" y="108938"/>
                  <a:pt x="1211334" y="109438"/>
                  <a:pt x="1211018" y="109911"/>
                </a:cubicBezTo>
                <a:cubicBezTo>
                  <a:pt x="1210704" y="110384"/>
                  <a:pt x="1210230" y="110621"/>
                  <a:pt x="1209599" y="110621"/>
                </a:cubicBezTo>
                <a:cubicBezTo>
                  <a:pt x="1208232" y="110621"/>
                  <a:pt x="1206078" y="110436"/>
                  <a:pt x="1203135" y="110067"/>
                </a:cubicBezTo>
                <a:cubicBezTo>
                  <a:pt x="1200192" y="109700"/>
                  <a:pt x="1197144" y="109516"/>
                  <a:pt x="1193991" y="109516"/>
                </a:cubicBezTo>
                <a:cubicBezTo>
                  <a:pt x="1190628" y="109516"/>
                  <a:pt x="1187397" y="109700"/>
                  <a:pt x="1184296" y="110067"/>
                </a:cubicBezTo>
                <a:cubicBezTo>
                  <a:pt x="1181196" y="110436"/>
                  <a:pt x="1178437" y="110621"/>
                  <a:pt x="1176019" y="110621"/>
                </a:cubicBezTo>
                <a:cubicBezTo>
                  <a:pt x="1175494" y="110621"/>
                  <a:pt x="1175074" y="110384"/>
                  <a:pt x="1174758" y="109911"/>
                </a:cubicBezTo>
                <a:cubicBezTo>
                  <a:pt x="1174442" y="109438"/>
                  <a:pt x="1174284" y="108938"/>
                  <a:pt x="1174284" y="108412"/>
                </a:cubicBezTo>
                <a:cubicBezTo>
                  <a:pt x="1174284" y="107782"/>
                  <a:pt x="1174442" y="107230"/>
                  <a:pt x="1174758" y="106757"/>
                </a:cubicBezTo>
                <a:cubicBezTo>
                  <a:pt x="1175074" y="106284"/>
                  <a:pt x="1175547" y="105995"/>
                  <a:pt x="1176178" y="105891"/>
                </a:cubicBezTo>
                <a:cubicBezTo>
                  <a:pt x="1178700" y="105575"/>
                  <a:pt x="1180618" y="105102"/>
                  <a:pt x="1181932" y="104472"/>
                </a:cubicBezTo>
                <a:cubicBezTo>
                  <a:pt x="1183245" y="103842"/>
                  <a:pt x="1184217" y="102975"/>
                  <a:pt x="1184847" y="101871"/>
                </a:cubicBezTo>
                <a:cubicBezTo>
                  <a:pt x="1185479" y="100766"/>
                  <a:pt x="1185847" y="99400"/>
                  <a:pt x="1185952" y="97772"/>
                </a:cubicBezTo>
                <a:cubicBezTo>
                  <a:pt x="1186057" y="96143"/>
                  <a:pt x="1186110" y="94119"/>
                  <a:pt x="1186110" y="91701"/>
                </a:cubicBezTo>
                <a:lnTo>
                  <a:pt x="1186110" y="71364"/>
                </a:lnTo>
                <a:cubicBezTo>
                  <a:pt x="1186110" y="68527"/>
                  <a:pt x="1186004" y="65585"/>
                  <a:pt x="1185793" y="62537"/>
                </a:cubicBezTo>
                <a:cubicBezTo>
                  <a:pt x="1185583" y="59489"/>
                  <a:pt x="1185031" y="56703"/>
                  <a:pt x="1184138" y="54180"/>
                </a:cubicBezTo>
                <a:cubicBezTo>
                  <a:pt x="1183244" y="51658"/>
                  <a:pt x="1181905" y="49582"/>
                  <a:pt x="1180118" y="47952"/>
                </a:cubicBezTo>
                <a:cubicBezTo>
                  <a:pt x="1178331" y="46323"/>
                  <a:pt x="1175810" y="45508"/>
                  <a:pt x="1172552" y="45508"/>
                </a:cubicBezTo>
                <a:cubicBezTo>
                  <a:pt x="1169608" y="45508"/>
                  <a:pt x="1166848" y="46191"/>
                  <a:pt x="1164272" y="47558"/>
                </a:cubicBezTo>
                <a:cubicBezTo>
                  <a:pt x="1161698" y="48924"/>
                  <a:pt x="1159465" y="50659"/>
                  <a:pt x="1157573" y="52761"/>
                </a:cubicBezTo>
                <a:cubicBezTo>
                  <a:pt x="1155682" y="54864"/>
                  <a:pt x="1154185" y="57150"/>
                  <a:pt x="1153081" y="59619"/>
                </a:cubicBezTo>
                <a:cubicBezTo>
                  <a:pt x="1151978" y="62089"/>
                  <a:pt x="1151426" y="64480"/>
                  <a:pt x="1151426" y="66793"/>
                </a:cubicBezTo>
                <a:lnTo>
                  <a:pt x="1151426" y="90755"/>
                </a:lnTo>
                <a:cubicBezTo>
                  <a:pt x="1151426" y="93804"/>
                  <a:pt x="1151479" y="96248"/>
                  <a:pt x="1151583" y="98087"/>
                </a:cubicBezTo>
                <a:cubicBezTo>
                  <a:pt x="1151689" y="99925"/>
                  <a:pt x="1152004" y="101370"/>
                  <a:pt x="1152528" y="102422"/>
                </a:cubicBezTo>
                <a:cubicBezTo>
                  <a:pt x="1153054" y="103473"/>
                  <a:pt x="1153895" y="104234"/>
                  <a:pt x="1155052" y="104708"/>
                </a:cubicBezTo>
                <a:cubicBezTo>
                  <a:pt x="1156208" y="105181"/>
                  <a:pt x="1157889" y="105575"/>
                  <a:pt x="1160096" y="105891"/>
                </a:cubicBezTo>
                <a:cubicBezTo>
                  <a:pt x="1160726" y="105995"/>
                  <a:pt x="1161200" y="106284"/>
                  <a:pt x="1161516" y="106757"/>
                </a:cubicBezTo>
                <a:cubicBezTo>
                  <a:pt x="1161831" y="107230"/>
                  <a:pt x="1161989" y="107782"/>
                  <a:pt x="1161989" y="108412"/>
                </a:cubicBezTo>
                <a:cubicBezTo>
                  <a:pt x="1161989" y="108938"/>
                  <a:pt x="1161831" y="109438"/>
                  <a:pt x="1161516" y="109911"/>
                </a:cubicBezTo>
                <a:cubicBezTo>
                  <a:pt x="1161200" y="110384"/>
                  <a:pt x="1160726" y="110621"/>
                  <a:pt x="1160096" y="110621"/>
                </a:cubicBezTo>
                <a:cubicBezTo>
                  <a:pt x="1158730" y="110621"/>
                  <a:pt x="1156575" y="110436"/>
                  <a:pt x="1153632" y="110067"/>
                </a:cubicBezTo>
                <a:cubicBezTo>
                  <a:pt x="1150690" y="109700"/>
                  <a:pt x="1147642" y="109516"/>
                  <a:pt x="1144489" y="109516"/>
                </a:cubicBezTo>
                <a:cubicBezTo>
                  <a:pt x="1141126" y="109516"/>
                  <a:pt x="1137893" y="109700"/>
                  <a:pt x="1134792" y="110067"/>
                </a:cubicBezTo>
                <a:cubicBezTo>
                  <a:pt x="1131692" y="110436"/>
                  <a:pt x="1129091" y="110621"/>
                  <a:pt x="1126990" y="110621"/>
                </a:cubicBezTo>
                <a:cubicBezTo>
                  <a:pt x="1126464" y="110621"/>
                  <a:pt x="1126043" y="110384"/>
                  <a:pt x="1125727" y="109911"/>
                </a:cubicBezTo>
                <a:cubicBezTo>
                  <a:pt x="1125413" y="109438"/>
                  <a:pt x="1125256" y="108938"/>
                  <a:pt x="1125256" y="108412"/>
                </a:cubicBezTo>
                <a:cubicBezTo>
                  <a:pt x="1125256" y="107782"/>
                  <a:pt x="1125413" y="107230"/>
                  <a:pt x="1125727" y="106757"/>
                </a:cubicBezTo>
                <a:cubicBezTo>
                  <a:pt x="1126043" y="106284"/>
                  <a:pt x="1126516" y="105995"/>
                  <a:pt x="1127147" y="105891"/>
                </a:cubicBezTo>
                <a:cubicBezTo>
                  <a:pt x="1129459" y="105575"/>
                  <a:pt x="1131272" y="105181"/>
                  <a:pt x="1132586" y="104708"/>
                </a:cubicBezTo>
                <a:cubicBezTo>
                  <a:pt x="1133899" y="104234"/>
                  <a:pt x="1134845" y="103499"/>
                  <a:pt x="1135422" y="102502"/>
                </a:cubicBezTo>
                <a:cubicBezTo>
                  <a:pt x="1136001" y="101502"/>
                  <a:pt x="1136343" y="100163"/>
                  <a:pt x="1136447" y="98482"/>
                </a:cubicBezTo>
                <a:cubicBezTo>
                  <a:pt x="1136553" y="96800"/>
                  <a:pt x="1136606" y="94539"/>
                  <a:pt x="1136606" y="91701"/>
                </a:cubicBezTo>
                <a:lnTo>
                  <a:pt x="1136606" y="71364"/>
                </a:lnTo>
                <a:cubicBezTo>
                  <a:pt x="1136606" y="68527"/>
                  <a:pt x="1136474" y="65585"/>
                  <a:pt x="1136211" y="62537"/>
                </a:cubicBezTo>
                <a:cubicBezTo>
                  <a:pt x="1135950" y="59489"/>
                  <a:pt x="1135346" y="56703"/>
                  <a:pt x="1134400" y="54180"/>
                </a:cubicBezTo>
                <a:cubicBezTo>
                  <a:pt x="1133453" y="51658"/>
                  <a:pt x="1132034" y="49582"/>
                  <a:pt x="1130142" y="47952"/>
                </a:cubicBezTo>
                <a:cubicBezTo>
                  <a:pt x="1128251" y="46323"/>
                  <a:pt x="1125624" y="45508"/>
                  <a:pt x="1122261" y="45508"/>
                </a:cubicBezTo>
                <a:cubicBezTo>
                  <a:pt x="1118686" y="45508"/>
                  <a:pt x="1115611" y="46166"/>
                  <a:pt x="1113036" y="47481"/>
                </a:cubicBezTo>
                <a:cubicBezTo>
                  <a:pt x="1110462" y="48794"/>
                  <a:pt x="1108360" y="50502"/>
                  <a:pt x="1106730" y="52605"/>
                </a:cubicBezTo>
                <a:cubicBezTo>
                  <a:pt x="1105101" y="54706"/>
                  <a:pt x="1103892" y="57044"/>
                  <a:pt x="1103103" y="59619"/>
                </a:cubicBezTo>
                <a:cubicBezTo>
                  <a:pt x="1102315" y="62193"/>
                  <a:pt x="1101922" y="64742"/>
                  <a:pt x="1101922" y="67264"/>
                </a:cubicBezTo>
                <a:lnTo>
                  <a:pt x="1101922" y="90755"/>
                </a:lnTo>
                <a:close/>
                <a:moveTo>
                  <a:pt x="1239223" y="69629"/>
                </a:moveTo>
                <a:cubicBezTo>
                  <a:pt x="1238697" y="69629"/>
                  <a:pt x="1238408" y="69814"/>
                  <a:pt x="1238355" y="70182"/>
                </a:cubicBezTo>
                <a:cubicBezTo>
                  <a:pt x="1238303" y="70550"/>
                  <a:pt x="1238278" y="70996"/>
                  <a:pt x="1238278" y="71522"/>
                </a:cubicBezTo>
                <a:cubicBezTo>
                  <a:pt x="1238278" y="76988"/>
                  <a:pt x="1238881" y="81612"/>
                  <a:pt x="1240089" y="85395"/>
                </a:cubicBezTo>
                <a:cubicBezTo>
                  <a:pt x="1241298" y="89179"/>
                  <a:pt x="1242980" y="92253"/>
                  <a:pt x="1245134" y="94618"/>
                </a:cubicBezTo>
                <a:cubicBezTo>
                  <a:pt x="1247289" y="96982"/>
                  <a:pt x="1249865" y="98690"/>
                  <a:pt x="1252860" y="99742"/>
                </a:cubicBezTo>
                <a:cubicBezTo>
                  <a:pt x="1255856" y="100793"/>
                  <a:pt x="1259088" y="101318"/>
                  <a:pt x="1262555" y="101318"/>
                </a:cubicBezTo>
                <a:cubicBezTo>
                  <a:pt x="1266128" y="101318"/>
                  <a:pt x="1269596" y="101029"/>
                  <a:pt x="1272959" y="100452"/>
                </a:cubicBezTo>
                <a:cubicBezTo>
                  <a:pt x="1276324" y="99873"/>
                  <a:pt x="1279214" y="98585"/>
                  <a:pt x="1281631" y="96589"/>
                </a:cubicBezTo>
                <a:cubicBezTo>
                  <a:pt x="1282157" y="96168"/>
                  <a:pt x="1282709" y="96011"/>
                  <a:pt x="1283286" y="96117"/>
                </a:cubicBezTo>
                <a:cubicBezTo>
                  <a:pt x="1283865" y="96221"/>
                  <a:pt x="1284338" y="96484"/>
                  <a:pt x="1284706" y="96904"/>
                </a:cubicBezTo>
                <a:cubicBezTo>
                  <a:pt x="1285073" y="97324"/>
                  <a:pt x="1285309" y="97797"/>
                  <a:pt x="1285413" y="98323"/>
                </a:cubicBezTo>
                <a:cubicBezTo>
                  <a:pt x="1285519" y="98849"/>
                  <a:pt x="1285414" y="99322"/>
                  <a:pt x="1285100" y="99742"/>
                </a:cubicBezTo>
                <a:cubicBezTo>
                  <a:pt x="1281737" y="104156"/>
                  <a:pt x="1277953" y="107204"/>
                  <a:pt x="1273748" y="108886"/>
                </a:cubicBezTo>
                <a:cubicBezTo>
                  <a:pt x="1269545" y="110567"/>
                  <a:pt x="1264342" y="111407"/>
                  <a:pt x="1258141" y="111407"/>
                </a:cubicBezTo>
                <a:cubicBezTo>
                  <a:pt x="1251835" y="111407"/>
                  <a:pt x="1246396" y="110462"/>
                  <a:pt x="1241823" y="108571"/>
                </a:cubicBezTo>
                <a:cubicBezTo>
                  <a:pt x="1237251" y="106679"/>
                  <a:pt x="1233467" y="104024"/>
                  <a:pt x="1230471" y="100608"/>
                </a:cubicBezTo>
                <a:cubicBezTo>
                  <a:pt x="1227477" y="97192"/>
                  <a:pt x="1225271" y="93199"/>
                  <a:pt x="1223851" y="88629"/>
                </a:cubicBezTo>
                <a:cubicBezTo>
                  <a:pt x="1222432" y="84056"/>
                  <a:pt x="1221722" y="79090"/>
                  <a:pt x="1221722" y="73728"/>
                </a:cubicBezTo>
                <a:cubicBezTo>
                  <a:pt x="1221722" y="68579"/>
                  <a:pt x="1222589" y="63692"/>
                  <a:pt x="1224323" y="59069"/>
                </a:cubicBezTo>
                <a:cubicBezTo>
                  <a:pt x="1226058" y="54443"/>
                  <a:pt x="1228502" y="50449"/>
                  <a:pt x="1231655" y="47086"/>
                </a:cubicBezTo>
                <a:cubicBezTo>
                  <a:pt x="1234808" y="43723"/>
                  <a:pt x="1238539" y="41043"/>
                  <a:pt x="1242848" y="39047"/>
                </a:cubicBezTo>
                <a:cubicBezTo>
                  <a:pt x="1247157" y="37049"/>
                  <a:pt x="1251940" y="36049"/>
                  <a:pt x="1257195" y="36049"/>
                </a:cubicBezTo>
                <a:cubicBezTo>
                  <a:pt x="1261609" y="36049"/>
                  <a:pt x="1265628" y="36812"/>
                  <a:pt x="1269254" y="38337"/>
                </a:cubicBezTo>
                <a:cubicBezTo>
                  <a:pt x="1272880" y="39861"/>
                  <a:pt x="1275955" y="41962"/>
                  <a:pt x="1278478" y="44642"/>
                </a:cubicBezTo>
                <a:cubicBezTo>
                  <a:pt x="1281000" y="47322"/>
                  <a:pt x="1282971" y="50528"/>
                  <a:pt x="1284390" y="54260"/>
                </a:cubicBezTo>
                <a:cubicBezTo>
                  <a:pt x="1285810" y="57990"/>
                  <a:pt x="1286519" y="62010"/>
                  <a:pt x="1286519" y="66319"/>
                </a:cubicBezTo>
                <a:cubicBezTo>
                  <a:pt x="1286519" y="68526"/>
                  <a:pt x="1285731" y="69629"/>
                  <a:pt x="1284155" y="69629"/>
                </a:cubicBezTo>
                <a:lnTo>
                  <a:pt x="1239223" y="69629"/>
                </a:lnTo>
                <a:moveTo>
                  <a:pt x="1268073" y="64113"/>
                </a:moveTo>
                <a:cubicBezTo>
                  <a:pt x="1269544" y="64113"/>
                  <a:pt x="1270384" y="63588"/>
                  <a:pt x="1270594" y="62537"/>
                </a:cubicBezTo>
                <a:cubicBezTo>
                  <a:pt x="1270806" y="61485"/>
                  <a:pt x="1270912" y="60223"/>
                  <a:pt x="1270912" y="58751"/>
                </a:cubicBezTo>
                <a:cubicBezTo>
                  <a:pt x="1270912" y="56544"/>
                  <a:pt x="1270570" y="54416"/>
                  <a:pt x="1269887" y="52367"/>
                </a:cubicBezTo>
                <a:cubicBezTo>
                  <a:pt x="1269204" y="50317"/>
                  <a:pt x="1268231" y="48504"/>
                  <a:pt x="1266969" y="46928"/>
                </a:cubicBezTo>
                <a:cubicBezTo>
                  <a:pt x="1265709" y="45351"/>
                  <a:pt x="1264185" y="44090"/>
                  <a:pt x="1262399" y="43144"/>
                </a:cubicBezTo>
                <a:cubicBezTo>
                  <a:pt x="1260612" y="42197"/>
                  <a:pt x="1258562" y="41724"/>
                  <a:pt x="1256250" y="41724"/>
                </a:cubicBezTo>
                <a:cubicBezTo>
                  <a:pt x="1253411" y="41724"/>
                  <a:pt x="1250967" y="42224"/>
                  <a:pt x="1248918" y="43223"/>
                </a:cubicBezTo>
                <a:cubicBezTo>
                  <a:pt x="1246868" y="44222"/>
                  <a:pt x="1245134" y="45536"/>
                  <a:pt x="1243714" y="47166"/>
                </a:cubicBezTo>
                <a:cubicBezTo>
                  <a:pt x="1242297" y="48793"/>
                  <a:pt x="1241220" y="50712"/>
                  <a:pt x="1240484" y="52920"/>
                </a:cubicBezTo>
                <a:cubicBezTo>
                  <a:pt x="1239747" y="55127"/>
                  <a:pt x="1239222" y="57438"/>
                  <a:pt x="1238908" y="59855"/>
                </a:cubicBezTo>
                <a:cubicBezTo>
                  <a:pt x="1238698" y="61117"/>
                  <a:pt x="1238618" y="62143"/>
                  <a:pt x="1238670" y="62932"/>
                </a:cubicBezTo>
                <a:cubicBezTo>
                  <a:pt x="1238723" y="63719"/>
                  <a:pt x="1238959" y="64113"/>
                  <a:pt x="1239379" y="64113"/>
                </a:cubicBezTo>
                <a:lnTo>
                  <a:pt x="1268073" y="641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Text timetherearepositiveef">
            <a:extLst xmlns:a="http://schemas.openxmlformats.org/drawingml/2006/main">
              <a:ext uri="{FF2B5EF4-FFF2-40B4-BE49-F238E27FC236}">
                <a16:creationId xmlns:a16="http://schemas.microsoft.com/office/drawing/2014/main" id="{63AAA2A2-B8AE-48EC-ADBA-48072D13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2" y="4318670"/>
            <a:ext cx="1882308" cy="154343"/>
          </a:xfrm>
          <a:custGeom xmlns:a="http://schemas.openxmlformats.org/drawingml/2006/main">
            <a:pathLst>
              <a:path w="1882308" h="154343">
                <a:moveTo>
                  <a:pt x="24883" y="85606"/>
                </a:moveTo>
                <a:cubicBezTo>
                  <a:pt x="24883" y="91491"/>
                  <a:pt x="25540" y="95853"/>
                  <a:pt x="26854" y="98692"/>
                </a:cubicBezTo>
                <a:cubicBezTo>
                  <a:pt x="28167" y="101529"/>
                  <a:pt x="30558" y="102947"/>
                  <a:pt x="34027" y="102947"/>
                </a:cubicBezTo>
                <a:cubicBezTo>
                  <a:pt x="36444" y="102947"/>
                  <a:pt x="38729" y="102580"/>
                  <a:pt x="40883" y="101846"/>
                </a:cubicBezTo>
                <a:cubicBezTo>
                  <a:pt x="43039" y="101110"/>
                  <a:pt x="44694" y="100321"/>
                  <a:pt x="45851" y="99481"/>
                </a:cubicBezTo>
                <a:cubicBezTo>
                  <a:pt x="46167" y="99271"/>
                  <a:pt x="46535" y="99244"/>
                  <a:pt x="46955" y="99402"/>
                </a:cubicBezTo>
                <a:cubicBezTo>
                  <a:pt x="47375" y="99559"/>
                  <a:pt x="47742" y="99822"/>
                  <a:pt x="48057" y="100191"/>
                </a:cubicBezTo>
                <a:cubicBezTo>
                  <a:pt x="48373" y="100558"/>
                  <a:pt x="48609" y="100952"/>
                  <a:pt x="48766" y="101372"/>
                </a:cubicBezTo>
                <a:cubicBezTo>
                  <a:pt x="48925" y="101792"/>
                  <a:pt x="48899" y="102160"/>
                  <a:pt x="48689" y="102476"/>
                </a:cubicBezTo>
                <a:cubicBezTo>
                  <a:pt x="46693" y="105733"/>
                  <a:pt x="44091" y="108045"/>
                  <a:pt x="40885" y="109411"/>
                </a:cubicBezTo>
                <a:cubicBezTo>
                  <a:pt x="37680" y="110778"/>
                  <a:pt x="33922" y="111461"/>
                  <a:pt x="29613" y="111461"/>
                </a:cubicBezTo>
                <a:cubicBezTo>
                  <a:pt x="22467" y="111461"/>
                  <a:pt x="17422" y="109859"/>
                  <a:pt x="14479" y="106654"/>
                </a:cubicBezTo>
                <a:cubicBezTo>
                  <a:pt x="11536" y="103449"/>
                  <a:pt x="10065" y="98430"/>
                  <a:pt x="10065" y="91598"/>
                </a:cubicBezTo>
                <a:lnTo>
                  <a:pt x="10065" y="51080"/>
                </a:lnTo>
                <a:cubicBezTo>
                  <a:pt x="10065" y="49820"/>
                  <a:pt x="10012" y="48822"/>
                  <a:pt x="9906" y="48085"/>
                </a:cubicBezTo>
                <a:cubicBezTo>
                  <a:pt x="9802" y="47349"/>
                  <a:pt x="9487" y="46824"/>
                  <a:pt x="8961" y="46510"/>
                </a:cubicBezTo>
                <a:cubicBezTo>
                  <a:pt x="8435" y="46194"/>
                  <a:pt x="7567" y="46009"/>
                  <a:pt x="6358" y="45956"/>
                </a:cubicBezTo>
                <a:cubicBezTo>
                  <a:pt x="5150" y="45904"/>
                  <a:pt x="3443" y="45877"/>
                  <a:pt x="1236" y="45877"/>
                </a:cubicBezTo>
                <a:cubicBezTo>
                  <a:pt x="921" y="45877"/>
                  <a:pt x="658" y="45562"/>
                  <a:pt x="447" y="44932"/>
                </a:cubicBezTo>
                <a:cubicBezTo>
                  <a:pt x="237" y="44301"/>
                  <a:pt x="106" y="43618"/>
                  <a:pt x="53" y="42882"/>
                </a:cubicBezTo>
                <a:cubicBezTo>
                  <a:pt x="0" y="42146"/>
                  <a:pt x="79" y="41463"/>
                  <a:pt x="289" y="40833"/>
                </a:cubicBezTo>
                <a:cubicBezTo>
                  <a:pt x="500" y="40202"/>
                  <a:pt x="816" y="39887"/>
                  <a:pt x="1236" y="39887"/>
                </a:cubicBezTo>
                <a:cubicBezTo>
                  <a:pt x="3863" y="39677"/>
                  <a:pt x="6122" y="39283"/>
                  <a:pt x="8013" y="38706"/>
                </a:cubicBezTo>
                <a:cubicBezTo>
                  <a:pt x="9905" y="38127"/>
                  <a:pt x="11508" y="37207"/>
                  <a:pt x="12822" y="35947"/>
                </a:cubicBezTo>
                <a:cubicBezTo>
                  <a:pt x="14137" y="34685"/>
                  <a:pt x="15188" y="32977"/>
                  <a:pt x="15976" y="30823"/>
                </a:cubicBezTo>
                <a:cubicBezTo>
                  <a:pt x="16765" y="28667"/>
                  <a:pt x="17421" y="25856"/>
                  <a:pt x="17946" y="22389"/>
                </a:cubicBezTo>
                <a:cubicBezTo>
                  <a:pt x="18052" y="21757"/>
                  <a:pt x="18473" y="21284"/>
                  <a:pt x="19209" y="20970"/>
                </a:cubicBezTo>
                <a:cubicBezTo>
                  <a:pt x="19945" y="20654"/>
                  <a:pt x="20733" y="20496"/>
                  <a:pt x="21573" y="20496"/>
                </a:cubicBezTo>
                <a:cubicBezTo>
                  <a:pt x="22414" y="20496"/>
                  <a:pt x="23176" y="20627"/>
                  <a:pt x="23859" y="20890"/>
                </a:cubicBezTo>
                <a:cubicBezTo>
                  <a:pt x="24542" y="21153"/>
                  <a:pt x="24883" y="21495"/>
                  <a:pt x="24883" y="21915"/>
                </a:cubicBezTo>
                <a:lnTo>
                  <a:pt x="24883" y="35473"/>
                </a:lnTo>
                <a:cubicBezTo>
                  <a:pt x="24883" y="37155"/>
                  <a:pt x="24962" y="38128"/>
                  <a:pt x="25119" y="38391"/>
                </a:cubicBezTo>
                <a:cubicBezTo>
                  <a:pt x="25278" y="38652"/>
                  <a:pt x="25936" y="38783"/>
                  <a:pt x="27092" y="38783"/>
                </a:cubicBezTo>
                <a:lnTo>
                  <a:pt x="43486" y="38783"/>
                </a:lnTo>
                <a:cubicBezTo>
                  <a:pt x="44222" y="38783"/>
                  <a:pt x="44695" y="39204"/>
                  <a:pt x="44905" y="40046"/>
                </a:cubicBezTo>
                <a:cubicBezTo>
                  <a:pt x="45115" y="40886"/>
                  <a:pt x="45220" y="41622"/>
                  <a:pt x="45220" y="42252"/>
                </a:cubicBezTo>
                <a:cubicBezTo>
                  <a:pt x="45220" y="42882"/>
                  <a:pt x="45089" y="43644"/>
                  <a:pt x="44826" y="44537"/>
                </a:cubicBezTo>
                <a:cubicBezTo>
                  <a:pt x="44564" y="45430"/>
                  <a:pt x="44013" y="45877"/>
                  <a:pt x="43171" y="45877"/>
                </a:cubicBezTo>
                <a:lnTo>
                  <a:pt x="26303" y="45877"/>
                </a:lnTo>
                <a:cubicBezTo>
                  <a:pt x="25567" y="45877"/>
                  <a:pt x="25146" y="46062"/>
                  <a:pt x="25040" y="46430"/>
                </a:cubicBezTo>
                <a:cubicBezTo>
                  <a:pt x="24936" y="46798"/>
                  <a:pt x="24883" y="48138"/>
                  <a:pt x="24883" y="50450"/>
                </a:cubicBezTo>
                <a:lnTo>
                  <a:pt x="24883" y="85606"/>
                </a:lnTo>
                <a:close/>
                <a:moveTo>
                  <a:pt x="79164" y="90809"/>
                </a:moveTo>
                <a:cubicBezTo>
                  <a:pt x="79164" y="93437"/>
                  <a:pt x="79216" y="95645"/>
                  <a:pt x="79320" y="97431"/>
                </a:cubicBezTo>
                <a:cubicBezTo>
                  <a:pt x="79426" y="99218"/>
                  <a:pt x="79794" y="100689"/>
                  <a:pt x="80424" y="101846"/>
                </a:cubicBezTo>
                <a:cubicBezTo>
                  <a:pt x="81055" y="103002"/>
                  <a:pt x="82027" y="103895"/>
                  <a:pt x="83340" y="104526"/>
                </a:cubicBezTo>
                <a:cubicBezTo>
                  <a:pt x="84655" y="105156"/>
                  <a:pt x="86521" y="105629"/>
                  <a:pt x="88938" y="105945"/>
                </a:cubicBezTo>
                <a:cubicBezTo>
                  <a:pt x="89568" y="106049"/>
                  <a:pt x="90041" y="106338"/>
                  <a:pt x="90357" y="106811"/>
                </a:cubicBezTo>
                <a:cubicBezTo>
                  <a:pt x="90673" y="107284"/>
                  <a:pt x="90831" y="107836"/>
                  <a:pt x="90831" y="108466"/>
                </a:cubicBezTo>
                <a:cubicBezTo>
                  <a:pt x="90831" y="108992"/>
                  <a:pt x="90673" y="109491"/>
                  <a:pt x="90357" y="109965"/>
                </a:cubicBezTo>
                <a:cubicBezTo>
                  <a:pt x="90041" y="110438"/>
                  <a:pt x="89568" y="110674"/>
                  <a:pt x="88938" y="110674"/>
                </a:cubicBezTo>
                <a:cubicBezTo>
                  <a:pt x="87045" y="110674"/>
                  <a:pt x="84575" y="110490"/>
                  <a:pt x="81526" y="110121"/>
                </a:cubicBezTo>
                <a:cubicBezTo>
                  <a:pt x="78479" y="109754"/>
                  <a:pt x="75379" y="109570"/>
                  <a:pt x="72226" y="109570"/>
                </a:cubicBezTo>
                <a:cubicBezTo>
                  <a:pt x="68863" y="109570"/>
                  <a:pt x="65579" y="109754"/>
                  <a:pt x="62373" y="110121"/>
                </a:cubicBezTo>
                <a:cubicBezTo>
                  <a:pt x="59167" y="110490"/>
                  <a:pt x="56093" y="110674"/>
                  <a:pt x="53150" y="110674"/>
                </a:cubicBezTo>
                <a:cubicBezTo>
                  <a:pt x="52625" y="110674"/>
                  <a:pt x="52205" y="110438"/>
                  <a:pt x="51889" y="109965"/>
                </a:cubicBezTo>
                <a:cubicBezTo>
                  <a:pt x="51575" y="109491"/>
                  <a:pt x="51418" y="108992"/>
                  <a:pt x="51418" y="108466"/>
                </a:cubicBezTo>
                <a:cubicBezTo>
                  <a:pt x="51418" y="107836"/>
                  <a:pt x="51575" y="107284"/>
                  <a:pt x="51889" y="106811"/>
                </a:cubicBezTo>
                <a:cubicBezTo>
                  <a:pt x="52205" y="106338"/>
                  <a:pt x="52678" y="106049"/>
                  <a:pt x="53309" y="105945"/>
                </a:cubicBezTo>
                <a:cubicBezTo>
                  <a:pt x="56041" y="105629"/>
                  <a:pt x="58169" y="105156"/>
                  <a:pt x="59693" y="104526"/>
                </a:cubicBezTo>
                <a:cubicBezTo>
                  <a:pt x="61217" y="103895"/>
                  <a:pt x="62320" y="103028"/>
                  <a:pt x="63003" y="101925"/>
                </a:cubicBezTo>
                <a:cubicBezTo>
                  <a:pt x="63686" y="100820"/>
                  <a:pt x="64080" y="99454"/>
                  <a:pt x="64184" y="97826"/>
                </a:cubicBezTo>
                <a:cubicBezTo>
                  <a:pt x="64290" y="96197"/>
                  <a:pt x="64343" y="94173"/>
                  <a:pt x="64343" y="91754"/>
                </a:cubicBezTo>
                <a:lnTo>
                  <a:pt x="64343" y="66373"/>
                </a:lnTo>
                <a:cubicBezTo>
                  <a:pt x="64343" y="61853"/>
                  <a:pt x="64238" y="58227"/>
                  <a:pt x="64028" y="55495"/>
                </a:cubicBezTo>
                <a:cubicBezTo>
                  <a:pt x="63818" y="52762"/>
                  <a:pt x="63345" y="50687"/>
                  <a:pt x="62609" y="49269"/>
                </a:cubicBezTo>
                <a:cubicBezTo>
                  <a:pt x="61874" y="47850"/>
                  <a:pt x="60771" y="46877"/>
                  <a:pt x="59299" y="46351"/>
                </a:cubicBezTo>
                <a:cubicBezTo>
                  <a:pt x="57828" y="45825"/>
                  <a:pt x="55831" y="45405"/>
                  <a:pt x="53309" y="45090"/>
                </a:cubicBezTo>
                <a:cubicBezTo>
                  <a:pt x="52678" y="45090"/>
                  <a:pt x="52205" y="44827"/>
                  <a:pt x="51889" y="44301"/>
                </a:cubicBezTo>
                <a:cubicBezTo>
                  <a:pt x="51575" y="43775"/>
                  <a:pt x="51418" y="43250"/>
                  <a:pt x="51418" y="42726"/>
                </a:cubicBezTo>
                <a:cubicBezTo>
                  <a:pt x="51418" y="42200"/>
                  <a:pt x="51575" y="41675"/>
                  <a:pt x="51889" y="41150"/>
                </a:cubicBezTo>
                <a:cubicBezTo>
                  <a:pt x="52205" y="40624"/>
                  <a:pt x="52678" y="40361"/>
                  <a:pt x="53309" y="40361"/>
                </a:cubicBezTo>
                <a:cubicBezTo>
                  <a:pt x="54359" y="40255"/>
                  <a:pt x="55646" y="40150"/>
                  <a:pt x="57170" y="40046"/>
                </a:cubicBezTo>
                <a:cubicBezTo>
                  <a:pt x="58695" y="39940"/>
                  <a:pt x="60298" y="39809"/>
                  <a:pt x="61978" y="39651"/>
                </a:cubicBezTo>
                <a:cubicBezTo>
                  <a:pt x="63661" y="39493"/>
                  <a:pt x="65369" y="39283"/>
                  <a:pt x="67102" y="39021"/>
                </a:cubicBezTo>
                <a:cubicBezTo>
                  <a:pt x="68837" y="38758"/>
                  <a:pt x="70388" y="38469"/>
                  <a:pt x="71755" y="38153"/>
                </a:cubicBezTo>
                <a:cubicBezTo>
                  <a:pt x="72911" y="37943"/>
                  <a:pt x="73831" y="37706"/>
                  <a:pt x="74514" y="37443"/>
                </a:cubicBezTo>
                <a:cubicBezTo>
                  <a:pt x="75197" y="37180"/>
                  <a:pt x="75749" y="37049"/>
                  <a:pt x="76169" y="37049"/>
                </a:cubicBezTo>
                <a:cubicBezTo>
                  <a:pt x="77429" y="37049"/>
                  <a:pt x="78243" y="37417"/>
                  <a:pt x="78611" y="38153"/>
                </a:cubicBezTo>
                <a:cubicBezTo>
                  <a:pt x="78979" y="38889"/>
                  <a:pt x="79164" y="39572"/>
                  <a:pt x="79164" y="40202"/>
                </a:cubicBezTo>
                <a:lnTo>
                  <a:pt x="79164" y="90809"/>
                </a:lnTo>
                <a:moveTo>
                  <a:pt x="70807" y="20970"/>
                </a:moveTo>
                <a:cubicBezTo>
                  <a:pt x="68180" y="20970"/>
                  <a:pt x="65920" y="20155"/>
                  <a:pt x="64028" y="18525"/>
                </a:cubicBezTo>
                <a:cubicBezTo>
                  <a:pt x="62137" y="16896"/>
                  <a:pt x="61192" y="14873"/>
                  <a:pt x="61192" y="12456"/>
                </a:cubicBezTo>
                <a:cubicBezTo>
                  <a:pt x="61192" y="10038"/>
                  <a:pt x="62085" y="7988"/>
                  <a:pt x="63872" y="6307"/>
                </a:cubicBezTo>
                <a:cubicBezTo>
                  <a:pt x="65658" y="4625"/>
                  <a:pt x="67865" y="3784"/>
                  <a:pt x="70492" y="3784"/>
                </a:cubicBezTo>
                <a:cubicBezTo>
                  <a:pt x="73014" y="3784"/>
                  <a:pt x="75090" y="4652"/>
                  <a:pt x="76720" y="6387"/>
                </a:cubicBezTo>
                <a:cubicBezTo>
                  <a:pt x="78349" y="8120"/>
                  <a:pt x="79164" y="10196"/>
                  <a:pt x="79164" y="12613"/>
                </a:cubicBezTo>
                <a:cubicBezTo>
                  <a:pt x="79164" y="14925"/>
                  <a:pt x="78376" y="16896"/>
                  <a:pt x="76799" y="18525"/>
                </a:cubicBezTo>
                <a:cubicBezTo>
                  <a:pt x="75223" y="20155"/>
                  <a:pt x="73225" y="20970"/>
                  <a:pt x="70807" y="20970"/>
                </a:cubicBezTo>
                <a:close/>
                <a:moveTo>
                  <a:pt x="124456" y="90809"/>
                </a:moveTo>
                <a:cubicBezTo>
                  <a:pt x="124456" y="93437"/>
                  <a:pt x="124509" y="95645"/>
                  <a:pt x="124613" y="97431"/>
                </a:cubicBezTo>
                <a:cubicBezTo>
                  <a:pt x="124719" y="99218"/>
                  <a:pt x="125087" y="100689"/>
                  <a:pt x="125717" y="101846"/>
                </a:cubicBezTo>
                <a:cubicBezTo>
                  <a:pt x="126349" y="103002"/>
                  <a:pt x="127374" y="103895"/>
                  <a:pt x="128791" y="104526"/>
                </a:cubicBezTo>
                <a:cubicBezTo>
                  <a:pt x="130211" y="105156"/>
                  <a:pt x="132182" y="105629"/>
                  <a:pt x="134704" y="105945"/>
                </a:cubicBezTo>
                <a:cubicBezTo>
                  <a:pt x="135334" y="106049"/>
                  <a:pt x="135808" y="106338"/>
                  <a:pt x="136124" y="106811"/>
                </a:cubicBezTo>
                <a:cubicBezTo>
                  <a:pt x="136439" y="107284"/>
                  <a:pt x="136597" y="107836"/>
                  <a:pt x="136597" y="108466"/>
                </a:cubicBezTo>
                <a:cubicBezTo>
                  <a:pt x="136597" y="108992"/>
                  <a:pt x="136439" y="109491"/>
                  <a:pt x="136124" y="109965"/>
                </a:cubicBezTo>
                <a:cubicBezTo>
                  <a:pt x="135808" y="110438"/>
                  <a:pt x="135334" y="110674"/>
                  <a:pt x="134704" y="110674"/>
                </a:cubicBezTo>
                <a:cubicBezTo>
                  <a:pt x="132602" y="110674"/>
                  <a:pt x="130000" y="110490"/>
                  <a:pt x="126900" y="110121"/>
                </a:cubicBezTo>
                <a:cubicBezTo>
                  <a:pt x="123800" y="109754"/>
                  <a:pt x="120674" y="109570"/>
                  <a:pt x="117521" y="109570"/>
                </a:cubicBezTo>
                <a:cubicBezTo>
                  <a:pt x="114158" y="109570"/>
                  <a:pt x="110899" y="109754"/>
                  <a:pt x="107745" y="110121"/>
                </a:cubicBezTo>
                <a:cubicBezTo>
                  <a:pt x="104592" y="110490"/>
                  <a:pt x="101702" y="110674"/>
                  <a:pt x="99075" y="110674"/>
                </a:cubicBezTo>
                <a:cubicBezTo>
                  <a:pt x="98549" y="110674"/>
                  <a:pt x="98128" y="110438"/>
                  <a:pt x="97812" y="109965"/>
                </a:cubicBezTo>
                <a:cubicBezTo>
                  <a:pt x="97498" y="109491"/>
                  <a:pt x="97341" y="108992"/>
                  <a:pt x="97341" y="108466"/>
                </a:cubicBezTo>
                <a:cubicBezTo>
                  <a:pt x="97341" y="107836"/>
                  <a:pt x="97498" y="107284"/>
                  <a:pt x="97812" y="106811"/>
                </a:cubicBezTo>
                <a:cubicBezTo>
                  <a:pt x="98128" y="106338"/>
                  <a:pt x="98602" y="106049"/>
                  <a:pt x="99234" y="105945"/>
                </a:cubicBezTo>
                <a:cubicBezTo>
                  <a:pt x="101861" y="105629"/>
                  <a:pt x="103883" y="105156"/>
                  <a:pt x="105301" y="104526"/>
                </a:cubicBezTo>
                <a:cubicBezTo>
                  <a:pt x="106720" y="103895"/>
                  <a:pt x="107745" y="103028"/>
                  <a:pt x="108375" y="101925"/>
                </a:cubicBezTo>
                <a:cubicBezTo>
                  <a:pt x="109007" y="100820"/>
                  <a:pt x="109375" y="99454"/>
                  <a:pt x="109479" y="97826"/>
                </a:cubicBezTo>
                <a:cubicBezTo>
                  <a:pt x="109585" y="96197"/>
                  <a:pt x="109638" y="94173"/>
                  <a:pt x="109638" y="91754"/>
                </a:cubicBezTo>
                <a:lnTo>
                  <a:pt x="109638" y="68422"/>
                </a:lnTo>
                <a:cubicBezTo>
                  <a:pt x="109638" y="63483"/>
                  <a:pt x="109585" y="59542"/>
                  <a:pt x="109479" y="56599"/>
                </a:cubicBezTo>
                <a:cubicBezTo>
                  <a:pt x="109375" y="53656"/>
                  <a:pt x="109007" y="51396"/>
                  <a:pt x="108375" y="49820"/>
                </a:cubicBezTo>
                <a:cubicBezTo>
                  <a:pt x="107745" y="48243"/>
                  <a:pt x="106773" y="47167"/>
                  <a:pt x="105459" y="46589"/>
                </a:cubicBezTo>
                <a:cubicBezTo>
                  <a:pt x="104146" y="46010"/>
                  <a:pt x="102228" y="45668"/>
                  <a:pt x="99705" y="45562"/>
                </a:cubicBezTo>
                <a:cubicBezTo>
                  <a:pt x="99181" y="45562"/>
                  <a:pt x="98761" y="45352"/>
                  <a:pt x="98445" y="44932"/>
                </a:cubicBezTo>
                <a:cubicBezTo>
                  <a:pt x="98129" y="44512"/>
                  <a:pt x="97918" y="44039"/>
                  <a:pt x="97812" y="43515"/>
                </a:cubicBezTo>
                <a:cubicBezTo>
                  <a:pt x="97708" y="42989"/>
                  <a:pt x="97787" y="42489"/>
                  <a:pt x="98050" y="42016"/>
                </a:cubicBezTo>
                <a:cubicBezTo>
                  <a:pt x="98313" y="41543"/>
                  <a:pt x="98760" y="41306"/>
                  <a:pt x="99390" y="41306"/>
                </a:cubicBezTo>
                <a:cubicBezTo>
                  <a:pt x="101177" y="41096"/>
                  <a:pt x="103778" y="40676"/>
                  <a:pt x="107194" y="40046"/>
                </a:cubicBezTo>
                <a:cubicBezTo>
                  <a:pt x="110610" y="39414"/>
                  <a:pt x="114314" y="38573"/>
                  <a:pt x="118308" y="37522"/>
                </a:cubicBezTo>
                <a:cubicBezTo>
                  <a:pt x="118519" y="37417"/>
                  <a:pt x="118940" y="37338"/>
                  <a:pt x="119571" y="37287"/>
                </a:cubicBezTo>
                <a:cubicBezTo>
                  <a:pt x="120201" y="37234"/>
                  <a:pt x="120621" y="37207"/>
                  <a:pt x="120831" y="37207"/>
                </a:cubicBezTo>
                <a:cubicBezTo>
                  <a:pt x="121882" y="37207"/>
                  <a:pt x="122775" y="37628"/>
                  <a:pt x="123511" y="38468"/>
                </a:cubicBezTo>
                <a:cubicBezTo>
                  <a:pt x="124247" y="39308"/>
                  <a:pt x="124562" y="40307"/>
                  <a:pt x="124456" y="41463"/>
                </a:cubicBezTo>
                <a:lnTo>
                  <a:pt x="124141" y="49190"/>
                </a:lnTo>
                <a:cubicBezTo>
                  <a:pt x="124141" y="49714"/>
                  <a:pt x="124351" y="49766"/>
                  <a:pt x="124772" y="49346"/>
                </a:cubicBezTo>
                <a:cubicBezTo>
                  <a:pt x="125298" y="48610"/>
                  <a:pt x="126164" y="47506"/>
                  <a:pt x="127372" y="46036"/>
                </a:cubicBezTo>
                <a:cubicBezTo>
                  <a:pt x="128581" y="44564"/>
                  <a:pt x="130158" y="43092"/>
                  <a:pt x="132101" y="41622"/>
                </a:cubicBezTo>
                <a:cubicBezTo>
                  <a:pt x="134047" y="40149"/>
                  <a:pt x="136412" y="38862"/>
                  <a:pt x="139198" y="37758"/>
                </a:cubicBezTo>
                <a:cubicBezTo>
                  <a:pt x="141984" y="36655"/>
                  <a:pt x="145163" y="36103"/>
                  <a:pt x="148736" y="36103"/>
                </a:cubicBezTo>
                <a:cubicBezTo>
                  <a:pt x="155252" y="36103"/>
                  <a:pt x="160402" y="37391"/>
                  <a:pt x="164185" y="39967"/>
                </a:cubicBezTo>
                <a:cubicBezTo>
                  <a:pt x="167970" y="42541"/>
                  <a:pt x="170912" y="46350"/>
                  <a:pt x="173013" y="51396"/>
                </a:cubicBezTo>
                <a:cubicBezTo>
                  <a:pt x="173539" y="50239"/>
                  <a:pt x="174538" y="48794"/>
                  <a:pt x="176008" y="47061"/>
                </a:cubicBezTo>
                <a:cubicBezTo>
                  <a:pt x="177481" y="45327"/>
                  <a:pt x="179373" y="43646"/>
                  <a:pt x="181685" y="42016"/>
                </a:cubicBezTo>
                <a:cubicBezTo>
                  <a:pt x="183998" y="40387"/>
                  <a:pt x="186626" y="38994"/>
                  <a:pt x="189569" y="37838"/>
                </a:cubicBezTo>
                <a:cubicBezTo>
                  <a:pt x="192511" y="36681"/>
                  <a:pt x="195717" y="36103"/>
                  <a:pt x="199184" y="36103"/>
                </a:cubicBezTo>
                <a:cubicBezTo>
                  <a:pt x="204229" y="36103"/>
                  <a:pt x="208328" y="36866"/>
                  <a:pt x="211481" y="38391"/>
                </a:cubicBezTo>
                <a:cubicBezTo>
                  <a:pt x="214634" y="39914"/>
                  <a:pt x="217104" y="41990"/>
                  <a:pt x="218890" y="44617"/>
                </a:cubicBezTo>
                <a:cubicBezTo>
                  <a:pt x="220679" y="47243"/>
                  <a:pt x="221888" y="50370"/>
                  <a:pt x="222518" y="53996"/>
                </a:cubicBezTo>
                <a:cubicBezTo>
                  <a:pt x="223148" y="57622"/>
                  <a:pt x="223463" y="61538"/>
                  <a:pt x="223463" y="65743"/>
                </a:cubicBezTo>
                <a:lnTo>
                  <a:pt x="223463" y="90809"/>
                </a:lnTo>
                <a:cubicBezTo>
                  <a:pt x="223463" y="93437"/>
                  <a:pt x="223516" y="95645"/>
                  <a:pt x="223620" y="97431"/>
                </a:cubicBezTo>
                <a:cubicBezTo>
                  <a:pt x="223726" y="99218"/>
                  <a:pt x="224041" y="100689"/>
                  <a:pt x="224565" y="101846"/>
                </a:cubicBezTo>
                <a:cubicBezTo>
                  <a:pt x="225091" y="103002"/>
                  <a:pt x="225932" y="103895"/>
                  <a:pt x="227089" y="104526"/>
                </a:cubicBezTo>
                <a:cubicBezTo>
                  <a:pt x="228245" y="105156"/>
                  <a:pt x="229927" y="105629"/>
                  <a:pt x="232133" y="105945"/>
                </a:cubicBezTo>
                <a:cubicBezTo>
                  <a:pt x="232765" y="106049"/>
                  <a:pt x="233238" y="106338"/>
                  <a:pt x="233553" y="106811"/>
                </a:cubicBezTo>
                <a:cubicBezTo>
                  <a:pt x="233868" y="107284"/>
                  <a:pt x="234026" y="107836"/>
                  <a:pt x="234026" y="108466"/>
                </a:cubicBezTo>
                <a:cubicBezTo>
                  <a:pt x="234026" y="108992"/>
                  <a:pt x="233868" y="109491"/>
                  <a:pt x="233553" y="109965"/>
                </a:cubicBezTo>
                <a:cubicBezTo>
                  <a:pt x="233238" y="110438"/>
                  <a:pt x="232765" y="110674"/>
                  <a:pt x="232133" y="110674"/>
                </a:cubicBezTo>
                <a:cubicBezTo>
                  <a:pt x="230767" y="110674"/>
                  <a:pt x="228612" y="110490"/>
                  <a:pt x="225669" y="110121"/>
                </a:cubicBezTo>
                <a:cubicBezTo>
                  <a:pt x="222727" y="109754"/>
                  <a:pt x="219679" y="109570"/>
                  <a:pt x="216526" y="109570"/>
                </a:cubicBezTo>
                <a:cubicBezTo>
                  <a:pt x="213163" y="109570"/>
                  <a:pt x="209931" y="109754"/>
                  <a:pt x="206831" y="110121"/>
                </a:cubicBezTo>
                <a:cubicBezTo>
                  <a:pt x="203731" y="110490"/>
                  <a:pt x="200972" y="110674"/>
                  <a:pt x="198554" y="110674"/>
                </a:cubicBezTo>
                <a:cubicBezTo>
                  <a:pt x="198029" y="110674"/>
                  <a:pt x="197609" y="110438"/>
                  <a:pt x="197293" y="109965"/>
                </a:cubicBezTo>
                <a:cubicBezTo>
                  <a:pt x="196977" y="109491"/>
                  <a:pt x="196819" y="108992"/>
                  <a:pt x="196819" y="108466"/>
                </a:cubicBezTo>
                <a:cubicBezTo>
                  <a:pt x="196819" y="107836"/>
                  <a:pt x="196977" y="107284"/>
                  <a:pt x="197293" y="106811"/>
                </a:cubicBezTo>
                <a:cubicBezTo>
                  <a:pt x="197609" y="106338"/>
                  <a:pt x="198082" y="106049"/>
                  <a:pt x="198712" y="105945"/>
                </a:cubicBezTo>
                <a:cubicBezTo>
                  <a:pt x="201235" y="105629"/>
                  <a:pt x="203153" y="105156"/>
                  <a:pt x="204466" y="104526"/>
                </a:cubicBezTo>
                <a:cubicBezTo>
                  <a:pt x="205780" y="103895"/>
                  <a:pt x="206752" y="103028"/>
                  <a:pt x="207382" y="101925"/>
                </a:cubicBezTo>
                <a:cubicBezTo>
                  <a:pt x="208014" y="100820"/>
                  <a:pt x="208382" y="99454"/>
                  <a:pt x="208486" y="97826"/>
                </a:cubicBezTo>
                <a:cubicBezTo>
                  <a:pt x="208592" y="96197"/>
                  <a:pt x="208645" y="94173"/>
                  <a:pt x="208645" y="91754"/>
                </a:cubicBezTo>
                <a:lnTo>
                  <a:pt x="208645" y="71417"/>
                </a:lnTo>
                <a:cubicBezTo>
                  <a:pt x="208645" y="68580"/>
                  <a:pt x="208539" y="65638"/>
                  <a:pt x="208327" y="62591"/>
                </a:cubicBezTo>
                <a:cubicBezTo>
                  <a:pt x="208117" y="59542"/>
                  <a:pt x="207566" y="56757"/>
                  <a:pt x="206672" y="54234"/>
                </a:cubicBezTo>
                <a:cubicBezTo>
                  <a:pt x="205779" y="51711"/>
                  <a:pt x="204439" y="49635"/>
                  <a:pt x="202653" y="48006"/>
                </a:cubicBezTo>
                <a:cubicBezTo>
                  <a:pt x="200866" y="46377"/>
                  <a:pt x="198344" y="45562"/>
                  <a:pt x="195087" y="45562"/>
                </a:cubicBezTo>
                <a:cubicBezTo>
                  <a:pt x="192143" y="45562"/>
                  <a:pt x="189383" y="46245"/>
                  <a:pt x="186807" y="47612"/>
                </a:cubicBezTo>
                <a:cubicBezTo>
                  <a:pt x="184233" y="48978"/>
                  <a:pt x="182000" y="50712"/>
                  <a:pt x="180107" y="52815"/>
                </a:cubicBezTo>
                <a:cubicBezTo>
                  <a:pt x="178217" y="54917"/>
                  <a:pt x="176720" y="57203"/>
                  <a:pt x="175616" y="59673"/>
                </a:cubicBezTo>
                <a:cubicBezTo>
                  <a:pt x="174513" y="62143"/>
                  <a:pt x="173961" y="64534"/>
                  <a:pt x="173961" y="66847"/>
                </a:cubicBezTo>
                <a:lnTo>
                  <a:pt x="173961" y="90809"/>
                </a:lnTo>
                <a:cubicBezTo>
                  <a:pt x="173961" y="93858"/>
                  <a:pt x="174013" y="96302"/>
                  <a:pt x="174117" y="98141"/>
                </a:cubicBezTo>
                <a:cubicBezTo>
                  <a:pt x="174223" y="99979"/>
                  <a:pt x="174538" y="101424"/>
                  <a:pt x="175063" y="102476"/>
                </a:cubicBezTo>
                <a:cubicBezTo>
                  <a:pt x="175589" y="103526"/>
                  <a:pt x="176430" y="104288"/>
                  <a:pt x="177586" y="104761"/>
                </a:cubicBezTo>
                <a:cubicBezTo>
                  <a:pt x="178743" y="105234"/>
                  <a:pt x="180424" y="105629"/>
                  <a:pt x="182631" y="105945"/>
                </a:cubicBezTo>
                <a:cubicBezTo>
                  <a:pt x="183261" y="106049"/>
                  <a:pt x="183734" y="106338"/>
                  <a:pt x="184050" y="106811"/>
                </a:cubicBezTo>
                <a:cubicBezTo>
                  <a:pt x="184366" y="107284"/>
                  <a:pt x="184524" y="107836"/>
                  <a:pt x="184524" y="108466"/>
                </a:cubicBezTo>
                <a:cubicBezTo>
                  <a:pt x="184524" y="108992"/>
                  <a:pt x="184366" y="109491"/>
                  <a:pt x="184050" y="109965"/>
                </a:cubicBezTo>
                <a:cubicBezTo>
                  <a:pt x="183734" y="110438"/>
                  <a:pt x="183261" y="110674"/>
                  <a:pt x="182631" y="110674"/>
                </a:cubicBezTo>
                <a:cubicBezTo>
                  <a:pt x="181265" y="110674"/>
                  <a:pt x="179110" y="110490"/>
                  <a:pt x="176167" y="110121"/>
                </a:cubicBezTo>
                <a:cubicBezTo>
                  <a:pt x="173224" y="109754"/>
                  <a:pt x="170176" y="109570"/>
                  <a:pt x="167023" y="109570"/>
                </a:cubicBezTo>
                <a:cubicBezTo>
                  <a:pt x="163660" y="109570"/>
                  <a:pt x="160428" y="109754"/>
                  <a:pt x="157326" y="110121"/>
                </a:cubicBezTo>
                <a:cubicBezTo>
                  <a:pt x="154226" y="110490"/>
                  <a:pt x="151626" y="110674"/>
                  <a:pt x="149525" y="110674"/>
                </a:cubicBezTo>
                <a:cubicBezTo>
                  <a:pt x="148999" y="110674"/>
                  <a:pt x="148578" y="110438"/>
                  <a:pt x="148262" y="109965"/>
                </a:cubicBezTo>
                <a:cubicBezTo>
                  <a:pt x="147948" y="109491"/>
                  <a:pt x="147791" y="108992"/>
                  <a:pt x="147791" y="108466"/>
                </a:cubicBezTo>
                <a:cubicBezTo>
                  <a:pt x="147791" y="107836"/>
                  <a:pt x="147948" y="107284"/>
                  <a:pt x="148262" y="106811"/>
                </a:cubicBezTo>
                <a:cubicBezTo>
                  <a:pt x="148578" y="106338"/>
                  <a:pt x="149051" y="106049"/>
                  <a:pt x="149681" y="105945"/>
                </a:cubicBezTo>
                <a:cubicBezTo>
                  <a:pt x="151994" y="105629"/>
                  <a:pt x="153807" y="105234"/>
                  <a:pt x="155121" y="104761"/>
                </a:cubicBezTo>
                <a:cubicBezTo>
                  <a:pt x="156434" y="104288"/>
                  <a:pt x="157379" y="103553"/>
                  <a:pt x="157957" y="102555"/>
                </a:cubicBezTo>
                <a:cubicBezTo>
                  <a:pt x="158536" y="101556"/>
                  <a:pt x="158877" y="100216"/>
                  <a:pt x="158981" y="98536"/>
                </a:cubicBezTo>
                <a:cubicBezTo>
                  <a:pt x="159087" y="96853"/>
                  <a:pt x="159140" y="94593"/>
                  <a:pt x="159140" y="91754"/>
                </a:cubicBezTo>
                <a:lnTo>
                  <a:pt x="159140" y="71417"/>
                </a:lnTo>
                <a:cubicBezTo>
                  <a:pt x="159140" y="68580"/>
                  <a:pt x="159009" y="65638"/>
                  <a:pt x="158746" y="62591"/>
                </a:cubicBezTo>
                <a:cubicBezTo>
                  <a:pt x="158484" y="59542"/>
                  <a:pt x="157881" y="56757"/>
                  <a:pt x="156934" y="54234"/>
                </a:cubicBezTo>
                <a:cubicBezTo>
                  <a:pt x="155988" y="51711"/>
                  <a:pt x="154569" y="49635"/>
                  <a:pt x="152676" y="48006"/>
                </a:cubicBezTo>
                <a:cubicBezTo>
                  <a:pt x="150786" y="46377"/>
                  <a:pt x="148159" y="45562"/>
                  <a:pt x="144796" y="45562"/>
                </a:cubicBezTo>
                <a:cubicBezTo>
                  <a:pt x="141221" y="45562"/>
                  <a:pt x="138146" y="46220"/>
                  <a:pt x="135570" y="47535"/>
                </a:cubicBezTo>
                <a:cubicBezTo>
                  <a:pt x="132996" y="48848"/>
                  <a:pt x="130895" y="50556"/>
                  <a:pt x="129265" y="52658"/>
                </a:cubicBezTo>
                <a:cubicBezTo>
                  <a:pt x="127636" y="54759"/>
                  <a:pt x="126427" y="57098"/>
                  <a:pt x="125638" y="59673"/>
                </a:cubicBezTo>
                <a:cubicBezTo>
                  <a:pt x="124850" y="62247"/>
                  <a:pt x="124456" y="64796"/>
                  <a:pt x="124456" y="67318"/>
                </a:cubicBezTo>
                <a:lnTo>
                  <a:pt x="124456" y="90809"/>
                </a:lnTo>
                <a:close/>
                <a:moveTo>
                  <a:pt x="261821" y="69683"/>
                </a:moveTo>
                <a:cubicBezTo>
                  <a:pt x="261295" y="69683"/>
                  <a:pt x="261005" y="69867"/>
                  <a:pt x="260952" y="70236"/>
                </a:cubicBezTo>
                <a:cubicBezTo>
                  <a:pt x="260901" y="70603"/>
                  <a:pt x="260875" y="71050"/>
                  <a:pt x="260875" y="71576"/>
                </a:cubicBezTo>
                <a:cubicBezTo>
                  <a:pt x="260875" y="77042"/>
                  <a:pt x="261479" y="81666"/>
                  <a:pt x="262687" y="85449"/>
                </a:cubicBezTo>
                <a:cubicBezTo>
                  <a:pt x="263896" y="89232"/>
                  <a:pt x="265578" y="92307"/>
                  <a:pt x="267731" y="94672"/>
                </a:cubicBezTo>
                <a:cubicBezTo>
                  <a:pt x="269887" y="97036"/>
                  <a:pt x="272462" y="98744"/>
                  <a:pt x="275458" y="99796"/>
                </a:cubicBezTo>
                <a:cubicBezTo>
                  <a:pt x="278454" y="100847"/>
                  <a:pt x="281685" y="101372"/>
                  <a:pt x="285153" y="101372"/>
                </a:cubicBezTo>
                <a:cubicBezTo>
                  <a:pt x="288726" y="101372"/>
                  <a:pt x="292194" y="101083"/>
                  <a:pt x="295557" y="100506"/>
                </a:cubicBezTo>
                <a:cubicBezTo>
                  <a:pt x="298921" y="99927"/>
                  <a:pt x="301812" y="98639"/>
                  <a:pt x="304229" y="96642"/>
                </a:cubicBezTo>
                <a:cubicBezTo>
                  <a:pt x="304755" y="96222"/>
                  <a:pt x="305307" y="96065"/>
                  <a:pt x="305884" y="96171"/>
                </a:cubicBezTo>
                <a:cubicBezTo>
                  <a:pt x="306463" y="96275"/>
                  <a:pt x="306936" y="96537"/>
                  <a:pt x="307303" y="96958"/>
                </a:cubicBezTo>
                <a:cubicBezTo>
                  <a:pt x="307671" y="97378"/>
                  <a:pt x="307906" y="97851"/>
                  <a:pt x="308011" y="98377"/>
                </a:cubicBezTo>
                <a:cubicBezTo>
                  <a:pt x="308116" y="98903"/>
                  <a:pt x="308012" y="99376"/>
                  <a:pt x="307698" y="99796"/>
                </a:cubicBezTo>
                <a:cubicBezTo>
                  <a:pt x="304335" y="104210"/>
                  <a:pt x="300551" y="107257"/>
                  <a:pt x="296346" y="108940"/>
                </a:cubicBezTo>
                <a:cubicBezTo>
                  <a:pt x="292143" y="110620"/>
                  <a:pt x="286940" y="111461"/>
                  <a:pt x="280738" y="111461"/>
                </a:cubicBezTo>
                <a:cubicBezTo>
                  <a:pt x="274433" y="111461"/>
                  <a:pt x="268993" y="110515"/>
                  <a:pt x="264421" y="108625"/>
                </a:cubicBezTo>
                <a:cubicBezTo>
                  <a:pt x="259849" y="106732"/>
                  <a:pt x="256065" y="104078"/>
                  <a:pt x="253069" y="100662"/>
                </a:cubicBezTo>
                <a:cubicBezTo>
                  <a:pt x="250075" y="97246"/>
                  <a:pt x="247868" y="93253"/>
                  <a:pt x="246449" y="88682"/>
                </a:cubicBezTo>
                <a:cubicBezTo>
                  <a:pt x="245030" y="84110"/>
                  <a:pt x="244320" y="79143"/>
                  <a:pt x="244320" y="73782"/>
                </a:cubicBezTo>
                <a:cubicBezTo>
                  <a:pt x="244320" y="68632"/>
                  <a:pt x="245187" y="63746"/>
                  <a:pt x="246921" y="59122"/>
                </a:cubicBezTo>
                <a:cubicBezTo>
                  <a:pt x="248656" y="54497"/>
                  <a:pt x="251100" y="50503"/>
                  <a:pt x="254253" y="47140"/>
                </a:cubicBezTo>
                <a:cubicBezTo>
                  <a:pt x="257406" y="43777"/>
                  <a:pt x="261137" y="41097"/>
                  <a:pt x="265446" y="39101"/>
                </a:cubicBezTo>
                <a:cubicBezTo>
                  <a:pt x="269755" y="37102"/>
                  <a:pt x="274538" y="36103"/>
                  <a:pt x="279793" y="36103"/>
                </a:cubicBezTo>
                <a:cubicBezTo>
                  <a:pt x="284206" y="36103"/>
                  <a:pt x="288226" y="36866"/>
                  <a:pt x="291852" y="38391"/>
                </a:cubicBezTo>
                <a:cubicBezTo>
                  <a:pt x="295478" y="39914"/>
                  <a:pt x="298553" y="42016"/>
                  <a:pt x="301075" y="44696"/>
                </a:cubicBezTo>
                <a:cubicBezTo>
                  <a:pt x="303598" y="47376"/>
                  <a:pt x="305569" y="50582"/>
                  <a:pt x="306988" y="54314"/>
                </a:cubicBezTo>
                <a:cubicBezTo>
                  <a:pt x="308408" y="58044"/>
                  <a:pt x="309117" y="62064"/>
                  <a:pt x="309117" y="66373"/>
                </a:cubicBezTo>
                <a:cubicBezTo>
                  <a:pt x="309117" y="68580"/>
                  <a:pt x="308329" y="69683"/>
                  <a:pt x="306752" y="69683"/>
                </a:cubicBezTo>
                <a:lnTo>
                  <a:pt x="261821" y="69683"/>
                </a:lnTo>
                <a:moveTo>
                  <a:pt x="290671" y="64167"/>
                </a:moveTo>
                <a:cubicBezTo>
                  <a:pt x="292142" y="64167"/>
                  <a:pt x="292982" y="63642"/>
                  <a:pt x="293192" y="62591"/>
                </a:cubicBezTo>
                <a:cubicBezTo>
                  <a:pt x="293404" y="61539"/>
                  <a:pt x="293510" y="60277"/>
                  <a:pt x="293510" y="58805"/>
                </a:cubicBezTo>
                <a:cubicBezTo>
                  <a:pt x="293510" y="56598"/>
                  <a:pt x="293168" y="54470"/>
                  <a:pt x="292485" y="52420"/>
                </a:cubicBezTo>
                <a:cubicBezTo>
                  <a:pt x="291802" y="50371"/>
                  <a:pt x="290829" y="48558"/>
                  <a:pt x="289567" y="46981"/>
                </a:cubicBezTo>
                <a:cubicBezTo>
                  <a:pt x="288306" y="45405"/>
                  <a:pt x="286783" y="44143"/>
                  <a:pt x="284996" y="43197"/>
                </a:cubicBezTo>
                <a:cubicBezTo>
                  <a:pt x="283210" y="42251"/>
                  <a:pt x="281160" y="41778"/>
                  <a:pt x="278848" y="41778"/>
                </a:cubicBezTo>
                <a:cubicBezTo>
                  <a:pt x="276009" y="41778"/>
                  <a:pt x="273565" y="42278"/>
                  <a:pt x="271515" y="43277"/>
                </a:cubicBezTo>
                <a:cubicBezTo>
                  <a:pt x="269466" y="44276"/>
                  <a:pt x="267731" y="45590"/>
                  <a:pt x="266312" y="47219"/>
                </a:cubicBezTo>
                <a:cubicBezTo>
                  <a:pt x="264894" y="48847"/>
                  <a:pt x="263817" y="50765"/>
                  <a:pt x="263081" y="52974"/>
                </a:cubicBezTo>
                <a:cubicBezTo>
                  <a:pt x="262345" y="55180"/>
                  <a:pt x="261820" y="57492"/>
                  <a:pt x="261506" y="59909"/>
                </a:cubicBezTo>
                <a:cubicBezTo>
                  <a:pt x="261296" y="61171"/>
                  <a:pt x="261216" y="62197"/>
                  <a:pt x="261267" y="62986"/>
                </a:cubicBezTo>
                <a:cubicBezTo>
                  <a:pt x="261320" y="63773"/>
                  <a:pt x="261557" y="64167"/>
                  <a:pt x="261977" y="64167"/>
                </a:cubicBezTo>
                <a:lnTo>
                  <a:pt x="290671" y="64167"/>
                </a:lnTo>
                <a:close/>
                <a:moveTo>
                  <a:pt x="419478" y="85606"/>
                </a:moveTo>
                <a:cubicBezTo>
                  <a:pt x="419478" y="91491"/>
                  <a:pt x="420135" y="95853"/>
                  <a:pt x="421448" y="98692"/>
                </a:cubicBezTo>
                <a:cubicBezTo>
                  <a:pt x="422762" y="101529"/>
                  <a:pt x="425153" y="102947"/>
                  <a:pt x="428622" y="102947"/>
                </a:cubicBezTo>
                <a:cubicBezTo>
                  <a:pt x="431039" y="102947"/>
                  <a:pt x="433324" y="102580"/>
                  <a:pt x="435478" y="101846"/>
                </a:cubicBezTo>
                <a:cubicBezTo>
                  <a:pt x="437633" y="101110"/>
                  <a:pt x="439289" y="100321"/>
                  <a:pt x="440445" y="99481"/>
                </a:cubicBezTo>
                <a:cubicBezTo>
                  <a:pt x="440761" y="99271"/>
                  <a:pt x="441129" y="99244"/>
                  <a:pt x="441549" y="99402"/>
                </a:cubicBezTo>
                <a:cubicBezTo>
                  <a:pt x="441970" y="99559"/>
                  <a:pt x="442337" y="99822"/>
                  <a:pt x="442651" y="100191"/>
                </a:cubicBezTo>
                <a:cubicBezTo>
                  <a:pt x="442967" y="100558"/>
                  <a:pt x="443204" y="100952"/>
                  <a:pt x="443361" y="101372"/>
                </a:cubicBezTo>
                <a:cubicBezTo>
                  <a:pt x="443520" y="101792"/>
                  <a:pt x="443494" y="102160"/>
                  <a:pt x="443284" y="102476"/>
                </a:cubicBezTo>
                <a:cubicBezTo>
                  <a:pt x="441287" y="105733"/>
                  <a:pt x="438686" y="108045"/>
                  <a:pt x="435480" y="109411"/>
                </a:cubicBezTo>
                <a:cubicBezTo>
                  <a:pt x="432274" y="110778"/>
                  <a:pt x="428517" y="111461"/>
                  <a:pt x="424208" y="111461"/>
                </a:cubicBezTo>
                <a:cubicBezTo>
                  <a:pt x="417061" y="111461"/>
                  <a:pt x="412017" y="109859"/>
                  <a:pt x="409074" y="106654"/>
                </a:cubicBezTo>
                <a:cubicBezTo>
                  <a:pt x="406131" y="103449"/>
                  <a:pt x="404660" y="98430"/>
                  <a:pt x="404660" y="91598"/>
                </a:cubicBezTo>
                <a:lnTo>
                  <a:pt x="404660" y="51080"/>
                </a:lnTo>
                <a:cubicBezTo>
                  <a:pt x="404660" y="49820"/>
                  <a:pt x="404607" y="48822"/>
                  <a:pt x="404501" y="48085"/>
                </a:cubicBezTo>
                <a:cubicBezTo>
                  <a:pt x="404397" y="47349"/>
                  <a:pt x="404082" y="46824"/>
                  <a:pt x="403555" y="46510"/>
                </a:cubicBezTo>
                <a:cubicBezTo>
                  <a:pt x="403029" y="46194"/>
                  <a:pt x="402162" y="46009"/>
                  <a:pt x="400953" y="45956"/>
                </a:cubicBezTo>
                <a:cubicBezTo>
                  <a:pt x="399745" y="45904"/>
                  <a:pt x="398038" y="45877"/>
                  <a:pt x="395831" y="45877"/>
                </a:cubicBezTo>
                <a:cubicBezTo>
                  <a:pt x="395515" y="45877"/>
                  <a:pt x="395252" y="45562"/>
                  <a:pt x="395042" y="44932"/>
                </a:cubicBezTo>
                <a:cubicBezTo>
                  <a:pt x="394832" y="44301"/>
                  <a:pt x="394700" y="43618"/>
                  <a:pt x="394648" y="42882"/>
                </a:cubicBezTo>
                <a:cubicBezTo>
                  <a:pt x="394595" y="42146"/>
                  <a:pt x="394673" y="41463"/>
                  <a:pt x="394883" y="40833"/>
                </a:cubicBezTo>
                <a:cubicBezTo>
                  <a:pt x="395095" y="40202"/>
                  <a:pt x="395411" y="39887"/>
                  <a:pt x="395831" y="39887"/>
                </a:cubicBezTo>
                <a:cubicBezTo>
                  <a:pt x="398458" y="39677"/>
                  <a:pt x="400717" y="39283"/>
                  <a:pt x="402608" y="38706"/>
                </a:cubicBezTo>
                <a:cubicBezTo>
                  <a:pt x="404500" y="38127"/>
                  <a:pt x="406103" y="37207"/>
                  <a:pt x="407416" y="35947"/>
                </a:cubicBezTo>
                <a:cubicBezTo>
                  <a:pt x="408732" y="34685"/>
                  <a:pt x="409783" y="32977"/>
                  <a:pt x="410570" y="30823"/>
                </a:cubicBezTo>
                <a:cubicBezTo>
                  <a:pt x="411359" y="28667"/>
                  <a:pt x="412016" y="25856"/>
                  <a:pt x="412540" y="22389"/>
                </a:cubicBezTo>
                <a:cubicBezTo>
                  <a:pt x="412646" y="21757"/>
                  <a:pt x="413067" y="21284"/>
                  <a:pt x="413803" y="20970"/>
                </a:cubicBezTo>
                <a:cubicBezTo>
                  <a:pt x="414539" y="20654"/>
                  <a:pt x="415328" y="20496"/>
                  <a:pt x="416168" y="20496"/>
                </a:cubicBezTo>
                <a:cubicBezTo>
                  <a:pt x="417008" y="20496"/>
                  <a:pt x="417770" y="20627"/>
                  <a:pt x="418453" y="20890"/>
                </a:cubicBezTo>
                <a:cubicBezTo>
                  <a:pt x="419137" y="21153"/>
                  <a:pt x="419478" y="21495"/>
                  <a:pt x="419478" y="21915"/>
                </a:cubicBezTo>
                <a:lnTo>
                  <a:pt x="419478" y="35473"/>
                </a:lnTo>
                <a:cubicBezTo>
                  <a:pt x="419478" y="37155"/>
                  <a:pt x="419557" y="38128"/>
                  <a:pt x="419714" y="38391"/>
                </a:cubicBezTo>
                <a:cubicBezTo>
                  <a:pt x="419873" y="38652"/>
                  <a:pt x="420530" y="38783"/>
                  <a:pt x="421686" y="38783"/>
                </a:cubicBezTo>
                <a:lnTo>
                  <a:pt x="438081" y="38783"/>
                </a:lnTo>
                <a:cubicBezTo>
                  <a:pt x="438817" y="38783"/>
                  <a:pt x="439290" y="39204"/>
                  <a:pt x="439500" y="40046"/>
                </a:cubicBezTo>
                <a:cubicBezTo>
                  <a:pt x="439710" y="40886"/>
                  <a:pt x="439815" y="41622"/>
                  <a:pt x="439815" y="42252"/>
                </a:cubicBezTo>
                <a:cubicBezTo>
                  <a:pt x="439815" y="42882"/>
                  <a:pt x="439684" y="43644"/>
                  <a:pt x="439421" y="44537"/>
                </a:cubicBezTo>
                <a:cubicBezTo>
                  <a:pt x="439159" y="45430"/>
                  <a:pt x="438607" y="45877"/>
                  <a:pt x="437765" y="45877"/>
                </a:cubicBezTo>
                <a:lnTo>
                  <a:pt x="420897" y="45877"/>
                </a:lnTo>
                <a:cubicBezTo>
                  <a:pt x="420161" y="45877"/>
                  <a:pt x="419740" y="46062"/>
                  <a:pt x="419634" y="46430"/>
                </a:cubicBezTo>
                <a:cubicBezTo>
                  <a:pt x="419530" y="46798"/>
                  <a:pt x="419478" y="48138"/>
                  <a:pt x="419478" y="50450"/>
                </a:cubicBezTo>
                <a:lnTo>
                  <a:pt x="419478" y="85606"/>
                </a:lnTo>
                <a:close/>
                <a:moveTo>
                  <a:pt x="473759" y="47455"/>
                </a:moveTo>
                <a:cubicBezTo>
                  <a:pt x="473969" y="47980"/>
                  <a:pt x="474232" y="47980"/>
                  <a:pt x="474548" y="47455"/>
                </a:cubicBezTo>
                <a:cubicBezTo>
                  <a:pt x="477279" y="43882"/>
                  <a:pt x="480667" y="41097"/>
                  <a:pt x="484714" y="39101"/>
                </a:cubicBezTo>
                <a:cubicBezTo>
                  <a:pt x="488761" y="37102"/>
                  <a:pt x="492782" y="36103"/>
                  <a:pt x="496775" y="36103"/>
                </a:cubicBezTo>
                <a:cubicBezTo>
                  <a:pt x="505710" y="36103"/>
                  <a:pt x="512147" y="38547"/>
                  <a:pt x="516087" y="43435"/>
                </a:cubicBezTo>
                <a:cubicBezTo>
                  <a:pt x="520029" y="48322"/>
                  <a:pt x="522000" y="54706"/>
                  <a:pt x="522000" y="62589"/>
                </a:cubicBezTo>
                <a:lnTo>
                  <a:pt x="522000" y="91754"/>
                </a:lnTo>
                <a:cubicBezTo>
                  <a:pt x="522000" y="94487"/>
                  <a:pt x="522079" y="96695"/>
                  <a:pt x="522236" y="98377"/>
                </a:cubicBezTo>
                <a:cubicBezTo>
                  <a:pt x="522393" y="100058"/>
                  <a:pt x="522761" y="101397"/>
                  <a:pt x="523338" y="102397"/>
                </a:cubicBezTo>
                <a:cubicBezTo>
                  <a:pt x="523917" y="103396"/>
                  <a:pt x="524837" y="104132"/>
                  <a:pt x="526097" y="104605"/>
                </a:cubicBezTo>
                <a:cubicBezTo>
                  <a:pt x="527359" y="105076"/>
                  <a:pt x="529094" y="105523"/>
                  <a:pt x="531300" y="105945"/>
                </a:cubicBezTo>
                <a:cubicBezTo>
                  <a:pt x="531932" y="106049"/>
                  <a:pt x="532405" y="106364"/>
                  <a:pt x="532720" y="106890"/>
                </a:cubicBezTo>
                <a:cubicBezTo>
                  <a:pt x="533036" y="107415"/>
                  <a:pt x="533194" y="107940"/>
                  <a:pt x="533194" y="108466"/>
                </a:cubicBezTo>
                <a:cubicBezTo>
                  <a:pt x="533194" y="108992"/>
                  <a:pt x="533036" y="109491"/>
                  <a:pt x="532720" y="109965"/>
                </a:cubicBezTo>
                <a:cubicBezTo>
                  <a:pt x="532405" y="110438"/>
                  <a:pt x="531985" y="110674"/>
                  <a:pt x="531459" y="110674"/>
                </a:cubicBezTo>
                <a:cubicBezTo>
                  <a:pt x="529989" y="110674"/>
                  <a:pt x="527755" y="110490"/>
                  <a:pt x="524760" y="110121"/>
                </a:cubicBezTo>
                <a:cubicBezTo>
                  <a:pt x="521764" y="109754"/>
                  <a:pt x="518689" y="109570"/>
                  <a:pt x="515537" y="109570"/>
                </a:cubicBezTo>
                <a:cubicBezTo>
                  <a:pt x="512174" y="109570"/>
                  <a:pt x="508863" y="109754"/>
                  <a:pt x="505604" y="110121"/>
                </a:cubicBezTo>
                <a:cubicBezTo>
                  <a:pt x="502345" y="110490"/>
                  <a:pt x="499560" y="110674"/>
                  <a:pt x="497249" y="110674"/>
                </a:cubicBezTo>
                <a:cubicBezTo>
                  <a:pt x="496617" y="110674"/>
                  <a:pt x="496143" y="110438"/>
                  <a:pt x="495827" y="109965"/>
                </a:cubicBezTo>
                <a:cubicBezTo>
                  <a:pt x="495513" y="109491"/>
                  <a:pt x="495356" y="108992"/>
                  <a:pt x="495356" y="108466"/>
                </a:cubicBezTo>
                <a:cubicBezTo>
                  <a:pt x="495356" y="107836"/>
                  <a:pt x="495513" y="107284"/>
                  <a:pt x="495827" y="106811"/>
                </a:cubicBezTo>
                <a:cubicBezTo>
                  <a:pt x="496143" y="106338"/>
                  <a:pt x="496669" y="106049"/>
                  <a:pt x="497406" y="105945"/>
                </a:cubicBezTo>
                <a:cubicBezTo>
                  <a:pt x="499824" y="105629"/>
                  <a:pt x="501690" y="105209"/>
                  <a:pt x="503003" y="104684"/>
                </a:cubicBezTo>
                <a:cubicBezTo>
                  <a:pt x="504317" y="104158"/>
                  <a:pt x="505262" y="103370"/>
                  <a:pt x="505840" y="102320"/>
                </a:cubicBezTo>
                <a:cubicBezTo>
                  <a:pt x="506419" y="101268"/>
                  <a:pt x="506787" y="99901"/>
                  <a:pt x="506944" y="98220"/>
                </a:cubicBezTo>
                <a:cubicBezTo>
                  <a:pt x="507101" y="96538"/>
                  <a:pt x="507179" y="94383"/>
                  <a:pt x="507179" y="91754"/>
                </a:cubicBezTo>
                <a:lnTo>
                  <a:pt x="507179" y="67948"/>
                </a:lnTo>
                <a:cubicBezTo>
                  <a:pt x="507179" y="65322"/>
                  <a:pt x="506996" y="62695"/>
                  <a:pt x="506629" y="60068"/>
                </a:cubicBezTo>
                <a:cubicBezTo>
                  <a:pt x="506261" y="57439"/>
                  <a:pt x="505578" y="55048"/>
                  <a:pt x="504579" y="52894"/>
                </a:cubicBezTo>
                <a:cubicBezTo>
                  <a:pt x="503582" y="50739"/>
                  <a:pt x="502137" y="48978"/>
                  <a:pt x="500244" y="47612"/>
                </a:cubicBezTo>
                <a:cubicBezTo>
                  <a:pt x="498352" y="46245"/>
                  <a:pt x="495829" y="45562"/>
                  <a:pt x="492676" y="45562"/>
                </a:cubicBezTo>
                <a:cubicBezTo>
                  <a:pt x="489313" y="45562"/>
                  <a:pt x="486449" y="46193"/>
                  <a:pt x="484083" y="47455"/>
                </a:cubicBezTo>
                <a:cubicBezTo>
                  <a:pt x="481719" y="48716"/>
                  <a:pt x="479775" y="50239"/>
                  <a:pt x="478250" y="52026"/>
                </a:cubicBezTo>
                <a:cubicBezTo>
                  <a:pt x="476726" y="53812"/>
                  <a:pt x="475596" y="55705"/>
                  <a:pt x="474860" y="57703"/>
                </a:cubicBezTo>
                <a:cubicBezTo>
                  <a:pt x="474126" y="59700"/>
                  <a:pt x="473759" y="61433"/>
                  <a:pt x="473759" y="62904"/>
                </a:cubicBezTo>
                <a:lnTo>
                  <a:pt x="473759" y="90809"/>
                </a:lnTo>
                <a:cubicBezTo>
                  <a:pt x="473759" y="93647"/>
                  <a:pt x="473811" y="95986"/>
                  <a:pt x="473915" y="97826"/>
                </a:cubicBezTo>
                <a:cubicBezTo>
                  <a:pt x="474021" y="99664"/>
                  <a:pt x="474336" y="101109"/>
                  <a:pt x="474860" y="102161"/>
                </a:cubicBezTo>
                <a:cubicBezTo>
                  <a:pt x="475386" y="103211"/>
                  <a:pt x="476201" y="104026"/>
                  <a:pt x="477304" y="104605"/>
                </a:cubicBezTo>
                <a:cubicBezTo>
                  <a:pt x="478409" y="105182"/>
                  <a:pt x="479960" y="105629"/>
                  <a:pt x="481957" y="105945"/>
                </a:cubicBezTo>
                <a:cubicBezTo>
                  <a:pt x="482691" y="106049"/>
                  <a:pt x="483217" y="106364"/>
                  <a:pt x="483532" y="106890"/>
                </a:cubicBezTo>
                <a:cubicBezTo>
                  <a:pt x="483848" y="107415"/>
                  <a:pt x="484006" y="107940"/>
                  <a:pt x="484006" y="108466"/>
                </a:cubicBezTo>
                <a:cubicBezTo>
                  <a:pt x="484006" y="108992"/>
                  <a:pt x="483848" y="109491"/>
                  <a:pt x="483532" y="109965"/>
                </a:cubicBezTo>
                <a:cubicBezTo>
                  <a:pt x="483217" y="110438"/>
                  <a:pt x="482743" y="110674"/>
                  <a:pt x="482113" y="110674"/>
                </a:cubicBezTo>
                <a:cubicBezTo>
                  <a:pt x="480747" y="110674"/>
                  <a:pt x="478619" y="110490"/>
                  <a:pt x="475729" y="110121"/>
                </a:cubicBezTo>
                <a:cubicBezTo>
                  <a:pt x="472839" y="109754"/>
                  <a:pt x="469817" y="109570"/>
                  <a:pt x="466664" y="109570"/>
                </a:cubicBezTo>
                <a:cubicBezTo>
                  <a:pt x="463301" y="109570"/>
                  <a:pt x="460096" y="109754"/>
                  <a:pt x="457047" y="110121"/>
                </a:cubicBezTo>
                <a:cubicBezTo>
                  <a:pt x="453998" y="110490"/>
                  <a:pt x="451265" y="110674"/>
                  <a:pt x="448849" y="110674"/>
                </a:cubicBezTo>
                <a:cubicBezTo>
                  <a:pt x="448218" y="110674"/>
                  <a:pt x="447745" y="110438"/>
                  <a:pt x="447429" y="109965"/>
                </a:cubicBezTo>
                <a:cubicBezTo>
                  <a:pt x="447115" y="109491"/>
                  <a:pt x="446958" y="108992"/>
                  <a:pt x="446958" y="108466"/>
                </a:cubicBezTo>
                <a:cubicBezTo>
                  <a:pt x="446958" y="107836"/>
                  <a:pt x="447115" y="107284"/>
                  <a:pt x="447429" y="106811"/>
                </a:cubicBezTo>
                <a:cubicBezTo>
                  <a:pt x="447745" y="106338"/>
                  <a:pt x="448271" y="106049"/>
                  <a:pt x="449007" y="105945"/>
                </a:cubicBezTo>
                <a:cubicBezTo>
                  <a:pt x="451424" y="105629"/>
                  <a:pt x="453289" y="105209"/>
                  <a:pt x="454603" y="104684"/>
                </a:cubicBezTo>
                <a:cubicBezTo>
                  <a:pt x="455916" y="104158"/>
                  <a:pt x="456888" y="103370"/>
                  <a:pt x="457518" y="102320"/>
                </a:cubicBezTo>
                <a:cubicBezTo>
                  <a:pt x="458150" y="101268"/>
                  <a:pt x="458545" y="99901"/>
                  <a:pt x="458702" y="98220"/>
                </a:cubicBezTo>
                <a:cubicBezTo>
                  <a:pt x="458859" y="96538"/>
                  <a:pt x="458938" y="94383"/>
                  <a:pt x="458938" y="91754"/>
                </a:cubicBezTo>
                <a:lnTo>
                  <a:pt x="458938" y="29798"/>
                </a:lnTo>
                <a:cubicBezTo>
                  <a:pt x="458938" y="25279"/>
                  <a:pt x="458833" y="21679"/>
                  <a:pt x="458623" y="18999"/>
                </a:cubicBezTo>
                <a:cubicBezTo>
                  <a:pt x="458412" y="16318"/>
                  <a:pt x="457887" y="14242"/>
                  <a:pt x="457047" y="12771"/>
                </a:cubicBezTo>
                <a:cubicBezTo>
                  <a:pt x="456207" y="11299"/>
                  <a:pt x="454945" y="10301"/>
                  <a:pt x="453263" y="9776"/>
                </a:cubicBezTo>
                <a:cubicBezTo>
                  <a:pt x="451582" y="9250"/>
                  <a:pt x="449270" y="8829"/>
                  <a:pt x="446328" y="8513"/>
                </a:cubicBezTo>
                <a:cubicBezTo>
                  <a:pt x="445802" y="8513"/>
                  <a:pt x="445407" y="8251"/>
                  <a:pt x="445144" y="7727"/>
                </a:cubicBezTo>
                <a:cubicBezTo>
                  <a:pt x="444881" y="7201"/>
                  <a:pt x="444723" y="6676"/>
                  <a:pt x="444670" y="6151"/>
                </a:cubicBezTo>
                <a:cubicBezTo>
                  <a:pt x="444619" y="5625"/>
                  <a:pt x="444724" y="5099"/>
                  <a:pt x="444985" y="4573"/>
                </a:cubicBezTo>
                <a:cubicBezTo>
                  <a:pt x="445248" y="4047"/>
                  <a:pt x="445696" y="3784"/>
                  <a:pt x="446328" y="3784"/>
                </a:cubicBezTo>
                <a:cubicBezTo>
                  <a:pt x="449375" y="3574"/>
                  <a:pt x="453105" y="3259"/>
                  <a:pt x="457518" y="2839"/>
                </a:cubicBezTo>
                <a:cubicBezTo>
                  <a:pt x="461933" y="2418"/>
                  <a:pt x="466086" y="1630"/>
                  <a:pt x="469975" y="474"/>
                </a:cubicBezTo>
                <a:cubicBezTo>
                  <a:pt x="471445" y="54"/>
                  <a:pt x="472417" y="133"/>
                  <a:pt x="472890" y="712"/>
                </a:cubicBezTo>
                <a:cubicBezTo>
                  <a:pt x="473363" y="1289"/>
                  <a:pt x="473653" y="1893"/>
                  <a:pt x="473759" y="2523"/>
                </a:cubicBezTo>
                <a:lnTo>
                  <a:pt x="473759" y="47455"/>
                </a:lnTo>
                <a:close/>
                <a:moveTo>
                  <a:pt x="560515" y="69683"/>
                </a:moveTo>
                <a:cubicBezTo>
                  <a:pt x="559989" y="69683"/>
                  <a:pt x="559700" y="69867"/>
                  <a:pt x="559647" y="70236"/>
                </a:cubicBezTo>
                <a:cubicBezTo>
                  <a:pt x="559595" y="70603"/>
                  <a:pt x="559570" y="71050"/>
                  <a:pt x="559570" y="71576"/>
                </a:cubicBezTo>
                <a:cubicBezTo>
                  <a:pt x="559570" y="77042"/>
                  <a:pt x="560173" y="81666"/>
                  <a:pt x="561381" y="85449"/>
                </a:cubicBezTo>
                <a:cubicBezTo>
                  <a:pt x="562590" y="89232"/>
                  <a:pt x="564272" y="92307"/>
                  <a:pt x="566426" y="94672"/>
                </a:cubicBezTo>
                <a:cubicBezTo>
                  <a:pt x="568581" y="97036"/>
                  <a:pt x="571157" y="98744"/>
                  <a:pt x="574152" y="99796"/>
                </a:cubicBezTo>
                <a:cubicBezTo>
                  <a:pt x="577148" y="100847"/>
                  <a:pt x="580380" y="101372"/>
                  <a:pt x="583847" y="101372"/>
                </a:cubicBezTo>
                <a:cubicBezTo>
                  <a:pt x="587420" y="101372"/>
                  <a:pt x="590888" y="101083"/>
                  <a:pt x="594251" y="100506"/>
                </a:cubicBezTo>
                <a:cubicBezTo>
                  <a:pt x="597616" y="99927"/>
                  <a:pt x="600506" y="98639"/>
                  <a:pt x="602923" y="96642"/>
                </a:cubicBezTo>
                <a:cubicBezTo>
                  <a:pt x="603449" y="96222"/>
                  <a:pt x="604001" y="96065"/>
                  <a:pt x="604578" y="96171"/>
                </a:cubicBezTo>
                <a:cubicBezTo>
                  <a:pt x="605157" y="96275"/>
                  <a:pt x="605630" y="96537"/>
                  <a:pt x="605998" y="96958"/>
                </a:cubicBezTo>
                <a:cubicBezTo>
                  <a:pt x="606365" y="97378"/>
                  <a:pt x="606601" y="97851"/>
                  <a:pt x="606705" y="98377"/>
                </a:cubicBezTo>
                <a:cubicBezTo>
                  <a:pt x="606811" y="98903"/>
                  <a:pt x="606706" y="99376"/>
                  <a:pt x="606392" y="99796"/>
                </a:cubicBezTo>
                <a:cubicBezTo>
                  <a:pt x="603029" y="104210"/>
                  <a:pt x="599245" y="107257"/>
                  <a:pt x="595040" y="108940"/>
                </a:cubicBezTo>
                <a:cubicBezTo>
                  <a:pt x="590837" y="110620"/>
                  <a:pt x="585634" y="111461"/>
                  <a:pt x="579433" y="111461"/>
                </a:cubicBezTo>
                <a:cubicBezTo>
                  <a:pt x="573127" y="111461"/>
                  <a:pt x="567688" y="110515"/>
                  <a:pt x="563115" y="108625"/>
                </a:cubicBezTo>
                <a:cubicBezTo>
                  <a:pt x="558543" y="106732"/>
                  <a:pt x="554759" y="104078"/>
                  <a:pt x="551763" y="100662"/>
                </a:cubicBezTo>
                <a:cubicBezTo>
                  <a:pt x="548769" y="97246"/>
                  <a:pt x="546563" y="93253"/>
                  <a:pt x="545143" y="88682"/>
                </a:cubicBezTo>
                <a:cubicBezTo>
                  <a:pt x="543724" y="84110"/>
                  <a:pt x="543014" y="79143"/>
                  <a:pt x="543014" y="73782"/>
                </a:cubicBezTo>
                <a:cubicBezTo>
                  <a:pt x="543014" y="68632"/>
                  <a:pt x="543881" y="63746"/>
                  <a:pt x="545615" y="59122"/>
                </a:cubicBezTo>
                <a:cubicBezTo>
                  <a:pt x="547350" y="54497"/>
                  <a:pt x="549794" y="50503"/>
                  <a:pt x="552947" y="47140"/>
                </a:cubicBezTo>
                <a:cubicBezTo>
                  <a:pt x="556100" y="43777"/>
                  <a:pt x="559831" y="41097"/>
                  <a:pt x="564140" y="39101"/>
                </a:cubicBezTo>
                <a:cubicBezTo>
                  <a:pt x="568449" y="37102"/>
                  <a:pt x="573232" y="36103"/>
                  <a:pt x="578487" y="36103"/>
                </a:cubicBezTo>
                <a:cubicBezTo>
                  <a:pt x="582901" y="36103"/>
                  <a:pt x="586920" y="36866"/>
                  <a:pt x="590546" y="38391"/>
                </a:cubicBezTo>
                <a:cubicBezTo>
                  <a:pt x="594173" y="39914"/>
                  <a:pt x="597247" y="42016"/>
                  <a:pt x="599770" y="44696"/>
                </a:cubicBezTo>
                <a:cubicBezTo>
                  <a:pt x="602292" y="47376"/>
                  <a:pt x="604263" y="50582"/>
                  <a:pt x="605682" y="54314"/>
                </a:cubicBezTo>
                <a:cubicBezTo>
                  <a:pt x="607102" y="58044"/>
                  <a:pt x="607811" y="62064"/>
                  <a:pt x="607811" y="66373"/>
                </a:cubicBezTo>
                <a:cubicBezTo>
                  <a:pt x="607811" y="68580"/>
                  <a:pt x="607023" y="69683"/>
                  <a:pt x="605447" y="69683"/>
                </a:cubicBezTo>
                <a:lnTo>
                  <a:pt x="560515" y="69683"/>
                </a:lnTo>
                <a:moveTo>
                  <a:pt x="589365" y="64167"/>
                </a:moveTo>
                <a:cubicBezTo>
                  <a:pt x="590836" y="64167"/>
                  <a:pt x="591676" y="63642"/>
                  <a:pt x="591886" y="62591"/>
                </a:cubicBezTo>
                <a:cubicBezTo>
                  <a:pt x="592098" y="61539"/>
                  <a:pt x="592204" y="60277"/>
                  <a:pt x="592204" y="58805"/>
                </a:cubicBezTo>
                <a:cubicBezTo>
                  <a:pt x="592204" y="56598"/>
                  <a:pt x="591862" y="54470"/>
                  <a:pt x="591179" y="52420"/>
                </a:cubicBezTo>
                <a:cubicBezTo>
                  <a:pt x="590496" y="50371"/>
                  <a:pt x="589523" y="48558"/>
                  <a:pt x="588261" y="46981"/>
                </a:cubicBezTo>
                <a:cubicBezTo>
                  <a:pt x="587001" y="45405"/>
                  <a:pt x="585477" y="44143"/>
                  <a:pt x="583691" y="43197"/>
                </a:cubicBezTo>
                <a:cubicBezTo>
                  <a:pt x="581904" y="42251"/>
                  <a:pt x="579854" y="41778"/>
                  <a:pt x="577542" y="41778"/>
                </a:cubicBezTo>
                <a:cubicBezTo>
                  <a:pt x="574703" y="41778"/>
                  <a:pt x="572259" y="42278"/>
                  <a:pt x="570210" y="43277"/>
                </a:cubicBezTo>
                <a:cubicBezTo>
                  <a:pt x="568160" y="44276"/>
                  <a:pt x="566426" y="45590"/>
                  <a:pt x="565006" y="47219"/>
                </a:cubicBezTo>
                <a:cubicBezTo>
                  <a:pt x="563589" y="48847"/>
                  <a:pt x="562512" y="50765"/>
                  <a:pt x="561776" y="52974"/>
                </a:cubicBezTo>
                <a:cubicBezTo>
                  <a:pt x="561039" y="55180"/>
                  <a:pt x="560514" y="57492"/>
                  <a:pt x="560200" y="59909"/>
                </a:cubicBezTo>
                <a:cubicBezTo>
                  <a:pt x="559990" y="61171"/>
                  <a:pt x="559910" y="62197"/>
                  <a:pt x="559962" y="62986"/>
                </a:cubicBezTo>
                <a:cubicBezTo>
                  <a:pt x="560015" y="63773"/>
                  <a:pt x="560251" y="64167"/>
                  <a:pt x="560671" y="64167"/>
                </a:cubicBezTo>
                <a:lnTo>
                  <a:pt x="589365" y="64167"/>
                </a:lnTo>
                <a:close/>
                <a:moveTo>
                  <a:pt x="643803" y="90809"/>
                </a:moveTo>
                <a:cubicBezTo>
                  <a:pt x="643803" y="93437"/>
                  <a:pt x="643881" y="95645"/>
                  <a:pt x="644039" y="97431"/>
                </a:cubicBezTo>
                <a:cubicBezTo>
                  <a:pt x="644197" y="99218"/>
                  <a:pt x="644749" y="100689"/>
                  <a:pt x="645694" y="101846"/>
                </a:cubicBezTo>
                <a:cubicBezTo>
                  <a:pt x="646640" y="103002"/>
                  <a:pt x="648111" y="103895"/>
                  <a:pt x="650108" y="104526"/>
                </a:cubicBezTo>
                <a:cubicBezTo>
                  <a:pt x="652106" y="105156"/>
                  <a:pt x="654997" y="105629"/>
                  <a:pt x="658780" y="105945"/>
                </a:cubicBezTo>
                <a:cubicBezTo>
                  <a:pt x="659410" y="106049"/>
                  <a:pt x="659883" y="106338"/>
                  <a:pt x="660197" y="106811"/>
                </a:cubicBezTo>
                <a:cubicBezTo>
                  <a:pt x="660513" y="107284"/>
                  <a:pt x="660671" y="107836"/>
                  <a:pt x="660671" y="108466"/>
                </a:cubicBezTo>
                <a:cubicBezTo>
                  <a:pt x="660671" y="108992"/>
                  <a:pt x="660513" y="109491"/>
                  <a:pt x="660197" y="109965"/>
                </a:cubicBezTo>
                <a:cubicBezTo>
                  <a:pt x="659883" y="110438"/>
                  <a:pt x="659410" y="110674"/>
                  <a:pt x="658780" y="110674"/>
                </a:cubicBezTo>
                <a:cubicBezTo>
                  <a:pt x="654261" y="110674"/>
                  <a:pt x="650267" y="110490"/>
                  <a:pt x="646798" y="110121"/>
                </a:cubicBezTo>
                <a:cubicBezTo>
                  <a:pt x="643329" y="109754"/>
                  <a:pt x="640018" y="109570"/>
                  <a:pt x="636865" y="109570"/>
                </a:cubicBezTo>
                <a:cubicBezTo>
                  <a:pt x="633502" y="109570"/>
                  <a:pt x="630165" y="109754"/>
                  <a:pt x="626853" y="110121"/>
                </a:cubicBezTo>
                <a:cubicBezTo>
                  <a:pt x="623543" y="110490"/>
                  <a:pt x="620206" y="110674"/>
                  <a:pt x="616843" y="110674"/>
                </a:cubicBezTo>
                <a:cubicBezTo>
                  <a:pt x="616319" y="110674"/>
                  <a:pt x="615899" y="110438"/>
                  <a:pt x="615583" y="109965"/>
                </a:cubicBezTo>
                <a:cubicBezTo>
                  <a:pt x="615267" y="109491"/>
                  <a:pt x="615109" y="108992"/>
                  <a:pt x="615109" y="108466"/>
                </a:cubicBezTo>
                <a:cubicBezTo>
                  <a:pt x="615109" y="107836"/>
                  <a:pt x="615267" y="107284"/>
                  <a:pt x="615583" y="106811"/>
                </a:cubicBezTo>
                <a:cubicBezTo>
                  <a:pt x="615899" y="106338"/>
                  <a:pt x="616372" y="106049"/>
                  <a:pt x="617002" y="105945"/>
                </a:cubicBezTo>
                <a:cubicBezTo>
                  <a:pt x="619945" y="105629"/>
                  <a:pt x="622230" y="105156"/>
                  <a:pt x="623858" y="104526"/>
                </a:cubicBezTo>
                <a:cubicBezTo>
                  <a:pt x="625487" y="103895"/>
                  <a:pt x="626670" y="103028"/>
                  <a:pt x="627406" y="101925"/>
                </a:cubicBezTo>
                <a:cubicBezTo>
                  <a:pt x="628142" y="100820"/>
                  <a:pt x="628589" y="99454"/>
                  <a:pt x="628746" y="97826"/>
                </a:cubicBezTo>
                <a:cubicBezTo>
                  <a:pt x="628905" y="96197"/>
                  <a:pt x="628984" y="94173"/>
                  <a:pt x="628984" y="91754"/>
                </a:cubicBezTo>
                <a:lnTo>
                  <a:pt x="628984" y="68737"/>
                </a:lnTo>
                <a:cubicBezTo>
                  <a:pt x="628984" y="63588"/>
                  <a:pt x="628878" y="59515"/>
                  <a:pt x="628667" y="56519"/>
                </a:cubicBezTo>
                <a:cubicBezTo>
                  <a:pt x="628457" y="53524"/>
                  <a:pt x="627957" y="51212"/>
                  <a:pt x="627168" y="49584"/>
                </a:cubicBezTo>
                <a:cubicBezTo>
                  <a:pt x="626381" y="47955"/>
                  <a:pt x="625146" y="46877"/>
                  <a:pt x="623464" y="46351"/>
                </a:cubicBezTo>
                <a:cubicBezTo>
                  <a:pt x="621783" y="45825"/>
                  <a:pt x="619471" y="45457"/>
                  <a:pt x="616528" y="45247"/>
                </a:cubicBezTo>
                <a:cubicBezTo>
                  <a:pt x="616004" y="45247"/>
                  <a:pt x="615610" y="44985"/>
                  <a:pt x="615347" y="44460"/>
                </a:cubicBezTo>
                <a:cubicBezTo>
                  <a:pt x="615084" y="43934"/>
                  <a:pt x="614953" y="43408"/>
                  <a:pt x="614953" y="42882"/>
                </a:cubicBezTo>
                <a:cubicBezTo>
                  <a:pt x="614953" y="42358"/>
                  <a:pt x="615084" y="41832"/>
                  <a:pt x="615347" y="41306"/>
                </a:cubicBezTo>
                <a:cubicBezTo>
                  <a:pt x="615610" y="40780"/>
                  <a:pt x="616057" y="40517"/>
                  <a:pt x="616687" y="40517"/>
                </a:cubicBezTo>
                <a:cubicBezTo>
                  <a:pt x="618789" y="40307"/>
                  <a:pt x="621706" y="40071"/>
                  <a:pt x="625436" y="39808"/>
                </a:cubicBezTo>
                <a:cubicBezTo>
                  <a:pt x="629168" y="39545"/>
                  <a:pt x="632978" y="38888"/>
                  <a:pt x="636865" y="37838"/>
                </a:cubicBezTo>
                <a:cubicBezTo>
                  <a:pt x="638337" y="37417"/>
                  <a:pt x="639547" y="37365"/>
                  <a:pt x="640493" y="37681"/>
                </a:cubicBezTo>
                <a:cubicBezTo>
                  <a:pt x="641439" y="37996"/>
                  <a:pt x="641859" y="38889"/>
                  <a:pt x="641753" y="40361"/>
                </a:cubicBezTo>
                <a:lnTo>
                  <a:pt x="641438" y="50450"/>
                </a:lnTo>
                <a:cubicBezTo>
                  <a:pt x="641438" y="50660"/>
                  <a:pt x="641490" y="50792"/>
                  <a:pt x="641594" y="50845"/>
                </a:cubicBezTo>
                <a:cubicBezTo>
                  <a:pt x="641700" y="50898"/>
                  <a:pt x="641858" y="50818"/>
                  <a:pt x="642068" y="50607"/>
                </a:cubicBezTo>
                <a:cubicBezTo>
                  <a:pt x="644275" y="46193"/>
                  <a:pt x="646981" y="42673"/>
                  <a:pt x="650187" y="40046"/>
                </a:cubicBezTo>
                <a:cubicBezTo>
                  <a:pt x="653393" y="37417"/>
                  <a:pt x="657676" y="36103"/>
                  <a:pt x="663036" y="36103"/>
                </a:cubicBezTo>
                <a:cubicBezTo>
                  <a:pt x="667451" y="36103"/>
                  <a:pt x="670709" y="37233"/>
                  <a:pt x="672809" y="39493"/>
                </a:cubicBezTo>
                <a:cubicBezTo>
                  <a:pt x="674912" y="41752"/>
                  <a:pt x="675963" y="44512"/>
                  <a:pt x="675963" y="47770"/>
                </a:cubicBezTo>
                <a:cubicBezTo>
                  <a:pt x="675963" y="49557"/>
                  <a:pt x="675280" y="51186"/>
                  <a:pt x="673914" y="52658"/>
                </a:cubicBezTo>
                <a:cubicBezTo>
                  <a:pt x="672547" y="54129"/>
                  <a:pt x="670604" y="54864"/>
                  <a:pt x="668082" y="54864"/>
                </a:cubicBezTo>
                <a:cubicBezTo>
                  <a:pt x="665664" y="54864"/>
                  <a:pt x="663982" y="54286"/>
                  <a:pt x="663036" y="53130"/>
                </a:cubicBezTo>
                <a:cubicBezTo>
                  <a:pt x="662091" y="51974"/>
                  <a:pt x="661619" y="50712"/>
                  <a:pt x="661619" y="49346"/>
                </a:cubicBezTo>
                <a:cubicBezTo>
                  <a:pt x="661619" y="47875"/>
                  <a:pt x="661329" y="46720"/>
                  <a:pt x="660750" y="45880"/>
                </a:cubicBezTo>
                <a:cubicBezTo>
                  <a:pt x="660173" y="45038"/>
                  <a:pt x="658938" y="44617"/>
                  <a:pt x="657046" y="44617"/>
                </a:cubicBezTo>
                <a:cubicBezTo>
                  <a:pt x="655049" y="44617"/>
                  <a:pt x="653236" y="45273"/>
                  <a:pt x="651607" y="46587"/>
                </a:cubicBezTo>
                <a:cubicBezTo>
                  <a:pt x="649977" y="47900"/>
                  <a:pt x="648584" y="49451"/>
                  <a:pt x="647428" y="51239"/>
                </a:cubicBezTo>
                <a:cubicBezTo>
                  <a:pt x="646272" y="53026"/>
                  <a:pt x="645378" y="54865"/>
                  <a:pt x="644748" y="56758"/>
                </a:cubicBezTo>
                <a:cubicBezTo>
                  <a:pt x="644118" y="58648"/>
                  <a:pt x="643803" y="60119"/>
                  <a:pt x="643803" y="61169"/>
                </a:cubicBezTo>
                <a:lnTo>
                  <a:pt x="643803" y="90809"/>
                </a:lnTo>
                <a:close/>
                <a:moveTo>
                  <a:pt x="698871" y="69683"/>
                </a:moveTo>
                <a:cubicBezTo>
                  <a:pt x="698345" y="69683"/>
                  <a:pt x="698056" y="69867"/>
                  <a:pt x="698003" y="70236"/>
                </a:cubicBezTo>
                <a:cubicBezTo>
                  <a:pt x="697952" y="70603"/>
                  <a:pt x="697926" y="71050"/>
                  <a:pt x="697926" y="71576"/>
                </a:cubicBezTo>
                <a:cubicBezTo>
                  <a:pt x="697926" y="77042"/>
                  <a:pt x="698530" y="81666"/>
                  <a:pt x="699737" y="85449"/>
                </a:cubicBezTo>
                <a:cubicBezTo>
                  <a:pt x="700947" y="89232"/>
                  <a:pt x="702628" y="92307"/>
                  <a:pt x="704782" y="94672"/>
                </a:cubicBezTo>
                <a:cubicBezTo>
                  <a:pt x="706937" y="97036"/>
                  <a:pt x="709513" y="98744"/>
                  <a:pt x="712509" y="99796"/>
                </a:cubicBezTo>
                <a:cubicBezTo>
                  <a:pt x="715504" y="100847"/>
                  <a:pt x="718736" y="101372"/>
                  <a:pt x="722203" y="101372"/>
                </a:cubicBezTo>
                <a:cubicBezTo>
                  <a:pt x="725776" y="101372"/>
                  <a:pt x="729244" y="101083"/>
                  <a:pt x="732607" y="100506"/>
                </a:cubicBezTo>
                <a:cubicBezTo>
                  <a:pt x="735972" y="99927"/>
                  <a:pt x="738863" y="98639"/>
                  <a:pt x="741280" y="96642"/>
                </a:cubicBezTo>
                <a:cubicBezTo>
                  <a:pt x="741806" y="96222"/>
                  <a:pt x="742357" y="96065"/>
                  <a:pt x="742935" y="96171"/>
                </a:cubicBezTo>
                <a:cubicBezTo>
                  <a:pt x="743514" y="96275"/>
                  <a:pt x="743987" y="96537"/>
                  <a:pt x="744354" y="96958"/>
                </a:cubicBezTo>
                <a:cubicBezTo>
                  <a:pt x="744721" y="97378"/>
                  <a:pt x="744957" y="97851"/>
                  <a:pt x="745061" y="98377"/>
                </a:cubicBezTo>
                <a:cubicBezTo>
                  <a:pt x="745167" y="98903"/>
                  <a:pt x="745063" y="99376"/>
                  <a:pt x="744748" y="99796"/>
                </a:cubicBezTo>
                <a:cubicBezTo>
                  <a:pt x="741385" y="104210"/>
                  <a:pt x="737601" y="107257"/>
                  <a:pt x="733396" y="108940"/>
                </a:cubicBezTo>
                <a:cubicBezTo>
                  <a:pt x="729193" y="110620"/>
                  <a:pt x="723991" y="111461"/>
                  <a:pt x="717789" y="111461"/>
                </a:cubicBezTo>
                <a:cubicBezTo>
                  <a:pt x="711483" y="111461"/>
                  <a:pt x="706044" y="110515"/>
                  <a:pt x="701472" y="108625"/>
                </a:cubicBezTo>
                <a:cubicBezTo>
                  <a:pt x="696900" y="106732"/>
                  <a:pt x="693116" y="104078"/>
                  <a:pt x="690120" y="100662"/>
                </a:cubicBezTo>
                <a:cubicBezTo>
                  <a:pt x="687126" y="97246"/>
                  <a:pt x="684919" y="93253"/>
                  <a:pt x="683500" y="88682"/>
                </a:cubicBezTo>
                <a:cubicBezTo>
                  <a:pt x="682080" y="84110"/>
                  <a:pt x="681371" y="79143"/>
                  <a:pt x="681371" y="73782"/>
                </a:cubicBezTo>
                <a:cubicBezTo>
                  <a:pt x="681371" y="68632"/>
                  <a:pt x="682237" y="63746"/>
                  <a:pt x="683971" y="59122"/>
                </a:cubicBezTo>
                <a:cubicBezTo>
                  <a:pt x="685706" y="54497"/>
                  <a:pt x="688150" y="50503"/>
                  <a:pt x="691303" y="47140"/>
                </a:cubicBezTo>
                <a:cubicBezTo>
                  <a:pt x="694456" y="43777"/>
                  <a:pt x="698187" y="41097"/>
                  <a:pt x="702497" y="39101"/>
                </a:cubicBezTo>
                <a:cubicBezTo>
                  <a:pt x="706806" y="37102"/>
                  <a:pt x="711588" y="36103"/>
                  <a:pt x="716844" y="36103"/>
                </a:cubicBezTo>
                <a:cubicBezTo>
                  <a:pt x="721257" y="36103"/>
                  <a:pt x="725277" y="36866"/>
                  <a:pt x="728903" y="38391"/>
                </a:cubicBezTo>
                <a:cubicBezTo>
                  <a:pt x="732529" y="39914"/>
                  <a:pt x="735603" y="42016"/>
                  <a:pt x="738126" y="44696"/>
                </a:cubicBezTo>
                <a:cubicBezTo>
                  <a:pt x="740649" y="47376"/>
                  <a:pt x="742619" y="50582"/>
                  <a:pt x="744039" y="54314"/>
                </a:cubicBezTo>
                <a:cubicBezTo>
                  <a:pt x="745458" y="58044"/>
                  <a:pt x="746168" y="62064"/>
                  <a:pt x="746168" y="66373"/>
                </a:cubicBezTo>
                <a:cubicBezTo>
                  <a:pt x="746168" y="68580"/>
                  <a:pt x="745380" y="69683"/>
                  <a:pt x="743803" y="69683"/>
                </a:cubicBezTo>
                <a:lnTo>
                  <a:pt x="698871" y="69683"/>
                </a:lnTo>
                <a:moveTo>
                  <a:pt x="727722" y="64167"/>
                </a:moveTo>
                <a:cubicBezTo>
                  <a:pt x="729192" y="64167"/>
                  <a:pt x="730033" y="63642"/>
                  <a:pt x="730243" y="62591"/>
                </a:cubicBezTo>
                <a:cubicBezTo>
                  <a:pt x="730454" y="61539"/>
                  <a:pt x="730560" y="60277"/>
                  <a:pt x="730560" y="58805"/>
                </a:cubicBezTo>
                <a:cubicBezTo>
                  <a:pt x="730560" y="56598"/>
                  <a:pt x="730219" y="54470"/>
                  <a:pt x="729535" y="52420"/>
                </a:cubicBezTo>
                <a:cubicBezTo>
                  <a:pt x="728852" y="50371"/>
                  <a:pt x="727880" y="48558"/>
                  <a:pt x="726617" y="46981"/>
                </a:cubicBezTo>
                <a:cubicBezTo>
                  <a:pt x="725357" y="45405"/>
                  <a:pt x="723833" y="44143"/>
                  <a:pt x="722047" y="43197"/>
                </a:cubicBezTo>
                <a:cubicBezTo>
                  <a:pt x="720260" y="42251"/>
                  <a:pt x="718211" y="41778"/>
                  <a:pt x="715898" y="41778"/>
                </a:cubicBezTo>
                <a:cubicBezTo>
                  <a:pt x="713060" y="41778"/>
                  <a:pt x="710615" y="42278"/>
                  <a:pt x="708566" y="43277"/>
                </a:cubicBezTo>
                <a:cubicBezTo>
                  <a:pt x="706516" y="44276"/>
                  <a:pt x="704782" y="45590"/>
                  <a:pt x="703363" y="47219"/>
                </a:cubicBezTo>
                <a:cubicBezTo>
                  <a:pt x="701945" y="48847"/>
                  <a:pt x="700868" y="50765"/>
                  <a:pt x="700132" y="52974"/>
                </a:cubicBezTo>
                <a:cubicBezTo>
                  <a:pt x="699396" y="55180"/>
                  <a:pt x="698871" y="57492"/>
                  <a:pt x="698556" y="59909"/>
                </a:cubicBezTo>
                <a:cubicBezTo>
                  <a:pt x="698346" y="61171"/>
                  <a:pt x="698267" y="62197"/>
                  <a:pt x="698318" y="62986"/>
                </a:cubicBezTo>
                <a:cubicBezTo>
                  <a:pt x="698371" y="63773"/>
                  <a:pt x="698608" y="64167"/>
                  <a:pt x="699028" y="64167"/>
                </a:cubicBezTo>
                <a:lnTo>
                  <a:pt x="727722" y="64167"/>
                </a:lnTo>
                <a:close/>
                <a:moveTo>
                  <a:pt x="877378" y="77251"/>
                </a:moveTo>
                <a:cubicBezTo>
                  <a:pt x="877378" y="76095"/>
                  <a:pt x="877325" y="75385"/>
                  <a:pt x="877220" y="75122"/>
                </a:cubicBezTo>
                <a:cubicBezTo>
                  <a:pt x="877115" y="74859"/>
                  <a:pt x="876853" y="74727"/>
                  <a:pt x="876433" y="74727"/>
                </a:cubicBezTo>
                <a:cubicBezTo>
                  <a:pt x="867814" y="75464"/>
                  <a:pt x="861429" y="77277"/>
                  <a:pt x="857277" y="80169"/>
                </a:cubicBezTo>
                <a:cubicBezTo>
                  <a:pt x="853127" y="83059"/>
                  <a:pt x="851051" y="86763"/>
                  <a:pt x="851051" y="91283"/>
                </a:cubicBezTo>
                <a:cubicBezTo>
                  <a:pt x="851051" y="94436"/>
                  <a:pt x="851840" y="97090"/>
                  <a:pt x="853416" y="99245"/>
                </a:cubicBezTo>
                <a:cubicBezTo>
                  <a:pt x="854993" y="101399"/>
                  <a:pt x="857620" y="102476"/>
                  <a:pt x="861299" y="102476"/>
                </a:cubicBezTo>
                <a:cubicBezTo>
                  <a:pt x="863716" y="102476"/>
                  <a:pt x="866264" y="102003"/>
                  <a:pt x="868944" y="101057"/>
                </a:cubicBezTo>
                <a:cubicBezTo>
                  <a:pt x="871624" y="100110"/>
                  <a:pt x="874015" y="98744"/>
                  <a:pt x="876118" y="96958"/>
                </a:cubicBezTo>
                <a:cubicBezTo>
                  <a:pt x="876958" y="96117"/>
                  <a:pt x="877378" y="95276"/>
                  <a:pt x="877378" y="94434"/>
                </a:cubicBezTo>
                <a:lnTo>
                  <a:pt x="877378" y="77251"/>
                </a:lnTo>
                <a:moveTo>
                  <a:pt x="892199" y="92858"/>
                </a:moveTo>
                <a:cubicBezTo>
                  <a:pt x="892199" y="96537"/>
                  <a:pt x="892541" y="99113"/>
                  <a:pt x="893224" y="100585"/>
                </a:cubicBezTo>
                <a:cubicBezTo>
                  <a:pt x="893907" y="102056"/>
                  <a:pt x="895247" y="102791"/>
                  <a:pt x="897244" y="102791"/>
                </a:cubicBezTo>
                <a:cubicBezTo>
                  <a:pt x="898400" y="102791"/>
                  <a:pt x="899345" y="102660"/>
                  <a:pt x="900080" y="102397"/>
                </a:cubicBezTo>
                <a:cubicBezTo>
                  <a:pt x="900816" y="102134"/>
                  <a:pt x="901867" y="101582"/>
                  <a:pt x="903234" y="100742"/>
                </a:cubicBezTo>
                <a:cubicBezTo>
                  <a:pt x="903550" y="100531"/>
                  <a:pt x="903891" y="100531"/>
                  <a:pt x="904258" y="100742"/>
                </a:cubicBezTo>
                <a:cubicBezTo>
                  <a:pt x="904627" y="100952"/>
                  <a:pt x="904942" y="101241"/>
                  <a:pt x="905204" y="101610"/>
                </a:cubicBezTo>
                <a:cubicBezTo>
                  <a:pt x="905467" y="101977"/>
                  <a:pt x="905650" y="102397"/>
                  <a:pt x="905755" y="102870"/>
                </a:cubicBezTo>
                <a:cubicBezTo>
                  <a:pt x="905861" y="103344"/>
                  <a:pt x="905756" y="103737"/>
                  <a:pt x="905442" y="104052"/>
                </a:cubicBezTo>
                <a:cubicBezTo>
                  <a:pt x="901343" y="108991"/>
                  <a:pt x="896508" y="111461"/>
                  <a:pt x="890936" y="111461"/>
                </a:cubicBezTo>
                <a:cubicBezTo>
                  <a:pt x="887889" y="111461"/>
                  <a:pt x="885288" y="110647"/>
                  <a:pt x="883133" y="109019"/>
                </a:cubicBezTo>
                <a:cubicBezTo>
                  <a:pt x="880979" y="107390"/>
                  <a:pt x="879377" y="105471"/>
                  <a:pt x="878326" y="103263"/>
                </a:cubicBezTo>
                <a:cubicBezTo>
                  <a:pt x="878114" y="102738"/>
                  <a:pt x="877799" y="102686"/>
                  <a:pt x="877378" y="103106"/>
                </a:cubicBezTo>
                <a:cubicBezTo>
                  <a:pt x="874646" y="105523"/>
                  <a:pt x="871466" y="107520"/>
                  <a:pt x="867840" y="109096"/>
                </a:cubicBezTo>
                <a:cubicBezTo>
                  <a:pt x="864214" y="110673"/>
                  <a:pt x="859669" y="111461"/>
                  <a:pt x="854205" y="111461"/>
                </a:cubicBezTo>
                <a:cubicBezTo>
                  <a:pt x="848214" y="111461"/>
                  <a:pt x="843589" y="109859"/>
                  <a:pt x="840330" y="106654"/>
                </a:cubicBezTo>
                <a:cubicBezTo>
                  <a:pt x="837073" y="103449"/>
                  <a:pt x="835444" y="98903"/>
                  <a:pt x="835444" y="93017"/>
                </a:cubicBezTo>
                <a:cubicBezTo>
                  <a:pt x="835444" y="85449"/>
                  <a:pt x="838965" y="79642"/>
                  <a:pt x="846007" y="75596"/>
                </a:cubicBezTo>
                <a:cubicBezTo>
                  <a:pt x="853049" y="71550"/>
                  <a:pt x="863296" y="69527"/>
                  <a:pt x="876748" y="69527"/>
                </a:cubicBezTo>
                <a:cubicBezTo>
                  <a:pt x="876958" y="69527"/>
                  <a:pt x="877115" y="69264"/>
                  <a:pt x="877220" y="68737"/>
                </a:cubicBezTo>
                <a:cubicBezTo>
                  <a:pt x="877325" y="68211"/>
                  <a:pt x="877378" y="67003"/>
                  <a:pt x="877378" y="65112"/>
                </a:cubicBezTo>
                <a:lnTo>
                  <a:pt x="877378" y="60854"/>
                </a:lnTo>
                <a:cubicBezTo>
                  <a:pt x="877378" y="58227"/>
                  <a:pt x="877168" y="55758"/>
                  <a:pt x="876748" y="53445"/>
                </a:cubicBezTo>
                <a:cubicBezTo>
                  <a:pt x="876328" y="51133"/>
                  <a:pt x="875618" y="49109"/>
                  <a:pt x="874619" y="47376"/>
                </a:cubicBezTo>
                <a:cubicBezTo>
                  <a:pt x="873622" y="45642"/>
                  <a:pt x="872230" y="44276"/>
                  <a:pt x="870443" y="43277"/>
                </a:cubicBezTo>
                <a:cubicBezTo>
                  <a:pt x="868656" y="42278"/>
                  <a:pt x="866449" y="41778"/>
                  <a:pt x="863820" y="41778"/>
                </a:cubicBezTo>
                <a:cubicBezTo>
                  <a:pt x="859931" y="41778"/>
                  <a:pt x="856778" y="42541"/>
                  <a:pt x="854362" y="44066"/>
                </a:cubicBezTo>
                <a:cubicBezTo>
                  <a:pt x="851945" y="45589"/>
                  <a:pt x="850736" y="47559"/>
                  <a:pt x="850736" y="49976"/>
                </a:cubicBezTo>
                <a:cubicBezTo>
                  <a:pt x="850736" y="51133"/>
                  <a:pt x="851104" y="52262"/>
                  <a:pt x="851838" y="53366"/>
                </a:cubicBezTo>
                <a:cubicBezTo>
                  <a:pt x="852574" y="54469"/>
                  <a:pt x="852942" y="55599"/>
                  <a:pt x="852942" y="56755"/>
                </a:cubicBezTo>
                <a:cubicBezTo>
                  <a:pt x="852942" y="58227"/>
                  <a:pt x="852206" y="59647"/>
                  <a:pt x="850734" y="61013"/>
                </a:cubicBezTo>
                <a:cubicBezTo>
                  <a:pt x="849263" y="62379"/>
                  <a:pt x="847478" y="63063"/>
                  <a:pt x="845377" y="63063"/>
                </a:cubicBezTo>
                <a:cubicBezTo>
                  <a:pt x="842538" y="63063"/>
                  <a:pt x="840514" y="62301"/>
                  <a:pt x="839305" y="60777"/>
                </a:cubicBezTo>
                <a:cubicBezTo>
                  <a:pt x="838097" y="59252"/>
                  <a:pt x="837494" y="57386"/>
                  <a:pt x="837494" y="55180"/>
                </a:cubicBezTo>
                <a:cubicBezTo>
                  <a:pt x="837494" y="52553"/>
                  <a:pt x="838229" y="50056"/>
                  <a:pt x="839699" y="47691"/>
                </a:cubicBezTo>
                <a:cubicBezTo>
                  <a:pt x="841172" y="45325"/>
                  <a:pt x="843168" y="43302"/>
                  <a:pt x="845689" y="41622"/>
                </a:cubicBezTo>
                <a:cubicBezTo>
                  <a:pt x="848212" y="39939"/>
                  <a:pt x="851155" y="38599"/>
                  <a:pt x="854518" y="37602"/>
                </a:cubicBezTo>
                <a:cubicBezTo>
                  <a:pt x="857883" y="36603"/>
                  <a:pt x="861404" y="36103"/>
                  <a:pt x="865083" y="36103"/>
                </a:cubicBezTo>
                <a:cubicBezTo>
                  <a:pt x="873490" y="36103"/>
                  <a:pt x="880111" y="38048"/>
                  <a:pt x="884946" y="41937"/>
                </a:cubicBezTo>
                <a:cubicBezTo>
                  <a:pt x="889782" y="45826"/>
                  <a:pt x="892199" y="52290"/>
                  <a:pt x="892199" y="61328"/>
                </a:cubicBezTo>
                <a:lnTo>
                  <a:pt x="892199" y="92858"/>
                </a:lnTo>
                <a:close/>
                <a:moveTo>
                  <a:pt x="936720" y="90809"/>
                </a:moveTo>
                <a:cubicBezTo>
                  <a:pt x="936720" y="93437"/>
                  <a:pt x="936798" y="95645"/>
                  <a:pt x="936956" y="97431"/>
                </a:cubicBezTo>
                <a:cubicBezTo>
                  <a:pt x="937114" y="99218"/>
                  <a:pt x="937666" y="100689"/>
                  <a:pt x="938611" y="101846"/>
                </a:cubicBezTo>
                <a:cubicBezTo>
                  <a:pt x="939557" y="103002"/>
                  <a:pt x="941028" y="103895"/>
                  <a:pt x="943025" y="104526"/>
                </a:cubicBezTo>
                <a:cubicBezTo>
                  <a:pt x="945023" y="105156"/>
                  <a:pt x="947914" y="105629"/>
                  <a:pt x="951697" y="105945"/>
                </a:cubicBezTo>
                <a:cubicBezTo>
                  <a:pt x="952327" y="106049"/>
                  <a:pt x="952800" y="106338"/>
                  <a:pt x="953114" y="106811"/>
                </a:cubicBezTo>
                <a:cubicBezTo>
                  <a:pt x="953430" y="107284"/>
                  <a:pt x="953588" y="107836"/>
                  <a:pt x="953588" y="108466"/>
                </a:cubicBezTo>
                <a:cubicBezTo>
                  <a:pt x="953588" y="108992"/>
                  <a:pt x="953430" y="109491"/>
                  <a:pt x="953114" y="109965"/>
                </a:cubicBezTo>
                <a:cubicBezTo>
                  <a:pt x="952800" y="110438"/>
                  <a:pt x="952327" y="110674"/>
                  <a:pt x="951697" y="110674"/>
                </a:cubicBezTo>
                <a:cubicBezTo>
                  <a:pt x="947178" y="110674"/>
                  <a:pt x="943184" y="110490"/>
                  <a:pt x="939715" y="110121"/>
                </a:cubicBezTo>
                <a:cubicBezTo>
                  <a:pt x="936246" y="109754"/>
                  <a:pt x="932935" y="109570"/>
                  <a:pt x="929782" y="109570"/>
                </a:cubicBezTo>
                <a:cubicBezTo>
                  <a:pt x="926419" y="109570"/>
                  <a:pt x="923082" y="109754"/>
                  <a:pt x="919770" y="110121"/>
                </a:cubicBezTo>
                <a:cubicBezTo>
                  <a:pt x="916460" y="110490"/>
                  <a:pt x="913123" y="110674"/>
                  <a:pt x="909760" y="110674"/>
                </a:cubicBezTo>
                <a:cubicBezTo>
                  <a:pt x="909236" y="110674"/>
                  <a:pt x="908816" y="110438"/>
                  <a:pt x="908500" y="109965"/>
                </a:cubicBezTo>
                <a:cubicBezTo>
                  <a:pt x="908184" y="109491"/>
                  <a:pt x="908026" y="108992"/>
                  <a:pt x="908026" y="108466"/>
                </a:cubicBezTo>
                <a:cubicBezTo>
                  <a:pt x="908026" y="107836"/>
                  <a:pt x="908184" y="107284"/>
                  <a:pt x="908500" y="106811"/>
                </a:cubicBezTo>
                <a:cubicBezTo>
                  <a:pt x="908816" y="106338"/>
                  <a:pt x="909289" y="106049"/>
                  <a:pt x="909919" y="105945"/>
                </a:cubicBezTo>
                <a:cubicBezTo>
                  <a:pt x="912862" y="105629"/>
                  <a:pt x="915147" y="105156"/>
                  <a:pt x="916775" y="104526"/>
                </a:cubicBezTo>
                <a:cubicBezTo>
                  <a:pt x="918404" y="103895"/>
                  <a:pt x="919587" y="103028"/>
                  <a:pt x="920323" y="101925"/>
                </a:cubicBezTo>
                <a:cubicBezTo>
                  <a:pt x="921059" y="100820"/>
                  <a:pt x="921506" y="99454"/>
                  <a:pt x="921663" y="97826"/>
                </a:cubicBezTo>
                <a:cubicBezTo>
                  <a:pt x="921822" y="96197"/>
                  <a:pt x="921901" y="94173"/>
                  <a:pt x="921901" y="91754"/>
                </a:cubicBezTo>
                <a:lnTo>
                  <a:pt x="921901" y="68737"/>
                </a:lnTo>
                <a:cubicBezTo>
                  <a:pt x="921901" y="63588"/>
                  <a:pt x="921796" y="59515"/>
                  <a:pt x="921584" y="56519"/>
                </a:cubicBezTo>
                <a:cubicBezTo>
                  <a:pt x="921374" y="53524"/>
                  <a:pt x="920874" y="51212"/>
                  <a:pt x="920085" y="49584"/>
                </a:cubicBezTo>
                <a:cubicBezTo>
                  <a:pt x="919298" y="47955"/>
                  <a:pt x="918063" y="46877"/>
                  <a:pt x="916381" y="46351"/>
                </a:cubicBezTo>
                <a:cubicBezTo>
                  <a:pt x="914700" y="45825"/>
                  <a:pt x="912388" y="45457"/>
                  <a:pt x="909445" y="45247"/>
                </a:cubicBezTo>
                <a:cubicBezTo>
                  <a:pt x="908921" y="45247"/>
                  <a:pt x="908527" y="44985"/>
                  <a:pt x="908264" y="44460"/>
                </a:cubicBezTo>
                <a:cubicBezTo>
                  <a:pt x="908001" y="43934"/>
                  <a:pt x="907870" y="43408"/>
                  <a:pt x="907870" y="42882"/>
                </a:cubicBezTo>
                <a:cubicBezTo>
                  <a:pt x="907870" y="42358"/>
                  <a:pt x="908001" y="41832"/>
                  <a:pt x="908264" y="41306"/>
                </a:cubicBezTo>
                <a:cubicBezTo>
                  <a:pt x="908527" y="40780"/>
                  <a:pt x="908974" y="40517"/>
                  <a:pt x="909604" y="40517"/>
                </a:cubicBezTo>
                <a:cubicBezTo>
                  <a:pt x="911706" y="40307"/>
                  <a:pt x="914623" y="40071"/>
                  <a:pt x="918353" y="39808"/>
                </a:cubicBezTo>
                <a:cubicBezTo>
                  <a:pt x="922085" y="39545"/>
                  <a:pt x="925895" y="38888"/>
                  <a:pt x="929782" y="37838"/>
                </a:cubicBezTo>
                <a:cubicBezTo>
                  <a:pt x="931254" y="37417"/>
                  <a:pt x="932464" y="37365"/>
                  <a:pt x="933410" y="37681"/>
                </a:cubicBezTo>
                <a:cubicBezTo>
                  <a:pt x="934356" y="37996"/>
                  <a:pt x="934776" y="38889"/>
                  <a:pt x="934670" y="40361"/>
                </a:cubicBezTo>
                <a:lnTo>
                  <a:pt x="934355" y="50450"/>
                </a:lnTo>
                <a:cubicBezTo>
                  <a:pt x="934355" y="50660"/>
                  <a:pt x="934407" y="50792"/>
                  <a:pt x="934511" y="50845"/>
                </a:cubicBezTo>
                <a:cubicBezTo>
                  <a:pt x="934617" y="50898"/>
                  <a:pt x="934775" y="50818"/>
                  <a:pt x="934985" y="50607"/>
                </a:cubicBezTo>
                <a:cubicBezTo>
                  <a:pt x="937192" y="46193"/>
                  <a:pt x="939898" y="42673"/>
                  <a:pt x="943104" y="40046"/>
                </a:cubicBezTo>
                <a:cubicBezTo>
                  <a:pt x="946310" y="37417"/>
                  <a:pt x="950593" y="36103"/>
                  <a:pt x="955953" y="36103"/>
                </a:cubicBezTo>
                <a:cubicBezTo>
                  <a:pt x="960368" y="36103"/>
                  <a:pt x="963626" y="37233"/>
                  <a:pt x="965726" y="39493"/>
                </a:cubicBezTo>
                <a:cubicBezTo>
                  <a:pt x="967829" y="41752"/>
                  <a:pt x="968880" y="44512"/>
                  <a:pt x="968880" y="47770"/>
                </a:cubicBezTo>
                <a:cubicBezTo>
                  <a:pt x="968880" y="49557"/>
                  <a:pt x="968197" y="51186"/>
                  <a:pt x="966831" y="52658"/>
                </a:cubicBezTo>
                <a:cubicBezTo>
                  <a:pt x="965464" y="54129"/>
                  <a:pt x="963521" y="54864"/>
                  <a:pt x="960999" y="54864"/>
                </a:cubicBezTo>
                <a:cubicBezTo>
                  <a:pt x="958581" y="54864"/>
                  <a:pt x="956899" y="54286"/>
                  <a:pt x="955953" y="53130"/>
                </a:cubicBezTo>
                <a:cubicBezTo>
                  <a:pt x="955008" y="51974"/>
                  <a:pt x="954536" y="50712"/>
                  <a:pt x="954536" y="49346"/>
                </a:cubicBezTo>
                <a:cubicBezTo>
                  <a:pt x="954536" y="47875"/>
                  <a:pt x="954246" y="46720"/>
                  <a:pt x="953667" y="45880"/>
                </a:cubicBezTo>
                <a:cubicBezTo>
                  <a:pt x="953090" y="45038"/>
                  <a:pt x="951855" y="44617"/>
                  <a:pt x="949963" y="44617"/>
                </a:cubicBezTo>
                <a:cubicBezTo>
                  <a:pt x="947966" y="44617"/>
                  <a:pt x="946153" y="45273"/>
                  <a:pt x="944524" y="46587"/>
                </a:cubicBezTo>
                <a:cubicBezTo>
                  <a:pt x="942894" y="47900"/>
                  <a:pt x="941501" y="49451"/>
                  <a:pt x="940345" y="51239"/>
                </a:cubicBezTo>
                <a:cubicBezTo>
                  <a:pt x="939189" y="53026"/>
                  <a:pt x="938295" y="54865"/>
                  <a:pt x="937665" y="56758"/>
                </a:cubicBezTo>
                <a:cubicBezTo>
                  <a:pt x="937035" y="58648"/>
                  <a:pt x="936720" y="60119"/>
                  <a:pt x="936720" y="61169"/>
                </a:cubicBezTo>
                <a:lnTo>
                  <a:pt x="936720" y="90809"/>
                </a:lnTo>
                <a:close/>
                <a:moveTo>
                  <a:pt x="991804" y="69683"/>
                </a:moveTo>
                <a:cubicBezTo>
                  <a:pt x="991278" y="69683"/>
                  <a:pt x="990989" y="69867"/>
                  <a:pt x="990936" y="70236"/>
                </a:cubicBezTo>
                <a:cubicBezTo>
                  <a:pt x="990884" y="70603"/>
                  <a:pt x="990859" y="71050"/>
                  <a:pt x="990859" y="71576"/>
                </a:cubicBezTo>
                <a:cubicBezTo>
                  <a:pt x="990859" y="77042"/>
                  <a:pt x="991463" y="81666"/>
                  <a:pt x="992670" y="85449"/>
                </a:cubicBezTo>
                <a:cubicBezTo>
                  <a:pt x="993879" y="89232"/>
                  <a:pt x="995561" y="92307"/>
                  <a:pt x="997715" y="94672"/>
                </a:cubicBezTo>
                <a:cubicBezTo>
                  <a:pt x="999870" y="97036"/>
                  <a:pt x="1002446" y="98744"/>
                  <a:pt x="1005441" y="99796"/>
                </a:cubicBezTo>
                <a:cubicBezTo>
                  <a:pt x="1008437" y="100847"/>
                  <a:pt x="1011669" y="101372"/>
                  <a:pt x="1015136" y="101372"/>
                </a:cubicBezTo>
                <a:cubicBezTo>
                  <a:pt x="1018709" y="101372"/>
                  <a:pt x="1022177" y="101083"/>
                  <a:pt x="1025540" y="100506"/>
                </a:cubicBezTo>
                <a:cubicBezTo>
                  <a:pt x="1028905" y="99927"/>
                  <a:pt x="1031796" y="98639"/>
                  <a:pt x="1034212" y="96642"/>
                </a:cubicBezTo>
                <a:cubicBezTo>
                  <a:pt x="1034738" y="96222"/>
                  <a:pt x="1035290" y="96065"/>
                  <a:pt x="1035867" y="96171"/>
                </a:cubicBezTo>
                <a:cubicBezTo>
                  <a:pt x="1036446" y="96275"/>
                  <a:pt x="1036919" y="96537"/>
                  <a:pt x="1037287" y="96958"/>
                </a:cubicBezTo>
                <a:cubicBezTo>
                  <a:pt x="1037654" y="97378"/>
                  <a:pt x="1037890" y="97851"/>
                  <a:pt x="1037994" y="98377"/>
                </a:cubicBezTo>
                <a:cubicBezTo>
                  <a:pt x="1038100" y="98903"/>
                  <a:pt x="1037996" y="99376"/>
                  <a:pt x="1037681" y="99796"/>
                </a:cubicBezTo>
                <a:cubicBezTo>
                  <a:pt x="1034318" y="104210"/>
                  <a:pt x="1030534" y="107257"/>
                  <a:pt x="1026329" y="108940"/>
                </a:cubicBezTo>
                <a:cubicBezTo>
                  <a:pt x="1022126" y="110620"/>
                  <a:pt x="1016923" y="111461"/>
                  <a:pt x="1010722" y="111461"/>
                </a:cubicBezTo>
                <a:cubicBezTo>
                  <a:pt x="1004416" y="111461"/>
                  <a:pt x="998977" y="110515"/>
                  <a:pt x="994405" y="108625"/>
                </a:cubicBezTo>
                <a:cubicBezTo>
                  <a:pt x="989832" y="106732"/>
                  <a:pt x="986048" y="104078"/>
                  <a:pt x="983053" y="100662"/>
                </a:cubicBezTo>
                <a:cubicBezTo>
                  <a:pt x="980058" y="97246"/>
                  <a:pt x="977852" y="93253"/>
                  <a:pt x="976432" y="88682"/>
                </a:cubicBezTo>
                <a:cubicBezTo>
                  <a:pt x="975013" y="84110"/>
                  <a:pt x="974303" y="79143"/>
                  <a:pt x="974303" y="73782"/>
                </a:cubicBezTo>
                <a:cubicBezTo>
                  <a:pt x="974303" y="68632"/>
                  <a:pt x="975170" y="63746"/>
                  <a:pt x="976904" y="59122"/>
                </a:cubicBezTo>
                <a:cubicBezTo>
                  <a:pt x="978639" y="54497"/>
                  <a:pt x="981083" y="50503"/>
                  <a:pt x="984236" y="47140"/>
                </a:cubicBezTo>
                <a:cubicBezTo>
                  <a:pt x="987389" y="43777"/>
                  <a:pt x="991120" y="41097"/>
                  <a:pt x="995429" y="39101"/>
                </a:cubicBezTo>
                <a:cubicBezTo>
                  <a:pt x="999739" y="37102"/>
                  <a:pt x="1004521" y="36103"/>
                  <a:pt x="1009776" y="36103"/>
                </a:cubicBezTo>
                <a:cubicBezTo>
                  <a:pt x="1014190" y="36103"/>
                  <a:pt x="1018210" y="36866"/>
                  <a:pt x="1021836" y="38391"/>
                </a:cubicBezTo>
                <a:cubicBezTo>
                  <a:pt x="1025462" y="39914"/>
                  <a:pt x="1028536" y="42016"/>
                  <a:pt x="1031059" y="44696"/>
                </a:cubicBezTo>
                <a:cubicBezTo>
                  <a:pt x="1033581" y="47376"/>
                  <a:pt x="1035552" y="50582"/>
                  <a:pt x="1036972" y="54314"/>
                </a:cubicBezTo>
                <a:cubicBezTo>
                  <a:pt x="1038391" y="58044"/>
                  <a:pt x="1039101" y="62064"/>
                  <a:pt x="1039101" y="66373"/>
                </a:cubicBezTo>
                <a:cubicBezTo>
                  <a:pt x="1039101" y="68580"/>
                  <a:pt x="1038312" y="69683"/>
                  <a:pt x="1036736" y="69683"/>
                </a:cubicBezTo>
                <a:lnTo>
                  <a:pt x="991804" y="69683"/>
                </a:lnTo>
                <a:moveTo>
                  <a:pt x="1020654" y="64167"/>
                </a:moveTo>
                <a:cubicBezTo>
                  <a:pt x="1022125" y="64167"/>
                  <a:pt x="1022965" y="63642"/>
                  <a:pt x="1023175" y="62591"/>
                </a:cubicBezTo>
                <a:cubicBezTo>
                  <a:pt x="1023387" y="61539"/>
                  <a:pt x="1023493" y="60277"/>
                  <a:pt x="1023493" y="58805"/>
                </a:cubicBezTo>
                <a:cubicBezTo>
                  <a:pt x="1023493" y="56598"/>
                  <a:pt x="1023151" y="54470"/>
                  <a:pt x="1022468" y="52420"/>
                </a:cubicBezTo>
                <a:cubicBezTo>
                  <a:pt x="1021785" y="50371"/>
                  <a:pt x="1020812" y="48558"/>
                  <a:pt x="1019550" y="46981"/>
                </a:cubicBezTo>
                <a:cubicBezTo>
                  <a:pt x="1018290" y="45405"/>
                  <a:pt x="1016766" y="44143"/>
                  <a:pt x="1014980" y="43197"/>
                </a:cubicBezTo>
                <a:cubicBezTo>
                  <a:pt x="1013193" y="42251"/>
                  <a:pt x="1011144" y="41778"/>
                  <a:pt x="1008831" y="41778"/>
                </a:cubicBezTo>
                <a:cubicBezTo>
                  <a:pt x="1005992" y="41778"/>
                  <a:pt x="1003548" y="42278"/>
                  <a:pt x="1001499" y="43277"/>
                </a:cubicBezTo>
                <a:cubicBezTo>
                  <a:pt x="999449" y="44276"/>
                  <a:pt x="997715" y="45590"/>
                  <a:pt x="996295" y="47219"/>
                </a:cubicBezTo>
                <a:cubicBezTo>
                  <a:pt x="994878" y="48847"/>
                  <a:pt x="993801" y="50765"/>
                  <a:pt x="993065" y="52974"/>
                </a:cubicBezTo>
                <a:cubicBezTo>
                  <a:pt x="992329" y="55180"/>
                  <a:pt x="991803" y="57492"/>
                  <a:pt x="991489" y="59909"/>
                </a:cubicBezTo>
                <a:cubicBezTo>
                  <a:pt x="991279" y="61171"/>
                  <a:pt x="991200" y="62197"/>
                  <a:pt x="991251" y="62986"/>
                </a:cubicBezTo>
                <a:cubicBezTo>
                  <a:pt x="991304" y="63773"/>
                  <a:pt x="991540" y="64167"/>
                  <a:pt x="991960" y="64167"/>
                </a:cubicBezTo>
                <a:lnTo>
                  <a:pt x="1020654" y="64167"/>
                </a:lnTo>
                <a:close/>
                <a:moveTo>
                  <a:pt x="1152862" y="92702"/>
                </a:moveTo>
                <a:cubicBezTo>
                  <a:pt x="1152862" y="93542"/>
                  <a:pt x="1153230" y="94672"/>
                  <a:pt x="1153964" y="96092"/>
                </a:cubicBezTo>
                <a:cubicBezTo>
                  <a:pt x="1154700" y="97509"/>
                  <a:pt x="1155778" y="98876"/>
                  <a:pt x="1157197" y="100191"/>
                </a:cubicBezTo>
                <a:cubicBezTo>
                  <a:pt x="1158617" y="101504"/>
                  <a:pt x="1160351" y="102660"/>
                  <a:pt x="1162401" y="103660"/>
                </a:cubicBezTo>
                <a:cubicBezTo>
                  <a:pt x="1164450" y="104657"/>
                  <a:pt x="1166788" y="105156"/>
                  <a:pt x="1169415" y="105156"/>
                </a:cubicBezTo>
                <a:cubicBezTo>
                  <a:pt x="1172674" y="105156"/>
                  <a:pt x="1175433" y="104315"/>
                  <a:pt x="1177693" y="102635"/>
                </a:cubicBezTo>
                <a:cubicBezTo>
                  <a:pt x="1179953" y="100952"/>
                  <a:pt x="1181791" y="98640"/>
                  <a:pt x="1183209" y="95697"/>
                </a:cubicBezTo>
                <a:cubicBezTo>
                  <a:pt x="1184628" y="92754"/>
                  <a:pt x="1185653" y="89338"/>
                  <a:pt x="1186283" y="85449"/>
                </a:cubicBezTo>
                <a:cubicBezTo>
                  <a:pt x="1186915" y="81560"/>
                  <a:pt x="1187231" y="77461"/>
                  <a:pt x="1187231" y="73152"/>
                </a:cubicBezTo>
                <a:cubicBezTo>
                  <a:pt x="1187231" y="64219"/>
                  <a:pt x="1186022" y="57519"/>
                  <a:pt x="1183603" y="53053"/>
                </a:cubicBezTo>
                <a:cubicBezTo>
                  <a:pt x="1181187" y="48585"/>
                  <a:pt x="1177140" y="46351"/>
                  <a:pt x="1171465" y="46351"/>
                </a:cubicBezTo>
                <a:cubicBezTo>
                  <a:pt x="1168732" y="46351"/>
                  <a:pt x="1166236" y="46798"/>
                  <a:pt x="1163976" y="47691"/>
                </a:cubicBezTo>
                <a:cubicBezTo>
                  <a:pt x="1161717" y="48584"/>
                  <a:pt x="1159772" y="49740"/>
                  <a:pt x="1158143" y="51160"/>
                </a:cubicBezTo>
                <a:cubicBezTo>
                  <a:pt x="1156513" y="52579"/>
                  <a:pt x="1155225" y="54261"/>
                  <a:pt x="1154279" y="56204"/>
                </a:cubicBezTo>
                <a:cubicBezTo>
                  <a:pt x="1153335" y="58148"/>
                  <a:pt x="1152862" y="60119"/>
                  <a:pt x="1152862" y="62117"/>
                </a:cubicBezTo>
                <a:lnTo>
                  <a:pt x="1152862" y="92702"/>
                </a:lnTo>
                <a:moveTo>
                  <a:pt x="1138042" y="71891"/>
                </a:moveTo>
                <a:cubicBezTo>
                  <a:pt x="1138042" y="66742"/>
                  <a:pt x="1137963" y="62459"/>
                  <a:pt x="1137806" y="59043"/>
                </a:cubicBezTo>
                <a:cubicBezTo>
                  <a:pt x="1137649" y="55627"/>
                  <a:pt x="1137228" y="52921"/>
                  <a:pt x="1136545" y="50924"/>
                </a:cubicBezTo>
                <a:cubicBezTo>
                  <a:pt x="1135862" y="48926"/>
                  <a:pt x="1134758" y="47480"/>
                  <a:pt x="1133233" y="46587"/>
                </a:cubicBezTo>
                <a:cubicBezTo>
                  <a:pt x="1131709" y="45693"/>
                  <a:pt x="1129581" y="45195"/>
                  <a:pt x="1126848" y="45090"/>
                </a:cubicBezTo>
                <a:cubicBezTo>
                  <a:pt x="1126324" y="45090"/>
                  <a:pt x="1125930" y="44827"/>
                  <a:pt x="1125667" y="44301"/>
                </a:cubicBezTo>
                <a:cubicBezTo>
                  <a:pt x="1125404" y="43775"/>
                  <a:pt x="1125273" y="43250"/>
                  <a:pt x="1125273" y="42726"/>
                </a:cubicBezTo>
                <a:cubicBezTo>
                  <a:pt x="1125273" y="42200"/>
                  <a:pt x="1125378" y="41675"/>
                  <a:pt x="1125588" y="41150"/>
                </a:cubicBezTo>
                <a:cubicBezTo>
                  <a:pt x="1125798" y="40624"/>
                  <a:pt x="1126113" y="40361"/>
                  <a:pt x="1126533" y="40361"/>
                </a:cubicBezTo>
                <a:cubicBezTo>
                  <a:pt x="1128846" y="40151"/>
                  <a:pt x="1131894" y="39809"/>
                  <a:pt x="1135677" y="39336"/>
                </a:cubicBezTo>
                <a:cubicBezTo>
                  <a:pt x="1139462" y="38863"/>
                  <a:pt x="1143141" y="38206"/>
                  <a:pt x="1146714" y="37364"/>
                </a:cubicBezTo>
                <a:cubicBezTo>
                  <a:pt x="1148184" y="37049"/>
                  <a:pt x="1149313" y="37050"/>
                  <a:pt x="1150101" y="37366"/>
                </a:cubicBezTo>
                <a:cubicBezTo>
                  <a:pt x="1150890" y="37680"/>
                  <a:pt x="1151390" y="38574"/>
                  <a:pt x="1151602" y="40046"/>
                </a:cubicBezTo>
                <a:lnTo>
                  <a:pt x="1152232" y="48401"/>
                </a:lnTo>
                <a:cubicBezTo>
                  <a:pt x="1152232" y="48717"/>
                  <a:pt x="1152389" y="48769"/>
                  <a:pt x="1152704" y="48557"/>
                </a:cubicBezTo>
                <a:cubicBezTo>
                  <a:pt x="1154700" y="45194"/>
                  <a:pt x="1157617" y="42278"/>
                  <a:pt x="1161453" y="39808"/>
                </a:cubicBezTo>
                <a:cubicBezTo>
                  <a:pt x="1165291" y="37338"/>
                  <a:pt x="1169889" y="36103"/>
                  <a:pt x="1175249" y="36103"/>
                </a:cubicBezTo>
                <a:cubicBezTo>
                  <a:pt x="1179978" y="36103"/>
                  <a:pt x="1184130" y="37076"/>
                  <a:pt x="1187703" y="39021"/>
                </a:cubicBezTo>
                <a:cubicBezTo>
                  <a:pt x="1191277" y="40965"/>
                  <a:pt x="1194247" y="43593"/>
                  <a:pt x="1196611" y="46904"/>
                </a:cubicBezTo>
                <a:cubicBezTo>
                  <a:pt x="1198976" y="50214"/>
                  <a:pt x="1200763" y="54024"/>
                  <a:pt x="1201970" y="58333"/>
                </a:cubicBezTo>
                <a:cubicBezTo>
                  <a:pt x="1203179" y="62643"/>
                  <a:pt x="1203784" y="67109"/>
                  <a:pt x="1203784" y="71732"/>
                </a:cubicBezTo>
                <a:cubicBezTo>
                  <a:pt x="1203784" y="77408"/>
                  <a:pt x="1202996" y="82663"/>
                  <a:pt x="1201419" y="87499"/>
                </a:cubicBezTo>
                <a:cubicBezTo>
                  <a:pt x="1199843" y="92334"/>
                  <a:pt x="1197583" y="96538"/>
                  <a:pt x="1194640" y="100111"/>
                </a:cubicBezTo>
                <a:cubicBezTo>
                  <a:pt x="1191698" y="103684"/>
                  <a:pt x="1188177" y="106469"/>
                  <a:pt x="1184077" y="108466"/>
                </a:cubicBezTo>
                <a:cubicBezTo>
                  <a:pt x="1179978" y="110463"/>
                  <a:pt x="1175354" y="111461"/>
                  <a:pt x="1170204" y="111461"/>
                </a:cubicBezTo>
                <a:cubicBezTo>
                  <a:pt x="1166946" y="111461"/>
                  <a:pt x="1164055" y="111224"/>
                  <a:pt x="1161532" y="110751"/>
                </a:cubicBezTo>
                <a:cubicBezTo>
                  <a:pt x="1159009" y="110280"/>
                  <a:pt x="1156488" y="109623"/>
                  <a:pt x="1153967" y="108781"/>
                </a:cubicBezTo>
                <a:cubicBezTo>
                  <a:pt x="1153441" y="108571"/>
                  <a:pt x="1153125" y="108571"/>
                  <a:pt x="1153019" y="108781"/>
                </a:cubicBezTo>
                <a:cubicBezTo>
                  <a:pt x="1152915" y="108991"/>
                  <a:pt x="1152862" y="109517"/>
                  <a:pt x="1152862" y="110359"/>
                </a:cubicBezTo>
                <a:lnTo>
                  <a:pt x="1152862" y="134480"/>
                </a:lnTo>
                <a:cubicBezTo>
                  <a:pt x="1152862" y="137107"/>
                  <a:pt x="1152941" y="139314"/>
                  <a:pt x="1153098" y="141100"/>
                </a:cubicBezTo>
                <a:cubicBezTo>
                  <a:pt x="1153255" y="142887"/>
                  <a:pt x="1153754" y="144358"/>
                  <a:pt x="1154594" y="145514"/>
                </a:cubicBezTo>
                <a:cubicBezTo>
                  <a:pt x="1155436" y="146671"/>
                  <a:pt x="1156751" y="147564"/>
                  <a:pt x="1158537" y="148194"/>
                </a:cubicBezTo>
                <a:cubicBezTo>
                  <a:pt x="1160324" y="148825"/>
                  <a:pt x="1162899" y="149298"/>
                  <a:pt x="1166262" y="149614"/>
                </a:cubicBezTo>
                <a:cubicBezTo>
                  <a:pt x="1166893" y="149719"/>
                  <a:pt x="1167340" y="150008"/>
                  <a:pt x="1167601" y="150480"/>
                </a:cubicBezTo>
                <a:cubicBezTo>
                  <a:pt x="1167864" y="150953"/>
                  <a:pt x="1167996" y="151452"/>
                  <a:pt x="1167996" y="151978"/>
                </a:cubicBezTo>
                <a:cubicBezTo>
                  <a:pt x="1167996" y="152609"/>
                  <a:pt x="1167838" y="153160"/>
                  <a:pt x="1167522" y="153633"/>
                </a:cubicBezTo>
                <a:cubicBezTo>
                  <a:pt x="1167208" y="154106"/>
                  <a:pt x="1166788" y="154343"/>
                  <a:pt x="1166262" y="154343"/>
                </a:cubicBezTo>
                <a:cubicBezTo>
                  <a:pt x="1161532" y="154343"/>
                  <a:pt x="1157670" y="154159"/>
                  <a:pt x="1154674" y="153790"/>
                </a:cubicBezTo>
                <a:cubicBezTo>
                  <a:pt x="1151680" y="153422"/>
                  <a:pt x="1148658" y="153239"/>
                  <a:pt x="1145610" y="153239"/>
                </a:cubicBezTo>
                <a:cubicBezTo>
                  <a:pt x="1142457" y="153239"/>
                  <a:pt x="1139251" y="153422"/>
                  <a:pt x="1135992" y="153790"/>
                </a:cubicBezTo>
                <a:cubicBezTo>
                  <a:pt x="1132735" y="154159"/>
                  <a:pt x="1129425" y="154343"/>
                  <a:pt x="1126062" y="154343"/>
                </a:cubicBezTo>
                <a:cubicBezTo>
                  <a:pt x="1125536" y="154343"/>
                  <a:pt x="1125115" y="154106"/>
                  <a:pt x="1124799" y="153633"/>
                </a:cubicBezTo>
                <a:cubicBezTo>
                  <a:pt x="1124484" y="153160"/>
                  <a:pt x="1124327" y="152609"/>
                  <a:pt x="1124327" y="151978"/>
                </a:cubicBezTo>
                <a:cubicBezTo>
                  <a:pt x="1124327" y="151452"/>
                  <a:pt x="1124484" y="150953"/>
                  <a:pt x="1124799" y="150480"/>
                </a:cubicBezTo>
                <a:cubicBezTo>
                  <a:pt x="1125115" y="150008"/>
                  <a:pt x="1125588" y="149719"/>
                  <a:pt x="1126218" y="149614"/>
                </a:cubicBezTo>
                <a:cubicBezTo>
                  <a:pt x="1129161" y="149298"/>
                  <a:pt x="1131447" y="148825"/>
                  <a:pt x="1133076" y="148194"/>
                </a:cubicBezTo>
                <a:cubicBezTo>
                  <a:pt x="1134706" y="147564"/>
                  <a:pt x="1135888" y="146697"/>
                  <a:pt x="1136622" y="145594"/>
                </a:cubicBezTo>
                <a:cubicBezTo>
                  <a:pt x="1137358" y="144490"/>
                  <a:pt x="1137779" y="143124"/>
                  <a:pt x="1137883" y="141495"/>
                </a:cubicBezTo>
                <a:cubicBezTo>
                  <a:pt x="1137989" y="139865"/>
                  <a:pt x="1138042" y="137842"/>
                  <a:pt x="1138042" y="135425"/>
                </a:cubicBezTo>
                <a:lnTo>
                  <a:pt x="1138042" y="71891"/>
                </a:lnTo>
                <a:close/>
                <a:moveTo>
                  <a:pt x="1288602" y="71732"/>
                </a:moveTo>
                <a:cubicBezTo>
                  <a:pt x="1288602" y="78144"/>
                  <a:pt x="1287708" y="83820"/>
                  <a:pt x="1285922" y="88759"/>
                </a:cubicBezTo>
                <a:cubicBezTo>
                  <a:pt x="1284135" y="93699"/>
                  <a:pt x="1281586" y="97851"/>
                  <a:pt x="1278275" y="101215"/>
                </a:cubicBezTo>
                <a:cubicBezTo>
                  <a:pt x="1274964" y="104578"/>
                  <a:pt x="1270997" y="107127"/>
                  <a:pt x="1266372" y="108860"/>
                </a:cubicBezTo>
                <a:cubicBezTo>
                  <a:pt x="1261748" y="110594"/>
                  <a:pt x="1256599" y="111461"/>
                  <a:pt x="1250923" y="111461"/>
                </a:cubicBezTo>
                <a:cubicBezTo>
                  <a:pt x="1245983" y="111461"/>
                  <a:pt x="1241411" y="110647"/>
                  <a:pt x="1237206" y="109019"/>
                </a:cubicBezTo>
                <a:cubicBezTo>
                  <a:pt x="1233003" y="107390"/>
                  <a:pt x="1229377" y="104972"/>
                  <a:pt x="1226328" y="101766"/>
                </a:cubicBezTo>
                <a:cubicBezTo>
                  <a:pt x="1223281" y="98560"/>
                  <a:pt x="1220863" y="94514"/>
                  <a:pt x="1219075" y="89628"/>
                </a:cubicBezTo>
                <a:cubicBezTo>
                  <a:pt x="1217289" y="84739"/>
                  <a:pt x="1216395" y="78985"/>
                  <a:pt x="1216395" y="72363"/>
                </a:cubicBezTo>
                <a:cubicBezTo>
                  <a:pt x="1216395" y="67003"/>
                  <a:pt x="1217289" y="62090"/>
                  <a:pt x="1219075" y="57624"/>
                </a:cubicBezTo>
                <a:cubicBezTo>
                  <a:pt x="1220863" y="53157"/>
                  <a:pt x="1223360" y="49348"/>
                  <a:pt x="1226564" y="46195"/>
                </a:cubicBezTo>
                <a:cubicBezTo>
                  <a:pt x="1229770" y="43040"/>
                  <a:pt x="1233632" y="40570"/>
                  <a:pt x="1238152" y="38783"/>
                </a:cubicBezTo>
                <a:cubicBezTo>
                  <a:pt x="1242671" y="36996"/>
                  <a:pt x="1247611" y="36103"/>
                  <a:pt x="1252972" y="36103"/>
                </a:cubicBezTo>
                <a:cubicBezTo>
                  <a:pt x="1258122" y="36103"/>
                  <a:pt x="1262877" y="36891"/>
                  <a:pt x="1267238" y="38468"/>
                </a:cubicBezTo>
                <a:cubicBezTo>
                  <a:pt x="1271600" y="40044"/>
                  <a:pt x="1275357" y="42330"/>
                  <a:pt x="1278510" y="45326"/>
                </a:cubicBezTo>
                <a:cubicBezTo>
                  <a:pt x="1281665" y="48322"/>
                  <a:pt x="1284135" y="52027"/>
                  <a:pt x="1285922" y="56442"/>
                </a:cubicBezTo>
                <a:cubicBezTo>
                  <a:pt x="1287708" y="60856"/>
                  <a:pt x="1288602" y="65953"/>
                  <a:pt x="1288602" y="71732"/>
                </a:cubicBezTo>
                <a:moveTo>
                  <a:pt x="1272049" y="73467"/>
                </a:moveTo>
                <a:cubicBezTo>
                  <a:pt x="1272049" y="69474"/>
                  <a:pt x="1271786" y="65585"/>
                  <a:pt x="1271260" y="61802"/>
                </a:cubicBezTo>
                <a:cubicBezTo>
                  <a:pt x="1270734" y="58017"/>
                  <a:pt x="1269788" y="54654"/>
                  <a:pt x="1268421" y="51711"/>
                </a:cubicBezTo>
                <a:cubicBezTo>
                  <a:pt x="1267055" y="48768"/>
                  <a:pt x="1265163" y="46403"/>
                  <a:pt x="1262746" y="44617"/>
                </a:cubicBezTo>
                <a:cubicBezTo>
                  <a:pt x="1260330" y="42830"/>
                  <a:pt x="1257229" y="41937"/>
                  <a:pt x="1253444" y="41937"/>
                </a:cubicBezTo>
                <a:cubicBezTo>
                  <a:pt x="1249241" y="41937"/>
                  <a:pt x="1245825" y="42830"/>
                  <a:pt x="1243196" y="44617"/>
                </a:cubicBezTo>
                <a:cubicBezTo>
                  <a:pt x="1240569" y="46403"/>
                  <a:pt x="1238494" y="48794"/>
                  <a:pt x="1236970" y="51790"/>
                </a:cubicBezTo>
                <a:cubicBezTo>
                  <a:pt x="1235447" y="54786"/>
                  <a:pt x="1234396" y="58175"/>
                  <a:pt x="1233817" y="61959"/>
                </a:cubicBezTo>
                <a:cubicBezTo>
                  <a:pt x="1233239" y="65742"/>
                  <a:pt x="1232951" y="69683"/>
                  <a:pt x="1232951" y="73782"/>
                </a:cubicBezTo>
                <a:cubicBezTo>
                  <a:pt x="1232951" y="77355"/>
                  <a:pt x="1233213" y="81034"/>
                  <a:pt x="1233737" y="84819"/>
                </a:cubicBezTo>
                <a:cubicBezTo>
                  <a:pt x="1234263" y="88602"/>
                  <a:pt x="1235262" y="92018"/>
                  <a:pt x="1236732" y="95067"/>
                </a:cubicBezTo>
                <a:cubicBezTo>
                  <a:pt x="1238205" y="98114"/>
                  <a:pt x="1240228" y="100636"/>
                  <a:pt x="1242802" y="102635"/>
                </a:cubicBezTo>
                <a:cubicBezTo>
                  <a:pt x="1245377" y="104631"/>
                  <a:pt x="1248662" y="105630"/>
                  <a:pt x="1252657" y="105630"/>
                </a:cubicBezTo>
                <a:cubicBezTo>
                  <a:pt x="1256756" y="105630"/>
                  <a:pt x="1260067" y="104683"/>
                  <a:pt x="1262588" y="102791"/>
                </a:cubicBezTo>
                <a:cubicBezTo>
                  <a:pt x="1265110" y="100899"/>
                  <a:pt x="1267081" y="98429"/>
                  <a:pt x="1268501" y="95382"/>
                </a:cubicBezTo>
                <a:cubicBezTo>
                  <a:pt x="1269920" y="92333"/>
                  <a:pt x="1270866" y="88891"/>
                  <a:pt x="1271339" y="85055"/>
                </a:cubicBezTo>
                <a:cubicBezTo>
                  <a:pt x="1271812" y="81219"/>
                  <a:pt x="1272049" y="77356"/>
                  <a:pt x="1272049" y="73467"/>
                </a:cubicBezTo>
                <a:close/>
                <a:moveTo>
                  <a:pt x="1349612" y="38468"/>
                </a:moveTo>
                <a:cubicBezTo>
                  <a:pt x="1349298" y="39624"/>
                  <a:pt x="1349009" y="41043"/>
                  <a:pt x="1348746" y="42726"/>
                </a:cubicBezTo>
                <a:cubicBezTo>
                  <a:pt x="1348483" y="44406"/>
                  <a:pt x="1348351" y="46193"/>
                  <a:pt x="1348351" y="48085"/>
                </a:cubicBezTo>
                <a:cubicBezTo>
                  <a:pt x="1348351" y="50082"/>
                  <a:pt x="1348404" y="52158"/>
                  <a:pt x="1348508" y="54314"/>
                </a:cubicBezTo>
                <a:cubicBezTo>
                  <a:pt x="1348614" y="56467"/>
                  <a:pt x="1348667" y="58122"/>
                  <a:pt x="1348667" y="59279"/>
                </a:cubicBezTo>
                <a:cubicBezTo>
                  <a:pt x="1348667" y="59595"/>
                  <a:pt x="1348457" y="59858"/>
                  <a:pt x="1348036" y="60068"/>
                </a:cubicBezTo>
                <a:cubicBezTo>
                  <a:pt x="1347616" y="60278"/>
                  <a:pt x="1347143" y="60409"/>
                  <a:pt x="1346617" y="60462"/>
                </a:cubicBezTo>
                <a:cubicBezTo>
                  <a:pt x="1346093" y="60514"/>
                  <a:pt x="1345620" y="60461"/>
                  <a:pt x="1345198" y="60303"/>
                </a:cubicBezTo>
                <a:cubicBezTo>
                  <a:pt x="1344778" y="60146"/>
                  <a:pt x="1344515" y="59910"/>
                  <a:pt x="1344411" y="59594"/>
                </a:cubicBezTo>
                <a:cubicBezTo>
                  <a:pt x="1343255" y="54024"/>
                  <a:pt x="1341362" y="49741"/>
                  <a:pt x="1338734" y="46746"/>
                </a:cubicBezTo>
                <a:cubicBezTo>
                  <a:pt x="1336107" y="43750"/>
                  <a:pt x="1331904" y="42252"/>
                  <a:pt x="1326124" y="42252"/>
                </a:cubicBezTo>
                <a:cubicBezTo>
                  <a:pt x="1322235" y="42252"/>
                  <a:pt x="1319029" y="43225"/>
                  <a:pt x="1316506" y="45170"/>
                </a:cubicBezTo>
                <a:cubicBezTo>
                  <a:pt x="1313984" y="47114"/>
                  <a:pt x="1312722" y="49715"/>
                  <a:pt x="1312722" y="52974"/>
                </a:cubicBezTo>
                <a:cubicBezTo>
                  <a:pt x="1312722" y="55705"/>
                  <a:pt x="1313773" y="57806"/>
                  <a:pt x="1315874" y="59279"/>
                </a:cubicBezTo>
                <a:cubicBezTo>
                  <a:pt x="1317976" y="60749"/>
                  <a:pt x="1320762" y="62116"/>
                  <a:pt x="1324231" y="63378"/>
                </a:cubicBezTo>
                <a:cubicBezTo>
                  <a:pt x="1325703" y="63904"/>
                  <a:pt x="1327464" y="64561"/>
                  <a:pt x="1329513" y="65350"/>
                </a:cubicBezTo>
                <a:cubicBezTo>
                  <a:pt x="1331563" y="66138"/>
                  <a:pt x="1333218" y="66794"/>
                  <a:pt x="1334478" y="67318"/>
                </a:cubicBezTo>
                <a:cubicBezTo>
                  <a:pt x="1337211" y="68580"/>
                  <a:pt x="1339760" y="69895"/>
                  <a:pt x="1342123" y="71261"/>
                </a:cubicBezTo>
                <a:cubicBezTo>
                  <a:pt x="1344489" y="72627"/>
                  <a:pt x="1346538" y="74230"/>
                  <a:pt x="1348272" y="76070"/>
                </a:cubicBezTo>
                <a:cubicBezTo>
                  <a:pt x="1350007" y="77908"/>
                  <a:pt x="1351374" y="79983"/>
                  <a:pt x="1352371" y="82295"/>
                </a:cubicBezTo>
                <a:cubicBezTo>
                  <a:pt x="1353370" y="84608"/>
                  <a:pt x="1353870" y="87289"/>
                  <a:pt x="1353870" y="90337"/>
                </a:cubicBezTo>
                <a:cubicBezTo>
                  <a:pt x="1353870" y="94331"/>
                  <a:pt x="1353029" y="97667"/>
                  <a:pt x="1351346" y="100347"/>
                </a:cubicBezTo>
                <a:cubicBezTo>
                  <a:pt x="1349666" y="103027"/>
                  <a:pt x="1347511" y="105181"/>
                  <a:pt x="1344883" y="106811"/>
                </a:cubicBezTo>
                <a:cubicBezTo>
                  <a:pt x="1342256" y="108440"/>
                  <a:pt x="1339261" y="109622"/>
                  <a:pt x="1335898" y="110357"/>
                </a:cubicBezTo>
                <a:cubicBezTo>
                  <a:pt x="1332535" y="111093"/>
                  <a:pt x="1329224" y="111461"/>
                  <a:pt x="1325965" y="111461"/>
                </a:cubicBezTo>
                <a:cubicBezTo>
                  <a:pt x="1323232" y="111461"/>
                  <a:pt x="1320184" y="111146"/>
                  <a:pt x="1316821" y="110515"/>
                </a:cubicBezTo>
                <a:cubicBezTo>
                  <a:pt x="1313458" y="109885"/>
                  <a:pt x="1310515" y="108992"/>
                  <a:pt x="1307993" y="107836"/>
                </a:cubicBezTo>
                <a:cubicBezTo>
                  <a:pt x="1307363" y="107626"/>
                  <a:pt x="1306706" y="107731"/>
                  <a:pt x="1306023" y="108151"/>
                </a:cubicBezTo>
                <a:cubicBezTo>
                  <a:pt x="1305339" y="108571"/>
                  <a:pt x="1304893" y="109359"/>
                  <a:pt x="1304683" y="110515"/>
                </a:cubicBezTo>
                <a:cubicBezTo>
                  <a:pt x="1304683" y="110831"/>
                  <a:pt x="1304446" y="111041"/>
                  <a:pt x="1303973" y="111146"/>
                </a:cubicBezTo>
                <a:cubicBezTo>
                  <a:pt x="1303500" y="111252"/>
                  <a:pt x="1303000" y="111304"/>
                  <a:pt x="1302474" y="111304"/>
                </a:cubicBezTo>
                <a:cubicBezTo>
                  <a:pt x="1302054" y="111304"/>
                  <a:pt x="1301634" y="111225"/>
                  <a:pt x="1301214" y="111066"/>
                </a:cubicBezTo>
                <a:cubicBezTo>
                  <a:pt x="1300794" y="110909"/>
                  <a:pt x="1300584" y="110673"/>
                  <a:pt x="1300584" y="110359"/>
                </a:cubicBezTo>
                <a:cubicBezTo>
                  <a:pt x="1300584" y="109517"/>
                  <a:pt x="1300689" y="108361"/>
                  <a:pt x="1300899" y="106890"/>
                </a:cubicBezTo>
                <a:cubicBezTo>
                  <a:pt x="1301109" y="105418"/>
                  <a:pt x="1301214" y="104052"/>
                  <a:pt x="1301214" y="102791"/>
                </a:cubicBezTo>
                <a:cubicBezTo>
                  <a:pt x="1301214" y="101529"/>
                  <a:pt x="1301134" y="100136"/>
                  <a:pt x="1300976" y="98613"/>
                </a:cubicBezTo>
                <a:cubicBezTo>
                  <a:pt x="1300819" y="97089"/>
                  <a:pt x="1300661" y="95592"/>
                  <a:pt x="1300504" y="94121"/>
                </a:cubicBezTo>
                <a:cubicBezTo>
                  <a:pt x="1300347" y="92649"/>
                  <a:pt x="1300216" y="91335"/>
                  <a:pt x="1300110" y="90179"/>
                </a:cubicBezTo>
                <a:cubicBezTo>
                  <a:pt x="1300005" y="89022"/>
                  <a:pt x="1299953" y="88181"/>
                  <a:pt x="1299953" y="87655"/>
                </a:cubicBezTo>
                <a:cubicBezTo>
                  <a:pt x="1299953" y="87235"/>
                  <a:pt x="1300163" y="86920"/>
                  <a:pt x="1300584" y="86710"/>
                </a:cubicBezTo>
                <a:cubicBezTo>
                  <a:pt x="1301004" y="86500"/>
                  <a:pt x="1301476" y="86369"/>
                  <a:pt x="1302000" y="86318"/>
                </a:cubicBezTo>
                <a:cubicBezTo>
                  <a:pt x="1302527" y="86265"/>
                  <a:pt x="1303026" y="86317"/>
                  <a:pt x="1303499" y="86474"/>
                </a:cubicBezTo>
                <a:cubicBezTo>
                  <a:pt x="1303972" y="86631"/>
                  <a:pt x="1304262" y="86920"/>
                  <a:pt x="1304368" y="87340"/>
                </a:cubicBezTo>
                <a:cubicBezTo>
                  <a:pt x="1305102" y="90389"/>
                  <a:pt x="1306047" y="93069"/>
                  <a:pt x="1307204" y="95382"/>
                </a:cubicBezTo>
                <a:cubicBezTo>
                  <a:pt x="1308360" y="97693"/>
                  <a:pt x="1309805" y="99637"/>
                  <a:pt x="1311539" y="101215"/>
                </a:cubicBezTo>
                <a:cubicBezTo>
                  <a:pt x="1313274" y="102792"/>
                  <a:pt x="1315376" y="103975"/>
                  <a:pt x="1317846" y="104764"/>
                </a:cubicBezTo>
                <a:cubicBezTo>
                  <a:pt x="1320316" y="105551"/>
                  <a:pt x="1323285" y="105945"/>
                  <a:pt x="1326754" y="105945"/>
                </a:cubicBezTo>
                <a:cubicBezTo>
                  <a:pt x="1330537" y="105945"/>
                  <a:pt x="1333611" y="104894"/>
                  <a:pt x="1335975" y="102791"/>
                </a:cubicBezTo>
                <a:cubicBezTo>
                  <a:pt x="1338340" y="100689"/>
                  <a:pt x="1339523" y="97746"/>
                  <a:pt x="1339523" y="93963"/>
                </a:cubicBezTo>
                <a:cubicBezTo>
                  <a:pt x="1339523" y="90600"/>
                  <a:pt x="1338340" y="87946"/>
                  <a:pt x="1335975" y="86002"/>
                </a:cubicBezTo>
                <a:cubicBezTo>
                  <a:pt x="1333611" y="84057"/>
                  <a:pt x="1330852" y="82348"/>
                  <a:pt x="1327699" y="80876"/>
                </a:cubicBezTo>
                <a:cubicBezTo>
                  <a:pt x="1326227" y="80246"/>
                  <a:pt x="1324729" y="79616"/>
                  <a:pt x="1323206" y="78985"/>
                </a:cubicBezTo>
                <a:cubicBezTo>
                  <a:pt x="1321682" y="78355"/>
                  <a:pt x="1320132" y="77725"/>
                  <a:pt x="1318556" y="77095"/>
                </a:cubicBezTo>
                <a:cubicBezTo>
                  <a:pt x="1316243" y="76148"/>
                  <a:pt x="1313957" y="75176"/>
                  <a:pt x="1311697" y="74179"/>
                </a:cubicBezTo>
                <a:cubicBezTo>
                  <a:pt x="1309438" y="73180"/>
                  <a:pt x="1307440" y="71944"/>
                  <a:pt x="1305705" y="70472"/>
                </a:cubicBezTo>
                <a:cubicBezTo>
                  <a:pt x="1303971" y="69000"/>
                  <a:pt x="1302579" y="67160"/>
                  <a:pt x="1301529" y="64953"/>
                </a:cubicBezTo>
                <a:cubicBezTo>
                  <a:pt x="1300479" y="62747"/>
                  <a:pt x="1299953" y="60014"/>
                  <a:pt x="1299953" y="56755"/>
                </a:cubicBezTo>
                <a:cubicBezTo>
                  <a:pt x="1299953" y="52972"/>
                  <a:pt x="1300767" y="49767"/>
                  <a:pt x="1302395" y="47140"/>
                </a:cubicBezTo>
                <a:cubicBezTo>
                  <a:pt x="1304024" y="44512"/>
                  <a:pt x="1306126" y="42383"/>
                  <a:pt x="1308700" y="40756"/>
                </a:cubicBezTo>
                <a:cubicBezTo>
                  <a:pt x="1311276" y="39126"/>
                  <a:pt x="1314140" y="37943"/>
                  <a:pt x="1317293" y="37207"/>
                </a:cubicBezTo>
                <a:cubicBezTo>
                  <a:pt x="1320447" y="36471"/>
                  <a:pt x="1323548" y="36103"/>
                  <a:pt x="1326595" y="36103"/>
                </a:cubicBezTo>
                <a:cubicBezTo>
                  <a:pt x="1329538" y="36103"/>
                  <a:pt x="1332139" y="36445"/>
                  <a:pt x="1334399" y="37128"/>
                </a:cubicBezTo>
                <a:cubicBezTo>
                  <a:pt x="1336659" y="37811"/>
                  <a:pt x="1339155" y="39046"/>
                  <a:pt x="1341888" y="40833"/>
                </a:cubicBezTo>
                <a:cubicBezTo>
                  <a:pt x="1342308" y="41043"/>
                  <a:pt x="1342860" y="41017"/>
                  <a:pt x="1343543" y="40756"/>
                </a:cubicBezTo>
                <a:cubicBezTo>
                  <a:pt x="1344226" y="40493"/>
                  <a:pt x="1344778" y="39625"/>
                  <a:pt x="1345198" y="38153"/>
                </a:cubicBezTo>
                <a:cubicBezTo>
                  <a:pt x="1345304" y="37733"/>
                  <a:pt x="1345619" y="37470"/>
                  <a:pt x="1346143" y="37366"/>
                </a:cubicBezTo>
                <a:cubicBezTo>
                  <a:pt x="1346669" y="37260"/>
                  <a:pt x="1347195" y="37234"/>
                  <a:pt x="1347721" y="37287"/>
                </a:cubicBezTo>
                <a:cubicBezTo>
                  <a:pt x="1348247" y="37338"/>
                  <a:pt x="1348720" y="37470"/>
                  <a:pt x="1349141" y="37681"/>
                </a:cubicBezTo>
                <a:cubicBezTo>
                  <a:pt x="1349561" y="37891"/>
                  <a:pt x="1349718" y="38154"/>
                  <a:pt x="1349612" y="38468"/>
                </a:cubicBezTo>
                <a:close/>
                <a:moveTo>
                  <a:pt x="1387135" y="90809"/>
                </a:moveTo>
                <a:cubicBezTo>
                  <a:pt x="1387135" y="93437"/>
                  <a:pt x="1387187" y="95645"/>
                  <a:pt x="1387291" y="97431"/>
                </a:cubicBezTo>
                <a:cubicBezTo>
                  <a:pt x="1387397" y="99218"/>
                  <a:pt x="1387765" y="100689"/>
                  <a:pt x="1388395" y="101846"/>
                </a:cubicBezTo>
                <a:cubicBezTo>
                  <a:pt x="1389026" y="103002"/>
                  <a:pt x="1389998" y="103895"/>
                  <a:pt x="1391311" y="104526"/>
                </a:cubicBezTo>
                <a:cubicBezTo>
                  <a:pt x="1392626" y="105156"/>
                  <a:pt x="1394492" y="105629"/>
                  <a:pt x="1396909" y="105945"/>
                </a:cubicBezTo>
                <a:cubicBezTo>
                  <a:pt x="1397539" y="106049"/>
                  <a:pt x="1398012" y="106338"/>
                  <a:pt x="1398328" y="106811"/>
                </a:cubicBezTo>
                <a:cubicBezTo>
                  <a:pt x="1398644" y="107284"/>
                  <a:pt x="1398802" y="107836"/>
                  <a:pt x="1398802" y="108466"/>
                </a:cubicBezTo>
                <a:cubicBezTo>
                  <a:pt x="1398802" y="108992"/>
                  <a:pt x="1398644" y="109491"/>
                  <a:pt x="1398328" y="109965"/>
                </a:cubicBezTo>
                <a:cubicBezTo>
                  <a:pt x="1398012" y="110438"/>
                  <a:pt x="1397539" y="110674"/>
                  <a:pt x="1396909" y="110674"/>
                </a:cubicBezTo>
                <a:cubicBezTo>
                  <a:pt x="1395016" y="110674"/>
                  <a:pt x="1392546" y="110490"/>
                  <a:pt x="1389497" y="110121"/>
                </a:cubicBezTo>
                <a:cubicBezTo>
                  <a:pt x="1386450" y="109754"/>
                  <a:pt x="1383350" y="109570"/>
                  <a:pt x="1380197" y="109570"/>
                </a:cubicBezTo>
                <a:cubicBezTo>
                  <a:pt x="1376834" y="109570"/>
                  <a:pt x="1373550" y="109754"/>
                  <a:pt x="1370344" y="110121"/>
                </a:cubicBezTo>
                <a:cubicBezTo>
                  <a:pt x="1367138" y="110490"/>
                  <a:pt x="1364064" y="110674"/>
                  <a:pt x="1361121" y="110674"/>
                </a:cubicBezTo>
                <a:cubicBezTo>
                  <a:pt x="1360596" y="110674"/>
                  <a:pt x="1360176" y="110438"/>
                  <a:pt x="1359860" y="109965"/>
                </a:cubicBezTo>
                <a:cubicBezTo>
                  <a:pt x="1359546" y="109491"/>
                  <a:pt x="1359389" y="108992"/>
                  <a:pt x="1359389" y="108466"/>
                </a:cubicBezTo>
                <a:cubicBezTo>
                  <a:pt x="1359389" y="107836"/>
                  <a:pt x="1359546" y="107284"/>
                  <a:pt x="1359860" y="106811"/>
                </a:cubicBezTo>
                <a:cubicBezTo>
                  <a:pt x="1360176" y="106338"/>
                  <a:pt x="1360649" y="106049"/>
                  <a:pt x="1361280" y="105945"/>
                </a:cubicBezTo>
                <a:cubicBezTo>
                  <a:pt x="1364012" y="105629"/>
                  <a:pt x="1366140" y="105156"/>
                  <a:pt x="1367664" y="104526"/>
                </a:cubicBezTo>
                <a:cubicBezTo>
                  <a:pt x="1369188" y="103895"/>
                  <a:pt x="1370291" y="103028"/>
                  <a:pt x="1370974" y="101925"/>
                </a:cubicBezTo>
                <a:cubicBezTo>
                  <a:pt x="1371657" y="100820"/>
                  <a:pt x="1372051" y="99454"/>
                  <a:pt x="1372155" y="97826"/>
                </a:cubicBezTo>
                <a:cubicBezTo>
                  <a:pt x="1372261" y="96197"/>
                  <a:pt x="1372314" y="94173"/>
                  <a:pt x="1372314" y="91754"/>
                </a:cubicBezTo>
                <a:lnTo>
                  <a:pt x="1372314" y="66373"/>
                </a:lnTo>
                <a:cubicBezTo>
                  <a:pt x="1372314" y="61853"/>
                  <a:pt x="1372209" y="58227"/>
                  <a:pt x="1371999" y="55495"/>
                </a:cubicBezTo>
                <a:cubicBezTo>
                  <a:pt x="1371789" y="52762"/>
                  <a:pt x="1371316" y="50687"/>
                  <a:pt x="1370580" y="49269"/>
                </a:cubicBezTo>
                <a:cubicBezTo>
                  <a:pt x="1369845" y="47850"/>
                  <a:pt x="1368742" y="46877"/>
                  <a:pt x="1367270" y="46351"/>
                </a:cubicBezTo>
                <a:cubicBezTo>
                  <a:pt x="1365799" y="45825"/>
                  <a:pt x="1363802" y="45405"/>
                  <a:pt x="1361280" y="45090"/>
                </a:cubicBezTo>
                <a:cubicBezTo>
                  <a:pt x="1360649" y="45090"/>
                  <a:pt x="1360176" y="44827"/>
                  <a:pt x="1359860" y="44301"/>
                </a:cubicBezTo>
                <a:cubicBezTo>
                  <a:pt x="1359546" y="43775"/>
                  <a:pt x="1359389" y="43250"/>
                  <a:pt x="1359389" y="42726"/>
                </a:cubicBezTo>
                <a:cubicBezTo>
                  <a:pt x="1359389" y="42200"/>
                  <a:pt x="1359546" y="41675"/>
                  <a:pt x="1359860" y="41150"/>
                </a:cubicBezTo>
                <a:cubicBezTo>
                  <a:pt x="1360176" y="40624"/>
                  <a:pt x="1360649" y="40361"/>
                  <a:pt x="1361280" y="40361"/>
                </a:cubicBezTo>
                <a:cubicBezTo>
                  <a:pt x="1362330" y="40255"/>
                  <a:pt x="1363617" y="40150"/>
                  <a:pt x="1365141" y="40046"/>
                </a:cubicBezTo>
                <a:cubicBezTo>
                  <a:pt x="1366666" y="39940"/>
                  <a:pt x="1368269" y="39809"/>
                  <a:pt x="1369949" y="39651"/>
                </a:cubicBezTo>
                <a:cubicBezTo>
                  <a:pt x="1371632" y="39493"/>
                  <a:pt x="1373340" y="39283"/>
                  <a:pt x="1375073" y="39021"/>
                </a:cubicBezTo>
                <a:cubicBezTo>
                  <a:pt x="1376809" y="38758"/>
                  <a:pt x="1378359" y="38469"/>
                  <a:pt x="1379726" y="38153"/>
                </a:cubicBezTo>
                <a:cubicBezTo>
                  <a:pt x="1380882" y="37943"/>
                  <a:pt x="1381802" y="37706"/>
                  <a:pt x="1382485" y="37443"/>
                </a:cubicBezTo>
                <a:cubicBezTo>
                  <a:pt x="1383168" y="37180"/>
                  <a:pt x="1383720" y="37049"/>
                  <a:pt x="1384140" y="37049"/>
                </a:cubicBezTo>
                <a:cubicBezTo>
                  <a:pt x="1385400" y="37049"/>
                  <a:pt x="1386214" y="37417"/>
                  <a:pt x="1386582" y="38153"/>
                </a:cubicBezTo>
                <a:cubicBezTo>
                  <a:pt x="1386950" y="38889"/>
                  <a:pt x="1387135" y="39572"/>
                  <a:pt x="1387135" y="40202"/>
                </a:cubicBezTo>
                <a:lnTo>
                  <a:pt x="1387135" y="90809"/>
                </a:lnTo>
                <a:moveTo>
                  <a:pt x="1378778" y="20970"/>
                </a:moveTo>
                <a:cubicBezTo>
                  <a:pt x="1376151" y="20970"/>
                  <a:pt x="1373891" y="20155"/>
                  <a:pt x="1371999" y="18525"/>
                </a:cubicBezTo>
                <a:cubicBezTo>
                  <a:pt x="1370108" y="16896"/>
                  <a:pt x="1369163" y="14873"/>
                  <a:pt x="1369163" y="12456"/>
                </a:cubicBezTo>
                <a:cubicBezTo>
                  <a:pt x="1369163" y="10038"/>
                  <a:pt x="1370056" y="7988"/>
                  <a:pt x="1371843" y="6307"/>
                </a:cubicBezTo>
                <a:cubicBezTo>
                  <a:pt x="1373629" y="4625"/>
                  <a:pt x="1375836" y="3784"/>
                  <a:pt x="1378463" y="3784"/>
                </a:cubicBezTo>
                <a:cubicBezTo>
                  <a:pt x="1380985" y="3784"/>
                  <a:pt x="1383061" y="4652"/>
                  <a:pt x="1384691" y="6387"/>
                </a:cubicBezTo>
                <a:cubicBezTo>
                  <a:pt x="1386320" y="8120"/>
                  <a:pt x="1387135" y="10196"/>
                  <a:pt x="1387135" y="12613"/>
                </a:cubicBezTo>
                <a:cubicBezTo>
                  <a:pt x="1387135" y="14925"/>
                  <a:pt x="1386347" y="16896"/>
                  <a:pt x="1384770" y="18525"/>
                </a:cubicBezTo>
                <a:cubicBezTo>
                  <a:pt x="1383194" y="20155"/>
                  <a:pt x="1381196" y="20970"/>
                  <a:pt x="1378778" y="20970"/>
                </a:cubicBezTo>
                <a:close/>
                <a:moveTo>
                  <a:pt x="1428755" y="85606"/>
                </a:moveTo>
                <a:cubicBezTo>
                  <a:pt x="1428755" y="91491"/>
                  <a:pt x="1429412" y="95853"/>
                  <a:pt x="1430725" y="98692"/>
                </a:cubicBezTo>
                <a:cubicBezTo>
                  <a:pt x="1432039" y="101529"/>
                  <a:pt x="1434430" y="102947"/>
                  <a:pt x="1437899" y="102947"/>
                </a:cubicBezTo>
                <a:cubicBezTo>
                  <a:pt x="1440315" y="102947"/>
                  <a:pt x="1442601" y="102580"/>
                  <a:pt x="1444754" y="101846"/>
                </a:cubicBezTo>
                <a:cubicBezTo>
                  <a:pt x="1446910" y="101110"/>
                  <a:pt x="1448566" y="100321"/>
                  <a:pt x="1449722" y="99481"/>
                </a:cubicBezTo>
                <a:cubicBezTo>
                  <a:pt x="1450038" y="99271"/>
                  <a:pt x="1450406" y="99244"/>
                  <a:pt x="1450826" y="99402"/>
                </a:cubicBezTo>
                <a:cubicBezTo>
                  <a:pt x="1451246" y="99559"/>
                  <a:pt x="1451614" y="99822"/>
                  <a:pt x="1451928" y="100191"/>
                </a:cubicBezTo>
                <a:cubicBezTo>
                  <a:pt x="1452244" y="100558"/>
                  <a:pt x="1452480" y="100952"/>
                  <a:pt x="1452638" y="101372"/>
                </a:cubicBezTo>
                <a:cubicBezTo>
                  <a:pt x="1452796" y="101792"/>
                  <a:pt x="1452771" y="102160"/>
                  <a:pt x="1452561" y="102476"/>
                </a:cubicBezTo>
                <a:cubicBezTo>
                  <a:pt x="1450564" y="105733"/>
                  <a:pt x="1447963" y="108045"/>
                  <a:pt x="1444757" y="109411"/>
                </a:cubicBezTo>
                <a:cubicBezTo>
                  <a:pt x="1441551" y="110778"/>
                  <a:pt x="1437793" y="111461"/>
                  <a:pt x="1433484" y="111461"/>
                </a:cubicBezTo>
                <a:cubicBezTo>
                  <a:pt x="1426338" y="111461"/>
                  <a:pt x="1421294" y="109859"/>
                  <a:pt x="1418351" y="106654"/>
                </a:cubicBezTo>
                <a:cubicBezTo>
                  <a:pt x="1415408" y="103449"/>
                  <a:pt x="1413936" y="98430"/>
                  <a:pt x="1413936" y="91598"/>
                </a:cubicBezTo>
                <a:lnTo>
                  <a:pt x="1413936" y="51080"/>
                </a:lnTo>
                <a:cubicBezTo>
                  <a:pt x="1413936" y="49820"/>
                  <a:pt x="1413883" y="48822"/>
                  <a:pt x="1413778" y="48085"/>
                </a:cubicBezTo>
                <a:cubicBezTo>
                  <a:pt x="1413673" y="47349"/>
                  <a:pt x="1413358" y="46824"/>
                  <a:pt x="1412832" y="46510"/>
                </a:cubicBezTo>
                <a:cubicBezTo>
                  <a:pt x="1412306" y="46194"/>
                  <a:pt x="1411439" y="46009"/>
                  <a:pt x="1410229" y="45956"/>
                </a:cubicBezTo>
                <a:cubicBezTo>
                  <a:pt x="1409022" y="45904"/>
                  <a:pt x="1407315" y="45877"/>
                  <a:pt x="1405108" y="45877"/>
                </a:cubicBezTo>
                <a:cubicBezTo>
                  <a:pt x="1404792" y="45877"/>
                  <a:pt x="1404529" y="45562"/>
                  <a:pt x="1404319" y="44932"/>
                </a:cubicBezTo>
                <a:cubicBezTo>
                  <a:pt x="1404109" y="44301"/>
                  <a:pt x="1403977" y="43618"/>
                  <a:pt x="1403924" y="42882"/>
                </a:cubicBezTo>
                <a:cubicBezTo>
                  <a:pt x="1403871" y="42146"/>
                  <a:pt x="1403950" y="41463"/>
                  <a:pt x="1404160" y="40833"/>
                </a:cubicBezTo>
                <a:cubicBezTo>
                  <a:pt x="1404372" y="40202"/>
                  <a:pt x="1404688" y="39887"/>
                  <a:pt x="1405108" y="39887"/>
                </a:cubicBezTo>
                <a:cubicBezTo>
                  <a:pt x="1407735" y="39677"/>
                  <a:pt x="1409994" y="39283"/>
                  <a:pt x="1411884" y="38706"/>
                </a:cubicBezTo>
                <a:cubicBezTo>
                  <a:pt x="1413777" y="38127"/>
                  <a:pt x="1415380" y="37207"/>
                  <a:pt x="1416693" y="35947"/>
                </a:cubicBezTo>
                <a:cubicBezTo>
                  <a:pt x="1418008" y="34685"/>
                  <a:pt x="1419060" y="32977"/>
                  <a:pt x="1419847" y="30823"/>
                </a:cubicBezTo>
                <a:cubicBezTo>
                  <a:pt x="1420636" y="28667"/>
                  <a:pt x="1421293" y="25856"/>
                  <a:pt x="1421817" y="22389"/>
                </a:cubicBezTo>
                <a:cubicBezTo>
                  <a:pt x="1421923" y="21757"/>
                  <a:pt x="1422344" y="21284"/>
                  <a:pt x="1423080" y="20970"/>
                </a:cubicBezTo>
                <a:cubicBezTo>
                  <a:pt x="1423816" y="20654"/>
                  <a:pt x="1424604" y="20496"/>
                  <a:pt x="1425445" y="20496"/>
                </a:cubicBezTo>
                <a:cubicBezTo>
                  <a:pt x="1426285" y="20496"/>
                  <a:pt x="1427047" y="20627"/>
                  <a:pt x="1427730" y="20890"/>
                </a:cubicBezTo>
                <a:cubicBezTo>
                  <a:pt x="1428413" y="21153"/>
                  <a:pt x="1428755" y="21495"/>
                  <a:pt x="1428755" y="21915"/>
                </a:cubicBezTo>
                <a:lnTo>
                  <a:pt x="1428755" y="35473"/>
                </a:lnTo>
                <a:cubicBezTo>
                  <a:pt x="1428755" y="37155"/>
                  <a:pt x="1428833" y="38128"/>
                  <a:pt x="1428991" y="38391"/>
                </a:cubicBezTo>
                <a:cubicBezTo>
                  <a:pt x="1429149" y="38652"/>
                  <a:pt x="1429807" y="38783"/>
                  <a:pt x="1430963" y="38783"/>
                </a:cubicBezTo>
                <a:lnTo>
                  <a:pt x="1447357" y="38783"/>
                </a:lnTo>
                <a:cubicBezTo>
                  <a:pt x="1448093" y="38783"/>
                  <a:pt x="1448567" y="39204"/>
                  <a:pt x="1448777" y="40046"/>
                </a:cubicBezTo>
                <a:cubicBezTo>
                  <a:pt x="1448987" y="40886"/>
                  <a:pt x="1449092" y="41622"/>
                  <a:pt x="1449092" y="42252"/>
                </a:cubicBezTo>
                <a:cubicBezTo>
                  <a:pt x="1449092" y="42882"/>
                  <a:pt x="1448960" y="43644"/>
                  <a:pt x="1448697" y="44537"/>
                </a:cubicBezTo>
                <a:cubicBezTo>
                  <a:pt x="1448436" y="45430"/>
                  <a:pt x="1447884" y="45877"/>
                  <a:pt x="1447042" y="45877"/>
                </a:cubicBezTo>
                <a:lnTo>
                  <a:pt x="1430174" y="45877"/>
                </a:lnTo>
                <a:cubicBezTo>
                  <a:pt x="1429438" y="45877"/>
                  <a:pt x="1429017" y="46062"/>
                  <a:pt x="1428911" y="46430"/>
                </a:cubicBezTo>
                <a:cubicBezTo>
                  <a:pt x="1428807" y="46798"/>
                  <a:pt x="1428755" y="48138"/>
                  <a:pt x="1428755" y="50450"/>
                </a:cubicBezTo>
                <a:lnTo>
                  <a:pt x="1428755" y="85606"/>
                </a:lnTo>
                <a:close/>
                <a:moveTo>
                  <a:pt x="1482988" y="90809"/>
                </a:moveTo>
                <a:cubicBezTo>
                  <a:pt x="1482988" y="93437"/>
                  <a:pt x="1483040" y="95645"/>
                  <a:pt x="1483144" y="97431"/>
                </a:cubicBezTo>
                <a:cubicBezTo>
                  <a:pt x="1483250" y="99218"/>
                  <a:pt x="1483618" y="100689"/>
                  <a:pt x="1484249" y="101846"/>
                </a:cubicBezTo>
                <a:cubicBezTo>
                  <a:pt x="1484879" y="103002"/>
                  <a:pt x="1485851" y="103895"/>
                  <a:pt x="1487164" y="104526"/>
                </a:cubicBezTo>
                <a:cubicBezTo>
                  <a:pt x="1488479" y="105156"/>
                  <a:pt x="1490345" y="105629"/>
                  <a:pt x="1492762" y="105945"/>
                </a:cubicBezTo>
                <a:cubicBezTo>
                  <a:pt x="1493392" y="106049"/>
                  <a:pt x="1493865" y="106338"/>
                  <a:pt x="1494181" y="106811"/>
                </a:cubicBezTo>
                <a:cubicBezTo>
                  <a:pt x="1494497" y="107284"/>
                  <a:pt x="1494655" y="107836"/>
                  <a:pt x="1494655" y="108466"/>
                </a:cubicBezTo>
                <a:cubicBezTo>
                  <a:pt x="1494655" y="108992"/>
                  <a:pt x="1494497" y="109491"/>
                  <a:pt x="1494181" y="109965"/>
                </a:cubicBezTo>
                <a:cubicBezTo>
                  <a:pt x="1493865" y="110438"/>
                  <a:pt x="1493392" y="110674"/>
                  <a:pt x="1492762" y="110674"/>
                </a:cubicBezTo>
                <a:cubicBezTo>
                  <a:pt x="1490870" y="110674"/>
                  <a:pt x="1488399" y="110490"/>
                  <a:pt x="1485350" y="110121"/>
                </a:cubicBezTo>
                <a:cubicBezTo>
                  <a:pt x="1482303" y="109754"/>
                  <a:pt x="1479203" y="109570"/>
                  <a:pt x="1476050" y="109570"/>
                </a:cubicBezTo>
                <a:cubicBezTo>
                  <a:pt x="1472687" y="109570"/>
                  <a:pt x="1469403" y="109754"/>
                  <a:pt x="1466197" y="110121"/>
                </a:cubicBezTo>
                <a:cubicBezTo>
                  <a:pt x="1462991" y="110490"/>
                  <a:pt x="1459917" y="110674"/>
                  <a:pt x="1456974" y="110674"/>
                </a:cubicBezTo>
                <a:cubicBezTo>
                  <a:pt x="1456449" y="110674"/>
                  <a:pt x="1456029" y="110438"/>
                  <a:pt x="1455713" y="109965"/>
                </a:cubicBezTo>
                <a:cubicBezTo>
                  <a:pt x="1455399" y="109491"/>
                  <a:pt x="1455242" y="108992"/>
                  <a:pt x="1455242" y="108466"/>
                </a:cubicBezTo>
                <a:cubicBezTo>
                  <a:pt x="1455242" y="107836"/>
                  <a:pt x="1455399" y="107284"/>
                  <a:pt x="1455713" y="106811"/>
                </a:cubicBezTo>
                <a:cubicBezTo>
                  <a:pt x="1456029" y="106338"/>
                  <a:pt x="1456502" y="106049"/>
                  <a:pt x="1457133" y="105945"/>
                </a:cubicBezTo>
                <a:cubicBezTo>
                  <a:pt x="1459865" y="105629"/>
                  <a:pt x="1461994" y="105156"/>
                  <a:pt x="1463517" y="104526"/>
                </a:cubicBezTo>
                <a:cubicBezTo>
                  <a:pt x="1465041" y="103895"/>
                  <a:pt x="1466144" y="103028"/>
                  <a:pt x="1466827" y="101925"/>
                </a:cubicBezTo>
                <a:cubicBezTo>
                  <a:pt x="1467510" y="100820"/>
                  <a:pt x="1467904" y="99454"/>
                  <a:pt x="1468008" y="97826"/>
                </a:cubicBezTo>
                <a:cubicBezTo>
                  <a:pt x="1468114" y="96197"/>
                  <a:pt x="1468167" y="94173"/>
                  <a:pt x="1468167" y="91754"/>
                </a:cubicBezTo>
                <a:lnTo>
                  <a:pt x="1468167" y="66373"/>
                </a:lnTo>
                <a:cubicBezTo>
                  <a:pt x="1468167" y="61853"/>
                  <a:pt x="1468062" y="58227"/>
                  <a:pt x="1467852" y="55495"/>
                </a:cubicBezTo>
                <a:cubicBezTo>
                  <a:pt x="1467642" y="52762"/>
                  <a:pt x="1467169" y="50687"/>
                  <a:pt x="1466433" y="49269"/>
                </a:cubicBezTo>
                <a:cubicBezTo>
                  <a:pt x="1465698" y="47850"/>
                  <a:pt x="1464595" y="46877"/>
                  <a:pt x="1463123" y="46351"/>
                </a:cubicBezTo>
                <a:cubicBezTo>
                  <a:pt x="1461652" y="45825"/>
                  <a:pt x="1459655" y="45405"/>
                  <a:pt x="1457133" y="45090"/>
                </a:cubicBezTo>
                <a:cubicBezTo>
                  <a:pt x="1456502" y="45090"/>
                  <a:pt x="1456029" y="44827"/>
                  <a:pt x="1455713" y="44301"/>
                </a:cubicBezTo>
                <a:cubicBezTo>
                  <a:pt x="1455399" y="43775"/>
                  <a:pt x="1455242" y="43250"/>
                  <a:pt x="1455242" y="42726"/>
                </a:cubicBezTo>
                <a:cubicBezTo>
                  <a:pt x="1455242" y="42200"/>
                  <a:pt x="1455399" y="41675"/>
                  <a:pt x="1455713" y="41150"/>
                </a:cubicBezTo>
                <a:cubicBezTo>
                  <a:pt x="1456029" y="40624"/>
                  <a:pt x="1456502" y="40361"/>
                  <a:pt x="1457133" y="40361"/>
                </a:cubicBezTo>
                <a:cubicBezTo>
                  <a:pt x="1458183" y="40255"/>
                  <a:pt x="1459470" y="40150"/>
                  <a:pt x="1460994" y="40046"/>
                </a:cubicBezTo>
                <a:cubicBezTo>
                  <a:pt x="1462519" y="39940"/>
                  <a:pt x="1464122" y="39809"/>
                  <a:pt x="1465802" y="39651"/>
                </a:cubicBezTo>
                <a:cubicBezTo>
                  <a:pt x="1467485" y="39493"/>
                  <a:pt x="1469193" y="39283"/>
                  <a:pt x="1470926" y="39021"/>
                </a:cubicBezTo>
                <a:cubicBezTo>
                  <a:pt x="1472662" y="38758"/>
                  <a:pt x="1474212" y="38469"/>
                  <a:pt x="1475579" y="38153"/>
                </a:cubicBezTo>
                <a:cubicBezTo>
                  <a:pt x="1476735" y="37943"/>
                  <a:pt x="1477655" y="37706"/>
                  <a:pt x="1478338" y="37443"/>
                </a:cubicBezTo>
                <a:cubicBezTo>
                  <a:pt x="1479021" y="37180"/>
                  <a:pt x="1479573" y="37049"/>
                  <a:pt x="1479993" y="37049"/>
                </a:cubicBezTo>
                <a:cubicBezTo>
                  <a:pt x="1481254" y="37049"/>
                  <a:pt x="1482067" y="37417"/>
                  <a:pt x="1482435" y="38153"/>
                </a:cubicBezTo>
                <a:cubicBezTo>
                  <a:pt x="1482804" y="38889"/>
                  <a:pt x="1482988" y="39572"/>
                  <a:pt x="1482988" y="40202"/>
                </a:cubicBezTo>
                <a:lnTo>
                  <a:pt x="1482988" y="90809"/>
                </a:lnTo>
                <a:moveTo>
                  <a:pt x="1474631" y="20970"/>
                </a:moveTo>
                <a:cubicBezTo>
                  <a:pt x="1472004" y="20970"/>
                  <a:pt x="1469744" y="20155"/>
                  <a:pt x="1467852" y="18525"/>
                </a:cubicBezTo>
                <a:cubicBezTo>
                  <a:pt x="1465961" y="16896"/>
                  <a:pt x="1465016" y="14873"/>
                  <a:pt x="1465016" y="12456"/>
                </a:cubicBezTo>
                <a:cubicBezTo>
                  <a:pt x="1465016" y="10038"/>
                  <a:pt x="1465909" y="7988"/>
                  <a:pt x="1467696" y="6307"/>
                </a:cubicBezTo>
                <a:cubicBezTo>
                  <a:pt x="1469482" y="4625"/>
                  <a:pt x="1471689" y="3784"/>
                  <a:pt x="1474316" y="3784"/>
                </a:cubicBezTo>
                <a:cubicBezTo>
                  <a:pt x="1476838" y="3784"/>
                  <a:pt x="1478915" y="4652"/>
                  <a:pt x="1480544" y="6387"/>
                </a:cubicBezTo>
                <a:cubicBezTo>
                  <a:pt x="1482173" y="8120"/>
                  <a:pt x="1482988" y="10196"/>
                  <a:pt x="1482988" y="12613"/>
                </a:cubicBezTo>
                <a:cubicBezTo>
                  <a:pt x="1482988" y="14925"/>
                  <a:pt x="1482200" y="16896"/>
                  <a:pt x="1480623" y="18525"/>
                </a:cubicBezTo>
                <a:cubicBezTo>
                  <a:pt x="1479047" y="20155"/>
                  <a:pt x="1477049" y="20970"/>
                  <a:pt x="1474631" y="20970"/>
                </a:cubicBezTo>
                <a:close/>
                <a:moveTo>
                  <a:pt x="1564495" y="58805"/>
                </a:moveTo>
                <a:cubicBezTo>
                  <a:pt x="1557453" y="76148"/>
                  <a:pt x="1549938" y="93858"/>
                  <a:pt x="1541950" y="111935"/>
                </a:cubicBezTo>
                <a:cubicBezTo>
                  <a:pt x="1541844" y="112145"/>
                  <a:pt x="1541555" y="112328"/>
                  <a:pt x="1541081" y="112486"/>
                </a:cubicBezTo>
                <a:cubicBezTo>
                  <a:pt x="1540610" y="112644"/>
                  <a:pt x="1540111" y="112724"/>
                  <a:pt x="1539585" y="112724"/>
                </a:cubicBezTo>
                <a:cubicBezTo>
                  <a:pt x="1539059" y="112724"/>
                  <a:pt x="1538560" y="112644"/>
                  <a:pt x="1538087" y="112486"/>
                </a:cubicBezTo>
                <a:cubicBezTo>
                  <a:pt x="1537613" y="112328"/>
                  <a:pt x="1537325" y="112145"/>
                  <a:pt x="1537220" y="111935"/>
                </a:cubicBezTo>
                <a:cubicBezTo>
                  <a:pt x="1532701" y="102790"/>
                  <a:pt x="1528471" y="93935"/>
                  <a:pt x="1524529" y="85370"/>
                </a:cubicBezTo>
                <a:cubicBezTo>
                  <a:pt x="1520588" y="76804"/>
                  <a:pt x="1516621" y="67582"/>
                  <a:pt x="1512626" y="57703"/>
                </a:cubicBezTo>
                <a:cubicBezTo>
                  <a:pt x="1511575" y="55180"/>
                  <a:pt x="1510656" y="53079"/>
                  <a:pt x="1509866" y="51398"/>
                </a:cubicBezTo>
                <a:cubicBezTo>
                  <a:pt x="1509079" y="49716"/>
                  <a:pt x="1508239" y="48349"/>
                  <a:pt x="1507345" y="47299"/>
                </a:cubicBezTo>
                <a:cubicBezTo>
                  <a:pt x="1506452" y="46247"/>
                  <a:pt x="1505401" y="45432"/>
                  <a:pt x="1504192" y="44855"/>
                </a:cubicBezTo>
                <a:cubicBezTo>
                  <a:pt x="1502982" y="44276"/>
                  <a:pt x="1501432" y="43828"/>
                  <a:pt x="1499542" y="43512"/>
                </a:cubicBezTo>
                <a:cubicBezTo>
                  <a:pt x="1499016" y="43408"/>
                  <a:pt x="1498595" y="43119"/>
                  <a:pt x="1498279" y="42646"/>
                </a:cubicBezTo>
                <a:cubicBezTo>
                  <a:pt x="1497964" y="42173"/>
                  <a:pt x="1497807" y="41674"/>
                  <a:pt x="1497807" y="41148"/>
                </a:cubicBezTo>
                <a:cubicBezTo>
                  <a:pt x="1497807" y="40517"/>
                  <a:pt x="1497912" y="39966"/>
                  <a:pt x="1498122" y="39493"/>
                </a:cubicBezTo>
                <a:cubicBezTo>
                  <a:pt x="1498332" y="39020"/>
                  <a:pt x="1498700" y="38783"/>
                  <a:pt x="1499227" y="38783"/>
                </a:cubicBezTo>
                <a:cubicBezTo>
                  <a:pt x="1502274" y="38783"/>
                  <a:pt x="1505242" y="38967"/>
                  <a:pt x="1508132" y="39336"/>
                </a:cubicBezTo>
                <a:cubicBezTo>
                  <a:pt x="1511024" y="39704"/>
                  <a:pt x="1514046" y="39887"/>
                  <a:pt x="1517199" y="39887"/>
                </a:cubicBezTo>
                <a:cubicBezTo>
                  <a:pt x="1520246" y="39887"/>
                  <a:pt x="1523267" y="39704"/>
                  <a:pt x="1526263" y="39336"/>
                </a:cubicBezTo>
                <a:cubicBezTo>
                  <a:pt x="1529259" y="38967"/>
                  <a:pt x="1532280" y="38783"/>
                  <a:pt x="1535327" y="38783"/>
                </a:cubicBezTo>
                <a:cubicBezTo>
                  <a:pt x="1535853" y="38783"/>
                  <a:pt x="1536248" y="39020"/>
                  <a:pt x="1536511" y="39493"/>
                </a:cubicBezTo>
                <a:cubicBezTo>
                  <a:pt x="1536774" y="39966"/>
                  <a:pt x="1536905" y="40517"/>
                  <a:pt x="1536905" y="41148"/>
                </a:cubicBezTo>
                <a:cubicBezTo>
                  <a:pt x="1536905" y="41674"/>
                  <a:pt x="1536774" y="42200"/>
                  <a:pt x="1536511" y="42726"/>
                </a:cubicBezTo>
                <a:cubicBezTo>
                  <a:pt x="1536248" y="43250"/>
                  <a:pt x="1535853" y="43512"/>
                  <a:pt x="1535327" y="43512"/>
                </a:cubicBezTo>
                <a:cubicBezTo>
                  <a:pt x="1532070" y="43722"/>
                  <a:pt x="1529732" y="44327"/>
                  <a:pt x="1528313" y="45326"/>
                </a:cubicBezTo>
                <a:cubicBezTo>
                  <a:pt x="1526893" y="46325"/>
                  <a:pt x="1526184" y="47770"/>
                  <a:pt x="1526184" y="49661"/>
                </a:cubicBezTo>
                <a:cubicBezTo>
                  <a:pt x="1526184" y="51238"/>
                  <a:pt x="1526605" y="53182"/>
                  <a:pt x="1527447" y="55495"/>
                </a:cubicBezTo>
                <a:cubicBezTo>
                  <a:pt x="1529863" y="62011"/>
                  <a:pt x="1532385" y="68343"/>
                  <a:pt x="1535012" y="74492"/>
                </a:cubicBezTo>
                <a:cubicBezTo>
                  <a:pt x="1537641" y="80640"/>
                  <a:pt x="1540321" y="86447"/>
                  <a:pt x="1543054" y="91913"/>
                </a:cubicBezTo>
                <a:cubicBezTo>
                  <a:pt x="1543264" y="92439"/>
                  <a:pt x="1543579" y="92676"/>
                  <a:pt x="1543999" y="92623"/>
                </a:cubicBezTo>
                <a:cubicBezTo>
                  <a:pt x="1544420" y="92570"/>
                  <a:pt x="1544735" y="92333"/>
                  <a:pt x="1544945" y="91913"/>
                </a:cubicBezTo>
                <a:cubicBezTo>
                  <a:pt x="1545997" y="89600"/>
                  <a:pt x="1547205" y="86763"/>
                  <a:pt x="1548570" y="83400"/>
                </a:cubicBezTo>
                <a:cubicBezTo>
                  <a:pt x="1549936" y="80037"/>
                  <a:pt x="1551276" y="76595"/>
                  <a:pt x="1552590" y="73075"/>
                </a:cubicBezTo>
                <a:cubicBezTo>
                  <a:pt x="1553905" y="69553"/>
                  <a:pt x="1555141" y="66058"/>
                  <a:pt x="1556297" y="62591"/>
                </a:cubicBezTo>
                <a:cubicBezTo>
                  <a:pt x="1557453" y="59122"/>
                  <a:pt x="1558399" y="56127"/>
                  <a:pt x="1559133" y="53604"/>
                </a:cubicBezTo>
                <a:cubicBezTo>
                  <a:pt x="1559555" y="52237"/>
                  <a:pt x="1559766" y="50923"/>
                  <a:pt x="1559766" y="49661"/>
                </a:cubicBezTo>
                <a:cubicBezTo>
                  <a:pt x="1559766" y="47034"/>
                  <a:pt x="1558977" y="45406"/>
                  <a:pt x="1557399" y="44775"/>
                </a:cubicBezTo>
                <a:cubicBezTo>
                  <a:pt x="1555822" y="44143"/>
                  <a:pt x="1554194" y="43722"/>
                  <a:pt x="1552513" y="43512"/>
                </a:cubicBezTo>
                <a:cubicBezTo>
                  <a:pt x="1551883" y="43408"/>
                  <a:pt x="1551409" y="43093"/>
                  <a:pt x="1551094" y="42567"/>
                </a:cubicBezTo>
                <a:cubicBezTo>
                  <a:pt x="1550778" y="42041"/>
                  <a:pt x="1550646" y="41516"/>
                  <a:pt x="1550699" y="40991"/>
                </a:cubicBezTo>
                <a:cubicBezTo>
                  <a:pt x="1550752" y="40465"/>
                  <a:pt x="1550936" y="39966"/>
                  <a:pt x="1551250" y="39493"/>
                </a:cubicBezTo>
                <a:cubicBezTo>
                  <a:pt x="1551566" y="39020"/>
                  <a:pt x="1551987" y="38783"/>
                  <a:pt x="1552513" y="38783"/>
                </a:cubicBezTo>
                <a:cubicBezTo>
                  <a:pt x="1554825" y="38783"/>
                  <a:pt x="1556980" y="38967"/>
                  <a:pt x="1558977" y="39336"/>
                </a:cubicBezTo>
                <a:cubicBezTo>
                  <a:pt x="1560973" y="39704"/>
                  <a:pt x="1563075" y="39887"/>
                  <a:pt x="1565282" y="39887"/>
                </a:cubicBezTo>
                <a:cubicBezTo>
                  <a:pt x="1567594" y="39887"/>
                  <a:pt x="1570038" y="39704"/>
                  <a:pt x="1572612" y="39336"/>
                </a:cubicBezTo>
                <a:cubicBezTo>
                  <a:pt x="1575187" y="38967"/>
                  <a:pt x="1577211" y="38783"/>
                  <a:pt x="1578683" y="38783"/>
                </a:cubicBezTo>
                <a:cubicBezTo>
                  <a:pt x="1579314" y="38783"/>
                  <a:pt x="1579760" y="39020"/>
                  <a:pt x="1580023" y="39493"/>
                </a:cubicBezTo>
                <a:cubicBezTo>
                  <a:pt x="1580286" y="39966"/>
                  <a:pt x="1580418" y="40517"/>
                  <a:pt x="1580418" y="41148"/>
                </a:cubicBezTo>
                <a:cubicBezTo>
                  <a:pt x="1580418" y="41674"/>
                  <a:pt x="1580286" y="42200"/>
                  <a:pt x="1580023" y="42726"/>
                </a:cubicBezTo>
                <a:cubicBezTo>
                  <a:pt x="1579760" y="43250"/>
                  <a:pt x="1579366" y="43512"/>
                  <a:pt x="1578840" y="43512"/>
                </a:cubicBezTo>
                <a:cubicBezTo>
                  <a:pt x="1576739" y="43618"/>
                  <a:pt x="1574979" y="44091"/>
                  <a:pt x="1573559" y="44932"/>
                </a:cubicBezTo>
                <a:cubicBezTo>
                  <a:pt x="1572140" y="45772"/>
                  <a:pt x="1570905" y="46850"/>
                  <a:pt x="1569855" y="48165"/>
                </a:cubicBezTo>
                <a:cubicBezTo>
                  <a:pt x="1568804" y="49478"/>
                  <a:pt x="1567858" y="51055"/>
                  <a:pt x="1567016" y="52894"/>
                </a:cubicBezTo>
                <a:cubicBezTo>
                  <a:pt x="1566176" y="54734"/>
                  <a:pt x="1565335" y="56704"/>
                  <a:pt x="1564495" y="58805"/>
                </a:cubicBezTo>
                <a:close/>
                <a:moveTo>
                  <a:pt x="1603435" y="69683"/>
                </a:moveTo>
                <a:cubicBezTo>
                  <a:pt x="1602909" y="69683"/>
                  <a:pt x="1602620" y="69867"/>
                  <a:pt x="1602567" y="70236"/>
                </a:cubicBezTo>
                <a:cubicBezTo>
                  <a:pt x="1602515" y="70603"/>
                  <a:pt x="1602490" y="71050"/>
                  <a:pt x="1602490" y="71576"/>
                </a:cubicBezTo>
                <a:cubicBezTo>
                  <a:pt x="1602490" y="77042"/>
                  <a:pt x="1603093" y="81666"/>
                  <a:pt x="1604301" y="85449"/>
                </a:cubicBezTo>
                <a:cubicBezTo>
                  <a:pt x="1605510" y="89232"/>
                  <a:pt x="1607192" y="92307"/>
                  <a:pt x="1609346" y="94672"/>
                </a:cubicBezTo>
                <a:cubicBezTo>
                  <a:pt x="1611501" y="97036"/>
                  <a:pt x="1614077" y="98744"/>
                  <a:pt x="1617072" y="99796"/>
                </a:cubicBezTo>
                <a:cubicBezTo>
                  <a:pt x="1620068" y="100847"/>
                  <a:pt x="1623300" y="101372"/>
                  <a:pt x="1626767" y="101372"/>
                </a:cubicBezTo>
                <a:cubicBezTo>
                  <a:pt x="1630340" y="101372"/>
                  <a:pt x="1633808" y="101083"/>
                  <a:pt x="1637171" y="100506"/>
                </a:cubicBezTo>
                <a:cubicBezTo>
                  <a:pt x="1640536" y="99927"/>
                  <a:pt x="1643426" y="98639"/>
                  <a:pt x="1645843" y="96642"/>
                </a:cubicBezTo>
                <a:cubicBezTo>
                  <a:pt x="1646369" y="96222"/>
                  <a:pt x="1646921" y="96065"/>
                  <a:pt x="1647498" y="96171"/>
                </a:cubicBezTo>
                <a:cubicBezTo>
                  <a:pt x="1648077" y="96275"/>
                  <a:pt x="1648550" y="96537"/>
                  <a:pt x="1648918" y="96958"/>
                </a:cubicBezTo>
                <a:cubicBezTo>
                  <a:pt x="1649285" y="97378"/>
                  <a:pt x="1649521" y="97851"/>
                  <a:pt x="1649625" y="98377"/>
                </a:cubicBezTo>
                <a:cubicBezTo>
                  <a:pt x="1649731" y="98903"/>
                  <a:pt x="1649626" y="99376"/>
                  <a:pt x="1649312" y="99796"/>
                </a:cubicBezTo>
                <a:cubicBezTo>
                  <a:pt x="1645949" y="104210"/>
                  <a:pt x="1642165" y="107257"/>
                  <a:pt x="1637960" y="108940"/>
                </a:cubicBezTo>
                <a:cubicBezTo>
                  <a:pt x="1633757" y="110620"/>
                  <a:pt x="1628554" y="111461"/>
                  <a:pt x="1622353" y="111461"/>
                </a:cubicBezTo>
                <a:cubicBezTo>
                  <a:pt x="1616047" y="111461"/>
                  <a:pt x="1610608" y="110515"/>
                  <a:pt x="1606035" y="108625"/>
                </a:cubicBezTo>
                <a:cubicBezTo>
                  <a:pt x="1601463" y="106732"/>
                  <a:pt x="1597679" y="104078"/>
                  <a:pt x="1594683" y="100662"/>
                </a:cubicBezTo>
                <a:cubicBezTo>
                  <a:pt x="1591689" y="97246"/>
                  <a:pt x="1589483" y="93253"/>
                  <a:pt x="1588063" y="88682"/>
                </a:cubicBezTo>
                <a:cubicBezTo>
                  <a:pt x="1586644" y="84110"/>
                  <a:pt x="1585934" y="79143"/>
                  <a:pt x="1585934" y="73782"/>
                </a:cubicBezTo>
                <a:cubicBezTo>
                  <a:pt x="1585934" y="68632"/>
                  <a:pt x="1586801" y="63746"/>
                  <a:pt x="1588535" y="59122"/>
                </a:cubicBezTo>
                <a:cubicBezTo>
                  <a:pt x="1590270" y="54497"/>
                  <a:pt x="1592714" y="50503"/>
                  <a:pt x="1595867" y="47140"/>
                </a:cubicBezTo>
                <a:cubicBezTo>
                  <a:pt x="1599020" y="43777"/>
                  <a:pt x="1602751" y="41097"/>
                  <a:pt x="1607060" y="39101"/>
                </a:cubicBezTo>
                <a:cubicBezTo>
                  <a:pt x="1611369" y="37102"/>
                  <a:pt x="1616152" y="36103"/>
                  <a:pt x="1621407" y="36103"/>
                </a:cubicBezTo>
                <a:cubicBezTo>
                  <a:pt x="1625821" y="36103"/>
                  <a:pt x="1629840" y="36866"/>
                  <a:pt x="1633466" y="38391"/>
                </a:cubicBezTo>
                <a:cubicBezTo>
                  <a:pt x="1637092" y="39914"/>
                  <a:pt x="1640167" y="42016"/>
                  <a:pt x="1642690" y="44696"/>
                </a:cubicBezTo>
                <a:cubicBezTo>
                  <a:pt x="1645212" y="47376"/>
                  <a:pt x="1647183" y="50582"/>
                  <a:pt x="1648602" y="54314"/>
                </a:cubicBezTo>
                <a:cubicBezTo>
                  <a:pt x="1650022" y="58044"/>
                  <a:pt x="1650731" y="62064"/>
                  <a:pt x="1650731" y="66373"/>
                </a:cubicBezTo>
                <a:cubicBezTo>
                  <a:pt x="1650731" y="68580"/>
                  <a:pt x="1649943" y="69683"/>
                  <a:pt x="1648367" y="69683"/>
                </a:cubicBezTo>
                <a:lnTo>
                  <a:pt x="1603435" y="69683"/>
                </a:lnTo>
                <a:moveTo>
                  <a:pt x="1632285" y="64167"/>
                </a:moveTo>
                <a:cubicBezTo>
                  <a:pt x="1633756" y="64167"/>
                  <a:pt x="1634596" y="63642"/>
                  <a:pt x="1634806" y="62591"/>
                </a:cubicBezTo>
                <a:cubicBezTo>
                  <a:pt x="1635018" y="61539"/>
                  <a:pt x="1635124" y="60277"/>
                  <a:pt x="1635124" y="58805"/>
                </a:cubicBezTo>
                <a:cubicBezTo>
                  <a:pt x="1635124" y="56598"/>
                  <a:pt x="1634782" y="54470"/>
                  <a:pt x="1634099" y="52420"/>
                </a:cubicBezTo>
                <a:cubicBezTo>
                  <a:pt x="1633416" y="50371"/>
                  <a:pt x="1632443" y="48558"/>
                  <a:pt x="1631181" y="46981"/>
                </a:cubicBezTo>
                <a:cubicBezTo>
                  <a:pt x="1629921" y="45405"/>
                  <a:pt x="1628397" y="44143"/>
                  <a:pt x="1626611" y="43197"/>
                </a:cubicBezTo>
                <a:cubicBezTo>
                  <a:pt x="1624824" y="42251"/>
                  <a:pt x="1622774" y="41778"/>
                  <a:pt x="1620462" y="41778"/>
                </a:cubicBezTo>
                <a:cubicBezTo>
                  <a:pt x="1617623" y="41778"/>
                  <a:pt x="1615179" y="42278"/>
                  <a:pt x="1613130" y="43277"/>
                </a:cubicBezTo>
                <a:cubicBezTo>
                  <a:pt x="1611080" y="44276"/>
                  <a:pt x="1609346" y="45590"/>
                  <a:pt x="1607926" y="47219"/>
                </a:cubicBezTo>
                <a:cubicBezTo>
                  <a:pt x="1606509" y="48847"/>
                  <a:pt x="1605432" y="50765"/>
                  <a:pt x="1604696" y="52974"/>
                </a:cubicBezTo>
                <a:cubicBezTo>
                  <a:pt x="1603959" y="55180"/>
                  <a:pt x="1603434" y="57492"/>
                  <a:pt x="1603120" y="59909"/>
                </a:cubicBezTo>
                <a:cubicBezTo>
                  <a:pt x="1602910" y="61171"/>
                  <a:pt x="1602830" y="62197"/>
                  <a:pt x="1602882" y="62986"/>
                </a:cubicBezTo>
                <a:cubicBezTo>
                  <a:pt x="1602935" y="63773"/>
                  <a:pt x="1603171" y="64167"/>
                  <a:pt x="1603591" y="64167"/>
                </a:cubicBezTo>
                <a:lnTo>
                  <a:pt x="1632285" y="64167"/>
                </a:lnTo>
                <a:close/>
                <a:moveTo>
                  <a:pt x="1758331" y="69683"/>
                </a:moveTo>
                <a:cubicBezTo>
                  <a:pt x="1757805" y="69683"/>
                  <a:pt x="1757515" y="69867"/>
                  <a:pt x="1757462" y="70236"/>
                </a:cubicBezTo>
                <a:cubicBezTo>
                  <a:pt x="1757411" y="70603"/>
                  <a:pt x="1757385" y="71050"/>
                  <a:pt x="1757385" y="71576"/>
                </a:cubicBezTo>
                <a:cubicBezTo>
                  <a:pt x="1757385" y="77042"/>
                  <a:pt x="1757989" y="81666"/>
                  <a:pt x="1759197" y="85449"/>
                </a:cubicBezTo>
                <a:cubicBezTo>
                  <a:pt x="1760406" y="89232"/>
                  <a:pt x="1762087" y="92307"/>
                  <a:pt x="1764241" y="94672"/>
                </a:cubicBezTo>
                <a:cubicBezTo>
                  <a:pt x="1766397" y="97036"/>
                  <a:pt x="1768972" y="98744"/>
                  <a:pt x="1771968" y="99796"/>
                </a:cubicBezTo>
                <a:cubicBezTo>
                  <a:pt x="1774964" y="100847"/>
                  <a:pt x="1778195" y="101372"/>
                  <a:pt x="1781663" y="101372"/>
                </a:cubicBezTo>
                <a:cubicBezTo>
                  <a:pt x="1785236" y="101372"/>
                  <a:pt x="1788704" y="101083"/>
                  <a:pt x="1792067" y="100506"/>
                </a:cubicBezTo>
                <a:cubicBezTo>
                  <a:pt x="1795431" y="99927"/>
                  <a:pt x="1798322" y="98639"/>
                  <a:pt x="1800739" y="96642"/>
                </a:cubicBezTo>
                <a:cubicBezTo>
                  <a:pt x="1801265" y="96222"/>
                  <a:pt x="1801817" y="96065"/>
                  <a:pt x="1802394" y="96171"/>
                </a:cubicBezTo>
                <a:cubicBezTo>
                  <a:pt x="1802973" y="96275"/>
                  <a:pt x="1803446" y="96537"/>
                  <a:pt x="1803813" y="96958"/>
                </a:cubicBezTo>
                <a:cubicBezTo>
                  <a:pt x="1804180" y="97378"/>
                  <a:pt x="1804416" y="97851"/>
                  <a:pt x="1804520" y="98377"/>
                </a:cubicBezTo>
                <a:cubicBezTo>
                  <a:pt x="1804626" y="98903"/>
                  <a:pt x="1804522" y="99376"/>
                  <a:pt x="1804208" y="99796"/>
                </a:cubicBezTo>
                <a:cubicBezTo>
                  <a:pt x="1800845" y="104210"/>
                  <a:pt x="1797061" y="107257"/>
                  <a:pt x="1792856" y="108940"/>
                </a:cubicBezTo>
                <a:cubicBezTo>
                  <a:pt x="1788652" y="110620"/>
                  <a:pt x="1783450" y="111461"/>
                  <a:pt x="1777248" y="111461"/>
                </a:cubicBezTo>
                <a:cubicBezTo>
                  <a:pt x="1770942" y="111461"/>
                  <a:pt x="1765503" y="110515"/>
                  <a:pt x="1760931" y="108625"/>
                </a:cubicBezTo>
                <a:cubicBezTo>
                  <a:pt x="1756359" y="106732"/>
                  <a:pt x="1752575" y="104078"/>
                  <a:pt x="1749579" y="100662"/>
                </a:cubicBezTo>
                <a:cubicBezTo>
                  <a:pt x="1746585" y="97246"/>
                  <a:pt x="1744378" y="93253"/>
                  <a:pt x="1742959" y="88682"/>
                </a:cubicBezTo>
                <a:cubicBezTo>
                  <a:pt x="1741540" y="84110"/>
                  <a:pt x="1740830" y="79143"/>
                  <a:pt x="1740830" y="73782"/>
                </a:cubicBezTo>
                <a:cubicBezTo>
                  <a:pt x="1740830" y="68632"/>
                  <a:pt x="1741697" y="63746"/>
                  <a:pt x="1743430" y="59122"/>
                </a:cubicBezTo>
                <a:cubicBezTo>
                  <a:pt x="1745166" y="54497"/>
                  <a:pt x="1747610" y="50503"/>
                  <a:pt x="1750763" y="47140"/>
                </a:cubicBezTo>
                <a:cubicBezTo>
                  <a:pt x="1753916" y="43777"/>
                  <a:pt x="1757647" y="41097"/>
                  <a:pt x="1761956" y="39101"/>
                </a:cubicBezTo>
                <a:cubicBezTo>
                  <a:pt x="1766265" y="37102"/>
                  <a:pt x="1771047" y="36103"/>
                  <a:pt x="1776303" y="36103"/>
                </a:cubicBezTo>
                <a:cubicBezTo>
                  <a:pt x="1780716" y="36103"/>
                  <a:pt x="1784736" y="36866"/>
                  <a:pt x="1788362" y="38391"/>
                </a:cubicBezTo>
                <a:cubicBezTo>
                  <a:pt x="1791988" y="39914"/>
                  <a:pt x="1795062" y="42016"/>
                  <a:pt x="1797585" y="44696"/>
                </a:cubicBezTo>
                <a:cubicBezTo>
                  <a:pt x="1800108" y="47376"/>
                  <a:pt x="1802079" y="50582"/>
                  <a:pt x="1803498" y="54314"/>
                </a:cubicBezTo>
                <a:cubicBezTo>
                  <a:pt x="1804917" y="58044"/>
                  <a:pt x="1805627" y="62064"/>
                  <a:pt x="1805627" y="66373"/>
                </a:cubicBezTo>
                <a:cubicBezTo>
                  <a:pt x="1805627" y="68580"/>
                  <a:pt x="1804839" y="69683"/>
                  <a:pt x="1803262" y="69683"/>
                </a:cubicBezTo>
                <a:lnTo>
                  <a:pt x="1758331" y="69683"/>
                </a:lnTo>
                <a:moveTo>
                  <a:pt x="1787181" y="64167"/>
                </a:moveTo>
                <a:cubicBezTo>
                  <a:pt x="1788652" y="64167"/>
                  <a:pt x="1789492" y="63642"/>
                  <a:pt x="1789702" y="62591"/>
                </a:cubicBezTo>
                <a:cubicBezTo>
                  <a:pt x="1789914" y="61539"/>
                  <a:pt x="1790020" y="60277"/>
                  <a:pt x="1790020" y="58805"/>
                </a:cubicBezTo>
                <a:cubicBezTo>
                  <a:pt x="1790020" y="56598"/>
                  <a:pt x="1789678" y="54470"/>
                  <a:pt x="1788995" y="52420"/>
                </a:cubicBezTo>
                <a:cubicBezTo>
                  <a:pt x="1788312" y="50371"/>
                  <a:pt x="1787339" y="48558"/>
                  <a:pt x="1786077" y="46981"/>
                </a:cubicBezTo>
                <a:cubicBezTo>
                  <a:pt x="1784816" y="45405"/>
                  <a:pt x="1783293" y="44143"/>
                  <a:pt x="1781506" y="43197"/>
                </a:cubicBezTo>
                <a:cubicBezTo>
                  <a:pt x="1779720" y="42251"/>
                  <a:pt x="1777670" y="41778"/>
                  <a:pt x="1775357" y="41778"/>
                </a:cubicBezTo>
                <a:cubicBezTo>
                  <a:pt x="1772519" y="41778"/>
                  <a:pt x="1770075" y="42278"/>
                  <a:pt x="1768025" y="43277"/>
                </a:cubicBezTo>
                <a:cubicBezTo>
                  <a:pt x="1765976" y="44276"/>
                  <a:pt x="1764241" y="45590"/>
                  <a:pt x="1762822" y="47219"/>
                </a:cubicBezTo>
                <a:cubicBezTo>
                  <a:pt x="1761404" y="48847"/>
                  <a:pt x="1760327" y="50765"/>
                  <a:pt x="1759591" y="52974"/>
                </a:cubicBezTo>
                <a:cubicBezTo>
                  <a:pt x="1758855" y="55180"/>
                  <a:pt x="1758330" y="57492"/>
                  <a:pt x="1758016" y="59909"/>
                </a:cubicBezTo>
                <a:cubicBezTo>
                  <a:pt x="1757805" y="61171"/>
                  <a:pt x="1757726" y="62197"/>
                  <a:pt x="1757777" y="62986"/>
                </a:cubicBezTo>
                <a:cubicBezTo>
                  <a:pt x="1757830" y="63773"/>
                  <a:pt x="1758067" y="64167"/>
                  <a:pt x="1758487" y="64167"/>
                </a:cubicBezTo>
                <a:lnTo>
                  <a:pt x="1787181" y="64167"/>
                </a:lnTo>
                <a:close/>
                <a:moveTo>
                  <a:pt x="1843368" y="91124"/>
                </a:moveTo>
                <a:cubicBezTo>
                  <a:pt x="1843368" y="93752"/>
                  <a:pt x="1843474" y="95934"/>
                  <a:pt x="1843684" y="97667"/>
                </a:cubicBezTo>
                <a:cubicBezTo>
                  <a:pt x="1843894" y="99401"/>
                  <a:pt x="1844419" y="100794"/>
                  <a:pt x="1845259" y="101846"/>
                </a:cubicBezTo>
                <a:cubicBezTo>
                  <a:pt x="1846101" y="102896"/>
                  <a:pt x="1847494" y="103736"/>
                  <a:pt x="1849438" y="104367"/>
                </a:cubicBezTo>
                <a:cubicBezTo>
                  <a:pt x="1851382" y="104997"/>
                  <a:pt x="1854088" y="105523"/>
                  <a:pt x="1857557" y="105945"/>
                </a:cubicBezTo>
                <a:cubicBezTo>
                  <a:pt x="1858187" y="106049"/>
                  <a:pt x="1858660" y="106338"/>
                  <a:pt x="1858976" y="106811"/>
                </a:cubicBezTo>
                <a:cubicBezTo>
                  <a:pt x="1859292" y="107284"/>
                  <a:pt x="1859450" y="107836"/>
                  <a:pt x="1859450" y="108466"/>
                </a:cubicBezTo>
                <a:cubicBezTo>
                  <a:pt x="1859450" y="108992"/>
                  <a:pt x="1859292" y="109491"/>
                  <a:pt x="1858976" y="109965"/>
                </a:cubicBezTo>
                <a:cubicBezTo>
                  <a:pt x="1858660" y="110438"/>
                  <a:pt x="1858240" y="110674"/>
                  <a:pt x="1857715" y="110674"/>
                </a:cubicBezTo>
                <a:cubicBezTo>
                  <a:pt x="1853510" y="110674"/>
                  <a:pt x="1849752" y="110490"/>
                  <a:pt x="1846440" y="110121"/>
                </a:cubicBezTo>
                <a:cubicBezTo>
                  <a:pt x="1843130" y="109754"/>
                  <a:pt x="1839899" y="109570"/>
                  <a:pt x="1836746" y="109570"/>
                </a:cubicBezTo>
                <a:cubicBezTo>
                  <a:pt x="1833383" y="109570"/>
                  <a:pt x="1830020" y="109754"/>
                  <a:pt x="1826657" y="110121"/>
                </a:cubicBezTo>
                <a:cubicBezTo>
                  <a:pt x="1823294" y="110490"/>
                  <a:pt x="1820036" y="110674"/>
                  <a:pt x="1816883" y="110674"/>
                </a:cubicBezTo>
                <a:cubicBezTo>
                  <a:pt x="1816253" y="110674"/>
                  <a:pt x="1815780" y="110438"/>
                  <a:pt x="1815464" y="109965"/>
                </a:cubicBezTo>
                <a:cubicBezTo>
                  <a:pt x="1815148" y="109491"/>
                  <a:pt x="1814990" y="108992"/>
                  <a:pt x="1814990" y="108466"/>
                </a:cubicBezTo>
                <a:cubicBezTo>
                  <a:pt x="1814990" y="107836"/>
                  <a:pt x="1815148" y="107284"/>
                  <a:pt x="1815464" y="106811"/>
                </a:cubicBezTo>
                <a:cubicBezTo>
                  <a:pt x="1815780" y="106338"/>
                  <a:pt x="1816305" y="106049"/>
                  <a:pt x="1817039" y="105945"/>
                </a:cubicBezTo>
                <a:cubicBezTo>
                  <a:pt x="1819878" y="105629"/>
                  <a:pt x="1822059" y="105182"/>
                  <a:pt x="1823582" y="104605"/>
                </a:cubicBezTo>
                <a:cubicBezTo>
                  <a:pt x="1825106" y="104026"/>
                  <a:pt x="1826236" y="103211"/>
                  <a:pt x="1826972" y="102161"/>
                </a:cubicBezTo>
                <a:cubicBezTo>
                  <a:pt x="1827708" y="101109"/>
                  <a:pt x="1828155" y="99742"/>
                  <a:pt x="1828312" y="98062"/>
                </a:cubicBezTo>
                <a:cubicBezTo>
                  <a:pt x="1828469" y="96379"/>
                  <a:pt x="1828548" y="94225"/>
                  <a:pt x="1828548" y="91598"/>
                </a:cubicBezTo>
                <a:lnTo>
                  <a:pt x="1828548" y="48401"/>
                </a:lnTo>
                <a:cubicBezTo>
                  <a:pt x="1828548" y="46928"/>
                  <a:pt x="1828443" y="46062"/>
                  <a:pt x="1828232" y="45800"/>
                </a:cubicBezTo>
                <a:cubicBezTo>
                  <a:pt x="1828022" y="45537"/>
                  <a:pt x="1827234" y="45406"/>
                  <a:pt x="1825868" y="45406"/>
                </a:cubicBezTo>
                <a:lnTo>
                  <a:pt x="1817987" y="45406"/>
                </a:lnTo>
                <a:cubicBezTo>
                  <a:pt x="1817355" y="45406"/>
                  <a:pt x="1816881" y="45117"/>
                  <a:pt x="1816565" y="44540"/>
                </a:cubicBezTo>
                <a:cubicBezTo>
                  <a:pt x="1816251" y="43961"/>
                  <a:pt x="1816094" y="43356"/>
                  <a:pt x="1816094" y="42726"/>
                </a:cubicBezTo>
                <a:cubicBezTo>
                  <a:pt x="1816094" y="41990"/>
                  <a:pt x="1816277" y="41306"/>
                  <a:pt x="1816645" y="40676"/>
                </a:cubicBezTo>
                <a:cubicBezTo>
                  <a:pt x="1817014" y="40044"/>
                  <a:pt x="1817513" y="39676"/>
                  <a:pt x="1818143" y="39572"/>
                </a:cubicBezTo>
                <a:lnTo>
                  <a:pt x="1826657" y="38783"/>
                </a:lnTo>
                <a:cubicBezTo>
                  <a:pt x="1827077" y="38783"/>
                  <a:pt x="1827419" y="38731"/>
                  <a:pt x="1827682" y="38627"/>
                </a:cubicBezTo>
                <a:cubicBezTo>
                  <a:pt x="1827945" y="38521"/>
                  <a:pt x="1828155" y="38284"/>
                  <a:pt x="1828312" y="37917"/>
                </a:cubicBezTo>
                <a:cubicBezTo>
                  <a:pt x="1828469" y="37548"/>
                  <a:pt x="1828548" y="36944"/>
                  <a:pt x="1828548" y="36103"/>
                </a:cubicBezTo>
                <a:cubicBezTo>
                  <a:pt x="1828548" y="35157"/>
                  <a:pt x="1828548" y="33896"/>
                  <a:pt x="1828548" y="32319"/>
                </a:cubicBezTo>
                <a:cubicBezTo>
                  <a:pt x="1828548" y="27696"/>
                  <a:pt x="1829257" y="23414"/>
                  <a:pt x="1830677" y="19473"/>
                </a:cubicBezTo>
                <a:cubicBezTo>
                  <a:pt x="1832096" y="15531"/>
                  <a:pt x="1834172" y="12115"/>
                  <a:pt x="1836905" y="9225"/>
                </a:cubicBezTo>
                <a:cubicBezTo>
                  <a:pt x="1839637" y="6334"/>
                  <a:pt x="1843000" y="4073"/>
                  <a:pt x="1846994" y="2444"/>
                </a:cubicBezTo>
                <a:cubicBezTo>
                  <a:pt x="1850989" y="815"/>
                  <a:pt x="1855561" y="0"/>
                  <a:pt x="1860710" y="0"/>
                </a:cubicBezTo>
                <a:cubicBezTo>
                  <a:pt x="1863337" y="0"/>
                  <a:pt x="1865939" y="263"/>
                  <a:pt x="1868514" y="789"/>
                </a:cubicBezTo>
                <a:cubicBezTo>
                  <a:pt x="1871090" y="1315"/>
                  <a:pt x="1873402" y="2183"/>
                  <a:pt x="1875450" y="3392"/>
                </a:cubicBezTo>
                <a:cubicBezTo>
                  <a:pt x="1877499" y="4599"/>
                  <a:pt x="1879154" y="6176"/>
                  <a:pt x="1880415" y="8121"/>
                </a:cubicBezTo>
                <a:cubicBezTo>
                  <a:pt x="1881677" y="10065"/>
                  <a:pt x="1882308" y="12455"/>
                  <a:pt x="1882308" y="15292"/>
                </a:cubicBezTo>
                <a:cubicBezTo>
                  <a:pt x="1882308" y="17185"/>
                  <a:pt x="1881572" y="18814"/>
                  <a:pt x="1880100" y="20181"/>
                </a:cubicBezTo>
                <a:cubicBezTo>
                  <a:pt x="1878629" y="21547"/>
                  <a:pt x="1876843" y="22230"/>
                  <a:pt x="1874742" y="22230"/>
                </a:cubicBezTo>
                <a:cubicBezTo>
                  <a:pt x="1872954" y="22230"/>
                  <a:pt x="1871350" y="21783"/>
                  <a:pt x="1869931" y="20890"/>
                </a:cubicBezTo>
                <a:cubicBezTo>
                  <a:pt x="1868513" y="19997"/>
                  <a:pt x="1867805" y="18657"/>
                  <a:pt x="1867805" y="16870"/>
                </a:cubicBezTo>
                <a:cubicBezTo>
                  <a:pt x="1867805" y="15294"/>
                  <a:pt x="1868041" y="14269"/>
                  <a:pt x="1868514" y="13796"/>
                </a:cubicBezTo>
                <a:cubicBezTo>
                  <a:pt x="1868987" y="13323"/>
                  <a:pt x="1869224" y="12718"/>
                  <a:pt x="1869224" y="11982"/>
                </a:cubicBezTo>
                <a:cubicBezTo>
                  <a:pt x="1869224" y="9880"/>
                  <a:pt x="1868331" y="8303"/>
                  <a:pt x="1866544" y="7253"/>
                </a:cubicBezTo>
                <a:cubicBezTo>
                  <a:pt x="1864757" y="6202"/>
                  <a:pt x="1862498" y="5677"/>
                  <a:pt x="1859765" y="5677"/>
                </a:cubicBezTo>
                <a:cubicBezTo>
                  <a:pt x="1855666" y="5677"/>
                  <a:pt x="1852512" y="6570"/>
                  <a:pt x="1850304" y="8357"/>
                </a:cubicBezTo>
                <a:cubicBezTo>
                  <a:pt x="1848097" y="10144"/>
                  <a:pt x="1846468" y="12403"/>
                  <a:pt x="1845416" y="15136"/>
                </a:cubicBezTo>
                <a:cubicBezTo>
                  <a:pt x="1844365" y="17869"/>
                  <a:pt x="1843761" y="20838"/>
                  <a:pt x="1843604" y="24044"/>
                </a:cubicBezTo>
                <a:cubicBezTo>
                  <a:pt x="1843447" y="27248"/>
                  <a:pt x="1843368" y="30270"/>
                  <a:pt x="1843368" y="33108"/>
                </a:cubicBezTo>
                <a:lnTo>
                  <a:pt x="1843368" y="36103"/>
                </a:lnTo>
                <a:cubicBezTo>
                  <a:pt x="1843368" y="37365"/>
                  <a:pt x="1843474" y="38128"/>
                  <a:pt x="1843684" y="38391"/>
                </a:cubicBezTo>
                <a:cubicBezTo>
                  <a:pt x="1843894" y="38652"/>
                  <a:pt x="1844577" y="38783"/>
                  <a:pt x="1845733" y="38783"/>
                </a:cubicBezTo>
                <a:lnTo>
                  <a:pt x="1861026" y="38783"/>
                </a:lnTo>
                <a:cubicBezTo>
                  <a:pt x="1861656" y="38783"/>
                  <a:pt x="1862128" y="39125"/>
                  <a:pt x="1862442" y="39808"/>
                </a:cubicBezTo>
                <a:cubicBezTo>
                  <a:pt x="1862758" y="40491"/>
                  <a:pt x="1862916" y="41254"/>
                  <a:pt x="1862916" y="42096"/>
                </a:cubicBezTo>
                <a:cubicBezTo>
                  <a:pt x="1862916" y="42936"/>
                  <a:pt x="1862758" y="43698"/>
                  <a:pt x="1862442" y="44381"/>
                </a:cubicBezTo>
                <a:cubicBezTo>
                  <a:pt x="1862128" y="45064"/>
                  <a:pt x="1861656" y="45406"/>
                  <a:pt x="1861026" y="45406"/>
                </a:cubicBezTo>
                <a:lnTo>
                  <a:pt x="1845733" y="45406"/>
                </a:lnTo>
                <a:cubicBezTo>
                  <a:pt x="1844577" y="45406"/>
                  <a:pt x="1843894" y="45537"/>
                  <a:pt x="1843684" y="45800"/>
                </a:cubicBezTo>
                <a:cubicBezTo>
                  <a:pt x="1843474" y="46062"/>
                  <a:pt x="1843368" y="46928"/>
                  <a:pt x="1843368" y="48401"/>
                </a:cubicBezTo>
                <a:lnTo>
                  <a:pt x="1843368" y="91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Text f">
            <a:extLst xmlns:a="http://schemas.openxmlformats.org/drawingml/2006/main">
              <a:ext uri="{FF2B5EF4-FFF2-40B4-BE49-F238E27FC236}">
                <a16:creationId xmlns:a16="http://schemas.microsoft.com/office/drawing/2014/main" id="{6A4EA744-5F12-434A-94F5-7CE16D88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487" y="4318670"/>
            <a:ext cx="67318" cy="110674"/>
          </a:xfrm>
          <a:custGeom xmlns:a="http://schemas.openxmlformats.org/drawingml/2006/main">
            <a:pathLst>
              <a:path w="67318" h="110674">
                <a:moveTo>
                  <a:pt x="28379" y="91124"/>
                </a:moveTo>
                <a:cubicBezTo>
                  <a:pt x="28379" y="93752"/>
                  <a:pt x="28484" y="95934"/>
                  <a:pt x="28694" y="97667"/>
                </a:cubicBezTo>
                <a:cubicBezTo>
                  <a:pt x="28904" y="99401"/>
                  <a:pt x="29429" y="100794"/>
                  <a:pt x="30270" y="101846"/>
                </a:cubicBezTo>
                <a:cubicBezTo>
                  <a:pt x="31112" y="102896"/>
                  <a:pt x="32504" y="103736"/>
                  <a:pt x="34448" y="104367"/>
                </a:cubicBezTo>
                <a:cubicBezTo>
                  <a:pt x="36392" y="104997"/>
                  <a:pt x="39098" y="105523"/>
                  <a:pt x="42567" y="105945"/>
                </a:cubicBezTo>
                <a:cubicBezTo>
                  <a:pt x="43197" y="106049"/>
                  <a:pt x="43670" y="106338"/>
                  <a:pt x="43986" y="106811"/>
                </a:cubicBezTo>
                <a:cubicBezTo>
                  <a:pt x="44302" y="107284"/>
                  <a:pt x="44460" y="107836"/>
                  <a:pt x="44460" y="108466"/>
                </a:cubicBezTo>
                <a:cubicBezTo>
                  <a:pt x="44460" y="108992"/>
                  <a:pt x="44302" y="109491"/>
                  <a:pt x="43986" y="109965"/>
                </a:cubicBezTo>
                <a:cubicBezTo>
                  <a:pt x="43670" y="110438"/>
                  <a:pt x="43250" y="110674"/>
                  <a:pt x="42726" y="110674"/>
                </a:cubicBezTo>
                <a:cubicBezTo>
                  <a:pt x="38521" y="110674"/>
                  <a:pt x="34762" y="110490"/>
                  <a:pt x="31451" y="110121"/>
                </a:cubicBezTo>
                <a:cubicBezTo>
                  <a:pt x="28141" y="109754"/>
                  <a:pt x="24909" y="109570"/>
                  <a:pt x="21756" y="109570"/>
                </a:cubicBezTo>
                <a:cubicBezTo>
                  <a:pt x="18393" y="109570"/>
                  <a:pt x="15030" y="109754"/>
                  <a:pt x="11667" y="110121"/>
                </a:cubicBezTo>
                <a:cubicBezTo>
                  <a:pt x="8304" y="110490"/>
                  <a:pt x="5046" y="110674"/>
                  <a:pt x="1893" y="110674"/>
                </a:cubicBezTo>
                <a:cubicBezTo>
                  <a:pt x="1263" y="110674"/>
                  <a:pt x="790" y="110438"/>
                  <a:pt x="474" y="109965"/>
                </a:cubicBezTo>
                <a:cubicBezTo>
                  <a:pt x="158" y="109491"/>
                  <a:pt x="0" y="108992"/>
                  <a:pt x="0" y="108466"/>
                </a:cubicBezTo>
                <a:cubicBezTo>
                  <a:pt x="0" y="107836"/>
                  <a:pt x="158" y="107284"/>
                  <a:pt x="474" y="106811"/>
                </a:cubicBezTo>
                <a:cubicBezTo>
                  <a:pt x="790" y="106338"/>
                  <a:pt x="1315" y="106049"/>
                  <a:pt x="2050" y="105945"/>
                </a:cubicBezTo>
                <a:cubicBezTo>
                  <a:pt x="4888" y="105629"/>
                  <a:pt x="7069" y="105182"/>
                  <a:pt x="8593" y="104605"/>
                </a:cubicBezTo>
                <a:cubicBezTo>
                  <a:pt x="10116" y="104026"/>
                  <a:pt x="11246" y="103211"/>
                  <a:pt x="11982" y="102161"/>
                </a:cubicBezTo>
                <a:cubicBezTo>
                  <a:pt x="12718" y="101109"/>
                  <a:pt x="13165" y="99742"/>
                  <a:pt x="13322" y="98062"/>
                </a:cubicBezTo>
                <a:cubicBezTo>
                  <a:pt x="13479" y="96379"/>
                  <a:pt x="13558" y="94225"/>
                  <a:pt x="13558" y="91598"/>
                </a:cubicBezTo>
                <a:lnTo>
                  <a:pt x="13558" y="48401"/>
                </a:lnTo>
                <a:cubicBezTo>
                  <a:pt x="13558" y="46928"/>
                  <a:pt x="13453" y="46062"/>
                  <a:pt x="13243" y="45800"/>
                </a:cubicBezTo>
                <a:cubicBezTo>
                  <a:pt x="13033" y="45537"/>
                  <a:pt x="12244" y="45406"/>
                  <a:pt x="10878" y="45406"/>
                </a:cubicBezTo>
                <a:lnTo>
                  <a:pt x="2997" y="45406"/>
                </a:lnTo>
                <a:cubicBezTo>
                  <a:pt x="2366" y="45406"/>
                  <a:pt x="1892" y="45117"/>
                  <a:pt x="1576" y="44540"/>
                </a:cubicBezTo>
                <a:cubicBezTo>
                  <a:pt x="1261" y="43961"/>
                  <a:pt x="1104" y="43356"/>
                  <a:pt x="1104" y="42726"/>
                </a:cubicBezTo>
                <a:cubicBezTo>
                  <a:pt x="1104" y="41990"/>
                  <a:pt x="1288" y="41306"/>
                  <a:pt x="1655" y="40676"/>
                </a:cubicBezTo>
                <a:cubicBezTo>
                  <a:pt x="2024" y="40044"/>
                  <a:pt x="2523" y="39676"/>
                  <a:pt x="3154" y="39572"/>
                </a:cubicBezTo>
                <a:lnTo>
                  <a:pt x="11667" y="38783"/>
                </a:lnTo>
                <a:cubicBezTo>
                  <a:pt x="12087" y="38783"/>
                  <a:pt x="12429" y="38731"/>
                  <a:pt x="12692" y="38627"/>
                </a:cubicBezTo>
                <a:cubicBezTo>
                  <a:pt x="12955" y="38521"/>
                  <a:pt x="13165" y="38284"/>
                  <a:pt x="13322" y="37917"/>
                </a:cubicBezTo>
                <a:cubicBezTo>
                  <a:pt x="13479" y="37548"/>
                  <a:pt x="13558" y="36944"/>
                  <a:pt x="13558" y="36103"/>
                </a:cubicBezTo>
                <a:cubicBezTo>
                  <a:pt x="13558" y="35157"/>
                  <a:pt x="13558" y="33896"/>
                  <a:pt x="13558" y="32319"/>
                </a:cubicBezTo>
                <a:cubicBezTo>
                  <a:pt x="13558" y="27696"/>
                  <a:pt x="14268" y="23414"/>
                  <a:pt x="15687" y="19473"/>
                </a:cubicBezTo>
                <a:cubicBezTo>
                  <a:pt x="17106" y="15531"/>
                  <a:pt x="19182" y="12115"/>
                  <a:pt x="21915" y="9225"/>
                </a:cubicBezTo>
                <a:cubicBezTo>
                  <a:pt x="24648" y="6334"/>
                  <a:pt x="28011" y="4073"/>
                  <a:pt x="32004" y="2444"/>
                </a:cubicBezTo>
                <a:cubicBezTo>
                  <a:pt x="35999" y="815"/>
                  <a:pt x="40571" y="0"/>
                  <a:pt x="45721" y="0"/>
                </a:cubicBezTo>
                <a:cubicBezTo>
                  <a:pt x="48348" y="0"/>
                  <a:pt x="50949" y="263"/>
                  <a:pt x="53524" y="789"/>
                </a:cubicBezTo>
                <a:cubicBezTo>
                  <a:pt x="56100" y="1315"/>
                  <a:pt x="58412" y="2183"/>
                  <a:pt x="60460" y="3392"/>
                </a:cubicBezTo>
                <a:cubicBezTo>
                  <a:pt x="62509" y="4599"/>
                  <a:pt x="64164" y="6176"/>
                  <a:pt x="65425" y="8121"/>
                </a:cubicBezTo>
                <a:cubicBezTo>
                  <a:pt x="66687" y="10065"/>
                  <a:pt x="67318" y="12455"/>
                  <a:pt x="67318" y="15292"/>
                </a:cubicBezTo>
                <a:cubicBezTo>
                  <a:pt x="67318" y="17185"/>
                  <a:pt x="66582" y="18814"/>
                  <a:pt x="65110" y="20181"/>
                </a:cubicBezTo>
                <a:cubicBezTo>
                  <a:pt x="63639" y="21547"/>
                  <a:pt x="61853" y="22230"/>
                  <a:pt x="59753" y="22230"/>
                </a:cubicBezTo>
                <a:cubicBezTo>
                  <a:pt x="57964" y="22230"/>
                  <a:pt x="56361" y="21783"/>
                  <a:pt x="54941" y="20890"/>
                </a:cubicBezTo>
                <a:cubicBezTo>
                  <a:pt x="53524" y="19997"/>
                  <a:pt x="52815" y="18657"/>
                  <a:pt x="52815" y="16870"/>
                </a:cubicBezTo>
                <a:cubicBezTo>
                  <a:pt x="52815" y="15294"/>
                  <a:pt x="53051" y="14269"/>
                  <a:pt x="53524" y="13796"/>
                </a:cubicBezTo>
                <a:cubicBezTo>
                  <a:pt x="53998" y="13323"/>
                  <a:pt x="54234" y="12718"/>
                  <a:pt x="54234" y="11982"/>
                </a:cubicBezTo>
                <a:cubicBezTo>
                  <a:pt x="54234" y="9880"/>
                  <a:pt x="53341" y="8303"/>
                  <a:pt x="51554" y="7253"/>
                </a:cubicBezTo>
                <a:cubicBezTo>
                  <a:pt x="49768" y="6202"/>
                  <a:pt x="47508" y="5677"/>
                  <a:pt x="44775" y="5677"/>
                </a:cubicBezTo>
                <a:cubicBezTo>
                  <a:pt x="40676" y="5677"/>
                  <a:pt x="37522" y="6570"/>
                  <a:pt x="35314" y="8357"/>
                </a:cubicBezTo>
                <a:cubicBezTo>
                  <a:pt x="33107" y="10144"/>
                  <a:pt x="31478" y="12403"/>
                  <a:pt x="30426" y="15136"/>
                </a:cubicBezTo>
                <a:cubicBezTo>
                  <a:pt x="29376" y="17869"/>
                  <a:pt x="28772" y="20838"/>
                  <a:pt x="28615" y="24044"/>
                </a:cubicBezTo>
                <a:cubicBezTo>
                  <a:pt x="28457" y="27248"/>
                  <a:pt x="28379" y="30270"/>
                  <a:pt x="28379" y="33108"/>
                </a:cubicBezTo>
                <a:lnTo>
                  <a:pt x="28379" y="36103"/>
                </a:lnTo>
                <a:cubicBezTo>
                  <a:pt x="28379" y="37365"/>
                  <a:pt x="28484" y="38128"/>
                  <a:pt x="28694" y="38391"/>
                </a:cubicBezTo>
                <a:cubicBezTo>
                  <a:pt x="28904" y="38652"/>
                  <a:pt x="29587" y="38783"/>
                  <a:pt x="30744" y="38783"/>
                </a:cubicBezTo>
                <a:lnTo>
                  <a:pt x="46036" y="38783"/>
                </a:lnTo>
                <a:cubicBezTo>
                  <a:pt x="46666" y="38783"/>
                  <a:pt x="47138" y="39125"/>
                  <a:pt x="47453" y="39808"/>
                </a:cubicBezTo>
                <a:cubicBezTo>
                  <a:pt x="47769" y="40491"/>
                  <a:pt x="47927" y="41254"/>
                  <a:pt x="47927" y="42096"/>
                </a:cubicBezTo>
                <a:cubicBezTo>
                  <a:pt x="47927" y="42936"/>
                  <a:pt x="47769" y="43698"/>
                  <a:pt x="47453" y="44381"/>
                </a:cubicBezTo>
                <a:cubicBezTo>
                  <a:pt x="47138" y="45064"/>
                  <a:pt x="46666" y="45406"/>
                  <a:pt x="46036" y="45406"/>
                </a:cubicBezTo>
                <a:lnTo>
                  <a:pt x="30744" y="45406"/>
                </a:lnTo>
                <a:cubicBezTo>
                  <a:pt x="29587" y="45406"/>
                  <a:pt x="28904" y="45537"/>
                  <a:pt x="28694" y="45800"/>
                </a:cubicBezTo>
                <a:cubicBezTo>
                  <a:pt x="28484" y="46062"/>
                  <a:pt x="28379" y="46928"/>
                  <a:pt x="28379" y="48401"/>
                </a:cubicBezTo>
                <a:lnTo>
                  <a:pt x="28379" y="91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Text ectsand">
            <a:extLst xmlns:a="http://schemas.openxmlformats.org/drawingml/2006/main">
              <a:ext uri="{FF2B5EF4-FFF2-40B4-BE49-F238E27FC236}">
                <a16:creationId xmlns:a16="http://schemas.microsoft.com/office/drawing/2014/main" id="{331329E0-6088-405D-AA99-8A83AFA8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201" y="4318565"/>
            <a:ext cx="589007" cy="111566"/>
          </a:xfrm>
          <a:custGeom xmlns:a="http://schemas.openxmlformats.org/drawingml/2006/main">
            <a:pathLst>
              <a:path w="589007" h="111566">
                <a:moveTo>
                  <a:pt x="17501" y="69788"/>
                </a:moveTo>
                <a:cubicBezTo>
                  <a:pt x="16975" y="69788"/>
                  <a:pt x="16685" y="69972"/>
                  <a:pt x="16632" y="70341"/>
                </a:cubicBezTo>
                <a:cubicBezTo>
                  <a:pt x="16581" y="70708"/>
                  <a:pt x="16555" y="71155"/>
                  <a:pt x="16555" y="71681"/>
                </a:cubicBezTo>
                <a:cubicBezTo>
                  <a:pt x="16555" y="77147"/>
                  <a:pt x="17159" y="81771"/>
                  <a:pt x="18367" y="85554"/>
                </a:cubicBezTo>
                <a:cubicBezTo>
                  <a:pt x="19576" y="89337"/>
                  <a:pt x="21257" y="92412"/>
                  <a:pt x="23411" y="94777"/>
                </a:cubicBezTo>
                <a:cubicBezTo>
                  <a:pt x="25567" y="97141"/>
                  <a:pt x="28142" y="98849"/>
                  <a:pt x="31138" y="99901"/>
                </a:cubicBezTo>
                <a:cubicBezTo>
                  <a:pt x="34134" y="100952"/>
                  <a:pt x="37365" y="101477"/>
                  <a:pt x="40833" y="101477"/>
                </a:cubicBezTo>
                <a:cubicBezTo>
                  <a:pt x="44406" y="101477"/>
                  <a:pt x="47874" y="101188"/>
                  <a:pt x="51237" y="100611"/>
                </a:cubicBezTo>
                <a:cubicBezTo>
                  <a:pt x="54601" y="100032"/>
                  <a:pt x="57492" y="98744"/>
                  <a:pt x="59909" y="96747"/>
                </a:cubicBezTo>
                <a:cubicBezTo>
                  <a:pt x="60435" y="96327"/>
                  <a:pt x="60987" y="96170"/>
                  <a:pt x="61564" y="96276"/>
                </a:cubicBezTo>
                <a:cubicBezTo>
                  <a:pt x="62143" y="96380"/>
                  <a:pt x="62616" y="96642"/>
                  <a:pt x="62983" y="97063"/>
                </a:cubicBezTo>
                <a:cubicBezTo>
                  <a:pt x="63351" y="97483"/>
                  <a:pt x="63586" y="97956"/>
                  <a:pt x="63691" y="98482"/>
                </a:cubicBezTo>
                <a:cubicBezTo>
                  <a:pt x="63796" y="99008"/>
                  <a:pt x="63692" y="99481"/>
                  <a:pt x="63378" y="99901"/>
                </a:cubicBezTo>
                <a:cubicBezTo>
                  <a:pt x="60015" y="104315"/>
                  <a:pt x="56231" y="107363"/>
                  <a:pt x="52026" y="109045"/>
                </a:cubicBezTo>
                <a:cubicBezTo>
                  <a:pt x="47822" y="110726"/>
                  <a:pt x="42620" y="111566"/>
                  <a:pt x="36418" y="111566"/>
                </a:cubicBezTo>
                <a:cubicBezTo>
                  <a:pt x="30112" y="111566"/>
                  <a:pt x="24673" y="110621"/>
                  <a:pt x="20101" y="108730"/>
                </a:cubicBezTo>
                <a:cubicBezTo>
                  <a:pt x="15529" y="106837"/>
                  <a:pt x="11745" y="104183"/>
                  <a:pt x="8749" y="100767"/>
                </a:cubicBezTo>
                <a:cubicBezTo>
                  <a:pt x="5755" y="97351"/>
                  <a:pt x="3548" y="93358"/>
                  <a:pt x="2129" y="88787"/>
                </a:cubicBezTo>
                <a:cubicBezTo>
                  <a:pt x="710" y="84215"/>
                  <a:pt x="0" y="79248"/>
                  <a:pt x="0" y="73887"/>
                </a:cubicBezTo>
                <a:cubicBezTo>
                  <a:pt x="0" y="68737"/>
                  <a:pt x="867" y="63851"/>
                  <a:pt x="2600" y="59227"/>
                </a:cubicBezTo>
                <a:cubicBezTo>
                  <a:pt x="4336" y="54602"/>
                  <a:pt x="6780" y="50608"/>
                  <a:pt x="9933" y="47245"/>
                </a:cubicBezTo>
                <a:cubicBezTo>
                  <a:pt x="13086" y="43882"/>
                  <a:pt x="16817" y="41202"/>
                  <a:pt x="21126" y="39206"/>
                </a:cubicBezTo>
                <a:cubicBezTo>
                  <a:pt x="25435" y="37207"/>
                  <a:pt x="30217" y="36208"/>
                  <a:pt x="35473" y="36208"/>
                </a:cubicBezTo>
                <a:cubicBezTo>
                  <a:pt x="39886" y="36208"/>
                  <a:pt x="43906" y="36971"/>
                  <a:pt x="47532" y="38496"/>
                </a:cubicBezTo>
                <a:cubicBezTo>
                  <a:pt x="51158" y="40019"/>
                  <a:pt x="54233" y="42121"/>
                  <a:pt x="56755" y="44801"/>
                </a:cubicBezTo>
                <a:cubicBezTo>
                  <a:pt x="59278" y="47481"/>
                  <a:pt x="61249" y="50687"/>
                  <a:pt x="62668" y="54419"/>
                </a:cubicBezTo>
                <a:cubicBezTo>
                  <a:pt x="64087" y="58149"/>
                  <a:pt x="64797" y="62169"/>
                  <a:pt x="64797" y="66478"/>
                </a:cubicBezTo>
                <a:cubicBezTo>
                  <a:pt x="64797" y="68685"/>
                  <a:pt x="64009" y="69788"/>
                  <a:pt x="62432" y="69788"/>
                </a:cubicBezTo>
                <a:lnTo>
                  <a:pt x="17501" y="69788"/>
                </a:lnTo>
                <a:moveTo>
                  <a:pt x="46351" y="64272"/>
                </a:moveTo>
                <a:cubicBezTo>
                  <a:pt x="47822" y="64272"/>
                  <a:pt x="48662" y="63747"/>
                  <a:pt x="48872" y="62696"/>
                </a:cubicBezTo>
                <a:cubicBezTo>
                  <a:pt x="49084" y="61644"/>
                  <a:pt x="49190" y="60382"/>
                  <a:pt x="49190" y="58910"/>
                </a:cubicBezTo>
                <a:cubicBezTo>
                  <a:pt x="49190" y="56703"/>
                  <a:pt x="48848" y="54575"/>
                  <a:pt x="48165" y="52525"/>
                </a:cubicBezTo>
                <a:cubicBezTo>
                  <a:pt x="47482" y="50476"/>
                  <a:pt x="46509" y="48663"/>
                  <a:pt x="45247" y="47086"/>
                </a:cubicBezTo>
                <a:cubicBezTo>
                  <a:pt x="43986" y="45510"/>
                  <a:pt x="42463" y="44249"/>
                  <a:pt x="40676" y="43302"/>
                </a:cubicBezTo>
                <a:cubicBezTo>
                  <a:pt x="38890" y="42356"/>
                  <a:pt x="36840" y="41883"/>
                  <a:pt x="34528" y="41883"/>
                </a:cubicBezTo>
                <a:cubicBezTo>
                  <a:pt x="31689" y="41883"/>
                  <a:pt x="29245" y="42383"/>
                  <a:pt x="27195" y="43382"/>
                </a:cubicBezTo>
                <a:cubicBezTo>
                  <a:pt x="25146" y="44381"/>
                  <a:pt x="23411" y="45695"/>
                  <a:pt x="21992" y="47324"/>
                </a:cubicBezTo>
                <a:cubicBezTo>
                  <a:pt x="20574" y="48952"/>
                  <a:pt x="19497" y="50870"/>
                  <a:pt x="18761" y="53079"/>
                </a:cubicBezTo>
                <a:cubicBezTo>
                  <a:pt x="18025" y="55285"/>
                  <a:pt x="17500" y="57597"/>
                  <a:pt x="17186" y="60014"/>
                </a:cubicBezTo>
                <a:cubicBezTo>
                  <a:pt x="16975" y="61276"/>
                  <a:pt x="16896" y="62302"/>
                  <a:pt x="16947" y="63091"/>
                </a:cubicBezTo>
                <a:cubicBezTo>
                  <a:pt x="17000" y="63878"/>
                  <a:pt x="17237" y="64272"/>
                  <a:pt x="17657" y="64272"/>
                </a:cubicBezTo>
                <a:lnTo>
                  <a:pt x="46351" y="64272"/>
                </a:lnTo>
                <a:close/>
                <a:moveTo>
                  <a:pt x="92291" y="71366"/>
                </a:moveTo>
                <a:cubicBezTo>
                  <a:pt x="92291" y="75359"/>
                  <a:pt x="92764" y="79169"/>
                  <a:pt x="93710" y="82795"/>
                </a:cubicBezTo>
                <a:cubicBezTo>
                  <a:pt x="94656" y="86421"/>
                  <a:pt x="96101" y="89627"/>
                  <a:pt x="98045" y="92413"/>
                </a:cubicBezTo>
                <a:cubicBezTo>
                  <a:pt x="99990" y="95197"/>
                  <a:pt x="102487" y="97403"/>
                  <a:pt x="105534" y="99033"/>
                </a:cubicBezTo>
                <a:cubicBezTo>
                  <a:pt x="108582" y="100662"/>
                  <a:pt x="112261" y="101477"/>
                  <a:pt x="116571" y="101477"/>
                </a:cubicBezTo>
                <a:cubicBezTo>
                  <a:pt x="120248" y="101477"/>
                  <a:pt x="123847" y="101188"/>
                  <a:pt x="127367" y="100611"/>
                </a:cubicBezTo>
                <a:cubicBezTo>
                  <a:pt x="130889" y="100032"/>
                  <a:pt x="133859" y="98691"/>
                  <a:pt x="136277" y="96589"/>
                </a:cubicBezTo>
                <a:cubicBezTo>
                  <a:pt x="136697" y="96168"/>
                  <a:pt x="137170" y="96038"/>
                  <a:pt x="137694" y="96197"/>
                </a:cubicBezTo>
                <a:cubicBezTo>
                  <a:pt x="138220" y="96354"/>
                  <a:pt x="138693" y="96617"/>
                  <a:pt x="139113" y="96986"/>
                </a:cubicBezTo>
                <a:cubicBezTo>
                  <a:pt x="139534" y="97353"/>
                  <a:pt x="139822" y="97799"/>
                  <a:pt x="139979" y="98326"/>
                </a:cubicBezTo>
                <a:cubicBezTo>
                  <a:pt x="140138" y="98850"/>
                  <a:pt x="140060" y="99322"/>
                  <a:pt x="139744" y="99742"/>
                </a:cubicBezTo>
                <a:cubicBezTo>
                  <a:pt x="136276" y="104368"/>
                  <a:pt x="132230" y="107495"/>
                  <a:pt x="127605" y="109124"/>
                </a:cubicBezTo>
                <a:cubicBezTo>
                  <a:pt x="122982" y="110752"/>
                  <a:pt x="117516" y="111566"/>
                  <a:pt x="111209" y="111566"/>
                </a:cubicBezTo>
                <a:cubicBezTo>
                  <a:pt x="107005" y="111566"/>
                  <a:pt x="102801" y="110936"/>
                  <a:pt x="98596" y="109675"/>
                </a:cubicBezTo>
                <a:cubicBezTo>
                  <a:pt x="94393" y="108413"/>
                  <a:pt x="90583" y="106310"/>
                  <a:pt x="87167" y="103368"/>
                </a:cubicBezTo>
                <a:cubicBezTo>
                  <a:pt x="83751" y="100425"/>
                  <a:pt x="80992" y="96510"/>
                  <a:pt x="78889" y="91624"/>
                </a:cubicBezTo>
                <a:cubicBezTo>
                  <a:pt x="76788" y="86737"/>
                  <a:pt x="75738" y="80668"/>
                  <a:pt x="75738" y="73416"/>
                </a:cubicBezTo>
                <a:cubicBezTo>
                  <a:pt x="75738" y="68264"/>
                  <a:pt x="76605" y="63403"/>
                  <a:pt x="78338" y="58833"/>
                </a:cubicBezTo>
                <a:cubicBezTo>
                  <a:pt x="80072" y="54261"/>
                  <a:pt x="82594" y="50319"/>
                  <a:pt x="85904" y="47009"/>
                </a:cubicBezTo>
                <a:cubicBezTo>
                  <a:pt x="89216" y="43698"/>
                  <a:pt x="93289" y="41070"/>
                  <a:pt x="98124" y="39126"/>
                </a:cubicBezTo>
                <a:cubicBezTo>
                  <a:pt x="102960" y="37181"/>
                  <a:pt x="108530" y="36208"/>
                  <a:pt x="114836" y="36208"/>
                </a:cubicBezTo>
                <a:cubicBezTo>
                  <a:pt x="117883" y="36208"/>
                  <a:pt x="120852" y="36576"/>
                  <a:pt x="123742" y="37312"/>
                </a:cubicBezTo>
                <a:cubicBezTo>
                  <a:pt x="126633" y="38049"/>
                  <a:pt x="129209" y="39126"/>
                  <a:pt x="131468" y="40546"/>
                </a:cubicBezTo>
                <a:cubicBezTo>
                  <a:pt x="133728" y="41963"/>
                  <a:pt x="135541" y="43723"/>
                  <a:pt x="136908" y="45826"/>
                </a:cubicBezTo>
                <a:cubicBezTo>
                  <a:pt x="138274" y="47928"/>
                  <a:pt x="138957" y="50293"/>
                  <a:pt x="138957" y="52920"/>
                </a:cubicBezTo>
                <a:cubicBezTo>
                  <a:pt x="138957" y="54812"/>
                  <a:pt x="138326" y="56600"/>
                  <a:pt x="137064" y="58282"/>
                </a:cubicBezTo>
                <a:cubicBezTo>
                  <a:pt x="135803" y="59963"/>
                  <a:pt x="133807" y="60803"/>
                  <a:pt x="131074" y="60803"/>
                </a:cubicBezTo>
                <a:cubicBezTo>
                  <a:pt x="128867" y="60803"/>
                  <a:pt x="127054" y="60225"/>
                  <a:pt x="125635" y="59069"/>
                </a:cubicBezTo>
                <a:cubicBezTo>
                  <a:pt x="124216" y="57912"/>
                  <a:pt x="123506" y="56231"/>
                  <a:pt x="123506" y="54024"/>
                </a:cubicBezTo>
                <a:cubicBezTo>
                  <a:pt x="123506" y="52552"/>
                  <a:pt x="123900" y="51343"/>
                  <a:pt x="124687" y="50399"/>
                </a:cubicBezTo>
                <a:cubicBezTo>
                  <a:pt x="125476" y="49453"/>
                  <a:pt x="125871" y="48559"/>
                  <a:pt x="125871" y="47717"/>
                </a:cubicBezTo>
                <a:cubicBezTo>
                  <a:pt x="125871" y="45826"/>
                  <a:pt x="124609" y="44381"/>
                  <a:pt x="122087" y="43382"/>
                </a:cubicBezTo>
                <a:cubicBezTo>
                  <a:pt x="119564" y="42383"/>
                  <a:pt x="116779" y="41883"/>
                  <a:pt x="113732" y="41883"/>
                </a:cubicBezTo>
                <a:cubicBezTo>
                  <a:pt x="109739" y="41883"/>
                  <a:pt x="106401" y="42724"/>
                  <a:pt x="103720" y="44406"/>
                </a:cubicBezTo>
                <a:cubicBezTo>
                  <a:pt x="101040" y="46089"/>
                  <a:pt x="98833" y="48323"/>
                  <a:pt x="97100" y="51108"/>
                </a:cubicBezTo>
                <a:cubicBezTo>
                  <a:pt x="95366" y="53893"/>
                  <a:pt x="94131" y="57045"/>
                  <a:pt x="93395" y="60567"/>
                </a:cubicBezTo>
                <a:cubicBezTo>
                  <a:pt x="92659" y="64087"/>
                  <a:pt x="92291" y="67687"/>
                  <a:pt x="92291" y="71366"/>
                </a:cubicBezTo>
                <a:close/>
                <a:moveTo>
                  <a:pt x="170077" y="85711"/>
                </a:moveTo>
                <a:cubicBezTo>
                  <a:pt x="170077" y="91596"/>
                  <a:pt x="170734" y="95958"/>
                  <a:pt x="172047" y="98797"/>
                </a:cubicBezTo>
                <a:cubicBezTo>
                  <a:pt x="173361" y="101634"/>
                  <a:pt x="175752" y="103053"/>
                  <a:pt x="179221" y="103053"/>
                </a:cubicBezTo>
                <a:cubicBezTo>
                  <a:pt x="181637" y="103053"/>
                  <a:pt x="183923" y="102685"/>
                  <a:pt x="186076" y="101951"/>
                </a:cubicBezTo>
                <a:cubicBezTo>
                  <a:pt x="188232" y="101215"/>
                  <a:pt x="189888" y="100426"/>
                  <a:pt x="191044" y="99586"/>
                </a:cubicBezTo>
                <a:cubicBezTo>
                  <a:pt x="191360" y="99376"/>
                  <a:pt x="191728" y="99349"/>
                  <a:pt x="192148" y="99507"/>
                </a:cubicBezTo>
                <a:cubicBezTo>
                  <a:pt x="192568" y="99664"/>
                  <a:pt x="192936" y="99927"/>
                  <a:pt x="193250" y="100296"/>
                </a:cubicBezTo>
                <a:cubicBezTo>
                  <a:pt x="193566" y="100663"/>
                  <a:pt x="193802" y="101057"/>
                  <a:pt x="193960" y="101477"/>
                </a:cubicBezTo>
                <a:cubicBezTo>
                  <a:pt x="194118" y="101897"/>
                  <a:pt x="194093" y="102265"/>
                  <a:pt x="193883" y="102581"/>
                </a:cubicBezTo>
                <a:cubicBezTo>
                  <a:pt x="191886" y="105838"/>
                  <a:pt x="189285" y="108150"/>
                  <a:pt x="186079" y="109516"/>
                </a:cubicBezTo>
                <a:cubicBezTo>
                  <a:pt x="182873" y="110883"/>
                  <a:pt x="179115" y="111566"/>
                  <a:pt x="174806" y="111566"/>
                </a:cubicBezTo>
                <a:cubicBezTo>
                  <a:pt x="167660" y="111566"/>
                  <a:pt x="162616" y="109964"/>
                  <a:pt x="159673" y="106760"/>
                </a:cubicBezTo>
                <a:cubicBezTo>
                  <a:pt x="156730" y="103554"/>
                  <a:pt x="155258" y="98535"/>
                  <a:pt x="155258" y="91703"/>
                </a:cubicBezTo>
                <a:lnTo>
                  <a:pt x="155258" y="51185"/>
                </a:lnTo>
                <a:cubicBezTo>
                  <a:pt x="155258" y="49925"/>
                  <a:pt x="155205" y="48927"/>
                  <a:pt x="155100" y="48190"/>
                </a:cubicBezTo>
                <a:cubicBezTo>
                  <a:pt x="154995" y="47454"/>
                  <a:pt x="154680" y="46929"/>
                  <a:pt x="154154" y="46615"/>
                </a:cubicBezTo>
                <a:cubicBezTo>
                  <a:pt x="153628" y="46299"/>
                  <a:pt x="152761" y="46114"/>
                  <a:pt x="151551" y="46062"/>
                </a:cubicBezTo>
                <a:cubicBezTo>
                  <a:pt x="150344" y="46009"/>
                  <a:pt x="148637" y="45982"/>
                  <a:pt x="146430" y="45982"/>
                </a:cubicBezTo>
                <a:cubicBezTo>
                  <a:pt x="146114" y="45982"/>
                  <a:pt x="145851" y="45667"/>
                  <a:pt x="145641" y="45037"/>
                </a:cubicBezTo>
                <a:cubicBezTo>
                  <a:pt x="145431" y="44406"/>
                  <a:pt x="145299" y="43723"/>
                  <a:pt x="145246" y="42987"/>
                </a:cubicBezTo>
                <a:cubicBezTo>
                  <a:pt x="145193" y="42251"/>
                  <a:pt x="145272" y="41568"/>
                  <a:pt x="145482" y="40938"/>
                </a:cubicBezTo>
                <a:cubicBezTo>
                  <a:pt x="145694" y="40307"/>
                  <a:pt x="146010" y="39992"/>
                  <a:pt x="146430" y="39992"/>
                </a:cubicBezTo>
                <a:cubicBezTo>
                  <a:pt x="149057" y="39782"/>
                  <a:pt x="151316" y="39388"/>
                  <a:pt x="153206" y="38811"/>
                </a:cubicBezTo>
                <a:cubicBezTo>
                  <a:pt x="155099" y="38232"/>
                  <a:pt x="156702" y="37312"/>
                  <a:pt x="158015" y="36052"/>
                </a:cubicBezTo>
                <a:cubicBezTo>
                  <a:pt x="159330" y="34790"/>
                  <a:pt x="160382" y="33082"/>
                  <a:pt x="161169" y="30928"/>
                </a:cubicBezTo>
                <a:cubicBezTo>
                  <a:pt x="161958" y="28773"/>
                  <a:pt x="162615" y="25961"/>
                  <a:pt x="163139" y="22494"/>
                </a:cubicBezTo>
                <a:cubicBezTo>
                  <a:pt x="163245" y="21862"/>
                  <a:pt x="163666" y="21389"/>
                  <a:pt x="164402" y="21075"/>
                </a:cubicBezTo>
                <a:cubicBezTo>
                  <a:pt x="165138" y="20759"/>
                  <a:pt x="165926" y="20601"/>
                  <a:pt x="166767" y="20601"/>
                </a:cubicBezTo>
                <a:cubicBezTo>
                  <a:pt x="167607" y="20601"/>
                  <a:pt x="168369" y="20732"/>
                  <a:pt x="169052" y="20995"/>
                </a:cubicBezTo>
                <a:cubicBezTo>
                  <a:pt x="169735" y="21258"/>
                  <a:pt x="170077" y="21600"/>
                  <a:pt x="170077" y="22020"/>
                </a:cubicBezTo>
                <a:lnTo>
                  <a:pt x="170077" y="35578"/>
                </a:lnTo>
                <a:cubicBezTo>
                  <a:pt x="170077" y="37260"/>
                  <a:pt x="170155" y="38233"/>
                  <a:pt x="170313" y="38496"/>
                </a:cubicBezTo>
                <a:cubicBezTo>
                  <a:pt x="170471" y="38757"/>
                  <a:pt x="171129" y="38888"/>
                  <a:pt x="172285" y="38888"/>
                </a:cubicBezTo>
                <a:lnTo>
                  <a:pt x="188679" y="38888"/>
                </a:lnTo>
                <a:cubicBezTo>
                  <a:pt x="189415" y="38888"/>
                  <a:pt x="189889" y="39309"/>
                  <a:pt x="190099" y="40151"/>
                </a:cubicBezTo>
                <a:cubicBezTo>
                  <a:pt x="190309" y="40991"/>
                  <a:pt x="190414" y="41727"/>
                  <a:pt x="190414" y="42357"/>
                </a:cubicBezTo>
                <a:cubicBezTo>
                  <a:pt x="190414" y="42987"/>
                  <a:pt x="190282" y="43749"/>
                  <a:pt x="190019" y="44642"/>
                </a:cubicBezTo>
                <a:cubicBezTo>
                  <a:pt x="189758" y="45536"/>
                  <a:pt x="189206" y="45982"/>
                  <a:pt x="188364" y="45982"/>
                </a:cubicBezTo>
                <a:lnTo>
                  <a:pt x="171496" y="45982"/>
                </a:lnTo>
                <a:cubicBezTo>
                  <a:pt x="170760" y="45982"/>
                  <a:pt x="170339" y="46167"/>
                  <a:pt x="170233" y="46535"/>
                </a:cubicBezTo>
                <a:cubicBezTo>
                  <a:pt x="170129" y="46903"/>
                  <a:pt x="170077" y="48243"/>
                  <a:pt x="170077" y="50555"/>
                </a:cubicBezTo>
                <a:lnTo>
                  <a:pt x="170077" y="85711"/>
                </a:lnTo>
                <a:close/>
                <a:moveTo>
                  <a:pt x="248965" y="38573"/>
                </a:moveTo>
                <a:cubicBezTo>
                  <a:pt x="248651" y="39729"/>
                  <a:pt x="248362" y="41149"/>
                  <a:pt x="248099" y="42831"/>
                </a:cubicBezTo>
                <a:cubicBezTo>
                  <a:pt x="247836" y="44512"/>
                  <a:pt x="247705" y="46298"/>
                  <a:pt x="247705" y="48190"/>
                </a:cubicBezTo>
                <a:cubicBezTo>
                  <a:pt x="247705" y="50187"/>
                  <a:pt x="247757" y="52263"/>
                  <a:pt x="247861" y="54419"/>
                </a:cubicBezTo>
                <a:cubicBezTo>
                  <a:pt x="247967" y="56572"/>
                  <a:pt x="248020" y="58227"/>
                  <a:pt x="248020" y="59384"/>
                </a:cubicBezTo>
                <a:cubicBezTo>
                  <a:pt x="248020" y="59700"/>
                  <a:pt x="247810" y="59963"/>
                  <a:pt x="247390" y="60173"/>
                </a:cubicBezTo>
                <a:cubicBezTo>
                  <a:pt x="246970" y="60383"/>
                  <a:pt x="246496" y="60514"/>
                  <a:pt x="245970" y="60567"/>
                </a:cubicBezTo>
                <a:cubicBezTo>
                  <a:pt x="245446" y="60619"/>
                  <a:pt x="244973" y="60566"/>
                  <a:pt x="244551" y="60409"/>
                </a:cubicBezTo>
                <a:cubicBezTo>
                  <a:pt x="244131" y="60251"/>
                  <a:pt x="243869" y="60015"/>
                  <a:pt x="243764" y="59699"/>
                </a:cubicBezTo>
                <a:cubicBezTo>
                  <a:pt x="242608" y="54129"/>
                  <a:pt x="240716" y="49846"/>
                  <a:pt x="238087" y="46851"/>
                </a:cubicBezTo>
                <a:cubicBezTo>
                  <a:pt x="235460" y="43855"/>
                  <a:pt x="231257" y="42357"/>
                  <a:pt x="225477" y="42357"/>
                </a:cubicBezTo>
                <a:cubicBezTo>
                  <a:pt x="221588" y="42357"/>
                  <a:pt x="218382" y="43330"/>
                  <a:pt x="215860" y="45275"/>
                </a:cubicBezTo>
                <a:cubicBezTo>
                  <a:pt x="213337" y="47219"/>
                  <a:pt x="212076" y="49820"/>
                  <a:pt x="212076" y="53079"/>
                </a:cubicBezTo>
                <a:cubicBezTo>
                  <a:pt x="212076" y="55810"/>
                  <a:pt x="213126" y="57912"/>
                  <a:pt x="215227" y="59384"/>
                </a:cubicBezTo>
                <a:cubicBezTo>
                  <a:pt x="217329" y="60854"/>
                  <a:pt x="220115" y="62221"/>
                  <a:pt x="223584" y="63483"/>
                </a:cubicBezTo>
                <a:cubicBezTo>
                  <a:pt x="225056" y="64009"/>
                  <a:pt x="226817" y="64666"/>
                  <a:pt x="228867" y="65455"/>
                </a:cubicBezTo>
                <a:cubicBezTo>
                  <a:pt x="230916" y="66243"/>
                  <a:pt x="232571" y="66899"/>
                  <a:pt x="233832" y="67423"/>
                </a:cubicBezTo>
                <a:cubicBezTo>
                  <a:pt x="236565" y="68685"/>
                  <a:pt x="239113" y="70000"/>
                  <a:pt x="241477" y="71366"/>
                </a:cubicBezTo>
                <a:cubicBezTo>
                  <a:pt x="243842" y="72732"/>
                  <a:pt x="245892" y="74335"/>
                  <a:pt x="247625" y="76175"/>
                </a:cubicBezTo>
                <a:cubicBezTo>
                  <a:pt x="249361" y="78013"/>
                  <a:pt x="250727" y="80088"/>
                  <a:pt x="251725" y="82400"/>
                </a:cubicBezTo>
                <a:cubicBezTo>
                  <a:pt x="252724" y="84713"/>
                  <a:pt x="253223" y="87394"/>
                  <a:pt x="253223" y="90442"/>
                </a:cubicBezTo>
                <a:cubicBezTo>
                  <a:pt x="253223" y="94436"/>
                  <a:pt x="252382" y="97772"/>
                  <a:pt x="250700" y="100452"/>
                </a:cubicBezTo>
                <a:cubicBezTo>
                  <a:pt x="249019" y="103132"/>
                  <a:pt x="246864" y="105287"/>
                  <a:pt x="244236" y="106916"/>
                </a:cubicBezTo>
                <a:cubicBezTo>
                  <a:pt x="241609" y="108545"/>
                  <a:pt x="238614" y="109727"/>
                  <a:pt x="235251" y="110462"/>
                </a:cubicBezTo>
                <a:cubicBezTo>
                  <a:pt x="231888" y="111198"/>
                  <a:pt x="228577" y="111566"/>
                  <a:pt x="225318" y="111566"/>
                </a:cubicBezTo>
                <a:cubicBezTo>
                  <a:pt x="222586" y="111566"/>
                  <a:pt x="219538" y="111251"/>
                  <a:pt x="216175" y="110621"/>
                </a:cubicBezTo>
                <a:cubicBezTo>
                  <a:pt x="212812" y="109990"/>
                  <a:pt x="209869" y="109097"/>
                  <a:pt x="207346" y="107941"/>
                </a:cubicBezTo>
                <a:cubicBezTo>
                  <a:pt x="206716" y="107731"/>
                  <a:pt x="206059" y="107836"/>
                  <a:pt x="205376" y="108256"/>
                </a:cubicBezTo>
                <a:cubicBezTo>
                  <a:pt x="204693" y="108676"/>
                  <a:pt x="204246" y="109464"/>
                  <a:pt x="204036" y="110621"/>
                </a:cubicBezTo>
                <a:cubicBezTo>
                  <a:pt x="204036" y="110936"/>
                  <a:pt x="203799" y="111147"/>
                  <a:pt x="203326" y="111251"/>
                </a:cubicBezTo>
                <a:cubicBezTo>
                  <a:pt x="202853" y="111357"/>
                  <a:pt x="202354" y="111410"/>
                  <a:pt x="201828" y="111410"/>
                </a:cubicBezTo>
                <a:cubicBezTo>
                  <a:pt x="201408" y="111410"/>
                  <a:pt x="200987" y="111330"/>
                  <a:pt x="200567" y="111171"/>
                </a:cubicBezTo>
                <a:cubicBezTo>
                  <a:pt x="200147" y="111014"/>
                  <a:pt x="199937" y="110778"/>
                  <a:pt x="199937" y="110464"/>
                </a:cubicBezTo>
                <a:cubicBezTo>
                  <a:pt x="199937" y="109622"/>
                  <a:pt x="200042" y="108466"/>
                  <a:pt x="200252" y="106995"/>
                </a:cubicBezTo>
                <a:cubicBezTo>
                  <a:pt x="200462" y="105523"/>
                  <a:pt x="200567" y="104157"/>
                  <a:pt x="200567" y="102896"/>
                </a:cubicBezTo>
                <a:cubicBezTo>
                  <a:pt x="200567" y="101634"/>
                  <a:pt x="200488" y="100241"/>
                  <a:pt x="200329" y="98718"/>
                </a:cubicBezTo>
                <a:cubicBezTo>
                  <a:pt x="200172" y="97194"/>
                  <a:pt x="200015" y="95697"/>
                  <a:pt x="199858" y="94226"/>
                </a:cubicBezTo>
                <a:cubicBezTo>
                  <a:pt x="199700" y="92754"/>
                  <a:pt x="199569" y="91440"/>
                  <a:pt x="199463" y="90284"/>
                </a:cubicBezTo>
                <a:cubicBezTo>
                  <a:pt x="199359" y="89127"/>
                  <a:pt x="199307" y="88286"/>
                  <a:pt x="199307" y="87760"/>
                </a:cubicBezTo>
                <a:cubicBezTo>
                  <a:pt x="199307" y="87340"/>
                  <a:pt x="199517" y="87025"/>
                  <a:pt x="199937" y="86815"/>
                </a:cubicBezTo>
                <a:cubicBezTo>
                  <a:pt x="200357" y="86605"/>
                  <a:pt x="200829" y="86474"/>
                  <a:pt x="201354" y="86423"/>
                </a:cubicBezTo>
                <a:cubicBezTo>
                  <a:pt x="201880" y="86370"/>
                  <a:pt x="202379" y="86422"/>
                  <a:pt x="202852" y="86579"/>
                </a:cubicBezTo>
                <a:cubicBezTo>
                  <a:pt x="203326" y="86736"/>
                  <a:pt x="203615" y="87025"/>
                  <a:pt x="203721" y="87445"/>
                </a:cubicBezTo>
                <a:cubicBezTo>
                  <a:pt x="204455" y="90494"/>
                  <a:pt x="205401" y="93174"/>
                  <a:pt x="206557" y="95487"/>
                </a:cubicBezTo>
                <a:cubicBezTo>
                  <a:pt x="207713" y="97798"/>
                  <a:pt x="209158" y="99742"/>
                  <a:pt x="210892" y="101320"/>
                </a:cubicBezTo>
                <a:cubicBezTo>
                  <a:pt x="212627" y="102897"/>
                  <a:pt x="214730" y="104080"/>
                  <a:pt x="217199" y="104869"/>
                </a:cubicBezTo>
                <a:cubicBezTo>
                  <a:pt x="219669" y="105656"/>
                  <a:pt x="222639" y="106050"/>
                  <a:pt x="226107" y="106050"/>
                </a:cubicBezTo>
                <a:cubicBezTo>
                  <a:pt x="229891" y="106050"/>
                  <a:pt x="232964" y="104999"/>
                  <a:pt x="235328" y="102896"/>
                </a:cubicBezTo>
                <a:cubicBezTo>
                  <a:pt x="237694" y="100794"/>
                  <a:pt x="238876" y="97851"/>
                  <a:pt x="238876" y="94068"/>
                </a:cubicBezTo>
                <a:cubicBezTo>
                  <a:pt x="238876" y="90705"/>
                  <a:pt x="237694" y="88051"/>
                  <a:pt x="235328" y="86107"/>
                </a:cubicBezTo>
                <a:cubicBezTo>
                  <a:pt x="232964" y="84162"/>
                  <a:pt x="230206" y="82453"/>
                  <a:pt x="227053" y="80981"/>
                </a:cubicBezTo>
                <a:cubicBezTo>
                  <a:pt x="225581" y="80351"/>
                  <a:pt x="224083" y="79721"/>
                  <a:pt x="222559" y="79090"/>
                </a:cubicBezTo>
                <a:cubicBezTo>
                  <a:pt x="221036" y="78460"/>
                  <a:pt x="219486" y="77830"/>
                  <a:pt x="217909" y="77200"/>
                </a:cubicBezTo>
                <a:cubicBezTo>
                  <a:pt x="215597" y="76253"/>
                  <a:pt x="213310" y="75282"/>
                  <a:pt x="211051" y="74284"/>
                </a:cubicBezTo>
                <a:cubicBezTo>
                  <a:pt x="208791" y="73285"/>
                  <a:pt x="206794" y="72049"/>
                  <a:pt x="205058" y="70577"/>
                </a:cubicBezTo>
                <a:cubicBezTo>
                  <a:pt x="203325" y="69105"/>
                  <a:pt x="201933" y="67265"/>
                  <a:pt x="200882" y="65059"/>
                </a:cubicBezTo>
                <a:cubicBezTo>
                  <a:pt x="199832" y="62852"/>
                  <a:pt x="199307" y="60119"/>
                  <a:pt x="199307" y="56860"/>
                </a:cubicBezTo>
                <a:cubicBezTo>
                  <a:pt x="199307" y="53077"/>
                  <a:pt x="200121" y="49872"/>
                  <a:pt x="201748" y="47245"/>
                </a:cubicBezTo>
                <a:cubicBezTo>
                  <a:pt x="203378" y="44617"/>
                  <a:pt x="205479" y="42488"/>
                  <a:pt x="208053" y="40861"/>
                </a:cubicBezTo>
                <a:cubicBezTo>
                  <a:pt x="210629" y="39231"/>
                  <a:pt x="213493" y="38049"/>
                  <a:pt x="216646" y="37312"/>
                </a:cubicBezTo>
                <a:cubicBezTo>
                  <a:pt x="219801" y="36576"/>
                  <a:pt x="222902" y="36208"/>
                  <a:pt x="225949" y="36208"/>
                </a:cubicBezTo>
                <a:cubicBezTo>
                  <a:pt x="228891" y="36208"/>
                  <a:pt x="231493" y="36550"/>
                  <a:pt x="233752" y="37233"/>
                </a:cubicBezTo>
                <a:cubicBezTo>
                  <a:pt x="236012" y="37916"/>
                  <a:pt x="238508" y="39151"/>
                  <a:pt x="241241" y="40938"/>
                </a:cubicBezTo>
                <a:cubicBezTo>
                  <a:pt x="241661" y="41148"/>
                  <a:pt x="242213" y="41122"/>
                  <a:pt x="242896" y="40861"/>
                </a:cubicBezTo>
                <a:cubicBezTo>
                  <a:pt x="243579" y="40598"/>
                  <a:pt x="244131" y="39730"/>
                  <a:pt x="244551" y="38258"/>
                </a:cubicBezTo>
                <a:cubicBezTo>
                  <a:pt x="244657" y="37838"/>
                  <a:pt x="244972" y="37575"/>
                  <a:pt x="245496" y="37471"/>
                </a:cubicBezTo>
                <a:cubicBezTo>
                  <a:pt x="246023" y="37365"/>
                  <a:pt x="246549" y="37339"/>
                  <a:pt x="247075" y="37392"/>
                </a:cubicBezTo>
                <a:cubicBezTo>
                  <a:pt x="247601" y="37443"/>
                  <a:pt x="248074" y="37575"/>
                  <a:pt x="248494" y="37786"/>
                </a:cubicBezTo>
                <a:cubicBezTo>
                  <a:pt x="248914" y="37996"/>
                  <a:pt x="249071" y="38259"/>
                  <a:pt x="248965" y="38573"/>
                </a:cubicBezTo>
                <a:close/>
                <a:moveTo>
                  <a:pt x="382355" y="77356"/>
                </a:moveTo>
                <a:cubicBezTo>
                  <a:pt x="382355" y="76200"/>
                  <a:pt x="382302" y="75490"/>
                  <a:pt x="382196" y="75227"/>
                </a:cubicBezTo>
                <a:cubicBezTo>
                  <a:pt x="382092" y="74964"/>
                  <a:pt x="381830" y="74832"/>
                  <a:pt x="381410" y="74832"/>
                </a:cubicBezTo>
                <a:cubicBezTo>
                  <a:pt x="372791" y="75569"/>
                  <a:pt x="366406" y="77382"/>
                  <a:pt x="362254" y="80274"/>
                </a:cubicBezTo>
                <a:cubicBezTo>
                  <a:pt x="358104" y="83164"/>
                  <a:pt x="356028" y="86868"/>
                  <a:pt x="356028" y="91388"/>
                </a:cubicBezTo>
                <a:cubicBezTo>
                  <a:pt x="356028" y="94541"/>
                  <a:pt x="356817" y="97195"/>
                  <a:pt x="358393" y="99350"/>
                </a:cubicBezTo>
                <a:cubicBezTo>
                  <a:pt x="359970" y="101504"/>
                  <a:pt x="362597" y="102581"/>
                  <a:pt x="366276" y="102581"/>
                </a:cubicBezTo>
                <a:cubicBezTo>
                  <a:pt x="368693" y="102581"/>
                  <a:pt x="371241" y="102108"/>
                  <a:pt x="373921" y="101162"/>
                </a:cubicBezTo>
                <a:cubicBezTo>
                  <a:pt x="376601" y="100216"/>
                  <a:pt x="378992" y="98849"/>
                  <a:pt x="381095" y="97063"/>
                </a:cubicBezTo>
                <a:cubicBezTo>
                  <a:pt x="381935" y="96222"/>
                  <a:pt x="382355" y="95381"/>
                  <a:pt x="382355" y="94539"/>
                </a:cubicBezTo>
                <a:lnTo>
                  <a:pt x="382355" y="77356"/>
                </a:lnTo>
                <a:moveTo>
                  <a:pt x="397176" y="92963"/>
                </a:moveTo>
                <a:cubicBezTo>
                  <a:pt x="397176" y="96642"/>
                  <a:pt x="397518" y="99218"/>
                  <a:pt x="398201" y="100690"/>
                </a:cubicBezTo>
                <a:cubicBezTo>
                  <a:pt x="398884" y="102161"/>
                  <a:pt x="400224" y="102896"/>
                  <a:pt x="402221" y="102896"/>
                </a:cubicBezTo>
                <a:cubicBezTo>
                  <a:pt x="403377" y="102896"/>
                  <a:pt x="404322" y="102765"/>
                  <a:pt x="405057" y="102502"/>
                </a:cubicBezTo>
                <a:cubicBezTo>
                  <a:pt x="405793" y="102239"/>
                  <a:pt x="406844" y="101687"/>
                  <a:pt x="408211" y="100847"/>
                </a:cubicBezTo>
                <a:cubicBezTo>
                  <a:pt x="408527" y="100636"/>
                  <a:pt x="408868" y="100636"/>
                  <a:pt x="409235" y="100847"/>
                </a:cubicBezTo>
                <a:cubicBezTo>
                  <a:pt x="409604" y="101057"/>
                  <a:pt x="409919" y="101346"/>
                  <a:pt x="410181" y="101715"/>
                </a:cubicBezTo>
                <a:cubicBezTo>
                  <a:pt x="410444" y="102082"/>
                  <a:pt x="410627" y="102502"/>
                  <a:pt x="410732" y="102976"/>
                </a:cubicBezTo>
                <a:cubicBezTo>
                  <a:pt x="410837" y="103449"/>
                  <a:pt x="410733" y="103842"/>
                  <a:pt x="410419" y="104157"/>
                </a:cubicBezTo>
                <a:cubicBezTo>
                  <a:pt x="406320" y="109096"/>
                  <a:pt x="401485" y="111566"/>
                  <a:pt x="395913" y="111566"/>
                </a:cubicBezTo>
                <a:cubicBezTo>
                  <a:pt x="392866" y="111566"/>
                  <a:pt x="390265" y="110752"/>
                  <a:pt x="388109" y="109124"/>
                </a:cubicBezTo>
                <a:cubicBezTo>
                  <a:pt x="385956" y="107495"/>
                  <a:pt x="384353" y="105576"/>
                  <a:pt x="383303" y="103368"/>
                </a:cubicBezTo>
                <a:cubicBezTo>
                  <a:pt x="383091" y="102843"/>
                  <a:pt x="382775" y="102791"/>
                  <a:pt x="382355" y="103211"/>
                </a:cubicBezTo>
                <a:cubicBezTo>
                  <a:pt x="379622" y="105628"/>
                  <a:pt x="376443" y="107625"/>
                  <a:pt x="372817" y="109201"/>
                </a:cubicBezTo>
                <a:cubicBezTo>
                  <a:pt x="369191" y="110778"/>
                  <a:pt x="364646" y="111566"/>
                  <a:pt x="359182" y="111566"/>
                </a:cubicBezTo>
                <a:cubicBezTo>
                  <a:pt x="353191" y="111566"/>
                  <a:pt x="348565" y="109964"/>
                  <a:pt x="345307" y="106760"/>
                </a:cubicBezTo>
                <a:cubicBezTo>
                  <a:pt x="342049" y="103554"/>
                  <a:pt x="340421" y="99008"/>
                  <a:pt x="340421" y="93122"/>
                </a:cubicBezTo>
                <a:cubicBezTo>
                  <a:pt x="340421" y="85554"/>
                  <a:pt x="343942" y="79747"/>
                  <a:pt x="350984" y="75701"/>
                </a:cubicBezTo>
                <a:cubicBezTo>
                  <a:pt x="358026" y="71655"/>
                  <a:pt x="368273" y="69632"/>
                  <a:pt x="381725" y="69632"/>
                </a:cubicBezTo>
                <a:cubicBezTo>
                  <a:pt x="381935" y="69632"/>
                  <a:pt x="382092" y="69369"/>
                  <a:pt x="382196" y="68843"/>
                </a:cubicBezTo>
                <a:cubicBezTo>
                  <a:pt x="382302" y="68317"/>
                  <a:pt x="382355" y="67108"/>
                  <a:pt x="382355" y="65217"/>
                </a:cubicBezTo>
                <a:lnTo>
                  <a:pt x="382355" y="60959"/>
                </a:lnTo>
                <a:cubicBezTo>
                  <a:pt x="382355" y="58332"/>
                  <a:pt x="382145" y="55863"/>
                  <a:pt x="381725" y="53550"/>
                </a:cubicBezTo>
                <a:cubicBezTo>
                  <a:pt x="381305" y="51238"/>
                  <a:pt x="380595" y="49214"/>
                  <a:pt x="379596" y="47481"/>
                </a:cubicBezTo>
                <a:cubicBezTo>
                  <a:pt x="378598" y="45747"/>
                  <a:pt x="377206" y="44381"/>
                  <a:pt x="375420" y="43382"/>
                </a:cubicBezTo>
                <a:cubicBezTo>
                  <a:pt x="373633" y="42383"/>
                  <a:pt x="371426" y="41883"/>
                  <a:pt x="368797" y="41883"/>
                </a:cubicBezTo>
                <a:cubicBezTo>
                  <a:pt x="364908" y="41883"/>
                  <a:pt x="361755" y="42646"/>
                  <a:pt x="359338" y="44171"/>
                </a:cubicBezTo>
                <a:cubicBezTo>
                  <a:pt x="356922" y="45694"/>
                  <a:pt x="355713" y="47664"/>
                  <a:pt x="355713" y="50081"/>
                </a:cubicBezTo>
                <a:cubicBezTo>
                  <a:pt x="355713" y="51238"/>
                  <a:pt x="356081" y="52367"/>
                  <a:pt x="356815" y="53471"/>
                </a:cubicBezTo>
                <a:cubicBezTo>
                  <a:pt x="357551" y="54574"/>
                  <a:pt x="357919" y="55704"/>
                  <a:pt x="357919" y="56860"/>
                </a:cubicBezTo>
                <a:cubicBezTo>
                  <a:pt x="357919" y="58332"/>
                  <a:pt x="357183" y="59752"/>
                  <a:pt x="355711" y="61118"/>
                </a:cubicBezTo>
                <a:cubicBezTo>
                  <a:pt x="354240" y="62485"/>
                  <a:pt x="352454" y="63168"/>
                  <a:pt x="350354" y="63168"/>
                </a:cubicBezTo>
                <a:cubicBezTo>
                  <a:pt x="347515" y="63168"/>
                  <a:pt x="345491" y="62406"/>
                  <a:pt x="344282" y="60882"/>
                </a:cubicBezTo>
                <a:cubicBezTo>
                  <a:pt x="343074" y="59357"/>
                  <a:pt x="342470" y="57491"/>
                  <a:pt x="342470" y="55285"/>
                </a:cubicBezTo>
                <a:cubicBezTo>
                  <a:pt x="342470" y="52658"/>
                  <a:pt x="343206" y="50161"/>
                  <a:pt x="344676" y="47796"/>
                </a:cubicBezTo>
                <a:cubicBezTo>
                  <a:pt x="346149" y="45430"/>
                  <a:pt x="348145" y="43407"/>
                  <a:pt x="350666" y="41727"/>
                </a:cubicBezTo>
                <a:cubicBezTo>
                  <a:pt x="353189" y="40044"/>
                  <a:pt x="356132" y="38704"/>
                  <a:pt x="359495" y="37707"/>
                </a:cubicBezTo>
                <a:cubicBezTo>
                  <a:pt x="362859" y="36708"/>
                  <a:pt x="366381" y="36208"/>
                  <a:pt x="370060" y="36208"/>
                </a:cubicBezTo>
                <a:cubicBezTo>
                  <a:pt x="378467" y="36208"/>
                  <a:pt x="385088" y="38153"/>
                  <a:pt x="389923" y="42042"/>
                </a:cubicBezTo>
                <a:cubicBezTo>
                  <a:pt x="394758" y="45931"/>
                  <a:pt x="397176" y="52395"/>
                  <a:pt x="397176" y="61433"/>
                </a:cubicBezTo>
                <a:lnTo>
                  <a:pt x="397176" y="92963"/>
                </a:lnTo>
                <a:close/>
                <a:moveTo>
                  <a:pt x="441066" y="90914"/>
                </a:moveTo>
                <a:cubicBezTo>
                  <a:pt x="441066" y="93542"/>
                  <a:pt x="441119" y="95750"/>
                  <a:pt x="441223" y="97536"/>
                </a:cubicBezTo>
                <a:cubicBezTo>
                  <a:pt x="441329" y="99323"/>
                  <a:pt x="441618" y="100794"/>
                  <a:pt x="442091" y="101951"/>
                </a:cubicBezTo>
                <a:cubicBezTo>
                  <a:pt x="442564" y="103107"/>
                  <a:pt x="443353" y="104000"/>
                  <a:pt x="444456" y="104631"/>
                </a:cubicBezTo>
                <a:cubicBezTo>
                  <a:pt x="445559" y="105261"/>
                  <a:pt x="447109" y="105734"/>
                  <a:pt x="449106" y="106050"/>
                </a:cubicBezTo>
                <a:cubicBezTo>
                  <a:pt x="449736" y="106154"/>
                  <a:pt x="450209" y="106443"/>
                  <a:pt x="450525" y="106916"/>
                </a:cubicBezTo>
                <a:cubicBezTo>
                  <a:pt x="450841" y="107389"/>
                  <a:pt x="450999" y="107941"/>
                  <a:pt x="450999" y="108571"/>
                </a:cubicBezTo>
                <a:cubicBezTo>
                  <a:pt x="450999" y="109097"/>
                  <a:pt x="450841" y="109597"/>
                  <a:pt x="450525" y="110070"/>
                </a:cubicBezTo>
                <a:cubicBezTo>
                  <a:pt x="450209" y="110543"/>
                  <a:pt x="449736" y="110779"/>
                  <a:pt x="449106" y="110779"/>
                </a:cubicBezTo>
                <a:cubicBezTo>
                  <a:pt x="448056" y="110779"/>
                  <a:pt x="446085" y="110595"/>
                  <a:pt x="443193" y="110226"/>
                </a:cubicBezTo>
                <a:cubicBezTo>
                  <a:pt x="440303" y="109859"/>
                  <a:pt x="437282" y="109675"/>
                  <a:pt x="434129" y="109675"/>
                </a:cubicBezTo>
                <a:cubicBezTo>
                  <a:pt x="430766" y="109675"/>
                  <a:pt x="427508" y="109859"/>
                  <a:pt x="424355" y="110226"/>
                </a:cubicBezTo>
                <a:cubicBezTo>
                  <a:pt x="421202" y="110595"/>
                  <a:pt x="418259" y="110779"/>
                  <a:pt x="415526" y="110779"/>
                </a:cubicBezTo>
                <a:cubicBezTo>
                  <a:pt x="415000" y="110779"/>
                  <a:pt x="414579" y="110543"/>
                  <a:pt x="414263" y="110070"/>
                </a:cubicBezTo>
                <a:cubicBezTo>
                  <a:pt x="413949" y="109597"/>
                  <a:pt x="413792" y="109097"/>
                  <a:pt x="413792" y="108571"/>
                </a:cubicBezTo>
                <a:cubicBezTo>
                  <a:pt x="413792" y="107941"/>
                  <a:pt x="413949" y="107389"/>
                  <a:pt x="414263" y="106916"/>
                </a:cubicBezTo>
                <a:cubicBezTo>
                  <a:pt x="414579" y="106443"/>
                  <a:pt x="415053" y="106154"/>
                  <a:pt x="415685" y="106050"/>
                </a:cubicBezTo>
                <a:cubicBezTo>
                  <a:pt x="418312" y="105734"/>
                  <a:pt x="420334" y="105314"/>
                  <a:pt x="421752" y="104789"/>
                </a:cubicBezTo>
                <a:cubicBezTo>
                  <a:pt x="423171" y="104263"/>
                  <a:pt x="424222" y="103475"/>
                  <a:pt x="424906" y="102425"/>
                </a:cubicBezTo>
                <a:cubicBezTo>
                  <a:pt x="425589" y="101373"/>
                  <a:pt x="425983" y="100006"/>
                  <a:pt x="426087" y="98326"/>
                </a:cubicBezTo>
                <a:cubicBezTo>
                  <a:pt x="426193" y="96643"/>
                  <a:pt x="426246" y="94488"/>
                  <a:pt x="426246" y="91859"/>
                </a:cubicBezTo>
                <a:lnTo>
                  <a:pt x="426246" y="71996"/>
                </a:lnTo>
                <a:cubicBezTo>
                  <a:pt x="426246" y="66847"/>
                  <a:pt x="426193" y="62564"/>
                  <a:pt x="426087" y="59148"/>
                </a:cubicBezTo>
                <a:cubicBezTo>
                  <a:pt x="425983" y="55732"/>
                  <a:pt x="425615" y="53026"/>
                  <a:pt x="424985" y="51029"/>
                </a:cubicBezTo>
                <a:cubicBezTo>
                  <a:pt x="424355" y="49031"/>
                  <a:pt x="423356" y="47638"/>
                  <a:pt x="421990" y="46851"/>
                </a:cubicBezTo>
                <a:cubicBezTo>
                  <a:pt x="420624" y="46062"/>
                  <a:pt x="418679" y="45667"/>
                  <a:pt x="416157" y="45667"/>
                </a:cubicBezTo>
                <a:cubicBezTo>
                  <a:pt x="415526" y="45667"/>
                  <a:pt x="415027" y="45457"/>
                  <a:pt x="414658" y="45037"/>
                </a:cubicBezTo>
                <a:cubicBezTo>
                  <a:pt x="414291" y="44617"/>
                  <a:pt x="414107" y="44143"/>
                  <a:pt x="414107" y="43617"/>
                </a:cubicBezTo>
                <a:cubicBezTo>
                  <a:pt x="414107" y="42987"/>
                  <a:pt x="414291" y="42462"/>
                  <a:pt x="414658" y="42042"/>
                </a:cubicBezTo>
                <a:cubicBezTo>
                  <a:pt x="415027" y="41622"/>
                  <a:pt x="415526" y="41412"/>
                  <a:pt x="416157" y="41412"/>
                </a:cubicBezTo>
                <a:cubicBezTo>
                  <a:pt x="418153" y="41412"/>
                  <a:pt x="421070" y="41096"/>
                  <a:pt x="424906" y="40466"/>
                </a:cubicBezTo>
                <a:cubicBezTo>
                  <a:pt x="428742" y="39834"/>
                  <a:pt x="432657" y="38941"/>
                  <a:pt x="436652" y="37786"/>
                </a:cubicBezTo>
                <a:cubicBezTo>
                  <a:pt x="438123" y="37365"/>
                  <a:pt x="439226" y="37653"/>
                  <a:pt x="439962" y="38652"/>
                </a:cubicBezTo>
                <a:cubicBezTo>
                  <a:pt x="440698" y="39651"/>
                  <a:pt x="441066" y="40781"/>
                  <a:pt x="441066" y="42042"/>
                </a:cubicBezTo>
                <a:lnTo>
                  <a:pt x="441066" y="48347"/>
                </a:lnTo>
                <a:cubicBezTo>
                  <a:pt x="441066" y="48557"/>
                  <a:pt x="441145" y="48688"/>
                  <a:pt x="441302" y="48741"/>
                </a:cubicBezTo>
                <a:cubicBezTo>
                  <a:pt x="441459" y="48794"/>
                  <a:pt x="441591" y="48716"/>
                  <a:pt x="441697" y="48506"/>
                </a:cubicBezTo>
                <a:cubicBezTo>
                  <a:pt x="442433" y="47349"/>
                  <a:pt x="443458" y="46062"/>
                  <a:pt x="444771" y="44645"/>
                </a:cubicBezTo>
                <a:cubicBezTo>
                  <a:pt x="446085" y="43225"/>
                  <a:pt x="447661" y="41885"/>
                  <a:pt x="449500" y="40625"/>
                </a:cubicBezTo>
                <a:cubicBezTo>
                  <a:pt x="451340" y="39363"/>
                  <a:pt x="453415" y="38312"/>
                  <a:pt x="455726" y="37471"/>
                </a:cubicBezTo>
                <a:cubicBezTo>
                  <a:pt x="458039" y="36629"/>
                  <a:pt x="460614" y="36208"/>
                  <a:pt x="463453" y="36208"/>
                </a:cubicBezTo>
                <a:cubicBezTo>
                  <a:pt x="471335" y="36208"/>
                  <a:pt x="477510" y="38389"/>
                  <a:pt x="481976" y="42751"/>
                </a:cubicBezTo>
                <a:cubicBezTo>
                  <a:pt x="486444" y="47114"/>
                  <a:pt x="488678" y="54181"/>
                  <a:pt x="488678" y="63954"/>
                </a:cubicBezTo>
                <a:lnTo>
                  <a:pt x="488678" y="90914"/>
                </a:lnTo>
                <a:cubicBezTo>
                  <a:pt x="488678" y="93752"/>
                  <a:pt x="488757" y="96065"/>
                  <a:pt x="488914" y="97852"/>
                </a:cubicBezTo>
                <a:cubicBezTo>
                  <a:pt x="489071" y="99638"/>
                  <a:pt x="489438" y="101083"/>
                  <a:pt x="490016" y="102186"/>
                </a:cubicBezTo>
                <a:cubicBezTo>
                  <a:pt x="490594" y="103290"/>
                  <a:pt x="491489" y="104131"/>
                  <a:pt x="492698" y="104710"/>
                </a:cubicBezTo>
                <a:cubicBezTo>
                  <a:pt x="493907" y="105287"/>
                  <a:pt x="495615" y="105734"/>
                  <a:pt x="497822" y="106050"/>
                </a:cubicBezTo>
                <a:cubicBezTo>
                  <a:pt x="498452" y="106154"/>
                  <a:pt x="498924" y="106443"/>
                  <a:pt x="499239" y="106916"/>
                </a:cubicBezTo>
                <a:cubicBezTo>
                  <a:pt x="499554" y="107389"/>
                  <a:pt x="499712" y="107941"/>
                  <a:pt x="499712" y="108571"/>
                </a:cubicBezTo>
                <a:cubicBezTo>
                  <a:pt x="499712" y="109097"/>
                  <a:pt x="499554" y="109597"/>
                  <a:pt x="499239" y="110070"/>
                </a:cubicBezTo>
                <a:cubicBezTo>
                  <a:pt x="498924" y="110543"/>
                  <a:pt x="498452" y="110779"/>
                  <a:pt x="497822" y="110779"/>
                </a:cubicBezTo>
                <a:cubicBezTo>
                  <a:pt x="496455" y="110779"/>
                  <a:pt x="494221" y="110595"/>
                  <a:pt x="491120" y="110226"/>
                </a:cubicBezTo>
                <a:cubicBezTo>
                  <a:pt x="488020" y="109859"/>
                  <a:pt x="484893" y="109675"/>
                  <a:pt x="481740" y="109675"/>
                </a:cubicBezTo>
                <a:cubicBezTo>
                  <a:pt x="478377" y="109675"/>
                  <a:pt x="475171" y="109859"/>
                  <a:pt x="472123" y="110226"/>
                </a:cubicBezTo>
                <a:cubicBezTo>
                  <a:pt x="469076" y="110595"/>
                  <a:pt x="466554" y="110779"/>
                  <a:pt x="464557" y="110779"/>
                </a:cubicBezTo>
                <a:cubicBezTo>
                  <a:pt x="464031" y="110779"/>
                  <a:pt x="463610" y="110543"/>
                  <a:pt x="463294" y="110070"/>
                </a:cubicBezTo>
                <a:cubicBezTo>
                  <a:pt x="462980" y="109597"/>
                  <a:pt x="462823" y="109097"/>
                  <a:pt x="462823" y="108571"/>
                </a:cubicBezTo>
                <a:cubicBezTo>
                  <a:pt x="462823" y="107941"/>
                  <a:pt x="462980" y="107389"/>
                  <a:pt x="463294" y="106916"/>
                </a:cubicBezTo>
                <a:cubicBezTo>
                  <a:pt x="463610" y="106443"/>
                  <a:pt x="464083" y="106154"/>
                  <a:pt x="464713" y="106050"/>
                </a:cubicBezTo>
                <a:cubicBezTo>
                  <a:pt x="467026" y="105734"/>
                  <a:pt x="468786" y="105261"/>
                  <a:pt x="469994" y="104631"/>
                </a:cubicBezTo>
                <a:cubicBezTo>
                  <a:pt x="471203" y="104000"/>
                  <a:pt x="472096" y="103133"/>
                  <a:pt x="472674" y="102030"/>
                </a:cubicBezTo>
                <a:cubicBezTo>
                  <a:pt x="473253" y="100925"/>
                  <a:pt x="473594" y="99559"/>
                  <a:pt x="473698" y="97931"/>
                </a:cubicBezTo>
                <a:cubicBezTo>
                  <a:pt x="473804" y="96302"/>
                  <a:pt x="473857" y="94278"/>
                  <a:pt x="473857" y="91859"/>
                </a:cubicBezTo>
                <a:lnTo>
                  <a:pt x="473857" y="67897"/>
                </a:lnTo>
                <a:cubicBezTo>
                  <a:pt x="473857" y="65269"/>
                  <a:pt x="473752" y="62641"/>
                  <a:pt x="473542" y="60014"/>
                </a:cubicBezTo>
                <a:cubicBezTo>
                  <a:pt x="473332" y="57387"/>
                  <a:pt x="472754" y="55022"/>
                  <a:pt x="471808" y="52920"/>
                </a:cubicBezTo>
                <a:cubicBezTo>
                  <a:pt x="470863" y="50817"/>
                  <a:pt x="469497" y="49083"/>
                  <a:pt x="467708" y="47717"/>
                </a:cubicBezTo>
                <a:cubicBezTo>
                  <a:pt x="465922" y="46350"/>
                  <a:pt x="463452" y="45667"/>
                  <a:pt x="460299" y="45667"/>
                </a:cubicBezTo>
                <a:cubicBezTo>
                  <a:pt x="457146" y="45667"/>
                  <a:pt x="454387" y="46167"/>
                  <a:pt x="452022" y="47166"/>
                </a:cubicBezTo>
                <a:cubicBezTo>
                  <a:pt x="449658" y="48163"/>
                  <a:pt x="447661" y="49503"/>
                  <a:pt x="446032" y="51185"/>
                </a:cubicBezTo>
                <a:cubicBezTo>
                  <a:pt x="444402" y="52868"/>
                  <a:pt x="443167" y="54839"/>
                  <a:pt x="442327" y="57098"/>
                </a:cubicBezTo>
                <a:cubicBezTo>
                  <a:pt x="441487" y="59358"/>
                  <a:pt x="441066" y="61749"/>
                  <a:pt x="441066" y="64272"/>
                </a:cubicBezTo>
                <a:lnTo>
                  <a:pt x="441066" y="90914"/>
                </a:lnTo>
                <a:close/>
                <a:moveTo>
                  <a:pt x="560946" y="50555"/>
                </a:moveTo>
                <a:cubicBezTo>
                  <a:pt x="558949" y="48033"/>
                  <a:pt x="556795" y="46167"/>
                  <a:pt x="554482" y="44960"/>
                </a:cubicBezTo>
                <a:cubicBezTo>
                  <a:pt x="552169" y="43751"/>
                  <a:pt x="549385" y="43146"/>
                  <a:pt x="546127" y="43146"/>
                </a:cubicBezTo>
                <a:cubicBezTo>
                  <a:pt x="542973" y="43146"/>
                  <a:pt x="540134" y="43619"/>
                  <a:pt x="537612" y="44565"/>
                </a:cubicBezTo>
                <a:cubicBezTo>
                  <a:pt x="535090" y="45510"/>
                  <a:pt x="532962" y="47138"/>
                  <a:pt x="531227" y="49451"/>
                </a:cubicBezTo>
                <a:cubicBezTo>
                  <a:pt x="529493" y="51764"/>
                  <a:pt x="528180" y="54917"/>
                  <a:pt x="527287" y="58912"/>
                </a:cubicBezTo>
                <a:cubicBezTo>
                  <a:pt x="526393" y="62906"/>
                  <a:pt x="525947" y="67950"/>
                  <a:pt x="525947" y="74046"/>
                </a:cubicBezTo>
                <a:cubicBezTo>
                  <a:pt x="525947" y="77619"/>
                  <a:pt x="526314" y="81113"/>
                  <a:pt x="527049" y="84529"/>
                </a:cubicBezTo>
                <a:cubicBezTo>
                  <a:pt x="527785" y="87945"/>
                  <a:pt x="528862" y="90993"/>
                  <a:pt x="530282" y="93673"/>
                </a:cubicBezTo>
                <a:cubicBezTo>
                  <a:pt x="531701" y="96353"/>
                  <a:pt x="533435" y="98508"/>
                  <a:pt x="535485" y="100137"/>
                </a:cubicBezTo>
                <a:cubicBezTo>
                  <a:pt x="537535" y="101766"/>
                  <a:pt x="539926" y="102581"/>
                  <a:pt x="542658" y="102581"/>
                </a:cubicBezTo>
                <a:cubicBezTo>
                  <a:pt x="547072" y="102581"/>
                  <a:pt x="550724" y="101819"/>
                  <a:pt x="553614" y="100296"/>
                </a:cubicBezTo>
                <a:cubicBezTo>
                  <a:pt x="556505" y="98771"/>
                  <a:pt x="558949" y="96800"/>
                  <a:pt x="560946" y="94383"/>
                </a:cubicBezTo>
                <a:lnTo>
                  <a:pt x="560946" y="50555"/>
                </a:lnTo>
                <a:moveTo>
                  <a:pt x="575764" y="82559"/>
                </a:moveTo>
                <a:cubicBezTo>
                  <a:pt x="575764" y="86868"/>
                  <a:pt x="575843" y="90363"/>
                  <a:pt x="576000" y="93043"/>
                </a:cubicBezTo>
                <a:cubicBezTo>
                  <a:pt x="576159" y="95723"/>
                  <a:pt x="576632" y="97825"/>
                  <a:pt x="577419" y="99350"/>
                </a:cubicBezTo>
                <a:cubicBezTo>
                  <a:pt x="578208" y="100874"/>
                  <a:pt x="579391" y="101924"/>
                  <a:pt x="580968" y="102502"/>
                </a:cubicBezTo>
                <a:cubicBezTo>
                  <a:pt x="582544" y="103079"/>
                  <a:pt x="584752" y="103368"/>
                  <a:pt x="587590" y="103368"/>
                </a:cubicBezTo>
                <a:cubicBezTo>
                  <a:pt x="588010" y="103368"/>
                  <a:pt x="588351" y="103604"/>
                  <a:pt x="588613" y="104077"/>
                </a:cubicBezTo>
                <a:cubicBezTo>
                  <a:pt x="588876" y="104550"/>
                  <a:pt x="589007" y="105103"/>
                  <a:pt x="589007" y="105735"/>
                </a:cubicBezTo>
                <a:cubicBezTo>
                  <a:pt x="589007" y="106259"/>
                  <a:pt x="588902" y="106784"/>
                  <a:pt x="588692" y="107310"/>
                </a:cubicBezTo>
                <a:cubicBezTo>
                  <a:pt x="588482" y="107836"/>
                  <a:pt x="588115" y="108099"/>
                  <a:pt x="587590" y="108099"/>
                </a:cubicBezTo>
                <a:cubicBezTo>
                  <a:pt x="586748" y="108099"/>
                  <a:pt x="586038" y="108126"/>
                  <a:pt x="585459" y="108179"/>
                </a:cubicBezTo>
                <a:cubicBezTo>
                  <a:pt x="584882" y="108230"/>
                  <a:pt x="584303" y="108282"/>
                  <a:pt x="583724" y="108335"/>
                </a:cubicBezTo>
                <a:cubicBezTo>
                  <a:pt x="583147" y="108388"/>
                  <a:pt x="582517" y="108467"/>
                  <a:pt x="581834" y="108573"/>
                </a:cubicBezTo>
                <a:cubicBezTo>
                  <a:pt x="581150" y="108678"/>
                  <a:pt x="580284" y="108782"/>
                  <a:pt x="579233" y="108886"/>
                </a:cubicBezTo>
                <a:cubicBezTo>
                  <a:pt x="578393" y="108992"/>
                  <a:pt x="577237" y="109203"/>
                  <a:pt x="575764" y="109519"/>
                </a:cubicBezTo>
                <a:cubicBezTo>
                  <a:pt x="574294" y="109833"/>
                  <a:pt x="572770" y="110147"/>
                  <a:pt x="571194" y="110462"/>
                </a:cubicBezTo>
                <a:cubicBezTo>
                  <a:pt x="569617" y="110778"/>
                  <a:pt x="568146" y="111041"/>
                  <a:pt x="566779" y="111251"/>
                </a:cubicBezTo>
                <a:cubicBezTo>
                  <a:pt x="565413" y="111461"/>
                  <a:pt x="564520" y="111566"/>
                  <a:pt x="564100" y="111566"/>
                </a:cubicBezTo>
                <a:cubicBezTo>
                  <a:pt x="563258" y="111566"/>
                  <a:pt x="562574" y="110831"/>
                  <a:pt x="562048" y="109360"/>
                </a:cubicBezTo>
                <a:cubicBezTo>
                  <a:pt x="561523" y="107888"/>
                  <a:pt x="561261" y="105838"/>
                  <a:pt x="561261" y="103211"/>
                </a:cubicBezTo>
                <a:cubicBezTo>
                  <a:pt x="561261" y="102685"/>
                  <a:pt x="561129" y="102475"/>
                  <a:pt x="560866" y="102581"/>
                </a:cubicBezTo>
                <a:cubicBezTo>
                  <a:pt x="560603" y="102685"/>
                  <a:pt x="560367" y="102842"/>
                  <a:pt x="560157" y="103053"/>
                </a:cubicBezTo>
                <a:cubicBezTo>
                  <a:pt x="556900" y="105995"/>
                  <a:pt x="553747" y="108150"/>
                  <a:pt x="550698" y="109516"/>
                </a:cubicBezTo>
                <a:cubicBezTo>
                  <a:pt x="547651" y="110883"/>
                  <a:pt x="543920" y="111566"/>
                  <a:pt x="539505" y="111566"/>
                </a:cubicBezTo>
                <a:cubicBezTo>
                  <a:pt x="534880" y="111566"/>
                  <a:pt x="530701" y="110752"/>
                  <a:pt x="526969" y="109124"/>
                </a:cubicBezTo>
                <a:cubicBezTo>
                  <a:pt x="523239" y="107495"/>
                  <a:pt x="520086" y="105182"/>
                  <a:pt x="517510" y="102186"/>
                </a:cubicBezTo>
                <a:cubicBezTo>
                  <a:pt x="514936" y="99191"/>
                  <a:pt x="512940" y="95538"/>
                  <a:pt x="511520" y="91229"/>
                </a:cubicBezTo>
                <a:cubicBezTo>
                  <a:pt x="510103" y="86920"/>
                  <a:pt x="509394" y="82085"/>
                  <a:pt x="509394" y="76726"/>
                </a:cubicBezTo>
                <a:cubicBezTo>
                  <a:pt x="509394" y="69684"/>
                  <a:pt x="510497" y="63614"/>
                  <a:pt x="512704" y="58518"/>
                </a:cubicBezTo>
                <a:cubicBezTo>
                  <a:pt x="514911" y="53419"/>
                  <a:pt x="517801" y="49215"/>
                  <a:pt x="521374" y="45905"/>
                </a:cubicBezTo>
                <a:cubicBezTo>
                  <a:pt x="524948" y="42593"/>
                  <a:pt x="528969" y="40149"/>
                  <a:pt x="533435" y="38573"/>
                </a:cubicBezTo>
                <a:cubicBezTo>
                  <a:pt x="537902" y="36996"/>
                  <a:pt x="542343" y="36208"/>
                  <a:pt x="546758" y="36208"/>
                </a:cubicBezTo>
                <a:cubicBezTo>
                  <a:pt x="548859" y="36208"/>
                  <a:pt x="551170" y="36445"/>
                  <a:pt x="553693" y="36918"/>
                </a:cubicBezTo>
                <a:cubicBezTo>
                  <a:pt x="556216" y="37391"/>
                  <a:pt x="558633" y="38206"/>
                  <a:pt x="560946" y="39362"/>
                </a:cubicBezTo>
                <a:lnTo>
                  <a:pt x="560946" y="29744"/>
                </a:lnTo>
                <a:cubicBezTo>
                  <a:pt x="560946" y="25225"/>
                  <a:pt x="560841" y="21626"/>
                  <a:pt x="560631" y="18946"/>
                </a:cubicBezTo>
                <a:cubicBezTo>
                  <a:pt x="560421" y="16266"/>
                  <a:pt x="559869" y="14191"/>
                  <a:pt x="558976" y="12720"/>
                </a:cubicBezTo>
                <a:cubicBezTo>
                  <a:pt x="558082" y="11248"/>
                  <a:pt x="556716" y="10249"/>
                  <a:pt x="554877" y="9723"/>
                </a:cubicBezTo>
                <a:cubicBezTo>
                  <a:pt x="553037" y="9197"/>
                  <a:pt x="550541" y="8776"/>
                  <a:pt x="547388" y="8462"/>
                </a:cubicBezTo>
                <a:cubicBezTo>
                  <a:pt x="546968" y="8462"/>
                  <a:pt x="546626" y="8199"/>
                  <a:pt x="546363" y="7673"/>
                </a:cubicBezTo>
                <a:cubicBezTo>
                  <a:pt x="546100" y="7147"/>
                  <a:pt x="545969" y="6622"/>
                  <a:pt x="545969" y="6097"/>
                </a:cubicBezTo>
                <a:cubicBezTo>
                  <a:pt x="545969" y="5571"/>
                  <a:pt x="546074" y="5046"/>
                  <a:pt x="546284" y="4522"/>
                </a:cubicBezTo>
                <a:cubicBezTo>
                  <a:pt x="546494" y="3996"/>
                  <a:pt x="546862" y="3733"/>
                  <a:pt x="547388" y="3733"/>
                </a:cubicBezTo>
                <a:cubicBezTo>
                  <a:pt x="549174" y="3627"/>
                  <a:pt x="551118" y="3495"/>
                  <a:pt x="553219" y="3338"/>
                </a:cubicBezTo>
                <a:cubicBezTo>
                  <a:pt x="555322" y="3181"/>
                  <a:pt x="557476" y="2997"/>
                  <a:pt x="559683" y="2787"/>
                </a:cubicBezTo>
                <a:cubicBezTo>
                  <a:pt x="561891" y="2576"/>
                  <a:pt x="564046" y="2260"/>
                  <a:pt x="566147" y="1839"/>
                </a:cubicBezTo>
                <a:cubicBezTo>
                  <a:pt x="568249" y="1419"/>
                  <a:pt x="570247" y="946"/>
                  <a:pt x="572139" y="420"/>
                </a:cubicBezTo>
                <a:cubicBezTo>
                  <a:pt x="573505" y="0"/>
                  <a:pt x="574425" y="79"/>
                  <a:pt x="574898" y="658"/>
                </a:cubicBezTo>
                <a:cubicBezTo>
                  <a:pt x="575371" y="1236"/>
                  <a:pt x="575660" y="1839"/>
                  <a:pt x="575764" y="2470"/>
                </a:cubicBezTo>
                <a:lnTo>
                  <a:pt x="575764" y="825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Text negativeonesaswell…">
            <a:extLst xmlns:a="http://schemas.openxmlformats.org/drawingml/2006/main">
              <a:ext uri="{FF2B5EF4-FFF2-40B4-BE49-F238E27FC236}">
                <a16:creationId xmlns:a16="http://schemas.microsoft.com/office/drawing/2014/main" id="{40F52F1B-80CE-4108-ABF0-D8A5DF2C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09" y="4510864"/>
            <a:ext cx="1646316" cy="159493"/>
          </a:xfrm>
          <a:custGeom xmlns:a="http://schemas.openxmlformats.org/drawingml/2006/main">
            <a:pathLst>
              <a:path w="1646316" h="159493">
                <a:moveTo>
                  <a:pt x="27275" y="90755"/>
                </a:moveTo>
                <a:cubicBezTo>
                  <a:pt x="27275" y="93384"/>
                  <a:pt x="27327" y="95591"/>
                  <a:pt x="27431" y="97378"/>
                </a:cubicBezTo>
                <a:cubicBezTo>
                  <a:pt x="27537" y="99164"/>
                  <a:pt x="27826" y="100636"/>
                  <a:pt x="28299" y="101792"/>
                </a:cubicBezTo>
                <a:cubicBezTo>
                  <a:pt x="28773" y="102948"/>
                  <a:pt x="29561" y="103842"/>
                  <a:pt x="30664" y="104472"/>
                </a:cubicBezTo>
                <a:cubicBezTo>
                  <a:pt x="31767" y="105102"/>
                  <a:pt x="33317" y="105575"/>
                  <a:pt x="35314" y="105891"/>
                </a:cubicBezTo>
                <a:cubicBezTo>
                  <a:pt x="35944" y="105995"/>
                  <a:pt x="36418" y="106284"/>
                  <a:pt x="36733" y="106757"/>
                </a:cubicBezTo>
                <a:cubicBezTo>
                  <a:pt x="37049" y="107230"/>
                  <a:pt x="37207" y="107782"/>
                  <a:pt x="37207" y="108412"/>
                </a:cubicBezTo>
                <a:cubicBezTo>
                  <a:pt x="37207" y="108938"/>
                  <a:pt x="37049" y="109438"/>
                  <a:pt x="36733" y="109911"/>
                </a:cubicBezTo>
                <a:cubicBezTo>
                  <a:pt x="36418" y="110384"/>
                  <a:pt x="35944" y="110621"/>
                  <a:pt x="35314" y="110621"/>
                </a:cubicBezTo>
                <a:cubicBezTo>
                  <a:pt x="34264" y="110621"/>
                  <a:pt x="32293" y="110436"/>
                  <a:pt x="29401" y="110067"/>
                </a:cubicBezTo>
                <a:cubicBezTo>
                  <a:pt x="26511" y="109700"/>
                  <a:pt x="23490" y="109516"/>
                  <a:pt x="20337" y="109516"/>
                </a:cubicBezTo>
                <a:cubicBezTo>
                  <a:pt x="16974" y="109516"/>
                  <a:pt x="13716" y="109700"/>
                  <a:pt x="10563" y="110067"/>
                </a:cubicBezTo>
                <a:cubicBezTo>
                  <a:pt x="7410" y="110436"/>
                  <a:pt x="4467" y="110621"/>
                  <a:pt x="1734" y="110621"/>
                </a:cubicBezTo>
                <a:cubicBezTo>
                  <a:pt x="1208" y="110621"/>
                  <a:pt x="787" y="110384"/>
                  <a:pt x="471" y="109911"/>
                </a:cubicBezTo>
                <a:cubicBezTo>
                  <a:pt x="157" y="109438"/>
                  <a:pt x="0" y="108938"/>
                  <a:pt x="0" y="108412"/>
                </a:cubicBezTo>
                <a:cubicBezTo>
                  <a:pt x="0" y="107782"/>
                  <a:pt x="157" y="107230"/>
                  <a:pt x="471" y="106757"/>
                </a:cubicBezTo>
                <a:cubicBezTo>
                  <a:pt x="787" y="106284"/>
                  <a:pt x="1261" y="105995"/>
                  <a:pt x="1893" y="105891"/>
                </a:cubicBezTo>
                <a:cubicBezTo>
                  <a:pt x="4520" y="105575"/>
                  <a:pt x="6542" y="105155"/>
                  <a:pt x="7960" y="104631"/>
                </a:cubicBezTo>
                <a:cubicBezTo>
                  <a:pt x="9379" y="104105"/>
                  <a:pt x="10431" y="103316"/>
                  <a:pt x="11114" y="102266"/>
                </a:cubicBezTo>
                <a:cubicBezTo>
                  <a:pt x="11797" y="101214"/>
                  <a:pt x="12191" y="99847"/>
                  <a:pt x="12295" y="98167"/>
                </a:cubicBezTo>
                <a:cubicBezTo>
                  <a:pt x="12401" y="96484"/>
                  <a:pt x="12454" y="94329"/>
                  <a:pt x="12454" y="91701"/>
                </a:cubicBezTo>
                <a:lnTo>
                  <a:pt x="12454" y="71837"/>
                </a:lnTo>
                <a:cubicBezTo>
                  <a:pt x="12454" y="66688"/>
                  <a:pt x="12401" y="62405"/>
                  <a:pt x="12295" y="58989"/>
                </a:cubicBezTo>
                <a:cubicBezTo>
                  <a:pt x="12191" y="55573"/>
                  <a:pt x="11824" y="52867"/>
                  <a:pt x="11193" y="50870"/>
                </a:cubicBezTo>
                <a:cubicBezTo>
                  <a:pt x="10563" y="48872"/>
                  <a:pt x="9565" y="47479"/>
                  <a:pt x="8198" y="46692"/>
                </a:cubicBezTo>
                <a:cubicBezTo>
                  <a:pt x="6832" y="45903"/>
                  <a:pt x="4887" y="45508"/>
                  <a:pt x="2365" y="45508"/>
                </a:cubicBezTo>
                <a:cubicBezTo>
                  <a:pt x="1734" y="45508"/>
                  <a:pt x="1235" y="45298"/>
                  <a:pt x="866" y="44878"/>
                </a:cubicBezTo>
                <a:cubicBezTo>
                  <a:pt x="499" y="44458"/>
                  <a:pt x="315" y="43985"/>
                  <a:pt x="315" y="43459"/>
                </a:cubicBezTo>
                <a:cubicBezTo>
                  <a:pt x="315" y="42828"/>
                  <a:pt x="499" y="42303"/>
                  <a:pt x="866" y="41883"/>
                </a:cubicBezTo>
                <a:cubicBezTo>
                  <a:pt x="1235" y="41463"/>
                  <a:pt x="1734" y="41253"/>
                  <a:pt x="2365" y="41253"/>
                </a:cubicBezTo>
                <a:cubicBezTo>
                  <a:pt x="4361" y="41253"/>
                  <a:pt x="7278" y="40938"/>
                  <a:pt x="11114" y="40307"/>
                </a:cubicBezTo>
                <a:cubicBezTo>
                  <a:pt x="14950" y="39675"/>
                  <a:pt x="18865" y="38782"/>
                  <a:pt x="22860" y="37628"/>
                </a:cubicBezTo>
                <a:cubicBezTo>
                  <a:pt x="24331" y="37206"/>
                  <a:pt x="25434" y="37494"/>
                  <a:pt x="26170" y="38494"/>
                </a:cubicBezTo>
                <a:cubicBezTo>
                  <a:pt x="26907" y="39493"/>
                  <a:pt x="27275" y="40622"/>
                  <a:pt x="27275" y="41883"/>
                </a:cubicBezTo>
                <a:lnTo>
                  <a:pt x="27275" y="48188"/>
                </a:lnTo>
                <a:cubicBezTo>
                  <a:pt x="27275" y="48398"/>
                  <a:pt x="27353" y="48530"/>
                  <a:pt x="27510" y="48583"/>
                </a:cubicBezTo>
                <a:cubicBezTo>
                  <a:pt x="27668" y="48636"/>
                  <a:pt x="27799" y="48557"/>
                  <a:pt x="27905" y="48347"/>
                </a:cubicBezTo>
                <a:cubicBezTo>
                  <a:pt x="28641" y="47191"/>
                  <a:pt x="29666" y="45904"/>
                  <a:pt x="30979" y="44486"/>
                </a:cubicBezTo>
                <a:cubicBezTo>
                  <a:pt x="32293" y="43067"/>
                  <a:pt x="33869" y="41727"/>
                  <a:pt x="35709" y="40466"/>
                </a:cubicBezTo>
                <a:cubicBezTo>
                  <a:pt x="37548" y="39204"/>
                  <a:pt x="39623" y="38153"/>
                  <a:pt x="41934" y="37312"/>
                </a:cubicBezTo>
                <a:cubicBezTo>
                  <a:pt x="44247" y="36470"/>
                  <a:pt x="46823" y="36049"/>
                  <a:pt x="49661" y="36049"/>
                </a:cubicBezTo>
                <a:cubicBezTo>
                  <a:pt x="57543" y="36049"/>
                  <a:pt x="63718" y="38231"/>
                  <a:pt x="68184" y="42593"/>
                </a:cubicBezTo>
                <a:cubicBezTo>
                  <a:pt x="72652" y="46955"/>
                  <a:pt x="74886" y="54022"/>
                  <a:pt x="74886" y="63796"/>
                </a:cubicBezTo>
                <a:lnTo>
                  <a:pt x="74886" y="90755"/>
                </a:lnTo>
                <a:cubicBezTo>
                  <a:pt x="74886" y="93594"/>
                  <a:pt x="74965" y="95906"/>
                  <a:pt x="75122" y="97693"/>
                </a:cubicBezTo>
                <a:cubicBezTo>
                  <a:pt x="75279" y="99479"/>
                  <a:pt x="75646" y="100924"/>
                  <a:pt x="76224" y="102028"/>
                </a:cubicBezTo>
                <a:cubicBezTo>
                  <a:pt x="76803" y="103131"/>
                  <a:pt x="77697" y="103972"/>
                  <a:pt x="78906" y="104551"/>
                </a:cubicBezTo>
                <a:cubicBezTo>
                  <a:pt x="80115" y="105129"/>
                  <a:pt x="81823" y="105575"/>
                  <a:pt x="84030" y="105891"/>
                </a:cubicBezTo>
                <a:cubicBezTo>
                  <a:pt x="84660" y="105995"/>
                  <a:pt x="85132" y="106284"/>
                  <a:pt x="85447" y="106757"/>
                </a:cubicBezTo>
                <a:cubicBezTo>
                  <a:pt x="85763" y="107230"/>
                  <a:pt x="85921" y="107782"/>
                  <a:pt x="85921" y="108412"/>
                </a:cubicBezTo>
                <a:cubicBezTo>
                  <a:pt x="85921" y="108938"/>
                  <a:pt x="85763" y="109438"/>
                  <a:pt x="85447" y="109911"/>
                </a:cubicBezTo>
                <a:cubicBezTo>
                  <a:pt x="85132" y="110384"/>
                  <a:pt x="84660" y="110621"/>
                  <a:pt x="84030" y="110621"/>
                </a:cubicBezTo>
                <a:cubicBezTo>
                  <a:pt x="82663" y="110621"/>
                  <a:pt x="80429" y="110436"/>
                  <a:pt x="77328" y="110067"/>
                </a:cubicBezTo>
                <a:cubicBezTo>
                  <a:pt x="74228" y="109700"/>
                  <a:pt x="71101" y="109516"/>
                  <a:pt x="67948" y="109516"/>
                </a:cubicBezTo>
                <a:cubicBezTo>
                  <a:pt x="64585" y="109516"/>
                  <a:pt x="61380" y="109700"/>
                  <a:pt x="58331" y="110067"/>
                </a:cubicBezTo>
                <a:cubicBezTo>
                  <a:pt x="55284" y="110436"/>
                  <a:pt x="52762" y="110621"/>
                  <a:pt x="50765" y="110621"/>
                </a:cubicBezTo>
                <a:cubicBezTo>
                  <a:pt x="50239" y="110621"/>
                  <a:pt x="49818" y="110384"/>
                  <a:pt x="49502" y="109911"/>
                </a:cubicBezTo>
                <a:cubicBezTo>
                  <a:pt x="49188" y="109438"/>
                  <a:pt x="49031" y="108938"/>
                  <a:pt x="49031" y="108412"/>
                </a:cubicBezTo>
                <a:cubicBezTo>
                  <a:pt x="49031" y="107782"/>
                  <a:pt x="49188" y="107230"/>
                  <a:pt x="49502" y="106757"/>
                </a:cubicBezTo>
                <a:cubicBezTo>
                  <a:pt x="49818" y="106284"/>
                  <a:pt x="50291" y="105995"/>
                  <a:pt x="50922" y="105891"/>
                </a:cubicBezTo>
                <a:cubicBezTo>
                  <a:pt x="53234" y="105575"/>
                  <a:pt x="54994" y="105102"/>
                  <a:pt x="56202" y="104472"/>
                </a:cubicBezTo>
                <a:cubicBezTo>
                  <a:pt x="57411" y="103842"/>
                  <a:pt x="58304" y="102975"/>
                  <a:pt x="58882" y="101871"/>
                </a:cubicBezTo>
                <a:cubicBezTo>
                  <a:pt x="59461" y="100766"/>
                  <a:pt x="59802" y="99400"/>
                  <a:pt x="59907" y="97772"/>
                </a:cubicBezTo>
                <a:cubicBezTo>
                  <a:pt x="60012" y="96143"/>
                  <a:pt x="60065" y="94119"/>
                  <a:pt x="60065" y="91701"/>
                </a:cubicBezTo>
                <a:lnTo>
                  <a:pt x="60065" y="67738"/>
                </a:lnTo>
                <a:cubicBezTo>
                  <a:pt x="60065" y="65110"/>
                  <a:pt x="59960" y="62482"/>
                  <a:pt x="59750" y="59855"/>
                </a:cubicBezTo>
                <a:cubicBezTo>
                  <a:pt x="59540" y="57228"/>
                  <a:pt x="58962" y="54864"/>
                  <a:pt x="58016" y="52761"/>
                </a:cubicBezTo>
                <a:cubicBezTo>
                  <a:pt x="57071" y="50659"/>
                  <a:pt x="55705" y="48924"/>
                  <a:pt x="53917" y="47558"/>
                </a:cubicBezTo>
                <a:cubicBezTo>
                  <a:pt x="52130" y="46191"/>
                  <a:pt x="49660" y="45508"/>
                  <a:pt x="46507" y="45508"/>
                </a:cubicBezTo>
                <a:cubicBezTo>
                  <a:pt x="43354" y="45508"/>
                  <a:pt x="40595" y="46008"/>
                  <a:pt x="38230" y="47007"/>
                </a:cubicBezTo>
                <a:cubicBezTo>
                  <a:pt x="35866" y="48004"/>
                  <a:pt x="33869" y="49344"/>
                  <a:pt x="32240" y="51027"/>
                </a:cubicBezTo>
                <a:cubicBezTo>
                  <a:pt x="30610" y="52709"/>
                  <a:pt x="29376" y="54680"/>
                  <a:pt x="28535" y="56940"/>
                </a:cubicBezTo>
                <a:cubicBezTo>
                  <a:pt x="27695" y="59199"/>
                  <a:pt x="27275" y="61590"/>
                  <a:pt x="27275" y="64113"/>
                </a:cubicBezTo>
                <a:lnTo>
                  <a:pt x="27275" y="90755"/>
                </a:lnTo>
                <a:close/>
                <a:moveTo>
                  <a:pt x="113952" y="69629"/>
                </a:moveTo>
                <a:cubicBezTo>
                  <a:pt x="113426" y="69629"/>
                  <a:pt x="113137" y="69814"/>
                  <a:pt x="113084" y="70182"/>
                </a:cubicBezTo>
                <a:cubicBezTo>
                  <a:pt x="113033" y="70550"/>
                  <a:pt x="113007" y="70996"/>
                  <a:pt x="113007" y="71522"/>
                </a:cubicBezTo>
                <a:cubicBezTo>
                  <a:pt x="113007" y="76988"/>
                  <a:pt x="113611" y="81612"/>
                  <a:pt x="114818" y="85395"/>
                </a:cubicBezTo>
                <a:cubicBezTo>
                  <a:pt x="116027" y="89179"/>
                  <a:pt x="117709" y="92253"/>
                  <a:pt x="119863" y="94618"/>
                </a:cubicBezTo>
                <a:cubicBezTo>
                  <a:pt x="122018" y="96982"/>
                  <a:pt x="124594" y="98690"/>
                  <a:pt x="127590" y="99742"/>
                </a:cubicBezTo>
                <a:cubicBezTo>
                  <a:pt x="130585" y="100793"/>
                  <a:pt x="133817" y="101318"/>
                  <a:pt x="137284" y="101318"/>
                </a:cubicBezTo>
                <a:cubicBezTo>
                  <a:pt x="140857" y="101318"/>
                  <a:pt x="144325" y="101029"/>
                  <a:pt x="147688" y="100452"/>
                </a:cubicBezTo>
                <a:cubicBezTo>
                  <a:pt x="151053" y="99873"/>
                  <a:pt x="153944" y="98585"/>
                  <a:pt x="156360" y="96589"/>
                </a:cubicBezTo>
                <a:cubicBezTo>
                  <a:pt x="156887" y="96168"/>
                  <a:pt x="157438" y="96011"/>
                  <a:pt x="158016" y="96117"/>
                </a:cubicBezTo>
                <a:cubicBezTo>
                  <a:pt x="158594" y="96221"/>
                  <a:pt x="159068" y="96484"/>
                  <a:pt x="159435" y="96904"/>
                </a:cubicBezTo>
                <a:cubicBezTo>
                  <a:pt x="159802" y="97324"/>
                  <a:pt x="160038" y="97797"/>
                  <a:pt x="160142" y="98323"/>
                </a:cubicBezTo>
                <a:cubicBezTo>
                  <a:pt x="160248" y="98849"/>
                  <a:pt x="160144" y="99322"/>
                  <a:pt x="159829" y="99742"/>
                </a:cubicBezTo>
                <a:cubicBezTo>
                  <a:pt x="156466" y="104156"/>
                  <a:pt x="152682" y="107204"/>
                  <a:pt x="148477" y="108886"/>
                </a:cubicBezTo>
                <a:cubicBezTo>
                  <a:pt x="144274" y="110567"/>
                  <a:pt x="139071" y="111407"/>
                  <a:pt x="132870" y="111407"/>
                </a:cubicBezTo>
                <a:cubicBezTo>
                  <a:pt x="126564" y="111407"/>
                  <a:pt x="121125" y="110462"/>
                  <a:pt x="116553" y="108571"/>
                </a:cubicBezTo>
                <a:cubicBezTo>
                  <a:pt x="111980" y="106679"/>
                  <a:pt x="108196" y="104024"/>
                  <a:pt x="105201" y="100608"/>
                </a:cubicBezTo>
                <a:cubicBezTo>
                  <a:pt x="102207" y="97192"/>
                  <a:pt x="100000" y="93199"/>
                  <a:pt x="98581" y="88629"/>
                </a:cubicBezTo>
                <a:cubicBezTo>
                  <a:pt x="97161" y="84056"/>
                  <a:pt x="96452" y="79090"/>
                  <a:pt x="96452" y="73728"/>
                </a:cubicBezTo>
                <a:cubicBezTo>
                  <a:pt x="96452" y="68579"/>
                  <a:pt x="97318" y="63692"/>
                  <a:pt x="99052" y="59069"/>
                </a:cubicBezTo>
                <a:cubicBezTo>
                  <a:pt x="100787" y="54443"/>
                  <a:pt x="103231" y="50449"/>
                  <a:pt x="106384" y="47086"/>
                </a:cubicBezTo>
                <a:cubicBezTo>
                  <a:pt x="109537" y="43723"/>
                  <a:pt x="113268" y="41043"/>
                  <a:pt x="117577" y="39047"/>
                </a:cubicBezTo>
                <a:cubicBezTo>
                  <a:pt x="121887" y="37049"/>
                  <a:pt x="126669" y="36049"/>
                  <a:pt x="131924" y="36049"/>
                </a:cubicBezTo>
                <a:cubicBezTo>
                  <a:pt x="136338" y="36049"/>
                  <a:pt x="140358" y="36812"/>
                  <a:pt x="143984" y="38337"/>
                </a:cubicBezTo>
                <a:cubicBezTo>
                  <a:pt x="147610" y="39861"/>
                  <a:pt x="150684" y="41962"/>
                  <a:pt x="153207" y="44642"/>
                </a:cubicBezTo>
                <a:cubicBezTo>
                  <a:pt x="155729" y="47322"/>
                  <a:pt x="157700" y="50528"/>
                  <a:pt x="159120" y="54260"/>
                </a:cubicBezTo>
                <a:cubicBezTo>
                  <a:pt x="160539" y="57990"/>
                  <a:pt x="161249" y="62010"/>
                  <a:pt x="161249" y="66319"/>
                </a:cubicBezTo>
                <a:cubicBezTo>
                  <a:pt x="161249" y="68526"/>
                  <a:pt x="160460" y="69629"/>
                  <a:pt x="158884" y="69629"/>
                </a:cubicBezTo>
                <a:lnTo>
                  <a:pt x="113952" y="69629"/>
                </a:lnTo>
                <a:moveTo>
                  <a:pt x="142803" y="64113"/>
                </a:moveTo>
                <a:cubicBezTo>
                  <a:pt x="144273" y="64113"/>
                  <a:pt x="145114" y="63588"/>
                  <a:pt x="145324" y="62537"/>
                </a:cubicBezTo>
                <a:cubicBezTo>
                  <a:pt x="145535" y="61485"/>
                  <a:pt x="145641" y="60223"/>
                  <a:pt x="145641" y="58751"/>
                </a:cubicBezTo>
                <a:cubicBezTo>
                  <a:pt x="145641" y="56544"/>
                  <a:pt x="145300" y="54416"/>
                  <a:pt x="144616" y="52367"/>
                </a:cubicBezTo>
                <a:cubicBezTo>
                  <a:pt x="143933" y="50317"/>
                  <a:pt x="142961" y="48504"/>
                  <a:pt x="141698" y="46928"/>
                </a:cubicBezTo>
                <a:cubicBezTo>
                  <a:pt x="140438" y="45351"/>
                  <a:pt x="138914" y="44090"/>
                  <a:pt x="137128" y="43144"/>
                </a:cubicBezTo>
                <a:cubicBezTo>
                  <a:pt x="135341" y="42197"/>
                  <a:pt x="133292" y="41724"/>
                  <a:pt x="130979" y="41724"/>
                </a:cubicBezTo>
                <a:cubicBezTo>
                  <a:pt x="128140" y="41724"/>
                  <a:pt x="125696" y="42224"/>
                  <a:pt x="123647" y="43223"/>
                </a:cubicBezTo>
                <a:cubicBezTo>
                  <a:pt x="121597" y="44222"/>
                  <a:pt x="119863" y="45536"/>
                  <a:pt x="118444" y="47166"/>
                </a:cubicBezTo>
                <a:cubicBezTo>
                  <a:pt x="117026" y="48793"/>
                  <a:pt x="115949" y="50712"/>
                  <a:pt x="115213" y="52920"/>
                </a:cubicBezTo>
                <a:cubicBezTo>
                  <a:pt x="114477" y="55127"/>
                  <a:pt x="113951" y="57438"/>
                  <a:pt x="113637" y="59855"/>
                </a:cubicBezTo>
                <a:cubicBezTo>
                  <a:pt x="113427" y="61117"/>
                  <a:pt x="113348" y="62143"/>
                  <a:pt x="113399" y="62932"/>
                </a:cubicBezTo>
                <a:cubicBezTo>
                  <a:pt x="113452" y="63719"/>
                  <a:pt x="113688" y="64113"/>
                  <a:pt x="114109" y="64113"/>
                </a:cubicBezTo>
                <a:lnTo>
                  <a:pt x="142803" y="64113"/>
                </a:lnTo>
                <a:close/>
                <a:moveTo>
                  <a:pt x="205202" y="85869"/>
                </a:moveTo>
                <a:cubicBezTo>
                  <a:pt x="210668" y="85869"/>
                  <a:pt x="214582" y="84083"/>
                  <a:pt x="216946" y="80510"/>
                </a:cubicBezTo>
                <a:cubicBezTo>
                  <a:pt x="219312" y="76935"/>
                  <a:pt x="220494" y="71732"/>
                  <a:pt x="220494" y="64900"/>
                </a:cubicBezTo>
                <a:cubicBezTo>
                  <a:pt x="220494" y="61432"/>
                  <a:pt x="220310" y="58280"/>
                  <a:pt x="219941" y="55443"/>
                </a:cubicBezTo>
                <a:cubicBezTo>
                  <a:pt x="219574" y="52605"/>
                  <a:pt x="218864" y="50161"/>
                  <a:pt x="217812" y="48111"/>
                </a:cubicBezTo>
                <a:cubicBezTo>
                  <a:pt x="216762" y="46062"/>
                  <a:pt x="215370" y="44485"/>
                  <a:pt x="213636" y="43382"/>
                </a:cubicBezTo>
                <a:cubicBezTo>
                  <a:pt x="211902" y="42277"/>
                  <a:pt x="209669" y="41724"/>
                  <a:pt x="206936" y="41724"/>
                </a:cubicBezTo>
                <a:cubicBezTo>
                  <a:pt x="203573" y="41724"/>
                  <a:pt x="200867" y="42434"/>
                  <a:pt x="198818" y="43853"/>
                </a:cubicBezTo>
                <a:cubicBezTo>
                  <a:pt x="196768" y="45273"/>
                  <a:pt x="195165" y="47086"/>
                  <a:pt x="194009" y="49292"/>
                </a:cubicBezTo>
                <a:cubicBezTo>
                  <a:pt x="192853" y="51499"/>
                  <a:pt x="192064" y="53969"/>
                  <a:pt x="191644" y="56701"/>
                </a:cubicBezTo>
                <a:cubicBezTo>
                  <a:pt x="191224" y="59434"/>
                  <a:pt x="191014" y="62115"/>
                  <a:pt x="191014" y="64743"/>
                </a:cubicBezTo>
                <a:cubicBezTo>
                  <a:pt x="191014" y="71680"/>
                  <a:pt x="192222" y="76935"/>
                  <a:pt x="194639" y="80510"/>
                </a:cubicBezTo>
                <a:cubicBezTo>
                  <a:pt x="197056" y="84083"/>
                  <a:pt x="200577" y="85869"/>
                  <a:pt x="205202" y="85869"/>
                </a:cubicBezTo>
                <a:moveTo>
                  <a:pt x="232792" y="48662"/>
                </a:moveTo>
                <a:cubicBezTo>
                  <a:pt x="234262" y="50869"/>
                  <a:pt x="235339" y="53207"/>
                  <a:pt x="236023" y="55677"/>
                </a:cubicBezTo>
                <a:cubicBezTo>
                  <a:pt x="236706" y="58146"/>
                  <a:pt x="237100" y="60643"/>
                  <a:pt x="237206" y="63165"/>
                </a:cubicBezTo>
                <a:cubicBezTo>
                  <a:pt x="237206" y="67790"/>
                  <a:pt x="236338" y="71864"/>
                  <a:pt x="234603" y="75386"/>
                </a:cubicBezTo>
                <a:cubicBezTo>
                  <a:pt x="232870" y="78906"/>
                  <a:pt x="230505" y="81874"/>
                  <a:pt x="227509" y="84291"/>
                </a:cubicBezTo>
                <a:cubicBezTo>
                  <a:pt x="224513" y="86708"/>
                  <a:pt x="221071" y="88548"/>
                  <a:pt x="217182" y="89810"/>
                </a:cubicBezTo>
                <a:cubicBezTo>
                  <a:pt x="213294" y="91070"/>
                  <a:pt x="209143" y="91701"/>
                  <a:pt x="204728" y="91701"/>
                </a:cubicBezTo>
                <a:cubicBezTo>
                  <a:pt x="203468" y="91701"/>
                  <a:pt x="201838" y="91753"/>
                  <a:pt x="199840" y="91859"/>
                </a:cubicBezTo>
                <a:cubicBezTo>
                  <a:pt x="197843" y="91964"/>
                  <a:pt x="195899" y="92174"/>
                  <a:pt x="194006" y="92490"/>
                </a:cubicBezTo>
                <a:cubicBezTo>
                  <a:pt x="192116" y="92805"/>
                  <a:pt x="190513" y="93305"/>
                  <a:pt x="189200" y="93988"/>
                </a:cubicBezTo>
                <a:cubicBezTo>
                  <a:pt x="187887" y="94671"/>
                  <a:pt x="187230" y="95643"/>
                  <a:pt x="187230" y="96904"/>
                </a:cubicBezTo>
                <a:cubicBezTo>
                  <a:pt x="187230" y="97850"/>
                  <a:pt x="187755" y="98638"/>
                  <a:pt x="188805" y="99269"/>
                </a:cubicBezTo>
                <a:cubicBezTo>
                  <a:pt x="189856" y="99899"/>
                  <a:pt x="191143" y="100398"/>
                  <a:pt x="192666" y="100767"/>
                </a:cubicBezTo>
                <a:cubicBezTo>
                  <a:pt x="194192" y="101134"/>
                  <a:pt x="195716" y="101397"/>
                  <a:pt x="197240" y="101556"/>
                </a:cubicBezTo>
                <a:cubicBezTo>
                  <a:pt x="198763" y="101713"/>
                  <a:pt x="199998" y="101792"/>
                  <a:pt x="200944" y="101792"/>
                </a:cubicBezTo>
                <a:cubicBezTo>
                  <a:pt x="208512" y="102316"/>
                  <a:pt x="215291" y="102973"/>
                  <a:pt x="221281" y="103762"/>
                </a:cubicBezTo>
                <a:cubicBezTo>
                  <a:pt x="227273" y="104550"/>
                  <a:pt x="232344" y="105837"/>
                  <a:pt x="236494" y="107626"/>
                </a:cubicBezTo>
                <a:cubicBezTo>
                  <a:pt x="240646" y="109412"/>
                  <a:pt x="243825" y="111908"/>
                  <a:pt x="246032" y="115112"/>
                </a:cubicBezTo>
                <a:cubicBezTo>
                  <a:pt x="248241" y="118318"/>
                  <a:pt x="249345" y="122496"/>
                  <a:pt x="249345" y="127647"/>
                </a:cubicBezTo>
                <a:cubicBezTo>
                  <a:pt x="249345" y="132167"/>
                  <a:pt x="248451" y="136370"/>
                  <a:pt x="246665" y="140257"/>
                </a:cubicBezTo>
                <a:cubicBezTo>
                  <a:pt x="244878" y="144146"/>
                  <a:pt x="242198" y="147510"/>
                  <a:pt x="238623" y="150347"/>
                </a:cubicBezTo>
                <a:cubicBezTo>
                  <a:pt x="235050" y="153185"/>
                  <a:pt x="230662" y="155419"/>
                  <a:pt x="225460" y="157048"/>
                </a:cubicBezTo>
                <a:cubicBezTo>
                  <a:pt x="220257" y="158678"/>
                  <a:pt x="214240" y="159493"/>
                  <a:pt x="207408" y="159493"/>
                </a:cubicBezTo>
                <a:cubicBezTo>
                  <a:pt x="201732" y="159493"/>
                  <a:pt x="196530" y="158993"/>
                  <a:pt x="191800" y="157994"/>
                </a:cubicBezTo>
                <a:cubicBezTo>
                  <a:pt x="187071" y="156996"/>
                  <a:pt x="182998" y="155446"/>
                  <a:pt x="179582" y="153344"/>
                </a:cubicBezTo>
                <a:cubicBezTo>
                  <a:pt x="176167" y="151241"/>
                  <a:pt x="173539" y="148561"/>
                  <a:pt x="171699" y="145302"/>
                </a:cubicBezTo>
                <a:cubicBezTo>
                  <a:pt x="169861" y="142045"/>
                  <a:pt x="168942" y="138157"/>
                  <a:pt x="168942" y="133637"/>
                </a:cubicBezTo>
                <a:cubicBezTo>
                  <a:pt x="168942" y="131010"/>
                  <a:pt x="169310" y="128619"/>
                  <a:pt x="170044" y="126464"/>
                </a:cubicBezTo>
                <a:cubicBezTo>
                  <a:pt x="170780" y="124310"/>
                  <a:pt x="171779" y="122392"/>
                  <a:pt x="173039" y="120710"/>
                </a:cubicBezTo>
                <a:cubicBezTo>
                  <a:pt x="174301" y="119027"/>
                  <a:pt x="175721" y="117529"/>
                  <a:pt x="177297" y="116216"/>
                </a:cubicBezTo>
                <a:cubicBezTo>
                  <a:pt x="178874" y="114902"/>
                  <a:pt x="180503" y="113826"/>
                  <a:pt x="182185" y="112985"/>
                </a:cubicBezTo>
                <a:cubicBezTo>
                  <a:pt x="179767" y="112143"/>
                  <a:pt x="177559" y="110960"/>
                  <a:pt x="175563" y="109437"/>
                </a:cubicBezTo>
                <a:cubicBezTo>
                  <a:pt x="173566" y="107913"/>
                  <a:pt x="172568" y="105470"/>
                  <a:pt x="172568" y="102107"/>
                </a:cubicBezTo>
                <a:cubicBezTo>
                  <a:pt x="172568" y="99689"/>
                  <a:pt x="173119" y="97639"/>
                  <a:pt x="174223" y="95958"/>
                </a:cubicBezTo>
                <a:cubicBezTo>
                  <a:pt x="175326" y="94276"/>
                  <a:pt x="176798" y="92910"/>
                  <a:pt x="178637" y="91859"/>
                </a:cubicBezTo>
                <a:cubicBezTo>
                  <a:pt x="180477" y="90809"/>
                  <a:pt x="182526" y="90047"/>
                  <a:pt x="184786" y="89574"/>
                </a:cubicBezTo>
                <a:cubicBezTo>
                  <a:pt x="187045" y="89101"/>
                  <a:pt x="189279" y="88811"/>
                  <a:pt x="191485" y="88706"/>
                </a:cubicBezTo>
                <a:cubicBezTo>
                  <a:pt x="191591" y="88706"/>
                  <a:pt x="191644" y="88653"/>
                  <a:pt x="191644" y="88549"/>
                </a:cubicBezTo>
                <a:cubicBezTo>
                  <a:pt x="191644" y="88443"/>
                  <a:pt x="191591" y="88390"/>
                  <a:pt x="191485" y="88390"/>
                </a:cubicBezTo>
                <a:cubicBezTo>
                  <a:pt x="186126" y="86288"/>
                  <a:pt x="181921" y="83372"/>
                  <a:pt x="178873" y="79641"/>
                </a:cubicBezTo>
                <a:cubicBezTo>
                  <a:pt x="175826" y="75909"/>
                  <a:pt x="174302" y="70890"/>
                  <a:pt x="174302" y="64585"/>
                </a:cubicBezTo>
                <a:cubicBezTo>
                  <a:pt x="174302" y="60275"/>
                  <a:pt x="175090" y="56361"/>
                  <a:pt x="176667" y="52841"/>
                </a:cubicBezTo>
                <a:cubicBezTo>
                  <a:pt x="178243" y="49319"/>
                  <a:pt x="180477" y="46323"/>
                  <a:pt x="183366" y="43853"/>
                </a:cubicBezTo>
                <a:cubicBezTo>
                  <a:pt x="186256" y="41383"/>
                  <a:pt x="189751" y="39465"/>
                  <a:pt x="193850" y="38099"/>
                </a:cubicBezTo>
                <a:cubicBezTo>
                  <a:pt x="197949" y="36733"/>
                  <a:pt x="202468" y="36049"/>
                  <a:pt x="207408" y="36049"/>
                </a:cubicBezTo>
                <a:cubicBezTo>
                  <a:pt x="212979" y="36049"/>
                  <a:pt x="217420" y="36838"/>
                  <a:pt x="220730" y="38414"/>
                </a:cubicBezTo>
                <a:cubicBezTo>
                  <a:pt x="224040" y="39991"/>
                  <a:pt x="227062" y="42040"/>
                  <a:pt x="229794" y="44563"/>
                </a:cubicBezTo>
                <a:cubicBezTo>
                  <a:pt x="231793" y="42566"/>
                  <a:pt x="234157" y="40885"/>
                  <a:pt x="236889" y="39518"/>
                </a:cubicBezTo>
                <a:cubicBezTo>
                  <a:pt x="239621" y="38152"/>
                  <a:pt x="242670" y="37469"/>
                  <a:pt x="246035" y="37469"/>
                </a:cubicBezTo>
                <a:cubicBezTo>
                  <a:pt x="247191" y="37469"/>
                  <a:pt x="248478" y="37574"/>
                  <a:pt x="249896" y="37784"/>
                </a:cubicBezTo>
                <a:cubicBezTo>
                  <a:pt x="251315" y="37994"/>
                  <a:pt x="252628" y="38388"/>
                  <a:pt x="253836" y="38967"/>
                </a:cubicBezTo>
                <a:cubicBezTo>
                  <a:pt x="255045" y="39545"/>
                  <a:pt x="256044" y="40307"/>
                  <a:pt x="256831" y="41253"/>
                </a:cubicBezTo>
                <a:cubicBezTo>
                  <a:pt x="257620" y="42199"/>
                  <a:pt x="258014" y="43460"/>
                  <a:pt x="258014" y="45037"/>
                </a:cubicBezTo>
                <a:cubicBezTo>
                  <a:pt x="258014" y="46823"/>
                  <a:pt x="257541" y="48426"/>
                  <a:pt x="256595" y="49846"/>
                </a:cubicBezTo>
                <a:cubicBezTo>
                  <a:pt x="255651" y="51263"/>
                  <a:pt x="253812" y="51972"/>
                  <a:pt x="251079" y="51972"/>
                </a:cubicBezTo>
                <a:cubicBezTo>
                  <a:pt x="249083" y="51972"/>
                  <a:pt x="247768" y="51552"/>
                  <a:pt x="247136" y="50712"/>
                </a:cubicBezTo>
                <a:cubicBezTo>
                  <a:pt x="246506" y="49871"/>
                  <a:pt x="246033" y="48978"/>
                  <a:pt x="245717" y="48032"/>
                </a:cubicBezTo>
                <a:cubicBezTo>
                  <a:pt x="245403" y="47086"/>
                  <a:pt x="245035" y="46192"/>
                  <a:pt x="244615" y="45352"/>
                </a:cubicBezTo>
                <a:cubicBezTo>
                  <a:pt x="244195" y="44510"/>
                  <a:pt x="243197" y="44089"/>
                  <a:pt x="241620" y="44089"/>
                </a:cubicBezTo>
                <a:cubicBezTo>
                  <a:pt x="239938" y="44089"/>
                  <a:pt x="238256" y="44510"/>
                  <a:pt x="236573" y="45352"/>
                </a:cubicBezTo>
                <a:cubicBezTo>
                  <a:pt x="234893" y="46192"/>
                  <a:pt x="233632" y="47296"/>
                  <a:pt x="232792" y="48662"/>
                </a:cubicBezTo>
                <a:moveTo>
                  <a:pt x="190066" y="114720"/>
                </a:moveTo>
                <a:cubicBezTo>
                  <a:pt x="188279" y="116190"/>
                  <a:pt x="186860" y="118292"/>
                  <a:pt x="185808" y="121025"/>
                </a:cubicBezTo>
                <a:cubicBezTo>
                  <a:pt x="184758" y="123757"/>
                  <a:pt x="184232" y="126490"/>
                  <a:pt x="184232" y="129223"/>
                </a:cubicBezTo>
                <a:cubicBezTo>
                  <a:pt x="184232" y="133112"/>
                  <a:pt x="185047" y="136502"/>
                  <a:pt x="186677" y="139391"/>
                </a:cubicBezTo>
                <a:cubicBezTo>
                  <a:pt x="188306" y="142281"/>
                  <a:pt x="190434" y="144698"/>
                  <a:pt x="193061" y="146642"/>
                </a:cubicBezTo>
                <a:cubicBezTo>
                  <a:pt x="195690" y="148587"/>
                  <a:pt x="198712" y="150033"/>
                  <a:pt x="202128" y="150979"/>
                </a:cubicBezTo>
                <a:cubicBezTo>
                  <a:pt x="205544" y="151925"/>
                  <a:pt x="209038" y="152398"/>
                  <a:pt x="212611" y="152398"/>
                </a:cubicBezTo>
                <a:cubicBezTo>
                  <a:pt x="215764" y="152398"/>
                  <a:pt x="218733" y="151872"/>
                  <a:pt x="221517" y="150820"/>
                </a:cubicBezTo>
                <a:cubicBezTo>
                  <a:pt x="224302" y="149770"/>
                  <a:pt x="226747" y="148351"/>
                  <a:pt x="228849" y="146565"/>
                </a:cubicBezTo>
                <a:cubicBezTo>
                  <a:pt x="230952" y="144778"/>
                  <a:pt x="232633" y="142676"/>
                  <a:pt x="233894" y="140257"/>
                </a:cubicBezTo>
                <a:cubicBezTo>
                  <a:pt x="235156" y="137841"/>
                  <a:pt x="235787" y="135214"/>
                  <a:pt x="235787" y="132377"/>
                </a:cubicBezTo>
                <a:cubicBezTo>
                  <a:pt x="235787" y="128802"/>
                  <a:pt x="234604" y="125911"/>
                  <a:pt x="232239" y="123705"/>
                </a:cubicBezTo>
                <a:cubicBezTo>
                  <a:pt x="229875" y="121498"/>
                  <a:pt x="226643" y="119763"/>
                  <a:pt x="222544" y="118501"/>
                </a:cubicBezTo>
                <a:cubicBezTo>
                  <a:pt x="218445" y="117241"/>
                  <a:pt x="213610" y="116347"/>
                  <a:pt x="208038" y="115821"/>
                </a:cubicBezTo>
                <a:cubicBezTo>
                  <a:pt x="202468" y="115297"/>
                  <a:pt x="196478" y="114930"/>
                  <a:pt x="190066" y="114720"/>
                </a:cubicBezTo>
                <a:close/>
                <a:moveTo>
                  <a:pt x="304491" y="77197"/>
                </a:moveTo>
                <a:cubicBezTo>
                  <a:pt x="304491" y="76041"/>
                  <a:pt x="304438" y="75331"/>
                  <a:pt x="304332" y="75068"/>
                </a:cubicBezTo>
                <a:cubicBezTo>
                  <a:pt x="304228" y="74805"/>
                  <a:pt x="303965" y="74674"/>
                  <a:pt x="303545" y="74674"/>
                </a:cubicBezTo>
                <a:cubicBezTo>
                  <a:pt x="294927" y="75410"/>
                  <a:pt x="288542" y="77224"/>
                  <a:pt x="284389" y="80115"/>
                </a:cubicBezTo>
                <a:cubicBezTo>
                  <a:pt x="280239" y="83005"/>
                  <a:pt x="278164" y="86710"/>
                  <a:pt x="278164" y="91229"/>
                </a:cubicBezTo>
                <a:cubicBezTo>
                  <a:pt x="278164" y="94382"/>
                  <a:pt x="278952" y="97036"/>
                  <a:pt x="280529" y="99192"/>
                </a:cubicBezTo>
                <a:cubicBezTo>
                  <a:pt x="282105" y="101345"/>
                  <a:pt x="284733" y="102422"/>
                  <a:pt x="288412" y="102422"/>
                </a:cubicBezTo>
                <a:cubicBezTo>
                  <a:pt x="290828" y="102422"/>
                  <a:pt x="293377" y="101949"/>
                  <a:pt x="296057" y="101003"/>
                </a:cubicBezTo>
                <a:cubicBezTo>
                  <a:pt x="298736" y="100057"/>
                  <a:pt x="301128" y="98690"/>
                  <a:pt x="303230" y="96904"/>
                </a:cubicBezTo>
                <a:cubicBezTo>
                  <a:pt x="304070" y="96063"/>
                  <a:pt x="304491" y="95222"/>
                  <a:pt x="304491" y="94380"/>
                </a:cubicBezTo>
                <a:lnTo>
                  <a:pt x="304491" y="77197"/>
                </a:lnTo>
                <a:moveTo>
                  <a:pt x="319312" y="92805"/>
                </a:moveTo>
                <a:cubicBezTo>
                  <a:pt x="319312" y="96484"/>
                  <a:pt x="319653" y="99059"/>
                  <a:pt x="320336" y="100531"/>
                </a:cubicBezTo>
                <a:cubicBezTo>
                  <a:pt x="321019" y="102002"/>
                  <a:pt x="322359" y="102737"/>
                  <a:pt x="324356" y="102737"/>
                </a:cubicBezTo>
                <a:cubicBezTo>
                  <a:pt x="325512" y="102737"/>
                  <a:pt x="326458" y="102606"/>
                  <a:pt x="327192" y="102343"/>
                </a:cubicBezTo>
                <a:cubicBezTo>
                  <a:pt x="327928" y="102080"/>
                  <a:pt x="328980" y="101528"/>
                  <a:pt x="330346" y="100688"/>
                </a:cubicBezTo>
                <a:cubicBezTo>
                  <a:pt x="330662" y="100478"/>
                  <a:pt x="331004" y="100478"/>
                  <a:pt x="331371" y="100688"/>
                </a:cubicBezTo>
                <a:cubicBezTo>
                  <a:pt x="331740" y="100898"/>
                  <a:pt x="332055" y="101187"/>
                  <a:pt x="332316" y="101556"/>
                </a:cubicBezTo>
                <a:cubicBezTo>
                  <a:pt x="332579" y="101923"/>
                  <a:pt x="332763" y="102344"/>
                  <a:pt x="332867" y="102817"/>
                </a:cubicBezTo>
                <a:cubicBezTo>
                  <a:pt x="332973" y="103290"/>
                  <a:pt x="332869" y="103684"/>
                  <a:pt x="332554" y="103998"/>
                </a:cubicBezTo>
                <a:cubicBezTo>
                  <a:pt x="328455" y="108937"/>
                  <a:pt x="323620" y="111407"/>
                  <a:pt x="318049" y="111407"/>
                </a:cubicBezTo>
                <a:cubicBezTo>
                  <a:pt x="315002" y="111407"/>
                  <a:pt x="312400" y="110593"/>
                  <a:pt x="310245" y="108965"/>
                </a:cubicBezTo>
                <a:cubicBezTo>
                  <a:pt x="308091" y="107336"/>
                  <a:pt x="306489" y="105417"/>
                  <a:pt x="305438" y="103209"/>
                </a:cubicBezTo>
                <a:cubicBezTo>
                  <a:pt x="305227" y="102684"/>
                  <a:pt x="304911" y="102632"/>
                  <a:pt x="304491" y="103053"/>
                </a:cubicBezTo>
                <a:cubicBezTo>
                  <a:pt x="301758" y="105469"/>
                  <a:pt x="298579" y="107466"/>
                  <a:pt x="294952" y="109042"/>
                </a:cubicBezTo>
                <a:cubicBezTo>
                  <a:pt x="291326" y="110619"/>
                  <a:pt x="286781" y="111407"/>
                  <a:pt x="281318" y="111407"/>
                </a:cubicBezTo>
                <a:cubicBezTo>
                  <a:pt x="275326" y="111407"/>
                  <a:pt x="270701" y="109805"/>
                  <a:pt x="267442" y="106601"/>
                </a:cubicBezTo>
                <a:cubicBezTo>
                  <a:pt x="264185" y="103395"/>
                  <a:pt x="262556" y="98849"/>
                  <a:pt x="262556" y="92963"/>
                </a:cubicBezTo>
                <a:cubicBezTo>
                  <a:pt x="262556" y="85395"/>
                  <a:pt x="266077" y="79588"/>
                  <a:pt x="273119" y="75542"/>
                </a:cubicBezTo>
                <a:cubicBezTo>
                  <a:pt x="280161" y="71496"/>
                  <a:pt x="290408" y="69473"/>
                  <a:pt x="303860" y="69473"/>
                </a:cubicBezTo>
                <a:cubicBezTo>
                  <a:pt x="304070" y="69473"/>
                  <a:pt x="304228" y="69210"/>
                  <a:pt x="304332" y="68684"/>
                </a:cubicBezTo>
                <a:cubicBezTo>
                  <a:pt x="304438" y="68158"/>
                  <a:pt x="304491" y="66949"/>
                  <a:pt x="304491" y="65059"/>
                </a:cubicBezTo>
                <a:lnTo>
                  <a:pt x="304491" y="60801"/>
                </a:lnTo>
                <a:cubicBezTo>
                  <a:pt x="304491" y="58174"/>
                  <a:pt x="304281" y="55704"/>
                  <a:pt x="303860" y="53391"/>
                </a:cubicBezTo>
                <a:cubicBezTo>
                  <a:pt x="303440" y="51079"/>
                  <a:pt x="302731" y="49056"/>
                  <a:pt x="301731" y="47322"/>
                </a:cubicBezTo>
                <a:cubicBezTo>
                  <a:pt x="300734" y="45588"/>
                  <a:pt x="299342" y="44222"/>
                  <a:pt x="297555" y="43223"/>
                </a:cubicBezTo>
                <a:cubicBezTo>
                  <a:pt x="295769" y="42224"/>
                  <a:pt x="293561" y="41724"/>
                  <a:pt x="290933" y="41724"/>
                </a:cubicBezTo>
                <a:cubicBezTo>
                  <a:pt x="287044" y="41724"/>
                  <a:pt x="283891" y="42487"/>
                  <a:pt x="281474" y="44012"/>
                </a:cubicBezTo>
                <a:cubicBezTo>
                  <a:pt x="279057" y="45536"/>
                  <a:pt x="277849" y="47506"/>
                  <a:pt x="277849" y="49923"/>
                </a:cubicBezTo>
                <a:cubicBezTo>
                  <a:pt x="277849" y="51079"/>
                  <a:pt x="278216" y="52209"/>
                  <a:pt x="278950" y="53312"/>
                </a:cubicBezTo>
                <a:cubicBezTo>
                  <a:pt x="279687" y="54415"/>
                  <a:pt x="280055" y="55545"/>
                  <a:pt x="280055" y="56701"/>
                </a:cubicBezTo>
                <a:cubicBezTo>
                  <a:pt x="280055" y="58174"/>
                  <a:pt x="279319" y="59593"/>
                  <a:pt x="277846" y="60959"/>
                </a:cubicBezTo>
                <a:cubicBezTo>
                  <a:pt x="276376" y="62326"/>
                  <a:pt x="274590" y="63009"/>
                  <a:pt x="272489" y="63009"/>
                </a:cubicBezTo>
                <a:cubicBezTo>
                  <a:pt x="269650" y="63009"/>
                  <a:pt x="267627" y="62247"/>
                  <a:pt x="266417" y="60724"/>
                </a:cubicBezTo>
                <a:cubicBezTo>
                  <a:pt x="265210" y="59198"/>
                  <a:pt x="264606" y="57333"/>
                  <a:pt x="264606" y="55126"/>
                </a:cubicBezTo>
                <a:cubicBezTo>
                  <a:pt x="264606" y="52499"/>
                  <a:pt x="265341" y="50003"/>
                  <a:pt x="266812" y="47637"/>
                </a:cubicBezTo>
                <a:cubicBezTo>
                  <a:pt x="268284" y="45272"/>
                  <a:pt x="270281" y="43249"/>
                  <a:pt x="272802" y="41568"/>
                </a:cubicBezTo>
                <a:cubicBezTo>
                  <a:pt x="275324" y="39886"/>
                  <a:pt x="278267" y="38546"/>
                  <a:pt x="281630" y="37548"/>
                </a:cubicBezTo>
                <a:cubicBezTo>
                  <a:pt x="284995" y="36549"/>
                  <a:pt x="288517" y="36049"/>
                  <a:pt x="292196" y="36049"/>
                </a:cubicBezTo>
                <a:cubicBezTo>
                  <a:pt x="300602" y="36049"/>
                  <a:pt x="307223" y="37994"/>
                  <a:pt x="312059" y="41883"/>
                </a:cubicBezTo>
                <a:cubicBezTo>
                  <a:pt x="316894" y="45772"/>
                  <a:pt x="319312" y="52236"/>
                  <a:pt x="319312" y="61275"/>
                </a:cubicBezTo>
                <a:lnTo>
                  <a:pt x="319312" y="92805"/>
                </a:lnTo>
                <a:close/>
                <a:moveTo>
                  <a:pt x="359796" y="85552"/>
                </a:moveTo>
                <a:cubicBezTo>
                  <a:pt x="359796" y="91437"/>
                  <a:pt x="360453" y="95800"/>
                  <a:pt x="361766" y="98638"/>
                </a:cubicBezTo>
                <a:cubicBezTo>
                  <a:pt x="363080" y="101475"/>
                  <a:pt x="365471" y="102894"/>
                  <a:pt x="368940" y="102894"/>
                </a:cubicBezTo>
                <a:cubicBezTo>
                  <a:pt x="371357" y="102894"/>
                  <a:pt x="373642" y="102526"/>
                  <a:pt x="375796" y="101792"/>
                </a:cubicBezTo>
                <a:cubicBezTo>
                  <a:pt x="377951" y="101056"/>
                  <a:pt x="379607" y="100268"/>
                  <a:pt x="380763" y="99427"/>
                </a:cubicBezTo>
                <a:cubicBezTo>
                  <a:pt x="381079" y="99217"/>
                  <a:pt x="381447" y="99191"/>
                  <a:pt x="381867" y="99348"/>
                </a:cubicBezTo>
                <a:cubicBezTo>
                  <a:pt x="382288" y="99505"/>
                  <a:pt x="382655" y="99768"/>
                  <a:pt x="382969" y="100137"/>
                </a:cubicBezTo>
                <a:cubicBezTo>
                  <a:pt x="383285" y="100504"/>
                  <a:pt x="383522" y="100898"/>
                  <a:pt x="383679" y="101318"/>
                </a:cubicBezTo>
                <a:cubicBezTo>
                  <a:pt x="383838" y="101738"/>
                  <a:pt x="383812" y="102106"/>
                  <a:pt x="383602" y="102422"/>
                </a:cubicBezTo>
                <a:cubicBezTo>
                  <a:pt x="381605" y="105679"/>
                  <a:pt x="379004" y="107991"/>
                  <a:pt x="375798" y="109358"/>
                </a:cubicBezTo>
                <a:cubicBezTo>
                  <a:pt x="372592" y="110724"/>
                  <a:pt x="368835" y="111407"/>
                  <a:pt x="364525" y="111407"/>
                </a:cubicBezTo>
                <a:cubicBezTo>
                  <a:pt x="357379" y="111407"/>
                  <a:pt x="352335" y="109805"/>
                  <a:pt x="349392" y="106601"/>
                </a:cubicBezTo>
                <a:cubicBezTo>
                  <a:pt x="346449" y="103395"/>
                  <a:pt x="344978" y="98376"/>
                  <a:pt x="344978" y="91544"/>
                </a:cubicBezTo>
                <a:lnTo>
                  <a:pt x="344978" y="51027"/>
                </a:lnTo>
                <a:cubicBezTo>
                  <a:pt x="344978" y="49766"/>
                  <a:pt x="344925" y="48768"/>
                  <a:pt x="344819" y="48032"/>
                </a:cubicBezTo>
                <a:cubicBezTo>
                  <a:pt x="344715" y="47296"/>
                  <a:pt x="344399" y="46770"/>
                  <a:pt x="343873" y="46456"/>
                </a:cubicBezTo>
                <a:cubicBezTo>
                  <a:pt x="343347" y="46140"/>
                  <a:pt x="342480" y="45956"/>
                  <a:pt x="341271" y="45903"/>
                </a:cubicBezTo>
                <a:cubicBezTo>
                  <a:pt x="340063" y="45850"/>
                  <a:pt x="338356" y="45823"/>
                  <a:pt x="336149" y="45823"/>
                </a:cubicBezTo>
                <a:cubicBezTo>
                  <a:pt x="335833" y="45823"/>
                  <a:pt x="335570" y="45508"/>
                  <a:pt x="335360" y="44878"/>
                </a:cubicBezTo>
                <a:cubicBezTo>
                  <a:pt x="335150" y="44248"/>
                  <a:pt x="335018" y="43565"/>
                  <a:pt x="334965" y="42828"/>
                </a:cubicBezTo>
                <a:cubicBezTo>
                  <a:pt x="334913" y="42092"/>
                  <a:pt x="334991" y="41409"/>
                  <a:pt x="335201" y="40779"/>
                </a:cubicBezTo>
                <a:cubicBezTo>
                  <a:pt x="335413" y="40149"/>
                  <a:pt x="335729" y="39833"/>
                  <a:pt x="336149" y="39833"/>
                </a:cubicBezTo>
                <a:cubicBezTo>
                  <a:pt x="338776" y="39623"/>
                  <a:pt x="341035" y="39230"/>
                  <a:pt x="342926" y="38652"/>
                </a:cubicBezTo>
                <a:cubicBezTo>
                  <a:pt x="344818" y="38073"/>
                  <a:pt x="346421" y="37154"/>
                  <a:pt x="347734" y="35893"/>
                </a:cubicBezTo>
                <a:cubicBezTo>
                  <a:pt x="349049" y="34631"/>
                  <a:pt x="350101" y="32923"/>
                  <a:pt x="350888" y="30769"/>
                </a:cubicBezTo>
                <a:cubicBezTo>
                  <a:pt x="351677" y="28614"/>
                  <a:pt x="352334" y="25802"/>
                  <a:pt x="352858" y="22335"/>
                </a:cubicBezTo>
                <a:cubicBezTo>
                  <a:pt x="352964" y="21703"/>
                  <a:pt x="353385" y="21230"/>
                  <a:pt x="354121" y="20916"/>
                </a:cubicBezTo>
                <a:cubicBezTo>
                  <a:pt x="354857" y="20600"/>
                  <a:pt x="355646" y="20442"/>
                  <a:pt x="356486" y="20442"/>
                </a:cubicBezTo>
                <a:cubicBezTo>
                  <a:pt x="357326" y="20442"/>
                  <a:pt x="358088" y="20573"/>
                  <a:pt x="358771" y="20836"/>
                </a:cubicBezTo>
                <a:cubicBezTo>
                  <a:pt x="359454" y="21099"/>
                  <a:pt x="359796" y="21441"/>
                  <a:pt x="359796" y="21861"/>
                </a:cubicBezTo>
                <a:lnTo>
                  <a:pt x="359796" y="35419"/>
                </a:lnTo>
                <a:cubicBezTo>
                  <a:pt x="359796" y="37102"/>
                  <a:pt x="359875" y="38074"/>
                  <a:pt x="360032" y="38337"/>
                </a:cubicBezTo>
                <a:cubicBezTo>
                  <a:pt x="360191" y="38599"/>
                  <a:pt x="360848" y="38729"/>
                  <a:pt x="362004" y="38729"/>
                </a:cubicBezTo>
                <a:lnTo>
                  <a:pt x="378399" y="38729"/>
                </a:lnTo>
                <a:cubicBezTo>
                  <a:pt x="379135" y="38729"/>
                  <a:pt x="379608" y="39150"/>
                  <a:pt x="379818" y="39992"/>
                </a:cubicBezTo>
                <a:cubicBezTo>
                  <a:pt x="380028" y="40833"/>
                  <a:pt x="380133" y="41568"/>
                  <a:pt x="380133" y="42198"/>
                </a:cubicBezTo>
                <a:cubicBezTo>
                  <a:pt x="380133" y="42828"/>
                  <a:pt x="380001" y="43590"/>
                  <a:pt x="379738" y="44483"/>
                </a:cubicBezTo>
                <a:cubicBezTo>
                  <a:pt x="379477" y="45377"/>
                  <a:pt x="378925" y="45823"/>
                  <a:pt x="378083" y="45823"/>
                </a:cubicBezTo>
                <a:lnTo>
                  <a:pt x="361215" y="45823"/>
                </a:lnTo>
                <a:cubicBezTo>
                  <a:pt x="360479" y="45823"/>
                  <a:pt x="360058" y="46008"/>
                  <a:pt x="359952" y="46377"/>
                </a:cubicBezTo>
                <a:cubicBezTo>
                  <a:pt x="359848" y="46744"/>
                  <a:pt x="359796" y="48084"/>
                  <a:pt x="359796" y="50396"/>
                </a:cubicBezTo>
                <a:lnTo>
                  <a:pt x="359796" y="85552"/>
                </a:lnTo>
                <a:close/>
                <a:moveTo>
                  <a:pt x="413998" y="90755"/>
                </a:moveTo>
                <a:cubicBezTo>
                  <a:pt x="413998" y="93384"/>
                  <a:pt x="414050" y="95591"/>
                  <a:pt x="414154" y="97378"/>
                </a:cubicBezTo>
                <a:cubicBezTo>
                  <a:pt x="414260" y="99164"/>
                  <a:pt x="414628" y="100636"/>
                  <a:pt x="415258" y="101792"/>
                </a:cubicBezTo>
                <a:cubicBezTo>
                  <a:pt x="415888" y="102948"/>
                  <a:pt x="416860" y="103842"/>
                  <a:pt x="418174" y="104472"/>
                </a:cubicBezTo>
                <a:cubicBezTo>
                  <a:pt x="419489" y="105102"/>
                  <a:pt x="421355" y="105575"/>
                  <a:pt x="423772" y="105891"/>
                </a:cubicBezTo>
                <a:cubicBezTo>
                  <a:pt x="424402" y="105995"/>
                  <a:pt x="424875" y="106284"/>
                  <a:pt x="425191" y="106757"/>
                </a:cubicBezTo>
                <a:cubicBezTo>
                  <a:pt x="425507" y="107230"/>
                  <a:pt x="425665" y="107782"/>
                  <a:pt x="425665" y="108412"/>
                </a:cubicBezTo>
                <a:cubicBezTo>
                  <a:pt x="425665" y="108938"/>
                  <a:pt x="425507" y="109438"/>
                  <a:pt x="425191" y="109911"/>
                </a:cubicBezTo>
                <a:cubicBezTo>
                  <a:pt x="424875" y="110384"/>
                  <a:pt x="424402" y="110621"/>
                  <a:pt x="423772" y="110621"/>
                </a:cubicBezTo>
                <a:cubicBezTo>
                  <a:pt x="421879" y="110621"/>
                  <a:pt x="419409" y="110436"/>
                  <a:pt x="416360" y="110067"/>
                </a:cubicBezTo>
                <a:cubicBezTo>
                  <a:pt x="413313" y="109700"/>
                  <a:pt x="410213" y="109516"/>
                  <a:pt x="407060" y="109516"/>
                </a:cubicBezTo>
                <a:cubicBezTo>
                  <a:pt x="403697" y="109516"/>
                  <a:pt x="400412" y="109700"/>
                  <a:pt x="397207" y="110067"/>
                </a:cubicBezTo>
                <a:cubicBezTo>
                  <a:pt x="394001" y="110436"/>
                  <a:pt x="390926" y="110621"/>
                  <a:pt x="387984" y="110621"/>
                </a:cubicBezTo>
                <a:cubicBezTo>
                  <a:pt x="387459" y="110621"/>
                  <a:pt x="387039" y="110384"/>
                  <a:pt x="386723" y="109911"/>
                </a:cubicBezTo>
                <a:cubicBezTo>
                  <a:pt x="386409" y="109438"/>
                  <a:pt x="386252" y="108938"/>
                  <a:pt x="386252" y="108412"/>
                </a:cubicBezTo>
                <a:cubicBezTo>
                  <a:pt x="386252" y="107782"/>
                  <a:pt x="386409" y="107230"/>
                  <a:pt x="386723" y="106757"/>
                </a:cubicBezTo>
                <a:cubicBezTo>
                  <a:pt x="387039" y="106284"/>
                  <a:pt x="387512" y="105995"/>
                  <a:pt x="388142" y="105891"/>
                </a:cubicBezTo>
                <a:cubicBezTo>
                  <a:pt x="390875" y="105575"/>
                  <a:pt x="393003" y="105102"/>
                  <a:pt x="394527" y="104472"/>
                </a:cubicBezTo>
                <a:cubicBezTo>
                  <a:pt x="396050" y="103842"/>
                  <a:pt x="397154" y="102975"/>
                  <a:pt x="397837" y="101871"/>
                </a:cubicBezTo>
                <a:cubicBezTo>
                  <a:pt x="398520" y="100766"/>
                  <a:pt x="398914" y="99400"/>
                  <a:pt x="399018" y="97772"/>
                </a:cubicBezTo>
                <a:cubicBezTo>
                  <a:pt x="399124" y="96143"/>
                  <a:pt x="399177" y="94119"/>
                  <a:pt x="399177" y="91701"/>
                </a:cubicBezTo>
                <a:lnTo>
                  <a:pt x="399177" y="66319"/>
                </a:lnTo>
                <a:cubicBezTo>
                  <a:pt x="399177" y="61800"/>
                  <a:pt x="399072" y="58174"/>
                  <a:pt x="398862" y="55441"/>
                </a:cubicBezTo>
                <a:cubicBezTo>
                  <a:pt x="398652" y="52708"/>
                  <a:pt x="398178" y="50633"/>
                  <a:pt x="397442" y="49215"/>
                </a:cubicBezTo>
                <a:cubicBezTo>
                  <a:pt x="396708" y="47796"/>
                  <a:pt x="395605" y="46823"/>
                  <a:pt x="394132" y="46297"/>
                </a:cubicBezTo>
                <a:cubicBezTo>
                  <a:pt x="392662" y="45771"/>
                  <a:pt x="390665" y="45351"/>
                  <a:pt x="388142" y="45037"/>
                </a:cubicBezTo>
                <a:cubicBezTo>
                  <a:pt x="387512" y="45037"/>
                  <a:pt x="387039" y="44774"/>
                  <a:pt x="386723" y="44248"/>
                </a:cubicBezTo>
                <a:cubicBezTo>
                  <a:pt x="386409" y="43722"/>
                  <a:pt x="386252" y="43196"/>
                  <a:pt x="386252" y="42672"/>
                </a:cubicBezTo>
                <a:cubicBezTo>
                  <a:pt x="386252" y="42146"/>
                  <a:pt x="386409" y="41621"/>
                  <a:pt x="386723" y="41096"/>
                </a:cubicBezTo>
                <a:cubicBezTo>
                  <a:pt x="387039" y="40570"/>
                  <a:pt x="387512" y="40307"/>
                  <a:pt x="388142" y="40307"/>
                </a:cubicBezTo>
                <a:cubicBezTo>
                  <a:pt x="389193" y="40202"/>
                  <a:pt x="390480" y="40096"/>
                  <a:pt x="392003" y="39992"/>
                </a:cubicBezTo>
                <a:cubicBezTo>
                  <a:pt x="393528" y="39886"/>
                  <a:pt x="395131" y="39755"/>
                  <a:pt x="396812" y="39598"/>
                </a:cubicBezTo>
                <a:cubicBezTo>
                  <a:pt x="398494" y="39439"/>
                  <a:pt x="400202" y="39229"/>
                  <a:pt x="401936" y="38967"/>
                </a:cubicBezTo>
                <a:cubicBezTo>
                  <a:pt x="403671" y="38704"/>
                  <a:pt x="405222" y="38415"/>
                  <a:pt x="406588" y="38099"/>
                </a:cubicBezTo>
                <a:cubicBezTo>
                  <a:pt x="407745" y="37889"/>
                  <a:pt x="408664" y="37652"/>
                  <a:pt x="409348" y="37389"/>
                </a:cubicBezTo>
                <a:cubicBezTo>
                  <a:pt x="410031" y="37126"/>
                  <a:pt x="410583" y="36995"/>
                  <a:pt x="411003" y="36995"/>
                </a:cubicBezTo>
                <a:cubicBezTo>
                  <a:pt x="412263" y="36995"/>
                  <a:pt x="413077" y="37363"/>
                  <a:pt x="413444" y="38099"/>
                </a:cubicBezTo>
                <a:cubicBezTo>
                  <a:pt x="413813" y="38835"/>
                  <a:pt x="413998" y="39518"/>
                  <a:pt x="413998" y="40149"/>
                </a:cubicBezTo>
                <a:lnTo>
                  <a:pt x="413998" y="90755"/>
                </a:lnTo>
                <a:moveTo>
                  <a:pt x="405641" y="20916"/>
                </a:moveTo>
                <a:cubicBezTo>
                  <a:pt x="403014" y="20916"/>
                  <a:pt x="400754" y="20101"/>
                  <a:pt x="398862" y="18472"/>
                </a:cubicBezTo>
                <a:cubicBezTo>
                  <a:pt x="396971" y="16842"/>
                  <a:pt x="396025" y="14819"/>
                  <a:pt x="396025" y="12402"/>
                </a:cubicBezTo>
                <a:cubicBezTo>
                  <a:pt x="396025" y="9984"/>
                  <a:pt x="396919" y="7934"/>
                  <a:pt x="398705" y="6254"/>
                </a:cubicBezTo>
                <a:cubicBezTo>
                  <a:pt x="400492" y="4571"/>
                  <a:pt x="402699" y="3730"/>
                  <a:pt x="405326" y="3730"/>
                </a:cubicBezTo>
                <a:cubicBezTo>
                  <a:pt x="407848" y="3730"/>
                  <a:pt x="409924" y="4598"/>
                  <a:pt x="411554" y="6333"/>
                </a:cubicBezTo>
                <a:cubicBezTo>
                  <a:pt x="413183" y="8067"/>
                  <a:pt x="413998" y="10142"/>
                  <a:pt x="413998" y="12559"/>
                </a:cubicBezTo>
                <a:cubicBezTo>
                  <a:pt x="413998" y="14871"/>
                  <a:pt x="413209" y="16842"/>
                  <a:pt x="411633" y="18472"/>
                </a:cubicBezTo>
                <a:cubicBezTo>
                  <a:pt x="410057" y="20101"/>
                  <a:pt x="408059" y="20916"/>
                  <a:pt x="405641" y="20916"/>
                </a:cubicBezTo>
                <a:close/>
                <a:moveTo>
                  <a:pt x="495631" y="58751"/>
                </a:moveTo>
                <a:cubicBezTo>
                  <a:pt x="488589" y="76094"/>
                  <a:pt x="481074" y="93804"/>
                  <a:pt x="473086" y="111881"/>
                </a:cubicBezTo>
                <a:cubicBezTo>
                  <a:pt x="472980" y="112091"/>
                  <a:pt x="472690" y="112275"/>
                  <a:pt x="472217" y="112432"/>
                </a:cubicBezTo>
                <a:cubicBezTo>
                  <a:pt x="471746" y="112591"/>
                  <a:pt x="471247" y="112670"/>
                  <a:pt x="470721" y="112670"/>
                </a:cubicBezTo>
                <a:cubicBezTo>
                  <a:pt x="470195" y="112670"/>
                  <a:pt x="469695" y="112591"/>
                  <a:pt x="469222" y="112432"/>
                </a:cubicBezTo>
                <a:cubicBezTo>
                  <a:pt x="468749" y="112275"/>
                  <a:pt x="468460" y="112091"/>
                  <a:pt x="468356" y="111881"/>
                </a:cubicBezTo>
                <a:cubicBezTo>
                  <a:pt x="463837" y="102737"/>
                  <a:pt x="459606" y="93882"/>
                  <a:pt x="455664" y="85316"/>
                </a:cubicBezTo>
                <a:cubicBezTo>
                  <a:pt x="451724" y="76751"/>
                  <a:pt x="447756" y="67528"/>
                  <a:pt x="443761" y="57649"/>
                </a:cubicBezTo>
                <a:cubicBezTo>
                  <a:pt x="442711" y="55127"/>
                  <a:pt x="441791" y="53025"/>
                  <a:pt x="441002" y="51344"/>
                </a:cubicBezTo>
                <a:cubicBezTo>
                  <a:pt x="440215" y="49662"/>
                  <a:pt x="439374" y="48296"/>
                  <a:pt x="438481" y="47245"/>
                </a:cubicBezTo>
                <a:cubicBezTo>
                  <a:pt x="437588" y="46193"/>
                  <a:pt x="436537" y="45378"/>
                  <a:pt x="435327" y="44801"/>
                </a:cubicBezTo>
                <a:cubicBezTo>
                  <a:pt x="434118" y="44222"/>
                  <a:pt x="432568" y="43775"/>
                  <a:pt x="430677" y="43459"/>
                </a:cubicBezTo>
                <a:cubicBezTo>
                  <a:pt x="430151" y="43354"/>
                  <a:pt x="429730" y="43066"/>
                  <a:pt x="429414" y="42593"/>
                </a:cubicBezTo>
                <a:cubicBezTo>
                  <a:pt x="429100" y="42120"/>
                  <a:pt x="428943" y="41620"/>
                  <a:pt x="428943" y="41094"/>
                </a:cubicBezTo>
                <a:cubicBezTo>
                  <a:pt x="428943" y="40464"/>
                  <a:pt x="429048" y="39912"/>
                  <a:pt x="429258" y="39439"/>
                </a:cubicBezTo>
                <a:cubicBezTo>
                  <a:pt x="429468" y="38966"/>
                  <a:pt x="429836" y="38729"/>
                  <a:pt x="430362" y="38729"/>
                </a:cubicBezTo>
                <a:cubicBezTo>
                  <a:pt x="433409" y="38729"/>
                  <a:pt x="436378" y="38914"/>
                  <a:pt x="439268" y="39283"/>
                </a:cubicBezTo>
                <a:cubicBezTo>
                  <a:pt x="442159" y="39650"/>
                  <a:pt x="445182" y="39833"/>
                  <a:pt x="448334" y="39833"/>
                </a:cubicBezTo>
                <a:cubicBezTo>
                  <a:pt x="451382" y="39833"/>
                  <a:pt x="454403" y="39650"/>
                  <a:pt x="457399" y="39283"/>
                </a:cubicBezTo>
                <a:cubicBezTo>
                  <a:pt x="460395" y="38914"/>
                  <a:pt x="463416" y="38729"/>
                  <a:pt x="466463" y="38729"/>
                </a:cubicBezTo>
                <a:cubicBezTo>
                  <a:pt x="466989" y="38729"/>
                  <a:pt x="467384" y="38966"/>
                  <a:pt x="467647" y="39439"/>
                </a:cubicBezTo>
                <a:cubicBezTo>
                  <a:pt x="467910" y="39912"/>
                  <a:pt x="468041" y="40464"/>
                  <a:pt x="468041" y="41094"/>
                </a:cubicBezTo>
                <a:cubicBezTo>
                  <a:pt x="468041" y="41620"/>
                  <a:pt x="467910" y="42146"/>
                  <a:pt x="467647" y="42672"/>
                </a:cubicBezTo>
                <a:cubicBezTo>
                  <a:pt x="467384" y="43196"/>
                  <a:pt x="466989" y="43459"/>
                  <a:pt x="466463" y="43459"/>
                </a:cubicBezTo>
                <a:cubicBezTo>
                  <a:pt x="463206" y="43669"/>
                  <a:pt x="460868" y="44273"/>
                  <a:pt x="459448" y="45273"/>
                </a:cubicBezTo>
                <a:cubicBezTo>
                  <a:pt x="458029" y="46272"/>
                  <a:pt x="457319" y="47717"/>
                  <a:pt x="457319" y="49607"/>
                </a:cubicBezTo>
                <a:cubicBezTo>
                  <a:pt x="457319" y="51184"/>
                  <a:pt x="457740" y="53128"/>
                  <a:pt x="458582" y="55441"/>
                </a:cubicBezTo>
                <a:cubicBezTo>
                  <a:pt x="460999" y="61957"/>
                  <a:pt x="463521" y="68289"/>
                  <a:pt x="466148" y="74438"/>
                </a:cubicBezTo>
                <a:cubicBezTo>
                  <a:pt x="468776" y="80587"/>
                  <a:pt x="471457" y="86394"/>
                  <a:pt x="474190" y="91859"/>
                </a:cubicBezTo>
                <a:cubicBezTo>
                  <a:pt x="474400" y="92385"/>
                  <a:pt x="474715" y="92622"/>
                  <a:pt x="475135" y="92569"/>
                </a:cubicBezTo>
                <a:cubicBezTo>
                  <a:pt x="475555" y="92516"/>
                  <a:pt x="475871" y="92279"/>
                  <a:pt x="476081" y="91859"/>
                </a:cubicBezTo>
                <a:cubicBezTo>
                  <a:pt x="477133" y="89547"/>
                  <a:pt x="478341" y="86709"/>
                  <a:pt x="479706" y="83346"/>
                </a:cubicBezTo>
                <a:cubicBezTo>
                  <a:pt x="481072" y="79983"/>
                  <a:pt x="482412" y="76541"/>
                  <a:pt x="483726" y="73021"/>
                </a:cubicBezTo>
                <a:cubicBezTo>
                  <a:pt x="485041" y="69499"/>
                  <a:pt x="486276" y="66005"/>
                  <a:pt x="487433" y="62537"/>
                </a:cubicBezTo>
                <a:cubicBezTo>
                  <a:pt x="488589" y="59069"/>
                  <a:pt x="489534" y="56073"/>
                  <a:pt x="490269" y="53550"/>
                </a:cubicBezTo>
                <a:cubicBezTo>
                  <a:pt x="490691" y="52184"/>
                  <a:pt x="490901" y="50870"/>
                  <a:pt x="490901" y="49607"/>
                </a:cubicBezTo>
                <a:cubicBezTo>
                  <a:pt x="490901" y="46980"/>
                  <a:pt x="490112" y="45352"/>
                  <a:pt x="488534" y="44722"/>
                </a:cubicBezTo>
                <a:cubicBezTo>
                  <a:pt x="486958" y="44090"/>
                  <a:pt x="485329" y="43669"/>
                  <a:pt x="483649" y="43459"/>
                </a:cubicBezTo>
                <a:cubicBezTo>
                  <a:pt x="483018" y="43354"/>
                  <a:pt x="482545" y="43039"/>
                  <a:pt x="482229" y="42513"/>
                </a:cubicBezTo>
                <a:cubicBezTo>
                  <a:pt x="481913" y="41987"/>
                  <a:pt x="481782" y="41462"/>
                  <a:pt x="481835" y="40938"/>
                </a:cubicBezTo>
                <a:cubicBezTo>
                  <a:pt x="481888" y="40412"/>
                  <a:pt x="482071" y="39912"/>
                  <a:pt x="482386" y="39439"/>
                </a:cubicBezTo>
                <a:cubicBezTo>
                  <a:pt x="482702" y="38966"/>
                  <a:pt x="483123" y="38729"/>
                  <a:pt x="483649" y="38729"/>
                </a:cubicBezTo>
                <a:cubicBezTo>
                  <a:pt x="485961" y="38729"/>
                  <a:pt x="488116" y="38914"/>
                  <a:pt x="490112" y="39283"/>
                </a:cubicBezTo>
                <a:cubicBezTo>
                  <a:pt x="492109" y="39650"/>
                  <a:pt x="494211" y="39833"/>
                  <a:pt x="496417" y="39833"/>
                </a:cubicBezTo>
                <a:cubicBezTo>
                  <a:pt x="498730" y="39833"/>
                  <a:pt x="501173" y="39650"/>
                  <a:pt x="503747" y="39283"/>
                </a:cubicBezTo>
                <a:cubicBezTo>
                  <a:pt x="506323" y="38914"/>
                  <a:pt x="508347" y="38729"/>
                  <a:pt x="509819" y="38729"/>
                </a:cubicBezTo>
                <a:cubicBezTo>
                  <a:pt x="510449" y="38729"/>
                  <a:pt x="510896" y="38966"/>
                  <a:pt x="511159" y="39439"/>
                </a:cubicBezTo>
                <a:cubicBezTo>
                  <a:pt x="511422" y="39912"/>
                  <a:pt x="511554" y="40464"/>
                  <a:pt x="511554" y="41094"/>
                </a:cubicBezTo>
                <a:cubicBezTo>
                  <a:pt x="511554" y="41620"/>
                  <a:pt x="511422" y="42146"/>
                  <a:pt x="511159" y="42672"/>
                </a:cubicBezTo>
                <a:cubicBezTo>
                  <a:pt x="510896" y="43196"/>
                  <a:pt x="510501" y="43459"/>
                  <a:pt x="509975" y="43459"/>
                </a:cubicBezTo>
                <a:cubicBezTo>
                  <a:pt x="507875" y="43565"/>
                  <a:pt x="506114" y="44038"/>
                  <a:pt x="504695" y="44878"/>
                </a:cubicBezTo>
                <a:cubicBezTo>
                  <a:pt x="503276" y="45718"/>
                  <a:pt x="502041" y="46796"/>
                  <a:pt x="500991" y="48111"/>
                </a:cubicBezTo>
                <a:cubicBezTo>
                  <a:pt x="499940" y="49425"/>
                  <a:pt x="498994" y="51001"/>
                  <a:pt x="498152" y="52841"/>
                </a:cubicBezTo>
                <a:cubicBezTo>
                  <a:pt x="497312" y="54680"/>
                  <a:pt x="496471" y="56650"/>
                  <a:pt x="495631" y="58751"/>
                </a:cubicBezTo>
                <a:close/>
                <a:moveTo>
                  <a:pt x="534539" y="69629"/>
                </a:moveTo>
                <a:cubicBezTo>
                  <a:pt x="534013" y="69629"/>
                  <a:pt x="533724" y="69814"/>
                  <a:pt x="533671" y="70182"/>
                </a:cubicBezTo>
                <a:cubicBezTo>
                  <a:pt x="533619" y="70550"/>
                  <a:pt x="533594" y="70996"/>
                  <a:pt x="533594" y="71522"/>
                </a:cubicBezTo>
                <a:cubicBezTo>
                  <a:pt x="533594" y="76988"/>
                  <a:pt x="534198" y="81612"/>
                  <a:pt x="535405" y="85395"/>
                </a:cubicBezTo>
                <a:cubicBezTo>
                  <a:pt x="536614" y="89179"/>
                  <a:pt x="538296" y="92253"/>
                  <a:pt x="540450" y="94618"/>
                </a:cubicBezTo>
                <a:cubicBezTo>
                  <a:pt x="542605" y="96982"/>
                  <a:pt x="545181" y="98690"/>
                  <a:pt x="548176" y="99742"/>
                </a:cubicBezTo>
                <a:cubicBezTo>
                  <a:pt x="551172" y="100793"/>
                  <a:pt x="554404" y="101318"/>
                  <a:pt x="557871" y="101318"/>
                </a:cubicBezTo>
                <a:cubicBezTo>
                  <a:pt x="561444" y="101318"/>
                  <a:pt x="564912" y="101029"/>
                  <a:pt x="568275" y="100452"/>
                </a:cubicBezTo>
                <a:cubicBezTo>
                  <a:pt x="571640" y="99873"/>
                  <a:pt x="574531" y="98585"/>
                  <a:pt x="576947" y="96589"/>
                </a:cubicBezTo>
                <a:cubicBezTo>
                  <a:pt x="577473" y="96168"/>
                  <a:pt x="578025" y="96011"/>
                  <a:pt x="578602" y="96117"/>
                </a:cubicBezTo>
                <a:cubicBezTo>
                  <a:pt x="579181" y="96221"/>
                  <a:pt x="579654" y="96484"/>
                  <a:pt x="580022" y="96904"/>
                </a:cubicBezTo>
                <a:cubicBezTo>
                  <a:pt x="580389" y="97324"/>
                  <a:pt x="580625" y="97797"/>
                  <a:pt x="580729" y="98323"/>
                </a:cubicBezTo>
                <a:cubicBezTo>
                  <a:pt x="580835" y="98849"/>
                  <a:pt x="580731" y="99322"/>
                  <a:pt x="580416" y="99742"/>
                </a:cubicBezTo>
                <a:cubicBezTo>
                  <a:pt x="577053" y="104156"/>
                  <a:pt x="573269" y="107204"/>
                  <a:pt x="569064" y="108886"/>
                </a:cubicBezTo>
                <a:cubicBezTo>
                  <a:pt x="564861" y="110567"/>
                  <a:pt x="559658" y="111407"/>
                  <a:pt x="553457" y="111407"/>
                </a:cubicBezTo>
                <a:cubicBezTo>
                  <a:pt x="547151" y="111407"/>
                  <a:pt x="541712" y="110462"/>
                  <a:pt x="537140" y="108571"/>
                </a:cubicBezTo>
                <a:cubicBezTo>
                  <a:pt x="532567" y="106679"/>
                  <a:pt x="528783" y="104024"/>
                  <a:pt x="525788" y="100608"/>
                </a:cubicBezTo>
                <a:cubicBezTo>
                  <a:pt x="522793" y="97192"/>
                  <a:pt x="520587" y="93199"/>
                  <a:pt x="519167" y="88629"/>
                </a:cubicBezTo>
                <a:cubicBezTo>
                  <a:pt x="517748" y="84056"/>
                  <a:pt x="517038" y="79090"/>
                  <a:pt x="517038" y="73728"/>
                </a:cubicBezTo>
                <a:cubicBezTo>
                  <a:pt x="517038" y="68579"/>
                  <a:pt x="517905" y="63692"/>
                  <a:pt x="519639" y="59069"/>
                </a:cubicBezTo>
                <a:cubicBezTo>
                  <a:pt x="521374" y="54443"/>
                  <a:pt x="523818" y="50449"/>
                  <a:pt x="526971" y="47086"/>
                </a:cubicBezTo>
                <a:cubicBezTo>
                  <a:pt x="530124" y="43723"/>
                  <a:pt x="533855" y="41043"/>
                  <a:pt x="538164" y="39047"/>
                </a:cubicBezTo>
                <a:cubicBezTo>
                  <a:pt x="542474" y="37049"/>
                  <a:pt x="547256" y="36049"/>
                  <a:pt x="552511" y="36049"/>
                </a:cubicBezTo>
                <a:cubicBezTo>
                  <a:pt x="556925" y="36049"/>
                  <a:pt x="560945" y="36812"/>
                  <a:pt x="564571" y="38337"/>
                </a:cubicBezTo>
                <a:cubicBezTo>
                  <a:pt x="568197" y="39861"/>
                  <a:pt x="571271" y="41962"/>
                  <a:pt x="573794" y="44642"/>
                </a:cubicBezTo>
                <a:cubicBezTo>
                  <a:pt x="576316" y="47322"/>
                  <a:pt x="578287" y="50528"/>
                  <a:pt x="579707" y="54260"/>
                </a:cubicBezTo>
                <a:cubicBezTo>
                  <a:pt x="581126" y="57990"/>
                  <a:pt x="581836" y="62010"/>
                  <a:pt x="581836" y="66319"/>
                </a:cubicBezTo>
                <a:cubicBezTo>
                  <a:pt x="581836" y="68526"/>
                  <a:pt x="581047" y="69629"/>
                  <a:pt x="579471" y="69629"/>
                </a:cubicBezTo>
                <a:lnTo>
                  <a:pt x="534539" y="69629"/>
                </a:lnTo>
                <a:moveTo>
                  <a:pt x="563389" y="64113"/>
                </a:moveTo>
                <a:cubicBezTo>
                  <a:pt x="564860" y="64113"/>
                  <a:pt x="565700" y="63588"/>
                  <a:pt x="565911" y="62537"/>
                </a:cubicBezTo>
                <a:cubicBezTo>
                  <a:pt x="566122" y="61485"/>
                  <a:pt x="566228" y="60223"/>
                  <a:pt x="566228" y="58751"/>
                </a:cubicBezTo>
                <a:cubicBezTo>
                  <a:pt x="566228" y="56544"/>
                  <a:pt x="565886" y="54416"/>
                  <a:pt x="565203" y="52367"/>
                </a:cubicBezTo>
                <a:cubicBezTo>
                  <a:pt x="564520" y="50317"/>
                  <a:pt x="563547" y="48504"/>
                  <a:pt x="562285" y="46928"/>
                </a:cubicBezTo>
                <a:cubicBezTo>
                  <a:pt x="561025" y="45351"/>
                  <a:pt x="559501" y="44090"/>
                  <a:pt x="557715" y="43144"/>
                </a:cubicBezTo>
                <a:cubicBezTo>
                  <a:pt x="555928" y="42197"/>
                  <a:pt x="553879" y="41724"/>
                  <a:pt x="551566" y="41724"/>
                </a:cubicBezTo>
                <a:cubicBezTo>
                  <a:pt x="548727" y="41724"/>
                  <a:pt x="546283" y="42224"/>
                  <a:pt x="544234" y="43223"/>
                </a:cubicBezTo>
                <a:cubicBezTo>
                  <a:pt x="542184" y="44222"/>
                  <a:pt x="540450" y="45536"/>
                  <a:pt x="539030" y="47166"/>
                </a:cubicBezTo>
                <a:cubicBezTo>
                  <a:pt x="537613" y="48793"/>
                  <a:pt x="536536" y="50712"/>
                  <a:pt x="535800" y="52920"/>
                </a:cubicBezTo>
                <a:cubicBezTo>
                  <a:pt x="535064" y="55127"/>
                  <a:pt x="534538" y="57438"/>
                  <a:pt x="534224" y="59855"/>
                </a:cubicBezTo>
                <a:cubicBezTo>
                  <a:pt x="534014" y="61117"/>
                  <a:pt x="533935" y="62143"/>
                  <a:pt x="533986" y="62932"/>
                </a:cubicBezTo>
                <a:cubicBezTo>
                  <a:pt x="534039" y="63719"/>
                  <a:pt x="534275" y="64113"/>
                  <a:pt x="534696" y="64113"/>
                </a:cubicBezTo>
                <a:lnTo>
                  <a:pt x="563389" y="64113"/>
                </a:lnTo>
                <a:close/>
                <a:moveTo>
                  <a:pt x="707771" y="71679"/>
                </a:moveTo>
                <a:cubicBezTo>
                  <a:pt x="707771" y="78090"/>
                  <a:pt x="706878" y="83766"/>
                  <a:pt x="705091" y="88706"/>
                </a:cubicBezTo>
                <a:cubicBezTo>
                  <a:pt x="703305" y="93645"/>
                  <a:pt x="700755" y="97797"/>
                  <a:pt x="697444" y="101162"/>
                </a:cubicBezTo>
                <a:cubicBezTo>
                  <a:pt x="694134" y="104525"/>
                  <a:pt x="690166" y="107073"/>
                  <a:pt x="685541" y="108807"/>
                </a:cubicBezTo>
                <a:cubicBezTo>
                  <a:pt x="680917" y="110540"/>
                  <a:pt x="675768" y="111407"/>
                  <a:pt x="670092" y="111407"/>
                </a:cubicBezTo>
                <a:cubicBezTo>
                  <a:pt x="665153" y="111407"/>
                  <a:pt x="660580" y="110593"/>
                  <a:pt x="656375" y="108965"/>
                </a:cubicBezTo>
                <a:cubicBezTo>
                  <a:pt x="652172" y="107336"/>
                  <a:pt x="648546" y="104918"/>
                  <a:pt x="645497" y="101713"/>
                </a:cubicBezTo>
                <a:cubicBezTo>
                  <a:pt x="642450" y="98507"/>
                  <a:pt x="640033" y="94461"/>
                  <a:pt x="638244" y="89574"/>
                </a:cubicBezTo>
                <a:cubicBezTo>
                  <a:pt x="636458" y="84686"/>
                  <a:pt x="635565" y="78931"/>
                  <a:pt x="635565" y="72309"/>
                </a:cubicBezTo>
                <a:cubicBezTo>
                  <a:pt x="635565" y="66949"/>
                  <a:pt x="636458" y="62036"/>
                  <a:pt x="638244" y="57570"/>
                </a:cubicBezTo>
                <a:cubicBezTo>
                  <a:pt x="640033" y="53104"/>
                  <a:pt x="642529" y="49294"/>
                  <a:pt x="645733" y="46141"/>
                </a:cubicBezTo>
                <a:cubicBezTo>
                  <a:pt x="648939" y="42986"/>
                  <a:pt x="652802" y="40516"/>
                  <a:pt x="657321" y="38729"/>
                </a:cubicBezTo>
                <a:cubicBezTo>
                  <a:pt x="661840" y="36943"/>
                  <a:pt x="666780" y="36049"/>
                  <a:pt x="672142" y="36049"/>
                </a:cubicBezTo>
                <a:cubicBezTo>
                  <a:pt x="677291" y="36049"/>
                  <a:pt x="682046" y="36838"/>
                  <a:pt x="686407" y="38414"/>
                </a:cubicBezTo>
                <a:cubicBezTo>
                  <a:pt x="690769" y="39991"/>
                  <a:pt x="694527" y="42277"/>
                  <a:pt x="697680" y="45273"/>
                </a:cubicBezTo>
                <a:cubicBezTo>
                  <a:pt x="700834" y="48268"/>
                  <a:pt x="703305" y="51974"/>
                  <a:pt x="705091" y="56389"/>
                </a:cubicBezTo>
                <a:cubicBezTo>
                  <a:pt x="706878" y="60802"/>
                  <a:pt x="707771" y="65899"/>
                  <a:pt x="707771" y="71679"/>
                </a:cubicBezTo>
                <a:moveTo>
                  <a:pt x="691218" y="73413"/>
                </a:moveTo>
                <a:cubicBezTo>
                  <a:pt x="691218" y="69420"/>
                  <a:pt x="690955" y="65532"/>
                  <a:pt x="690429" y="61748"/>
                </a:cubicBezTo>
                <a:cubicBezTo>
                  <a:pt x="689903" y="57964"/>
                  <a:pt x="688957" y="54600"/>
                  <a:pt x="687590" y="51657"/>
                </a:cubicBezTo>
                <a:cubicBezTo>
                  <a:pt x="686224" y="48714"/>
                  <a:pt x="684332" y="46349"/>
                  <a:pt x="681916" y="44563"/>
                </a:cubicBezTo>
                <a:cubicBezTo>
                  <a:pt x="679499" y="42776"/>
                  <a:pt x="676398" y="41883"/>
                  <a:pt x="672613" y="41883"/>
                </a:cubicBezTo>
                <a:cubicBezTo>
                  <a:pt x="668410" y="41883"/>
                  <a:pt x="664994" y="42776"/>
                  <a:pt x="662365" y="44563"/>
                </a:cubicBezTo>
                <a:cubicBezTo>
                  <a:pt x="659738" y="46349"/>
                  <a:pt x="657663" y="48741"/>
                  <a:pt x="656140" y="51736"/>
                </a:cubicBezTo>
                <a:cubicBezTo>
                  <a:pt x="654616" y="54732"/>
                  <a:pt x="653565" y="58122"/>
                  <a:pt x="652986" y="61905"/>
                </a:cubicBezTo>
                <a:cubicBezTo>
                  <a:pt x="652409" y="65688"/>
                  <a:pt x="652120" y="69629"/>
                  <a:pt x="652120" y="73728"/>
                </a:cubicBezTo>
                <a:cubicBezTo>
                  <a:pt x="652120" y="77301"/>
                  <a:pt x="652382" y="80980"/>
                  <a:pt x="652907" y="84765"/>
                </a:cubicBezTo>
                <a:cubicBezTo>
                  <a:pt x="653433" y="88548"/>
                  <a:pt x="654431" y="91964"/>
                  <a:pt x="655902" y="95013"/>
                </a:cubicBezTo>
                <a:cubicBezTo>
                  <a:pt x="657374" y="98060"/>
                  <a:pt x="659397" y="100583"/>
                  <a:pt x="661971" y="102581"/>
                </a:cubicBezTo>
                <a:cubicBezTo>
                  <a:pt x="664546" y="104578"/>
                  <a:pt x="667832" y="105576"/>
                  <a:pt x="671827" y="105576"/>
                </a:cubicBezTo>
                <a:cubicBezTo>
                  <a:pt x="675926" y="105576"/>
                  <a:pt x="679236" y="104630"/>
                  <a:pt x="681757" y="102737"/>
                </a:cubicBezTo>
                <a:cubicBezTo>
                  <a:pt x="684280" y="100845"/>
                  <a:pt x="686251" y="98375"/>
                  <a:pt x="687670" y="95328"/>
                </a:cubicBezTo>
                <a:cubicBezTo>
                  <a:pt x="689089" y="92279"/>
                  <a:pt x="690035" y="88837"/>
                  <a:pt x="690508" y="85001"/>
                </a:cubicBezTo>
                <a:cubicBezTo>
                  <a:pt x="690982" y="81165"/>
                  <a:pt x="691218" y="77302"/>
                  <a:pt x="691218" y="73413"/>
                </a:cubicBezTo>
                <a:close/>
                <a:moveTo>
                  <a:pt x="744205" y="90755"/>
                </a:moveTo>
                <a:cubicBezTo>
                  <a:pt x="744205" y="93384"/>
                  <a:pt x="744257" y="95591"/>
                  <a:pt x="744361" y="97378"/>
                </a:cubicBezTo>
                <a:cubicBezTo>
                  <a:pt x="744467" y="99164"/>
                  <a:pt x="744756" y="100636"/>
                  <a:pt x="745230" y="101792"/>
                </a:cubicBezTo>
                <a:cubicBezTo>
                  <a:pt x="745703" y="102948"/>
                  <a:pt x="746491" y="103842"/>
                  <a:pt x="747594" y="104472"/>
                </a:cubicBezTo>
                <a:cubicBezTo>
                  <a:pt x="748698" y="105102"/>
                  <a:pt x="750248" y="105575"/>
                  <a:pt x="752244" y="105891"/>
                </a:cubicBezTo>
                <a:cubicBezTo>
                  <a:pt x="752875" y="105995"/>
                  <a:pt x="753348" y="106284"/>
                  <a:pt x="753664" y="106757"/>
                </a:cubicBezTo>
                <a:cubicBezTo>
                  <a:pt x="753979" y="107230"/>
                  <a:pt x="754137" y="107782"/>
                  <a:pt x="754137" y="108412"/>
                </a:cubicBezTo>
                <a:cubicBezTo>
                  <a:pt x="754137" y="108938"/>
                  <a:pt x="753979" y="109438"/>
                  <a:pt x="753664" y="109911"/>
                </a:cubicBezTo>
                <a:cubicBezTo>
                  <a:pt x="753348" y="110384"/>
                  <a:pt x="752875" y="110621"/>
                  <a:pt x="752244" y="110621"/>
                </a:cubicBezTo>
                <a:cubicBezTo>
                  <a:pt x="751194" y="110621"/>
                  <a:pt x="749223" y="110436"/>
                  <a:pt x="746331" y="110067"/>
                </a:cubicBezTo>
                <a:cubicBezTo>
                  <a:pt x="743441" y="109700"/>
                  <a:pt x="740420" y="109516"/>
                  <a:pt x="737267" y="109516"/>
                </a:cubicBezTo>
                <a:cubicBezTo>
                  <a:pt x="733904" y="109516"/>
                  <a:pt x="730646" y="109700"/>
                  <a:pt x="727493" y="110067"/>
                </a:cubicBezTo>
                <a:cubicBezTo>
                  <a:pt x="724340" y="110436"/>
                  <a:pt x="721397" y="110621"/>
                  <a:pt x="718665" y="110621"/>
                </a:cubicBezTo>
                <a:cubicBezTo>
                  <a:pt x="718139" y="110621"/>
                  <a:pt x="717718" y="110384"/>
                  <a:pt x="717402" y="109911"/>
                </a:cubicBezTo>
                <a:cubicBezTo>
                  <a:pt x="717087" y="109438"/>
                  <a:pt x="716930" y="108938"/>
                  <a:pt x="716930" y="108412"/>
                </a:cubicBezTo>
                <a:cubicBezTo>
                  <a:pt x="716930" y="107782"/>
                  <a:pt x="717087" y="107230"/>
                  <a:pt x="717402" y="106757"/>
                </a:cubicBezTo>
                <a:cubicBezTo>
                  <a:pt x="717718" y="106284"/>
                  <a:pt x="718191" y="105995"/>
                  <a:pt x="718823" y="105891"/>
                </a:cubicBezTo>
                <a:cubicBezTo>
                  <a:pt x="721450" y="105575"/>
                  <a:pt x="723473" y="105155"/>
                  <a:pt x="724890" y="104631"/>
                </a:cubicBezTo>
                <a:cubicBezTo>
                  <a:pt x="726310" y="104105"/>
                  <a:pt x="727361" y="103316"/>
                  <a:pt x="728044" y="102266"/>
                </a:cubicBezTo>
                <a:cubicBezTo>
                  <a:pt x="728727" y="101214"/>
                  <a:pt x="729121" y="99847"/>
                  <a:pt x="729225" y="98167"/>
                </a:cubicBezTo>
                <a:cubicBezTo>
                  <a:pt x="729331" y="96484"/>
                  <a:pt x="729384" y="94329"/>
                  <a:pt x="729384" y="91701"/>
                </a:cubicBezTo>
                <a:lnTo>
                  <a:pt x="729384" y="71837"/>
                </a:lnTo>
                <a:cubicBezTo>
                  <a:pt x="729384" y="66688"/>
                  <a:pt x="729331" y="62405"/>
                  <a:pt x="729225" y="58989"/>
                </a:cubicBezTo>
                <a:cubicBezTo>
                  <a:pt x="729121" y="55573"/>
                  <a:pt x="728754" y="52867"/>
                  <a:pt x="728123" y="50870"/>
                </a:cubicBezTo>
                <a:cubicBezTo>
                  <a:pt x="727493" y="48872"/>
                  <a:pt x="726495" y="47479"/>
                  <a:pt x="725128" y="46692"/>
                </a:cubicBezTo>
                <a:cubicBezTo>
                  <a:pt x="723762" y="45903"/>
                  <a:pt x="721817" y="45508"/>
                  <a:pt x="719295" y="45508"/>
                </a:cubicBezTo>
                <a:cubicBezTo>
                  <a:pt x="718665" y="45508"/>
                  <a:pt x="718165" y="45298"/>
                  <a:pt x="717796" y="44878"/>
                </a:cubicBezTo>
                <a:cubicBezTo>
                  <a:pt x="717429" y="44458"/>
                  <a:pt x="717245" y="43985"/>
                  <a:pt x="717245" y="43459"/>
                </a:cubicBezTo>
                <a:cubicBezTo>
                  <a:pt x="717245" y="42828"/>
                  <a:pt x="717429" y="42303"/>
                  <a:pt x="717796" y="41883"/>
                </a:cubicBezTo>
                <a:cubicBezTo>
                  <a:pt x="718165" y="41463"/>
                  <a:pt x="718665" y="41253"/>
                  <a:pt x="719295" y="41253"/>
                </a:cubicBezTo>
                <a:cubicBezTo>
                  <a:pt x="721291" y="41253"/>
                  <a:pt x="724208" y="40938"/>
                  <a:pt x="728044" y="40307"/>
                </a:cubicBezTo>
                <a:cubicBezTo>
                  <a:pt x="731880" y="39675"/>
                  <a:pt x="735796" y="38782"/>
                  <a:pt x="739790" y="37628"/>
                </a:cubicBezTo>
                <a:cubicBezTo>
                  <a:pt x="741261" y="37206"/>
                  <a:pt x="742364" y="37494"/>
                  <a:pt x="743101" y="38494"/>
                </a:cubicBezTo>
                <a:cubicBezTo>
                  <a:pt x="743837" y="39493"/>
                  <a:pt x="744205" y="40622"/>
                  <a:pt x="744205" y="41883"/>
                </a:cubicBezTo>
                <a:lnTo>
                  <a:pt x="744205" y="48188"/>
                </a:lnTo>
                <a:cubicBezTo>
                  <a:pt x="744205" y="48398"/>
                  <a:pt x="744283" y="48530"/>
                  <a:pt x="744440" y="48583"/>
                </a:cubicBezTo>
                <a:cubicBezTo>
                  <a:pt x="744598" y="48636"/>
                  <a:pt x="744729" y="48557"/>
                  <a:pt x="744835" y="48347"/>
                </a:cubicBezTo>
                <a:cubicBezTo>
                  <a:pt x="745571" y="47191"/>
                  <a:pt x="746596" y="45904"/>
                  <a:pt x="747909" y="44486"/>
                </a:cubicBezTo>
                <a:cubicBezTo>
                  <a:pt x="749223" y="43067"/>
                  <a:pt x="750799" y="41727"/>
                  <a:pt x="752639" y="40466"/>
                </a:cubicBezTo>
                <a:cubicBezTo>
                  <a:pt x="754478" y="39204"/>
                  <a:pt x="756553" y="38153"/>
                  <a:pt x="758864" y="37312"/>
                </a:cubicBezTo>
                <a:cubicBezTo>
                  <a:pt x="761177" y="36470"/>
                  <a:pt x="763753" y="36049"/>
                  <a:pt x="766591" y="36049"/>
                </a:cubicBezTo>
                <a:cubicBezTo>
                  <a:pt x="774474" y="36049"/>
                  <a:pt x="780648" y="38231"/>
                  <a:pt x="785114" y="42593"/>
                </a:cubicBezTo>
                <a:cubicBezTo>
                  <a:pt x="789582" y="46955"/>
                  <a:pt x="791816" y="54022"/>
                  <a:pt x="791816" y="63796"/>
                </a:cubicBezTo>
                <a:lnTo>
                  <a:pt x="791816" y="90755"/>
                </a:lnTo>
                <a:cubicBezTo>
                  <a:pt x="791816" y="93594"/>
                  <a:pt x="791895" y="95906"/>
                  <a:pt x="792052" y="97693"/>
                </a:cubicBezTo>
                <a:cubicBezTo>
                  <a:pt x="792209" y="99479"/>
                  <a:pt x="792576" y="100924"/>
                  <a:pt x="793154" y="102028"/>
                </a:cubicBezTo>
                <a:cubicBezTo>
                  <a:pt x="793733" y="103131"/>
                  <a:pt x="794627" y="103972"/>
                  <a:pt x="795836" y="104551"/>
                </a:cubicBezTo>
                <a:cubicBezTo>
                  <a:pt x="797045" y="105129"/>
                  <a:pt x="798753" y="105575"/>
                  <a:pt x="800960" y="105891"/>
                </a:cubicBezTo>
                <a:cubicBezTo>
                  <a:pt x="801590" y="105995"/>
                  <a:pt x="802063" y="106284"/>
                  <a:pt x="802377" y="106757"/>
                </a:cubicBezTo>
                <a:cubicBezTo>
                  <a:pt x="802693" y="107230"/>
                  <a:pt x="802851" y="107782"/>
                  <a:pt x="802851" y="108412"/>
                </a:cubicBezTo>
                <a:cubicBezTo>
                  <a:pt x="802851" y="108938"/>
                  <a:pt x="802693" y="109438"/>
                  <a:pt x="802377" y="109911"/>
                </a:cubicBezTo>
                <a:cubicBezTo>
                  <a:pt x="802063" y="110384"/>
                  <a:pt x="801590" y="110621"/>
                  <a:pt x="800960" y="110621"/>
                </a:cubicBezTo>
                <a:cubicBezTo>
                  <a:pt x="799594" y="110621"/>
                  <a:pt x="797360" y="110436"/>
                  <a:pt x="794258" y="110067"/>
                </a:cubicBezTo>
                <a:cubicBezTo>
                  <a:pt x="791158" y="109700"/>
                  <a:pt x="788031" y="109516"/>
                  <a:pt x="784879" y="109516"/>
                </a:cubicBezTo>
                <a:cubicBezTo>
                  <a:pt x="781516" y="109516"/>
                  <a:pt x="778310" y="109700"/>
                  <a:pt x="775261" y="110067"/>
                </a:cubicBezTo>
                <a:cubicBezTo>
                  <a:pt x="772214" y="110436"/>
                  <a:pt x="769692" y="110621"/>
                  <a:pt x="767695" y="110621"/>
                </a:cubicBezTo>
                <a:cubicBezTo>
                  <a:pt x="767169" y="110621"/>
                  <a:pt x="766748" y="110384"/>
                  <a:pt x="766432" y="109911"/>
                </a:cubicBezTo>
                <a:cubicBezTo>
                  <a:pt x="766118" y="109438"/>
                  <a:pt x="765961" y="108938"/>
                  <a:pt x="765961" y="108412"/>
                </a:cubicBezTo>
                <a:cubicBezTo>
                  <a:pt x="765961" y="107782"/>
                  <a:pt x="766118" y="107230"/>
                  <a:pt x="766432" y="106757"/>
                </a:cubicBezTo>
                <a:cubicBezTo>
                  <a:pt x="766748" y="106284"/>
                  <a:pt x="767221" y="105995"/>
                  <a:pt x="767852" y="105891"/>
                </a:cubicBezTo>
                <a:cubicBezTo>
                  <a:pt x="770164" y="105575"/>
                  <a:pt x="771924" y="105102"/>
                  <a:pt x="773132" y="104472"/>
                </a:cubicBezTo>
                <a:cubicBezTo>
                  <a:pt x="774341" y="103842"/>
                  <a:pt x="775235" y="102975"/>
                  <a:pt x="775812" y="101871"/>
                </a:cubicBezTo>
                <a:cubicBezTo>
                  <a:pt x="776391" y="100766"/>
                  <a:pt x="776732" y="99400"/>
                  <a:pt x="776837" y="97772"/>
                </a:cubicBezTo>
                <a:cubicBezTo>
                  <a:pt x="776942" y="96143"/>
                  <a:pt x="776995" y="94119"/>
                  <a:pt x="776995" y="91701"/>
                </a:cubicBezTo>
                <a:lnTo>
                  <a:pt x="776995" y="67738"/>
                </a:lnTo>
                <a:cubicBezTo>
                  <a:pt x="776995" y="65110"/>
                  <a:pt x="776890" y="62482"/>
                  <a:pt x="776680" y="59855"/>
                </a:cubicBezTo>
                <a:cubicBezTo>
                  <a:pt x="776470" y="57228"/>
                  <a:pt x="775892" y="54864"/>
                  <a:pt x="774946" y="52761"/>
                </a:cubicBezTo>
                <a:cubicBezTo>
                  <a:pt x="774001" y="50659"/>
                  <a:pt x="772635" y="48924"/>
                  <a:pt x="770847" y="47558"/>
                </a:cubicBezTo>
                <a:cubicBezTo>
                  <a:pt x="769060" y="46191"/>
                  <a:pt x="766590" y="45508"/>
                  <a:pt x="763437" y="45508"/>
                </a:cubicBezTo>
                <a:cubicBezTo>
                  <a:pt x="760285" y="45508"/>
                  <a:pt x="757525" y="46008"/>
                  <a:pt x="755160" y="47007"/>
                </a:cubicBezTo>
                <a:cubicBezTo>
                  <a:pt x="752796" y="48004"/>
                  <a:pt x="750799" y="49344"/>
                  <a:pt x="749170" y="51027"/>
                </a:cubicBezTo>
                <a:cubicBezTo>
                  <a:pt x="747541" y="52709"/>
                  <a:pt x="746306" y="54680"/>
                  <a:pt x="745465" y="56940"/>
                </a:cubicBezTo>
                <a:cubicBezTo>
                  <a:pt x="744625" y="59199"/>
                  <a:pt x="744205" y="61590"/>
                  <a:pt x="744205" y="64113"/>
                </a:cubicBezTo>
                <a:lnTo>
                  <a:pt x="744205" y="90755"/>
                </a:lnTo>
                <a:close/>
                <a:moveTo>
                  <a:pt x="830930" y="69629"/>
                </a:moveTo>
                <a:cubicBezTo>
                  <a:pt x="830404" y="69629"/>
                  <a:pt x="830114" y="69814"/>
                  <a:pt x="830061" y="70182"/>
                </a:cubicBezTo>
                <a:cubicBezTo>
                  <a:pt x="830010" y="70550"/>
                  <a:pt x="829984" y="70996"/>
                  <a:pt x="829984" y="71522"/>
                </a:cubicBezTo>
                <a:cubicBezTo>
                  <a:pt x="829984" y="76988"/>
                  <a:pt x="830588" y="81612"/>
                  <a:pt x="831796" y="85395"/>
                </a:cubicBezTo>
                <a:cubicBezTo>
                  <a:pt x="833005" y="89179"/>
                  <a:pt x="834686" y="92253"/>
                  <a:pt x="836840" y="94618"/>
                </a:cubicBezTo>
                <a:cubicBezTo>
                  <a:pt x="838996" y="96982"/>
                  <a:pt x="841571" y="98690"/>
                  <a:pt x="844567" y="99742"/>
                </a:cubicBezTo>
                <a:cubicBezTo>
                  <a:pt x="847563" y="100793"/>
                  <a:pt x="850794" y="101318"/>
                  <a:pt x="854261" y="101318"/>
                </a:cubicBezTo>
                <a:cubicBezTo>
                  <a:pt x="857835" y="101318"/>
                  <a:pt x="861303" y="101029"/>
                  <a:pt x="864666" y="100452"/>
                </a:cubicBezTo>
                <a:cubicBezTo>
                  <a:pt x="868030" y="99873"/>
                  <a:pt x="870921" y="98585"/>
                  <a:pt x="873338" y="96589"/>
                </a:cubicBezTo>
                <a:cubicBezTo>
                  <a:pt x="873864" y="96168"/>
                  <a:pt x="874416" y="96011"/>
                  <a:pt x="874993" y="96117"/>
                </a:cubicBezTo>
                <a:cubicBezTo>
                  <a:pt x="875572" y="96221"/>
                  <a:pt x="876045" y="96484"/>
                  <a:pt x="876412" y="96904"/>
                </a:cubicBezTo>
                <a:cubicBezTo>
                  <a:pt x="876779" y="97324"/>
                  <a:pt x="877015" y="97797"/>
                  <a:pt x="877119" y="98323"/>
                </a:cubicBezTo>
                <a:cubicBezTo>
                  <a:pt x="877225" y="98849"/>
                  <a:pt x="877121" y="99322"/>
                  <a:pt x="876807" y="99742"/>
                </a:cubicBezTo>
                <a:cubicBezTo>
                  <a:pt x="873444" y="104156"/>
                  <a:pt x="869660" y="107204"/>
                  <a:pt x="865455" y="108886"/>
                </a:cubicBezTo>
                <a:cubicBezTo>
                  <a:pt x="861251" y="110567"/>
                  <a:pt x="856049" y="111407"/>
                  <a:pt x="849847" y="111407"/>
                </a:cubicBezTo>
                <a:cubicBezTo>
                  <a:pt x="843541" y="111407"/>
                  <a:pt x="838102" y="110462"/>
                  <a:pt x="833530" y="108571"/>
                </a:cubicBezTo>
                <a:cubicBezTo>
                  <a:pt x="828958" y="106679"/>
                  <a:pt x="825174" y="104024"/>
                  <a:pt x="822178" y="100608"/>
                </a:cubicBezTo>
                <a:cubicBezTo>
                  <a:pt x="819184" y="97192"/>
                  <a:pt x="816977" y="93199"/>
                  <a:pt x="815558" y="88629"/>
                </a:cubicBezTo>
                <a:cubicBezTo>
                  <a:pt x="814139" y="84056"/>
                  <a:pt x="813429" y="79090"/>
                  <a:pt x="813429" y="73728"/>
                </a:cubicBezTo>
                <a:cubicBezTo>
                  <a:pt x="813429" y="68579"/>
                  <a:pt x="814296" y="63692"/>
                  <a:pt x="816029" y="59069"/>
                </a:cubicBezTo>
                <a:cubicBezTo>
                  <a:pt x="817765" y="54443"/>
                  <a:pt x="820209" y="50449"/>
                  <a:pt x="823362" y="47086"/>
                </a:cubicBezTo>
                <a:cubicBezTo>
                  <a:pt x="826515" y="43723"/>
                  <a:pt x="830246" y="41043"/>
                  <a:pt x="834555" y="39047"/>
                </a:cubicBezTo>
                <a:cubicBezTo>
                  <a:pt x="838864" y="37049"/>
                  <a:pt x="843646" y="36049"/>
                  <a:pt x="848902" y="36049"/>
                </a:cubicBezTo>
                <a:cubicBezTo>
                  <a:pt x="853315" y="36049"/>
                  <a:pt x="857335" y="36812"/>
                  <a:pt x="860961" y="38337"/>
                </a:cubicBezTo>
                <a:cubicBezTo>
                  <a:pt x="864587" y="39861"/>
                  <a:pt x="867661" y="41962"/>
                  <a:pt x="870184" y="44642"/>
                </a:cubicBezTo>
                <a:cubicBezTo>
                  <a:pt x="872707" y="47322"/>
                  <a:pt x="874678" y="50528"/>
                  <a:pt x="876097" y="54260"/>
                </a:cubicBezTo>
                <a:cubicBezTo>
                  <a:pt x="877516" y="57990"/>
                  <a:pt x="878226" y="62010"/>
                  <a:pt x="878226" y="66319"/>
                </a:cubicBezTo>
                <a:cubicBezTo>
                  <a:pt x="878226" y="68526"/>
                  <a:pt x="877438" y="69629"/>
                  <a:pt x="875861" y="69629"/>
                </a:cubicBezTo>
                <a:lnTo>
                  <a:pt x="830930" y="69629"/>
                </a:lnTo>
                <a:moveTo>
                  <a:pt x="859780" y="64113"/>
                </a:moveTo>
                <a:cubicBezTo>
                  <a:pt x="861251" y="64113"/>
                  <a:pt x="862091" y="63588"/>
                  <a:pt x="862301" y="62537"/>
                </a:cubicBezTo>
                <a:cubicBezTo>
                  <a:pt x="862513" y="61485"/>
                  <a:pt x="862619" y="60223"/>
                  <a:pt x="862619" y="58751"/>
                </a:cubicBezTo>
                <a:cubicBezTo>
                  <a:pt x="862619" y="56544"/>
                  <a:pt x="862277" y="54416"/>
                  <a:pt x="861594" y="52367"/>
                </a:cubicBezTo>
                <a:cubicBezTo>
                  <a:pt x="860911" y="50317"/>
                  <a:pt x="859938" y="48504"/>
                  <a:pt x="858676" y="46928"/>
                </a:cubicBezTo>
                <a:cubicBezTo>
                  <a:pt x="857415" y="45351"/>
                  <a:pt x="855892" y="44090"/>
                  <a:pt x="854105" y="43144"/>
                </a:cubicBezTo>
                <a:cubicBezTo>
                  <a:pt x="852319" y="42197"/>
                  <a:pt x="850269" y="41724"/>
                  <a:pt x="847956" y="41724"/>
                </a:cubicBezTo>
                <a:cubicBezTo>
                  <a:pt x="845118" y="41724"/>
                  <a:pt x="842674" y="42224"/>
                  <a:pt x="840624" y="43223"/>
                </a:cubicBezTo>
                <a:cubicBezTo>
                  <a:pt x="838575" y="44222"/>
                  <a:pt x="836840" y="45536"/>
                  <a:pt x="835421" y="47166"/>
                </a:cubicBezTo>
                <a:cubicBezTo>
                  <a:pt x="834003" y="48793"/>
                  <a:pt x="832926" y="50712"/>
                  <a:pt x="832190" y="52920"/>
                </a:cubicBezTo>
                <a:cubicBezTo>
                  <a:pt x="831454" y="55127"/>
                  <a:pt x="830929" y="57438"/>
                  <a:pt x="830614" y="59855"/>
                </a:cubicBezTo>
                <a:cubicBezTo>
                  <a:pt x="830404" y="61117"/>
                  <a:pt x="830325" y="62143"/>
                  <a:pt x="830376" y="62932"/>
                </a:cubicBezTo>
                <a:cubicBezTo>
                  <a:pt x="830429" y="63719"/>
                  <a:pt x="830666" y="64113"/>
                  <a:pt x="831086" y="64113"/>
                </a:cubicBezTo>
                <a:lnTo>
                  <a:pt x="859780" y="64113"/>
                </a:lnTo>
                <a:close/>
                <a:moveTo>
                  <a:pt x="938148" y="38414"/>
                </a:moveTo>
                <a:cubicBezTo>
                  <a:pt x="937834" y="39570"/>
                  <a:pt x="937545" y="40990"/>
                  <a:pt x="937282" y="42672"/>
                </a:cubicBezTo>
                <a:cubicBezTo>
                  <a:pt x="937019" y="44353"/>
                  <a:pt x="936888" y="46139"/>
                  <a:pt x="936888" y="48032"/>
                </a:cubicBezTo>
                <a:cubicBezTo>
                  <a:pt x="936888" y="50028"/>
                  <a:pt x="936940" y="52104"/>
                  <a:pt x="937044" y="54260"/>
                </a:cubicBezTo>
                <a:cubicBezTo>
                  <a:pt x="937150" y="56414"/>
                  <a:pt x="937203" y="58069"/>
                  <a:pt x="937203" y="59225"/>
                </a:cubicBezTo>
                <a:cubicBezTo>
                  <a:pt x="937203" y="59541"/>
                  <a:pt x="936993" y="59804"/>
                  <a:pt x="936572" y="60014"/>
                </a:cubicBezTo>
                <a:cubicBezTo>
                  <a:pt x="936152" y="60224"/>
                  <a:pt x="935679" y="60356"/>
                  <a:pt x="935153" y="60409"/>
                </a:cubicBezTo>
                <a:cubicBezTo>
                  <a:pt x="934629" y="60460"/>
                  <a:pt x="934156" y="60407"/>
                  <a:pt x="933734" y="60250"/>
                </a:cubicBezTo>
                <a:cubicBezTo>
                  <a:pt x="933314" y="60093"/>
                  <a:pt x="933051" y="59856"/>
                  <a:pt x="932947" y="59540"/>
                </a:cubicBezTo>
                <a:cubicBezTo>
                  <a:pt x="931791" y="53970"/>
                  <a:pt x="929898" y="49688"/>
                  <a:pt x="927270" y="46692"/>
                </a:cubicBezTo>
                <a:cubicBezTo>
                  <a:pt x="924643" y="43696"/>
                  <a:pt x="920440" y="42198"/>
                  <a:pt x="914660" y="42198"/>
                </a:cubicBezTo>
                <a:cubicBezTo>
                  <a:pt x="910771" y="42198"/>
                  <a:pt x="907565" y="43171"/>
                  <a:pt x="905042" y="45116"/>
                </a:cubicBezTo>
                <a:cubicBezTo>
                  <a:pt x="902520" y="47060"/>
                  <a:pt x="901258" y="49661"/>
                  <a:pt x="901258" y="52920"/>
                </a:cubicBezTo>
                <a:cubicBezTo>
                  <a:pt x="901258" y="55651"/>
                  <a:pt x="902309" y="57753"/>
                  <a:pt x="904410" y="59225"/>
                </a:cubicBezTo>
                <a:cubicBezTo>
                  <a:pt x="906512" y="60696"/>
                  <a:pt x="909298" y="62062"/>
                  <a:pt x="912767" y="63324"/>
                </a:cubicBezTo>
                <a:cubicBezTo>
                  <a:pt x="914239" y="63850"/>
                  <a:pt x="916000" y="64508"/>
                  <a:pt x="918049" y="65297"/>
                </a:cubicBezTo>
                <a:cubicBezTo>
                  <a:pt x="920099" y="66084"/>
                  <a:pt x="921754" y="66740"/>
                  <a:pt x="923014" y="67264"/>
                </a:cubicBezTo>
                <a:cubicBezTo>
                  <a:pt x="925747" y="68527"/>
                  <a:pt x="928296" y="69841"/>
                  <a:pt x="930659" y="71207"/>
                </a:cubicBezTo>
                <a:cubicBezTo>
                  <a:pt x="933025" y="72574"/>
                  <a:pt x="935075" y="74177"/>
                  <a:pt x="936808" y="76016"/>
                </a:cubicBezTo>
                <a:cubicBezTo>
                  <a:pt x="938543" y="77854"/>
                  <a:pt x="939910" y="79929"/>
                  <a:pt x="940907" y="82242"/>
                </a:cubicBezTo>
                <a:cubicBezTo>
                  <a:pt x="941906" y="84554"/>
                  <a:pt x="942406" y="87235"/>
                  <a:pt x="942406" y="90284"/>
                </a:cubicBezTo>
                <a:cubicBezTo>
                  <a:pt x="942406" y="94277"/>
                  <a:pt x="941565" y="97613"/>
                  <a:pt x="939882" y="100293"/>
                </a:cubicBezTo>
                <a:cubicBezTo>
                  <a:pt x="938202" y="102973"/>
                  <a:pt x="936047" y="105128"/>
                  <a:pt x="933419" y="106757"/>
                </a:cubicBezTo>
                <a:cubicBezTo>
                  <a:pt x="930792" y="108387"/>
                  <a:pt x="927797" y="109568"/>
                  <a:pt x="924434" y="110303"/>
                </a:cubicBezTo>
                <a:cubicBezTo>
                  <a:pt x="921071" y="111039"/>
                  <a:pt x="917760" y="111407"/>
                  <a:pt x="914501" y="111407"/>
                </a:cubicBezTo>
                <a:cubicBezTo>
                  <a:pt x="911768" y="111407"/>
                  <a:pt x="908720" y="111092"/>
                  <a:pt x="905357" y="110462"/>
                </a:cubicBezTo>
                <a:cubicBezTo>
                  <a:pt x="901994" y="109831"/>
                  <a:pt x="899052" y="108938"/>
                  <a:pt x="896529" y="107782"/>
                </a:cubicBezTo>
                <a:cubicBezTo>
                  <a:pt x="895899" y="107572"/>
                  <a:pt x="895242" y="107677"/>
                  <a:pt x="894559" y="108097"/>
                </a:cubicBezTo>
                <a:cubicBezTo>
                  <a:pt x="893875" y="108517"/>
                  <a:pt x="893429" y="109305"/>
                  <a:pt x="893219" y="110462"/>
                </a:cubicBezTo>
                <a:cubicBezTo>
                  <a:pt x="893219" y="110778"/>
                  <a:pt x="892982" y="110988"/>
                  <a:pt x="892509" y="111092"/>
                </a:cubicBezTo>
                <a:cubicBezTo>
                  <a:pt x="892036" y="111198"/>
                  <a:pt x="891536" y="111251"/>
                  <a:pt x="891010" y="111251"/>
                </a:cubicBezTo>
                <a:cubicBezTo>
                  <a:pt x="890590" y="111251"/>
                  <a:pt x="890170" y="111171"/>
                  <a:pt x="889750" y="111013"/>
                </a:cubicBezTo>
                <a:cubicBezTo>
                  <a:pt x="889330" y="110855"/>
                  <a:pt x="889120" y="110620"/>
                  <a:pt x="889120" y="110305"/>
                </a:cubicBezTo>
                <a:cubicBezTo>
                  <a:pt x="889120" y="109463"/>
                  <a:pt x="889225" y="108307"/>
                  <a:pt x="889435" y="106837"/>
                </a:cubicBezTo>
                <a:cubicBezTo>
                  <a:pt x="889645" y="105364"/>
                  <a:pt x="889750" y="103998"/>
                  <a:pt x="889750" y="102737"/>
                </a:cubicBezTo>
                <a:cubicBezTo>
                  <a:pt x="889750" y="101475"/>
                  <a:pt x="889671" y="100082"/>
                  <a:pt x="889512" y="98559"/>
                </a:cubicBezTo>
                <a:cubicBezTo>
                  <a:pt x="889355" y="97035"/>
                  <a:pt x="889197" y="95538"/>
                  <a:pt x="889040" y="94068"/>
                </a:cubicBezTo>
                <a:cubicBezTo>
                  <a:pt x="888883" y="92595"/>
                  <a:pt x="888752" y="91281"/>
                  <a:pt x="888646" y="90125"/>
                </a:cubicBezTo>
                <a:cubicBezTo>
                  <a:pt x="888541" y="88969"/>
                  <a:pt x="888489" y="88127"/>
                  <a:pt x="888489" y="87601"/>
                </a:cubicBezTo>
                <a:cubicBezTo>
                  <a:pt x="888489" y="87181"/>
                  <a:pt x="888699" y="86866"/>
                  <a:pt x="889120" y="86656"/>
                </a:cubicBezTo>
                <a:cubicBezTo>
                  <a:pt x="889540" y="86446"/>
                  <a:pt x="890012" y="86315"/>
                  <a:pt x="890537" y="86264"/>
                </a:cubicBezTo>
                <a:cubicBezTo>
                  <a:pt x="891063" y="86211"/>
                  <a:pt x="891562" y="86263"/>
                  <a:pt x="892035" y="86420"/>
                </a:cubicBezTo>
                <a:cubicBezTo>
                  <a:pt x="892508" y="86577"/>
                  <a:pt x="892798" y="86866"/>
                  <a:pt x="892904" y="87286"/>
                </a:cubicBezTo>
                <a:cubicBezTo>
                  <a:pt x="893638" y="90335"/>
                  <a:pt x="894584" y="93016"/>
                  <a:pt x="895740" y="95328"/>
                </a:cubicBezTo>
                <a:cubicBezTo>
                  <a:pt x="896896" y="97639"/>
                  <a:pt x="898341" y="99584"/>
                  <a:pt x="900075" y="101162"/>
                </a:cubicBezTo>
                <a:cubicBezTo>
                  <a:pt x="901810" y="102738"/>
                  <a:pt x="903912" y="103921"/>
                  <a:pt x="906382" y="104710"/>
                </a:cubicBezTo>
                <a:cubicBezTo>
                  <a:pt x="908852" y="105497"/>
                  <a:pt x="911821" y="105891"/>
                  <a:pt x="915290" y="105891"/>
                </a:cubicBezTo>
                <a:cubicBezTo>
                  <a:pt x="919073" y="105891"/>
                  <a:pt x="922147" y="104840"/>
                  <a:pt x="924511" y="102737"/>
                </a:cubicBezTo>
                <a:cubicBezTo>
                  <a:pt x="926876" y="100635"/>
                  <a:pt x="928059" y="97692"/>
                  <a:pt x="928059" y="93909"/>
                </a:cubicBezTo>
                <a:cubicBezTo>
                  <a:pt x="928059" y="90546"/>
                  <a:pt x="926876" y="87892"/>
                  <a:pt x="924511" y="85949"/>
                </a:cubicBezTo>
                <a:cubicBezTo>
                  <a:pt x="922147" y="84003"/>
                  <a:pt x="919388" y="82295"/>
                  <a:pt x="916235" y="80822"/>
                </a:cubicBezTo>
                <a:cubicBezTo>
                  <a:pt x="914763" y="80192"/>
                  <a:pt x="913265" y="79562"/>
                  <a:pt x="911742" y="78932"/>
                </a:cubicBezTo>
                <a:cubicBezTo>
                  <a:pt x="910218" y="78301"/>
                  <a:pt x="908668" y="77671"/>
                  <a:pt x="907092" y="77041"/>
                </a:cubicBezTo>
                <a:cubicBezTo>
                  <a:pt x="904779" y="76095"/>
                  <a:pt x="902493" y="75123"/>
                  <a:pt x="900233" y="74125"/>
                </a:cubicBezTo>
                <a:cubicBezTo>
                  <a:pt x="897974" y="73126"/>
                  <a:pt x="895976" y="71890"/>
                  <a:pt x="894241" y="70418"/>
                </a:cubicBezTo>
                <a:cubicBezTo>
                  <a:pt x="892508" y="68946"/>
                  <a:pt x="891115" y="67106"/>
                  <a:pt x="890065" y="64900"/>
                </a:cubicBezTo>
                <a:cubicBezTo>
                  <a:pt x="889015" y="62693"/>
                  <a:pt x="888489" y="59960"/>
                  <a:pt x="888489" y="56701"/>
                </a:cubicBezTo>
                <a:cubicBezTo>
                  <a:pt x="888489" y="52918"/>
                  <a:pt x="889303" y="49713"/>
                  <a:pt x="890931" y="47086"/>
                </a:cubicBezTo>
                <a:cubicBezTo>
                  <a:pt x="892560" y="44458"/>
                  <a:pt x="894662" y="42330"/>
                  <a:pt x="897236" y="40702"/>
                </a:cubicBezTo>
                <a:cubicBezTo>
                  <a:pt x="899812" y="39072"/>
                  <a:pt x="902676" y="37890"/>
                  <a:pt x="905829" y="37154"/>
                </a:cubicBezTo>
                <a:cubicBezTo>
                  <a:pt x="908983" y="36418"/>
                  <a:pt x="912084" y="36049"/>
                  <a:pt x="915131" y="36049"/>
                </a:cubicBezTo>
                <a:cubicBezTo>
                  <a:pt x="918074" y="36049"/>
                  <a:pt x="920675" y="36391"/>
                  <a:pt x="922935" y="37074"/>
                </a:cubicBezTo>
                <a:cubicBezTo>
                  <a:pt x="925195" y="37757"/>
                  <a:pt x="927691" y="38992"/>
                  <a:pt x="930424" y="40779"/>
                </a:cubicBezTo>
                <a:cubicBezTo>
                  <a:pt x="930844" y="40989"/>
                  <a:pt x="931396" y="40963"/>
                  <a:pt x="932079" y="40702"/>
                </a:cubicBezTo>
                <a:cubicBezTo>
                  <a:pt x="932762" y="40439"/>
                  <a:pt x="933314" y="39571"/>
                  <a:pt x="933734" y="38099"/>
                </a:cubicBezTo>
                <a:cubicBezTo>
                  <a:pt x="933840" y="37679"/>
                  <a:pt x="934155" y="37417"/>
                  <a:pt x="934679" y="37312"/>
                </a:cubicBezTo>
                <a:cubicBezTo>
                  <a:pt x="935205" y="37207"/>
                  <a:pt x="935731" y="37180"/>
                  <a:pt x="936257" y="37233"/>
                </a:cubicBezTo>
                <a:cubicBezTo>
                  <a:pt x="936783" y="37284"/>
                  <a:pt x="937256" y="37416"/>
                  <a:pt x="937677" y="37628"/>
                </a:cubicBezTo>
                <a:cubicBezTo>
                  <a:pt x="938097" y="37838"/>
                  <a:pt x="938254" y="38100"/>
                  <a:pt x="938148" y="38414"/>
                </a:cubicBezTo>
                <a:close/>
                <a:moveTo>
                  <a:pt x="1035493" y="77197"/>
                </a:moveTo>
                <a:cubicBezTo>
                  <a:pt x="1035493" y="76041"/>
                  <a:pt x="1035440" y="75331"/>
                  <a:pt x="1035335" y="75068"/>
                </a:cubicBezTo>
                <a:cubicBezTo>
                  <a:pt x="1035230" y="74805"/>
                  <a:pt x="1034968" y="74674"/>
                  <a:pt x="1034548" y="74674"/>
                </a:cubicBezTo>
                <a:cubicBezTo>
                  <a:pt x="1025929" y="75410"/>
                  <a:pt x="1019544" y="77224"/>
                  <a:pt x="1015392" y="80115"/>
                </a:cubicBezTo>
                <a:cubicBezTo>
                  <a:pt x="1011242" y="83005"/>
                  <a:pt x="1009167" y="86710"/>
                  <a:pt x="1009167" y="91229"/>
                </a:cubicBezTo>
                <a:cubicBezTo>
                  <a:pt x="1009167" y="94382"/>
                  <a:pt x="1009955" y="97036"/>
                  <a:pt x="1011531" y="99192"/>
                </a:cubicBezTo>
                <a:cubicBezTo>
                  <a:pt x="1013108" y="101345"/>
                  <a:pt x="1015735" y="102422"/>
                  <a:pt x="1019414" y="102422"/>
                </a:cubicBezTo>
                <a:cubicBezTo>
                  <a:pt x="1021831" y="102422"/>
                  <a:pt x="1024379" y="101949"/>
                  <a:pt x="1027059" y="101003"/>
                </a:cubicBezTo>
                <a:cubicBezTo>
                  <a:pt x="1029739" y="100057"/>
                  <a:pt x="1032130" y="98690"/>
                  <a:pt x="1034233" y="96904"/>
                </a:cubicBezTo>
                <a:cubicBezTo>
                  <a:pt x="1035073" y="96063"/>
                  <a:pt x="1035493" y="95222"/>
                  <a:pt x="1035493" y="94380"/>
                </a:cubicBezTo>
                <a:lnTo>
                  <a:pt x="1035493" y="77197"/>
                </a:lnTo>
                <a:moveTo>
                  <a:pt x="1050314" y="92805"/>
                </a:moveTo>
                <a:cubicBezTo>
                  <a:pt x="1050314" y="96484"/>
                  <a:pt x="1050656" y="99059"/>
                  <a:pt x="1051339" y="100531"/>
                </a:cubicBezTo>
                <a:cubicBezTo>
                  <a:pt x="1052022" y="102002"/>
                  <a:pt x="1053362" y="102737"/>
                  <a:pt x="1055359" y="102737"/>
                </a:cubicBezTo>
                <a:cubicBezTo>
                  <a:pt x="1056515" y="102737"/>
                  <a:pt x="1057460" y="102606"/>
                  <a:pt x="1058195" y="102343"/>
                </a:cubicBezTo>
                <a:cubicBezTo>
                  <a:pt x="1058931" y="102080"/>
                  <a:pt x="1059982" y="101528"/>
                  <a:pt x="1061349" y="100688"/>
                </a:cubicBezTo>
                <a:cubicBezTo>
                  <a:pt x="1061665" y="100478"/>
                  <a:pt x="1062006" y="100478"/>
                  <a:pt x="1062373" y="100688"/>
                </a:cubicBezTo>
                <a:cubicBezTo>
                  <a:pt x="1062742" y="100898"/>
                  <a:pt x="1063057" y="101187"/>
                  <a:pt x="1063319" y="101556"/>
                </a:cubicBezTo>
                <a:cubicBezTo>
                  <a:pt x="1063582" y="101923"/>
                  <a:pt x="1063765" y="102344"/>
                  <a:pt x="1063870" y="102817"/>
                </a:cubicBezTo>
                <a:cubicBezTo>
                  <a:pt x="1063976" y="103290"/>
                  <a:pt x="1063871" y="103684"/>
                  <a:pt x="1063557" y="103998"/>
                </a:cubicBezTo>
                <a:cubicBezTo>
                  <a:pt x="1059458" y="108937"/>
                  <a:pt x="1054623" y="111407"/>
                  <a:pt x="1049051" y="111407"/>
                </a:cubicBezTo>
                <a:cubicBezTo>
                  <a:pt x="1046004" y="111407"/>
                  <a:pt x="1043403" y="110593"/>
                  <a:pt x="1041248" y="108965"/>
                </a:cubicBezTo>
                <a:cubicBezTo>
                  <a:pt x="1039094" y="107336"/>
                  <a:pt x="1037492" y="105417"/>
                  <a:pt x="1036441" y="103209"/>
                </a:cubicBezTo>
                <a:cubicBezTo>
                  <a:pt x="1036229" y="102684"/>
                  <a:pt x="1035914" y="102632"/>
                  <a:pt x="1035493" y="103053"/>
                </a:cubicBezTo>
                <a:cubicBezTo>
                  <a:pt x="1032761" y="105469"/>
                  <a:pt x="1029581" y="107466"/>
                  <a:pt x="1025955" y="109042"/>
                </a:cubicBezTo>
                <a:cubicBezTo>
                  <a:pt x="1022329" y="110619"/>
                  <a:pt x="1017784" y="111407"/>
                  <a:pt x="1012320" y="111407"/>
                </a:cubicBezTo>
                <a:cubicBezTo>
                  <a:pt x="1006329" y="111407"/>
                  <a:pt x="1001704" y="109805"/>
                  <a:pt x="998445" y="106601"/>
                </a:cubicBezTo>
                <a:cubicBezTo>
                  <a:pt x="995188" y="103395"/>
                  <a:pt x="993559" y="98849"/>
                  <a:pt x="993559" y="92963"/>
                </a:cubicBezTo>
                <a:cubicBezTo>
                  <a:pt x="993559" y="85395"/>
                  <a:pt x="997080" y="79588"/>
                  <a:pt x="1004122" y="75542"/>
                </a:cubicBezTo>
                <a:cubicBezTo>
                  <a:pt x="1011164" y="71496"/>
                  <a:pt x="1021411" y="69473"/>
                  <a:pt x="1034863" y="69473"/>
                </a:cubicBezTo>
                <a:cubicBezTo>
                  <a:pt x="1035073" y="69473"/>
                  <a:pt x="1035230" y="69210"/>
                  <a:pt x="1035335" y="68684"/>
                </a:cubicBezTo>
                <a:cubicBezTo>
                  <a:pt x="1035440" y="68158"/>
                  <a:pt x="1035493" y="66949"/>
                  <a:pt x="1035493" y="65059"/>
                </a:cubicBezTo>
                <a:lnTo>
                  <a:pt x="1035493" y="60801"/>
                </a:lnTo>
                <a:cubicBezTo>
                  <a:pt x="1035493" y="58174"/>
                  <a:pt x="1035283" y="55704"/>
                  <a:pt x="1034863" y="53391"/>
                </a:cubicBezTo>
                <a:cubicBezTo>
                  <a:pt x="1034443" y="51079"/>
                  <a:pt x="1033733" y="49056"/>
                  <a:pt x="1032734" y="47322"/>
                </a:cubicBezTo>
                <a:cubicBezTo>
                  <a:pt x="1031737" y="45588"/>
                  <a:pt x="1030345" y="44222"/>
                  <a:pt x="1028558" y="43223"/>
                </a:cubicBezTo>
                <a:cubicBezTo>
                  <a:pt x="1026771" y="42224"/>
                  <a:pt x="1024564" y="41724"/>
                  <a:pt x="1021935" y="41724"/>
                </a:cubicBezTo>
                <a:cubicBezTo>
                  <a:pt x="1018046" y="41724"/>
                  <a:pt x="1014893" y="42487"/>
                  <a:pt x="1012477" y="44012"/>
                </a:cubicBezTo>
                <a:cubicBezTo>
                  <a:pt x="1010060" y="45536"/>
                  <a:pt x="1008851" y="47506"/>
                  <a:pt x="1008851" y="49923"/>
                </a:cubicBezTo>
                <a:cubicBezTo>
                  <a:pt x="1008851" y="51079"/>
                  <a:pt x="1009219" y="52209"/>
                  <a:pt x="1009953" y="53312"/>
                </a:cubicBezTo>
                <a:cubicBezTo>
                  <a:pt x="1010689" y="54415"/>
                  <a:pt x="1011057" y="55545"/>
                  <a:pt x="1011057" y="56701"/>
                </a:cubicBezTo>
                <a:cubicBezTo>
                  <a:pt x="1011057" y="58174"/>
                  <a:pt x="1010321" y="59593"/>
                  <a:pt x="1008849" y="60959"/>
                </a:cubicBezTo>
                <a:cubicBezTo>
                  <a:pt x="1007378" y="62326"/>
                  <a:pt x="1005593" y="63009"/>
                  <a:pt x="1003492" y="63009"/>
                </a:cubicBezTo>
                <a:cubicBezTo>
                  <a:pt x="1000653" y="63009"/>
                  <a:pt x="998629" y="62247"/>
                  <a:pt x="997420" y="60724"/>
                </a:cubicBezTo>
                <a:cubicBezTo>
                  <a:pt x="996212" y="59198"/>
                  <a:pt x="995609" y="57333"/>
                  <a:pt x="995609" y="55126"/>
                </a:cubicBezTo>
                <a:cubicBezTo>
                  <a:pt x="995609" y="52499"/>
                  <a:pt x="996344" y="50003"/>
                  <a:pt x="997814" y="47637"/>
                </a:cubicBezTo>
                <a:cubicBezTo>
                  <a:pt x="999287" y="45272"/>
                  <a:pt x="1001283" y="43249"/>
                  <a:pt x="1003804" y="41568"/>
                </a:cubicBezTo>
                <a:cubicBezTo>
                  <a:pt x="1006327" y="39886"/>
                  <a:pt x="1009270" y="38546"/>
                  <a:pt x="1012633" y="37548"/>
                </a:cubicBezTo>
                <a:cubicBezTo>
                  <a:pt x="1015998" y="36549"/>
                  <a:pt x="1019519" y="36049"/>
                  <a:pt x="1023198" y="36049"/>
                </a:cubicBezTo>
                <a:cubicBezTo>
                  <a:pt x="1031605" y="36049"/>
                  <a:pt x="1038226" y="37994"/>
                  <a:pt x="1043061" y="41883"/>
                </a:cubicBezTo>
                <a:cubicBezTo>
                  <a:pt x="1047897" y="45772"/>
                  <a:pt x="1050314" y="52236"/>
                  <a:pt x="1050314" y="61275"/>
                </a:cubicBezTo>
                <a:lnTo>
                  <a:pt x="1050314" y="92805"/>
                </a:lnTo>
                <a:close/>
                <a:moveTo>
                  <a:pt x="1118797" y="38414"/>
                </a:moveTo>
                <a:cubicBezTo>
                  <a:pt x="1118483" y="39570"/>
                  <a:pt x="1118194" y="40990"/>
                  <a:pt x="1117931" y="42672"/>
                </a:cubicBezTo>
                <a:cubicBezTo>
                  <a:pt x="1117668" y="44353"/>
                  <a:pt x="1117536" y="46139"/>
                  <a:pt x="1117536" y="48032"/>
                </a:cubicBezTo>
                <a:cubicBezTo>
                  <a:pt x="1117536" y="50028"/>
                  <a:pt x="1117589" y="52104"/>
                  <a:pt x="1117693" y="54260"/>
                </a:cubicBezTo>
                <a:cubicBezTo>
                  <a:pt x="1117799" y="56414"/>
                  <a:pt x="1117852" y="58069"/>
                  <a:pt x="1117852" y="59225"/>
                </a:cubicBezTo>
                <a:cubicBezTo>
                  <a:pt x="1117852" y="59541"/>
                  <a:pt x="1117641" y="59804"/>
                  <a:pt x="1117221" y="60014"/>
                </a:cubicBezTo>
                <a:cubicBezTo>
                  <a:pt x="1116801" y="60224"/>
                  <a:pt x="1116328" y="60356"/>
                  <a:pt x="1115802" y="60409"/>
                </a:cubicBezTo>
                <a:cubicBezTo>
                  <a:pt x="1115278" y="60460"/>
                  <a:pt x="1114804" y="60407"/>
                  <a:pt x="1114383" y="60250"/>
                </a:cubicBezTo>
                <a:cubicBezTo>
                  <a:pt x="1113963" y="60093"/>
                  <a:pt x="1113700" y="59856"/>
                  <a:pt x="1113596" y="59540"/>
                </a:cubicBezTo>
                <a:cubicBezTo>
                  <a:pt x="1112440" y="53970"/>
                  <a:pt x="1110547" y="49688"/>
                  <a:pt x="1107919" y="46692"/>
                </a:cubicBezTo>
                <a:cubicBezTo>
                  <a:pt x="1105292" y="43696"/>
                  <a:pt x="1101089" y="42198"/>
                  <a:pt x="1095309" y="42198"/>
                </a:cubicBezTo>
                <a:cubicBezTo>
                  <a:pt x="1091420" y="42198"/>
                  <a:pt x="1088214" y="43171"/>
                  <a:pt x="1085691" y="45116"/>
                </a:cubicBezTo>
                <a:cubicBezTo>
                  <a:pt x="1083168" y="47060"/>
                  <a:pt x="1081907" y="49661"/>
                  <a:pt x="1081907" y="52920"/>
                </a:cubicBezTo>
                <a:cubicBezTo>
                  <a:pt x="1081907" y="55651"/>
                  <a:pt x="1082958" y="57753"/>
                  <a:pt x="1085058" y="59225"/>
                </a:cubicBezTo>
                <a:cubicBezTo>
                  <a:pt x="1087161" y="60696"/>
                  <a:pt x="1089947" y="62062"/>
                  <a:pt x="1093416" y="63324"/>
                </a:cubicBezTo>
                <a:cubicBezTo>
                  <a:pt x="1094888" y="63850"/>
                  <a:pt x="1096649" y="64508"/>
                  <a:pt x="1098698" y="65297"/>
                </a:cubicBezTo>
                <a:cubicBezTo>
                  <a:pt x="1100748" y="66084"/>
                  <a:pt x="1102403" y="66740"/>
                  <a:pt x="1103663" y="67264"/>
                </a:cubicBezTo>
                <a:cubicBezTo>
                  <a:pt x="1106396" y="68527"/>
                  <a:pt x="1108944" y="69841"/>
                  <a:pt x="1111308" y="71207"/>
                </a:cubicBezTo>
                <a:cubicBezTo>
                  <a:pt x="1113674" y="72574"/>
                  <a:pt x="1115723" y="74177"/>
                  <a:pt x="1117457" y="76016"/>
                </a:cubicBezTo>
                <a:cubicBezTo>
                  <a:pt x="1119192" y="77854"/>
                  <a:pt x="1120559" y="79929"/>
                  <a:pt x="1121556" y="82242"/>
                </a:cubicBezTo>
                <a:cubicBezTo>
                  <a:pt x="1122555" y="84554"/>
                  <a:pt x="1123055" y="87235"/>
                  <a:pt x="1123055" y="90284"/>
                </a:cubicBezTo>
                <a:cubicBezTo>
                  <a:pt x="1123055" y="94277"/>
                  <a:pt x="1122214" y="97613"/>
                  <a:pt x="1120531" y="100293"/>
                </a:cubicBezTo>
                <a:cubicBezTo>
                  <a:pt x="1118851" y="102973"/>
                  <a:pt x="1116696" y="105128"/>
                  <a:pt x="1114068" y="106757"/>
                </a:cubicBezTo>
                <a:cubicBezTo>
                  <a:pt x="1111441" y="108387"/>
                  <a:pt x="1108446" y="109568"/>
                  <a:pt x="1105083" y="110303"/>
                </a:cubicBezTo>
                <a:cubicBezTo>
                  <a:pt x="1101720" y="111039"/>
                  <a:pt x="1098409" y="111407"/>
                  <a:pt x="1095150" y="111407"/>
                </a:cubicBezTo>
                <a:cubicBezTo>
                  <a:pt x="1092417" y="111407"/>
                  <a:pt x="1089369" y="111092"/>
                  <a:pt x="1086006" y="110462"/>
                </a:cubicBezTo>
                <a:cubicBezTo>
                  <a:pt x="1082643" y="109831"/>
                  <a:pt x="1079700" y="108938"/>
                  <a:pt x="1077178" y="107782"/>
                </a:cubicBezTo>
                <a:cubicBezTo>
                  <a:pt x="1076547" y="107572"/>
                  <a:pt x="1075891" y="107677"/>
                  <a:pt x="1075208" y="108097"/>
                </a:cubicBezTo>
                <a:cubicBezTo>
                  <a:pt x="1074524" y="108517"/>
                  <a:pt x="1074078" y="109305"/>
                  <a:pt x="1073868" y="110462"/>
                </a:cubicBezTo>
                <a:cubicBezTo>
                  <a:pt x="1073868" y="110778"/>
                  <a:pt x="1073631" y="110988"/>
                  <a:pt x="1073158" y="111092"/>
                </a:cubicBezTo>
                <a:cubicBezTo>
                  <a:pt x="1072685" y="111198"/>
                  <a:pt x="1072185" y="111251"/>
                  <a:pt x="1071659" y="111251"/>
                </a:cubicBezTo>
                <a:cubicBezTo>
                  <a:pt x="1071239" y="111251"/>
                  <a:pt x="1070819" y="111171"/>
                  <a:pt x="1070399" y="111013"/>
                </a:cubicBezTo>
                <a:cubicBezTo>
                  <a:pt x="1069979" y="110855"/>
                  <a:pt x="1069769" y="110620"/>
                  <a:pt x="1069769" y="110305"/>
                </a:cubicBezTo>
                <a:cubicBezTo>
                  <a:pt x="1069769" y="109463"/>
                  <a:pt x="1069874" y="108307"/>
                  <a:pt x="1070084" y="106837"/>
                </a:cubicBezTo>
                <a:cubicBezTo>
                  <a:pt x="1070294" y="105364"/>
                  <a:pt x="1070399" y="103998"/>
                  <a:pt x="1070399" y="102737"/>
                </a:cubicBezTo>
                <a:cubicBezTo>
                  <a:pt x="1070399" y="101475"/>
                  <a:pt x="1070319" y="100082"/>
                  <a:pt x="1070161" y="98559"/>
                </a:cubicBezTo>
                <a:cubicBezTo>
                  <a:pt x="1070003" y="97035"/>
                  <a:pt x="1069846" y="95538"/>
                  <a:pt x="1069689" y="94068"/>
                </a:cubicBezTo>
                <a:cubicBezTo>
                  <a:pt x="1069532" y="92595"/>
                  <a:pt x="1069400" y="91281"/>
                  <a:pt x="1069295" y="90125"/>
                </a:cubicBezTo>
                <a:cubicBezTo>
                  <a:pt x="1069190" y="88969"/>
                  <a:pt x="1069138" y="88127"/>
                  <a:pt x="1069138" y="87601"/>
                </a:cubicBezTo>
                <a:cubicBezTo>
                  <a:pt x="1069138" y="87181"/>
                  <a:pt x="1069348" y="86866"/>
                  <a:pt x="1069769" y="86656"/>
                </a:cubicBezTo>
                <a:cubicBezTo>
                  <a:pt x="1070189" y="86446"/>
                  <a:pt x="1070661" y="86315"/>
                  <a:pt x="1071185" y="86264"/>
                </a:cubicBezTo>
                <a:cubicBezTo>
                  <a:pt x="1071711" y="86211"/>
                  <a:pt x="1072211" y="86263"/>
                  <a:pt x="1072684" y="86420"/>
                </a:cubicBezTo>
                <a:cubicBezTo>
                  <a:pt x="1073157" y="86577"/>
                  <a:pt x="1073447" y="86866"/>
                  <a:pt x="1073553" y="87286"/>
                </a:cubicBezTo>
                <a:cubicBezTo>
                  <a:pt x="1074287" y="90335"/>
                  <a:pt x="1075232" y="93016"/>
                  <a:pt x="1076389" y="95328"/>
                </a:cubicBezTo>
                <a:cubicBezTo>
                  <a:pt x="1077545" y="97639"/>
                  <a:pt x="1078990" y="99584"/>
                  <a:pt x="1080724" y="101162"/>
                </a:cubicBezTo>
                <a:cubicBezTo>
                  <a:pt x="1082459" y="102738"/>
                  <a:pt x="1084561" y="103921"/>
                  <a:pt x="1087031" y="104710"/>
                </a:cubicBezTo>
                <a:cubicBezTo>
                  <a:pt x="1089501" y="105497"/>
                  <a:pt x="1092470" y="105891"/>
                  <a:pt x="1095939" y="105891"/>
                </a:cubicBezTo>
                <a:cubicBezTo>
                  <a:pt x="1099722" y="105891"/>
                  <a:pt x="1102796" y="104840"/>
                  <a:pt x="1105160" y="102737"/>
                </a:cubicBezTo>
                <a:cubicBezTo>
                  <a:pt x="1107525" y="100635"/>
                  <a:pt x="1108708" y="97692"/>
                  <a:pt x="1108708" y="93909"/>
                </a:cubicBezTo>
                <a:cubicBezTo>
                  <a:pt x="1108708" y="90546"/>
                  <a:pt x="1107525" y="87892"/>
                  <a:pt x="1105160" y="85949"/>
                </a:cubicBezTo>
                <a:cubicBezTo>
                  <a:pt x="1102796" y="84003"/>
                  <a:pt x="1100037" y="82295"/>
                  <a:pt x="1096884" y="80822"/>
                </a:cubicBezTo>
                <a:cubicBezTo>
                  <a:pt x="1095412" y="80192"/>
                  <a:pt x="1093914" y="79562"/>
                  <a:pt x="1092391" y="78932"/>
                </a:cubicBezTo>
                <a:cubicBezTo>
                  <a:pt x="1090867" y="78301"/>
                  <a:pt x="1089317" y="77671"/>
                  <a:pt x="1087741" y="77041"/>
                </a:cubicBezTo>
                <a:cubicBezTo>
                  <a:pt x="1085428" y="76095"/>
                  <a:pt x="1083142" y="75123"/>
                  <a:pt x="1080882" y="74125"/>
                </a:cubicBezTo>
                <a:cubicBezTo>
                  <a:pt x="1078623" y="73126"/>
                  <a:pt x="1076625" y="71890"/>
                  <a:pt x="1074890" y="70418"/>
                </a:cubicBezTo>
                <a:cubicBezTo>
                  <a:pt x="1073156" y="68946"/>
                  <a:pt x="1071764" y="67106"/>
                  <a:pt x="1070714" y="64900"/>
                </a:cubicBezTo>
                <a:cubicBezTo>
                  <a:pt x="1069663" y="62693"/>
                  <a:pt x="1069138" y="59960"/>
                  <a:pt x="1069138" y="56701"/>
                </a:cubicBezTo>
                <a:cubicBezTo>
                  <a:pt x="1069138" y="52918"/>
                  <a:pt x="1069952" y="49713"/>
                  <a:pt x="1071580" y="47086"/>
                </a:cubicBezTo>
                <a:cubicBezTo>
                  <a:pt x="1073209" y="44458"/>
                  <a:pt x="1075311" y="42330"/>
                  <a:pt x="1077885" y="40702"/>
                </a:cubicBezTo>
                <a:cubicBezTo>
                  <a:pt x="1080461" y="39072"/>
                  <a:pt x="1083325" y="37890"/>
                  <a:pt x="1086478" y="37154"/>
                </a:cubicBezTo>
                <a:cubicBezTo>
                  <a:pt x="1089632" y="36418"/>
                  <a:pt x="1092733" y="36049"/>
                  <a:pt x="1095780" y="36049"/>
                </a:cubicBezTo>
                <a:cubicBezTo>
                  <a:pt x="1098723" y="36049"/>
                  <a:pt x="1101324" y="36391"/>
                  <a:pt x="1103584" y="37074"/>
                </a:cubicBezTo>
                <a:cubicBezTo>
                  <a:pt x="1105844" y="37757"/>
                  <a:pt x="1108340" y="38992"/>
                  <a:pt x="1111073" y="40779"/>
                </a:cubicBezTo>
                <a:cubicBezTo>
                  <a:pt x="1111493" y="40989"/>
                  <a:pt x="1112044" y="40963"/>
                  <a:pt x="1112728" y="40702"/>
                </a:cubicBezTo>
                <a:cubicBezTo>
                  <a:pt x="1113411" y="40439"/>
                  <a:pt x="1113963" y="39571"/>
                  <a:pt x="1114383" y="38099"/>
                </a:cubicBezTo>
                <a:cubicBezTo>
                  <a:pt x="1114489" y="37679"/>
                  <a:pt x="1114804" y="37417"/>
                  <a:pt x="1115328" y="37312"/>
                </a:cubicBezTo>
                <a:cubicBezTo>
                  <a:pt x="1115854" y="37207"/>
                  <a:pt x="1116380" y="37180"/>
                  <a:pt x="1116906" y="37233"/>
                </a:cubicBezTo>
                <a:cubicBezTo>
                  <a:pt x="1117432" y="37284"/>
                  <a:pt x="1117905" y="37416"/>
                  <a:pt x="1118325" y="37628"/>
                </a:cubicBezTo>
                <a:cubicBezTo>
                  <a:pt x="1118746" y="37838"/>
                  <a:pt x="1118903" y="38100"/>
                  <a:pt x="1118797" y="38414"/>
                </a:cubicBezTo>
                <a:close/>
                <a:moveTo>
                  <a:pt x="1231589" y="39675"/>
                </a:moveTo>
                <a:cubicBezTo>
                  <a:pt x="1234952" y="47559"/>
                  <a:pt x="1238262" y="55416"/>
                  <a:pt x="1241519" y="63247"/>
                </a:cubicBezTo>
                <a:cubicBezTo>
                  <a:pt x="1244778" y="71077"/>
                  <a:pt x="1248089" y="78932"/>
                  <a:pt x="1251452" y="86815"/>
                </a:cubicBezTo>
                <a:cubicBezTo>
                  <a:pt x="1251662" y="87549"/>
                  <a:pt x="1252003" y="87864"/>
                  <a:pt x="1252476" y="87760"/>
                </a:cubicBezTo>
                <a:cubicBezTo>
                  <a:pt x="1252949" y="87654"/>
                  <a:pt x="1253291" y="87339"/>
                  <a:pt x="1253501" y="86815"/>
                </a:cubicBezTo>
                <a:cubicBezTo>
                  <a:pt x="1255288" y="81139"/>
                  <a:pt x="1256838" y="75674"/>
                  <a:pt x="1258151" y="70418"/>
                </a:cubicBezTo>
                <a:cubicBezTo>
                  <a:pt x="1259466" y="65163"/>
                  <a:pt x="1260702" y="59855"/>
                  <a:pt x="1261858" y="54496"/>
                </a:cubicBezTo>
                <a:cubicBezTo>
                  <a:pt x="1262278" y="52813"/>
                  <a:pt x="1262488" y="51289"/>
                  <a:pt x="1262488" y="49923"/>
                </a:cubicBezTo>
                <a:cubicBezTo>
                  <a:pt x="1262488" y="47506"/>
                  <a:pt x="1261857" y="45956"/>
                  <a:pt x="1260595" y="45273"/>
                </a:cubicBezTo>
                <a:cubicBezTo>
                  <a:pt x="1259335" y="44589"/>
                  <a:pt x="1257338" y="44038"/>
                  <a:pt x="1254605" y="43617"/>
                </a:cubicBezTo>
                <a:cubicBezTo>
                  <a:pt x="1253869" y="43512"/>
                  <a:pt x="1253343" y="43196"/>
                  <a:pt x="1253027" y="42672"/>
                </a:cubicBezTo>
                <a:cubicBezTo>
                  <a:pt x="1252713" y="42146"/>
                  <a:pt x="1252556" y="41620"/>
                  <a:pt x="1252556" y="41094"/>
                </a:cubicBezTo>
                <a:cubicBezTo>
                  <a:pt x="1252556" y="40464"/>
                  <a:pt x="1252739" y="39912"/>
                  <a:pt x="1253107" y="39439"/>
                </a:cubicBezTo>
                <a:cubicBezTo>
                  <a:pt x="1253475" y="38966"/>
                  <a:pt x="1253975" y="38729"/>
                  <a:pt x="1254605" y="38729"/>
                </a:cubicBezTo>
                <a:cubicBezTo>
                  <a:pt x="1257128" y="38729"/>
                  <a:pt x="1259440" y="38940"/>
                  <a:pt x="1261541" y="39362"/>
                </a:cubicBezTo>
                <a:cubicBezTo>
                  <a:pt x="1263643" y="39782"/>
                  <a:pt x="1265746" y="39992"/>
                  <a:pt x="1267848" y="39992"/>
                </a:cubicBezTo>
                <a:cubicBezTo>
                  <a:pt x="1269951" y="39992"/>
                  <a:pt x="1272184" y="39782"/>
                  <a:pt x="1274548" y="39362"/>
                </a:cubicBezTo>
                <a:cubicBezTo>
                  <a:pt x="1276913" y="38940"/>
                  <a:pt x="1278831" y="38729"/>
                  <a:pt x="1280302" y="38729"/>
                </a:cubicBezTo>
                <a:cubicBezTo>
                  <a:pt x="1280934" y="38729"/>
                  <a:pt x="1281380" y="38966"/>
                  <a:pt x="1281642" y="39439"/>
                </a:cubicBezTo>
                <a:cubicBezTo>
                  <a:pt x="1281905" y="39912"/>
                  <a:pt x="1282036" y="40464"/>
                  <a:pt x="1282036" y="41094"/>
                </a:cubicBezTo>
                <a:cubicBezTo>
                  <a:pt x="1282036" y="41726"/>
                  <a:pt x="1281905" y="42305"/>
                  <a:pt x="1281642" y="42831"/>
                </a:cubicBezTo>
                <a:cubicBezTo>
                  <a:pt x="1281380" y="43355"/>
                  <a:pt x="1281040" y="43617"/>
                  <a:pt x="1280619" y="43617"/>
                </a:cubicBezTo>
                <a:cubicBezTo>
                  <a:pt x="1278517" y="43828"/>
                  <a:pt x="1276756" y="44327"/>
                  <a:pt x="1275337" y="45116"/>
                </a:cubicBezTo>
                <a:cubicBezTo>
                  <a:pt x="1273917" y="45904"/>
                  <a:pt x="1272708" y="46980"/>
                  <a:pt x="1271709" y="48347"/>
                </a:cubicBezTo>
                <a:cubicBezTo>
                  <a:pt x="1270712" y="49713"/>
                  <a:pt x="1269871" y="51290"/>
                  <a:pt x="1269188" y="53076"/>
                </a:cubicBezTo>
                <a:cubicBezTo>
                  <a:pt x="1268505" y="54863"/>
                  <a:pt x="1267848" y="56807"/>
                  <a:pt x="1267218" y="58910"/>
                </a:cubicBezTo>
                <a:cubicBezTo>
                  <a:pt x="1261962" y="76883"/>
                  <a:pt x="1256340" y="94698"/>
                  <a:pt x="1250350" y="112355"/>
                </a:cubicBezTo>
                <a:cubicBezTo>
                  <a:pt x="1250140" y="112985"/>
                  <a:pt x="1249482" y="113326"/>
                  <a:pt x="1248377" y="113377"/>
                </a:cubicBezTo>
                <a:cubicBezTo>
                  <a:pt x="1247274" y="113430"/>
                  <a:pt x="1246617" y="113142"/>
                  <a:pt x="1246407" y="112511"/>
                </a:cubicBezTo>
                <a:cubicBezTo>
                  <a:pt x="1243360" y="104209"/>
                  <a:pt x="1240260" y="95958"/>
                  <a:pt x="1237107" y="87760"/>
                </a:cubicBezTo>
                <a:cubicBezTo>
                  <a:pt x="1233954" y="79562"/>
                  <a:pt x="1230433" y="71101"/>
                  <a:pt x="1226544" y="62379"/>
                </a:cubicBezTo>
                <a:cubicBezTo>
                  <a:pt x="1226334" y="61853"/>
                  <a:pt x="1226018" y="61590"/>
                  <a:pt x="1225596" y="61590"/>
                </a:cubicBezTo>
                <a:cubicBezTo>
                  <a:pt x="1225176" y="61590"/>
                  <a:pt x="1224861" y="61853"/>
                  <a:pt x="1224651" y="62379"/>
                </a:cubicBezTo>
                <a:cubicBezTo>
                  <a:pt x="1222760" y="67318"/>
                  <a:pt x="1220974" y="71943"/>
                  <a:pt x="1219291" y="76252"/>
                </a:cubicBezTo>
                <a:cubicBezTo>
                  <a:pt x="1217609" y="80561"/>
                  <a:pt x="1216006" y="84713"/>
                  <a:pt x="1214482" y="88708"/>
                </a:cubicBezTo>
                <a:cubicBezTo>
                  <a:pt x="1212959" y="92701"/>
                  <a:pt x="1211461" y="96642"/>
                  <a:pt x="1209989" y="100531"/>
                </a:cubicBezTo>
                <a:cubicBezTo>
                  <a:pt x="1208518" y="104419"/>
                  <a:pt x="1207047" y="108412"/>
                  <a:pt x="1205574" y="112511"/>
                </a:cubicBezTo>
                <a:cubicBezTo>
                  <a:pt x="1205364" y="113142"/>
                  <a:pt x="1204681" y="113483"/>
                  <a:pt x="1203525" y="113536"/>
                </a:cubicBezTo>
                <a:cubicBezTo>
                  <a:pt x="1202370" y="113589"/>
                  <a:pt x="1201687" y="113247"/>
                  <a:pt x="1201475" y="112511"/>
                </a:cubicBezTo>
                <a:cubicBezTo>
                  <a:pt x="1198218" y="103263"/>
                  <a:pt x="1195039" y="94092"/>
                  <a:pt x="1191937" y="85001"/>
                </a:cubicBezTo>
                <a:cubicBezTo>
                  <a:pt x="1188837" y="75909"/>
                  <a:pt x="1185869" y="66844"/>
                  <a:pt x="1183032" y="57806"/>
                </a:cubicBezTo>
                <a:cubicBezTo>
                  <a:pt x="1182190" y="55179"/>
                  <a:pt x="1181374" y="53025"/>
                  <a:pt x="1180585" y="51344"/>
                </a:cubicBezTo>
                <a:cubicBezTo>
                  <a:pt x="1179798" y="49662"/>
                  <a:pt x="1178931" y="48296"/>
                  <a:pt x="1177985" y="47245"/>
                </a:cubicBezTo>
                <a:cubicBezTo>
                  <a:pt x="1177040" y="46193"/>
                  <a:pt x="1175937" y="45404"/>
                  <a:pt x="1174675" y="44878"/>
                </a:cubicBezTo>
                <a:cubicBezTo>
                  <a:pt x="1173414" y="44352"/>
                  <a:pt x="1171943" y="43932"/>
                  <a:pt x="1170260" y="43617"/>
                </a:cubicBezTo>
                <a:cubicBezTo>
                  <a:pt x="1169736" y="43512"/>
                  <a:pt x="1169369" y="43196"/>
                  <a:pt x="1169159" y="42672"/>
                </a:cubicBezTo>
                <a:cubicBezTo>
                  <a:pt x="1168948" y="42146"/>
                  <a:pt x="1168843" y="41620"/>
                  <a:pt x="1168843" y="41094"/>
                </a:cubicBezTo>
                <a:cubicBezTo>
                  <a:pt x="1168843" y="40464"/>
                  <a:pt x="1168948" y="39912"/>
                  <a:pt x="1169159" y="39439"/>
                </a:cubicBezTo>
                <a:cubicBezTo>
                  <a:pt x="1169369" y="38966"/>
                  <a:pt x="1169736" y="38729"/>
                  <a:pt x="1170260" y="38729"/>
                </a:cubicBezTo>
                <a:cubicBezTo>
                  <a:pt x="1172889" y="38729"/>
                  <a:pt x="1175595" y="38940"/>
                  <a:pt x="1178379" y="39362"/>
                </a:cubicBezTo>
                <a:cubicBezTo>
                  <a:pt x="1181165" y="39782"/>
                  <a:pt x="1184082" y="39992"/>
                  <a:pt x="1187131" y="39992"/>
                </a:cubicBezTo>
                <a:cubicBezTo>
                  <a:pt x="1190178" y="39992"/>
                  <a:pt x="1193146" y="39782"/>
                  <a:pt x="1196036" y="39362"/>
                </a:cubicBezTo>
                <a:cubicBezTo>
                  <a:pt x="1198928" y="38940"/>
                  <a:pt x="1201845" y="38729"/>
                  <a:pt x="1204788" y="38729"/>
                </a:cubicBezTo>
                <a:cubicBezTo>
                  <a:pt x="1205312" y="38729"/>
                  <a:pt x="1205732" y="38966"/>
                  <a:pt x="1206048" y="39439"/>
                </a:cubicBezTo>
                <a:cubicBezTo>
                  <a:pt x="1206364" y="39912"/>
                  <a:pt x="1206548" y="40438"/>
                  <a:pt x="1206599" y="41017"/>
                </a:cubicBezTo>
                <a:cubicBezTo>
                  <a:pt x="1206652" y="41594"/>
                  <a:pt x="1206521" y="42146"/>
                  <a:pt x="1206205" y="42672"/>
                </a:cubicBezTo>
                <a:cubicBezTo>
                  <a:pt x="1205890" y="43196"/>
                  <a:pt x="1205418" y="43512"/>
                  <a:pt x="1204788" y="43617"/>
                </a:cubicBezTo>
                <a:cubicBezTo>
                  <a:pt x="1201739" y="44038"/>
                  <a:pt x="1199584" y="44721"/>
                  <a:pt x="1198322" y="45667"/>
                </a:cubicBezTo>
                <a:cubicBezTo>
                  <a:pt x="1197061" y="46613"/>
                  <a:pt x="1196431" y="47927"/>
                  <a:pt x="1196431" y="49607"/>
                </a:cubicBezTo>
                <a:cubicBezTo>
                  <a:pt x="1196431" y="50449"/>
                  <a:pt x="1196536" y="51370"/>
                  <a:pt x="1196746" y="52369"/>
                </a:cubicBezTo>
                <a:cubicBezTo>
                  <a:pt x="1196956" y="53367"/>
                  <a:pt x="1197219" y="54443"/>
                  <a:pt x="1197535" y="55600"/>
                </a:cubicBezTo>
                <a:cubicBezTo>
                  <a:pt x="1199007" y="60959"/>
                  <a:pt x="1200557" y="66214"/>
                  <a:pt x="1202185" y="71364"/>
                </a:cubicBezTo>
                <a:cubicBezTo>
                  <a:pt x="1203814" y="76513"/>
                  <a:pt x="1205522" y="81664"/>
                  <a:pt x="1207309" y="86815"/>
                </a:cubicBezTo>
                <a:cubicBezTo>
                  <a:pt x="1207519" y="87445"/>
                  <a:pt x="1207887" y="87760"/>
                  <a:pt x="1208413" y="87760"/>
                </a:cubicBezTo>
                <a:cubicBezTo>
                  <a:pt x="1209043" y="87760"/>
                  <a:pt x="1209464" y="87497"/>
                  <a:pt x="1209674" y="86971"/>
                </a:cubicBezTo>
                <a:cubicBezTo>
                  <a:pt x="1215769" y="70366"/>
                  <a:pt x="1221866" y="54654"/>
                  <a:pt x="1227963" y="39833"/>
                </a:cubicBezTo>
                <a:cubicBezTo>
                  <a:pt x="1228278" y="39097"/>
                  <a:pt x="1228855" y="38729"/>
                  <a:pt x="1229695" y="38729"/>
                </a:cubicBezTo>
                <a:cubicBezTo>
                  <a:pt x="1230642" y="38729"/>
                  <a:pt x="1231273" y="39044"/>
                  <a:pt x="1231589" y="39675"/>
                </a:cubicBezTo>
                <a:close/>
                <a:moveTo>
                  <a:pt x="1305071" y="69629"/>
                </a:moveTo>
                <a:cubicBezTo>
                  <a:pt x="1304545" y="69629"/>
                  <a:pt x="1304255" y="69814"/>
                  <a:pt x="1304202" y="70182"/>
                </a:cubicBezTo>
                <a:cubicBezTo>
                  <a:pt x="1304151" y="70550"/>
                  <a:pt x="1304125" y="70996"/>
                  <a:pt x="1304125" y="71522"/>
                </a:cubicBezTo>
                <a:cubicBezTo>
                  <a:pt x="1304125" y="76988"/>
                  <a:pt x="1304729" y="81612"/>
                  <a:pt x="1305937" y="85395"/>
                </a:cubicBezTo>
                <a:cubicBezTo>
                  <a:pt x="1307146" y="89179"/>
                  <a:pt x="1308827" y="92253"/>
                  <a:pt x="1310981" y="94618"/>
                </a:cubicBezTo>
                <a:cubicBezTo>
                  <a:pt x="1313137" y="96982"/>
                  <a:pt x="1315712" y="98690"/>
                  <a:pt x="1318708" y="99742"/>
                </a:cubicBezTo>
                <a:cubicBezTo>
                  <a:pt x="1321704" y="100793"/>
                  <a:pt x="1324935" y="101318"/>
                  <a:pt x="1328403" y="101318"/>
                </a:cubicBezTo>
                <a:cubicBezTo>
                  <a:pt x="1331976" y="101318"/>
                  <a:pt x="1335444" y="101029"/>
                  <a:pt x="1338807" y="100452"/>
                </a:cubicBezTo>
                <a:cubicBezTo>
                  <a:pt x="1342171" y="99873"/>
                  <a:pt x="1345062" y="98585"/>
                  <a:pt x="1347479" y="96589"/>
                </a:cubicBezTo>
                <a:cubicBezTo>
                  <a:pt x="1348005" y="96168"/>
                  <a:pt x="1348557" y="96011"/>
                  <a:pt x="1349134" y="96117"/>
                </a:cubicBezTo>
                <a:cubicBezTo>
                  <a:pt x="1349713" y="96221"/>
                  <a:pt x="1350186" y="96484"/>
                  <a:pt x="1350553" y="96904"/>
                </a:cubicBezTo>
                <a:cubicBezTo>
                  <a:pt x="1350921" y="97324"/>
                  <a:pt x="1351156" y="97797"/>
                  <a:pt x="1351261" y="98323"/>
                </a:cubicBezTo>
                <a:cubicBezTo>
                  <a:pt x="1351366" y="98849"/>
                  <a:pt x="1351262" y="99322"/>
                  <a:pt x="1350948" y="99742"/>
                </a:cubicBezTo>
                <a:cubicBezTo>
                  <a:pt x="1347585" y="104156"/>
                  <a:pt x="1343801" y="107204"/>
                  <a:pt x="1339596" y="108886"/>
                </a:cubicBezTo>
                <a:cubicBezTo>
                  <a:pt x="1335392" y="110567"/>
                  <a:pt x="1330190" y="111407"/>
                  <a:pt x="1323988" y="111407"/>
                </a:cubicBezTo>
                <a:cubicBezTo>
                  <a:pt x="1317682" y="111407"/>
                  <a:pt x="1312243" y="110462"/>
                  <a:pt x="1307671" y="108571"/>
                </a:cubicBezTo>
                <a:cubicBezTo>
                  <a:pt x="1303099" y="106679"/>
                  <a:pt x="1299315" y="104024"/>
                  <a:pt x="1296319" y="100608"/>
                </a:cubicBezTo>
                <a:cubicBezTo>
                  <a:pt x="1293325" y="97192"/>
                  <a:pt x="1291118" y="93199"/>
                  <a:pt x="1289699" y="88629"/>
                </a:cubicBezTo>
                <a:cubicBezTo>
                  <a:pt x="1288280" y="84056"/>
                  <a:pt x="1287570" y="79090"/>
                  <a:pt x="1287570" y="73728"/>
                </a:cubicBezTo>
                <a:cubicBezTo>
                  <a:pt x="1287570" y="68579"/>
                  <a:pt x="1288437" y="63692"/>
                  <a:pt x="1290170" y="59069"/>
                </a:cubicBezTo>
                <a:cubicBezTo>
                  <a:pt x="1291906" y="54443"/>
                  <a:pt x="1294350" y="50449"/>
                  <a:pt x="1297503" y="47086"/>
                </a:cubicBezTo>
                <a:cubicBezTo>
                  <a:pt x="1300656" y="43723"/>
                  <a:pt x="1304387" y="41043"/>
                  <a:pt x="1308696" y="39047"/>
                </a:cubicBezTo>
                <a:cubicBezTo>
                  <a:pt x="1313005" y="37049"/>
                  <a:pt x="1317787" y="36049"/>
                  <a:pt x="1323043" y="36049"/>
                </a:cubicBezTo>
                <a:cubicBezTo>
                  <a:pt x="1327456" y="36049"/>
                  <a:pt x="1331476" y="36812"/>
                  <a:pt x="1335102" y="38337"/>
                </a:cubicBezTo>
                <a:cubicBezTo>
                  <a:pt x="1338728" y="39861"/>
                  <a:pt x="1341803" y="41962"/>
                  <a:pt x="1344325" y="44642"/>
                </a:cubicBezTo>
                <a:cubicBezTo>
                  <a:pt x="1346848" y="47322"/>
                  <a:pt x="1348819" y="50528"/>
                  <a:pt x="1350238" y="54260"/>
                </a:cubicBezTo>
                <a:cubicBezTo>
                  <a:pt x="1351657" y="57990"/>
                  <a:pt x="1352367" y="62010"/>
                  <a:pt x="1352367" y="66319"/>
                </a:cubicBezTo>
                <a:cubicBezTo>
                  <a:pt x="1352367" y="68526"/>
                  <a:pt x="1351579" y="69629"/>
                  <a:pt x="1350002" y="69629"/>
                </a:cubicBezTo>
                <a:lnTo>
                  <a:pt x="1305071" y="69629"/>
                </a:lnTo>
                <a:moveTo>
                  <a:pt x="1333921" y="64113"/>
                </a:moveTo>
                <a:cubicBezTo>
                  <a:pt x="1335392" y="64113"/>
                  <a:pt x="1336232" y="63588"/>
                  <a:pt x="1336442" y="62537"/>
                </a:cubicBezTo>
                <a:cubicBezTo>
                  <a:pt x="1336654" y="61485"/>
                  <a:pt x="1336760" y="60223"/>
                  <a:pt x="1336760" y="58751"/>
                </a:cubicBezTo>
                <a:cubicBezTo>
                  <a:pt x="1336760" y="56544"/>
                  <a:pt x="1336418" y="54416"/>
                  <a:pt x="1335735" y="52367"/>
                </a:cubicBezTo>
                <a:cubicBezTo>
                  <a:pt x="1335052" y="50317"/>
                  <a:pt x="1334079" y="48504"/>
                  <a:pt x="1332817" y="46928"/>
                </a:cubicBezTo>
                <a:cubicBezTo>
                  <a:pt x="1331556" y="45351"/>
                  <a:pt x="1330033" y="44090"/>
                  <a:pt x="1328246" y="43144"/>
                </a:cubicBezTo>
                <a:cubicBezTo>
                  <a:pt x="1326460" y="42197"/>
                  <a:pt x="1324410" y="41724"/>
                  <a:pt x="1322098" y="41724"/>
                </a:cubicBezTo>
                <a:cubicBezTo>
                  <a:pt x="1319259" y="41724"/>
                  <a:pt x="1316815" y="42224"/>
                  <a:pt x="1314765" y="43223"/>
                </a:cubicBezTo>
                <a:cubicBezTo>
                  <a:pt x="1312716" y="44222"/>
                  <a:pt x="1310981" y="45536"/>
                  <a:pt x="1309562" y="47166"/>
                </a:cubicBezTo>
                <a:cubicBezTo>
                  <a:pt x="1308144" y="48793"/>
                  <a:pt x="1307067" y="50712"/>
                  <a:pt x="1306331" y="52920"/>
                </a:cubicBezTo>
                <a:cubicBezTo>
                  <a:pt x="1305595" y="55127"/>
                  <a:pt x="1305070" y="57438"/>
                  <a:pt x="1304756" y="59855"/>
                </a:cubicBezTo>
                <a:cubicBezTo>
                  <a:pt x="1304545" y="61117"/>
                  <a:pt x="1304466" y="62143"/>
                  <a:pt x="1304517" y="62932"/>
                </a:cubicBezTo>
                <a:cubicBezTo>
                  <a:pt x="1304570" y="63719"/>
                  <a:pt x="1304807" y="64113"/>
                  <a:pt x="1305227" y="64113"/>
                </a:cubicBezTo>
                <a:lnTo>
                  <a:pt x="1333921" y="64113"/>
                </a:lnTo>
                <a:close/>
                <a:moveTo>
                  <a:pt x="1376345" y="29744"/>
                </a:moveTo>
                <a:cubicBezTo>
                  <a:pt x="1376345" y="25225"/>
                  <a:pt x="1376240" y="21626"/>
                  <a:pt x="1376030" y="18946"/>
                </a:cubicBezTo>
                <a:cubicBezTo>
                  <a:pt x="1375819" y="16264"/>
                  <a:pt x="1375294" y="14188"/>
                  <a:pt x="1374454" y="12718"/>
                </a:cubicBezTo>
                <a:cubicBezTo>
                  <a:pt x="1373614" y="11245"/>
                  <a:pt x="1372326" y="10247"/>
                  <a:pt x="1370591" y="9723"/>
                </a:cubicBezTo>
                <a:cubicBezTo>
                  <a:pt x="1368857" y="9197"/>
                  <a:pt x="1366466" y="8776"/>
                  <a:pt x="1363417" y="8460"/>
                </a:cubicBezTo>
                <a:cubicBezTo>
                  <a:pt x="1362893" y="8460"/>
                  <a:pt x="1362499" y="8197"/>
                  <a:pt x="1362236" y="7673"/>
                </a:cubicBezTo>
                <a:cubicBezTo>
                  <a:pt x="1361973" y="7147"/>
                  <a:pt x="1361815" y="6622"/>
                  <a:pt x="1361762" y="6097"/>
                </a:cubicBezTo>
                <a:cubicBezTo>
                  <a:pt x="1361709" y="5571"/>
                  <a:pt x="1361814" y="5045"/>
                  <a:pt x="1362077" y="4519"/>
                </a:cubicBezTo>
                <a:cubicBezTo>
                  <a:pt x="1362340" y="3993"/>
                  <a:pt x="1362787" y="3730"/>
                  <a:pt x="1363417" y="3730"/>
                </a:cubicBezTo>
                <a:cubicBezTo>
                  <a:pt x="1366570" y="3520"/>
                  <a:pt x="1370380" y="3205"/>
                  <a:pt x="1374846" y="2785"/>
                </a:cubicBezTo>
                <a:cubicBezTo>
                  <a:pt x="1379314" y="2365"/>
                  <a:pt x="1383493" y="1576"/>
                  <a:pt x="1387382" y="420"/>
                </a:cubicBezTo>
                <a:cubicBezTo>
                  <a:pt x="1388852" y="0"/>
                  <a:pt x="1389824" y="79"/>
                  <a:pt x="1390297" y="658"/>
                </a:cubicBezTo>
                <a:cubicBezTo>
                  <a:pt x="1390770" y="1236"/>
                  <a:pt x="1391060" y="1839"/>
                  <a:pt x="1391166" y="2470"/>
                </a:cubicBezTo>
                <a:lnTo>
                  <a:pt x="1391166" y="90755"/>
                </a:lnTo>
                <a:cubicBezTo>
                  <a:pt x="1391166" y="93384"/>
                  <a:pt x="1391218" y="95591"/>
                  <a:pt x="1391322" y="97378"/>
                </a:cubicBezTo>
                <a:cubicBezTo>
                  <a:pt x="1391428" y="99164"/>
                  <a:pt x="1391822" y="100636"/>
                  <a:pt x="1392505" y="101792"/>
                </a:cubicBezTo>
                <a:cubicBezTo>
                  <a:pt x="1393189" y="102948"/>
                  <a:pt x="1394292" y="103842"/>
                  <a:pt x="1395816" y="104472"/>
                </a:cubicBezTo>
                <a:cubicBezTo>
                  <a:pt x="1397339" y="105102"/>
                  <a:pt x="1399467" y="105575"/>
                  <a:pt x="1402200" y="105891"/>
                </a:cubicBezTo>
                <a:cubicBezTo>
                  <a:pt x="1402830" y="105995"/>
                  <a:pt x="1403303" y="106284"/>
                  <a:pt x="1403619" y="106757"/>
                </a:cubicBezTo>
                <a:cubicBezTo>
                  <a:pt x="1403935" y="107230"/>
                  <a:pt x="1404093" y="107782"/>
                  <a:pt x="1404093" y="108412"/>
                </a:cubicBezTo>
                <a:cubicBezTo>
                  <a:pt x="1404093" y="108938"/>
                  <a:pt x="1403935" y="109438"/>
                  <a:pt x="1403619" y="109911"/>
                </a:cubicBezTo>
                <a:cubicBezTo>
                  <a:pt x="1403303" y="110384"/>
                  <a:pt x="1402830" y="110621"/>
                  <a:pt x="1402200" y="110621"/>
                </a:cubicBezTo>
                <a:cubicBezTo>
                  <a:pt x="1399677" y="110621"/>
                  <a:pt x="1396840" y="110436"/>
                  <a:pt x="1393687" y="110067"/>
                </a:cubicBezTo>
                <a:cubicBezTo>
                  <a:pt x="1390534" y="109700"/>
                  <a:pt x="1387381" y="109516"/>
                  <a:pt x="1384228" y="109516"/>
                </a:cubicBezTo>
                <a:cubicBezTo>
                  <a:pt x="1380865" y="109516"/>
                  <a:pt x="1377554" y="109700"/>
                  <a:pt x="1374295" y="110067"/>
                </a:cubicBezTo>
                <a:cubicBezTo>
                  <a:pt x="1371038" y="110436"/>
                  <a:pt x="1367728" y="110621"/>
                  <a:pt x="1364365" y="110621"/>
                </a:cubicBezTo>
                <a:cubicBezTo>
                  <a:pt x="1363839" y="110621"/>
                  <a:pt x="1363418" y="110384"/>
                  <a:pt x="1363102" y="109911"/>
                </a:cubicBezTo>
                <a:cubicBezTo>
                  <a:pt x="1362788" y="109438"/>
                  <a:pt x="1362630" y="108938"/>
                  <a:pt x="1362630" y="108412"/>
                </a:cubicBezTo>
                <a:cubicBezTo>
                  <a:pt x="1362630" y="107782"/>
                  <a:pt x="1362788" y="107230"/>
                  <a:pt x="1363102" y="106757"/>
                </a:cubicBezTo>
                <a:cubicBezTo>
                  <a:pt x="1363418" y="106284"/>
                  <a:pt x="1363891" y="105995"/>
                  <a:pt x="1364521" y="105891"/>
                </a:cubicBezTo>
                <a:cubicBezTo>
                  <a:pt x="1367464" y="105575"/>
                  <a:pt x="1369750" y="105102"/>
                  <a:pt x="1371380" y="104472"/>
                </a:cubicBezTo>
                <a:cubicBezTo>
                  <a:pt x="1373009" y="103842"/>
                  <a:pt x="1374191" y="102975"/>
                  <a:pt x="1374925" y="101871"/>
                </a:cubicBezTo>
                <a:cubicBezTo>
                  <a:pt x="1375662" y="100766"/>
                  <a:pt x="1376082" y="99400"/>
                  <a:pt x="1376186" y="97772"/>
                </a:cubicBezTo>
                <a:cubicBezTo>
                  <a:pt x="1376292" y="96143"/>
                  <a:pt x="1376345" y="94119"/>
                  <a:pt x="1376345" y="91701"/>
                </a:cubicBezTo>
                <a:lnTo>
                  <a:pt x="1376345" y="29744"/>
                </a:lnTo>
                <a:close/>
                <a:moveTo>
                  <a:pt x="1427125" y="29744"/>
                </a:moveTo>
                <a:cubicBezTo>
                  <a:pt x="1427125" y="25225"/>
                  <a:pt x="1427020" y="21626"/>
                  <a:pt x="1426810" y="18946"/>
                </a:cubicBezTo>
                <a:cubicBezTo>
                  <a:pt x="1426600" y="16264"/>
                  <a:pt x="1426074" y="14188"/>
                  <a:pt x="1425234" y="12718"/>
                </a:cubicBezTo>
                <a:cubicBezTo>
                  <a:pt x="1424394" y="11245"/>
                  <a:pt x="1423106" y="10247"/>
                  <a:pt x="1421371" y="9723"/>
                </a:cubicBezTo>
                <a:cubicBezTo>
                  <a:pt x="1419637" y="9197"/>
                  <a:pt x="1417246" y="8776"/>
                  <a:pt x="1414197" y="8460"/>
                </a:cubicBezTo>
                <a:cubicBezTo>
                  <a:pt x="1413673" y="8460"/>
                  <a:pt x="1413279" y="8197"/>
                  <a:pt x="1413016" y="7673"/>
                </a:cubicBezTo>
                <a:cubicBezTo>
                  <a:pt x="1412753" y="7147"/>
                  <a:pt x="1412595" y="6622"/>
                  <a:pt x="1412542" y="6097"/>
                </a:cubicBezTo>
                <a:cubicBezTo>
                  <a:pt x="1412489" y="5571"/>
                  <a:pt x="1412594" y="5045"/>
                  <a:pt x="1412857" y="4519"/>
                </a:cubicBezTo>
                <a:cubicBezTo>
                  <a:pt x="1413120" y="3993"/>
                  <a:pt x="1413567" y="3730"/>
                  <a:pt x="1414197" y="3730"/>
                </a:cubicBezTo>
                <a:cubicBezTo>
                  <a:pt x="1417350" y="3520"/>
                  <a:pt x="1421160" y="3205"/>
                  <a:pt x="1425626" y="2785"/>
                </a:cubicBezTo>
                <a:cubicBezTo>
                  <a:pt x="1430094" y="2365"/>
                  <a:pt x="1434273" y="1576"/>
                  <a:pt x="1438162" y="420"/>
                </a:cubicBezTo>
                <a:cubicBezTo>
                  <a:pt x="1439632" y="0"/>
                  <a:pt x="1440604" y="79"/>
                  <a:pt x="1441077" y="658"/>
                </a:cubicBezTo>
                <a:cubicBezTo>
                  <a:pt x="1441550" y="1236"/>
                  <a:pt x="1441840" y="1839"/>
                  <a:pt x="1441946" y="2470"/>
                </a:cubicBezTo>
                <a:lnTo>
                  <a:pt x="1441946" y="90755"/>
                </a:lnTo>
                <a:cubicBezTo>
                  <a:pt x="1441946" y="93384"/>
                  <a:pt x="1441998" y="95591"/>
                  <a:pt x="1442102" y="97378"/>
                </a:cubicBezTo>
                <a:cubicBezTo>
                  <a:pt x="1442208" y="99164"/>
                  <a:pt x="1442602" y="100636"/>
                  <a:pt x="1443286" y="101792"/>
                </a:cubicBezTo>
                <a:cubicBezTo>
                  <a:pt x="1443969" y="102948"/>
                  <a:pt x="1445072" y="103842"/>
                  <a:pt x="1446596" y="104472"/>
                </a:cubicBezTo>
                <a:cubicBezTo>
                  <a:pt x="1448119" y="105102"/>
                  <a:pt x="1450247" y="105575"/>
                  <a:pt x="1452980" y="105891"/>
                </a:cubicBezTo>
                <a:cubicBezTo>
                  <a:pt x="1453610" y="105995"/>
                  <a:pt x="1454084" y="106284"/>
                  <a:pt x="1454399" y="106757"/>
                </a:cubicBezTo>
                <a:cubicBezTo>
                  <a:pt x="1454715" y="107230"/>
                  <a:pt x="1454873" y="107782"/>
                  <a:pt x="1454873" y="108412"/>
                </a:cubicBezTo>
                <a:cubicBezTo>
                  <a:pt x="1454873" y="108938"/>
                  <a:pt x="1454715" y="109438"/>
                  <a:pt x="1454399" y="109911"/>
                </a:cubicBezTo>
                <a:cubicBezTo>
                  <a:pt x="1454084" y="110384"/>
                  <a:pt x="1453610" y="110621"/>
                  <a:pt x="1452980" y="110621"/>
                </a:cubicBezTo>
                <a:cubicBezTo>
                  <a:pt x="1450458" y="110621"/>
                  <a:pt x="1447620" y="110436"/>
                  <a:pt x="1444467" y="110067"/>
                </a:cubicBezTo>
                <a:cubicBezTo>
                  <a:pt x="1441314" y="109700"/>
                  <a:pt x="1438161" y="109516"/>
                  <a:pt x="1435008" y="109516"/>
                </a:cubicBezTo>
                <a:cubicBezTo>
                  <a:pt x="1431645" y="109516"/>
                  <a:pt x="1428334" y="109700"/>
                  <a:pt x="1425075" y="110067"/>
                </a:cubicBezTo>
                <a:cubicBezTo>
                  <a:pt x="1421818" y="110436"/>
                  <a:pt x="1418508" y="110621"/>
                  <a:pt x="1415145" y="110621"/>
                </a:cubicBezTo>
                <a:cubicBezTo>
                  <a:pt x="1414619" y="110621"/>
                  <a:pt x="1414198" y="110384"/>
                  <a:pt x="1413882" y="109911"/>
                </a:cubicBezTo>
                <a:cubicBezTo>
                  <a:pt x="1413568" y="109438"/>
                  <a:pt x="1413411" y="108938"/>
                  <a:pt x="1413411" y="108412"/>
                </a:cubicBezTo>
                <a:cubicBezTo>
                  <a:pt x="1413411" y="107782"/>
                  <a:pt x="1413568" y="107230"/>
                  <a:pt x="1413882" y="106757"/>
                </a:cubicBezTo>
                <a:cubicBezTo>
                  <a:pt x="1414198" y="106284"/>
                  <a:pt x="1414671" y="105995"/>
                  <a:pt x="1415301" y="105891"/>
                </a:cubicBezTo>
                <a:cubicBezTo>
                  <a:pt x="1418244" y="105575"/>
                  <a:pt x="1420530" y="105102"/>
                  <a:pt x="1422160" y="104472"/>
                </a:cubicBezTo>
                <a:cubicBezTo>
                  <a:pt x="1423789" y="103842"/>
                  <a:pt x="1424971" y="102975"/>
                  <a:pt x="1425706" y="101871"/>
                </a:cubicBezTo>
                <a:cubicBezTo>
                  <a:pt x="1426442" y="100766"/>
                  <a:pt x="1426862" y="99400"/>
                  <a:pt x="1426966" y="97772"/>
                </a:cubicBezTo>
                <a:cubicBezTo>
                  <a:pt x="1427072" y="96143"/>
                  <a:pt x="1427125" y="94119"/>
                  <a:pt x="1427125" y="91701"/>
                </a:cubicBezTo>
                <a:lnTo>
                  <a:pt x="1427125" y="29744"/>
                </a:lnTo>
                <a:close/>
                <a:moveTo>
                  <a:pt x="1523819" y="111881"/>
                </a:moveTo>
                <a:cubicBezTo>
                  <a:pt x="1521402" y="111881"/>
                  <a:pt x="1519299" y="111014"/>
                  <a:pt x="1517511" y="109281"/>
                </a:cubicBezTo>
                <a:cubicBezTo>
                  <a:pt x="1515725" y="107545"/>
                  <a:pt x="1514831" y="105469"/>
                  <a:pt x="1514831" y="103053"/>
                </a:cubicBezTo>
                <a:cubicBezTo>
                  <a:pt x="1514831" y="100636"/>
                  <a:pt x="1515646" y="98508"/>
                  <a:pt x="1517275" y="96668"/>
                </a:cubicBezTo>
                <a:cubicBezTo>
                  <a:pt x="1518905" y="94829"/>
                  <a:pt x="1520928" y="93909"/>
                  <a:pt x="1523345" y="93909"/>
                </a:cubicBezTo>
                <a:cubicBezTo>
                  <a:pt x="1525763" y="93909"/>
                  <a:pt x="1527944" y="94697"/>
                  <a:pt x="1529888" y="96274"/>
                </a:cubicBezTo>
                <a:cubicBezTo>
                  <a:pt x="1531833" y="97850"/>
                  <a:pt x="1532806" y="99952"/>
                  <a:pt x="1532806" y="102579"/>
                </a:cubicBezTo>
                <a:cubicBezTo>
                  <a:pt x="1532806" y="104997"/>
                  <a:pt x="1531965" y="107152"/>
                  <a:pt x="1530283" y="109045"/>
                </a:cubicBezTo>
                <a:cubicBezTo>
                  <a:pt x="1528600" y="110936"/>
                  <a:pt x="1526446" y="111881"/>
                  <a:pt x="1523819" y="111881"/>
                </a:cubicBezTo>
                <a:moveTo>
                  <a:pt x="1580574" y="111881"/>
                </a:moveTo>
                <a:cubicBezTo>
                  <a:pt x="1578157" y="111881"/>
                  <a:pt x="1576055" y="111014"/>
                  <a:pt x="1574266" y="109281"/>
                </a:cubicBezTo>
                <a:cubicBezTo>
                  <a:pt x="1572480" y="107545"/>
                  <a:pt x="1571587" y="105469"/>
                  <a:pt x="1571587" y="103053"/>
                </a:cubicBezTo>
                <a:cubicBezTo>
                  <a:pt x="1571587" y="100636"/>
                  <a:pt x="1572401" y="98508"/>
                  <a:pt x="1574031" y="96668"/>
                </a:cubicBezTo>
                <a:cubicBezTo>
                  <a:pt x="1575660" y="94829"/>
                  <a:pt x="1577683" y="93909"/>
                  <a:pt x="1580100" y="93909"/>
                </a:cubicBezTo>
                <a:cubicBezTo>
                  <a:pt x="1582518" y="93909"/>
                  <a:pt x="1584700" y="94697"/>
                  <a:pt x="1586643" y="96274"/>
                </a:cubicBezTo>
                <a:cubicBezTo>
                  <a:pt x="1588589" y="97850"/>
                  <a:pt x="1589561" y="99952"/>
                  <a:pt x="1589561" y="102579"/>
                </a:cubicBezTo>
                <a:cubicBezTo>
                  <a:pt x="1589561" y="104997"/>
                  <a:pt x="1588720" y="107152"/>
                  <a:pt x="1587038" y="109045"/>
                </a:cubicBezTo>
                <a:cubicBezTo>
                  <a:pt x="1585355" y="110936"/>
                  <a:pt x="1583201" y="111881"/>
                  <a:pt x="1580574" y="111881"/>
                </a:cubicBezTo>
                <a:moveTo>
                  <a:pt x="1637329" y="111881"/>
                </a:moveTo>
                <a:cubicBezTo>
                  <a:pt x="1634912" y="111881"/>
                  <a:pt x="1632810" y="111014"/>
                  <a:pt x="1631022" y="109281"/>
                </a:cubicBezTo>
                <a:cubicBezTo>
                  <a:pt x="1629235" y="107545"/>
                  <a:pt x="1628342" y="105469"/>
                  <a:pt x="1628342" y="103053"/>
                </a:cubicBezTo>
                <a:cubicBezTo>
                  <a:pt x="1628342" y="100636"/>
                  <a:pt x="1629157" y="98508"/>
                  <a:pt x="1630786" y="96668"/>
                </a:cubicBezTo>
                <a:cubicBezTo>
                  <a:pt x="1632415" y="94829"/>
                  <a:pt x="1634438" y="93909"/>
                  <a:pt x="1636855" y="93909"/>
                </a:cubicBezTo>
                <a:cubicBezTo>
                  <a:pt x="1639274" y="93909"/>
                  <a:pt x="1641455" y="94697"/>
                  <a:pt x="1643398" y="96274"/>
                </a:cubicBezTo>
                <a:cubicBezTo>
                  <a:pt x="1645344" y="97850"/>
                  <a:pt x="1646316" y="99952"/>
                  <a:pt x="1646316" y="102579"/>
                </a:cubicBezTo>
                <a:cubicBezTo>
                  <a:pt x="1646316" y="104997"/>
                  <a:pt x="1645475" y="107152"/>
                  <a:pt x="1643793" y="109045"/>
                </a:cubicBezTo>
                <a:cubicBezTo>
                  <a:pt x="1642111" y="110936"/>
                  <a:pt x="1639956" y="111881"/>
                  <a:pt x="1637329" y="1118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097A8-6D38-4BD4-A5FE-C14ED169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958" y="256087"/>
            <a:ext cx="2630836" cy="995182"/>
          </a:xfrm>
          <a:custGeom xmlns:a="http://schemas.openxmlformats.org/drawingml/2006/main">
            <a:pathLst>
              <a:path w="2630836" h="995182">
                <a:moveTo>
                  <a:pt x="0" y="113052"/>
                </a:moveTo>
                <a:cubicBezTo>
                  <a:pt x="0" y="50614"/>
                  <a:pt x="50616" y="0"/>
                  <a:pt x="113054" y="0"/>
                </a:cubicBezTo>
                <a:lnTo>
                  <a:pt x="2517785" y="0"/>
                </a:lnTo>
                <a:cubicBezTo>
                  <a:pt x="2580222" y="0"/>
                  <a:pt x="2630836" y="50614"/>
                  <a:pt x="2630836" y="113052"/>
                </a:cubicBezTo>
                <a:lnTo>
                  <a:pt x="2630836" y="882128"/>
                </a:lnTo>
                <a:cubicBezTo>
                  <a:pt x="2630836" y="944568"/>
                  <a:pt x="2580222" y="995182"/>
                  <a:pt x="2517785" y="995182"/>
                </a:cubicBezTo>
                <a:lnTo>
                  <a:pt x="113054" y="995182"/>
                </a:lnTo>
                <a:cubicBezTo>
                  <a:pt x="50616" y="995182"/>
                  <a:pt x="0" y="944568"/>
                  <a:pt x="0" y="882128"/>
                </a:cubicBezTo>
                <a:lnTo>
                  <a:pt x="0" y="11305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8347BE-C5CD-4653-9BD6-04571CC0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958" y="256087"/>
            <a:ext cx="2630837" cy="995184"/>
          </a:xfrm>
          <a:custGeom xmlns:a="http://schemas.openxmlformats.org/drawingml/2006/main">
            <a:pathLst>
              <a:path w="2630837" h="995184" fill="none">
                <a:moveTo>
                  <a:pt x="0" y="113054"/>
                </a:moveTo>
                <a:cubicBezTo>
                  <a:pt x="0" y="50616"/>
                  <a:pt x="50616" y="0"/>
                  <a:pt x="113054" y="0"/>
                </a:cubicBezTo>
                <a:lnTo>
                  <a:pt x="2517784" y="0"/>
                </a:lnTo>
                <a:cubicBezTo>
                  <a:pt x="2580221" y="0"/>
                  <a:pt x="2630837" y="50616"/>
                  <a:pt x="2630837" y="113054"/>
                </a:cubicBezTo>
                <a:lnTo>
                  <a:pt x="2630837" y="882131"/>
                </a:lnTo>
                <a:cubicBezTo>
                  <a:pt x="2630837" y="944568"/>
                  <a:pt x="2580221" y="995184"/>
                  <a:pt x="2517784" y="995184"/>
                </a:cubicBezTo>
                <a:lnTo>
                  <a:pt x="113054" y="995184"/>
                </a:lnTo>
                <a:cubicBezTo>
                  <a:pt x="50616" y="995184"/>
                  <a:pt x="0" y="944568"/>
                  <a:pt x="0" y="882131"/>
                </a:cubicBezTo>
                <a:lnTo>
                  <a:pt x="0" y="1130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custDash>
              <a:ds d="400000" sp="300000"/>
            </a:custDash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7F09D8-817E-4300-B675-6014ED6A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29" y="656392"/>
            <a:ext cx="287902" cy="162580"/>
          </a:xfrm>
          <a:custGeom xmlns:a="http://schemas.openxmlformats.org/drawingml/2006/main">
            <a:pathLst>
              <a:path w="287902" h="162580">
                <a:moveTo>
                  <a:pt x="0" y="162580"/>
                </a:moveTo>
                <a:lnTo>
                  <a:pt x="0" y="0"/>
                </a:lnTo>
                <a:lnTo>
                  <a:pt x="287902" y="0"/>
                </a:lnTo>
                <a:lnTo>
                  <a:pt x="287902" y="162580"/>
                </a:lnTo>
                <a:lnTo>
                  <a:pt x="0" y="16258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Text EDU">
            <a:extLst xmlns:a="http://schemas.openxmlformats.org/drawingml/2006/main">
              <a:ext uri="{FF2B5EF4-FFF2-40B4-BE49-F238E27FC236}">
                <a16:creationId xmlns:a16="http://schemas.microsoft.com/office/drawing/2014/main" id="{AE1B52EB-1ACF-400B-8475-0CF04351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316" y="684649"/>
            <a:ext cx="282763" cy="95044"/>
          </a:xfrm>
          <a:custGeom xmlns:a="http://schemas.openxmlformats.org/drawingml/2006/main">
            <a:pathLst>
              <a:path w="282763" h="95044">
                <a:moveTo>
                  <a:pt x="68283" y="551"/>
                </a:moveTo>
                <a:cubicBezTo>
                  <a:pt x="69020" y="551"/>
                  <a:pt x="69732" y="643"/>
                  <a:pt x="70421" y="827"/>
                </a:cubicBezTo>
                <a:cubicBezTo>
                  <a:pt x="71112" y="1011"/>
                  <a:pt x="71365" y="1746"/>
                  <a:pt x="71181" y="3033"/>
                </a:cubicBezTo>
                <a:cubicBezTo>
                  <a:pt x="70996" y="4045"/>
                  <a:pt x="70903" y="5195"/>
                  <a:pt x="70903" y="6483"/>
                </a:cubicBezTo>
                <a:cubicBezTo>
                  <a:pt x="70903" y="7770"/>
                  <a:pt x="70903" y="9057"/>
                  <a:pt x="70903" y="10346"/>
                </a:cubicBezTo>
                <a:cubicBezTo>
                  <a:pt x="70903" y="14484"/>
                  <a:pt x="71042" y="18346"/>
                  <a:pt x="71318" y="21933"/>
                </a:cubicBezTo>
                <a:cubicBezTo>
                  <a:pt x="71318" y="22301"/>
                  <a:pt x="71111" y="22600"/>
                  <a:pt x="70697" y="22830"/>
                </a:cubicBezTo>
                <a:cubicBezTo>
                  <a:pt x="70283" y="23060"/>
                  <a:pt x="69800" y="23198"/>
                  <a:pt x="69249" y="23244"/>
                </a:cubicBezTo>
                <a:cubicBezTo>
                  <a:pt x="68697" y="23289"/>
                  <a:pt x="68168" y="23220"/>
                  <a:pt x="67662" y="23036"/>
                </a:cubicBezTo>
                <a:cubicBezTo>
                  <a:pt x="67157" y="22852"/>
                  <a:pt x="66858" y="22484"/>
                  <a:pt x="66765" y="21933"/>
                </a:cubicBezTo>
                <a:cubicBezTo>
                  <a:pt x="66122" y="18346"/>
                  <a:pt x="65479" y="15541"/>
                  <a:pt x="64835" y="13518"/>
                </a:cubicBezTo>
                <a:cubicBezTo>
                  <a:pt x="64191" y="11494"/>
                  <a:pt x="63294" y="9954"/>
                  <a:pt x="62145" y="8897"/>
                </a:cubicBezTo>
                <a:cubicBezTo>
                  <a:pt x="60996" y="7839"/>
                  <a:pt x="59432" y="7173"/>
                  <a:pt x="57455" y="6898"/>
                </a:cubicBezTo>
                <a:cubicBezTo>
                  <a:pt x="55478" y="6621"/>
                  <a:pt x="52880" y="6437"/>
                  <a:pt x="49661" y="6344"/>
                </a:cubicBezTo>
                <a:lnTo>
                  <a:pt x="41384" y="6344"/>
                </a:lnTo>
                <a:cubicBezTo>
                  <a:pt x="38993" y="6344"/>
                  <a:pt x="37085" y="6390"/>
                  <a:pt x="35659" y="6483"/>
                </a:cubicBezTo>
                <a:cubicBezTo>
                  <a:pt x="34233" y="6574"/>
                  <a:pt x="33107" y="6919"/>
                  <a:pt x="32279" y="7517"/>
                </a:cubicBezTo>
                <a:cubicBezTo>
                  <a:pt x="31452" y="8114"/>
                  <a:pt x="30901" y="9057"/>
                  <a:pt x="30624" y="10346"/>
                </a:cubicBezTo>
                <a:cubicBezTo>
                  <a:pt x="30348" y="11632"/>
                  <a:pt x="30209" y="13426"/>
                  <a:pt x="30209" y="15726"/>
                </a:cubicBezTo>
                <a:lnTo>
                  <a:pt x="30209" y="39867"/>
                </a:lnTo>
                <a:cubicBezTo>
                  <a:pt x="30209" y="41154"/>
                  <a:pt x="30440" y="41958"/>
                  <a:pt x="30900" y="42281"/>
                </a:cubicBezTo>
                <a:cubicBezTo>
                  <a:pt x="31360" y="42602"/>
                  <a:pt x="31820" y="42763"/>
                  <a:pt x="32279" y="42763"/>
                </a:cubicBezTo>
                <a:cubicBezTo>
                  <a:pt x="36509" y="42763"/>
                  <a:pt x="39843" y="42579"/>
                  <a:pt x="42279" y="42212"/>
                </a:cubicBezTo>
                <a:cubicBezTo>
                  <a:pt x="44716" y="41844"/>
                  <a:pt x="46556" y="41177"/>
                  <a:pt x="47798" y="40212"/>
                </a:cubicBezTo>
                <a:cubicBezTo>
                  <a:pt x="49040" y="39245"/>
                  <a:pt x="49868" y="37980"/>
                  <a:pt x="50282" y="36417"/>
                </a:cubicBezTo>
                <a:cubicBezTo>
                  <a:pt x="50696" y="34854"/>
                  <a:pt x="51040" y="32831"/>
                  <a:pt x="51315" y="30348"/>
                </a:cubicBezTo>
                <a:cubicBezTo>
                  <a:pt x="51408" y="29796"/>
                  <a:pt x="51684" y="29382"/>
                  <a:pt x="52142" y="29107"/>
                </a:cubicBezTo>
                <a:cubicBezTo>
                  <a:pt x="52603" y="28830"/>
                  <a:pt x="53109" y="28692"/>
                  <a:pt x="53660" y="28692"/>
                </a:cubicBezTo>
                <a:cubicBezTo>
                  <a:pt x="54213" y="28692"/>
                  <a:pt x="54719" y="28830"/>
                  <a:pt x="55178" y="29107"/>
                </a:cubicBezTo>
                <a:cubicBezTo>
                  <a:pt x="55638" y="29382"/>
                  <a:pt x="55868" y="29796"/>
                  <a:pt x="55868" y="30348"/>
                </a:cubicBezTo>
                <a:cubicBezTo>
                  <a:pt x="55868" y="31819"/>
                  <a:pt x="55822" y="33130"/>
                  <a:pt x="55729" y="34280"/>
                </a:cubicBezTo>
                <a:cubicBezTo>
                  <a:pt x="55638" y="35430"/>
                  <a:pt x="55546" y="36579"/>
                  <a:pt x="55453" y="37728"/>
                </a:cubicBezTo>
                <a:cubicBezTo>
                  <a:pt x="55362" y="38877"/>
                  <a:pt x="55270" y="40073"/>
                  <a:pt x="55178" y="41315"/>
                </a:cubicBezTo>
                <a:cubicBezTo>
                  <a:pt x="55087" y="42555"/>
                  <a:pt x="55041" y="44004"/>
                  <a:pt x="55041" y="45659"/>
                </a:cubicBezTo>
                <a:cubicBezTo>
                  <a:pt x="55041" y="48418"/>
                  <a:pt x="55178" y="50924"/>
                  <a:pt x="55453" y="53178"/>
                </a:cubicBezTo>
                <a:cubicBezTo>
                  <a:pt x="55730" y="55430"/>
                  <a:pt x="55868" y="58166"/>
                  <a:pt x="55868" y="61385"/>
                </a:cubicBezTo>
                <a:cubicBezTo>
                  <a:pt x="55868" y="61845"/>
                  <a:pt x="55638" y="62191"/>
                  <a:pt x="55178" y="62421"/>
                </a:cubicBezTo>
                <a:cubicBezTo>
                  <a:pt x="54719" y="62651"/>
                  <a:pt x="54213" y="62743"/>
                  <a:pt x="53660" y="62696"/>
                </a:cubicBezTo>
                <a:cubicBezTo>
                  <a:pt x="53109" y="62650"/>
                  <a:pt x="52603" y="62512"/>
                  <a:pt x="52142" y="62282"/>
                </a:cubicBezTo>
                <a:cubicBezTo>
                  <a:pt x="51684" y="62052"/>
                  <a:pt x="51408" y="61661"/>
                  <a:pt x="51315" y="61109"/>
                </a:cubicBezTo>
                <a:cubicBezTo>
                  <a:pt x="51040" y="58443"/>
                  <a:pt x="50696" y="56282"/>
                  <a:pt x="50282" y="54626"/>
                </a:cubicBezTo>
                <a:cubicBezTo>
                  <a:pt x="49868" y="52970"/>
                  <a:pt x="49040" y="51706"/>
                  <a:pt x="47798" y="50833"/>
                </a:cubicBezTo>
                <a:cubicBezTo>
                  <a:pt x="46556" y="49959"/>
                  <a:pt x="44716" y="49361"/>
                  <a:pt x="42279" y="49040"/>
                </a:cubicBezTo>
                <a:cubicBezTo>
                  <a:pt x="39843" y="48717"/>
                  <a:pt x="36509" y="48556"/>
                  <a:pt x="32279" y="48556"/>
                </a:cubicBezTo>
                <a:cubicBezTo>
                  <a:pt x="31820" y="48556"/>
                  <a:pt x="31360" y="48717"/>
                  <a:pt x="30900" y="49040"/>
                </a:cubicBezTo>
                <a:cubicBezTo>
                  <a:pt x="30440" y="49361"/>
                  <a:pt x="30209" y="50028"/>
                  <a:pt x="30209" y="51040"/>
                </a:cubicBezTo>
                <a:lnTo>
                  <a:pt x="30209" y="69110"/>
                </a:lnTo>
                <a:cubicBezTo>
                  <a:pt x="30209" y="72053"/>
                  <a:pt x="30416" y="74559"/>
                  <a:pt x="30830" y="76629"/>
                </a:cubicBezTo>
                <a:cubicBezTo>
                  <a:pt x="31244" y="78697"/>
                  <a:pt x="31865" y="80399"/>
                  <a:pt x="32693" y="81733"/>
                </a:cubicBezTo>
                <a:cubicBezTo>
                  <a:pt x="33521" y="83066"/>
                  <a:pt x="34533" y="84124"/>
                  <a:pt x="35729" y="84905"/>
                </a:cubicBezTo>
                <a:cubicBezTo>
                  <a:pt x="36924" y="85687"/>
                  <a:pt x="38349" y="86261"/>
                  <a:pt x="40004" y="86629"/>
                </a:cubicBezTo>
                <a:cubicBezTo>
                  <a:pt x="41292" y="86906"/>
                  <a:pt x="42741" y="87113"/>
                  <a:pt x="44350" y="87250"/>
                </a:cubicBezTo>
                <a:cubicBezTo>
                  <a:pt x="45960" y="87388"/>
                  <a:pt x="47638" y="87456"/>
                  <a:pt x="49385" y="87456"/>
                </a:cubicBezTo>
                <a:cubicBezTo>
                  <a:pt x="51592" y="87456"/>
                  <a:pt x="53662" y="87364"/>
                  <a:pt x="55592" y="87181"/>
                </a:cubicBezTo>
                <a:cubicBezTo>
                  <a:pt x="57523" y="86997"/>
                  <a:pt x="58995" y="86721"/>
                  <a:pt x="60006" y="86353"/>
                </a:cubicBezTo>
                <a:cubicBezTo>
                  <a:pt x="61846" y="85709"/>
                  <a:pt x="63432" y="85020"/>
                  <a:pt x="64766" y="84284"/>
                </a:cubicBezTo>
                <a:cubicBezTo>
                  <a:pt x="66099" y="83549"/>
                  <a:pt x="67225" y="82583"/>
                  <a:pt x="68144" y="81388"/>
                </a:cubicBezTo>
                <a:cubicBezTo>
                  <a:pt x="69064" y="80192"/>
                  <a:pt x="69824" y="78698"/>
                  <a:pt x="70421" y="76904"/>
                </a:cubicBezTo>
                <a:cubicBezTo>
                  <a:pt x="71019" y="75111"/>
                  <a:pt x="71502" y="72835"/>
                  <a:pt x="71870" y="70076"/>
                </a:cubicBezTo>
                <a:cubicBezTo>
                  <a:pt x="71962" y="69525"/>
                  <a:pt x="72284" y="69157"/>
                  <a:pt x="72836" y="68973"/>
                </a:cubicBezTo>
                <a:cubicBezTo>
                  <a:pt x="73387" y="68789"/>
                  <a:pt x="73985" y="68697"/>
                  <a:pt x="74629" y="68697"/>
                </a:cubicBezTo>
                <a:cubicBezTo>
                  <a:pt x="75273" y="68697"/>
                  <a:pt x="75848" y="68836"/>
                  <a:pt x="76353" y="69112"/>
                </a:cubicBezTo>
                <a:cubicBezTo>
                  <a:pt x="76860" y="69387"/>
                  <a:pt x="77067" y="69754"/>
                  <a:pt x="76974" y="70213"/>
                </a:cubicBezTo>
                <a:cubicBezTo>
                  <a:pt x="76514" y="74076"/>
                  <a:pt x="76100" y="77686"/>
                  <a:pt x="75732" y="81043"/>
                </a:cubicBezTo>
                <a:cubicBezTo>
                  <a:pt x="75364" y="84399"/>
                  <a:pt x="75227" y="87825"/>
                  <a:pt x="75319" y="91319"/>
                </a:cubicBezTo>
                <a:cubicBezTo>
                  <a:pt x="75319" y="91595"/>
                  <a:pt x="75135" y="91987"/>
                  <a:pt x="74766" y="92493"/>
                </a:cubicBezTo>
                <a:cubicBezTo>
                  <a:pt x="74398" y="92999"/>
                  <a:pt x="73525" y="93251"/>
                  <a:pt x="72145" y="93251"/>
                </a:cubicBezTo>
                <a:lnTo>
                  <a:pt x="22072" y="93251"/>
                </a:lnTo>
                <a:cubicBezTo>
                  <a:pt x="18576" y="93251"/>
                  <a:pt x="15150" y="93343"/>
                  <a:pt x="11794" y="93527"/>
                </a:cubicBezTo>
                <a:cubicBezTo>
                  <a:pt x="8437" y="93711"/>
                  <a:pt x="5426" y="93894"/>
                  <a:pt x="2760" y="94078"/>
                </a:cubicBezTo>
                <a:cubicBezTo>
                  <a:pt x="2023" y="94078"/>
                  <a:pt x="1471" y="93871"/>
                  <a:pt x="1103" y="93457"/>
                </a:cubicBezTo>
                <a:cubicBezTo>
                  <a:pt x="735" y="93043"/>
                  <a:pt x="505" y="92538"/>
                  <a:pt x="413" y="91940"/>
                </a:cubicBezTo>
                <a:cubicBezTo>
                  <a:pt x="321" y="91342"/>
                  <a:pt x="460" y="90790"/>
                  <a:pt x="827" y="90285"/>
                </a:cubicBezTo>
                <a:cubicBezTo>
                  <a:pt x="1195" y="89780"/>
                  <a:pt x="1793" y="89481"/>
                  <a:pt x="2621" y="89389"/>
                </a:cubicBezTo>
                <a:cubicBezTo>
                  <a:pt x="4828" y="89112"/>
                  <a:pt x="6713" y="88721"/>
                  <a:pt x="8276" y="88216"/>
                </a:cubicBezTo>
                <a:cubicBezTo>
                  <a:pt x="9840" y="87710"/>
                  <a:pt x="11127" y="86974"/>
                  <a:pt x="12139" y="86008"/>
                </a:cubicBezTo>
                <a:cubicBezTo>
                  <a:pt x="13151" y="85043"/>
                  <a:pt x="13909" y="83825"/>
                  <a:pt x="14414" y="82354"/>
                </a:cubicBezTo>
                <a:cubicBezTo>
                  <a:pt x="14921" y="80882"/>
                  <a:pt x="15174" y="78997"/>
                  <a:pt x="15174" y="76698"/>
                </a:cubicBezTo>
                <a:lnTo>
                  <a:pt x="15174" y="23587"/>
                </a:lnTo>
                <a:cubicBezTo>
                  <a:pt x="15174" y="21565"/>
                  <a:pt x="15105" y="19589"/>
                  <a:pt x="14966" y="17658"/>
                </a:cubicBezTo>
                <a:cubicBezTo>
                  <a:pt x="14828" y="15726"/>
                  <a:pt x="14529" y="13932"/>
                  <a:pt x="14069" y="12278"/>
                </a:cubicBezTo>
                <a:cubicBezTo>
                  <a:pt x="13610" y="10622"/>
                  <a:pt x="12898" y="9196"/>
                  <a:pt x="11933" y="8001"/>
                </a:cubicBezTo>
                <a:cubicBezTo>
                  <a:pt x="10967" y="6805"/>
                  <a:pt x="9657" y="5977"/>
                  <a:pt x="8001" y="5517"/>
                </a:cubicBezTo>
                <a:cubicBezTo>
                  <a:pt x="6989" y="5240"/>
                  <a:pt x="5931" y="5010"/>
                  <a:pt x="4827" y="4827"/>
                </a:cubicBezTo>
                <a:cubicBezTo>
                  <a:pt x="3724" y="4643"/>
                  <a:pt x="2666" y="4505"/>
                  <a:pt x="1654" y="4414"/>
                </a:cubicBezTo>
                <a:cubicBezTo>
                  <a:pt x="1103" y="4414"/>
                  <a:pt x="689" y="4184"/>
                  <a:pt x="413" y="3724"/>
                </a:cubicBezTo>
                <a:cubicBezTo>
                  <a:pt x="138" y="3263"/>
                  <a:pt x="0" y="2757"/>
                  <a:pt x="0" y="2206"/>
                </a:cubicBezTo>
                <a:cubicBezTo>
                  <a:pt x="0" y="1654"/>
                  <a:pt x="138" y="1149"/>
                  <a:pt x="413" y="690"/>
                </a:cubicBezTo>
                <a:cubicBezTo>
                  <a:pt x="689" y="230"/>
                  <a:pt x="1103" y="0"/>
                  <a:pt x="1654" y="0"/>
                </a:cubicBezTo>
                <a:cubicBezTo>
                  <a:pt x="4782" y="0"/>
                  <a:pt x="7587" y="92"/>
                  <a:pt x="10070" y="276"/>
                </a:cubicBezTo>
                <a:cubicBezTo>
                  <a:pt x="12554" y="460"/>
                  <a:pt x="15451" y="551"/>
                  <a:pt x="18761" y="551"/>
                </a:cubicBezTo>
                <a:lnTo>
                  <a:pt x="68283" y="551"/>
                </a:lnTo>
                <a:close/>
                <a:moveTo>
                  <a:pt x="97032" y="23726"/>
                </a:moveTo>
                <a:cubicBezTo>
                  <a:pt x="97032" y="21703"/>
                  <a:pt x="96962" y="19726"/>
                  <a:pt x="96823" y="17795"/>
                </a:cubicBezTo>
                <a:cubicBezTo>
                  <a:pt x="96686" y="15864"/>
                  <a:pt x="96387" y="14071"/>
                  <a:pt x="95926" y="12415"/>
                </a:cubicBezTo>
                <a:cubicBezTo>
                  <a:pt x="95468" y="10759"/>
                  <a:pt x="94755" y="9333"/>
                  <a:pt x="93790" y="8138"/>
                </a:cubicBezTo>
                <a:cubicBezTo>
                  <a:pt x="92825" y="6942"/>
                  <a:pt x="91514" y="6115"/>
                  <a:pt x="89858" y="5656"/>
                </a:cubicBezTo>
                <a:cubicBezTo>
                  <a:pt x="88846" y="5379"/>
                  <a:pt x="87788" y="5149"/>
                  <a:pt x="86684" y="4965"/>
                </a:cubicBezTo>
                <a:cubicBezTo>
                  <a:pt x="85581" y="4782"/>
                  <a:pt x="84524" y="4643"/>
                  <a:pt x="83512" y="4551"/>
                </a:cubicBezTo>
                <a:cubicBezTo>
                  <a:pt x="82960" y="4551"/>
                  <a:pt x="82546" y="4321"/>
                  <a:pt x="82270" y="3862"/>
                </a:cubicBezTo>
                <a:cubicBezTo>
                  <a:pt x="81995" y="3402"/>
                  <a:pt x="81857" y="2896"/>
                  <a:pt x="81857" y="2345"/>
                </a:cubicBezTo>
                <a:cubicBezTo>
                  <a:pt x="81857" y="1793"/>
                  <a:pt x="81995" y="1287"/>
                  <a:pt x="82270" y="827"/>
                </a:cubicBezTo>
                <a:cubicBezTo>
                  <a:pt x="82546" y="367"/>
                  <a:pt x="82960" y="137"/>
                  <a:pt x="83512" y="137"/>
                </a:cubicBezTo>
                <a:cubicBezTo>
                  <a:pt x="86640" y="137"/>
                  <a:pt x="89445" y="229"/>
                  <a:pt x="91927" y="413"/>
                </a:cubicBezTo>
                <a:cubicBezTo>
                  <a:pt x="94411" y="596"/>
                  <a:pt x="97308" y="688"/>
                  <a:pt x="100618" y="688"/>
                </a:cubicBezTo>
                <a:cubicBezTo>
                  <a:pt x="104389" y="688"/>
                  <a:pt x="108113" y="620"/>
                  <a:pt x="111791" y="482"/>
                </a:cubicBezTo>
                <a:cubicBezTo>
                  <a:pt x="115470" y="345"/>
                  <a:pt x="119195" y="229"/>
                  <a:pt x="122966" y="137"/>
                </a:cubicBezTo>
                <a:cubicBezTo>
                  <a:pt x="130507" y="137"/>
                  <a:pt x="137473" y="1332"/>
                  <a:pt x="143863" y="3724"/>
                </a:cubicBezTo>
                <a:cubicBezTo>
                  <a:pt x="150255" y="6115"/>
                  <a:pt x="155750" y="9449"/>
                  <a:pt x="160349" y="13726"/>
                </a:cubicBezTo>
                <a:cubicBezTo>
                  <a:pt x="164947" y="18002"/>
                  <a:pt x="168557" y="23105"/>
                  <a:pt x="171177" y="29037"/>
                </a:cubicBezTo>
                <a:cubicBezTo>
                  <a:pt x="173798" y="34969"/>
                  <a:pt x="175108" y="41429"/>
                  <a:pt x="175108" y="48419"/>
                </a:cubicBezTo>
                <a:cubicBezTo>
                  <a:pt x="175108" y="56144"/>
                  <a:pt x="173867" y="62857"/>
                  <a:pt x="171383" y="68559"/>
                </a:cubicBezTo>
                <a:cubicBezTo>
                  <a:pt x="168900" y="74260"/>
                  <a:pt x="165498" y="79019"/>
                  <a:pt x="161176" y="82836"/>
                </a:cubicBezTo>
                <a:cubicBezTo>
                  <a:pt x="156854" y="86653"/>
                  <a:pt x="151727" y="89481"/>
                  <a:pt x="145796" y="91321"/>
                </a:cubicBezTo>
                <a:cubicBezTo>
                  <a:pt x="139864" y="93159"/>
                  <a:pt x="133450" y="94078"/>
                  <a:pt x="126553" y="94078"/>
                </a:cubicBezTo>
                <a:cubicBezTo>
                  <a:pt x="122413" y="94078"/>
                  <a:pt x="118389" y="93894"/>
                  <a:pt x="114481" y="93527"/>
                </a:cubicBezTo>
                <a:cubicBezTo>
                  <a:pt x="110573" y="93159"/>
                  <a:pt x="107056" y="92975"/>
                  <a:pt x="103929" y="92975"/>
                </a:cubicBezTo>
                <a:cubicBezTo>
                  <a:pt x="101997" y="92975"/>
                  <a:pt x="100249" y="92999"/>
                  <a:pt x="98686" y="93045"/>
                </a:cubicBezTo>
                <a:cubicBezTo>
                  <a:pt x="97123" y="93090"/>
                  <a:pt x="95605" y="93158"/>
                  <a:pt x="94133" y="93251"/>
                </a:cubicBezTo>
                <a:cubicBezTo>
                  <a:pt x="92663" y="93344"/>
                  <a:pt x="91168" y="93482"/>
                  <a:pt x="89650" y="93666"/>
                </a:cubicBezTo>
                <a:cubicBezTo>
                  <a:pt x="88133" y="93850"/>
                  <a:pt x="86455" y="94033"/>
                  <a:pt x="84617" y="94217"/>
                </a:cubicBezTo>
                <a:cubicBezTo>
                  <a:pt x="84064" y="94308"/>
                  <a:pt x="83627" y="94124"/>
                  <a:pt x="83306" y="93664"/>
                </a:cubicBezTo>
                <a:cubicBezTo>
                  <a:pt x="82984" y="93205"/>
                  <a:pt x="82777" y="92700"/>
                  <a:pt x="82685" y="92148"/>
                </a:cubicBezTo>
                <a:cubicBezTo>
                  <a:pt x="82593" y="91595"/>
                  <a:pt x="82708" y="91043"/>
                  <a:pt x="83030" y="90492"/>
                </a:cubicBezTo>
                <a:cubicBezTo>
                  <a:pt x="83351" y="89940"/>
                  <a:pt x="83880" y="89619"/>
                  <a:pt x="84617" y="89528"/>
                </a:cubicBezTo>
                <a:cubicBezTo>
                  <a:pt x="86824" y="89251"/>
                  <a:pt x="88710" y="88860"/>
                  <a:pt x="90273" y="88355"/>
                </a:cubicBezTo>
                <a:cubicBezTo>
                  <a:pt x="91836" y="87849"/>
                  <a:pt x="93123" y="87136"/>
                  <a:pt x="94135" y="86217"/>
                </a:cubicBezTo>
                <a:cubicBezTo>
                  <a:pt x="95147" y="85296"/>
                  <a:pt x="95882" y="84100"/>
                  <a:pt x="96341" y="82630"/>
                </a:cubicBezTo>
                <a:cubicBezTo>
                  <a:pt x="96801" y="81158"/>
                  <a:pt x="97032" y="79226"/>
                  <a:pt x="97032" y="76835"/>
                </a:cubicBezTo>
                <a:lnTo>
                  <a:pt x="97032" y="23726"/>
                </a:lnTo>
                <a:moveTo>
                  <a:pt x="112067" y="67317"/>
                </a:moveTo>
                <a:cubicBezTo>
                  <a:pt x="112067" y="71915"/>
                  <a:pt x="112274" y="75571"/>
                  <a:pt x="112688" y="78285"/>
                </a:cubicBezTo>
                <a:cubicBezTo>
                  <a:pt x="113102" y="80998"/>
                  <a:pt x="113907" y="83044"/>
                  <a:pt x="115102" y="84423"/>
                </a:cubicBezTo>
                <a:cubicBezTo>
                  <a:pt x="116298" y="85803"/>
                  <a:pt x="118022" y="86699"/>
                  <a:pt x="120274" y="87113"/>
                </a:cubicBezTo>
                <a:cubicBezTo>
                  <a:pt x="122527" y="87527"/>
                  <a:pt x="125540" y="87734"/>
                  <a:pt x="129310" y="87734"/>
                </a:cubicBezTo>
                <a:cubicBezTo>
                  <a:pt x="133448" y="87734"/>
                  <a:pt x="137242" y="86861"/>
                  <a:pt x="140691" y="85114"/>
                </a:cubicBezTo>
                <a:cubicBezTo>
                  <a:pt x="144141" y="83365"/>
                  <a:pt x="147106" y="80813"/>
                  <a:pt x="149589" y="77456"/>
                </a:cubicBezTo>
                <a:cubicBezTo>
                  <a:pt x="152072" y="74099"/>
                  <a:pt x="154004" y="69984"/>
                  <a:pt x="155383" y="65111"/>
                </a:cubicBezTo>
                <a:cubicBezTo>
                  <a:pt x="156763" y="60236"/>
                  <a:pt x="157453" y="54626"/>
                  <a:pt x="157453" y="48280"/>
                </a:cubicBezTo>
                <a:cubicBezTo>
                  <a:pt x="157453" y="41567"/>
                  <a:pt x="156763" y="35613"/>
                  <a:pt x="155383" y="30418"/>
                </a:cubicBezTo>
                <a:cubicBezTo>
                  <a:pt x="154004" y="25222"/>
                  <a:pt x="151750" y="20853"/>
                  <a:pt x="148623" y="17313"/>
                </a:cubicBezTo>
                <a:cubicBezTo>
                  <a:pt x="145496" y="13771"/>
                  <a:pt x="141335" y="11103"/>
                  <a:pt x="136138" y="9310"/>
                </a:cubicBezTo>
                <a:cubicBezTo>
                  <a:pt x="130944" y="7517"/>
                  <a:pt x="124576" y="6620"/>
                  <a:pt x="117034" y="6620"/>
                </a:cubicBezTo>
                <a:cubicBezTo>
                  <a:pt x="115195" y="6620"/>
                  <a:pt x="113907" y="6942"/>
                  <a:pt x="113170" y="7586"/>
                </a:cubicBezTo>
                <a:cubicBezTo>
                  <a:pt x="112434" y="8230"/>
                  <a:pt x="112067" y="9472"/>
                  <a:pt x="112067" y="11312"/>
                </a:cubicBezTo>
                <a:lnTo>
                  <a:pt x="112067" y="67317"/>
                </a:lnTo>
                <a:close/>
                <a:moveTo>
                  <a:pt x="269795" y="56832"/>
                </a:moveTo>
                <a:cubicBezTo>
                  <a:pt x="269795" y="62810"/>
                  <a:pt x="269129" y="68168"/>
                  <a:pt x="267795" y="72905"/>
                </a:cubicBezTo>
                <a:cubicBezTo>
                  <a:pt x="266462" y="77641"/>
                  <a:pt x="264347" y="81642"/>
                  <a:pt x="261449" y="84907"/>
                </a:cubicBezTo>
                <a:cubicBezTo>
                  <a:pt x="258553" y="88171"/>
                  <a:pt x="254759" y="90677"/>
                  <a:pt x="250068" y="92424"/>
                </a:cubicBezTo>
                <a:cubicBezTo>
                  <a:pt x="245378" y="94171"/>
                  <a:pt x="239677" y="95044"/>
                  <a:pt x="232964" y="95044"/>
                </a:cubicBezTo>
                <a:cubicBezTo>
                  <a:pt x="226527" y="95044"/>
                  <a:pt x="220940" y="94401"/>
                  <a:pt x="216202" y="93114"/>
                </a:cubicBezTo>
                <a:cubicBezTo>
                  <a:pt x="211466" y="91826"/>
                  <a:pt x="207558" y="89779"/>
                  <a:pt x="204476" y="86974"/>
                </a:cubicBezTo>
                <a:cubicBezTo>
                  <a:pt x="201396" y="84169"/>
                  <a:pt x="199120" y="80537"/>
                  <a:pt x="197648" y="76077"/>
                </a:cubicBezTo>
                <a:cubicBezTo>
                  <a:pt x="196177" y="71616"/>
                  <a:pt x="195442" y="66213"/>
                  <a:pt x="195442" y="59867"/>
                </a:cubicBezTo>
                <a:lnTo>
                  <a:pt x="195442" y="21243"/>
                </a:lnTo>
                <a:cubicBezTo>
                  <a:pt x="195442" y="18393"/>
                  <a:pt x="195281" y="15956"/>
                  <a:pt x="194960" y="13932"/>
                </a:cubicBezTo>
                <a:cubicBezTo>
                  <a:pt x="194638" y="11909"/>
                  <a:pt x="194017" y="10254"/>
                  <a:pt x="193097" y="8967"/>
                </a:cubicBezTo>
                <a:cubicBezTo>
                  <a:pt x="192178" y="7679"/>
                  <a:pt x="190867" y="6690"/>
                  <a:pt x="189165" y="6001"/>
                </a:cubicBezTo>
                <a:cubicBezTo>
                  <a:pt x="187464" y="5311"/>
                  <a:pt x="185188" y="4874"/>
                  <a:pt x="182337" y="4690"/>
                </a:cubicBezTo>
                <a:cubicBezTo>
                  <a:pt x="181785" y="4690"/>
                  <a:pt x="181371" y="4437"/>
                  <a:pt x="181095" y="3932"/>
                </a:cubicBezTo>
                <a:cubicBezTo>
                  <a:pt x="180820" y="3425"/>
                  <a:pt x="180682" y="2896"/>
                  <a:pt x="180682" y="2345"/>
                </a:cubicBezTo>
                <a:cubicBezTo>
                  <a:pt x="180682" y="1793"/>
                  <a:pt x="180820" y="1287"/>
                  <a:pt x="181095" y="827"/>
                </a:cubicBezTo>
                <a:cubicBezTo>
                  <a:pt x="181371" y="367"/>
                  <a:pt x="181785" y="137"/>
                  <a:pt x="182337" y="137"/>
                </a:cubicBezTo>
                <a:cubicBezTo>
                  <a:pt x="185281" y="137"/>
                  <a:pt x="188637" y="298"/>
                  <a:pt x="192406" y="621"/>
                </a:cubicBezTo>
                <a:cubicBezTo>
                  <a:pt x="196177" y="942"/>
                  <a:pt x="199718" y="1103"/>
                  <a:pt x="203030" y="1103"/>
                </a:cubicBezTo>
                <a:cubicBezTo>
                  <a:pt x="204961" y="1103"/>
                  <a:pt x="206777" y="1057"/>
                  <a:pt x="208477" y="966"/>
                </a:cubicBezTo>
                <a:cubicBezTo>
                  <a:pt x="210180" y="874"/>
                  <a:pt x="211835" y="758"/>
                  <a:pt x="213445" y="621"/>
                </a:cubicBezTo>
                <a:cubicBezTo>
                  <a:pt x="215054" y="482"/>
                  <a:pt x="216686" y="367"/>
                  <a:pt x="218341" y="276"/>
                </a:cubicBezTo>
                <a:cubicBezTo>
                  <a:pt x="219997" y="183"/>
                  <a:pt x="221790" y="137"/>
                  <a:pt x="223721" y="137"/>
                </a:cubicBezTo>
                <a:cubicBezTo>
                  <a:pt x="224273" y="137"/>
                  <a:pt x="224663" y="367"/>
                  <a:pt x="224893" y="827"/>
                </a:cubicBezTo>
                <a:cubicBezTo>
                  <a:pt x="225124" y="1287"/>
                  <a:pt x="225216" y="1793"/>
                  <a:pt x="225169" y="2345"/>
                </a:cubicBezTo>
                <a:cubicBezTo>
                  <a:pt x="225124" y="2896"/>
                  <a:pt x="224964" y="3425"/>
                  <a:pt x="224687" y="3932"/>
                </a:cubicBezTo>
                <a:cubicBezTo>
                  <a:pt x="224411" y="4437"/>
                  <a:pt x="224043" y="4690"/>
                  <a:pt x="223584" y="4690"/>
                </a:cubicBezTo>
                <a:cubicBezTo>
                  <a:pt x="220733" y="4874"/>
                  <a:pt x="218434" y="5264"/>
                  <a:pt x="216686" y="5862"/>
                </a:cubicBezTo>
                <a:cubicBezTo>
                  <a:pt x="214939" y="6460"/>
                  <a:pt x="213606" y="7380"/>
                  <a:pt x="212685" y="8622"/>
                </a:cubicBezTo>
                <a:cubicBezTo>
                  <a:pt x="211766" y="9862"/>
                  <a:pt x="211168" y="11494"/>
                  <a:pt x="210892" y="13518"/>
                </a:cubicBezTo>
                <a:cubicBezTo>
                  <a:pt x="210617" y="15541"/>
                  <a:pt x="210479" y="18116"/>
                  <a:pt x="210479" y="21243"/>
                </a:cubicBezTo>
                <a:lnTo>
                  <a:pt x="210479" y="58903"/>
                </a:lnTo>
                <a:cubicBezTo>
                  <a:pt x="210479" y="62765"/>
                  <a:pt x="210985" y="66444"/>
                  <a:pt x="211997" y="69939"/>
                </a:cubicBezTo>
                <a:cubicBezTo>
                  <a:pt x="213009" y="73434"/>
                  <a:pt x="214549" y="76491"/>
                  <a:pt x="216617" y="79113"/>
                </a:cubicBezTo>
                <a:cubicBezTo>
                  <a:pt x="218687" y="81732"/>
                  <a:pt x="221285" y="83825"/>
                  <a:pt x="224411" y="85389"/>
                </a:cubicBezTo>
                <a:cubicBezTo>
                  <a:pt x="227538" y="86953"/>
                  <a:pt x="231217" y="87734"/>
                  <a:pt x="235447" y="87734"/>
                </a:cubicBezTo>
                <a:cubicBezTo>
                  <a:pt x="244368" y="87734"/>
                  <a:pt x="251173" y="85274"/>
                  <a:pt x="255863" y="80354"/>
                </a:cubicBezTo>
                <a:cubicBezTo>
                  <a:pt x="260552" y="75433"/>
                  <a:pt x="262897" y="67639"/>
                  <a:pt x="262897" y="56971"/>
                </a:cubicBezTo>
                <a:lnTo>
                  <a:pt x="262897" y="33657"/>
                </a:lnTo>
                <a:cubicBezTo>
                  <a:pt x="262897" y="32187"/>
                  <a:pt x="262897" y="30394"/>
                  <a:pt x="262897" y="28279"/>
                </a:cubicBezTo>
                <a:cubicBezTo>
                  <a:pt x="262897" y="26072"/>
                  <a:pt x="262851" y="23888"/>
                  <a:pt x="262758" y="21727"/>
                </a:cubicBezTo>
                <a:cubicBezTo>
                  <a:pt x="262667" y="19564"/>
                  <a:pt x="262530" y="17494"/>
                  <a:pt x="262346" y="15517"/>
                </a:cubicBezTo>
                <a:cubicBezTo>
                  <a:pt x="262162" y="13540"/>
                  <a:pt x="261886" y="12000"/>
                  <a:pt x="261519" y="10897"/>
                </a:cubicBezTo>
                <a:cubicBezTo>
                  <a:pt x="261058" y="9334"/>
                  <a:pt x="260575" y="8161"/>
                  <a:pt x="260068" y="7380"/>
                </a:cubicBezTo>
                <a:cubicBezTo>
                  <a:pt x="259563" y="6598"/>
                  <a:pt x="258943" y="6024"/>
                  <a:pt x="258208" y="5656"/>
                </a:cubicBezTo>
                <a:cubicBezTo>
                  <a:pt x="257472" y="5287"/>
                  <a:pt x="256553" y="5080"/>
                  <a:pt x="255448" y="5035"/>
                </a:cubicBezTo>
                <a:cubicBezTo>
                  <a:pt x="254345" y="4989"/>
                  <a:pt x="252966" y="4874"/>
                  <a:pt x="251310" y="4690"/>
                </a:cubicBezTo>
                <a:cubicBezTo>
                  <a:pt x="250851" y="4690"/>
                  <a:pt x="250507" y="4437"/>
                  <a:pt x="250276" y="3932"/>
                </a:cubicBezTo>
                <a:cubicBezTo>
                  <a:pt x="250046" y="3425"/>
                  <a:pt x="249931" y="2896"/>
                  <a:pt x="249931" y="2345"/>
                </a:cubicBezTo>
                <a:cubicBezTo>
                  <a:pt x="249931" y="1793"/>
                  <a:pt x="250023" y="1287"/>
                  <a:pt x="250207" y="827"/>
                </a:cubicBezTo>
                <a:cubicBezTo>
                  <a:pt x="250391" y="367"/>
                  <a:pt x="250758" y="137"/>
                  <a:pt x="251310" y="137"/>
                </a:cubicBezTo>
                <a:cubicBezTo>
                  <a:pt x="253517" y="137"/>
                  <a:pt x="255862" y="298"/>
                  <a:pt x="258344" y="621"/>
                </a:cubicBezTo>
                <a:cubicBezTo>
                  <a:pt x="260828" y="942"/>
                  <a:pt x="263358" y="1103"/>
                  <a:pt x="265933" y="1103"/>
                </a:cubicBezTo>
                <a:cubicBezTo>
                  <a:pt x="268324" y="1103"/>
                  <a:pt x="270715" y="942"/>
                  <a:pt x="273106" y="621"/>
                </a:cubicBezTo>
                <a:cubicBezTo>
                  <a:pt x="275497" y="298"/>
                  <a:pt x="278164" y="137"/>
                  <a:pt x="281107" y="137"/>
                </a:cubicBezTo>
                <a:cubicBezTo>
                  <a:pt x="281658" y="137"/>
                  <a:pt x="282072" y="367"/>
                  <a:pt x="282349" y="827"/>
                </a:cubicBezTo>
                <a:cubicBezTo>
                  <a:pt x="282625" y="1287"/>
                  <a:pt x="282763" y="1793"/>
                  <a:pt x="282763" y="2345"/>
                </a:cubicBezTo>
                <a:cubicBezTo>
                  <a:pt x="282763" y="2896"/>
                  <a:pt x="282625" y="3425"/>
                  <a:pt x="282349" y="3932"/>
                </a:cubicBezTo>
                <a:cubicBezTo>
                  <a:pt x="282072" y="4437"/>
                  <a:pt x="281658" y="4690"/>
                  <a:pt x="281107" y="4690"/>
                </a:cubicBezTo>
                <a:cubicBezTo>
                  <a:pt x="279451" y="4874"/>
                  <a:pt x="278140" y="4989"/>
                  <a:pt x="277175" y="5035"/>
                </a:cubicBezTo>
                <a:cubicBezTo>
                  <a:pt x="276209" y="5080"/>
                  <a:pt x="275405" y="5287"/>
                  <a:pt x="274761" y="5656"/>
                </a:cubicBezTo>
                <a:cubicBezTo>
                  <a:pt x="274118" y="6024"/>
                  <a:pt x="273543" y="6598"/>
                  <a:pt x="273037" y="7380"/>
                </a:cubicBezTo>
                <a:cubicBezTo>
                  <a:pt x="272531" y="8161"/>
                  <a:pt x="271957" y="9334"/>
                  <a:pt x="271313" y="10897"/>
                </a:cubicBezTo>
                <a:cubicBezTo>
                  <a:pt x="270852" y="12000"/>
                  <a:pt x="270507" y="13518"/>
                  <a:pt x="270277" y="15450"/>
                </a:cubicBezTo>
                <a:cubicBezTo>
                  <a:pt x="270048" y="17381"/>
                  <a:pt x="269888" y="19427"/>
                  <a:pt x="269795" y="21588"/>
                </a:cubicBezTo>
                <a:cubicBezTo>
                  <a:pt x="269704" y="23749"/>
                  <a:pt x="269681" y="25933"/>
                  <a:pt x="269726" y="28140"/>
                </a:cubicBezTo>
                <a:cubicBezTo>
                  <a:pt x="269772" y="30348"/>
                  <a:pt x="269795" y="32279"/>
                  <a:pt x="269795" y="33935"/>
                </a:cubicBezTo>
                <a:lnTo>
                  <a:pt x="269795" y="56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Text Elaboration">
            <a:extLst xmlns:a="http://schemas.openxmlformats.org/drawingml/2006/main">
              <a:ext uri="{FF2B5EF4-FFF2-40B4-BE49-F238E27FC236}">
                <a16:creationId xmlns:a16="http://schemas.microsoft.com/office/drawing/2014/main" id="{896485BD-0947-4E67-A74A-F49EBCDB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532" y="406956"/>
            <a:ext cx="798670" cy="111407"/>
          </a:xfrm>
          <a:custGeom xmlns:a="http://schemas.openxmlformats.org/drawingml/2006/main">
            <a:pathLst>
              <a:path w="798670" h="111407">
                <a:moveTo>
                  <a:pt x="78038" y="3889"/>
                </a:moveTo>
                <a:cubicBezTo>
                  <a:pt x="78879" y="3889"/>
                  <a:pt x="79694" y="3994"/>
                  <a:pt x="80482" y="4204"/>
                </a:cubicBezTo>
                <a:cubicBezTo>
                  <a:pt x="81271" y="4414"/>
                  <a:pt x="81560" y="5255"/>
                  <a:pt x="81350" y="6725"/>
                </a:cubicBezTo>
                <a:cubicBezTo>
                  <a:pt x="81138" y="7882"/>
                  <a:pt x="81032" y="9196"/>
                  <a:pt x="81032" y="10668"/>
                </a:cubicBezTo>
                <a:cubicBezTo>
                  <a:pt x="81032" y="12139"/>
                  <a:pt x="81032" y="13610"/>
                  <a:pt x="81032" y="15082"/>
                </a:cubicBezTo>
                <a:cubicBezTo>
                  <a:pt x="81032" y="19812"/>
                  <a:pt x="81190" y="24226"/>
                  <a:pt x="81506" y="28325"/>
                </a:cubicBezTo>
                <a:cubicBezTo>
                  <a:pt x="81506" y="28745"/>
                  <a:pt x="81270" y="29087"/>
                  <a:pt x="80797" y="29350"/>
                </a:cubicBezTo>
                <a:cubicBezTo>
                  <a:pt x="80324" y="29613"/>
                  <a:pt x="79772" y="29771"/>
                  <a:pt x="79142" y="29824"/>
                </a:cubicBezTo>
                <a:cubicBezTo>
                  <a:pt x="78511" y="29875"/>
                  <a:pt x="77907" y="29796"/>
                  <a:pt x="77328" y="29586"/>
                </a:cubicBezTo>
                <a:cubicBezTo>
                  <a:pt x="76751" y="29376"/>
                  <a:pt x="76409" y="28955"/>
                  <a:pt x="76303" y="28325"/>
                </a:cubicBezTo>
                <a:cubicBezTo>
                  <a:pt x="75569" y="24226"/>
                  <a:pt x="74833" y="21020"/>
                  <a:pt x="74097" y="18708"/>
                </a:cubicBezTo>
                <a:cubicBezTo>
                  <a:pt x="73361" y="16395"/>
                  <a:pt x="72336" y="14635"/>
                  <a:pt x="71023" y="13427"/>
                </a:cubicBezTo>
                <a:cubicBezTo>
                  <a:pt x="69709" y="12218"/>
                  <a:pt x="67923" y="11456"/>
                  <a:pt x="65663" y="11142"/>
                </a:cubicBezTo>
                <a:cubicBezTo>
                  <a:pt x="63403" y="10826"/>
                  <a:pt x="60434" y="10615"/>
                  <a:pt x="56755" y="10509"/>
                </a:cubicBezTo>
                <a:lnTo>
                  <a:pt x="47296" y="10509"/>
                </a:lnTo>
                <a:cubicBezTo>
                  <a:pt x="44564" y="10509"/>
                  <a:pt x="42383" y="10562"/>
                  <a:pt x="40753" y="10668"/>
                </a:cubicBezTo>
                <a:cubicBezTo>
                  <a:pt x="39124" y="10772"/>
                  <a:pt x="37836" y="11166"/>
                  <a:pt x="36890" y="11849"/>
                </a:cubicBezTo>
                <a:cubicBezTo>
                  <a:pt x="35945" y="12532"/>
                  <a:pt x="35315" y="13610"/>
                  <a:pt x="34999" y="15082"/>
                </a:cubicBezTo>
                <a:cubicBezTo>
                  <a:pt x="34683" y="16553"/>
                  <a:pt x="34525" y="18602"/>
                  <a:pt x="34525" y="21231"/>
                </a:cubicBezTo>
                <a:lnTo>
                  <a:pt x="34525" y="48821"/>
                </a:lnTo>
                <a:cubicBezTo>
                  <a:pt x="34525" y="50291"/>
                  <a:pt x="34788" y="51211"/>
                  <a:pt x="35314" y="51580"/>
                </a:cubicBezTo>
                <a:cubicBezTo>
                  <a:pt x="35840" y="51947"/>
                  <a:pt x="36365" y="52131"/>
                  <a:pt x="36890" y="52131"/>
                </a:cubicBezTo>
                <a:cubicBezTo>
                  <a:pt x="41725" y="52131"/>
                  <a:pt x="45535" y="51921"/>
                  <a:pt x="48319" y="51501"/>
                </a:cubicBezTo>
                <a:cubicBezTo>
                  <a:pt x="51104" y="51080"/>
                  <a:pt x="53207" y="50319"/>
                  <a:pt x="54626" y="49215"/>
                </a:cubicBezTo>
                <a:cubicBezTo>
                  <a:pt x="56046" y="48110"/>
                  <a:pt x="56992" y="46665"/>
                  <a:pt x="57465" y="44878"/>
                </a:cubicBezTo>
                <a:cubicBezTo>
                  <a:pt x="57938" y="43091"/>
                  <a:pt x="58332" y="40780"/>
                  <a:pt x="58646" y="37943"/>
                </a:cubicBezTo>
                <a:cubicBezTo>
                  <a:pt x="58752" y="37311"/>
                  <a:pt x="59067" y="36838"/>
                  <a:pt x="59591" y="36523"/>
                </a:cubicBezTo>
                <a:cubicBezTo>
                  <a:pt x="60117" y="36207"/>
                  <a:pt x="60696" y="36049"/>
                  <a:pt x="61326" y="36049"/>
                </a:cubicBezTo>
                <a:cubicBezTo>
                  <a:pt x="61958" y="36049"/>
                  <a:pt x="62536" y="36207"/>
                  <a:pt x="63060" y="36523"/>
                </a:cubicBezTo>
                <a:cubicBezTo>
                  <a:pt x="63586" y="36838"/>
                  <a:pt x="63849" y="37311"/>
                  <a:pt x="63849" y="37943"/>
                </a:cubicBezTo>
                <a:cubicBezTo>
                  <a:pt x="63849" y="39623"/>
                  <a:pt x="63796" y="41121"/>
                  <a:pt x="63691" y="42436"/>
                </a:cubicBezTo>
                <a:cubicBezTo>
                  <a:pt x="63586" y="43750"/>
                  <a:pt x="63481" y="45063"/>
                  <a:pt x="63375" y="46377"/>
                </a:cubicBezTo>
                <a:cubicBezTo>
                  <a:pt x="63271" y="47690"/>
                  <a:pt x="63166" y="49057"/>
                  <a:pt x="63060" y="50476"/>
                </a:cubicBezTo>
                <a:cubicBezTo>
                  <a:pt x="62956" y="51894"/>
                  <a:pt x="62904" y="53549"/>
                  <a:pt x="62904" y="55441"/>
                </a:cubicBezTo>
                <a:cubicBezTo>
                  <a:pt x="62904" y="58594"/>
                  <a:pt x="63061" y="61458"/>
                  <a:pt x="63375" y="64034"/>
                </a:cubicBezTo>
                <a:cubicBezTo>
                  <a:pt x="63691" y="66608"/>
                  <a:pt x="63849" y="69734"/>
                  <a:pt x="63849" y="73413"/>
                </a:cubicBezTo>
                <a:cubicBezTo>
                  <a:pt x="63849" y="73939"/>
                  <a:pt x="63586" y="74334"/>
                  <a:pt x="63060" y="74597"/>
                </a:cubicBezTo>
                <a:cubicBezTo>
                  <a:pt x="62536" y="74860"/>
                  <a:pt x="61958" y="74965"/>
                  <a:pt x="61326" y="74912"/>
                </a:cubicBezTo>
                <a:cubicBezTo>
                  <a:pt x="60696" y="74859"/>
                  <a:pt x="60117" y="74701"/>
                  <a:pt x="59591" y="74438"/>
                </a:cubicBezTo>
                <a:cubicBezTo>
                  <a:pt x="59067" y="74175"/>
                  <a:pt x="58752" y="73728"/>
                  <a:pt x="58646" y="73098"/>
                </a:cubicBezTo>
                <a:cubicBezTo>
                  <a:pt x="58332" y="70051"/>
                  <a:pt x="57938" y="67581"/>
                  <a:pt x="57465" y="65689"/>
                </a:cubicBezTo>
                <a:cubicBezTo>
                  <a:pt x="56992" y="63796"/>
                  <a:pt x="56046" y="62351"/>
                  <a:pt x="54626" y="61354"/>
                </a:cubicBezTo>
                <a:cubicBezTo>
                  <a:pt x="53207" y="60355"/>
                  <a:pt x="51104" y="59672"/>
                  <a:pt x="48319" y="59304"/>
                </a:cubicBezTo>
                <a:cubicBezTo>
                  <a:pt x="45535" y="58935"/>
                  <a:pt x="41725" y="58751"/>
                  <a:pt x="36890" y="58751"/>
                </a:cubicBezTo>
                <a:cubicBezTo>
                  <a:pt x="36365" y="58751"/>
                  <a:pt x="35840" y="58935"/>
                  <a:pt x="35314" y="59304"/>
                </a:cubicBezTo>
                <a:cubicBezTo>
                  <a:pt x="34788" y="59672"/>
                  <a:pt x="34525" y="60433"/>
                  <a:pt x="34525" y="61590"/>
                </a:cubicBezTo>
                <a:lnTo>
                  <a:pt x="34525" y="82242"/>
                </a:lnTo>
                <a:cubicBezTo>
                  <a:pt x="34525" y="85605"/>
                  <a:pt x="34762" y="88469"/>
                  <a:pt x="35235" y="90834"/>
                </a:cubicBezTo>
                <a:cubicBezTo>
                  <a:pt x="35708" y="93198"/>
                  <a:pt x="36418" y="95143"/>
                  <a:pt x="37364" y="96668"/>
                </a:cubicBezTo>
                <a:cubicBezTo>
                  <a:pt x="38310" y="98192"/>
                  <a:pt x="39466" y="99400"/>
                  <a:pt x="40833" y="100293"/>
                </a:cubicBezTo>
                <a:cubicBezTo>
                  <a:pt x="42199" y="101187"/>
                  <a:pt x="43828" y="101843"/>
                  <a:pt x="45718" y="102263"/>
                </a:cubicBezTo>
                <a:cubicBezTo>
                  <a:pt x="47191" y="102579"/>
                  <a:pt x="48846" y="102816"/>
                  <a:pt x="50686" y="102973"/>
                </a:cubicBezTo>
                <a:cubicBezTo>
                  <a:pt x="52525" y="103130"/>
                  <a:pt x="54443" y="103209"/>
                  <a:pt x="56440" y="103209"/>
                </a:cubicBezTo>
                <a:cubicBezTo>
                  <a:pt x="58963" y="103209"/>
                  <a:pt x="61327" y="103104"/>
                  <a:pt x="63534" y="102894"/>
                </a:cubicBezTo>
                <a:cubicBezTo>
                  <a:pt x="65741" y="102684"/>
                  <a:pt x="67422" y="102369"/>
                  <a:pt x="68579" y="101948"/>
                </a:cubicBezTo>
                <a:cubicBezTo>
                  <a:pt x="70681" y="101212"/>
                  <a:pt x="72494" y="100424"/>
                  <a:pt x="74018" y="99584"/>
                </a:cubicBezTo>
                <a:cubicBezTo>
                  <a:pt x="75541" y="98743"/>
                  <a:pt x="76828" y="97640"/>
                  <a:pt x="77879" y="96274"/>
                </a:cubicBezTo>
                <a:cubicBezTo>
                  <a:pt x="78931" y="94907"/>
                  <a:pt x="79798" y="93199"/>
                  <a:pt x="80482" y="91150"/>
                </a:cubicBezTo>
                <a:cubicBezTo>
                  <a:pt x="81165" y="89100"/>
                  <a:pt x="81716" y="86499"/>
                  <a:pt x="82137" y="83346"/>
                </a:cubicBezTo>
                <a:cubicBezTo>
                  <a:pt x="82242" y="82716"/>
                  <a:pt x="82611" y="82295"/>
                  <a:pt x="83241" y="82085"/>
                </a:cubicBezTo>
                <a:cubicBezTo>
                  <a:pt x="83871" y="81875"/>
                  <a:pt x="84554" y="81770"/>
                  <a:pt x="85290" y="81770"/>
                </a:cubicBezTo>
                <a:cubicBezTo>
                  <a:pt x="86026" y="81770"/>
                  <a:pt x="86683" y="81928"/>
                  <a:pt x="87261" y="82244"/>
                </a:cubicBezTo>
                <a:cubicBezTo>
                  <a:pt x="87840" y="82558"/>
                  <a:pt x="88076" y="82978"/>
                  <a:pt x="87970" y="83502"/>
                </a:cubicBezTo>
                <a:cubicBezTo>
                  <a:pt x="87444" y="87917"/>
                  <a:pt x="86971" y="92043"/>
                  <a:pt x="86551" y="95879"/>
                </a:cubicBezTo>
                <a:cubicBezTo>
                  <a:pt x="86131" y="99715"/>
                  <a:pt x="85974" y="103630"/>
                  <a:pt x="86079" y="107623"/>
                </a:cubicBezTo>
                <a:cubicBezTo>
                  <a:pt x="86079" y="107939"/>
                  <a:pt x="85869" y="108387"/>
                  <a:pt x="85447" y="108965"/>
                </a:cubicBezTo>
                <a:cubicBezTo>
                  <a:pt x="85027" y="109543"/>
                  <a:pt x="84028" y="109831"/>
                  <a:pt x="82452" y="109831"/>
                </a:cubicBezTo>
                <a:lnTo>
                  <a:pt x="25225" y="109831"/>
                </a:lnTo>
                <a:cubicBezTo>
                  <a:pt x="21230" y="109831"/>
                  <a:pt x="17315" y="109937"/>
                  <a:pt x="13479" y="110147"/>
                </a:cubicBezTo>
                <a:cubicBezTo>
                  <a:pt x="9642" y="110357"/>
                  <a:pt x="6201" y="110567"/>
                  <a:pt x="3154" y="110777"/>
                </a:cubicBezTo>
                <a:cubicBezTo>
                  <a:pt x="2312" y="110777"/>
                  <a:pt x="1681" y="110540"/>
                  <a:pt x="1261" y="110067"/>
                </a:cubicBezTo>
                <a:cubicBezTo>
                  <a:pt x="840" y="109594"/>
                  <a:pt x="577" y="109016"/>
                  <a:pt x="471" y="108333"/>
                </a:cubicBezTo>
                <a:cubicBezTo>
                  <a:pt x="367" y="107650"/>
                  <a:pt x="525" y="107019"/>
                  <a:pt x="945" y="106442"/>
                </a:cubicBezTo>
                <a:cubicBezTo>
                  <a:pt x="1366" y="105865"/>
                  <a:pt x="2049" y="105523"/>
                  <a:pt x="2995" y="105417"/>
                </a:cubicBezTo>
                <a:cubicBezTo>
                  <a:pt x="5518" y="105101"/>
                  <a:pt x="7672" y="104655"/>
                  <a:pt x="9459" y="104077"/>
                </a:cubicBezTo>
                <a:cubicBezTo>
                  <a:pt x="11245" y="103498"/>
                  <a:pt x="12717" y="102657"/>
                  <a:pt x="13873" y="101554"/>
                </a:cubicBezTo>
                <a:cubicBezTo>
                  <a:pt x="15029" y="100450"/>
                  <a:pt x="15896" y="99058"/>
                  <a:pt x="16474" y="97378"/>
                </a:cubicBezTo>
                <a:cubicBezTo>
                  <a:pt x="17052" y="95695"/>
                  <a:pt x="17342" y="93541"/>
                  <a:pt x="17342" y="90914"/>
                </a:cubicBezTo>
                <a:lnTo>
                  <a:pt x="17342" y="30216"/>
                </a:lnTo>
                <a:cubicBezTo>
                  <a:pt x="17342" y="27905"/>
                  <a:pt x="17263" y="25646"/>
                  <a:pt x="17104" y="23439"/>
                </a:cubicBezTo>
                <a:cubicBezTo>
                  <a:pt x="16947" y="21231"/>
                  <a:pt x="16605" y="19181"/>
                  <a:pt x="16079" y="17291"/>
                </a:cubicBezTo>
                <a:cubicBezTo>
                  <a:pt x="15555" y="15398"/>
                  <a:pt x="14741" y="13769"/>
                  <a:pt x="13637" y="12402"/>
                </a:cubicBezTo>
                <a:cubicBezTo>
                  <a:pt x="12534" y="11036"/>
                  <a:pt x="11036" y="10090"/>
                  <a:pt x="9144" y="9564"/>
                </a:cubicBezTo>
                <a:cubicBezTo>
                  <a:pt x="7987" y="9248"/>
                  <a:pt x="6778" y="8985"/>
                  <a:pt x="5516" y="8775"/>
                </a:cubicBezTo>
                <a:cubicBezTo>
                  <a:pt x="4255" y="8565"/>
                  <a:pt x="3047" y="8408"/>
                  <a:pt x="1891" y="8303"/>
                </a:cubicBezTo>
                <a:cubicBezTo>
                  <a:pt x="1261" y="8303"/>
                  <a:pt x="787" y="8040"/>
                  <a:pt x="471" y="7514"/>
                </a:cubicBezTo>
                <a:cubicBezTo>
                  <a:pt x="157" y="6988"/>
                  <a:pt x="0" y="6410"/>
                  <a:pt x="0" y="5780"/>
                </a:cubicBezTo>
                <a:cubicBezTo>
                  <a:pt x="0" y="5150"/>
                  <a:pt x="157" y="4572"/>
                  <a:pt x="471" y="4048"/>
                </a:cubicBezTo>
                <a:cubicBezTo>
                  <a:pt x="787" y="3522"/>
                  <a:pt x="1261" y="3259"/>
                  <a:pt x="1891" y="3259"/>
                </a:cubicBezTo>
                <a:cubicBezTo>
                  <a:pt x="5466" y="3259"/>
                  <a:pt x="8671" y="3364"/>
                  <a:pt x="11508" y="3574"/>
                </a:cubicBezTo>
                <a:cubicBezTo>
                  <a:pt x="14347" y="3784"/>
                  <a:pt x="17658" y="3889"/>
                  <a:pt x="21441" y="3889"/>
                </a:cubicBezTo>
                <a:lnTo>
                  <a:pt x="78038" y="3889"/>
                </a:lnTo>
                <a:close/>
                <a:moveTo>
                  <a:pt x="110467" y="29744"/>
                </a:moveTo>
                <a:cubicBezTo>
                  <a:pt x="110467" y="25225"/>
                  <a:pt x="110362" y="21626"/>
                  <a:pt x="110152" y="18946"/>
                </a:cubicBezTo>
                <a:cubicBezTo>
                  <a:pt x="109942" y="16264"/>
                  <a:pt x="109417" y="14188"/>
                  <a:pt x="108576" y="12718"/>
                </a:cubicBezTo>
                <a:cubicBezTo>
                  <a:pt x="107736" y="11245"/>
                  <a:pt x="106448" y="10247"/>
                  <a:pt x="104713" y="9723"/>
                </a:cubicBezTo>
                <a:cubicBezTo>
                  <a:pt x="102979" y="9197"/>
                  <a:pt x="100588" y="8776"/>
                  <a:pt x="97539" y="8460"/>
                </a:cubicBezTo>
                <a:cubicBezTo>
                  <a:pt x="97015" y="8460"/>
                  <a:pt x="96621" y="8197"/>
                  <a:pt x="96358" y="7673"/>
                </a:cubicBezTo>
                <a:cubicBezTo>
                  <a:pt x="96095" y="7147"/>
                  <a:pt x="95937" y="6622"/>
                  <a:pt x="95884" y="6097"/>
                </a:cubicBezTo>
                <a:cubicBezTo>
                  <a:pt x="95831" y="5571"/>
                  <a:pt x="95937" y="5045"/>
                  <a:pt x="96200" y="4519"/>
                </a:cubicBezTo>
                <a:cubicBezTo>
                  <a:pt x="96463" y="3993"/>
                  <a:pt x="96909" y="3730"/>
                  <a:pt x="97539" y="3730"/>
                </a:cubicBezTo>
                <a:cubicBezTo>
                  <a:pt x="100692" y="3520"/>
                  <a:pt x="104502" y="3205"/>
                  <a:pt x="108968" y="2785"/>
                </a:cubicBezTo>
                <a:cubicBezTo>
                  <a:pt x="113436" y="2365"/>
                  <a:pt x="117615" y="1576"/>
                  <a:pt x="121504" y="420"/>
                </a:cubicBezTo>
                <a:cubicBezTo>
                  <a:pt x="122975" y="0"/>
                  <a:pt x="123946" y="79"/>
                  <a:pt x="124420" y="658"/>
                </a:cubicBezTo>
                <a:cubicBezTo>
                  <a:pt x="124893" y="1236"/>
                  <a:pt x="125182" y="1839"/>
                  <a:pt x="125288" y="2470"/>
                </a:cubicBezTo>
                <a:lnTo>
                  <a:pt x="125288" y="90755"/>
                </a:lnTo>
                <a:cubicBezTo>
                  <a:pt x="125288" y="93384"/>
                  <a:pt x="125340" y="95591"/>
                  <a:pt x="125444" y="97378"/>
                </a:cubicBezTo>
                <a:cubicBezTo>
                  <a:pt x="125550" y="99164"/>
                  <a:pt x="125945" y="100636"/>
                  <a:pt x="126628" y="101792"/>
                </a:cubicBezTo>
                <a:cubicBezTo>
                  <a:pt x="127311" y="102948"/>
                  <a:pt x="128414" y="103842"/>
                  <a:pt x="129938" y="104472"/>
                </a:cubicBezTo>
                <a:cubicBezTo>
                  <a:pt x="131462" y="105102"/>
                  <a:pt x="133590" y="105575"/>
                  <a:pt x="136322" y="105891"/>
                </a:cubicBezTo>
                <a:cubicBezTo>
                  <a:pt x="136953" y="105995"/>
                  <a:pt x="137426" y="106284"/>
                  <a:pt x="137742" y="106757"/>
                </a:cubicBezTo>
                <a:cubicBezTo>
                  <a:pt x="138058" y="107230"/>
                  <a:pt x="138216" y="107782"/>
                  <a:pt x="138216" y="108412"/>
                </a:cubicBezTo>
                <a:cubicBezTo>
                  <a:pt x="138216" y="108938"/>
                  <a:pt x="138058" y="109438"/>
                  <a:pt x="137742" y="109911"/>
                </a:cubicBezTo>
                <a:cubicBezTo>
                  <a:pt x="137426" y="110384"/>
                  <a:pt x="136953" y="110621"/>
                  <a:pt x="136322" y="110621"/>
                </a:cubicBezTo>
                <a:cubicBezTo>
                  <a:pt x="133800" y="110621"/>
                  <a:pt x="130962" y="110436"/>
                  <a:pt x="127809" y="110067"/>
                </a:cubicBezTo>
                <a:cubicBezTo>
                  <a:pt x="124656" y="109700"/>
                  <a:pt x="121503" y="109516"/>
                  <a:pt x="118350" y="109516"/>
                </a:cubicBezTo>
                <a:cubicBezTo>
                  <a:pt x="114987" y="109516"/>
                  <a:pt x="111676" y="109700"/>
                  <a:pt x="108418" y="110067"/>
                </a:cubicBezTo>
                <a:cubicBezTo>
                  <a:pt x="105160" y="110436"/>
                  <a:pt x="101850" y="110621"/>
                  <a:pt x="98487" y="110621"/>
                </a:cubicBezTo>
                <a:cubicBezTo>
                  <a:pt x="97961" y="110621"/>
                  <a:pt x="97540" y="110384"/>
                  <a:pt x="97224" y="109911"/>
                </a:cubicBezTo>
                <a:cubicBezTo>
                  <a:pt x="96910" y="109438"/>
                  <a:pt x="96753" y="108938"/>
                  <a:pt x="96753" y="108412"/>
                </a:cubicBezTo>
                <a:cubicBezTo>
                  <a:pt x="96753" y="107782"/>
                  <a:pt x="96910" y="107230"/>
                  <a:pt x="97224" y="106757"/>
                </a:cubicBezTo>
                <a:cubicBezTo>
                  <a:pt x="97540" y="106284"/>
                  <a:pt x="98013" y="105995"/>
                  <a:pt x="98644" y="105891"/>
                </a:cubicBezTo>
                <a:cubicBezTo>
                  <a:pt x="101586" y="105575"/>
                  <a:pt x="103873" y="105102"/>
                  <a:pt x="105502" y="104472"/>
                </a:cubicBezTo>
                <a:cubicBezTo>
                  <a:pt x="107131" y="103842"/>
                  <a:pt x="108313" y="102975"/>
                  <a:pt x="109048" y="101871"/>
                </a:cubicBezTo>
                <a:cubicBezTo>
                  <a:pt x="109784" y="100766"/>
                  <a:pt x="110204" y="99400"/>
                  <a:pt x="110308" y="97772"/>
                </a:cubicBezTo>
                <a:cubicBezTo>
                  <a:pt x="110414" y="96143"/>
                  <a:pt x="110467" y="94119"/>
                  <a:pt x="110467" y="91701"/>
                </a:cubicBezTo>
                <a:lnTo>
                  <a:pt x="110467" y="29744"/>
                </a:lnTo>
                <a:close/>
                <a:moveTo>
                  <a:pt x="190192" y="77197"/>
                </a:moveTo>
                <a:cubicBezTo>
                  <a:pt x="190192" y="76041"/>
                  <a:pt x="190139" y="75331"/>
                  <a:pt x="190033" y="75068"/>
                </a:cubicBezTo>
                <a:cubicBezTo>
                  <a:pt x="189929" y="74805"/>
                  <a:pt x="189666" y="74674"/>
                  <a:pt x="189246" y="74674"/>
                </a:cubicBezTo>
                <a:cubicBezTo>
                  <a:pt x="180628" y="75410"/>
                  <a:pt x="174243" y="77224"/>
                  <a:pt x="170090" y="80115"/>
                </a:cubicBezTo>
                <a:cubicBezTo>
                  <a:pt x="165940" y="83005"/>
                  <a:pt x="163865" y="86710"/>
                  <a:pt x="163865" y="91229"/>
                </a:cubicBezTo>
                <a:cubicBezTo>
                  <a:pt x="163865" y="94382"/>
                  <a:pt x="164653" y="97036"/>
                  <a:pt x="166230" y="99192"/>
                </a:cubicBezTo>
                <a:cubicBezTo>
                  <a:pt x="167806" y="101345"/>
                  <a:pt x="170434" y="102422"/>
                  <a:pt x="174113" y="102422"/>
                </a:cubicBezTo>
                <a:cubicBezTo>
                  <a:pt x="176529" y="102422"/>
                  <a:pt x="179078" y="101949"/>
                  <a:pt x="181758" y="101003"/>
                </a:cubicBezTo>
                <a:cubicBezTo>
                  <a:pt x="184437" y="100057"/>
                  <a:pt x="186829" y="98690"/>
                  <a:pt x="188931" y="96904"/>
                </a:cubicBezTo>
                <a:cubicBezTo>
                  <a:pt x="189771" y="96063"/>
                  <a:pt x="190192" y="95222"/>
                  <a:pt x="190192" y="94380"/>
                </a:cubicBezTo>
                <a:lnTo>
                  <a:pt x="190192" y="77197"/>
                </a:lnTo>
                <a:moveTo>
                  <a:pt x="205013" y="92805"/>
                </a:moveTo>
                <a:cubicBezTo>
                  <a:pt x="205013" y="96484"/>
                  <a:pt x="205354" y="99059"/>
                  <a:pt x="206037" y="100531"/>
                </a:cubicBezTo>
                <a:cubicBezTo>
                  <a:pt x="206720" y="102002"/>
                  <a:pt x="208060" y="102737"/>
                  <a:pt x="210057" y="102737"/>
                </a:cubicBezTo>
                <a:cubicBezTo>
                  <a:pt x="211213" y="102737"/>
                  <a:pt x="212159" y="102606"/>
                  <a:pt x="212893" y="102343"/>
                </a:cubicBezTo>
                <a:cubicBezTo>
                  <a:pt x="213629" y="102080"/>
                  <a:pt x="214681" y="101528"/>
                  <a:pt x="216047" y="100688"/>
                </a:cubicBezTo>
                <a:cubicBezTo>
                  <a:pt x="216363" y="100478"/>
                  <a:pt x="216705" y="100478"/>
                  <a:pt x="217072" y="100688"/>
                </a:cubicBezTo>
                <a:cubicBezTo>
                  <a:pt x="217441" y="100898"/>
                  <a:pt x="217756" y="101187"/>
                  <a:pt x="218017" y="101556"/>
                </a:cubicBezTo>
                <a:cubicBezTo>
                  <a:pt x="218280" y="101923"/>
                  <a:pt x="218464" y="102344"/>
                  <a:pt x="218568" y="102817"/>
                </a:cubicBezTo>
                <a:cubicBezTo>
                  <a:pt x="218674" y="103290"/>
                  <a:pt x="218570" y="103684"/>
                  <a:pt x="218255" y="103998"/>
                </a:cubicBezTo>
                <a:cubicBezTo>
                  <a:pt x="214156" y="108937"/>
                  <a:pt x="209321" y="111407"/>
                  <a:pt x="203750" y="111407"/>
                </a:cubicBezTo>
                <a:cubicBezTo>
                  <a:pt x="200702" y="111407"/>
                  <a:pt x="198101" y="110593"/>
                  <a:pt x="195946" y="108965"/>
                </a:cubicBezTo>
                <a:cubicBezTo>
                  <a:pt x="193792" y="107336"/>
                  <a:pt x="192190" y="105417"/>
                  <a:pt x="191139" y="103209"/>
                </a:cubicBezTo>
                <a:cubicBezTo>
                  <a:pt x="190928" y="102684"/>
                  <a:pt x="190612" y="102632"/>
                  <a:pt x="190192" y="103053"/>
                </a:cubicBezTo>
                <a:cubicBezTo>
                  <a:pt x="187459" y="105469"/>
                  <a:pt x="184279" y="107466"/>
                  <a:pt x="180653" y="109042"/>
                </a:cubicBezTo>
                <a:cubicBezTo>
                  <a:pt x="177027" y="110619"/>
                  <a:pt x="172482" y="111407"/>
                  <a:pt x="167019" y="111407"/>
                </a:cubicBezTo>
                <a:cubicBezTo>
                  <a:pt x="161027" y="111407"/>
                  <a:pt x="156402" y="109805"/>
                  <a:pt x="153143" y="106601"/>
                </a:cubicBezTo>
                <a:cubicBezTo>
                  <a:pt x="149886" y="103395"/>
                  <a:pt x="148257" y="98849"/>
                  <a:pt x="148257" y="92963"/>
                </a:cubicBezTo>
                <a:cubicBezTo>
                  <a:pt x="148257" y="85395"/>
                  <a:pt x="151778" y="79588"/>
                  <a:pt x="158820" y="75542"/>
                </a:cubicBezTo>
                <a:cubicBezTo>
                  <a:pt x="165862" y="71496"/>
                  <a:pt x="176109" y="69473"/>
                  <a:pt x="189561" y="69473"/>
                </a:cubicBezTo>
                <a:cubicBezTo>
                  <a:pt x="189771" y="69473"/>
                  <a:pt x="189929" y="69210"/>
                  <a:pt x="190033" y="68684"/>
                </a:cubicBezTo>
                <a:cubicBezTo>
                  <a:pt x="190139" y="68158"/>
                  <a:pt x="190192" y="66949"/>
                  <a:pt x="190192" y="65059"/>
                </a:cubicBezTo>
                <a:lnTo>
                  <a:pt x="190192" y="60801"/>
                </a:lnTo>
                <a:cubicBezTo>
                  <a:pt x="190192" y="58174"/>
                  <a:pt x="189982" y="55704"/>
                  <a:pt x="189561" y="53391"/>
                </a:cubicBezTo>
                <a:cubicBezTo>
                  <a:pt x="189141" y="51079"/>
                  <a:pt x="188432" y="49056"/>
                  <a:pt x="187432" y="47322"/>
                </a:cubicBezTo>
                <a:cubicBezTo>
                  <a:pt x="186435" y="45588"/>
                  <a:pt x="185043" y="44222"/>
                  <a:pt x="183256" y="43223"/>
                </a:cubicBezTo>
                <a:cubicBezTo>
                  <a:pt x="181470" y="42224"/>
                  <a:pt x="179262" y="41724"/>
                  <a:pt x="176634" y="41724"/>
                </a:cubicBezTo>
                <a:cubicBezTo>
                  <a:pt x="172745" y="41724"/>
                  <a:pt x="169592" y="42487"/>
                  <a:pt x="167175" y="44012"/>
                </a:cubicBezTo>
                <a:cubicBezTo>
                  <a:pt x="164758" y="45536"/>
                  <a:pt x="163550" y="47506"/>
                  <a:pt x="163550" y="49923"/>
                </a:cubicBezTo>
                <a:cubicBezTo>
                  <a:pt x="163550" y="51079"/>
                  <a:pt x="163917" y="52209"/>
                  <a:pt x="164651" y="53312"/>
                </a:cubicBezTo>
                <a:cubicBezTo>
                  <a:pt x="165388" y="54415"/>
                  <a:pt x="165756" y="55545"/>
                  <a:pt x="165756" y="56701"/>
                </a:cubicBezTo>
                <a:cubicBezTo>
                  <a:pt x="165756" y="58174"/>
                  <a:pt x="165019" y="59593"/>
                  <a:pt x="163547" y="60959"/>
                </a:cubicBezTo>
                <a:cubicBezTo>
                  <a:pt x="162077" y="62326"/>
                  <a:pt x="160291" y="63009"/>
                  <a:pt x="158190" y="63009"/>
                </a:cubicBezTo>
                <a:cubicBezTo>
                  <a:pt x="155351" y="63009"/>
                  <a:pt x="153327" y="62247"/>
                  <a:pt x="152118" y="60724"/>
                </a:cubicBezTo>
                <a:cubicBezTo>
                  <a:pt x="150911" y="59198"/>
                  <a:pt x="150307" y="57333"/>
                  <a:pt x="150307" y="55126"/>
                </a:cubicBezTo>
                <a:cubicBezTo>
                  <a:pt x="150307" y="52499"/>
                  <a:pt x="151042" y="50003"/>
                  <a:pt x="152513" y="47637"/>
                </a:cubicBezTo>
                <a:cubicBezTo>
                  <a:pt x="153985" y="45272"/>
                  <a:pt x="155982" y="43249"/>
                  <a:pt x="158503" y="41568"/>
                </a:cubicBezTo>
                <a:cubicBezTo>
                  <a:pt x="161025" y="39886"/>
                  <a:pt x="163968" y="38546"/>
                  <a:pt x="167331" y="37548"/>
                </a:cubicBezTo>
                <a:cubicBezTo>
                  <a:pt x="170696" y="36549"/>
                  <a:pt x="174218" y="36049"/>
                  <a:pt x="177897" y="36049"/>
                </a:cubicBezTo>
                <a:cubicBezTo>
                  <a:pt x="186303" y="36049"/>
                  <a:pt x="192924" y="37994"/>
                  <a:pt x="197760" y="41883"/>
                </a:cubicBezTo>
                <a:cubicBezTo>
                  <a:pt x="202595" y="45772"/>
                  <a:pt x="205013" y="52236"/>
                  <a:pt x="205013" y="61275"/>
                </a:cubicBezTo>
                <a:lnTo>
                  <a:pt x="205013" y="92805"/>
                </a:lnTo>
                <a:close/>
                <a:moveTo>
                  <a:pt x="248005" y="94065"/>
                </a:moveTo>
                <a:cubicBezTo>
                  <a:pt x="248005" y="94697"/>
                  <a:pt x="248372" y="95643"/>
                  <a:pt x="249107" y="96904"/>
                </a:cubicBezTo>
                <a:cubicBezTo>
                  <a:pt x="249843" y="98164"/>
                  <a:pt x="250868" y="99373"/>
                  <a:pt x="252181" y="100529"/>
                </a:cubicBezTo>
                <a:cubicBezTo>
                  <a:pt x="253496" y="101685"/>
                  <a:pt x="255073" y="102710"/>
                  <a:pt x="256910" y="103603"/>
                </a:cubicBezTo>
                <a:cubicBezTo>
                  <a:pt x="258750" y="104497"/>
                  <a:pt x="260774" y="104943"/>
                  <a:pt x="262982" y="104943"/>
                </a:cubicBezTo>
                <a:cubicBezTo>
                  <a:pt x="266765" y="104943"/>
                  <a:pt x="269918" y="104076"/>
                  <a:pt x="272441" y="102343"/>
                </a:cubicBezTo>
                <a:cubicBezTo>
                  <a:pt x="274964" y="100609"/>
                  <a:pt x="276960" y="98245"/>
                  <a:pt x="278431" y="95249"/>
                </a:cubicBezTo>
                <a:cubicBezTo>
                  <a:pt x="279903" y="92253"/>
                  <a:pt x="280928" y="88811"/>
                  <a:pt x="281505" y="84922"/>
                </a:cubicBezTo>
                <a:cubicBezTo>
                  <a:pt x="282083" y="81032"/>
                  <a:pt x="282371" y="76934"/>
                  <a:pt x="282371" y="72627"/>
                </a:cubicBezTo>
                <a:cubicBezTo>
                  <a:pt x="282371" y="68948"/>
                  <a:pt x="282161" y="65505"/>
                  <a:pt x="281741" y="62299"/>
                </a:cubicBezTo>
                <a:cubicBezTo>
                  <a:pt x="281321" y="59093"/>
                  <a:pt x="280559" y="56282"/>
                  <a:pt x="279456" y="53865"/>
                </a:cubicBezTo>
                <a:cubicBezTo>
                  <a:pt x="278352" y="51447"/>
                  <a:pt x="276802" y="49529"/>
                  <a:pt x="274806" y="48111"/>
                </a:cubicBezTo>
                <a:cubicBezTo>
                  <a:pt x="272809" y="46692"/>
                  <a:pt x="270181" y="45982"/>
                  <a:pt x="266923" y="45982"/>
                </a:cubicBezTo>
                <a:cubicBezTo>
                  <a:pt x="264190" y="45982"/>
                  <a:pt x="261667" y="46508"/>
                  <a:pt x="259355" y="47560"/>
                </a:cubicBezTo>
                <a:cubicBezTo>
                  <a:pt x="257042" y="48611"/>
                  <a:pt x="255045" y="49872"/>
                  <a:pt x="253362" y="51344"/>
                </a:cubicBezTo>
                <a:cubicBezTo>
                  <a:pt x="251682" y="52815"/>
                  <a:pt x="250368" y="54443"/>
                  <a:pt x="249422" y="56230"/>
                </a:cubicBezTo>
                <a:cubicBezTo>
                  <a:pt x="248477" y="58017"/>
                  <a:pt x="248005" y="59593"/>
                  <a:pt x="248005" y="60959"/>
                </a:cubicBezTo>
                <a:lnTo>
                  <a:pt x="248005" y="94065"/>
                </a:lnTo>
                <a:moveTo>
                  <a:pt x="233184" y="29901"/>
                </a:moveTo>
                <a:cubicBezTo>
                  <a:pt x="233184" y="25381"/>
                  <a:pt x="233131" y="21755"/>
                  <a:pt x="233025" y="19023"/>
                </a:cubicBezTo>
                <a:cubicBezTo>
                  <a:pt x="232921" y="16290"/>
                  <a:pt x="232527" y="14215"/>
                  <a:pt x="231844" y="12797"/>
                </a:cubicBezTo>
                <a:cubicBezTo>
                  <a:pt x="231161" y="11378"/>
                  <a:pt x="230083" y="10405"/>
                  <a:pt x="228611" y="9879"/>
                </a:cubicBezTo>
                <a:cubicBezTo>
                  <a:pt x="227140" y="9353"/>
                  <a:pt x="225039" y="8933"/>
                  <a:pt x="222306" y="8618"/>
                </a:cubicBezTo>
                <a:cubicBezTo>
                  <a:pt x="221782" y="8618"/>
                  <a:pt x="221388" y="8356"/>
                  <a:pt x="221125" y="7832"/>
                </a:cubicBezTo>
                <a:cubicBezTo>
                  <a:pt x="220862" y="7306"/>
                  <a:pt x="220704" y="6780"/>
                  <a:pt x="220651" y="6254"/>
                </a:cubicBezTo>
                <a:cubicBezTo>
                  <a:pt x="220598" y="5728"/>
                  <a:pt x="220703" y="5203"/>
                  <a:pt x="220966" y="4678"/>
                </a:cubicBezTo>
                <a:cubicBezTo>
                  <a:pt x="221229" y="4152"/>
                  <a:pt x="221676" y="3889"/>
                  <a:pt x="222306" y="3889"/>
                </a:cubicBezTo>
                <a:cubicBezTo>
                  <a:pt x="225355" y="3679"/>
                  <a:pt x="228797" y="3364"/>
                  <a:pt x="232633" y="2944"/>
                </a:cubicBezTo>
                <a:cubicBezTo>
                  <a:pt x="236469" y="2522"/>
                  <a:pt x="240332" y="1734"/>
                  <a:pt x="244221" y="579"/>
                </a:cubicBezTo>
                <a:cubicBezTo>
                  <a:pt x="245692" y="157"/>
                  <a:pt x="246663" y="236"/>
                  <a:pt x="247137" y="815"/>
                </a:cubicBezTo>
                <a:cubicBezTo>
                  <a:pt x="247610" y="1392"/>
                  <a:pt x="247899" y="1997"/>
                  <a:pt x="248005" y="2629"/>
                </a:cubicBezTo>
                <a:lnTo>
                  <a:pt x="248005" y="47873"/>
                </a:lnTo>
                <a:cubicBezTo>
                  <a:pt x="248005" y="48083"/>
                  <a:pt x="248057" y="48188"/>
                  <a:pt x="248161" y="48188"/>
                </a:cubicBezTo>
                <a:cubicBezTo>
                  <a:pt x="248371" y="48188"/>
                  <a:pt x="248529" y="48083"/>
                  <a:pt x="248635" y="47873"/>
                </a:cubicBezTo>
                <a:cubicBezTo>
                  <a:pt x="250632" y="44826"/>
                  <a:pt x="253495" y="42094"/>
                  <a:pt x="257226" y="39677"/>
                </a:cubicBezTo>
                <a:cubicBezTo>
                  <a:pt x="260957" y="37259"/>
                  <a:pt x="265556" y="36049"/>
                  <a:pt x="271022" y="36049"/>
                </a:cubicBezTo>
                <a:cubicBezTo>
                  <a:pt x="275541" y="36049"/>
                  <a:pt x="279534" y="37022"/>
                  <a:pt x="283002" y="38967"/>
                </a:cubicBezTo>
                <a:cubicBezTo>
                  <a:pt x="286470" y="40911"/>
                  <a:pt x="289387" y="43486"/>
                  <a:pt x="291751" y="46692"/>
                </a:cubicBezTo>
                <a:cubicBezTo>
                  <a:pt x="294116" y="49898"/>
                  <a:pt x="295904" y="53603"/>
                  <a:pt x="297113" y="57808"/>
                </a:cubicBezTo>
                <a:cubicBezTo>
                  <a:pt x="298322" y="62011"/>
                  <a:pt x="298927" y="66373"/>
                  <a:pt x="298927" y="70892"/>
                </a:cubicBezTo>
                <a:cubicBezTo>
                  <a:pt x="298927" y="77828"/>
                  <a:pt x="297849" y="83845"/>
                  <a:pt x="295693" y="88944"/>
                </a:cubicBezTo>
                <a:cubicBezTo>
                  <a:pt x="293540" y="94040"/>
                  <a:pt x="290623" y="98245"/>
                  <a:pt x="286944" y="101556"/>
                </a:cubicBezTo>
                <a:cubicBezTo>
                  <a:pt x="283265" y="104866"/>
                  <a:pt x="279008" y="107336"/>
                  <a:pt x="274173" y="108965"/>
                </a:cubicBezTo>
                <a:cubicBezTo>
                  <a:pt x="269339" y="110593"/>
                  <a:pt x="264243" y="111407"/>
                  <a:pt x="258883" y="111407"/>
                </a:cubicBezTo>
                <a:cubicBezTo>
                  <a:pt x="255204" y="111407"/>
                  <a:pt x="251262" y="111171"/>
                  <a:pt x="247057" y="110697"/>
                </a:cubicBezTo>
                <a:cubicBezTo>
                  <a:pt x="242854" y="110226"/>
                  <a:pt x="238229" y="109096"/>
                  <a:pt x="233184" y="107308"/>
                </a:cubicBezTo>
                <a:lnTo>
                  <a:pt x="233184" y="29901"/>
                </a:lnTo>
                <a:close/>
                <a:moveTo>
                  <a:pt x="384642" y="71679"/>
                </a:moveTo>
                <a:cubicBezTo>
                  <a:pt x="384642" y="78090"/>
                  <a:pt x="383749" y="83766"/>
                  <a:pt x="381963" y="88706"/>
                </a:cubicBezTo>
                <a:cubicBezTo>
                  <a:pt x="380176" y="93645"/>
                  <a:pt x="377627" y="97797"/>
                  <a:pt x="374315" y="101162"/>
                </a:cubicBezTo>
                <a:cubicBezTo>
                  <a:pt x="371005" y="104525"/>
                  <a:pt x="367037" y="107073"/>
                  <a:pt x="362412" y="108807"/>
                </a:cubicBezTo>
                <a:cubicBezTo>
                  <a:pt x="357789" y="110540"/>
                  <a:pt x="352639" y="111407"/>
                  <a:pt x="346964" y="111407"/>
                </a:cubicBezTo>
                <a:cubicBezTo>
                  <a:pt x="342024" y="111407"/>
                  <a:pt x="337452" y="110593"/>
                  <a:pt x="333247" y="108965"/>
                </a:cubicBezTo>
                <a:cubicBezTo>
                  <a:pt x="329043" y="107336"/>
                  <a:pt x="325417" y="104918"/>
                  <a:pt x="322369" y="101713"/>
                </a:cubicBezTo>
                <a:cubicBezTo>
                  <a:pt x="319322" y="98507"/>
                  <a:pt x="316904" y="94461"/>
                  <a:pt x="315116" y="89574"/>
                </a:cubicBezTo>
                <a:cubicBezTo>
                  <a:pt x="313329" y="84686"/>
                  <a:pt x="312436" y="78931"/>
                  <a:pt x="312436" y="72309"/>
                </a:cubicBezTo>
                <a:cubicBezTo>
                  <a:pt x="312436" y="66949"/>
                  <a:pt x="313329" y="62036"/>
                  <a:pt x="315116" y="57570"/>
                </a:cubicBezTo>
                <a:cubicBezTo>
                  <a:pt x="316904" y="53104"/>
                  <a:pt x="319400" y="49294"/>
                  <a:pt x="322604" y="46141"/>
                </a:cubicBezTo>
                <a:cubicBezTo>
                  <a:pt x="325810" y="42986"/>
                  <a:pt x="329673" y="40516"/>
                  <a:pt x="334192" y="38729"/>
                </a:cubicBezTo>
                <a:cubicBezTo>
                  <a:pt x="338712" y="36943"/>
                  <a:pt x="343652" y="36049"/>
                  <a:pt x="349013" y="36049"/>
                </a:cubicBezTo>
                <a:cubicBezTo>
                  <a:pt x="354163" y="36049"/>
                  <a:pt x="358918" y="36838"/>
                  <a:pt x="363278" y="38414"/>
                </a:cubicBezTo>
                <a:cubicBezTo>
                  <a:pt x="367640" y="39991"/>
                  <a:pt x="371398" y="42277"/>
                  <a:pt x="374551" y="45273"/>
                </a:cubicBezTo>
                <a:cubicBezTo>
                  <a:pt x="377705" y="48268"/>
                  <a:pt x="380176" y="51974"/>
                  <a:pt x="381963" y="56389"/>
                </a:cubicBezTo>
                <a:cubicBezTo>
                  <a:pt x="383749" y="60802"/>
                  <a:pt x="384642" y="65899"/>
                  <a:pt x="384642" y="71679"/>
                </a:cubicBezTo>
                <a:moveTo>
                  <a:pt x="368089" y="73413"/>
                </a:moveTo>
                <a:cubicBezTo>
                  <a:pt x="368089" y="69420"/>
                  <a:pt x="367826" y="65532"/>
                  <a:pt x="367300" y="61748"/>
                </a:cubicBezTo>
                <a:cubicBezTo>
                  <a:pt x="366774" y="57964"/>
                  <a:pt x="365828" y="54600"/>
                  <a:pt x="364462" y="51657"/>
                </a:cubicBezTo>
                <a:cubicBezTo>
                  <a:pt x="363095" y="48714"/>
                  <a:pt x="361204" y="46349"/>
                  <a:pt x="358787" y="44563"/>
                </a:cubicBezTo>
                <a:cubicBezTo>
                  <a:pt x="356370" y="42776"/>
                  <a:pt x="353269" y="41883"/>
                  <a:pt x="349485" y="41883"/>
                </a:cubicBezTo>
                <a:cubicBezTo>
                  <a:pt x="345281" y="41883"/>
                  <a:pt x="341865" y="42776"/>
                  <a:pt x="339237" y="44563"/>
                </a:cubicBezTo>
                <a:cubicBezTo>
                  <a:pt x="336610" y="46349"/>
                  <a:pt x="334535" y="48741"/>
                  <a:pt x="333011" y="51736"/>
                </a:cubicBezTo>
                <a:cubicBezTo>
                  <a:pt x="331488" y="54732"/>
                  <a:pt x="330436" y="58122"/>
                  <a:pt x="329857" y="61905"/>
                </a:cubicBezTo>
                <a:cubicBezTo>
                  <a:pt x="329280" y="65688"/>
                  <a:pt x="328991" y="69629"/>
                  <a:pt x="328991" y="73728"/>
                </a:cubicBezTo>
                <a:cubicBezTo>
                  <a:pt x="328991" y="77301"/>
                  <a:pt x="329254" y="80980"/>
                  <a:pt x="329778" y="84765"/>
                </a:cubicBezTo>
                <a:cubicBezTo>
                  <a:pt x="330304" y="88548"/>
                  <a:pt x="331302" y="91964"/>
                  <a:pt x="332773" y="95013"/>
                </a:cubicBezTo>
                <a:cubicBezTo>
                  <a:pt x="334245" y="98060"/>
                  <a:pt x="336268" y="100583"/>
                  <a:pt x="338842" y="102581"/>
                </a:cubicBezTo>
                <a:cubicBezTo>
                  <a:pt x="341418" y="104578"/>
                  <a:pt x="344703" y="105576"/>
                  <a:pt x="348698" y="105576"/>
                </a:cubicBezTo>
                <a:cubicBezTo>
                  <a:pt x="352797" y="105576"/>
                  <a:pt x="356107" y="104630"/>
                  <a:pt x="358628" y="102737"/>
                </a:cubicBezTo>
                <a:cubicBezTo>
                  <a:pt x="361151" y="100845"/>
                  <a:pt x="363122" y="98375"/>
                  <a:pt x="364541" y="95328"/>
                </a:cubicBezTo>
                <a:cubicBezTo>
                  <a:pt x="365961" y="92279"/>
                  <a:pt x="366907" y="88837"/>
                  <a:pt x="367380" y="85001"/>
                </a:cubicBezTo>
                <a:cubicBezTo>
                  <a:pt x="367853" y="81165"/>
                  <a:pt x="368089" y="77302"/>
                  <a:pt x="368089" y="73413"/>
                </a:cubicBezTo>
                <a:close/>
                <a:moveTo>
                  <a:pt x="421643" y="90755"/>
                </a:moveTo>
                <a:cubicBezTo>
                  <a:pt x="421643" y="93384"/>
                  <a:pt x="421722" y="95591"/>
                  <a:pt x="421879" y="97378"/>
                </a:cubicBezTo>
                <a:cubicBezTo>
                  <a:pt x="422038" y="99164"/>
                  <a:pt x="422589" y="100636"/>
                  <a:pt x="423534" y="101792"/>
                </a:cubicBezTo>
                <a:cubicBezTo>
                  <a:pt x="424480" y="102948"/>
                  <a:pt x="425952" y="103842"/>
                  <a:pt x="427948" y="104472"/>
                </a:cubicBezTo>
                <a:cubicBezTo>
                  <a:pt x="429947" y="105102"/>
                  <a:pt x="432837" y="105575"/>
                  <a:pt x="436620" y="105891"/>
                </a:cubicBezTo>
                <a:cubicBezTo>
                  <a:pt x="437251" y="105995"/>
                  <a:pt x="437723" y="106284"/>
                  <a:pt x="438037" y="106757"/>
                </a:cubicBezTo>
                <a:cubicBezTo>
                  <a:pt x="438353" y="107230"/>
                  <a:pt x="438511" y="107782"/>
                  <a:pt x="438511" y="108412"/>
                </a:cubicBezTo>
                <a:cubicBezTo>
                  <a:pt x="438511" y="108938"/>
                  <a:pt x="438353" y="109438"/>
                  <a:pt x="438037" y="109911"/>
                </a:cubicBezTo>
                <a:cubicBezTo>
                  <a:pt x="437723" y="110384"/>
                  <a:pt x="437251" y="110621"/>
                  <a:pt x="436620" y="110621"/>
                </a:cubicBezTo>
                <a:cubicBezTo>
                  <a:pt x="432101" y="110621"/>
                  <a:pt x="428107" y="110436"/>
                  <a:pt x="424638" y="110067"/>
                </a:cubicBezTo>
                <a:cubicBezTo>
                  <a:pt x="421169" y="109700"/>
                  <a:pt x="417858" y="109516"/>
                  <a:pt x="414705" y="109516"/>
                </a:cubicBezTo>
                <a:cubicBezTo>
                  <a:pt x="411342" y="109516"/>
                  <a:pt x="408005" y="109700"/>
                  <a:pt x="404693" y="110067"/>
                </a:cubicBezTo>
                <a:cubicBezTo>
                  <a:pt x="401383" y="110436"/>
                  <a:pt x="398047" y="110621"/>
                  <a:pt x="394684" y="110621"/>
                </a:cubicBezTo>
                <a:cubicBezTo>
                  <a:pt x="394159" y="110621"/>
                  <a:pt x="393739" y="110384"/>
                  <a:pt x="393423" y="109911"/>
                </a:cubicBezTo>
                <a:cubicBezTo>
                  <a:pt x="393107" y="109438"/>
                  <a:pt x="392949" y="108938"/>
                  <a:pt x="392949" y="108412"/>
                </a:cubicBezTo>
                <a:cubicBezTo>
                  <a:pt x="392949" y="107782"/>
                  <a:pt x="393107" y="107230"/>
                  <a:pt x="393423" y="106757"/>
                </a:cubicBezTo>
                <a:cubicBezTo>
                  <a:pt x="393739" y="106284"/>
                  <a:pt x="394212" y="105995"/>
                  <a:pt x="394842" y="105891"/>
                </a:cubicBezTo>
                <a:cubicBezTo>
                  <a:pt x="397785" y="105575"/>
                  <a:pt x="400071" y="105102"/>
                  <a:pt x="401698" y="104472"/>
                </a:cubicBezTo>
                <a:cubicBezTo>
                  <a:pt x="403328" y="103842"/>
                  <a:pt x="404511" y="102975"/>
                  <a:pt x="405247" y="101871"/>
                </a:cubicBezTo>
                <a:cubicBezTo>
                  <a:pt x="405983" y="100766"/>
                  <a:pt x="406429" y="99400"/>
                  <a:pt x="406587" y="97772"/>
                </a:cubicBezTo>
                <a:cubicBezTo>
                  <a:pt x="406745" y="96143"/>
                  <a:pt x="406825" y="94119"/>
                  <a:pt x="406825" y="91701"/>
                </a:cubicBezTo>
                <a:lnTo>
                  <a:pt x="406825" y="68684"/>
                </a:lnTo>
                <a:cubicBezTo>
                  <a:pt x="406825" y="63534"/>
                  <a:pt x="406719" y="59462"/>
                  <a:pt x="406507" y="56466"/>
                </a:cubicBezTo>
                <a:cubicBezTo>
                  <a:pt x="406297" y="53470"/>
                  <a:pt x="405798" y="51158"/>
                  <a:pt x="405009" y="49530"/>
                </a:cubicBezTo>
                <a:cubicBezTo>
                  <a:pt x="404221" y="47901"/>
                  <a:pt x="402986" y="46823"/>
                  <a:pt x="401304" y="46297"/>
                </a:cubicBezTo>
                <a:cubicBezTo>
                  <a:pt x="399623" y="45771"/>
                  <a:pt x="397311" y="45403"/>
                  <a:pt x="394369" y="45193"/>
                </a:cubicBezTo>
                <a:cubicBezTo>
                  <a:pt x="393844" y="45193"/>
                  <a:pt x="393450" y="44931"/>
                  <a:pt x="393187" y="44406"/>
                </a:cubicBezTo>
                <a:cubicBezTo>
                  <a:pt x="392924" y="43880"/>
                  <a:pt x="392793" y="43354"/>
                  <a:pt x="392793" y="42828"/>
                </a:cubicBezTo>
                <a:cubicBezTo>
                  <a:pt x="392793" y="42304"/>
                  <a:pt x="392924" y="41779"/>
                  <a:pt x="393187" y="41253"/>
                </a:cubicBezTo>
                <a:cubicBezTo>
                  <a:pt x="393450" y="40727"/>
                  <a:pt x="393897" y="40464"/>
                  <a:pt x="394527" y="40464"/>
                </a:cubicBezTo>
                <a:cubicBezTo>
                  <a:pt x="396630" y="40254"/>
                  <a:pt x="399546" y="40017"/>
                  <a:pt x="403276" y="39754"/>
                </a:cubicBezTo>
                <a:cubicBezTo>
                  <a:pt x="407008" y="39491"/>
                  <a:pt x="410818" y="38834"/>
                  <a:pt x="414705" y="37784"/>
                </a:cubicBezTo>
                <a:cubicBezTo>
                  <a:pt x="416178" y="37364"/>
                  <a:pt x="417387" y="37312"/>
                  <a:pt x="418333" y="37628"/>
                </a:cubicBezTo>
                <a:cubicBezTo>
                  <a:pt x="419279" y="37942"/>
                  <a:pt x="419699" y="38835"/>
                  <a:pt x="419594" y="40307"/>
                </a:cubicBezTo>
                <a:lnTo>
                  <a:pt x="419279" y="50396"/>
                </a:lnTo>
                <a:cubicBezTo>
                  <a:pt x="419279" y="50607"/>
                  <a:pt x="419331" y="50738"/>
                  <a:pt x="419435" y="50791"/>
                </a:cubicBezTo>
                <a:cubicBezTo>
                  <a:pt x="419541" y="50844"/>
                  <a:pt x="419699" y="50764"/>
                  <a:pt x="419909" y="50553"/>
                </a:cubicBezTo>
                <a:cubicBezTo>
                  <a:pt x="422116" y="46139"/>
                  <a:pt x="424822" y="42619"/>
                  <a:pt x="428028" y="39992"/>
                </a:cubicBezTo>
                <a:cubicBezTo>
                  <a:pt x="431234" y="37364"/>
                  <a:pt x="435516" y="36049"/>
                  <a:pt x="440876" y="36049"/>
                </a:cubicBezTo>
                <a:cubicBezTo>
                  <a:pt x="445291" y="36049"/>
                  <a:pt x="448549" y="37179"/>
                  <a:pt x="450650" y="39439"/>
                </a:cubicBezTo>
                <a:cubicBezTo>
                  <a:pt x="452752" y="41699"/>
                  <a:pt x="453804" y="44458"/>
                  <a:pt x="453804" y="47717"/>
                </a:cubicBezTo>
                <a:cubicBezTo>
                  <a:pt x="453804" y="49503"/>
                  <a:pt x="453120" y="51133"/>
                  <a:pt x="451754" y="52605"/>
                </a:cubicBezTo>
                <a:cubicBezTo>
                  <a:pt x="450388" y="54075"/>
                  <a:pt x="448444" y="54811"/>
                  <a:pt x="445923" y="54811"/>
                </a:cubicBezTo>
                <a:cubicBezTo>
                  <a:pt x="443504" y="54811"/>
                  <a:pt x="441822" y="54233"/>
                  <a:pt x="440876" y="53076"/>
                </a:cubicBezTo>
                <a:cubicBezTo>
                  <a:pt x="439931" y="51920"/>
                  <a:pt x="439459" y="50659"/>
                  <a:pt x="439459" y="49292"/>
                </a:cubicBezTo>
                <a:cubicBezTo>
                  <a:pt x="439459" y="47822"/>
                  <a:pt x="439170" y="46666"/>
                  <a:pt x="438591" y="45826"/>
                </a:cubicBezTo>
                <a:cubicBezTo>
                  <a:pt x="438013" y="44984"/>
                  <a:pt x="436778" y="44563"/>
                  <a:pt x="434886" y="44563"/>
                </a:cubicBezTo>
                <a:cubicBezTo>
                  <a:pt x="432889" y="44563"/>
                  <a:pt x="431076" y="45220"/>
                  <a:pt x="429447" y="46533"/>
                </a:cubicBezTo>
                <a:cubicBezTo>
                  <a:pt x="427818" y="47846"/>
                  <a:pt x="426425" y="49397"/>
                  <a:pt x="425268" y="51185"/>
                </a:cubicBezTo>
                <a:cubicBezTo>
                  <a:pt x="424112" y="52972"/>
                  <a:pt x="423219" y="54811"/>
                  <a:pt x="422589" y="56704"/>
                </a:cubicBezTo>
                <a:cubicBezTo>
                  <a:pt x="421958" y="58595"/>
                  <a:pt x="421643" y="60065"/>
                  <a:pt x="421643" y="61116"/>
                </a:cubicBezTo>
                <a:lnTo>
                  <a:pt x="421643" y="90755"/>
                </a:lnTo>
                <a:close/>
                <a:moveTo>
                  <a:pt x="500579" y="77197"/>
                </a:moveTo>
                <a:cubicBezTo>
                  <a:pt x="500579" y="76041"/>
                  <a:pt x="500526" y="75331"/>
                  <a:pt x="500421" y="75068"/>
                </a:cubicBezTo>
                <a:cubicBezTo>
                  <a:pt x="500316" y="74805"/>
                  <a:pt x="500054" y="74674"/>
                  <a:pt x="499634" y="74674"/>
                </a:cubicBezTo>
                <a:cubicBezTo>
                  <a:pt x="491016" y="75410"/>
                  <a:pt x="484630" y="77224"/>
                  <a:pt x="480478" y="80115"/>
                </a:cubicBezTo>
                <a:cubicBezTo>
                  <a:pt x="476328" y="83005"/>
                  <a:pt x="474253" y="86710"/>
                  <a:pt x="474253" y="91229"/>
                </a:cubicBezTo>
                <a:cubicBezTo>
                  <a:pt x="474253" y="94382"/>
                  <a:pt x="475041" y="97036"/>
                  <a:pt x="476617" y="99192"/>
                </a:cubicBezTo>
                <a:cubicBezTo>
                  <a:pt x="478194" y="101345"/>
                  <a:pt x="480821" y="102422"/>
                  <a:pt x="484500" y="102422"/>
                </a:cubicBezTo>
                <a:cubicBezTo>
                  <a:pt x="486917" y="102422"/>
                  <a:pt x="489466" y="101949"/>
                  <a:pt x="492145" y="101003"/>
                </a:cubicBezTo>
                <a:cubicBezTo>
                  <a:pt x="494825" y="100057"/>
                  <a:pt x="497216" y="98690"/>
                  <a:pt x="499319" y="96904"/>
                </a:cubicBezTo>
                <a:cubicBezTo>
                  <a:pt x="500159" y="96063"/>
                  <a:pt x="500579" y="95222"/>
                  <a:pt x="500579" y="94380"/>
                </a:cubicBezTo>
                <a:lnTo>
                  <a:pt x="500579" y="77197"/>
                </a:lnTo>
                <a:moveTo>
                  <a:pt x="515400" y="92805"/>
                </a:moveTo>
                <a:cubicBezTo>
                  <a:pt x="515400" y="96484"/>
                  <a:pt x="515742" y="99059"/>
                  <a:pt x="516425" y="100531"/>
                </a:cubicBezTo>
                <a:cubicBezTo>
                  <a:pt x="517108" y="102002"/>
                  <a:pt x="518448" y="102737"/>
                  <a:pt x="520445" y="102737"/>
                </a:cubicBezTo>
                <a:cubicBezTo>
                  <a:pt x="521601" y="102737"/>
                  <a:pt x="522546" y="102606"/>
                  <a:pt x="523281" y="102343"/>
                </a:cubicBezTo>
                <a:cubicBezTo>
                  <a:pt x="524017" y="102080"/>
                  <a:pt x="525068" y="101528"/>
                  <a:pt x="526435" y="100688"/>
                </a:cubicBezTo>
                <a:cubicBezTo>
                  <a:pt x="526751" y="100478"/>
                  <a:pt x="527092" y="100478"/>
                  <a:pt x="527459" y="100688"/>
                </a:cubicBezTo>
                <a:cubicBezTo>
                  <a:pt x="527828" y="100898"/>
                  <a:pt x="528143" y="101187"/>
                  <a:pt x="528405" y="101556"/>
                </a:cubicBezTo>
                <a:cubicBezTo>
                  <a:pt x="528668" y="101923"/>
                  <a:pt x="528852" y="102344"/>
                  <a:pt x="528956" y="102817"/>
                </a:cubicBezTo>
                <a:cubicBezTo>
                  <a:pt x="529062" y="103290"/>
                  <a:pt x="528957" y="103684"/>
                  <a:pt x="528643" y="103998"/>
                </a:cubicBezTo>
                <a:cubicBezTo>
                  <a:pt x="524544" y="108937"/>
                  <a:pt x="519709" y="111407"/>
                  <a:pt x="514137" y="111407"/>
                </a:cubicBezTo>
                <a:cubicBezTo>
                  <a:pt x="511090" y="111407"/>
                  <a:pt x="508489" y="110593"/>
                  <a:pt x="506334" y="108965"/>
                </a:cubicBezTo>
                <a:cubicBezTo>
                  <a:pt x="504180" y="107336"/>
                  <a:pt x="502578" y="105417"/>
                  <a:pt x="501527" y="103209"/>
                </a:cubicBezTo>
                <a:cubicBezTo>
                  <a:pt x="501315" y="102684"/>
                  <a:pt x="501000" y="102632"/>
                  <a:pt x="500579" y="103053"/>
                </a:cubicBezTo>
                <a:cubicBezTo>
                  <a:pt x="497847" y="105469"/>
                  <a:pt x="494667" y="107466"/>
                  <a:pt x="491041" y="109042"/>
                </a:cubicBezTo>
                <a:cubicBezTo>
                  <a:pt x="487415" y="110619"/>
                  <a:pt x="482870" y="111407"/>
                  <a:pt x="477406" y="111407"/>
                </a:cubicBezTo>
                <a:cubicBezTo>
                  <a:pt x="471415" y="111407"/>
                  <a:pt x="466790" y="109805"/>
                  <a:pt x="463531" y="106601"/>
                </a:cubicBezTo>
                <a:cubicBezTo>
                  <a:pt x="460274" y="103395"/>
                  <a:pt x="458645" y="98849"/>
                  <a:pt x="458645" y="92963"/>
                </a:cubicBezTo>
                <a:cubicBezTo>
                  <a:pt x="458645" y="85395"/>
                  <a:pt x="462166" y="79588"/>
                  <a:pt x="469208" y="75542"/>
                </a:cubicBezTo>
                <a:cubicBezTo>
                  <a:pt x="476250" y="71496"/>
                  <a:pt x="486497" y="69473"/>
                  <a:pt x="499949" y="69473"/>
                </a:cubicBezTo>
                <a:cubicBezTo>
                  <a:pt x="500159" y="69473"/>
                  <a:pt x="500316" y="69210"/>
                  <a:pt x="500421" y="68684"/>
                </a:cubicBezTo>
                <a:cubicBezTo>
                  <a:pt x="500526" y="68158"/>
                  <a:pt x="500579" y="66949"/>
                  <a:pt x="500579" y="65059"/>
                </a:cubicBezTo>
                <a:lnTo>
                  <a:pt x="500579" y="60801"/>
                </a:lnTo>
                <a:cubicBezTo>
                  <a:pt x="500579" y="58174"/>
                  <a:pt x="500369" y="55704"/>
                  <a:pt x="499949" y="53391"/>
                </a:cubicBezTo>
                <a:cubicBezTo>
                  <a:pt x="499529" y="51079"/>
                  <a:pt x="498819" y="49056"/>
                  <a:pt x="497820" y="47322"/>
                </a:cubicBezTo>
                <a:cubicBezTo>
                  <a:pt x="496823" y="45588"/>
                  <a:pt x="495431" y="44222"/>
                  <a:pt x="493644" y="43223"/>
                </a:cubicBezTo>
                <a:cubicBezTo>
                  <a:pt x="491857" y="42224"/>
                  <a:pt x="489650" y="41724"/>
                  <a:pt x="487021" y="41724"/>
                </a:cubicBezTo>
                <a:cubicBezTo>
                  <a:pt x="483132" y="41724"/>
                  <a:pt x="479979" y="42487"/>
                  <a:pt x="477563" y="44012"/>
                </a:cubicBezTo>
                <a:cubicBezTo>
                  <a:pt x="475146" y="45536"/>
                  <a:pt x="473937" y="47506"/>
                  <a:pt x="473937" y="49923"/>
                </a:cubicBezTo>
                <a:cubicBezTo>
                  <a:pt x="473937" y="51079"/>
                  <a:pt x="474305" y="52209"/>
                  <a:pt x="475039" y="53312"/>
                </a:cubicBezTo>
                <a:cubicBezTo>
                  <a:pt x="475775" y="54415"/>
                  <a:pt x="476143" y="55545"/>
                  <a:pt x="476143" y="56701"/>
                </a:cubicBezTo>
                <a:cubicBezTo>
                  <a:pt x="476143" y="58174"/>
                  <a:pt x="475407" y="59593"/>
                  <a:pt x="473935" y="60959"/>
                </a:cubicBezTo>
                <a:cubicBezTo>
                  <a:pt x="472464" y="62326"/>
                  <a:pt x="470679" y="63009"/>
                  <a:pt x="468578" y="63009"/>
                </a:cubicBezTo>
                <a:cubicBezTo>
                  <a:pt x="465739" y="63009"/>
                  <a:pt x="463715" y="62247"/>
                  <a:pt x="462506" y="60724"/>
                </a:cubicBezTo>
                <a:cubicBezTo>
                  <a:pt x="461298" y="59198"/>
                  <a:pt x="460695" y="57333"/>
                  <a:pt x="460695" y="55126"/>
                </a:cubicBezTo>
                <a:cubicBezTo>
                  <a:pt x="460695" y="52499"/>
                  <a:pt x="461430" y="50003"/>
                  <a:pt x="462901" y="47637"/>
                </a:cubicBezTo>
                <a:cubicBezTo>
                  <a:pt x="464373" y="45272"/>
                  <a:pt x="466369" y="43249"/>
                  <a:pt x="468890" y="41568"/>
                </a:cubicBezTo>
                <a:cubicBezTo>
                  <a:pt x="471413" y="39886"/>
                  <a:pt x="474356" y="38546"/>
                  <a:pt x="477719" y="37548"/>
                </a:cubicBezTo>
                <a:cubicBezTo>
                  <a:pt x="481084" y="36549"/>
                  <a:pt x="484605" y="36049"/>
                  <a:pt x="488284" y="36049"/>
                </a:cubicBezTo>
                <a:cubicBezTo>
                  <a:pt x="496691" y="36049"/>
                  <a:pt x="503312" y="37994"/>
                  <a:pt x="508147" y="41883"/>
                </a:cubicBezTo>
                <a:cubicBezTo>
                  <a:pt x="512983" y="45772"/>
                  <a:pt x="515400" y="52236"/>
                  <a:pt x="515400" y="61275"/>
                </a:cubicBezTo>
                <a:lnTo>
                  <a:pt x="515400" y="92805"/>
                </a:lnTo>
                <a:close/>
                <a:moveTo>
                  <a:pt x="555869" y="85552"/>
                </a:moveTo>
                <a:cubicBezTo>
                  <a:pt x="555869" y="91437"/>
                  <a:pt x="556525" y="95800"/>
                  <a:pt x="557839" y="98638"/>
                </a:cubicBezTo>
                <a:cubicBezTo>
                  <a:pt x="559152" y="101475"/>
                  <a:pt x="561543" y="102894"/>
                  <a:pt x="565012" y="102894"/>
                </a:cubicBezTo>
                <a:cubicBezTo>
                  <a:pt x="567429" y="102894"/>
                  <a:pt x="569714" y="102526"/>
                  <a:pt x="571868" y="101792"/>
                </a:cubicBezTo>
                <a:cubicBezTo>
                  <a:pt x="574024" y="101056"/>
                  <a:pt x="575679" y="100268"/>
                  <a:pt x="576836" y="99427"/>
                </a:cubicBezTo>
                <a:cubicBezTo>
                  <a:pt x="577152" y="99217"/>
                  <a:pt x="577520" y="99191"/>
                  <a:pt x="577940" y="99348"/>
                </a:cubicBezTo>
                <a:cubicBezTo>
                  <a:pt x="578360" y="99505"/>
                  <a:pt x="578727" y="99768"/>
                  <a:pt x="579042" y="100137"/>
                </a:cubicBezTo>
                <a:cubicBezTo>
                  <a:pt x="579358" y="100504"/>
                  <a:pt x="579594" y="100898"/>
                  <a:pt x="579751" y="101318"/>
                </a:cubicBezTo>
                <a:cubicBezTo>
                  <a:pt x="579910" y="101738"/>
                  <a:pt x="579884" y="102106"/>
                  <a:pt x="579674" y="102422"/>
                </a:cubicBezTo>
                <a:cubicBezTo>
                  <a:pt x="577678" y="105679"/>
                  <a:pt x="575076" y="107991"/>
                  <a:pt x="571871" y="109358"/>
                </a:cubicBezTo>
                <a:cubicBezTo>
                  <a:pt x="568665" y="110724"/>
                  <a:pt x="564907" y="111407"/>
                  <a:pt x="560598" y="111407"/>
                </a:cubicBezTo>
                <a:cubicBezTo>
                  <a:pt x="553452" y="111407"/>
                  <a:pt x="548407" y="109805"/>
                  <a:pt x="545464" y="106601"/>
                </a:cubicBezTo>
                <a:cubicBezTo>
                  <a:pt x="542521" y="103395"/>
                  <a:pt x="541050" y="98376"/>
                  <a:pt x="541050" y="91544"/>
                </a:cubicBezTo>
                <a:lnTo>
                  <a:pt x="541050" y="51027"/>
                </a:lnTo>
                <a:cubicBezTo>
                  <a:pt x="541050" y="49766"/>
                  <a:pt x="540997" y="48768"/>
                  <a:pt x="540891" y="48032"/>
                </a:cubicBezTo>
                <a:cubicBezTo>
                  <a:pt x="540787" y="47296"/>
                  <a:pt x="540472" y="46770"/>
                  <a:pt x="539946" y="46456"/>
                </a:cubicBezTo>
                <a:cubicBezTo>
                  <a:pt x="539420" y="46140"/>
                  <a:pt x="538552" y="45956"/>
                  <a:pt x="537343" y="45903"/>
                </a:cubicBezTo>
                <a:cubicBezTo>
                  <a:pt x="536135" y="45850"/>
                  <a:pt x="534428" y="45823"/>
                  <a:pt x="532222" y="45823"/>
                </a:cubicBezTo>
                <a:cubicBezTo>
                  <a:pt x="531906" y="45823"/>
                  <a:pt x="531643" y="45508"/>
                  <a:pt x="531432" y="44878"/>
                </a:cubicBezTo>
                <a:cubicBezTo>
                  <a:pt x="531222" y="44248"/>
                  <a:pt x="531091" y="43565"/>
                  <a:pt x="531038" y="42828"/>
                </a:cubicBezTo>
                <a:cubicBezTo>
                  <a:pt x="530985" y="42092"/>
                  <a:pt x="531064" y="41409"/>
                  <a:pt x="531274" y="40779"/>
                </a:cubicBezTo>
                <a:cubicBezTo>
                  <a:pt x="531485" y="40149"/>
                  <a:pt x="531801" y="39833"/>
                  <a:pt x="532222" y="39833"/>
                </a:cubicBezTo>
                <a:cubicBezTo>
                  <a:pt x="534848" y="39623"/>
                  <a:pt x="537107" y="39230"/>
                  <a:pt x="538998" y="38652"/>
                </a:cubicBezTo>
                <a:cubicBezTo>
                  <a:pt x="540890" y="38073"/>
                  <a:pt x="542493" y="37154"/>
                  <a:pt x="543807" y="35893"/>
                </a:cubicBezTo>
                <a:cubicBezTo>
                  <a:pt x="545122" y="34631"/>
                  <a:pt x="546173" y="32923"/>
                  <a:pt x="546961" y="30769"/>
                </a:cubicBezTo>
                <a:cubicBezTo>
                  <a:pt x="547750" y="28614"/>
                  <a:pt x="548406" y="25802"/>
                  <a:pt x="548931" y="22335"/>
                </a:cubicBezTo>
                <a:cubicBezTo>
                  <a:pt x="549037" y="21703"/>
                  <a:pt x="549458" y="21230"/>
                  <a:pt x="550194" y="20916"/>
                </a:cubicBezTo>
                <a:cubicBezTo>
                  <a:pt x="550930" y="20600"/>
                  <a:pt x="551718" y="20442"/>
                  <a:pt x="552558" y="20442"/>
                </a:cubicBezTo>
                <a:cubicBezTo>
                  <a:pt x="553399" y="20442"/>
                  <a:pt x="554161" y="20573"/>
                  <a:pt x="554844" y="20836"/>
                </a:cubicBezTo>
                <a:cubicBezTo>
                  <a:pt x="555527" y="21099"/>
                  <a:pt x="555869" y="21441"/>
                  <a:pt x="555869" y="21861"/>
                </a:cubicBezTo>
                <a:lnTo>
                  <a:pt x="555869" y="35419"/>
                </a:lnTo>
                <a:cubicBezTo>
                  <a:pt x="555869" y="37102"/>
                  <a:pt x="555947" y="38074"/>
                  <a:pt x="556104" y="38337"/>
                </a:cubicBezTo>
                <a:cubicBezTo>
                  <a:pt x="556263" y="38599"/>
                  <a:pt x="556921" y="38729"/>
                  <a:pt x="558077" y="38729"/>
                </a:cubicBezTo>
                <a:lnTo>
                  <a:pt x="574471" y="38729"/>
                </a:lnTo>
                <a:cubicBezTo>
                  <a:pt x="575207" y="38729"/>
                  <a:pt x="575680" y="39150"/>
                  <a:pt x="575890" y="39992"/>
                </a:cubicBezTo>
                <a:cubicBezTo>
                  <a:pt x="576100" y="40833"/>
                  <a:pt x="576205" y="41568"/>
                  <a:pt x="576205" y="42198"/>
                </a:cubicBezTo>
                <a:cubicBezTo>
                  <a:pt x="576205" y="42828"/>
                  <a:pt x="576074" y="43590"/>
                  <a:pt x="575811" y="44483"/>
                </a:cubicBezTo>
                <a:cubicBezTo>
                  <a:pt x="575549" y="45377"/>
                  <a:pt x="574998" y="45823"/>
                  <a:pt x="574156" y="45823"/>
                </a:cubicBezTo>
                <a:lnTo>
                  <a:pt x="557288" y="45823"/>
                </a:lnTo>
                <a:cubicBezTo>
                  <a:pt x="556552" y="45823"/>
                  <a:pt x="556131" y="46008"/>
                  <a:pt x="556025" y="46377"/>
                </a:cubicBezTo>
                <a:cubicBezTo>
                  <a:pt x="555921" y="46744"/>
                  <a:pt x="555869" y="48084"/>
                  <a:pt x="555869" y="50396"/>
                </a:cubicBezTo>
                <a:lnTo>
                  <a:pt x="555869" y="85552"/>
                </a:lnTo>
                <a:close/>
                <a:moveTo>
                  <a:pt x="610212" y="90755"/>
                </a:moveTo>
                <a:cubicBezTo>
                  <a:pt x="610212" y="93384"/>
                  <a:pt x="610264" y="95591"/>
                  <a:pt x="610369" y="97378"/>
                </a:cubicBezTo>
                <a:cubicBezTo>
                  <a:pt x="610475" y="99164"/>
                  <a:pt x="610843" y="100636"/>
                  <a:pt x="611473" y="101792"/>
                </a:cubicBezTo>
                <a:cubicBezTo>
                  <a:pt x="612103" y="102948"/>
                  <a:pt x="613075" y="103842"/>
                  <a:pt x="614388" y="104472"/>
                </a:cubicBezTo>
                <a:cubicBezTo>
                  <a:pt x="615703" y="105102"/>
                  <a:pt x="617569" y="105575"/>
                  <a:pt x="619986" y="105891"/>
                </a:cubicBezTo>
                <a:cubicBezTo>
                  <a:pt x="620617" y="105995"/>
                  <a:pt x="621090" y="106284"/>
                  <a:pt x="621406" y="106757"/>
                </a:cubicBezTo>
                <a:cubicBezTo>
                  <a:pt x="621721" y="107230"/>
                  <a:pt x="621879" y="107782"/>
                  <a:pt x="621879" y="108412"/>
                </a:cubicBezTo>
                <a:cubicBezTo>
                  <a:pt x="621879" y="108938"/>
                  <a:pt x="621721" y="109438"/>
                  <a:pt x="621406" y="109911"/>
                </a:cubicBezTo>
                <a:cubicBezTo>
                  <a:pt x="621090" y="110384"/>
                  <a:pt x="620617" y="110621"/>
                  <a:pt x="619986" y="110621"/>
                </a:cubicBezTo>
                <a:cubicBezTo>
                  <a:pt x="618094" y="110621"/>
                  <a:pt x="615623" y="110436"/>
                  <a:pt x="612575" y="110067"/>
                </a:cubicBezTo>
                <a:cubicBezTo>
                  <a:pt x="609528" y="109700"/>
                  <a:pt x="606428" y="109516"/>
                  <a:pt x="603275" y="109516"/>
                </a:cubicBezTo>
                <a:cubicBezTo>
                  <a:pt x="599912" y="109516"/>
                  <a:pt x="596627" y="109700"/>
                  <a:pt x="593421" y="110067"/>
                </a:cubicBezTo>
                <a:cubicBezTo>
                  <a:pt x="590215" y="110436"/>
                  <a:pt x="587141" y="110621"/>
                  <a:pt x="584198" y="110621"/>
                </a:cubicBezTo>
                <a:cubicBezTo>
                  <a:pt x="583674" y="110621"/>
                  <a:pt x="583254" y="110384"/>
                  <a:pt x="582938" y="109911"/>
                </a:cubicBezTo>
                <a:cubicBezTo>
                  <a:pt x="582623" y="109438"/>
                  <a:pt x="582466" y="108938"/>
                  <a:pt x="582466" y="108412"/>
                </a:cubicBezTo>
                <a:cubicBezTo>
                  <a:pt x="582466" y="107782"/>
                  <a:pt x="582623" y="107230"/>
                  <a:pt x="582938" y="106757"/>
                </a:cubicBezTo>
                <a:cubicBezTo>
                  <a:pt x="583254" y="106284"/>
                  <a:pt x="583727" y="105995"/>
                  <a:pt x="584357" y="105891"/>
                </a:cubicBezTo>
                <a:cubicBezTo>
                  <a:pt x="587090" y="105575"/>
                  <a:pt x="589218" y="105102"/>
                  <a:pt x="590741" y="104472"/>
                </a:cubicBezTo>
                <a:cubicBezTo>
                  <a:pt x="592265" y="103842"/>
                  <a:pt x="593368" y="102975"/>
                  <a:pt x="594052" y="101871"/>
                </a:cubicBezTo>
                <a:cubicBezTo>
                  <a:pt x="594735" y="100766"/>
                  <a:pt x="595128" y="99400"/>
                  <a:pt x="595233" y="97772"/>
                </a:cubicBezTo>
                <a:cubicBezTo>
                  <a:pt x="595339" y="96143"/>
                  <a:pt x="595391" y="94119"/>
                  <a:pt x="595391" y="91701"/>
                </a:cubicBezTo>
                <a:lnTo>
                  <a:pt x="595391" y="66319"/>
                </a:lnTo>
                <a:cubicBezTo>
                  <a:pt x="595391" y="61800"/>
                  <a:pt x="595286" y="58174"/>
                  <a:pt x="595076" y="55441"/>
                </a:cubicBezTo>
                <a:cubicBezTo>
                  <a:pt x="594866" y="52708"/>
                  <a:pt x="594393" y="50633"/>
                  <a:pt x="593657" y="49215"/>
                </a:cubicBezTo>
                <a:cubicBezTo>
                  <a:pt x="592922" y="47796"/>
                  <a:pt x="591819" y="46823"/>
                  <a:pt x="590347" y="46297"/>
                </a:cubicBezTo>
                <a:cubicBezTo>
                  <a:pt x="588876" y="45771"/>
                  <a:pt x="586880" y="45351"/>
                  <a:pt x="584357" y="45037"/>
                </a:cubicBezTo>
                <a:cubicBezTo>
                  <a:pt x="583727" y="45037"/>
                  <a:pt x="583254" y="44774"/>
                  <a:pt x="582938" y="44248"/>
                </a:cubicBezTo>
                <a:cubicBezTo>
                  <a:pt x="582623" y="43722"/>
                  <a:pt x="582466" y="43196"/>
                  <a:pt x="582466" y="42672"/>
                </a:cubicBezTo>
                <a:cubicBezTo>
                  <a:pt x="582466" y="42146"/>
                  <a:pt x="582623" y="41621"/>
                  <a:pt x="582938" y="41096"/>
                </a:cubicBezTo>
                <a:cubicBezTo>
                  <a:pt x="583254" y="40570"/>
                  <a:pt x="583727" y="40307"/>
                  <a:pt x="584357" y="40307"/>
                </a:cubicBezTo>
                <a:cubicBezTo>
                  <a:pt x="585407" y="40202"/>
                  <a:pt x="586694" y="40096"/>
                  <a:pt x="588218" y="39992"/>
                </a:cubicBezTo>
                <a:cubicBezTo>
                  <a:pt x="589743" y="39886"/>
                  <a:pt x="591346" y="39755"/>
                  <a:pt x="593027" y="39598"/>
                </a:cubicBezTo>
                <a:cubicBezTo>
                  <a:pt x="594709" y="39439"/>
                  <a:pt x="596417" y="39229"/>
                  <a:pt x="598151" y="38967"/>
                </a:cubicBezTo>
                <a:cubicBezTo>
                  <a:pt x="599886" y="38704"/>
                  <a:pt x="601437" y="38415"/>
                  <a:pt x="602803" y="38099"/>
                </a:cubicBezTo>
                <a:cubicBezTo>
                  <a:pt x="603959" y="37889"/>
                  <a:pt x="604879" y="37652"/>
                  <a:pt x="605562" y="37389"/>
                </a:cubicBezTo>
                <a:cubicBezTo>
                  <a:pt x="606245" y="37126"/>
                  <a:pt x="606797" y="36995"/>
                  <a:pt x="607217" y="36995"/>
                </a:cubicBezTo>
                <a:cubicBezTo>
                  <a:pt x="608478" y="36995"/>
                  <a:pt x="609292" y="37363"/>
                  <a:pt x="609659" y="38099"/>
                </a:cubicBezTo>
                <a:cubicBezTo>
                  <a:pt x="610028" y="38835"/>
                  <a:pt x="610212" y="39518"/>
                  <a:pt x="610212" y="40149"/>
                </a:cubicBezTo>
                <a:lnTo>
                  <a:pt x="610212" y="90755"/>
                </a:lnTo>
                <a:moveTo>
                  <a:pt x="601855" y="20916"/>
                </a:moveTo>
                <a:cubicBezTo>
                  <a:pt x="599228" y="20916"/>
                  <a:pt x="596969" y="20101"/>
                  <a:pt x="595076" y="18472"/>
                </a:cubicBezTo>
                <a:cubicBezTo>
                  <a:pt x="593185" y="16842"/>
                  <a:pt x="592240" y="14819"/>
                  <a:pt x="592240" y="12402"/>
                </a:cubicBezTo>
                <a:cubicBezTo>
                  <a:pt x="592240" y="9984"/>
                  <a:pt x="593133" y="7934"/>
                  <a:pt x="594920" y="6254"/>
                </a:cubicBezTo>
                <a:cubicBezTo>
                  <a:pt x="596706" y="4571"/>
                  <a:pt x="598913" y="3730"/>
                  <a:pt x="601540" y="3730"/>
                </a:cubicBezTo>
                <a:cubicBezTo>
                  <a:pt x="604063" y="3730"/>
                  <a:pt x="606139" y="4598"/>
                  <a:pt x="607768" y="6333"/>
                </a:cubicBezTo>
                <a:cubicBezTo>
                  <a:pt x="609398" y="8067"/>
                  <a:pt x="610212" y="10142"/>
                  <a:pt x="610212" y="12559"/>
                </a:cubicBezTo>
                <a:cubicBezTo>
                  <a:pt x="610212" y="14871"/>
                  <a:pt x="609424" y="16842"/>
                  <a:pt x="607848" y="18472"/>
                </a:cubicBezTo>
                <a:cubicBezTo>
                  <a:pt x="606271" y="20101"/>
                  <a:pt x="604274" y="20916"/>
                  <a:pt x="601855" y="20916"/>
                </a:cubicBezTo>
                <a:close/>
                <a:moveTo>
                  <a:pt x="703653" y="71679"/>
                </a:moveTo>
                <a:cubicBezTo>
                  <a:pt x="703653" y="78090"/>
                  <a:pt x="702760" y="83766"/>
                  <a:pt x="700973" y="88706"/>
                </a:cubicBezTo>
                <a:cubicBezTo>
                  <a:pt x="699187" y="93645"/>
                  <a:pt x="696638" y="97797"/>
                  <a:pt x="693326" y="101162"/>
                </a:cubicBezTo>
                <a:cubicBezTo>
                  <a:pt x="690016" y="104525"/>
                  <a:pt x="686048" y="107073"/>
                  <a:pt x="681423" y="108807"/>
                </a:cubicBezTo>
                <a:cubicBezTo>
                  <a:pt x="676800" y="110540"/>
                  <a:pt x="671650" y="111407"/>
                  <a:pt x="665974" y="111407"/>
                </a:cubicBezTo>
                <a:cubicBezTo>
                  <a:pt x="661035" y="111407"/>
                  <a:pt x="656463" y="110593"/>
                  <a:pt x="652258" y="108965"/>
                </a:cubicBezTo>
                <a:cubicBezTo>
                  <a:pt x="648054" y="107336"/>
                  <a:pt x="644428" y="104918"/>
                  <a:pt x="641380" y="101713"/>
                </a:cubicBezTo>
                <a:cubicBezTo>
                  <a:pt x="638333" y="98507"/>
                  <a:pt x="635915" y="94461"/>
                  <a:pt x="634127" y="89574"/>
                </a:cubicBezTo>
                <a:cubicBezTo>
                  <a:pt x="632340" y="84686"/>
                  <a:pt x="631447" y="78931"/>
                  <a:pt x="631447" y="72309"/>
                </a:cubicBezTo>
                <a:cubicBezTo>
                  <a:pt x="631447" y="66949"/>
                  <a:pt x="632340" y="62036"/>
                  <a:pt x="634127" y="57570"/>
                </a:cubicBezTo>
                <a:cubicBezTo>
                  <a:pt x="635915" y="53104"/>
                  <a:pt x="638411" y="49294"/>
                  <a:pt x="641615" y="46141"/>
                </a:cubicBezTo>
                <a:cubicBezTo>
                  <a:pt x="644821" y="42986"/>
                  <a:pt x="648684" y="40516"/>
                  <a:pt x="653203" y="38729"/>
                </a:cubicBezTo>
                <a:cubicBezTo>
                  <a:pt x="657723" y="36943"/>
                  <a:pt x="662663" y="36049"/>
                  <a:pt x="668024" y="36049"/>
                </a:cubicBezTo>
                <a:cubicBezTo>
                  <a:pt x="673174" y="36049"/>
                  <a:pt x="677929" y="36838"/>
                  <a:pt x="682289" y="38414"/>
                </a:cubicBezTo>
                <a:cubicBezTo>
                  <a:pt x="686651" y="39991"/>
                  <a:pt x="690409" y="42277"/>
                  <a:pt x="693562" y="45273"/>
                </a:cubicBezTo>
                <a:cubicBezTo>
                  <a:pt x="696716" y="48268"/>
                  <a:pt x="699187" y="51974"/>
                  <a:pt x="700973" y="56389"/>
                </a:cubicBezTo>
                <a:cubicBezTo>
                  <a:pt x="702760" y="60802"/>
                  <a:pt x="703653" y="65899"/>
                  <a:pt x="703653" y="71679"/>
                </a:cubicBezTo>
                <a:moveTo>
                  <a:pt x="687100" y="73413"/>
                </a:moveTo>
                <a:cubicBezTo>
                  <a:pt x="687100" y="69420"/>
                  <a:pt x="686837" y="65532"/>
                  <a:pt x="686311" y="61748"/>
                </a:cubicBezTo>
                <a:cubicBezTo>
                  <a:pt x="685785" y="57964"/>
                  <a:pt x="684839" y="54600"/>
                  <a:pt x="683473" y="51657"/>
                </a:cubicBezTo>
                <a:cubicBezTo>
                  <a:pt x="682106" y="48714"/>
                  <a:pt x="680215" y="46349"/>
                  <a:pt x="677798" y="44563"/>
                </a:cubicBezTo>
                <a:cubicBezTo>
                  <a:pt x="675381" y="42776"/>
                  <a:pt x="672280" y="41883"/>
                  <a:pt x="668496" y="41883"/>
                </a:cubicBezTo>
                <a:cubicBezTo>
                  <a:pt x="664292" y="41883"/>
                  <a:pt x="660876" y="42776"/>
                  <a:pt x="658248" y="44563"/>
                </a:cubicBezTo>
                <a:cubicBezTo>
                  <a:pt x="655621" y="46349"/>
                  <a:pt x="653546" y="48741"/>
                  <a:pt x="652022" y="51736"/>
                </a:cubicBezTo>
                <a:cubicBezTo>
                  <a:pt x="650498" y="54732"/>
                  <a:pt x="649447" y="58122"/>
                  <a:pt x="648868" y="61905"/>
                </a:cubicBezTo>
                <a:cubicBezTo>
                  <a:pt x="648291" y="65688"/>
                  <a:pt x="648002" y="69629"/>
                  <a:pt x="648002" y="73728"/>
                </a:cubicBezTo>
                <a:cubicBezTo>
                  <a:pt x="648002" y="77301"/>
                  <a:pt x="648264" y="80980"/>
                  <a:pt x="648789" y="84765"/>
                </a:cubicBezTo>
                <a:cubicBezTo>
                  <a:pt x="649315" y="88548"/>
                  <a:pt x="650313" y="91964"/>
                  <a:pt x="651784" y="95013"/>
                </a:cubicBezTo>
                <a:cubicBezTo>
                  <a:pt x="653256" y="98060"/>
                  <a:pt x="655279" y="100583"/>
                  <a:pt x="657853" y="102581"/>
                </a:cubicBezTo>
                <a:cubicBezTo>
                  <a:pt x="660429" y="104578"/>
                  <a:pt x="663714" y="105576"/>
                  <a:pt x="667709" y="105576"/>
                </a:cubicBezTo>
                <a:cubicBezTo>
                  <a:pt x="671808" y="105576"/>
                  <a:pt x="675118" y="104630"/>
                  <a:pt x="677639" y="102737"/>
                </a:cubicBezTo>
                <a:cubicBezTo>
                  <a:pt x="680162" y="100845"/>
                  <a:pt x="682133" y="98375"/>
                  <a:pt x="683552" y="95328"/>
                </a:cubicBezTo>
                <a:cubicBezTo>
                  <a:pt x="684971" y="92279"/>
                  <a:pt x="685918" y="88837"/>
                  <a:pt x="686391" y="85001"/>
                </a:cubicBezTo>
                <a:cubicBezTo>
                  <a:pt x="686864" y="81165"/>
                  <a:pt x="687100" y="77302"/>
                  <a:pt x="687100" y="73413"/>
                </a:cubicBezTo>
                <a:close/>
                <a:moveTo>
                  <a:pt x="740024" y="90755"/>
                </a:moveTo>
                <a:cubicBezTo>
                  <a:pt x="740024" y="93384"/>
                  <a:pt x="740076" y="95591"/>
                  <a:pt x="740181" y="97378"/>
                </a:cubicBezTo>
                <a:cubicBezTo>
                  <a:pt x="740286" y="99164"/>
                  <a:pt x="740576" y="100636"/>
                  <a:pt x="741049" y="101792"/>
                </a:cubicBezTo>
                <a:cubicBezTo>
                  <a:pt x="741522" y="102948"/>
                  <a:pt x="742310" y="103842"/>
                  <a:pt x="743414" y="104472"/>
                </a:cubicBezTo>
                <a:cubicBezTo>
                  <a:pt x="744517" y="105102"/>
                  <a:pt x="746067" y="105575"/>
                  <a:pt x="748064" y="105891"/>
                </a:cubicBezTo>
                <a:cubicBezTo>
                  <a:pt x="748694" y="105995"/>
                  <a:pt x="749167" y="106284"/>
                  <a:pt x="749483" y="106757"/>
                </a:cubicBezTo>
                <a:cubicBezTo>
                  <a:pt x="749799" y="107230"/>
                  <a:pt x="749957" y="107782"/>
                  <a:pt x="749957" y="108412"/>
                </a:cubicBezTo>
                <a:cubicBezTo>
                  <a:pt x="749957" y="108938"/>
                  <a:pt x="749799" y="109438"/>
                  <a:pt x="749483" y="109911"/>
                </a:cubicBezTo>
                <a:cubicBezTo>
                  <a:pt x="749167" y="110384"/>
                  <a:pt x="748694" y="110621"/>
                  <a:pt x="748064" y="110621"/>
                </a:cubicBezTo>
                <a:cubicBezTo>
                  <a:pt x="747013" y="110621"/>
                  <a:pt x="745042" y="110436"/>
                  <a:pt x="742151" y="110067"/>
                </a:cubicBezTo>
                <a:cubicBezTo>
                  <a:pt x="739261" y="109700"/>
                  <a:pt x="736239" y="109516"/>
                  <a:pt x="733087" y="109516"/>
                </a:cubicBezTo>
                <a:cubicBezTo>
                  <a:pt x="729723" y="109516"/>
                  <a:pt x="726466" y="109700"/>
                  <a:pt x="723313" y="110067"/>
                </a:cubicBezTo>
                <a:cubicBezTo>
                  <a:pt x="720160" y="110436"/>
                  <a:pt x="717217" y="110621"/>
                  <a:pt x="714484" y="110621"/>
                </a:cubicBezTo>
                <a:cubicBezTo>
                  <a:pt x="713958" y="110621"/>
                  <a:pt x="713537" y="110384"/>
                  <a:pt x="713221" y="109911"/>
                </a:cubicBezTo>
                <a:cubicBezTo>
                  <a:pt x="712907" y="109438"/>
                  <a:pt x="712750" y="108938"/>
                  <a:pt x="712750" y="108412"/>
                </a:cubicBezTo>
                <a:cubicBezTo>
                  <a:pt x="712750" y="107782"/>
                  <a:pt x="712907" y="107230"/>
                  <a:pt x="713221" y="106757"/>
                </a:cubicBezTo>
                <a:cubicBezTo>
                  <a:pt x="713537" y="106284"/>
                  <a:pt x="714011" y="105995"/>
                  <a:pt x="714643" y="105891"/>
                </a:cubicBezTo>
                <a:cubicBezTo>
                  <a:pt x="717270" y="105575"/>
                  <a:pt x="719292" y="105155"/>
                  <a:pt x="720710" y="104631"/>
                </a:cubicBezTo>
                <a:cubicBezTo>
                  <a:pt x="722129" y="104105"/>
                  <a:pt x="723180" y="103316"/>
                  <a:pt x="723863" y="102266"/>
                </a:cubicBezTo>
                <a:cubicBezTo>
                  <a:pt x="724547" y="101214"/>
                  <a:pt x="724940" y="99847"/>
                  <a:pt x="725045" y="98167"/>
                </a:cubicBezTo>
                <a:cubicBezTo>
                  <a:pt x="725150" y="96484"/>
                  <a:pt x="725203" y="94329"/>
                  <a:pt x="725203" y="91701"/>
                </a:cubicBezTo>
                <a:lnTo>
                  <a:pt x="725203" y="71837"/>
                </a:lnTo>
                <a:cubicBezTo>
                  <a:pt x="725203" y="66688"/>
                  <a:pt x="725150" y="62405"/>
                  <a:pt x="725045" y="58989"/>
                </a:cubicBezTo>
                <a:cubicBezTo>
                  <a:pt x="724940" y="55573"/>
                  <a:pt x="724573" y="52867"/>
                  <a:pt x="723943" y="50870"/>
                </a:cubicBezTo>
                <a:cubicBezTo>
                  <a:pt x="723313" y="48872"/>
                  <a:pt x="722314" y="47479"/>
                  <a:pt x="720948" y="46692"/>
                </a:cubicBezTo>
                <a:cubicBezTo>
                  <a:pt x="719581" y="45903"/>
                  <a:pt x="717637" y="45508"/>
                  <a:pt x="715114" y="45508"/>
                </a:cubicBezTo>
                <a:cubicBezTo>
                  <a:pt x="714484" y="45508"/>
                  <a:pt x="713984" y="45298"/>
                  <a:pt x="713616" y="44878"/>
                </a:cubicBezTo>
                <a:cubicBezTo>
                  <a:pt x="713248" y="44458"/>
                  <a:pt x="713065" y="43985"/>
                  <a:pt x="713065" y="43459"/>
                </a:cubicBezTo>
                <a:cubicBezTo>
                  <a:pt x="713065" y="42828"/>
                  <a:pt x="713248" y="42303"/>
                  <a:pt x="713616" y="41883"/>
                </a:cubicBezTo>
                <a:cubicBezTo>
                  <a:pt x="713984" y="41463"/>
                  <a:pt x="714484" y="41253"/>
                  <a:pt x="715114" y="41253"/>
                </a:cubicBezTo>
                <a:cubicBezTo>
                  <a:pt x="717111" y="41253"/>
                  <a:pt x="720027" y="40938"/>
                  <a:pt x="723863" y="40307"/>
                </a:cubicBezTo>
                <a:cubicBezTo>
                  <a:pt x="727700" y="39675"/>
                  <a:pt x="731615" y="38782"/>
                  <a:pt x="735610" y="37628"/>
                </a:cubicBezTo>
                <a:cubicBezTo>
                  <a:pt x="737081" y="37206"/>
                  <a:pt x="738184" y="37494"/>
                  <a:pt x="738920" y="38494"/>
                </a:cubicBezTo>
                <a:cubicBezTo>
                  <a:pt x="739656" y="39493"/>
                  <a:pt x="740024" y="40622"/>
                  <a:pt x="740024" y="41883"/>
                </a:cubicBezTo>
                <a:lnTo>
                  <a:pt x="740024" y="48188"/>
                </a:lnTo>
                <a:cubicBezTo>
                  <a:pt x="740024" y="48398"/>
                  <a:pt x="740103" y="48530"/>
                  <a:pt x="740260" y="48583"/>
                </a:cubicBezTo>
                <a:cubicBezTo>
                  <a:pt x="740417" y="48636"/>
                  <a:pt x="740549" y="48557"/>
                  <a:pt x="740655" y="48347"/>
                </a:cubicBezTo>
                <a:cubicBezTo>
                  <a:pt x="741391" y="47191"/>
                  <a:pt x="742415" y="45904"/>
                  <a:pt x="743729" y="44486"/>
                </a:cubicBezTo>
                <a:cubicBezTo>
                  <a:pt x="745042" y="43067"/>
                  <a:pt x="746619" y="41727"/>
                  <a:pt x="748458" y="40466"/>
                </a:cubicBezTo>
                <a:cubicBezTo>
                  <a:pt x="750298" y="39204"/>
                  <a:pt x="752373" y="38153"/>
                  <a:pt x="754684" y="37312"/>
                </a:cubicBezTo>
                <a:cubicBezTo>
                  <a:pt x="756997" y="36470"/>
                  <a:pt x="759572" y="36049"/>
                  <a:pt x="762411" y="36049"/>
                </a:cubicBezTo>
                <a:cubicBezTo>
                  <a:pt x="770293" y="36049"/>
                  <a:pt x="776467" y="38231"/>
                  <a:pt x="780934" y="42593"/>
                </a:cubicBezTo>
                <a:cubicBezTo>
                  <a:pt x="785402" y="46955"/>
                  <a:pt x="787636" y="54022"/>
                  <a:pt x="787636" y="63796"/>
                </a:cubicBezTo>
                <a:lnTo>
                  <a:pt x="787636" y="90755"/>
                </a:lnTo>
                <a:cubicBezTo>
                  <a:pt x="787636" y="93594"/>
                  <a:pt x="787714" y="95906"/>
                  <a:pt x="787872" y="97693"/>
                </a:cubicBezTo>
                <a:cubicBezTo>
                  <a:pt x="788029" y="99479"/>
                  <a:pt x="788396" y="100924"/>
                  <a:pt x="788973" y="102028"/>
                </a:cubicBezTo>
                <a:cubicBezTo>
                  <a:pt x="789552" y="103131"/>
                  <a:pt x="790446" y="103972"/>
                  <a:pt x="791656" y="104551"/>
                </a:cubicBezTo>
                <a:cubicBezTo>
                  <a:pt x="792865" y="105129"/>
                  <a:pt x="794573" y="105575"/>
                  <a:pt x="796779" y="105891"/>
                </a:cubicBezTo>
                <a:cubicBezTo>
                  <a:pt x="797410" y="105995"/>
                  <a:pt x="797882" y="106284"/>
                  <a:pt x="798196" y="106757"/>
                </a:cubicBezTo>
                <a:cubicBezTo>
                  <a:pt x="798512" y="107230"/>
                  <a:pt x="798670" y="107782"/>
                  <a:pt x="798670" y="108412"/>
                </a:cubicBezTo>
                <a:cubicBezTo>
                  <a:pt x="798670" y="108938"/>
                  <a:pt x="798512" y="109438"/>
                  <a:pt x="798196" y="109911"/>
                </a:cubicBezTo>
                <a:cubicBezTo>
                  <a:pt x="797882" y="110384"/>
                  <a:pt x="797410" y="110621"/>
                  <a:pt x="796779" y="110621"/>
                </a:cubicBezTo>
                <a:cubicBezTo>
                  <a:pt x="795413" y="110621"/>
                  <a:pt x="793179" y="110436"/>
                  <a:pt x="790077" y="110067"/>
                </a:cubicBezTo>
                <a:cubicBezTo>
                  <a:pt x="786977" y="109700"/>
                  <a:pt x="783851" y="109516"/>
                  <a:pt x="780698" y="109516"/>
                </a:cubicBezTo>
                <a:cubicBezTo>
                  <a:pt x="777335" y="109516"/>
                  <a:pt x="774129" y="109700"/>
                  <a:pt x="771080" y="110067"/>
                </a:cubicBezTo>
                <a:cubicBezTo>
                  <a:pt x="768033" y="110436"/>
                  <a:pt x="765512" y="110621"/>
                  <a:pt x="763515" y="110621"/>
                </a:cubicBezTo>
                <a:cubicBezTo>
                  <a:pt x="762989" y="110621"/>
                  <a:pt x="762568" y="110384"/>
                  <a:pt x="762252" y="109911"/>
                </a:cubicBezTo>
                <a:cubicBezTo>
                  <a:pt x="761938" y="109438"/>
                  <a:pt x="761780" y="108938"/>
                  <a:pt x="761780" y="108412"/>
                </a:cubicBezTo>
                <a:cubicBezTo>
                  <a:pt x="761780" y="107782"/>
                  <a:pt x="761938" y="107230"/>
                  <a:pt x="762252" y="106757"/>
                </a:cubicBezTo>
                <a:cubicBezTo>
                  <a:pt x="762568" y="106284"/>
                  <a:pt x="763041" y="105995"/>
                  <a:pt x="763671" y="105891"/>
                </a:cubicBezTo>
                <a:cubicBezTo>
                  <a:pt x="765984" y="105575"/>
                  <a:pt x="767744" y="105102"/>
                  <a:pt x="768952" y="104472"/>
                </a:cubicBezTo>
                <a:cubicBezTo>
                  <a:pt x="770161" y="103842"/>
                  <a:pt x="771054" y="102975"/>
                  <a:pt x="771631" y="101871"/>
                </a:cubicBezTo>
                <a:cubicBezTo>
                  <a:pt x="772210" y="100766"/>
                  <a:pt x="772552" y="99400"/>
                  <a:pt x="772656" y="97772"/>
                </a:cubicBezTo>
                <a:cubicBezTo>
                  <a:pt x="772762" y="96143"/>
                  <a:pt x="772815" y="94119"/>
                  <a:pt x="772815" y="91701"/>
                </a:cubicBezTo>
                <a:lnTo>
                  <a:pt x="772815" y="67738"/>
                </a:lnTo>
                <a:cubicBezTo>
                  <a:pt x="772815" y="65110"/>
                  <a:pt x="772710" y="62482"/>
                  <a:pt x="772500" y="59855"/>
                </a:cubicBezTo>
                <a:cubicBezTo>
                  <a:pt x="772290" y="57228"/>
                  <a:pt x="771712" y="54864"/>
                  <a:pt x="770765" y="52761"/>
                </a:cubicBezTo>
                <a:cubicBezTo>
                  <a:pt x="769821" y="50659"/>
                  <a:pt x="768454" y="48924"/>
                  <a:pt x="766666" y="47558"/>
                </a:cubicBezTo>
                <a:cubicBezTo>
                  <a:pt x="764880" y="46191"/>
                  <a:pt x="762410" y="45508"/>
                  <a:pt x="759257" y="45508"/>
                </a:cubicBezTo>
                <a:cubicBezTo>
                  <a:pt x="756104" y="45508"/>
                  <a:pt x="753345" y="46008"/>
                  <a:pt x="750979" y="47007"/>
                </a:cubicBezTo>
                <a:cubicBezTo>
                  <a:pt x="748615" y="48004"/>
                  <a:pt x="746619" y="49344"/>
                  <a:pt x="744989" y="51027"/>
                </a:cubicBezTo>
                <a:cubicBezTo>
                  <a:pt x="743360" y="52709"/>
                  <a:pt x="742125" y="54680"/>
                  <a:pt x="741285" y="56940"/>
                </a:cubicBezTo>
                <a:cubicBezTo>
                  <a:pt x="740444" y="59199"/>
                  <a:pt x="740024" y="61590"/>
                  <a:pt x="740024" y="64113"/>
                </a:cubicBezTo>
                <a:lnTo>
                  <a:pt x="740024" y="907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3BCB4-F2CD-4635-8521-D3938CC6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842" y="564001"/>
            <a:ext cx="628917" cy="92646"/>
          </a:xfrm>
          <a:custGeom xmlns:a="http://schemas.openxmlformats.org/drawingml/2006/main">
            <a:pathLst>
              <a:path w="628917" h="92646" fill="none">
                <a:moveTo>
                  <a:pt x="0" y="92646"/>
                </a:moveTo>
                <a:lnTo>
                  <a:pt x="6289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96454A-2D9B-4CC6-B7E7-292174AA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452" y="564000"/>
            <a:ext cx="590321" cy="97928"/>
          </a:xfrm>
          <a:custGeom xmlns:a="http://schemas.openxmlformats.org/drawingml/2006/main">
            <a:pathLst>
              <a:path w="590321" h="97928" fill="none">
                <a:moveTo>
                  <a:pt x="590321" y="979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CAF9B-9BD3-481C-8DF8-30FCB0BF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985" y="967412"/>
            <a:ext cx="287902" cy="162580"/>
          </a:xfrm>
          <a:custGeom xmlns:a="http://schemas.openxmlformats.org/drawingml/2006/main">
            <a:pathLst>
              <a:path w="287902" h="162580">
                <a:moveTo>
                  <a:pt x="0" y="162580"/>
                </a:moveTo>
                <a:lnTo>
                  <a:pt x="0" y="0"/>
                </a:lnTo>
                <a:lnTo>
                  <a:pt x="287902" y="0"/>
                </a:lnTo>
                <a:lnTo>
                  <a:pt x="287902" y="162580"/>
                </a:lnTo>
                <a:lnTo>
                  <a:pt x="0" y="16258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Text EDU">
            <a:extLst xmlns:a="http://schemas.openxmlformats.org/drawingml/2006/main">
              <a:ext uri="{FF2B5EF4-FFF2-40B4-BE49-F238E27FC236}">
                <a16:creationId xmlns:a16="http://schemas.microsoft.com/office/drawing/2014/main" id="{C76F4D56-EF40-4CDD-A52F-5E201B88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571" y="995029"/>
            <a:ext cx="282763" cy="95044"/>
          </a:xfrm>
          <a:custGeom xmlns:a="http://schemas.openxmlformats.org/drawingml/2006/main">
            <a:pathLst>
              <a:path w="282763" h="95044">
                <a:moveTo>
                  <a:pt x="68283" y="551"/>
                </a:moveTo>
                <a:cubicBezTo>
                  <a:pt x="69020" y="551"/>
                  <a:pt x="69732" y="643"/>
                  <a:pt x="70421" y="827"/>
                </a:cubicBezTo>
                <a:cubicBezTo>
                  <a:pt x="71112" y="1011"/>
                  <a:pt x="71365" y="1746"/>
                  <a:pt x="71181" y="3033"/>
                </a:cubicBezTo>
                <a:cubicBezTo>
                  <a:pt x="70996" y="4045"/>
                  <a:pt x="70903" y="5195"/>
                  <a:pt x="70903" y="6483"/>
                </a:cubicBezTo>
                <a:cubicBezTo>
                  <a:pt x="70903" y="7770"/>
                  <a:pt x="70903" y="9057"/>
                  <a:pt x="70903" y="10346"/>
                </a:cubicBezTo>
                <a:cubicBezTo>
                  <a:pt x="70903" y="14484"/>
                  <a:pt x="71042" y="18346"/>
                  <a:pt x="71318" y="21933"/>
                </a:cubicBezTo>
                <a:cubicBezTo>
                  <a:pt x="71318" y="22301"/>
                  <a:pt x="71111" y="22600"/>
                  <a:pt x="70697" y="22830"/>
                </a:cubicBezTo>
                <a:cubicBezTo>
                  <a:pt x="70283" y="23060"/>
                  <a:pt x="69800" y="23198"/>
                  <a:pt x="69249" y="23244"/>
                </a:cubicBezTo>
                <a:cubicBezTo>
                  <a:pt x="68697" y="23289"/>
                  <a:pt x="68168" y="23220"/>
                  <a:pt x="67662" y="23036"/>
                </a:cubicBezTo>
                <a:cubicBezTo>
                  <a:pt x="67157" y="22852"/>
                  <a:pt x="66858" y="22484"/>
                  <a:pt x="66765" y="21933"/>
                </a:cubicBezTo>
                <a:cubicBezTo>
                  <a:pt x="66122" y="18346"/>
                  <a:pt x="65479" y="15541"/>
                  <a:pt x="64835" y="13518"/>
                </a:cubicBezTo>
                <a:cubicBezTo>
                  <a:pt x="64191" y="11494"/>
                  <a:pt x="63294" y="9954"/>
                  <a:pt x="62145" y="8897"/>
                </a:cubicBezTo>
                <a:cubicBezTo>
                  <a:pt x="60996" y="7839"/>
                  <a:pt x="59432" y="7173"/>
                  <a:pt x="57455" y="6898"/>
                </a:cubicBezTo>
                <a:cubicBezTo>
                  <a:pt x="55478" y="6621"/>
                  <a:pt x="52880" y="6437"/>
                  <a:pt x="49661" y="6344"/>
                </a:cubicBezTo>
                <a:lnTo>
                  <a:pt x="41384" y="6344"/>
                </a:lnTo>
                <a:cubicBezTo>
                  <a:pt x="38993" y="6344"/>
                  <a:pt x="37085" y="6390"/>
                  <a:pt x="35659" y="6483"/>
                </a:cubicBezTo>
                <a:cubicBezTo>
                  <a:pt x="34233" y="6574"/>
                  <a:pt x="33107" y="6919"/>
                  <a:pt x="32279" y="7517"/>
                </a:cubicBezTo>
                <a:cubicBezTo>
                  <a:pt x="31452" y="8114"/>
                  <a:pt x="30901" y="9057"/>
                  <a:pt x="30624" y="10346"/>
                </a:cubicBezTo>
                <a:cubicBezTo>
                  <a:pt x="30348" y="11632"/>
                  <a:pt x="30209" y="13426"/>
                  <a:pt x="30209" y="15726"/>
                </a:cubicBezTo>
                <a:lnTo>
                  <a:pt x="30209" y="39867"/>
                </a:lnTo>
                <a:cubicBezTo>
                  <a:pt x="30209" y="41154"/>
                  <a:pt x="30440" y="41958"/>
                  <a:pt x="30900" y="42281"/>
                </a:cubicBezTo>
                <a:cubicBezTo>
                  <a:pt x="31360" y="42602"/>
                  <a:pt x="31820" y="42763"/>
                  <a:pt x="32279" y="42763"/>
                </a:cubicBezTo>
                <a:cubicBezTo>
                  <a:pt x="36509" y="42763"/>
                  <a:pt x="39843" y="42579"/>
                  <a:pt x="42279" y="42212"/>
                </a:cubicBezTo>
                <a:cubicBezTo>
                  <a:pt x="44716" y="41844"/>
                  <a:pt x="46556" y="41177"/>
                  <a:pt x="47798" y="40212"/>
                </a:cubicBezTo>
                <a:cubicBezTo>
                  <a:pt x="49040" y="39245"/>
                  <a:pt x="49868" y="37980"/>
                  <a:pt x="50282" y="36417"/>
                </a:cubicBezTo>
                <a:cubicBezTo>
                  <a:pt x="50696" y="34854"/>
                  <a:pt x="51040" y="32831"/>
                  <a:pt x="51315" y="30348"/>
                </a:cubicBezTo>
                <a:cubicBezTo>
                  <a:pt x="51408" y="29796"/>
                  <a:pt x="51684" y="29382"/>
                  <a:pt x="52142" y="29107"/>
                </a:cubicBezTo>
                <a:cubicBezTo>
                  <a:pt x="52603" y="28830"/>
                  <a:pt x="53109" y="28692"/>
                  <a:pt x="53660" y="28692"/>
                </a:cubicBezTo>
                <a:cubicBezTo>
                  <a:pt x="54213" y="28692"/>
                  <a:pt x="54719" y="28830"/>
                  <a:pt x="55178" y="29107"/>
                </a:cubicBezTo>
                <a:cubicBezTo>
                  <a:pt x="55638" y="29382"/>
                  <a:pt x="55868" y="29796"/>
                  <a:pt x="55868" y="30348"/>
                </a:cubicBezTo>
                <a:cubicBezTo>
                  <a:pt x="55868" y="31819"/>
                  <a:pt x="55822" y="33130"/>
                  <a:pt x="55729" y="34280"/>
                </a:cubicBezTo>
                <a:cubicBezTo>
                  <a:pt x="55638" y="35430"/>
                  <a:pt x="55546" y="36579"/>
                  <a:pt x="55453" y="37728"/>
                </a:cubicBezTo>
                <a:cubicBezTo>
                  <a:pt x="55362" y="38877"/>
                  <a:pt x="55270" y="40073"/>
                  <a:pt x="55178" y="41315"/>
                </a:cubicBezTo>
                <a:cubicBezTo>
                  <a:pt x="55087" y="42555"/>
                  <a:pt x="55041" y="44004"/>
                  <a:pt x="55041" y="45659"/>
                </a:cubicBezTo>
                <a:cubicBezTo>
                  <a:pt x="55041" y="48418"/>
                  <a:pt x="55178" y="50924"/>
                  <a:pt x="55453" y="53178"/>
                </a:cubicBezTo>
                <a:cubicBezTo>
                  <a:pt x="55730" y="55430"/>
                  <a:pt x="55868" y="58166"/>
                  <a:pt x="55868" y="61385"/>
                </a:cubicBezTo>
                <a:cubicBezTo>
                  <a:pt x="55868" y="61845"/>
                  <a:pt x="55638" y="62191"/>
                  <a:pt x="55178" y="62421"/>
                </a:cubicBezTo>
                <a:cubicBezTo>
                  <a:pt x="54719" y="62651"/>
                  <a:pt x="54213" y="62743"/>
                  <a:pt x="53660" y="62696"/>
                </a:cubicBezTo>
                <a:cubicBezTo>
                  <a:pt x="53109" y="62650"/>
                  <a:pt x="52603" y="62512"/>
                  <a:pt x="52142" y="62282"/>
                </a:cubicBezTo>
                <a:cubicBezTo>
                  <a:pt x="51684" y="62052"/>
                  <a:pt x="51408" y="61661"/>
                  <a:pt x="51315" y="61109"/>
                </a:cubicBezTo>
                <a:cubicBezTo>
                  <a:pt x="51040" y="58443"/>
                  <a:pt x="50696" y="56282"/>
                  <a:pt x="50282" y="54626"/>
                </a:cubicBezTo>
                <a:cubicBezTo>
                  <a:pt x="49868" y="52970"/>
                  <a:pt x="49040" y="51706"/>
                  <a:pt x="47798" y="50833"/>
                </a:cubicBezTo>
                <a:cubicBezTo>
                  <a:pt x="46556" y="49959"/>
                  <a:pt x="44716" y="49361"/>
                  <a:pt x="42279" y="49040"/>
                </a:cubicBezTo>
                <a:cubicBezTo>
                  <a:pt x="39843" y="48717"/>
                  <a:pt x="36509" y="48556"/>
                  <a:pt x="32279" y="48556"/>
                </a:cubicBezTo>
                <a:cubicBezTo>
                  <a:pt x="31820" y="48556"/>
                  <a:pt x="31360" y="48717"/>
                  <a:pt x="30900" y="49040"/>
                </a:cubicBezTo>
                <a:cubicBezTo>
                  <a:pt x="30440" y="49361"/>
                  <a:pt x="30209" y="50028"/>
                  <a:pt x="30209" y="51040"/>
                </a:cubicBezTo>
                <a:lnTo>
                  <a:pt x="30209" y="69110"/>
                </a:lnTo>
                <a:cubicBezTo>
                  <a:pt x="30209" y="72053"/>
                  <a:pt x="30416" y="74559"/>
                  <a:pt x="30830" y="76629"/>
                </a:cubicBezTo>
                <a:cubicBezTo>
                  <a:pt x="31244" y="78697"/>
                  <a:pt x="31865" y="80399"/>
                  <a:pt x="32693" y="81733"/>
                </a:cubicBezTo>
                <a:cubicBezTo>
                  <a:pt x="33521" y="83066"/>
                  <a:pt x="34533" y="84124"/>
                  <a:pt x="35729" y="84905"/>
                </a:cubicBezTo>
                <a:cubicBezTo>
                  <a:pt x="36924" y="85687"/>
                  <a:pt x="38349" y="86261"/>
                  <a:pt x="40004" y="86629"/>
                </a:cubicBezTo>
                <a:cubicBezTo>
                  <a:pt x="41292" y="86906"/>
                  <a:pt x="42741" y="87113"/>
                  <a:pt x="44350" y="87250"/>
                </a:cubicBezTo>
                <a:cubicBezTo>
                  <a:pt x="45960" y="87388"/>
                  <a:pt x="47638" y="87456"/>
                  <a:pt x="49385" y="87456"/>
                </a:cubicBezTo>
                <a:cubicBezTo>
                  <a:pt x="51592" y="87456"/>
                  <a:pt x="53662" y="87364"/>
                  <a:pt x="55592" y="87181"/>
                </a:cubicBezTo>
                <a:cubicBezTo>
                  <a:pt x="57523" y="86997"/>
                  <a:pt x="58995" y="86721"/>
                  <a:pt x="60006" y="86353"/>
                </a:cubicBezTo>
                <a:cubicBezTo>
                  <a:pt x="61846" y="85709"/>
                  <a:pt x="63432" y="85020"/>
                  <a:pt x="64766" y="84284"/>
                </a:cubicBezTo>
                <a:cubicBezTo>
                  <a:pt x="66099" y="83549"/>
                  <a:pt x="67225" y="82583"/>
                  <a:pt x="68144" y="81388"/>
                </a:cubicBezTo>
                <a:cubicBezTo>
                  <a:pt x="69064" y="80192"/>
                  <a:pt x="69824" y="78698"/>
                  <a:pt x="70421" y="76904"/>
                </a:cubicBezTo>
                <a:cubicBezTo>
                  <a:pt x="71019" y="75111"/>
                  <a:pt x="71502" y="72835"/>
                  <a:pt x="71870" y="70076"/>
                </a:cubicBezTo>
                <a:cubicBezTo>
                  <a:pt x="71962" y="69525"/>
                  <a:pt x="72284" y="69157"/>
                  <a:pt x="72836" y="68973"/>
                </a:cubicBezTo>
                <a:cubicBezTo>
                  <a:pt x="73387" y="68789"/>
                  <a:pt x="73985" y="68697"/>
                  <a:pt x="74629" y="68697"/>
                </a:cubicBezTo>
                <a:cubicBezTo>
                  <a:pt x="75273" y="68697"/>
                  <a:pt x="75848" y="68836"/>
                  <a:pt x="76353" y="69112"/>
                </a:cubicBezTo>
                <a:cubicBezTo>
                  <a:pt x="76860" y="69387"/>
                  <a:pt x="77067" y="69754"/>
                  <a:pt x="76974" y="70213"/>
                </a:cubicBezTo>
                <a:cubicBezTo>
                  <a:pt x="76514" y="74076"/>
                  <a:pt x="76100" y="77686"/>
                  <a:pt x="75732" y="81043"/>
                </a:cubicBezTo>
                <a:cubicBezTo>
                  <a:pt x="75364" y="84399"/>
                  <a:pt x="75227" y="87825"/>
                  <a:pt x="75319" y="91319"/>
                </a:cubicBezTo>
                <a:cubicBezTo>
                  <a:pt x="75319" y="91595"/>
                  <a:pt x="75135" y="91987"/>
                  <a:pt x="74766" y="92493"/>
                </a:cubicBezTo>
                <a:cubicBezTo>
                  <a:pt x="74398" y="92999"/>
                  <a:pt x="73525" y="93251"/>
                  <a:pt x="72145" y="93251"/>
                </a:cubicBezTo>
                <a:lnTo>
                  <a:pt x="22072" y="93251"/>
                </a:lnTo>
                <a:cubicBezTo>
                  <a:pt x="18576" y="93251"/>
                  <a:pt x="15150" y="93343"/>
                  <a:pt x="11794" y="93527"/>
                </a:cubicBezTo>
                <a:cubicBezTo>
                  <a:pt x="8437" y="93711"/>
                  <a:pt x="5426" y="93894"/>
                  <a:pt x="2760" y="94078"/>
                </a:cubicBezTo>
                <a:cubicBezTo>
                  <a:pt x="2023" y="94078"/>
                  <a:pt x="1471" y="93871"/>
                  <a:pt x="1103" y="93457"/>
                </a:cubicBezTo>
                <a:cubicBezTo>
                  <a:pt x="735" y="93043"/>
                  <a:pt x="505" y="92538"/>
                  <a:pt x="413" y="91940"/>
                </a:cubicBezTo>
                <a:cubicBezTo>
                  <a:pt x="321" y="91342"/>
                  <a:pt x="460" y="90790"/>
                  <a:pt x="827" y="90285"/>
                </a:cubicBezTo>
                <a:cubicBezTo>
                  <a:pt x="1195" y="89780"/>
                  <a:pt x="1793" y="89481"/>
                  <a:pt x="2621" y="89389"/>
                </a:cubicBezTo>
                <a:cubicBezTo>
                  <a:pt x="4828" y="89112"/>
                  <a:pt x="6713" y="88721"/>
                  <a:pt x="8276" y="88216"/>
                </a:cubicBezTo>
                <a:cubicBezTo>
                  <a:pt x="9840" y="87710"/>
                  <a:pt x="11127" y="86974"/>
                  <a:pt x="12139" y="86008"/>
                </a:cubicBezTo>
                <a:cubicBezTo>
                  <a:pt x="13151" y="85043"/>
                  <a:pt x="13909" y="83825"/>
                  <a:pt x="14414" y="82354"/>
                </a:cubicBezTo>
                <a:cubicBezTo>
                  <a:pt x="14921" y="80882"/>
                  <a:pt x="15174" y="78997"/>
                  <a:pt x="15174" y="76698"/>
                </a:cubicBezTo>
                <a:lnTo>
                  <a:pt x="15174" y="23587"/>
                </a:lnTo>
                <a:cubicBezTo>
                  <a:pt x="15174" y="21565"/>
                  <a:pt x="15105" y="19589"/>
                  <a:pt x="14966" y="17658"/>
                </a:cubicBezTo>
                <a:cubicBezTo>
                  <a:pt x="14828" y="15726"/>
                  <a:pt x="14529" y="13932"/>
                  <a:pt x="14069" y="12278"/>
                </a:cubicBezTo>
                <a:cubicBezTo>
                  <a:pt x="13610" y="10622"/>
                  <a:pt x="12898" y="9196"/>
                  <a:pt x="11933" y="8001"/>
                </a:cubicBezTo>
                <a:cubicBezTo>
                  <a:pt x="10967" y="6805"/>
                  <a:pt x="9657" y="5977"/>
                  <a:pt x="8001" y="5517"/>
                </a:cubicBezTo>
                <a:cubicBezTo>
                  <a:pt x="6989" y="5240"/>
                  <a:pt x="5931" y="5010"/>
                  <a:pt x="4827" y="4827"/>
                </a:cubicBezTo>
                <a:cubicBezTo>
                  <a:pt x="3724" y="4643"/>
                  <a:pt x="2666" y="4505"/>
                  <a:pt x="1654" y="4414"/>
                </a:cubicBezTo>
                <a:cubicBezTo>
                  <a:pt x="1103" y="4414"/>
                  <a:pt x="689" y="4184"/>
                  <a:pt x="413" y="3724"/>
                </a:cubicBezTo>
                <a:cubicBezTo>
                  <a:pt x="138" y="3263"/>
                  <a:pt x="0" y="2757"/>
                  <a:pt x="0" y="2206"/>
                </a:cubicBezTo>
                <a:cubicBezTo>
                  <a:pt x="0" y="1654"/>
                  <a:pt x="138" y="1149"/>
                  <a:pt x="413" y="690"/>
                </a:cubicBezTo>
                <a:cubicBezTo>
                  <a:pt x="689" y="230"/>
                  <a:pt x="1103" y="0"/>
                  <a:pt x="1654" y="0"/>
                </a:cubicBezTo>
                <a:cubicBezTo>
                  <a:pt x="4782" y="0"/>
                  <a:pt x="7587" y="92"/>
                  <a:pt x="10070" y="276"/>
                </a:cubicBezTo>
                <a:cubicBezTo>
                  <a:pt x="12554" y="460"/>
                  <a:pt x="15451" y="551"/>
                  <a:pt x="18761" y="551"/>
                </a:cubicBezTo>
                <a:lnTo>
                  <a:pt x="68283" y="551"/>
                </a:lnTo>
                <a:close/>
                <a:moveTo>
                  <a:pt x="97032" y="23726"/>
                </a:moveTo>
                <a:cubicBezTo>
                  <a:pt x="97032" y="21703"/>
                  <a:pt x="96962" y="19726"/>
                  <a:pt x="96823" y="17795"/>
                </a:cubicBezTo>
                <a:cubicBezTo>
                  <a:pt x="96686" y="15864"/>
                  <a:pt x="96387" y="14071"/>
                  <a:pt x="95926" y="12415"/>
                </a:cubicBezTo>
                <a:cubicBezTo>
                  <a:pt x="95468" y="10759"/>
                  <a:pt x="94755" y="9333"/>
                  <a:pt x="93790" y="8138"/>
                </a:cubicBezTo>
                <a:cubicBezTo>
                  <a:pt x="92825" y="6942"/>
                  <a:pt x="91514" y="6115"/>
                  <a:pt x="89858" y="5656"/>
                </a:cubicBezTo>
                <a:cubicBezTo>
                  <a:pt x="88846" y="5379"/>
                  <a:pt x="87788" y="5149"/>
                  <a:pt x="86684" y="4965"/>
                </a:cubicBezTo>
                <a:cubicBezTo>
                  <a:pt x="85581" y="4782"/>
                  <a:pt x="84524" y="4643"/>
                  <a:pt x="83512" y="4551"/>
                </a:cubicBezTo>
                <a:cubicBezTo>
                  <a:pt x="82960" y="4551"/>
                  <a:pt x="82546" y="4321"/>
                  <a:pt x="82270" y="3862"/>
                </a:cubicBezTo>
                <a:cubicBezTo>
                  <a:pt x="81995" y="3402"/>
                  <a:pt x="81857" y="2896"/>
                  <a:pt x="81857" y="2345"/>
                </a:cubicBezTo>
                <a:cubicBezTo>
                  <a:pt x="81857" y="1793"/>
                  <a:pt x="81995" y="1287"/>
                  <a:pt x="82270" y="827"/>
                </a:cubicBezTo>
                <a:cubicBezTo>
                  <a:pt x="82546" y="367"/>
                  <a:pt x="82960" y="137"/>
                  <a:pt x="83512" y="137"/>
                </a:cubicBezTo>
                <a:cubicBezTo>
                  <a:pt x="86640" y="137"/>
                  <a:pt x="89445" y="229"/>
                  <a:pt x="91927" y="413"/>
                </a:cubicBezTo>
                <a:cubicBezTo>
                  <a:pt x="94411" y="596"/>
                  <a:pt x="97308" y="688"/>
                  <a:pt x="100618" y="688"/>
                </a:cubicBezTo>
                <a:cubicBezTo>
                  <a:pt x="104389" y="688"/>
                  <a:pt x="108113" y="620"/>
                  <a:pt x="111791" y="482"/>
                </a:cubicBezTo>
                <a:cubicBezTo>
                  <a:pt x="115470" y="345"/>
                  <a:pt x="119195" y="229"/>
                  <a:pt x="122966" y="137"/>
                </a:cubicBezTo>
                <a:cubicBezTo>
                  <a:pt x="130507" y="137"/>
                  <a:pt x="137473" y="1332"/>
                  <a:pt x="143863" y="3724"/>
                </a:cubicBezTo>
                <a:cubicBezTo>
                  <a:pt x="150255" y="6115"/>
                  <a:pt x="155750" y="9449"/>
                  <a:pt x="160349" y="13726"/>
                </a:cubicBezTo>
                <a:cubicBezTo>
                  <a:pt x="164947" y="18002"/>
                  <a:pt x="168557" y="23105"/>
                  <a:pt x="171177" y="29037"/>
                </a:cubicBezTo>
                <a:cubicBezTo>
                  <a:pt x="173798" y="34969"/>
                  <a:pt x="175108" y="41429"/>
                  <a:pt x="175108" y="48419"/>
                </a:cubicBezTo>
                <a:cubicBezTo>
                  <a:pt x="175108" y="56144"/>
                  <a:pt x="173867" y="62857"/>
                  <a:pt x="171383" y="68559"/>
                </a:cubicBezTo>
                <a:cubicBezTo>
                  <a:pt x="168900" y="74260"/>
                  <a:pt x="165498" y="79019"/>
                  <a:pt x="161176" y="82836"/>
                </a:cubicBezTo>
                <a:cubicBezTo>
                  <a:pt x="156854" y="86653"/>
                  <a:pt x="151727" y="89481"/>
                  <a:pt x="145796" y="91321"/>
                </a:cubicBezTo>
                <a:cubicBezTo>
                  <a:pt x="139864" y="93159"/>
                  <a:pt x="133450" y="94078"/>
                  <a:pt x="126553" y="94078"/>
                </a:cubicBezTo>
                <a:cubicBezTo>
                  <a:pt x="122413" y="94078"/>
                  <a:pt x="118389" y="93894"/>
                  <a:pt x="114481" y="93527"/>
                </a:cubicBezTo>
                <a:cubicBezTo>
                  <a:pt x="110573" y="93159"/>
                  <a:pt x="107056" y="92975"/>
                  <a:pt x="103929" y="92975"/>
                </a:cubicBezTo>
                <a:cubicBezTo>
                  <a:pt x="101997" y="92975"/>
                  <a:pt x="100249" y="92999"/>
                  <a:pt x="98686" y="93045"/>
                </a:cubicBezTo>
                <a:cubicBezTo>
                  <a:pt x="97123" y="93090"/>
                  <a:pt x="95605" y="93158"/>
                  <a:pt x="94133" y="93251"/>
                </a:cubicBezTo>
                <a:cubicBezTo>
                  <a:pt x="92663" y="93344"/>
                  <a:pt x="91168" y="93482"/>
                  <a:pt x="89650" y="93666"/>
                </a:cubicBezTo>
                <a:cubicBezTo>
                  <a:pt x="88133" y="93850"/>
                  <a:pt x="86455" y="94033"/>
                  <a:pt x="84617" y="94217"/>
                </a:cubicBezTo>
                <a:cubicBezTo>
                  <a:pt x="84064" y="94308"/>
                  <a:pt x="83627" y="94124"/>
                  <a:pt x="83306" y="93664"/>
                </a:cubicBezTo>
                <a:cubicBezTo>
                  <a:pt x="82984" y="93205"/>
                  <a:pt x="82777" y="92700"/>
                  <a:pt x="82685" y="92148"/>
                </a:cubicBezTo>
                <a:cubicBezTo>
                  <a:pt x="82593" y="91595"/>
                  <a:pt x="82708" y="91043"/>
                  <a:pt x="83030" y="90492"/>
                </a:cubicBezTo>
                <a:cubicBezTo>
                  <a:pt x="83351" y="89940"/>
                  <a:pt x="83880" y="89619"/>
                  <a:pt x="84617" y="89528"/>
                </a:cubicBezTo>
                <a:cubicBezTo>
                  <a:pt x="86824" y="89251"/>
                  <a:pt x="88710" y="88860"/>
                  <a:pt x="90273" y="88355"/>
                </a:cubicBezTo>
                <a:cubicBezTo>
                  <a:pt x="91836" y="87849"/>
                  <a:pt x="93123" y="87136"/>
                  <a:pt x="94135" y="86217"/>
                </a:cubicBezTo>
                <a:cubicBezTo>
                  <a:pt x="95147" y="85296"/>
                  <a:pt x="95882" y="84100"/>
                  <a:pt x="96341" y="82630"/>
                </a:cubicBezTo>
                <a:cubicBezTo>
                  <a:pt x="96801" y="81158"/>
                  <a:pt x="97032" y="79226"/>
                  <a:pt x="97032" y="76835"/>
                </a:cubicBezTo>
                <a:lnTo>
                  <a:pt x="97032" y="23726"/>
                </a:lnTo>
                <a:moveTo>
                  <a:pt x="112067" y="67317"/>
                </a:moveTo>
                <a:cubicBezTo>
                  <a:pt x="112067" y="71915"/>
                  <a:pt x="112274" y="75571"/>
                  <a:pt x="112688" y="78285"/>
                </a:cubicBezTo>
                <a:cubicBezTo>
                  <a:pt x="113102" y="80998"/>
                  <a:pt x="113907" y="83044"/>
                  <a:pt x="115102" y="84423"/>
                </a:cubicBezTo>
                <a:cubicBezTo>
                  <a:pt x="116298" y="85803"/>
                  <a:pt x="118022" y="86699"/>
                  <a:pt x="120274" y="87113"/>
                </a:cubicBezTo>
                <a:cubicBezTo>
                  <a:pt x="122527" y="87527"/>
                  <a:pt x="125540" y="87734"/>
                  <a:pt x="129310" y="87734"/>
                </a:cubicBezTo>
                <a:cubicBezTo>
                  <a:pt x="133448" y="87734"/>
                  <a:pt x="137242" y="86861"/>
                  <a:pt x="140691" y="85114"/>
                </a:cubicBezTo>
                <a:cubicBezTo>
                  <a:pt x="144141" y="83365"/>
                  <a:pt x="147106" y="80813"/>
                  <a:pt x="149589" y="77456"/>
                </a:cubicBezTo>
                <a:cubicBezTo>
                  <a:pt x="152072" y="74099"/>
                  <a:pt x="154004" y="69984"/>
                  <a:pt x="155383" y="65111"/>
                </a:cubicBezTo>
                <a:cubicBezTo>
                  <a:pt x="156763" y="60236"/>
                  <a:pt x="157453" y="54626"/>
                  <a:pt x="157453" y="48280"/>
                </a:cubicBezTo>
                <a:cubicBezTo>
                  <a:pt x="157453" y="41567"/>
                  <a:pt x="156763" y="35613"/>
                  <a:pt x="155383" y="30418"/>
                </a:cubicBezTo>
                <a:cubicBezTo>
                  <a:pt x="154004" y="25222"/>
                  <a:pt x="151750" y="20853"/>
                  <a:pt x="148623" y="17313"/>
                </a:cubicBezTo>
                <a:cubicBezTo>
                  <a:pt x="145496" y="13771"/>
                  <a:pt x="141335" y="11103"/>
                  <a:pt x="136138" y="9310"/>
                </a:cubicBezTo>
                <a:cubicBezTo>
                  <a:pt x="130944" y="7517"/>
                  <a:pt x="124576" y="6620"/>
                  <a:pt x="117034" y="6620"/>
                </a:cubicBezTo>
                <a:cubicBezTo>
                  <a:pt x="115195" y="6620"/>
                  <a:pt x="113907" y="6942"/>
                  <a:pt x="113170" y="7586"/>
                </a:cubicBezTo>
                <a:cubicBezTo>
                  <a:pt x="112434" y="8230"/>
                  <a:pt x="112067" y="9472"/>
                  <a:pt x="112067" y="11312"/>
                </a:cubicBezTo>
                <a:lnTo>
                  <a:pt x="112067" y="67317"/>
                </a:lnTo>
                <a:close/>
                <a:moveTo>
                  <a:pt x="269795" y="56832"/>
                </a:moveTo>
                <a:cubicBezTo>
                  <a:pt x="269795" y="62810"/>
                  <a:pt x="269129" y="68168"/>
                  <a:pt x="267795" y="72905"/>
                </a:cubicBezTo>
                <a:cubicBezTo>
                  <a:pt x="266462" y="77641"/>
                  <a:pt x="264347" y="81642"/>
                  <a:pt x="261449" y="84907"/>
                </a:cubicBezTo>
                <a:cubicBezTo>
                  <a:pt x="258553" y="88171"/>
                  <a:pt x="254759" y="90677"/>
                  <a:pt x="250068" y="92424"/>
                </a:cubicBezTo>
                <a:cubicBezTo>
                  <a:pt x="245378" y="94171"/>
                  <a:pt x="239677" y="95044"/>
                  <a:pt x="232964" y="95044"/>
                </a:cubicBezTo>
                <a:cubicBezTo>
                  <a:pt x="226527" y="95044"/>
                  <a:pt x="220940" y="94401"/>
                  <a:pt x="216202" y="93114"/>
                </a:cubicBezTo>
                <a:cubicBezTo>
                  <a:pt x="211466" y="91826"/>
                  <a:pt x="207558" y="89779"/>
                  <a:pt x="204476" y="86974"/>
                </a:cubicBezTo>
                <a:cubicBezTo>
                  <a:pt x="201396" y="84169"/>
                  <a:pt x="199120" y="80537"/>
                  <a:pt x="197648" y="76077"/>
                </a:cubicBezTo>
                <a:cubicBezTo>
                  <a:pt x="196177" y="71616"/>
                  <a:pt x="195442" y="66213"/>
                  <a:pt x="195442" y="59867"/>
                </a:cubicBezTo>
                <a:lnTo>
                  <a:pt x="195442" y="21243"/>
                </a:lnTo>
                <a:cubicBezTo>
                  <a:pt x="195442" y="18393"/>
                  <a:pt x="195281" y="15956"/>
                  <a:pt x="194960" y="13932"/>
                </a:cubicBezTo>
                <a:cubicBezTo>
                  <a:pt x="194638" y="11909"/>
                  <a:pt x="194017" y="10254"/>
                  <a:pt x="193097" y="8967"/>
                </a:cubicBezTo>
                <a:cubicBezTo>
                  <a:pt x="192178" y="7679"/>
                  <a:pt x="190867" y="6690"/>
                  <a:pt x="189165" y="6001"/>
                </a:cubicBezTo>
                <a:cubicBezTo>
                  <a:pt x="187464" y="5311"/>
                  <a:pt x="185188" y="4874"/>
                  <a:pt x="182337" y="4690"/>
                </a:cubicBezTo>
                <a:cubicBezTo>
                  <a:pt x="181785" y="4690"/>
                  <a:pt x="181371" y="4437"/>
                  <a:pt x="181095" y="3932"/>
                </a:cubicBezTo>
                <a:cubicBezTo>
                  <a:pt x="180820" y="3425"/>
                  <a:pt x="180682" y="2896"/>
                  <a:pt x="180682" y="2345"/>
                </a:cubicBezTo>
                <a:cubicBezTo>
                  <a:pt x="180682" y="1793"/>
                  <a:pt x="180820" y="1287"/>
                  <a:pt x="181095" y="827"/>
                </a:cubicBezTo>
                <a:cubicBezTo>
                  <a:pt x="181371" y="367"/>
                  <a:pt x="181785" y="137"/>
                  <a:pt x="182337" y="137"/>
                </a:cubicBezTo>
                <a:cubicBezTo>
                  <a:pt x="185281" y="137"/>
                  <a:pt x="188637" y="298"/>
                  <a:pt x="192406" y="621"/>
                </a:cubicBezTo>
                <a:cubicBezTo>
                  <a:pt x="196177" y="942"/>
                  <a:pt x="199718" y="1103"/>
                  <a:pt x="203030" y="1103"/>
                </a:cubicBezTo>
                <a:cubicBezTo>
                  <a:pt x="204961" y="1103"/>
                  <a:pt x="206777" y="1057"/>
                  <a:pt x="208477" y="966"/>
                </a:cubicBezTo>
                <a:cubicBezTo>
                  <a:pt x="210180" y="874"/>
                  <a:pt x="211835" y="758"/>
                  <a:pt x="213445" y="621"/>
                </a:cubicBezTo>
                <a:cubicBezTo>
                  <a:pt x="215054" y="482"/>
                  <a:pt x="216686" y="367"/>
                  <a:pt x="218341" y="276"/>
                </a:cubicBezTo>
                <a:cubicBezTo>
                  <a:pt x="219997" y="183"/>
                  <a:pt x="221790" y="137"/>
                  <a:pt x="223721" y="137"/>
                </a:cubicBezTo>
                <a:cubicBezTo>
                  <a:pt x="224273" y="137"/>
                  <a:pt x="224663" y="367"/>
                  <a:pt x="224893" y="827"/>
                </a:cubicBezTo>
                <a:cubicBezTo>
                  <a:pt x="225124" y="1287"/>
                  <a:pt x="225216" y="1793"/>
                  <a:pt x="225169" y="2345"/>
                </a:cubicBezTo>
                <a:cubicBezTo>
                  <a:pt x="225124" y="2896"/>
                  <a:pt x="224964" y="3425"/>
                  <a:pt x="224687" y="3932"/>
                </a:cubicBezTo>
                <a:cubicBezTo>
                  <a:pt x="224411" y="4437"/>
                  <a:pt x="224043" y="4690"/>
                  <a:pt x="223584" y="4690"/>
                </a:cubicBezTo>
                <a:cubicBezTo>
                  <a:pt x="220733" y="4874"/>
                  <a:pt x="218434" y="5264"/>
                  <a:pt x="216686" y="5862"/>
                </a:cubicBezTo>
                <a:cubicBezTo>
                  <a:pt x="214939" y="6460"/>
                  <a:pt x="213606" y="7380"/>
                  <a:pt x="212685" y="8622"/>
                </a:cubicBezTo>
                <a:cubicBezTo>
                  <a:pt x="211766" y="9862"/>
                  <a:pt x="211168" y="11494"/>
                  <a:pt x="210892" y="13518"/>
                </a:cubicBezTo>
                <a:cubicBezTo>
                  <a:pt x="210617" y="15541"/>
                  <a:pt x="210479" y="18116"/>
                  <a:pt x="210479" y="21243"/>
                </a:cubicBezTo>
                <a:lnTo>
                  <a:pt x="210479" y="58903"/>
                </a:lnTo>
                <a:cubicBezTo>
                  <a:pt x="210479" y="62765"/>
                  <a:pt x="210985" y="66444"/>
                  <a:pt x="211997" y="69939"/>
                </a:cubicBezTo>
                <a:cubicBezTo>
                  <a:pt x="213009" y="73434"/>
                  <a:pt x="214549" y="76491"/>
                  <a:pt x="216617" y="79113"/>
                </a:cubicBezTo>
                <a:cubicBezTo>
                  <a:pt x="218687" y="81732"/>
                  <a:pt x="221285" y="83825"/>
                  <a:pt x="224411" y="85389"/>
                </a:cubicBezTo>
                <a:cubicBezTo>
                  <a:pt x="227538" y="86953"/>
                  <a:pt x="231217" y="87734"/>
                  <a:pt x="235447" y="87734"/>
                </a:cubicBezTo>
                <a:cubicBezTo>
                  <a:pt x="244368" y="87734"/>
                  <a:pt x="251173" y="85274"/>
                  <a:pt x="255863" y="80354"/>
                </a:cubicBezTo>
                <a:cubicBezTo>
                  <a:pt x="260552" y="75433"/>
                  <a:pt x="262897" y="67639"/>
                  <a:pt x="262897" y="56971"/>
                </a:cubicBezTo>
                <a:lnTo>
                  <a:pt x="262897" y="33657"/>
                </a:lnTo>
                <a:cubicBezTo>
                  <a:pt x="262897" y="32187"/>
                  <a:pt x="262897" y="30394"/>
                  <a:pt x="262897" y="28279"/>
                </a:cubicBezTo>
                <a:cubicBezTo>
                  <a:pt x="262897" y="26072"/>
                  <a:pt x="262851" y="23888"/>
                  <a:pt x="262758" y="21727"/>
                </a:cubicBezTo>
                <a:cubicBezTo>
                  <a:pt x="262667" y="19564"/>
                  <a:pt x="262530" y="17494"/>
                  <a:pt x="262346" y="15517"/>
                </a:cubicBezTo>
                <a:cubicBezTo>
                  <a:pt x="262162" y="13540"/>
                  <a:pt x="261886" y="12000"/>
                  <a:pt x="261519" y="10897"/>
                </a:cubicBezTo>
                <a:cubicBezTo>
                  <a:pt x="261058" y="9334"/>
                  <a:pt x="260575" y="8161"/>
                  <a:pt x="260068" y="7380"/>
                </a:cubicBezTo>
                <a:cubicBezTo>
                  <a:pt x="259563" y="6598"/>
                  <a:pt x="258943" y="6024"/>
                  <a:pt x="258208" y="5656"/>
                </a:cubicBezTo>
                <a:cubicBezTo>
                  <a:pt x="257472" y="5287"/>
                  <a:pt x="256553" y="5080"/>
                  <a:pt x="255448" y="5035"/>
                </a:cubicBezTo>
                <a:cubicBezTo>
                  <a:pt x="254345" y="4989"/>
                  <a:pt x="252966" y="4874"/>
                  <a:pt x="251310" y="4690"/>
                </a:cubicBezTo>
                <a:cubicBezTo>
                  <a:pt x="250851" y="4690"/>
                  <a:pt x="250507" y="4437"/>
                  <a:pt x="250276" y="3932"/>
                </a:cubicBezTo>
                <a:cubicBezTo>
                  <a:pt x="250046" y="3425"/>
                  <a:pt x="249931" y="2896"/>
                  <a:pt x="249931" y="2345"/>
                </a:cubicBezTo>
                <a:cubicBezTo>
                  <a:pt x="249931" y="1793"/>
                  <a:pt x="250023" y="1287"/>
                  <a:pt x="250207" y="827"/>
                </a:cubicBezTo>
                <a:cubicBezTo>
                  <a:pt x="250391" y="367"/>
                  <a:pt x="250758" y="137"/>
                  <a:pt x="251310" y="137"/>
                </a:cubicBezTo>
                <a:cubicBezTo>
                  <a:pt x="253517" y="137"/>
                  <a:pt x="255862" y="298"/>
                  <a:pt x="258344" y="621"/>
                </a:cubicBezTo>
                <a:cubicBezTo>
                  <a:pt x="260828" y="942"/>
                  <a:pt x="263358" y="1103"/>
                  <a:pt x="265933" y="1103"/>
                </a:cubicBezTo>
                <a:cubicBezTo>
                  <a:pt x="268324" y="1103"/>
                  <a:pt x="270715" y="942"/>
                  <a:pt x="273106" y="621"/>
                </a:cubicBezTo>
                <a:cubicBezTo>
                  <a:pt x="275497" y="298"/>
                  <a:pt x="278164" y="137"/>
                  <a:pt x="281107" y="137"/>
                </a:cubicBezTo>
                <a:cubicBezTo>
                  <a:pt x="281658" y="137"/>
                  <a:pt x="282072" y="367"/>
                  <a:pt x="282349" y="827"/>
                </a:cubicBezTo>
                <a:cubicBezTo>
                  <a:pt x="282625" y="1287"/>
                  <a:pt x="282763" y="1793"/>
                  <a:pt x="282763" y="2345"/>
                </a:cubicBezTo>
                <a:cubicBezTo>
                  <a:pt x="282763" y="2896"/>
                  <a:pt x="282625" y="3425"/>
                  <a:pt x="282349" y="3932"/>
                </a:cubicBezTo>
                <a:cubicBezTo>
                  <a:pt x="282072" y="4437"/>
                  <a:pt x="281658" y="4690"/>
                  <a:pt x="281107" y="4690"/>
                </a:cubicBezTo>
                <a:cubicBezTo>
                  <a:pt x="279451" y="4874"/>
                  <a:pt x="278140" y="4989"/>
                  <a:pt x="277175" y="5035"/>
                </a:cubicBezTo>
                <a:cubicBezTo>
                  <a:pt x="276209" y="5080"/>
                  <a:pt x="275405" y="5287"/>
                  <a:pt x="274761" y="5656"/>
                </a:cubicBezTo>
                <a:cubicBezTo>
                  <a:pt x="274118" y="6024"/>
                  <a:pt x="273543" y="6598"/>
                  <a:pt x="273037" y="7380"/>
                </a:cubicBezTo>
                <a:cubicBezTo>
                  <a:pt x="272531" y="8161"/>
                  <a:pt x="271957" y="9334"/>
                  <a:pt x="271313" y="10897"/>
                </a:cubicBezTo>
                <a:cubicBezTo>
                  <a:pt x="270852" y="12000"/>
                  <a:pt x="270507" y="13518"/>
                  <a:pt x="270277" y="15450"/>
                </a:cubicBezTo>
                <a:cubicBezTo>
                  <a:pt x="270048" y="17381"/>
                  <a:pt x="269888" y="19427"/>
                  <a:pt x="269795" y="21588"/>
                </a:cubicBezTo>
                <a:cubicBezTo>
                  <a:pt x="269704" y="23749"/>
                  <a:pt x="269681" y="25933"/>
                  <a:pt x="269726" y="28140"/>
                </a:cubicBezTo>
                <a:cubicBezTo>
                  <a:pt x="269772" y="30348"/>
                  <a:pt x="269795" y="32279"/>
                  <a:pt x="269795" y="33935"/>
                </a:cubicBezTo>
                <a:lnTo>
                  <a:pt x="269795" y="56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41595-6A0E-4CF8-A9BE-56EB3D8E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388" y="993786"/>
            <a:ext cx="287902" cy="162580"/>
          </a:xfrm>
          <a:custGeom xmlns:a="http://schemas.openxmlformats.org/drawingml/2006/main">
            <a:pathLst>
              <a:path w="287902" h="162580">
                <a:moveTo>
                  <a:pt x="0" y="162580"/>
                </a:moveTo>
                <a:lnTo>
                  <a:pt x="0" y="0"/>
                </a:lnTo>
                <a:lnTo>
                  <a:pt x="287902" y="0"/>
                </a:lnTo>
                <a:lnTo>
                  <a:pt x="287902" y="162580"/>
                </a:lnTo>
                <a:lnTo>
                  <a:pt x="0" y="16258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Text EDU">
            <a:extLst xmlns:a="http://schemas.openxmlformats.org/drawingml/2006/main">
              <a:ext uri="{FF2B5EF4-FFF2-40B4-BE49-F238E27FC236}">
                <a16:creationId xmlns:a16="http://schemas.microsoft.com/office/drawing/2014/main" id="{3F4925B8-AA90-44CF-9D19-868E2868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975" y="1024589"/>
            <a:ext cx="282763" cy="95044"/>
          </a:xfrm>
          <a:custGeom xmlns:a="http://schemas.openxmlformats.org/drawingml/2006/main">
            <a:pathLst>
              <a:path w="282763" h="95044">
                <a:moveTo>
                  <a:pt x="68283" y="551"/>
                </a:moveTo>
                <a:cubicBezTo>
                  <a:pt x="69020" y="551"/>
                  <a:pt x="69732" y="643"/>
                  <a:pt x="70421" y="827"/>
                </a:cubicBezTo>
                <a:cubicBezTo>
                  <a:pt x="71112" y="1011"/>
                  <a:pt x="71365" y="1746"/>
                  <a:pt x="71181" y="3033"/>
                </a:cubicBezTo>
                <a:cubicBezTo>
                  <a:pt x="70996" y="4045"/>
                  <a:pt x="70903" y="5195"/>
                  <a:pt x="70903" y="6483"/>
                </a:cubicBezTo>
                <a:cubicBezTo>
                  <a:pt x="70903" y="7770"/>
                  <a:pt x="70903" y="9057"/>
                  <a:pt x="70903" y="10346"/>
                </a:cubicBezTo>
                <a:cubicBezTo>
                  <a:pt x="70903" y="14484"/>
                  <a:pt x="71042" y="18346"/>
                  <a:pt x="71318" y="21933"/>
                </a:cubicBezTo>
                <a:cubicBezTo>
                  <a:pt x="71318" y="22301"/>
                  <a:pt x="71111" y="22600"/>
                  <a:pt x="70697" y="22830"/>
                </a:cubicBezTo>
                <a:cubicBezTo>
                  <a:pt x="70283" y="23060"/>
                  <a:pt x="69800" y="23198"/>
                  <a:pt x="69249" y="23244"/>
                </a:cubicBezTo>
                <a:cubicBezTo>
                  <a:pt x="68697" y="23289"/>
                  <a:pt x="68168" y="23220"/>
                  <a:pt x="67662" y="23036"/>
                </a:cubicBezTo>
                <a:cubicBezTo>
                  <a:pt x="67157" y="22852"/>
                  <a:pt x="66858" y="22484"/>
                  <a:pt x="66765" y="21933"/>
                </a:cubicBezTo>
                <a:cubicBezTo>
                  <a:pt x="66122" y="18346"/>
                  <a:pt x="65479" y="15541"/>
                  <a:pt x="64835" y="13518"/>
                </a:cubicBezTo>
                <a:cubicBezTo>
                  <a:pt x="64191" y="11494"/>
                  <a:pt x="63294" y="9954"/>
                  <a:pt x="62145" y="8897"/>
                </a:cubicBezTo>
                <a:cubicBezTo>
                  <a:pt x="60996" y="7839"/>
                  <a:pt x="59432" y="7173"/>
                  <a:pt x="57455" y="6898"/>
                </a:cubicBezTo>
                <a:cubicBezTo>
                  <a:pt x="55478" y="6621"/>
                  <a:pt x="52880" y="6437"/>
                  <a:pt x="49661" y="6344"/>
                </a:cubicBezTo>
                <a:lnTo>
                  <a:pt x="41384" y="6344"/>
                </a:lnTo>
                <a:cubicBezTo>
                  <a:pt x="38993" y="6344"/>
                  <a:pt x="37085" y="6390"/>
                  <a:pt x="35659" y="6483"/>
                </a:cubicBezTo>
                <a:cubicBezTo>
                  <a:pt x="34233" y="6574"/>
                  <a:pt x="33107" y="6919"/>
                  <a:pt x="32279" y="7517"/>
                </a:cubicBezTo>
                <a:cubicBezTo>
                  <a:pt x="31452" y="8114"/>
                  <a:pt x="30901" y="9057"/>
                  <a:pt x="30624" y="10346"/>
                </a:cubicBezTo>
                <a:cubicBezTo>
                  <a:pt x="30348" y="11632"/>
                  <a:pt x="30209" y="13426"/>
                  <a:pt x="30209" y="15726"/>
                </a:cubicBezTo>
                <a:lnTo>
                  <a:pt x="30209" y="39867"/>
                </a:lnTo>
                <a:cubicBezTo>
                  <a:pt x="30209" y="41154"/>
                  <a:pt x="30440" y="41958"/>
                  <a:pt x="30900" y="42281"/>
                </a:cubicBezTo>
                <a:cubicBezTo>
                  <a:pt x="31360" y="42602"/>
                  <a:pt x="31820" y="42763"/>
                  <a:pt x="32279" y="42763"/>
                </a:cubicBezTo>
                <a:cubicBezTo>
                  <a:pt x="36509" y="42763"/>
                  <a:pt x="39843" y="42579"/>
                  <a:pt x="42279" y="42212"/>
                </a:cubicBezTo>
                <a:cubicBezTo>
                  <a:pt x="44716" y="41844"/>
                  <a:pt x="46556" y="41177"/>
                  <a:pt x="47798" y="40212"/>
                </a:cubicBezTo>
                <a:cubicBezTo>
                  <a:pt x="49040" y="39245"/>
                  <a:pt x="49868" y="37980"/>
                  <a:pt x="50282" y="36417"/>
                </a:cubicBezTo>
                <a:cubicBezTo>
                  <a:pt x="50696" y="34854"/>
                  <a:pt x="51040" y="32831"/>
                  <a:pt x="51315" y="30348"/>
                </a:cubicBezTo>
                <a:cubicBezTo>
                  <a:pt x="51408" y="29796"/>
                  <a:pt x="51684" y="29382"/>
                  <a:pt x="52142" y="29107"/>
                </a:cubicBezTo>
                <a:cubicBezTo>
                  <a:pt x="52603" y="28830"/>
                  <a:pt x="53109" y="28692"/>
                  <a:pt x="53660" y="28692"/>
                </a:cubicBezTo>
                <a:cubicBezTo>
                  <a:pt x="54213" y="28692"/>
                  <a:pt x="54719" y="28830"/>
                  <a:pt x="55178" y="29107"/>
                </a:cubicBezTo>
                <a:cubicBezTo>
                  <a:pt x="55638" y="29382"/>
                  <a:pt x="55868" y="29796"/>
                  <a:pt x="55868" y="30348"/>
                </a:cubicBezTo>
                <a:cubicBezTo>
                  <a:pt x="55868" y="31819"/>
                  <a:pt x="55822" y="33130"/>
                  <a:pt x="55729" y="34280"/>
                </a:cubicBezTo>
                <a:cubicBezTo>
                  <a:pt x="55638" y="35430"/>
                  <a:pt x="55546" y="36579"/>
                  <a:pt x="55453" y="37728"/>
                </a:cubicBezTo>
                <a:cubicBezTo>
                  <a:pt x="55362" y="38877"/>
                  <a:pt x="55270" y="40073"/>
                  <a:pt x="55178" y="41315"/>
                </a:cubicBezTo>
                <a:cubicBezTo>
                  <a:pt x="55087" y="42555"/>
                  <a:pt x="55041" y="44004"/>
                  <a:pt x="55041" y="45659"/>
                </a:cubicBezTo>
                <a:cubicBezTo>
                  <a:pt x="55041" y="48418"/>
                  <a:pt x="55178" y="50924"/>
                  <a:pt x="55453" y="53178"/>
                </a:cubicBezTo>
                <a:cubicBezTo>
                  <a:pt x="55730" y="55430"/>
                  <a:pt x="55868" y="58166"/>
                  <a:pt x="55868" y="61385"/>
                </a:cubicBezTo>
                <a:cubicBezTo>
                  <a:pt x="55868" y="61845"/>
                  <a:pt x="55638" y="62191"/>
                  <a:pt x="55178" y="62421"/>
                </a:cubicBezTo>
                <a:cubicBezTo>
                  <a:pt x="54719" y="62651"/>
                  <a:pt x="54213" y="62743"/>
                  <a:pt x="53660" y="62696"/>
                </a:cubicBezTo>
                <a:cubicBezTo>
                  <a:pt x="53109" y="62650"/>
                  <a:pt x="52603" y="62512"/>
                  <a:pt x="52142" y="62282"/>
                </a:cubicBezTo>
                <a:cubicBezTo>
                  <a:pt x="51684" y="62052"/>
                  <a:pt x="51408" y="61661"/>
                  <a:pt x="51315" y="61109"/>
                </a:cubicBezTo>
                <a:cubicBezTo>
                  <a:pt x="51040" y="58443"/>
                  <a:pt x="50696" y="56282"/>
                  <a:pt x="50282" y="54626"/>
                </a:cubicBezTo>
                <a:cubicBezTo>
                  <a:pt x="49868" y="52970"/>
                  <a:pt x="49040" y="51706"/>
                  <a:pt x="47798" y="50833"/>
                </a:cubicBezTo>
                <a:cubicBezTo>
                  <a:pt x="46556" y="49959"/>
                  <a:pt x="44716" y="49361"/>
                  <a:pt x="42279" y="49040"/>
                </a:cubicBezTo>
                <a:cubicBezTo>
                  <a:pt x="39843" y="48717"/>
                  <a:pt x="36509" y="48556"/>
                  <a:pt x="32279" y="48556"/>
                </a:cubicBezTo>
                <a:cubicBezTo>
                  <a:pt x="31820" y="48556"/>
                  <a:pt x="31360" y="48717"/>
                  <a:pt x="30900" y="49040"/>
                </a:cubicBezTo>
                <a:cubicBezTo>
                  <a:pt x="30440" y="49361"/>
                  <a:pt x="30209" y="50028"/>
                  <a:pt x="30209" y="51040"/>
                </a:cubicBezTo>
                <a:lnTo>
                  <a:pt x="30209" y="69110"/>
                </a:lnTo>
                <a:cubicBezTo>
                  <a:pt x="30209" y="72053"/>
                  <a:pt x="30416" y="74559"/>
                  <a:pt x="30830" y="76629"/>
                </a:cubicBezTo>
                <a:cubicBezTo>
                  <a:pt x="31244" y="78697"/>
                  <a:pt x="31865" y="80399"/>
                  <a:pt x="32693" y="81733"/>
                </a:cubicBezTo>
                <a:cubicBezTo>
                  <a:pt x="33521" y="83066"/>
                  <a:pt x="34533" y="84124"/>
                  <a:pt x="35729" y="84905"/>
                </a:cubicBezTo>
                <a:cubicBezTo>
                  <a:pt x="36924" y="85687"/>
                  <a:pt x="38349" y="86261"/>
                  <a:pt x="40004" y="86629"/>
                </a:cubicBezTo>
                <a:cubicBezTo>
                  <a:pt x="41292" y="86906"/>
                  <a:pt x="42741" y="87113"/>
                  <a:pt x="44350" y="87250"/>
                </a:cubicBezTo>
                <a:cubicBezTo>
                  <a:pt x="45960" y="87388"/>
                  <a:pt x="47638" y="87456"/>
                  <a:pt x="49385" y="87456"/>
                </a:cubicBezTo>
                <a:cubicBezTo>
                  <a:pt x="51592" y="87456"/>
                  <a:pt x="53662" y="87364"/>
                  <a:pt x="55592" y="87181"/>
                </a:cubicBezTo>
                <a:cubicBezTo>
                  <a:pt x="57523" y="86997"/>
                  <a:pt x="58995" y="86721"/>
                  <a:pt x="60006" y="86353"/>
                </a:cubicBezTo>
                <a:cubicBezTo>
                  <a:pt x="61846" y="85709"/>
                  <a:pt x="63432" y="85020"/>
                  <a:pt x="64766" y="84284"/>
                </a:cubicBezTo>
                <a:cubicBezTo>
                  <a:pt x="66099" y="83549"/>
                  <a:pt x="67225" y="82583"/>
                  <a:pt x="68144" y="81388"/>
                </a:cubicBezTo>
                <a:cubicBezTo>
                  <a:pt x="69064" y="80192"/>
                  <a:pt x="69824" y="78698"/>
                  <a:pt x="70421" y="76904"/>
                </a:cubicBezTo>
                <a:cubicBezTo>
                  <a:pt x="71019" y="75111"/>
                  <a:pt x="71502" y="72835"/>
                  <a:pt x="71870" y="70076"/>
                </a:cubicBezTo>
                <a:cubicBezTo>
                  <a:pt x="71962" y="69525"/>
                  <a:pt x="72284" y="69157"/>
                  <a:pt x="72836" y="68973"/>
                </a:cubicBezTo>
                <a:cubicBezTo>
                  <a:pt x="73387" y="68789"/>
                  <a:pt x="73985" y="68697"/>
                  <a:pt x="74629" y="68697"/>
                </a:cubicBezTo>
                <a:cubicBezTo>
                  <a:pt x="75273" y="68697"/>
                  <a:pt x="75848" y="68836"/>
                  <a:pt x="76353" y="69112"/>
                </a:cubicBezTo>
                <a:cubicBezTo>
                  <a:pt x="76860" y="69387"/>
                  <a:pt x="77067" y="69754"/>
                  <a:pt x="76974" y="70213"/>
                </a:cubicBezTo>
                <a:cubicBezTo>
                  <a:pt x="76514" y="74076"/>
                  <a:pt x="76100" y="77686"/>
                  <a:pt x="75732" y="81043"/>
                </a:cubicBezTo>
                <a:cubicBezTo>
                  <a:pt x="75364" y="84399"/>
                  <a:pt x="75227" y="87825"/>
                  <a:pt x="75319" y="91319"/>
                </a:cubicBezTo>
                <a:cubicBezTo>
                  <a:pt x="75319" y="91595"/>
                  <a:pt x="75135" y="91987"/>
                  <a:pt x="74766" y="92493"/>
                </a:cubicBezTo>
                <a:cubicBezTo>
                  <a:pt x="74398" y="92999"/>
                  <a:pt x="73525" y="93251"/>
                  <a:pt x="72145" y="93251"/>
                </a:cubicBezTo>
                <a:lnTo>
                  <a:pt x="22072" y="93251"/>
                </a:lnTo>
                <a:cubicBezTo>
                  <a:pt x="18576" y="93251"/>
                  <a:pt x="15150" y="93343"/>
                  <a:pt x="11794" y="93527"/>
                </a:cubicBezTo>
                <a:cubicBezTo>
                  <a:pt x="8437" y="93711"/>
                  <a:pt x="5426" y="93894"/>
                  <a:pt x="2760" y="94078"/>
                </a:cubicBezTo>
                <a:cubicBezTo>
                  <a:pt x="2023" y="94078"/>
                  <a:pt x="1471" y="93871"/>
                  <a:pt x="1103" y="93457"/>
                </a:cubicBezTo>
                <a:cubicBezTo>
                  <a:pt x="735" y="93043"/>
                  <a:pt x="505" y="92538"/>
                  <a:pt x="413" y="91940"/>
                </a:cubicBezTo>
                <a:cubicBezTo>
                  <a:pt x="321" y="91342"/>
                  <a:pt x="460" y="90790"/>
                  <a:pt x="827" y="90285"/>
                </a:cubicBezTo>
                <a:cubicBezTo>
                  <a:pt x="1195" y="89780"/>
                  <a:pt x="1793" y="89481"/>
                  <a:pt x="2621" y="89389"/>
                </a:cubicBezTo>
                <a:cubicBezTo>
                  <a:pt x="4828" y="89112"/>
                  <a:pt x="6713" y="88721"/>
                  <a:pt x="8276" y="88216"/>
                </a:cubicBezTo>
                <a:cubicBezTo>
                  <a:pt x="9840" y="87710"/>
                  <a:pt x="11127" y="86974"/>
                  <a:pt x="12139" y="86008"/>
                </a:cubicBezTo>
                <a:cubicBezTo>
                  <a:pt x="13151" y="85043"/>
                  <a:pt x="13909" y="83825"/>
                  <a:pt x="14414" y="82354"/>
                </a:cubicBezTo>
                <a:cubicBezTo>
                  <a:pt x="14921" y="80882"/>
                  <a:pt x="15174" y="78997"/>
                  <a:pt x="15174" y="76698"/>
                </a:cubicBezTo>
                <a:lnTo>
                  <a:pt x="15174" y="23587"/>
                </a:lnTo>
                <a:cubicBezTo>
                  <a:pt x="15174" y="21565"/>
                  <a:pt x="15105" y="19589"/>
                  <a:pt x="14966" y="17658"/>
                </a:cubicBezTo>
                <a:cubicBezTo>
                  <a:pt x="14828" y="15726"/>
                  <a:pt x="14529" y="13932"/>
                  <a:pt x="14069" y="12278"/>
                </a:cubicBezTo>
                <a:cubicBezTo>
                  <a:pt x="13610" y="10622"/>
                  <a:pt x="12898" y="9196"/>
                  <a:pt x="11933" y="8001"/>
                </a:cubicBezTo>
                <a:cubicBezTo>
                  <a:pt x="10967" y="6805"/>
                  <a:pt x="9657" y="5977"/>
                  <a:pt x="8001" y="5517"/>
                </a:cubicBezTo>
                <a:cubicBezTo>
                  <a:pt x="6989" y="5240"/>
                  <a:pt x="5931" y="5010"/>
                  <a:pt x="4827" y="4827"/>
                </a:cubicBezTo>
                <a:cubicBezTo>
                  <a:pt x="3724" y="4643"/>
                  <a:pt x="2666" y="4505"/>
                  <a:pt x="1654" y="4414"/>
                </a:cubicBezTo>
                <a:cubicBezTo>
                  <a:pt x="1103" y="4414"/>
                  <a:pt x="689" y="4184"/>
                  <a:pt x="413" y="3724"/>
                </a:cubicBezTo>
                <a:cubicBezTo>
                  <a:pt x="138" y="3263"/>
                  <a:pt x="0" y="2757"/>
                  <a:pt x="0" y="2206"/>
                </a:cubicBezTo>
                <a:cubicBezTo>
                  <a:pt x="0" y="1654"/>
                  <a:pt x="138" y="1149"/>
                  <a:pt x="413" y="690"/>
                </a:cubicBezTo>
                <a:cubicBezTo>
                  <a:pt x="689" y="230"/>
                  <a:pt x="1103" y="0"/>
                  <a:pt x="1654" y="0"/>
                </a:cubicBezTo>
                <a:cubicBezTo>
                  <a:pt x="4782" y="0"/>
                  <a:pt x="7587" y="92"/>
                  <a:pt x="10070" y="276"/>
                </a:cubicBezTo>
                <a:cubicBezTo>
                  <a:pt x="12554" y="460"/>
                  <a:pt x="15451" y="551"/>
                  <a:pt x="18761" y="551"/>
                </a:cubicBezTo>
                <a:lnTo>
                  <a:pt x="68283" y="551"/>
                </a:lnTo>
                <a:close/>
                <a:moveTo>
                  <a:pt x="97032" y="23726"/>
                </a:moveTo>
                <a:cubicBezTo>
                  <a:pt x="97032" y="21703"/>
                  <a:pt x="96962" y="19726"/>
                  <a:pt x="96823" y="17795"/>
                </a:cubicBezTo>
                <a:cubicBezTo>
                  <a:pt x="96686" y="15864"/>
                  <a:pt x="96387" y="14071"/>
                  <a:pt x="95926" y="12415"/>
                </a:cubicBezTo>
                <a:cubicBezTo>
                  <a:pt x="95468" y="10759"/>
                  <a:pt x="94755" y="9333"/>
                  <a:pt x="93790" y="8138"/>
                </a:cubicBezTo>
                <a:cubicBezTo>
                  <a:pt x="92825" y="6942"/>
                  <a:pt x="91514" y="6115"/>
                  <a:pt x="89858" y="5656"/>
                </a:cubicBezTo>
                <a:cubicBezTo>
                  <a:pt x="88846" y="5379"/>
                  <a:pt x="87788" y="5149"/>
                  <a:pt x="86684" y="4965"/>
                </a:cubicBezTo>
                <a:cubicBezTo>
                  <a:pt x="85581" y="4782"/>
                  <a:pt x="84524" y="4643"/>
                  <a:pt x="83512" y="4551"/>
                </a:cubicBezTo>
                <a:cubicBezTo>
                  <a:pt x="82960" y="4551"/>
                  <a:pt x="82546" y="4321"/>
                  <a:pt x="82270" y="3862"/>
                </a:cubicBezTo>
                <a:cubicBezTo>
                  <a:pt x="81995" y="3402"/>
                  <a:pt x="81857" y="2896"/>
                  <a:pt x="81857" y="2345"/>
                </a:cubicBezTo>
                <a:cubicBezTo>
                  <a:pt x="81857" y="1793"/>
                  <a:pt x="81995" y="1287"/>
                  <a:pt x="82270" y="827"/>
                </a:cubicBezTo>
                <a:cubicBezTo>
                  <a:pt x="82546" y="367"/>
                  <a:pt x="82960" y="137"/>
                  <a:pt x="83512" y="137"/>
                </a:cubicBezTo>
                <a:cubicBezTo>
                  <a:pt x="86640" y="137"/>
                  <a:pt x="89445" y="229"/>
                  <a:pt x="91927" y="413"/>
                </a:cubicBezTo>
                <a:cubicBezTo>
                  <a:pt x="94411" y="596"/>
                  <a:pt x="97308" y="688"/>
                  <a:pt x="100618" y="688"/>
                </a:cubicBezTo>
                <a:cubicBezTo>
                  <a:pt x="104389" y="688"/>
                  <a:pt x="108113" y="620"/>
                  <a:pt x="111791" y="482"/>
                </a:cubicBezTo>
                <a:cubicBezTo>
                  <a:pt x="115470" y="345"/>
                  <a:pt x="119195" y="229"/>
                  <a:pt x="122966" y="137"/>
                </a:cubicBezTo>
                <a:cubicBezTo>
                  <a:pt x="130507" y="137"/>
                  <a:pt x="137473" y="1332"/>
                  <a:pt x="143863" y="3724"/>
                </a:cubicBezTo>
                <a:cubicBezTo>
                  <a:pt x="150255" y="6115"/>
                  <a:pt x="155750" y="9449"/>
                  <a:pt x="160349" y="13726"/>
                </a:cubicBezTo>
                <a:cubicBezTo>
                  <a:pt x="164947" y="18002"/>
                  <a:pt x="168557" y="23105"/>
                  <a:pt x="171177" y="29037"/>
                </a:cubicBezTo>
                <a:cubicBezTo>
                  <a:pt x="173798" y="34969"/>
                  <a:pt x="175108" y="41429"/>
                  <a:pt x="175108" y="48419"/>
                </a:cubicBezTo>
                <a:cubicBezTo>
                  <a:pt x="175108" y="56144"/>
                  <a:pt x="173867" y="62857"/>
                  <a:pt x="171383" y="68559"/>
                </a:cubicBezTo>
                <a:cubicBezTo>
                  <a:pt x="168900" y="74260"/>
                  <a:pt x="165498" y="79019"/>
                  <a:pt x="161176" y="82836"/>
                </a:cubicBezTo>
                <a:cubicBezTo>
                  <a:pt x="156854" y="86653"/>
                  <a:pt x="151727" y="89481"/>
                  <a:pt x="145796" y="91321"/>
                </a:cubicBezTo>
                <a:cubicBezTo>
                  <a:pt x="139864" y="93159"/>
                  <a:pt x="133450" y="94078"/>
                  <a:pt x="126553" y="94078"/>
                </a:cubicBezTo>
                <a:cubicBezTo>
                  <a:pt x="122413" y="94078"/>
                  <a:pt x="118389" y="93894"/>
                  <a:pt x="114481" y="93527"/>
                </a:cubicBezTo>
                <a:cubicBezTo>
                  <a:pt x="110573" y="93159"/>
                  <a:pt x="107056" y="92975"/>
                  <a:pt x="103929" y="92975"/>
                </a:cubicBezTo>
                <a:cubicBezTo>
                  <a:pt x="101997" y="92975"/>
                  <a:pt x="100249" y="92999"/>
                  <a:pt x="98686" y="93045"/>
                </a:cubicBezTo>
                <a:cubicBezTo>
                  <a:pt x="97123" y="93090"/>
                  <a:pt x="95605" y="93158"/>
                  <a:pt x="94133" y="93251"/>
                </a:cubicBezTo>
                <a:cubicBezTo>
                  <a:pt x="92663" y="93344"/>
                  <a:pt x="91168" y="93482"/>
                  <a:pt x="89650" y="93666"/>
                </a:cubicBezTo>
                <a:cubicBezTo>
                  <a:pt x="88133" y="93850"/>
                  <a:pt x="86455" y="94033"/>
                  <a:pt x="84617" y="94217"/>
                </a:cubicBezTo>
                <a:cubicBezTo>
                  <a:pt x="84064" y="94308"/>
                  <a:pt x="83627" y="94124"/>
                  <a:pt x="83306" y="93664"/>
                </a:cubicBezTo>
                <a:cubicBezTo>
                  <a:pt x="82984" y="93205"/>
                  <a:pt x="82777" y="92700"/>
                  <a:pt x="82685" y="92148"/>
                </a:cubicBezTo>
                <a:cubicBezTo>
                  <a:pt x="82593" y="91595"/>
                  <a:pt x="82708" y="91043"/>
                  <a:pt x="83030" y="90492"/>
                </a:cubicBezTo>
                <a:cubicBezTo>
                  <a:pt x="83351" y="89940"/>
                  <a:pt x="83880" y="89619"/>
                  <a:pt x="84617" y="89528"/>
                </a:cubicBezTo>
                <a:cubicBezTo>
                  <a:pt x="86824" y="89251"/>
                  <a:pt x="88710" y="88860"/>
                  <a:pt x="90273" y="88355"/>
                </a:cubicBezTo>
                <a:cubicBezTo>
                  <a:pt x="91836" y="87849"/>
                  <a:pt x="93123" y="87136"/>
                  <a:pt x="94135" y="86217"/>
                </a:cubicBezTo>
                <a:cubicBezTo>
                  <a:pt x="95147" y="85296"/>
                  <a:pt x="95882" y="84100"/>
                  <a:pt x="96341" y="82630"/>
                </a:cubicBezTo>
                <a:cubicBezTo>
                  <a:pt x="96801" y="81158"/>
                  <a:pt x="97032" y="79226"/>
                  <a:pt x="97032" y="76835"/>
                </a:cubicBezTo>
                <a:lnTo>
                  <a:pt x="97032" y="23726"/>
                </a:lnTo>
                <a:moveTo>
                  <a:pt x="112067" y="67317"/>
                </a:moveTo>
                <a:cubicBezTo>
                  <a:pt x="112067" y="71915"/>
                  <a:pt x="112274" y="75571"/>
                  <a:pt x="112688" y="78285"/>
                </a:cubicBezTo>
                <a:cubicBezTo>
                  <a:pt x="113102" y="80998"/>
                  <a:pt x="113907" y="83044"/>
                  <a:pt x="115102" y="84423"/>
                </a:cubicBezTo>
                <a:cubicBezTo>
                  <a:pt x="116298" y="85803"/>
                  <a:pt x="118022" y="86699"/>
                  <a:pt x="120274" y="87113"/>
                </a:cubicBezTo>
                <a:cubicBezTo>
                  <a:pt x="122527" y="87527"/>
                  <a:pt x="125540" y="87734"/>
                  <a:pt x="129310" y="87734"/>
                </a:cubicBezTo>
                <a:cubicBezTo>
                  <a:pt x="133448" y="87734"/>
                  <a:pt x="137242" y="86861"/>
                  <a:pt x="140691" y="85114"/>
                </a:cubicBezTo>
                <a:cubicBezTo>
                  <a:pt x="144141" y="83365"/>
                  <a:pt x="147106" y="80813"/>
                  <a:pt x="149589" y="77456"/>
                </a:cubicBezTo>
                <a:cubicBezTo>
                  <a:pt x="152072" y="74099"/>
                  <a:pt x="154004" y="69984"/>
                  <a:pt x="155383" y="65111"/>
                </a:cubicBezTo>
                <a:cubicBezTo>
                  <a:pt x="156763" y="60236"/>
                  <a:pt x="157453" y="54626"/>
                  <a:pt x="157453" y="48280"/>
                </a:cubicBezTo>
                <a:cubicBezTo>
                  <a:pt x="157453" y="41567"/>
                  <a:pt x="156763" y="35613"/>
                  <a:pt x="155383" y="30418"/>
                </a:cubicBezTo>
                <a:cubicBezTo>
                  <a:pt x="154004" y="25222"/>
                  <a:pt x="151750" y="20853"/>
                  <a:pt x="148623" y="17313"/>
                </a:cubicBezTo>
                <a:cubicBezTo>
                  <a:pt x="145496" y="13771"/>
                  <a:pt x="141335" y="11103"/>
                  <a:pt x="136138" y="9310"/>
                </a:cubicBezTo>
                <a:cubicBezTo>
                  <a:pt x="130944" y="7517"/>
                  <a:pt x="124576" y="6620"/>
                  <a:pt x="117034" y="6620"/>
                </a:cubicBezTo>
                <a:cubicBezTo>
                  <a:pt x="115195" y="6620"/>
                  <a:pt x="113907" y="6942"/>
                  <a:pt x="113170" y="7586"/>
                </a:cubicBezTo>
                <a:cubicBezTo>
                  <a:pt x="112434" y="8230"/>
                  <a:pt x="112067" y="9472"/>
                  <a:pt x="112067" y="11312"/>
                </a:cubicBezTo>
                <a:lnTo>
                  <a:pt x="112067" y="67317"/>
                </a:lnTo>
                <a:close/>
                <a:moveTo>
                  <a:pt x="269795" y="56832"/>
                </a:moveTo>
                <a:cubicBezTo>
                  <a:pt x="269795" y="62810"/>
                  <a:pt x="269129" y="68168"/>
                  <a:pt x="267795" y="72905"/>
                </a:cubicBezTo>
                <a:cubicBezTo>
                  <a:pt x="266462" y="77641"/>
                  <a:pt x="264347" y="81642"/>
                  <a:pt x="261449" y="84907"/>
                </a:cubicBezTo>
                <a:cubicBezTo>
                  <a:pt x="258553" y="88171"/>
                  <a:pt x="254759" y="90677"/>
                  <a:pt x="250068" y="92424"/>
                </a:cubicBezTo>
                <a:cubicBezTo>
                  <a:pt x="245378" y="94171"/>
                  <a:pt x="239677" y="95044"/>
                  <a:pt x="232964" y="95044"/>
                </a:cubicBezTo>
                <a:cubicBezTo>
                  <a:pt x="226527" y="95044"/>
                  <a:pt x="220940" y="94401"/>
                  <a:pt x="216202" y="93114"/>
                </a:cubicBezTo>
                <a:cubicBezTo>
                  <a:pt x="211466" y="91826"/>
                  <a:pt x="207558" y="89779"/>
                  <a:pt x="204476" y="86974"/>
                </a:cubicBezTo>
                <a:cubicBezTo>
                  <a:pt x="201396" y="84169"/>
                  <a:pt x="199120" y="80537"/>
                  <a:pt x="197648" y="76077"/>
                </a:cubicBezTo>
                <a:cubicBezTo>
                  <a:pt x="196177" y="71616"/>
                  <a:pt x="195442" y="66213"/>
                  <a:pt x="195442" y="59867"/>
                </a:cubicBezTo>
                <a:lnTo>
                  <a:pt x="195442" y="21243"/>
                </a:lnTo>
                <a:cubicBezTo>
                  <a:pt x="195442" y="18393"/>
                  <a:pt x="195281" y="15956"/>
                  <a:pt x="194960" y="13932"/>
                </a:cubicBezTo>
                <a:cubicBezTo>
                  <a:pt x="194638" y="11909"/>
                  <a:pt x="194017" y="10254"/>
                  <a:pt x="193097" y="8967"/>
                </a:cubicBezTo>
                <a:cubicBezTo>
                  <a:pt x="192178" y="7679"/>
                  <a:pt x="190867" y="6690"/>
                  <a:pt x="189165" y="6001"/>
                </a:cubicBezTo>
                <a:cubicBezTo>
                  <a:pt x="187464" y="5311"/>
                  <a:pt x="185188" y="4874"/>
                  <a:pt x="182337" y="4690"/>
                </a:cubicBezTo>
                <a:cubicBezTo>
                  <a:pt x="181785" y="4690"/>
                  <a:pt x="181371" y="4437"/>
                  <a:pt x="181095" y="3932"/>
                </a:cubicBezTo>
                <a:cubicBezTo>
                  <a:pt x="180820" y="3425"/>
                  <a:pt x="180682" y="2896"/>
                  <a:pt x="180682" y="2345"/>
                </a:cubicBezTo>
                <a:cubicBezTo>
                  <a:pt x="180682" y="1793"/>
                  <a:pt x="180820" y="1287"/>
                  <a:pt x="181095" y="827"/>
                </a:cubicBezTo>
                <a:cubicBezTo>
                  <a:pt x="181371" y="367"/>
                  <a:pt x="181785" y="137"/>
                  <a:pt x="182337" y="137"/>
                </a:cubicBezTo>
                <a:cubicBezTo>
                  <a:pt x="185281" y="137"/>
                  <a:pt x="188637" y="298"/>
                  <a:pt x="192406" y="621"/>
                </a:cubicBezTo>
                <a:cubicBezTo>
                  <a:pt x="196177" y="942"/>
                  <a:pt x="199718" y="1103"/>
                  <a:pt x="203030" y="1103"/>
                </a:cubicBezTo>
                <a:cubicBezTo>
                  <a:pt x="204961" y="1103"/>
                  <a:pt x="206777" y="1057"/>
                  <a:pt x="208477" y="966"/>
                </a:cubicBezTo>
                <a:cubicBezTo>
                  <a:pt x="210180" y="874"/>
                  <a:pt x="211835" y="758"/>
                  <a:pt x="213445" y="621"/>
                </a:cubicBezTo>
                <a:cubicBezTo>
                  <a:pt x="215054" y="482"/>
                  <a:pt x="216686" y="367"/>
                  <a:pt x="218341" y="276"/>
                </a:cubicBezTo>
                <a:cubicBezTo>
                  <a:pt x="219997" y="183"/>
                  <a:pt x="221790" y="137"/>
                  <a:pt x="223721" y="137"/>
                </a:cubicBezTo>
                <a:cubicBezTo>
                  <a:pt x="224273" y="137"/>
                  <a:pt x="224663" y="367"/>
                  <a:pt x="224893" y="827"/>
                </a:cubicBezTo>
                <a:cubicBezTo>
                  <a:pt x="225124" y="1287"/>
                  <a:pt x="225216" y="1793"/>
                  <a:pt x="225169" y="2345"/>
                </a:cubicBezTo>
                <a:cubicBezTo>
                  <a:pt x="225124" y="2896"/>
                  <a:pt x="224964" y="3425"/>
                  <a:pt x="224687" y="3932"/>
                </a:cubicBezTo>
                <a:cubicBezTo>
                  <a:pt x="224411" y="4437"/>
                  <a:pt x="224043" y="4690"/>
                  <a:pt x="223584" y="4690"/>
                </a:cubicBezTo>
                <a:cubicBezTo>
                  <a:pt x="220733" y="4874"/>
                  <a:pt x="218434" y="5264"/>
                  <a:pt x="216686" y="5862"/>
                </a:cubicBezTo>
                <a:cubicBezTo>
                  <a:pt x="214939" y="6460"/>
                  <a:pt x="213606" y="7380"/>
                  <a:pt x="212685" y="8622"/>
                </a:cubicBezTo>
                <a:cubicBezTo>
                  <a:pt x="211766" y="9862"/>
                  <a:pt x="211168" y="11494"/>
                  <a:pt x="210892" y="13518"/>
                </a:cubicBezTo>
                <a:cubicBezTo>
                  <a:pt x="210617" y="15541"/>
                  <a:pt x="210479" y="18116"/>
                  <a:pt x="210479" y="21243"/>
                </a:cubicBezTo>
                <a:lnTo>
                  <a:pt x="210479" y="58903"/>
                </a:lnTo>
                <a:cubicBezTo>
                  <a:pt x="210479" y="62765"/>
                  <a:pt x="210985" y="66444"/>
                  <a:pt x="211997" y="69939"/>
                </a:cubicBezTo>
                <a:cubicBezTo>
                  <a:pt x="213009" y="73434"/>
                  <a:pt x="214549" y="76491"/>
                  <a:pt x="216617" y="79113"/>
                </a:cubicBezTo>
                <a:cubicBezTo>
                  <a:pt x="218687" y="81732"/>
                  <a:pt x="221285" y="83825"/>
                  <a:pt x="224411" y="85389"/>
                </a:cubicBezTo>
                <a:cubicBezTo>
                  <a:pt x="227538" y="86953"/>
                  <a:pt x="231217" y="87734"/>
                  <a:pt x="235447" y="87734"/>
                </a:cubicBezTo>
                <a:cubicBezTo>
                  <a:pt x="244368" y="87734"/>
                  <a:pt x="251173" y="85274"/>
                  <a:pt x="255863" y="80354"/>
                </a:cubicBezTo>
                <a:cubicBezTo>
                  <a:pt x="260552" y="75433"/>
                  <a:pt x="262897" y="67639"/>
                  <a:pt x="262897" y="56971"/>
                </a:cubicBezTo>
                <a:lnTo>
                  <a:pt x="262897" y="33657"/>
                </a:lnTo>
                <a:cubicBezTo>
                  <a:pt x="262897" y="32187"/>
                  <a:pt x="262897" y="30394"/>
                  <a:pt x="262897" y="28279"/>
                </a:cubicBezTo>
                <a:cubicBezTo>
                  <a:pt x="262897" y="26072"/>
                  <a:pt x="262851" y="23888"/>
                  <a:pt x="262758" y="21727"/>
                </a:cubicBezTo>
                <a:cubicBezTo>
                  <a:pt x="262667" y="19564"/>
                  <a:pt x="262530" y="17494"/>
                  <a:pt x="262346" y="15517"/>
                </a:cubicBezTo>
                <a:cubicBezTo>
                  <a:pt x="262162" y="13540"/>
                  <a:pt x="261886" y="12000"/>
                  <a:pt x="261519" y="10897"/>
                </a:cubicBezTo>
                <a:cubicBezTo>
                  <a:pt x="261058" y="9334"/>
                  <a:pt x="260575" y="8161"/>
                  <a:pt x="260068" y="7380"/>
                </a:cubicBezTo>
                <a:cubicBezTo>
                  <a:pt x="259563" y="6598"/>
                  <a:pt x="258943" y="6024"/>
                  <a:pt x="258208" y="5656"/>
                </a:cubicBezTo>
                <a:cubicBezTo>
                  <a:pt x="257472" y="5287"/>
                  <a:pt x="256553" y="5080"/>
                  <a:pt x="255448" y="5035"/>
                </a:cubicBezTo>
                <a:cubicBezTo>
                  <a:pt x="254345" y="4989"/>
                  <a:pt x="252966" y="4874"/>
                  <a:pt x="251310" y="4690"/>
                </a:cubicBezTo>
                <a:cubicBezTo>
                  <a:pt x="250851" y="4690"/>
                  <a:pt x="250507" y="4437"/>
                  <a:pt x="250276" y="3932"/>
                </a:cubicBezTo>
                <a:cubicBezTo>
                  <a:pt x="250046" y="3425"/>
                  <a:pt x="249931" y="2896"/>
                  <a:pt x="249931" y="2345"/>
                </a:cubicBezTo>
                <a:cubicBezTo>
                  <a:pt x="249931" y="1793"/>
                  <a:pt x="250023" y="1287"/>
                  <a:pt x="250207" y="827"/>
                </a:cubicBezTo>
                <a:cubicBezTo>
                  <a:pt x="250391" y="367"/>
                  <a:pt x="250758" y="137"/>
                  <a:pt x="251310" y="137"/>
                </a:cubicBezTo>
                <a:cubicBezTo>
                  <a:pt x="253517" y="137"/>
                  <a:pt x="255862" y="298"/>
                  <a:pt x="258344" y="621"/>
                </a:cubicBezTo>
                <a:cubicBezTo>
                  <a:pt x="260828" y="942"/>
                  <a:pt x="263358" y="1103"/>
                  <a:pt x="265933" y="1103"/>
                </a:cubicBezTo>
                <a:cubicBezTo>
                  <a:pt x="268324" y="1103"/>
                  <a:pt x="270715" y="942"/>
                  <a:pt x="273106" y="621"/>
                </a:cubicBezTo>
                <a:cubicBezTo>
                  <a:pt x="275497" y="298"/>
                  <a:pt x="278164" y="137"/>
                  <a:pt x="281107" y="137"/>
                </a:cubicBezTo>
                <a:cubicBezTo>
                  <a:pt x="281658" y="137"/>
                  <a:pt x="282072" y="367"/>
                  <a:pt x="282349" y="827"/>
                </a:cubicBezTo>
                <a:cubicBezTo>
                  <a:pt x="282625" y="1287"/>
                  <a:pt x="282763" y="1793"/>
                  <a:pt x="282763" y="2345"/>
                </a:cubicBezTo>
                <a:cubicBezTo>
                  <a:pt x="282763" y="2896"/>
                  <a:pt x="282625" y="3425"/>
                  <a:pt x="282349" y="3932"/>
                </a:cubicBezTo>
                <a:cubicBezTo>
                  <a:pt x="282072" y="4437"/>
                  <a:pt x="281658" y="4690"/>
                  <a:pt x="281107" y="4690"/>
                </a:cubicBezTo>
                <a:cubicBezTo>
                  <a:pt x="279451" y="4874"/>
                  <a:pt x="278140" y="4989"/>
                  <a:pt x="277175" y="5035"/>
                </a:cubicBezTo>
                <a:cubicBezTo>
                  <a:pt x="276209" y="5080"/>
                  <a:pt x="275405" y="5287"/>
                  <a:pt x="274761" y="5656"/>
                </a:cubicBezTo>
                <a:cubicBezTo>
                  <a:pt x="274118" y="6024"/>
                  <a:pt x="273543" y="6598"/>
                  <a:pt x="273037" y="7380"/>
                </a:cubicBezTo>
                <a:cubicBezTo>
                  <a:pt x="272531" y="8161"/>
                  <a:pt x="271957" y="9334"/>
                  <a:pt x="271313" y="10897"/>
                </a:cubicBezTo>
                <a:cubicBezTo>
                  <a:pt x="270852" y="12000"/>
                  <a:pt x="270507" y="13518"/>
                  <a:pt x="270277" y="15450"/>
                </a:cubicBezTo>
                <a:cubicBezTo>
                  <a:pt x="270048" y="17381"/>
                  <a:pt x="269888" y="19427"/>
                  <a:pt x="269795" y="21588"/>
                </a:cubicBezTo>
                <a:cubicBezTo>
                  <a:pt x="269704" y="23749"/>
                  <a:pt x="269681" y="25933"/>
                  <a:pt x="269726" y="28140"/>
                </a:cubicBezTo>
                <a:cubicBezTo>
                  <a:pt x="269772" y="30348"/>
                  <a:pt x="269795" y="32279"/>
                  <a:pt x="269795" y="33935"/>
                </a:cubicBezTo>
                <a:lnTo>
                  <a:pt x="269795" y="56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Text Contrast">
            <a:extLst xmlns:a="http://schemas.openxmlformats.org/drawingml/2006/main">
              <a:ext uri="{FF2B5EF4-FFF2-40B4-BE49-F238E27FC236}">
                <a16:creationId xmlns:a16="http://schemas.microsoft.com/office/drawing/2014/main" id="{9BBDF429-3C77-4CBA-AA5F-67D40165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790" y="693438"/>
            <a:ext cx="583458" cy="110987"/>
          </a:xfrm>
          <a:custGeom xmlns:a="http://schemas.openxmlformats.org/drawingml/2006/main">
            <a:pathLst>
              <a:path w="583458" h="110987">
                <a:moveTo>
                  <a:pt x="56284" y="0"/>
                </a:moveTo>
                <a:cubicBezTo>
                  <a:pt x="61013" y="0"/>
                  <a:pt x="65374" y="578"/>
                  <a:pt x="69368" y="1734"/>
                </a:cubicBezTo>
                <a:cubicBezTo>
                  <a:pt x="73363" y="2891"/>
                  <a:pt x="77304" y="4415"/>
                  <a:pt x="81191" y="6307"/>
                </a:cubicBezTo>
                <a:cubicBezTo>
                  <a:pt x="82348" y="6832"/>
                  <a:pt x="83425" y="7331"/>
                  <a:pt x="84424" y="7804"/>
                </a:cubicBezTo>
                <a:cubicBezTo>
                  <a:pt x="85423" y="8277"/>
                  <a:pt x="86290" y="8513"/>
                  <a:pt x="87025" y="8513"/>
                </a:cubicBezTo>
                <a:cubicBezTo>
                  <a:pt x="88707" y="8513"/>
                  <a:pt x="89811" y="7515"/>
                  <a:pt x="90337" y="5518"/>
                </a:cubicBezTo>
                <a:cubicBezTo>
                  <a:pt x="90442" y="5098"/>
                  <a:pt x="90782" y="4783"/>
                  <a:pt x="91360" y="4573"/>
                </a:cubicBezTo>
                <a:cubicBezTo>
                  <a:pt x="91939" y="4363"/>
                  <a:pt x="92517" y="4284"/>
                  <a:pt x="93094" y="4337"/>
                </a:cubicBezTo>
                <a:cubicBezTo>
                  <a:pt x="93673" y="4389"/>
                  <a:pt x="94173" y="4519"/>
                  <a:pt x="94593" y="4729"/>
                </a:cubicBezTo>
                <a:cubicBezTo>
                  <a:pt x="95013" y="4939"/>
                  <a:pt x="95171" y="5255"/>
                  <a:pt x="95067" y="5675"/>
                </a:cubicBezTo>
                <a:cubicBezTo>
                  <a:pt x="94647" y="7357"/>
                  <a:pt x="94357" y="9092"/>
                  <a:pt x="94198" y="10878"/>
                </a:cubicBezTo>
                <a:cubicBezTo>
                  <a:pt x="94041" y="12665"/>
                  <a:pt x="93963" y="14504"/>
                  <a:pt x="93963" y="16397"/>
                </a:cubicBezTo>
                <a:cubicBezTo>
                  <a:pt x="93963" y="19339"/>
                  <a:pt x="94173" y="22282"/>
                  <a:pt x="94593" y="25225"/>
                </a:cubicBezTo>
                <a:cubicBezTo>
                  <a:pt x="95013" y="28168"/>
                  <a:pt x="95433" y="31216"/>
                  <a:pt x="95853" y="34369"/>
                </a:cubicBezTo>
                <a:cubicBezTo>
                  <a:pt x="95853" y="34789"/>
                  <a:pt x="95617" y="35131"/>
                  <a:pt x="95144" y="35394"/>
                </a:cubicBezTo>
                <a:cubicBezTo>
                  <a:pt x="94672" y="35657"/>
                  <a:pt x="94095" y="35815"/>
                  <a:pt x="93412" y="35867"/>
                </a:cubicBezTo>
                <a:cubicBezTo>
                  <a:pt x="92728" y="35919"/>
                  <a:pt x="92071" y="35839"/>
                  <a:pt x="91439" y="35629"/>
                </a:cubicBezTo>
                <a:cubicBezTo>
                  <a:pt x="90809" y="35419"/>
                  <a:pt x="90442" y="35051"/>
                  <a:pt x="90337" y="34525"/>
                </a:cubicBezTo>
                <a:cubicBezTo>
                  <a:pt x="87709" y="25066"/>
                  <a:pt x="83452" y="18104"/>
                  <a:pt x="77566" y="13637"/>
                </a:cubicBezTo>
                <a:cubicBezTo>
                  <a:pt x="71680" y="9171"/>
                  <a:pt x="64271" y="6938"/>
                  <a:pt x="55338" y="6938"/>
                </a:cubicBezTo>
                <a:cubicBezTo>
                  <a:pt x="48401" y="6938"/>
                  <a:pt x="42672" y="8409"/>
                  <a:pt x="38153" y="11352"/>
                </a:cubicBezTo>
                <a:cubicBezTo>
                  <a:pt x="33633" y="14295"/>
                  <a:pt x="30034" y="18105"/>
                  <a:pt x="27354" y="22781"/>
                </a:cubicBezTo>
                <a:cubicBezTo>
                  <a:pt x="24674" y="27457"/>
                  <a:pt x="22808" y="32608"/>
                  <a:pt x="21756" y="38232"/>
                </a:cubicBezTo>
                <a:cubicBezTo>
                  <a:pt x="20706" y="43855"/>
                  <a:pt x="20181" y="49346"/>
                  <a:pt x="20181" y="54706"/>
                </a:cubicBezTo>
                <a:cubicBezTo>
                  <a:pt x="20181" y="60591"/>
                  <a:pt x="20811" y="66477"/>
                  <a:pt x="22071" y="72363"/>
                </a:cubicBezTo>
                <a:cubicBezTo>
                  <a:pt x="23333" y="78248"/>
                  <a:pt x="25383" y="83556"/>
                  <a:pt x="28220" y="88285"/>
                </a:cubicBezTo>
                <a:cubicBezTo>
                  <a:pt x="31059" y="93015"/>
                  <a:pt x="34763" y="96877"/>
                  <a:pt x="39334" y="99873"/>
                </a:cubicBezTo>
                <a:cubicBezTo>
                  <a:pt x="43906" y="102869"/>
                  <a:pt x="49451" y="104367"/>
                  <a:pt x="55969" y="104367"/>
                </a:cubicBezTo>
                <a:cubicBezTo>
                  <a:pt x="61012" y="104367"/>
                  <a:pt x="65531" y="103920"/>
                  <a:pt x="69524" y="103027"/>
                </a:cubicBezTo>
                <a:cubicBezTo>
                  <a:pt x="73519" y="102134"/>
                  <a:pt x="76883" y="100478"/>
                  <a:pt x="79616" y="98059"/>
                </a:cubicBezTo>
                <a:cubicBezTo>
                  <a:pt x="82979" y="95012"/>
                  <a:pt x="85658" y="91361"/>
                  <a:pt x="87655" y="87104"/>
                </a:cubicBezTo>
                <a:cubicBezTo>
                  <a:pt x="89653" y="82848"/>
                  <a:pt x="91073" y="78039"/>
                  <a:pt x="91913" y="72678"/>
                </a:cubicBezTo>
                <a:cubicBezTo>
                  <a:pt x="92017" y="71942"/>
                  <a:pt x="92358" y="71469"/>
                  <a:pt x="92935" y="71259"/>
                </a:cubicBezTo>
                <a:cubicBezTo>
                  <a:pt x="93514" y="71048"/>
                  <a:pt x="94119" y="71023"/>
                  <a:pt x="94749" y="71182"/>
                </a:cubicBezTo>
                <a:cubicBezTo>
                  <a:pt x="95381" y="71339"/>
                  <a:pt x="95959" y="71627"/>
                  <a:pt x="96484" y="72048"/>
                </a:cubicBezTo>
                <a:cubicBezTo>
                  <a:pt x="97010" y="72468"/>
                  <a:pt x="97221" y="72888"/>
                  <a:pt x="97116" y="73308"/>
                </a:cubicBezTo>
                <a:cubicBezTo>
                  <a:pt x="96800" y="75411"/>
                  <a:pt x="96589" y="77487"/>
                  <a:pt x="96484" y="79536"/>
                </a:cubicBezTo>
                <a:cubicBezTo>
                  <a:pt x="96379" y="81586"/>
                  <a:pt x="96327" y="83662"/>
                  <a:pt x="96327" y="85764"/>
                </a:cubicBezTo>
                <a:cubicBezTo>
                  <a:pt x="96327" y="89337"/>
                  <a:pt x="96459" y="92990"/>
                  <a:pt x="96722" y="96722"/>
                </a:cubicBezTo>
                <a:cubicBezTo>
                  <a:pt x="96985" y="100452"/>
                  <a:pt x="97221" y="104367"/>
                  <a:pt x="97431" y="108466"/>
                </a:cubicBezTo>
                <a:cubicBezTo>
                  <a:pt x="97431" y="109096"/>
                  <a:pt x="97221" y="109568"/>
                  <a:pt x="96799" y="109883"/>
                </a:cubicBezTo>
                <a:cubicBezTo>
                  <a:pt x="96379" y="110199"/>
                  <a:pt x="95880" y="110383"/>
                  <a:pt x="95302" y="110436"/>
                </a:cubicBezTo>
                <a:cubicBezTo>
                  <a:pt x="94725" y="110489"/>
                  <a:pt x="94173" y="110384"/>
                  <a:pt x="93647" y="110121"/>
                </a:cubicBezTo>
                <a:cubicBezTo>
                  <a:pt x="93121" y="109858"/>
                  <a:pt x="92806" y="109463"/>
                  <a:pt x="92702" y="108937"/>
                </a:cubicBezTo>
                <a:cubicBezTo>
                  <a:pt x="92492" y="107993"/>
                  <a:pt x="92124" y="107074"/>
                  <a:pt x="91598" y="106181"/>
                </a:cubicBezTo>
                <a:cubicBezTo>
                  <a:pt x="91072" y="105287"/>
                  <a:pt x="90389" y="104552"/>
                  <a:pt x="89548" y="103975"/>
                </a:cubicBezTo>
                <a:cubicBezTo>
                  <a:pt x="88708" y="103396"/>
                  <a:pt x="87710" y="103106"/>
                  <a:pt x="86553" y="103106"/>
                </a:cubicBezTo>
                <a:cubicBezTo>
                  <a:pt x="85501" y="103106"/>
                  <a:pt x="84292" y="103473"/>
                  <a:pt x="82926" y="104208"/>
                </a:cubicBezTo>
                <a:cubicBezTo>
                  <a:pt x="80615" y="105470"/>
                  <a:pt x="78382" y="106548"/>
                  <a:pt x="76226" y="107441"/>
                </a:cubicBezTo>
                <a:cubicBezTo>
                  <a:pt x="74072" y="108334"/>
                  <a:pt x="71891" y="109043"/>
                  <a:pt x="69683" y="109568"/>
                </a:cubicBezTo>
                <a:cubicBezTo>
                  <a:pt x="67476" y="110094"/>
                  <a:pt x="65164" y="110462"/>
                  <a:pt x="62745" y="110672"/>
                </a:cubicBezTo>
                <a:cubicBezTo>
                  <a:pt x="60328" y="110882"/>
                  <a:pt x="57701" y="110987"/>
                  <a:pt x="54864" y="110987"/>
                </a:cubicBezTo>
                <a:cubicBezTo>
                  <a:pt x="36261" y="110987"/>
                  <a:pt x="22466" y="106337"/>
                  <a:pt x="13479" y="97037"/>
                </a:cubicBezTo>
                <a:cubicBezTo>
                  <a:pt x="4493" y="87735"/>
                  <a:pt x="0" y="74413"/>
                  <a:pt x="0" y="57070"/>
                </a:cubicBezTo>
                <a:cubicBezTo>
                  <a:pt x="0" y="47822"/>
                  <a:pt x="1418" y="39651"/>
                  <a:pt x="4255" y="32557"/>
                </a:cubicBezTo>
                <a:cubicBezTo>
                  <a:pt x="7094" y="25462"/>
                  <a:pt x="11010" y="19497"/>
                  <a:pt x="16002" y="14662"/>
                </a:cubicBezTo>
                <a:cubicBezTo>
                  <a:pt x="20994" y="9827"/>
                  <a:pt x="26933" y="6174"/>
                  <a:pt x="33818" y="3705"/>
                </a:cubicBezTo>
                <a:cubicBezTo>
                  <a:pt x="40703" y="1235"/>
                  <a:pt x="48191" y="0"/>
                  <a:pt x="56284" y="0"/>
                </a:cubicBezTo>
                <a:close/>
                <a:moveTo>
                  <a:pt x="181964" y="70943"/>
                </a:moveTo>
                <a:cubicBezTo>
                  <a:pt x="181964" y="77355"/>
                  <a:pt x="181071" y="83031"/>
                  <a:pt x="179284" y="87970"/>
                </a:cubicBezTo>
                <a:cubicBezTo>
                  <a:pt x="177498" y="92910"/>
                  <a:pt x="174949" y="97062"/>
                  <a:pt x="171637" y="100426"/>
                </a:cubicBezTo>
                <a:cubicBezTo>
                  <a:pt x="168327" y="103789"/>
                  <a:pt x="164359" y="106338"/>
                  <a:pt x="159734" y="108071"/>
                </a:cubicBezTo>
                <a:cubicBezTo>
                  <a:pt x="155111" y="109805"/>
                  <a:pt x="149961" y="110672"/>
                  <a:pt x="144285" y="110672"/>
                </a:cubicBezTo>
                <a:cubicBezTo>
                  <a:pt x="139346" y="110672"/>
                  <a:pt x="134774" y="109858"/>
                  <a:pt x="130569" y="108230"/>
                </a:cubicBezTo>
                <a:cubicBezTo>
                  <a:pt x="126365" y="106601"/>
                  <a:pt x="122739" y="104183"/>
                  <a:pt x="119691" y="100977"/>
                </a:cubicBezTo>
                <a:cubicBezTo>
                  <a:pt x="116644" y="97771"/>
                  <a:pt x="114226" y="93725"/>
                  <a:pt x="112438" y="88839"/>
                </a:cubicBezTo>
                <a:cubicBezTo>
                  <a:pt x="110651" y="83950"/>
                  <a:pt x="109758" y="78195"/>
                  <a:pt x="109758" y="71574"/>
                </a:cubicBezTo>
                <a:cubicBezTo>
                  <a:pt x="109758" y="66214"/>
                  <a:pt x="110651" y="61301"/>
                  <a:pt x="112438" y="56835"/>
                </a:cubicBezTo>
                <a:cubicBezTo>
                  <a:pt x="114226" y="52368"/>
                  <a:pt x="116722" y="48559"/>
                  <a:pt x="119926" y="45406"/>
                </a:cubicBezTo>
                <a:cubicBezTo>
                  <a:pt x="123132" y="42251"/>
                  <a:pt x="126995" y="39781"/>
                  <a:pt x="131514" y="37994"/>
                </a:cubicBezTo>
                <a:cubicBezTo>
                  <a:pt x="136033" y="36207"/>
                  <a:pt x="140974" y="35314"/>
                  <a:pt x="146335" y="35314"/>
                </a:cubicBezTo>
                <a:cubicBezTo>
                  <a:pt x="151485" y="35314"/>
                  <a:pt x="156240" y="36102"/>
                  <a:pt x="160600" y="37679"/>
                </a:cubicBezTo>
                <a:cubicBezTo>
                  <a:pt x="164962" y="39255"/>
                  <a:pt x="168720" y="41541"/>
                  <a:pt x="171873" y="44537"/>
                </a:cubicBezTo>
                <a:cubicBezTo>
                  <a:pt x="175027" y="47533"/>
                  <a:pt x="177498" y="51238"/>
                  <a:pt x="179284" y="55653"/>
                </a:cubicBezTo>
                <a:cubicBezTo>
                  <a:pt x="181071" y="60067"/>
                  <a:pt x="181964" y="65164"/>
                  <a:pt x="181964" y="70943"/>
                </a:cubicBezTo>
                <a:moveTo>
                  <a:pt x="165411" y="72678"/>
                </a:moveTo>
                <a:cubicBezTo>
                  <a:pt x="165411" y="68685"/>
                  <a:pt x="165148" y="64796"/>
                  <a:pt x="164622" y="61013"/>
                </a:cubicBezTo>
                <a:cubicBezTo>
                  <a:pt x="164096" y="57228"/>
                  <a:pt x="163150" y="53864"/>
                  <a:pt x="161784" y="50922"/>
                </a:cubicBezTo>
                <a:cubicBezTo>
                  <a:pt x="160417" y="47979"/>
                  <a:pt x="158526" y="45614"/>
                  <a:pt x="156109" y="43828"/>
                </a:cubicBezTo>
                <a:cubicBezTo>
                  <a:pt x="153692" y="42041"/>
                  <a:pt x="150591" y="41148"/>
                  <a:pt x="146806" y="41148"/>
                </a:cubicBezTo>
                <a:cubicBezTo>
                  <a:pt x="142603" y="41148"/>
                  <a:pt x="139187" y="42041"/>
                  <a:pt x="136559" y="43828"/>
                </a:cubicBezTo>
                <a:cubicBezTo>
                  <a:pt x="133932" y="45614"/>
                  <a:pt x="131857" y="48005"/>
                  <a:pt x="130333" y="51001"/>
                </a:cubicBezTo>
                <a:cubicBezTo>
                  <a:pt x="128809" y="53997"/>
                  <a:pt x="127758" y="57386"/>
                  <a:pt x="127179" y="61169"/>
                </a:cubicBezTo>
                <a:cubicBezTo>
                  <a:pt x="126602" y="64953"/>
                  <a:pt x="126313" y="68894"/>
                  <a:pt x="126313" y="72993"/>
                </a:cubicBezTo>
                <a:cubicBezTo>
                  <a:pt x="126313" y="76566"/>
                  <a:pt x="126575" y="80245"/>
                  <a:pt x="127100" y="84030"/>
                </a:cubicBezTo>
                <a:cubicBezTo>
                  <a:pt x="127626" y="87813"/>
                  <a:pt x="128624" y="91229"/>
                  <a:pt x="130095" y="94278"/>
                </a:cubicBezTo>
                <a:cubicBezTo>
                  <a:pt x="131567" y="97325"/>
                  <a:pt x="133590" y="99847"/>
                  <a:pt x="136164" y="101846"/>
                </a:cubicBezTo>
                <a:cubicBezTo>
                  <a:pt x="138740" y="103842"/>
                  <a:pt x="142025" y="104841"/>
                  <a:pt x="146020" y="104841"/>
                </a:cubicBezTo>
                <a:cubicBezTo>
                  <a:pt x="150119" y="104841"/>
                  <a:pt x="153429" y="103894"/>
                  <a:pt x="155950" y="102002"/>
                </a:cubicBezTo>
                <a:cubicBezTo>
                  <a:pt x="158473" y="100110"/>
                  <a:pt x="160444" y="97640"/>
                  <a:pt x="161863" y="94593"/>
                </a:cubicBezTo>
                <a:cubicBezTo>
                  <a:pt x="163282" y="91544"/>
                  <a:pt x="164229" y="88102"/>
                  <a:pt x="164702" y="84266"/>
                </a:cubicBezTo>
                <a:cubicBezTo>
                  <a:pt x="165175" y="80429"/>
                  <a:pt x="165411" y="76567"/>
                  <a:pt x="165411" y="72678"/>
                </a:cubicBezTo>
                <a:close/>
                <a:moveTo>
                  <a:pt x="218414" y="90020"/>
                </a:moveTo>
                <a:cubicBezTo>
                  <a:pt x="218414" y="92648"/>
                  <a:pt x="218466" y="94856"/>
                  <a:pt x="218570" y="96642"/>
                </a:cubicBezTo>
                <a:cubicBezTo>
                  <a:pt x="218676" y="98429"/>
                  <a:pt x="218965" y="99900"/>
                  <a:pt x="219439" y="101057"/>
                </a:cubicBezTo>
                <a:cubicBezTo>
                  <a:pt x="219912" y="102213"/>
                  <a:pt x="220700" y="103106"/>
                  <a:pt x="221803" y="103736"/>
                </a:cubicBezTo>
                <a:cubicBezTo>
                  <a:pt x="222907" y="104367"/>
                  <a:pt x="224457" y="104840"/>
                  <a:pt x="226453" y="105156"/>
                </a:cubicBezTo>
                <a:cubicBezTo>
                  <a:pt x="227084" y="105260"/>
                  <a:pt x="227557" y="105549"/>
                  <a:pt x="227873" y="106022"/>
                </a:cubicBezTo>
                <a:cubicBezTo>
                  <a:pt x="228188" y="106495"/>
                  <a:pt x="228346" y="107047"/>
                  <a:pt x="228346" y="107677"/>
                </a:cubicBezTo>
                <a:cubicBezTo>
                  <a:pt x="228346" y="108203"/>
                  <a:pt x="228188" y="108702"/>
                  <a:pt x="227873" y="109176"/>
                </a:cubicBezTo>
                <a:cubicBezTo>
                  <a:pt x="227557" y="109649"/>
                  <a:pt x="227084" y="109885"/>
                  <a:pt x="226453" y="109885"/>
                </a:cubicBezTo>
                <a:cubicBezTo>
                  <a:pt x="225403" y="109885"/>
                  <a:pt x="223432" y="109701"/>
                  <a:pt x="220540" y="109332"/>
                </a:cubicBezTo>
                <a:cubicBezTo>
                  <a:pt x="217650" y="108965"/>
                  <a:pt x="214629" y="108781"/>
                  <a:pt x="211476" y="108781"/>
                </a:cubicBezTo>
                <a:cubicBezTo>
                  <a:pt x="208113" y="108781"/>
                  <a:pt x="204855" y="108965"/>
                  <a:pt x="201702" y="109332"/>
                </a:cubicBezTo>
                <a:cubicBezTo>
                  <a:pt x="198549" y="109701"/>
                  <a:pt x="195606" y="109885"/>
                  <a:pt x="192874" y="109885"/>
                </a:cubicBezTo>
                <a:cubicBezTo>
                  <a:pt x="192348" y="109885"/>
                  <a:pt x="191927" y="109649"/>
                  <a:pt x="191611" y="109176"/>
                </a:cubicBezTo>
                <a:cubicBezTo>
                  <a:pt x="191296" y="108702"/>
                  <a:pt x="191139" y="108203"/>
                  <a:pt x="191139" y="107677"/>
                </a:cubicBezTo>
                <a:cubicBezTo>
                  <a:pt x="191139" y="107047"/>
                  <a:pt x="191296" y="106495"/>
                  <a:pt x="191611" y="106022"/>
                </a:cubicBezTo>
                <a:cubicBezTo>
                  <a:pt x="191927" y="105549"/>
                  <a:pt x="192400" y="105260"/>
                  <a:pt x="193032" y="105156"/>
                </a:cubicBezTo>
                <a:cubicBezTo>
                  <a:pt x="195659" y="104840"/>
                  <a:pt x="197682" y="104420"/>
                  <a:pt x="199099" y="103895"/>
                </a:cubicBezTo>
                <a:cubicBezTo>
                  <a:pt x="200519" y="103369"/>
                  <a:pt x="201570" y="102581"/>
                  <a:pt x="202253" y="101531"/>
                </a:cubicBezTo>
                <a:cubicBezTo>
                  <a:pt x="202936" y="100479"/>
                  <a:pt x="203330" y="99112"/>
                  <a:pt x="203434" y="97431"/>
                </a:cubicBezTo>
                <a:cubicBezTo>
                  <a:pt x="203540" y="95749"/>
                  <a:pt x="203593" y="93594"/>
                  <a:pt x="203593" y="90965"/>
                </a:cubicBezTo>
                <a:lnTo>
                  <a:pt x="203593" y="71102"/>
                </a:lnTo>
                <a:cubicBezTo>
                  <a:pt x="203593" y="65953"/>
                  <a:pt x="203540" y="61670"/>
                  <a:pt x="203434" y="58254"/>
                </a:cubicBezTo>
                <a:cubicBezTo>
                  <a:pt x="203330" y="54838"/>
                  <a:pt x="202963" y="52132"/>
                  <a:pt x="202332" y="50135"/>
                </a:cubicBezTo>
                <a:cubicBezTo>
                  <a:pt x="201702" y="48137"/>
                  <a:pt x="200704" y="46744"/>
                  <a:pt x="199337" y="45956"/>
                </a:cubicBezTo>
                <a:cubicBezTo>
                  <a:pt x="197971" y="45167"/>
                  <a:pt x="196026" y="44773"/>
                  <a:pt x="193504" y="44773"/>
                </a:cubicBezTo>
                <a:cubicBezTo>
                  <a:pt x="192874" y="44773"/>
                  <a:pt x="192374" y="44563"/>
                  <a:pt x="192005" y="44143"/>
                </a:cubicBezTo>
                <a:cubicBezTo>
                  <a:pt x="191638" y="43723"/>
                  <a:pt x="191454" y="43249"/>
                  <a:pt x="191454" y="42723"/>
                </a:cubicBezTo>
                <a:cubicBezTo>
                  <a:pt x="191454" y="42093"/>
                  <a:pt x="191638" y="41568"/>
                  <a:pt x="192005" y="41148"/>
                </a:cubicBezTo>
                <a:cubicBezTo>
                  <a:pt x="192374" y="40728"/>
                  <a:pt x="192874" y="40517"/>
                  <a:pt x="193504" y="40517"/>
                </a:cubicBezTo>
                <a:cubicBezTo>
                  <a:pt x="195500" y="40517"/>
                  <a:pt x="198417" y="40202"/>
                  <a:pt x="202253" y="39572"/>
                </a:cubicBezTo>
                <a:cubicBezTo>
                  <a:pt x="206089" y="38940"/>
                  <a:pt x="210005" y="38047"/>
                  <a:pt x="213999" y="36892"/>
                </a:cubicBezTo>
                <a:cubicBezTo>
                  <a:pt x="215470" y="36470"/>
                  <a:pt x="216573" y="36759"/>
                  <a:pt x="217310" y="37758"/>
                </a:cubicBezTo>
                <a:cubicBezTo>
                  <a:pt x="218046" y="38757"/>
                  <a:pt x="218414" y="39887"/>
                  <a:pt x="218414" y="41148"/>
                </a:cubicBezTo>
                <a:lnTo>
                  <a:pt x="218414" y="47453"/>
                </a:lnTo>
                <a:cubicBezTo>
                  <a:pt x="218414" y="47663"/>
                  <a:pt x="218492" y="47794"/>
                  <a:pt x="218649" y="47847"/>
                </a:cubicBezTo>
                <a:cubicBezTo>
                  <a:pt x="218807" y="47900"/>
                  <a:pt x="218938" y="47822"/>
                  <a:pt x="219044" y="47612"/>
                </a:cubicBezTo>
                <a:cubicBezTo>
                  <a:pt x="219780" y="46455"/>
                  <a:pt x="220805" y="45168"/>
                  <a:pt x="222118" y="43751"/>
                </a:cubicBezTo>
                <a:cubicBezTo>
                  <a:pt x="223432" y="42331"/>
                  <a:pt x="225008" y="40991"/>
                  <a:pt x="226848" y="39731"/>
                </a:cubicBezTo>
                <a:cubicBezTo>
                  <a:pt x="228687" y="38469"/>
                  <a:pt x="230762" y="37417"/>
                  <a:pt x="233073" y="36577"/>
                </a:cubicBezTo>
                <a:cubicBezTo>
                  <a:pt x="235386" y="35735"/>
                  <a:pt x="237962" y="35314"/>
                  <a:pt x="240800" y="35314"/>
                </a:cubicBezTo>
                <a:cubicBezTo>
                  <a:pt x="248683" y="35314"/>
                  <a:pt x="254857" y="37495"/>
                  <a:pt x="259323" y="41857"/>
                </a:cubicBezTo>
                <a:cubicBezTo>
                  <a:pt x="263791" y="46220"/>
                  <a:pt x="266025" y="53287"/>
                  <a:pt x="266025" y="63060"/>
                </a:cubicBezTo>
                <a:lnTo>
                  <a:pt x="266025" y="90020"/>
                </a:lnTo>
                <a:cubicBezTo>
                  <a:pt x="266025" y="92858"/>
                  <a:pt x="266104" y="95171"/>
                  <a:pt x="266261" y="96958"/>
                </a:cubicBezTo>
                <a:cubicBezTo>
                  <a:pt x="266418" y="98744"/>
                  <a:pt x="266785" y="100189"/>
                  <a:pt x="267363" y="101292"/>
                </a:cubicBezTo>
                <a:cubicBezTo>
                  <a:pt x="267942" y="102396"/>
                  <a:pt x="268836" y="103237"/>
                  <a:pt x="270045" y="103816"/>
                </a:cubicBezTo>
                <a:cubicBezTo>
                  <a:pt x="271254" y="104393"/>
                  <a:pt x="272962" y="104840"/>
                  <a:pt x="275169" y="105156"/>
                </a:cubicBezTo>
                <a:cubicBezTo>
                  <a:pt x="275799" y="105260"/>
                  <a:pt x="276272" y="105549"/>
                  <a:pt x="276586" y="106022"/>
                </a:cubicBezTo>
                <a:cubicBezTo>
                  <a:pt x="276902" y="106495"/>
                  <a:pt x="277060" y="107047"/>
                  <a:pt x="277060" y="107677"/>
                </a:cubicBezTo>
                <a:cubicBezTo>
                  <a:pt x="277060" y="108203"/>
                  <a:pt x="276902" y="108702"/>
                  <a:pt x="276586" y="109176"/>
                </a:cubicBezTo>
                <a:cubicBezTo>
                  <a:pt x="276272" y="109649"/>
                  <a:pt x="275799" y="109885"/>
                  <a:pt x="275169" y="109885"/>
                </a:cubicBezTo>
                <a:cubicBezTo>
                  <a:pt x="273803" y="109885"/>
                  <a:pt x="271569" y="109701"/>
                  <a:pt x="268467" y="109332"/>
                </a:cubicBezTo>
                <a:cubicBezTo>
                  <a:pt x="265367" y="108965"/>
                  <a:pt x="262240" y="108781"/>
                  <a:pt x="259088" y="108781"/>
                </a:cubicBezTo>
                <a:cubicBezTo>
                  <a:pt x="255725" y="108781"/>
                  <a:pt x="252519" y="108965"/>
                  <a:pt x="249470" y="109332"/>
                </a:cubicBezTo>
                <a:cubicBezTo>
                  <a:pt x="246423" y="109701"/>
                  <a:pt x="243901" y="109885"/>
                  <a:pt x="241904" y="109885"/>
                </a:cubicBezTo>
                <a:cubicBezTo>
                  <a:pt x="241378" y="109885"/>
                  <a:pt x="240957" y="109649"/>
                  <a:pt x="240641" y="109176"/>
                </a:cubicBezTo>
                <a:cubicBezTo>
                  <a:pt x="240327" y="108702"/>
                  <a:pt x="240170" y="108203"/>
                  <a:pt x="240170" y="107677"/>
                </a:cubicBezTo>
                <a:cubicBezTo>
                  <a:pt x="240170" y="107047"/>
                  <a:pt x="240327" y="106495"/>
                  <a:pt x="240641" y="106022"/>
                </a:cubicBezTo>
                <a:cubicBezTo>
                  <a:pt x="240957" y="105549"/>
                  <a:pt x="241430" y="105260"/>
                  <a:pt x="242061" y="105156"/>
                </a:cubicBezTo>
                <a:cubicBezTo>
                  <a:pt x="244373" y="104840"/>
                  <a:pt x="246133" y="104367"/>
                  <a:pt x="247341" y="103736"/>
                </a:cubicBezTo>
                <a:cubicBezTo>
                  <a:pt x="248550" y="103106"/>
                  <a:pt x="249444" y="102239"/>
                  <a:pt x="250021" y="101136"/>
                </a:cubicBezTo>
                <a:cubicBezTo>
                  <a:pt x="250600" y="100031"/>
                  <a:pt x="250941" y="98665"/>
                  <a:pt x="251046" y="97037"/>
                </a:cubicBezTo>
                <a:cubicBezTo>
                  <a:pt x="251151" y="95408"/>
                  <a:pt x="251204" y="93384"/>
                  <a:pt x="251204" y="90965"/>
                </a:cubicBezTo>
                <a:lnTo>
                  <a:pt x="251204" y="67003"/>
                </a:lnTo>
                <a:cubicBezTo>
                  <a:pt x="251204" y="64375"/>
                  <a:pt x="251099" y="61747"/>
                  <a:pt x="250889" y="59120"/>
                </a:cubicBezTo>
                <a:cubicBezTo>
                  <a:pt x="250679" y="56493"/>
                  <a:pt x="250101" y="54128"/>
                  <a:pt x="249155" y="52026"/>
                </a:cubicBezTo>
                <a:cubicBezTo>
                  <a:pt x="248210" y="49923"/>
                  <a:pt x="246844" y="48189"/>
                  <a:pt x="245056" y="46823"/>
                </a:cubicBezTo>
                <a:cubicBezTo>
                  <a:pt x="243269" y="45456"/>
                  <a:pt x="240799" y="44773"/>
                  <a:pt x="237646" y="44773"/>
                </a:cubicBezTo>
                <a:cubicBezTo>
                  <a:pt x="234494" y="44773"/>
                  <a:pt x="231734" y="45273"/>
                  <a:pt x="229369" y="46272"/>
                </a:cubicBezTo>
                <a:cubicBezTo>
                  <a:pt x="227005" y="47269"/>
                  <a:pt x="225008" y="48609"/>
                  <a:pt x="223379" y="50291"/>
                </a:cubicBezTo>
                <a:cubicBezTo>
                  <a:pt x="221750" y="51974"/>
                  <a:pt x="220515" y="53945"/>
                  <a:pt x="219674" y="56204"/>
                </a:cubicBezTo>
                <a:cubicBezTo>
                  <a:pt x="218834" y="58464"/>
                  <a:pt x="218414" y="60855"/>
                  <a:pt x="218414" y="63378"/>
                </a:cubicBezTo>
                <a:lnTo>
                  <a:pt x="218414" y="90020"/>
                </a:lnTo>
                <a:close/>
                <a:moveTo>
                  <a:pt x="308149" y="84816"/>
                </a:moveTo>
                <a:cubicBezTo>
                  <a:pt x="308149" y="90702"/>
                  <a:pt x="308806" y="95064"/>
                  <a:pt x="310120" y="97903"/>
                </a:cubicBezTo>
                <a:cubicBezTo>
                  <a:pt x="311433" y="100740"/>
                  <a:pt x="313824" y="102158"/>
                  <a:pt x="317293" y="102158"/>
                </a:cubicBezTo>
                <a:cubicBezTo>
                  <a:pt x="319710" y="102158"/>
                  <a:pt x="321995" y="101791"/>
                  <a:pt x="324149" y="101057"/>
                </a:cubicBezTo>
                <a:cubicBezTo>
                  <a:pt x="326304" y="100321"/>
                  <a:pt x="327960" y="99532"/>
                  <a:pt x="329117" y="98692"/>
                </a:cubicBezTo>
                <a:cubicBezTo>
                  <a:pt x="329432" y="98482"/>
                  <a:pt x="329801" y="98455"/>
                  <a:pt x="330221" y="98613"/>
                </a:cubicBezTo>
                <a:cubicBezTo>
                  <a:pt x="330641" y="98770"/>
                  <a:pt x="331008" y="99033"/>
                  <a:pt x="331322" y="99402"/>
                </a:cubicBezTo>
                <a:cubicBezTo>
                  <a:pt x="331638" y="99769"/>
                  <a:pt x="331875" y="100163"/>
                  <a:pt x="332032" y="100583"/>
                </a:cubicBezTo>
                <a:cubicBezTo>
                  <a:pt x="332191" y="101003"/>
                  <a:pt x="332165" y="101371"/>
                  <a:pt x="331955" y="101687"/>
                </a:cubicBezTo>
                <a:cubicBezTo>
                  <a:pt x="329959" y="104944"/>
                  <a:pt x="327357" y="107256"/>
                  <a:pt x="324151" y="108622"/>
                </a:cubicBezTo>
                <a:cubicBezTo>
                  <a:pt x="320946" y="109989"/>
                  <a:pt x="317188" y="110672"/>
                  <a:pt x="312879" y="110672"/>
                </a:cubicBezTo>
                <a:cubicBezTo>
                  <a:pt x="305733" y="110672"/>
                  <a:pt x="300688" y="109070"/>
                  <a:pt x="297745" y="105865"/>
                </a:cubicBezTo>
                <a:cubicBezTo>
                  <a:pt x="294802" y="102660"/>
                  <a:pt x="293331" y="97641"/>
                  <a:pt x="293331" y="90809"/>
                </a:cubicBezTo>
                <a:lnTo>
                  <a:pt x="293331" y="50291"/>
                </a:lnTo>
                <a:cubicBezTo>
                  <a:pt x="293331" y="49031"/>
                  <a:pt x="293278" y="48033"/>
                  <a:pt x="293172" y="47296"/>
                </a:cubicBezTo>
                <a:cubicBezTo>
                  <a:pt x="293068" y="46560"/>
                  <a:pt x="292753" y="46035"/>
                  <a:pt x="292227" y="45721"/>
                </a:cubicBezTo>
                <a:cubicBezTo>
                  <a:pt x="291701" y="45405"/>
                  <a:pt x="290833" y="45220"/>
                  <a:pt x="289624" y="45167"/>
                </a:cubicBezTo>
                <a:cubicBezTo>
                  <a:pt x="288416" y="45115"/>
                  <a:pt x="286709" y="45088"/>
                  <a:pt x="284502" y="45088"/>
                </a:cubicBezTo>
                <a:cubicBezTo>
                  <a:pt x="284186" y="45088"/>
                  <a:pt x="283923" y="44773"/>
                  <a:pt x="283713" y="44143"/>
                </a:cubicBezTo>
                <a:cubicBezTo>
                  <a:pt x="283503" y="43512"/>
                  <a:pt x="283372" y="42829"/>
                  <a:pt x="283319" y="42093"/>
                </a:cubicBezTo>
                <a:cubicBezTo>
                  <a:pt x="283266" y="41357"/>
                  <a:pt x="283344" y="40674"/>
                  <a:pt x="283555" y="40044"/>
                </a:cubicBezTo>
                <a:cubicBezTo>
                  <a:pt x="283766" y="39413"/>
                  <a:pt x="284082" y="39098"/>
                  <a:pt x="284502" y="39098"/>
                </a:cubicBezTo>
                <a:cubicBezTo>
                  <a:pt x="287129" y="38888"/>
                  <a:pt x="289388" y="38494"/>
                  <a:pt x="291279" y="37917"/>
                </a:cubicBezTo>
                <a:cubicBezTo>
                  <a:pt x="293171" y="37338"/>
                  <a:pt x="294774" y="36418"/>
                  <a:pt x="296088" y="35158"/>
                </a:cubicBezTo>
                <a:cubicBezTo>
                  <a:pt x="297403" y="33896"/>
                  <a:pt x="298454" y="32188"/>
                  <a:pt x="299241" y="30034"/>
                </a:cubicBezTo>
                <a:cubicBezTo>
                  <a:pt x="300031" y="27878"/>
                  <a:pt x="300687" y="25067"/>
                  <a:pt x="301212" y="21600"/>
                </a:cubicBezTo>
                <a:cubicBezTo>
                  <a:pt x="301317" y="20968"/>
                  <a:pt x="301738" y="20495"/>
                  <a:pt x="302475" y="20181"/>
                </a:cubicBezTo>
                <a:cubicBezTo>
                  <a:pt x="303211" y="19865"/>
                  <a:pt x="303999" y="19707"/>
                  <a:pt x="304839" y="19707"/>
                </a:cubicBezTo>
                <a:cubicBezTo>
                  <a:pt x="305680" y="19707"/>
                  <a:pt x="306441" y="19838"/>
                  <a:pt x="307125" y="20101"/>
                </a:cubicBezTo>
                <a:cubicBezTo>
                  <a:pt x="307808" y="20364"/>
                  <a:pt x="308149" y="20706"/>
                  <a:pt x="308149" y="21126"/>
                </a:cubicBezTo>
                <a:lnTo>
                  <a:pt x="308149" y="34684"/>
                </a:lnTo>
                <a:cubicBezTo>
                  <a:pt x="308149" y="36366"/>
                  <a:pt x="308228" y="37339"/>
                  <a:pt x="308385" y="37602"/>
                </a:cubicBezTo>
                <a:cubicBezTo>
                  <a:pt x="308544" y="37863"/>
                  <a:pt x="309201" y="37994"/>
                  <a:pt x="310358" y="37994"/>
                </a:cubicBezTo>
                <a:lnTo>
                  <a:pt x="326752" y="37994"/>
                </a:lnTo>
                <a:cubicBezTo>
                  <a:pt x="327488" y="37994"/>
                  <a:pt x="327961" y="38415"/>
                  <a:pt x="328171" y="39257"/>
                </a:cubicBezTo>
                <a:cubicBezTo>
                  <a:pt x="328381" y="40097"/>
                  <a:pt x="328486" y="40833"/>
                  <a:pt x="328486" y="41463"/>
                </a:cubicBezTo>
                <a:cubicBezTo>
                  <a:pt x="328486" y="42093"/>
                  <a:pt x="328355" y="42855"/>
                  <a:pt x="328092" y="43748"/>
                </a:cubicBezTo>
                <a:cubicBezTo>
                  <a:pt x="327830" y="44641"/>
                  <a:pt x="327279" y="45088"/>
                  <a:pt x="326437" y="45088"/>
                </a:cubicBezTo>
                <a:lnTo>
                  <a:pt x="309569" y="45088"/>
                </a:lnTo>
                <a:cubicBezTo>
                  <a:pt x="308833" y="45088"/>
                  <a:pt x="308412" y="45273"/>
                  <a:pt x="308306" y="45641"/>
                </a:cubicBezTo>
                <a:cubicBezTo>
                  <a:pt x="308202" y="46009"/>
                  <a:pt x="308149" y="47349"/>
                  <a:pt x="308149" y="49661"/>
                </a:cubicBezTo>
                <a:lnTo>
                  <a:pt x="308149" y="84816"/>
                </a:lnTo>
                <a:close/>
                <a:moveTo>
                  <a:pt x="363044" y="90020"/>
                </a:moveTo>
                <a:cubicBezTo>
                  <a:pt x="363044" y="92648"/>
                  <a:pt x="363123" y="94856"/>
                  <a:pt x="363280" y="96642"/>
                </a:cubicBezTo>
                <a:cubicBezTo>
                  <a:pt x="363439" y="98429"/>
                  <a:pt x="363990" y="99900"/>
                  <a:pt x="364935" y="101057"/>
                </a:cubicBezTo>
                <a:cubicBezTo>
                  <a:pt x="365881" y="102213"/>
                  <a:pt x="367353" y="103106"/>
                  <a:pt x="369349" y="103736"/>
                </a:cubicBezTo>
                <a:cubicBezTo>
                  <a:pt x="371347" y="104367"/>
                  <a:pt x="374238" y="104840"/>
                  <a:pt x="378021" y="105156"/>
                </a:cubicBezTo>
                <a:cubicBezTo>
                  <a:pt x="378652" y="105260"/>
                  <a:pt x="379124" y="105549"/>
                  <a:pt x="379438" y="106022"/>
                </a:cubicBezTo>
                <a:cubicBezTo>
                  <a:pt x="379754" y="106495"/>
                  <a:pt x="379912" y="107047"/>
                  <a:pt x="379912" y="107677"/>
                </a:cubicBezTo>
                <a:cubicBezTo>
                  <a:pt x="379912" y="108203"/>
                  <a:pt x="379754" y="108702"/>
                  <a:pt x="379438" y="109176"/>
                </a:cubicBezTo>
                <a:cubicBezTo>
                  <a:pt x="379124" y="109649"/>
                  <a:pt x="378652" y="109885"/>
                  <a:pt x="378021" y="109885"/>
                </a:cubicBezTo>
                <a:cubicBezTo>
                  <a:pt x="373502" y="109885"/>
                  <a:pt x="369508" y="109701"/>
                  <a:pt x="366039" y="109332"/>
                </a:cubicBezTo>
                <a:cubicBezTo>
                  <a:pt x="362570" y="108965"/>
                  <a:pt x="359259" y="108781"/>
                  <a:pt x="356106" y="108781"/>
                </a:cubicBezTo>
                <a:cubicBezTo>
                  <a:pt x="352743" y="108781"/>
                  <a:pt x="349406" y="108965"/>
                  <a:pt x="346094" y="109332"/>
                </a:cubicBezTo>
                <a:cubicBezTo>
                  <a:pt x="342784" y="109701"/>
                  <a:pt x="339448" y="109885"/>
                  <a:pt x="336085" y="109885"/>
                </a:cubicBezTo>
                <a:cubicBezTo>
                  <a:pt x="335560" y="109885"/>
                  <a:pt x="335140" y="109649"/>
                  <a:pt x="334824" y="109176"/>
                </a:cubicBezTo>
                <a:cubicBezTo>
                  <a:pt x="334508" y="108702"/>
                  <a:pt x="334350" y="108203"/>
                  <a:pt x="334350" y="107677"/>
                </a:cubicBezTo>
                <a:cubicBezTo>
                  <a:pt x="334350" y="107047"/>
                  <a:pt x="334508" y="106495"/>
                  <a:pt x="334824" y="106022"/>
                </a:cubicBezTo>
                <a:cubicBezTo>
                  <a:pt x="335140" y="105549"/>
                  <a:pt x="335613" y="105260"/>
                  <a:pt x="336243" y="105156"/>
                </a:cubicBezTo>
                <a:cubicBezTo>
                  <a:pt x="339186" y="104840"/>
                  <a:pt x="341472" y="104367"/>
                  <a:pt x="343099" y="103736"/>
                </a:cubicBezTo>
                <a:cubicBezTo>
                  <a:pt x="344729" y="103106"/>
                  <a:pt x="345912" y="102239"/>
                  <a:pt x="346648" y="101136"/>
                </a:cubicBezTo>
                <a:cubicBezTo>
                  <a:pt x="347384" y="100031"/>
                  <a:pt x="347830" y="98665"/>
                  <a:pt x="347988" y="97037"/>
                </a:cubicBezTo>
                <a:cubicBezTo>
                  <a:pt x="348146" y="95408"/>
                  <a:pt x="348226" y="93384"/>
                  <a:pt x="348226" y="90965"/>
                </a:cubicBezTo>
                <a:lnTo>
                  <a:pt x="348226" y="67948"/>
                </a:lnTo>
                <a:cubicBezTo>
                  <a:pt x="348226" y="62799"/>
                  <a:pt x="348120" y="58726"/>
                  <a:pt x="347908" y="55730"/>
                </a:cubicBezTo>
                <a:cubicBezTo>
                  <a:pt x="347698" y="52735"/>
                  <a:pt x="347199" y="50423"/>
                  <a:pt x="346409" y="48795"/>
                </a:cubicBezTo>
                <a:cubicBezTo>
                  <a:pt x="345622" y="47166"/>
                  <a:pt x="344387" y="46088"/>
                  <a:pt x="342705" y="45562"/>
                </a:cubicBezTo>
                <a:cubicBezTo>
                  <a:pt x="341024" y="45036"/>
                  <a:pt x="338712" y="44668"/>
                  <a:pt x="335770" y="44458"/>
                </a:cubicBezTo>
                <a:cubicBezTo>
                  <a:pt x="335245" y="44458"/>
                  <a:pt x="334851" y="44196"/>
                  <a:pt x="334588" y="43671"/>
                </a:cubicBezTo>
                <a:cubicBezTo>
                  <a:pt x="334325" y="43145"/>
                  <a:pt x="334194" y="42619"/>
                  <a:pt x="334194" y="42093"/>
                </a:cubicBezTo>
                <a:cubicBezTo>
                  <a:pt x="334194" y="41569"/>
                  <a:pt x="334325" y="41043"/>
                  <a:pt x="334588" y="40517"/>
                </a:cubicBezTo>
                <a:cubicBezTo>
                  <a:pt x="334851" y="39991"/>
                  <a:pt x="335298" y="39728"/>
                  <a:pt x="335928" y="39728"/>
                </a:cubicBezTo>
                <a:cubicBezTo>
                  <a:pt x="338031" y="39518"/>
                  <a:pt x="340947" y="39282"/>
                  <a:pt x="344677" y="39019"/>
                </a:cubicBezTo>
                <a:cubicBezTo>
                  <a:pt x="348409" y="38756"/>
                  <a:pt x="352219" y="38099"/>
                  <a:pt x="356106" y="37049"/>
                </a:cubicBezTo>
                <a:cubicBezTo>
                  <a:pt x="357579" y="36628"/>
                  <a:pt x="358788" y="36576"/>
                  <a:pt x="359734" y="36892"/>
                </a:cubicBezTo>
                <a:cubicBezTo>
                  <a:pt x="360680" y="37207"/>
                  <a:pt x="361100" y="38100"/>
                  <a:pt x="360995" y="39572"/>
                </a:cubicBezTo>
                <a:lnTo>
                  <a:pt x="360679" y="49661"/>
                </a:lnTo>
                <a:cubicBezTo>
                  <a:pt x="360679" y="49871"/>
                  <a:pt x="360732" y="50003"/>
                  <a:pt x="360836" y="50056"/>
                </a:cubicBezTo>
                <a:cubicBezTo>
                  <a:pt x="360942" y="50109"/>
                  <a:pt x="361100" y="50029"/>
                  <a:pt x="361310" y="49817"/>
                </a:cubicBezTo>
                <a:cubicBezTo>
                  <a:pt x="363516" y="45404"/>
                  <a:pt x="366223" y="41884"/>
                  <a:pt x="369429" y="39257"/>
                </a:cubicBezTo>
                <a:cubicBezTo>
                  <a:pt x="372634" y="36628"/>
                  <a:pt x="376917" y="35314"/>
                  <a:pt x="382277" y="35314"/>
                </a:cubicBezTo>
                <a:cubicBezTo>
                  <a:pt x="386692" y="35314"/>
                  <a:pt x="389950" y="36444"/>
                  <a:pt x="392051" y="38704"/>
                </a:cubicBezTo>
                <a:cubicBezTo>
                  <a:pt x="394153" y="40963"/>
                  <a:pt x="395205" y="43723"/>
                  <a:pt x="395205" y="46981"/>
                </a:cubicBezTo>
                <a:cubicBezTo>
                  <a:pt x="395205" y="48768"/>
                  <a:pt x="394521" y="50397"/>
                  <a:pt x="393155" y="51869"/>
                </a:cubicBezTo>
                <a:cubicBezTo>
                  <a:pt x="391789" y="53340"/>
                  <a:pt x="389845" y="54075"/>
                  <a:pt x="387324" y="54075"/>
                </a:cubicBezTo>
                <a:cubicBezTo>
                  <a:pt x="384905" y="54075"/>
                  <a:pt x="383223" y="53497"/>
                  <a:pt x="382277" y="52341"/>
                </a:cubicBezTo>
                <a:cubicBezTo>
                  <a:pt x="381332" y="51185"/>
                  <a:pt x="380860" y="49923"/>
                  <a:pt x="380860" y="48557"/>
                </a:cubicBezTo>
                <a:cubicBezTo>
                  <a:pt x="380860" y="47086"/>
                  <a:pt x="380571" y="45931"/>
                  <a:pt x="379992" y="45090"/>
                </a:cubicBezTo>
                <a:cubicBezTo>
                  <a:pt x="379414" y="44249"/>
                  <a:pt x="378179" y="43828"/>
                  <a:pt x="376287" y="43828"/>
                </a:cubicBezTo>
                <a:cubicBezTo>
                  <a:pt x="374290" y="43828"/>
                  <a:pt x="372477" y="44484"/>
                  <a:pt x="370848" y="45798"/>
                </a:cubicBezTo>
                <a:cubicBezTo>
                  <a:pt x="369219" y="47111"/>
                  <a:pt x="367826" y="48662"/>
                  <a:pt x="366669" y="50450"/>
                </a:cubicBezTo>
                <a:cubicBezTo>
                  <a:pt x="365513" y="52237"/>
                  <a:pt x="364620" y="54076"/>
                  <a:pt x="363990" y="55969"/>
                </a:cubicBezTo>
                <a:cubicBezTo>
                  <a:pt x="363359" y="57859"/>
                  <a:pt x="363044" y="59330"/>
                  <a:pt x="363044" y="60380"/>
                </a:cubicBezTo>
                <a:lnTo>
                  <a:pt x="363044" y="90020"/>
                </a:lnTo>
                <a:close/>
                <a:moveTo>
                  <a:pt x="442060" y="76462"/>
                </a:moveTo>
                <a:cubicBezTo>
                  <a:pt x="442060" y="75306"/>
                  <a:pt x="442007" y="74596"/>
                  <a:pt x="441901" y="74333"/>
                </a:cubicBezTo>
                <a:cubicBezTo>
                  <a:pt x="441797" y="74070"/>
                  <a:pt x="441534" y="73938"/>
                  <a:pt x="441114" y="73938"/>
                </a:cubicBezTo>
                <a:cubicBezTo>
                  <a:pt x="432496" y="74674"/>
                  <a:pt x="426111" y="76488"/>
                  <a:pt x="421958" y="79380"/>
                </a:cubicBezTo>
                <a:cubicBezTo>
                  <a:pt x="417808" y="82270"/>
                  <a:pt x="415733" y="85974"/>
                  <a:pt x="415733" y="90494"/>
                </a:cubicBezTo>
                <a:cubicBezTo>
                  <a:pt x="415733" y="93647"/>
                  <a:pt x="416521" y="96301"/>
                  <a:pt x="418097" y="98456"/>
                </a:cubicBezTo>
                <a:cubicBezTo>
                  <a:pt x="419674" y="100610"/>
                  <a:pt x="422302" y="101687"/>
                  <a:pt x="425981" y="101687"/>
                </a:cubicBezTo>
                <a:cubicBezTo>
                  <a:pt x="428397" y="101687"/>
                  <a:pt x="430946" y="101214"/>
                  <a:pt x="433626" y="100268"/>
                </a:cubicBezTo>
                <a:cubicBezTo>
                  <a:pt x="436305" y="99321"/>
                  <a:pt x="438697" y="97955"/>
                  <a:pt x="440799" y="96168"/>
                </a:cubicBezTo>
                <a:cubicBezTo>
                  <a:pt x="441639" y="95328"/>
                  <a:pt x="442060" y="94487"/>
                  <a:pt x="442060" y="93645"/>
                </a:cubicBezTo>
                <a:lnTo>
                  <a:pt x="442060" y="76462"/>
                </a:lnTo>
                <a:moveTo>
                  <a:pt x="456880" y="92069"/>
                </a:moveTo>
                <a:cubicBezTo>
                  <a:pt x="456880" y="95748"/>
                  <a:pt x="457222" y="98324"/>
                  <a:pt x="457905" y="99796"/>
                </a:cubicBezTo>
                <a:cubicBezTo>
                  <a:pt x="458588" y="101267"/>
                  <a:pt x="459928" y="102002"/>
                  <a:pt x="461925" y="102002"/>
                </a:cubicBezTo>
                <a:cubicBezTo>
                  <a:pt x="463081" y="102002"/>
                  <a:pt x="464027" y="101871"/>
                  <a:pt x="464761" y="101608"/>
                </a:cubicBezTo>
                <a:cubicBezTo>
                  <a:pt x="465497" y="101345"/>
                  <a:pt x="466549" y="100793"/>
                  <a:pt x="467915" y="99952"/>
                </a:cubicBezTo>
                <a:cubicBezTo>
                  <a:pt x="468231" y="99742"/>
                  <a:pt x="468572" y="99742"/>
                  <a:pt x="468940" y="99952"/>
                </a:cubicBezTo>
                <a:cubicBezTo>
                  <a:pt x="469309" y="100163"/>
                  <a:pt x="469624" y="100452"/>
                  <a:pt x="469885" y="100821"/>
                </a:cubicBezTo>
                <a:cubicBezTo>
                  <a:pt x="470148" y="101188"/>
                  <a:pt x="470332" y="101608"/>
                  <a:pt x="470436" y="102081"/>
                </a:cubicBezTo>
                <a:cubicBezTo>
                  <a:pt x="470542" y="102555"/>
                  <a:pt x="470438" y="102948"/>
                  <a:pt x="470123" y="103263"/>
                </a:cubicBezTo>
                <a:cubicBezTo>
                  <a:pt x="466024" y="108202"/>
                  <a:pt x="461189" y="110672"/>
                  <a:pt x="455618" y="110672"/>
                </a:cubicBezTo>
                <a:cubicBezTo>
                  <a:pt x="452570" y="110672"/>
                  <a:pt x="449969" y="109858"/>
                  <a:pt x="447814" y="108230"/>
                </a:cubicBezTo>
                <a:cubicBezTo>
                  <a:pt x="445660" y="106601"/>
                  <a:pt x="444058" y="104682"/>
                  <a:pt x="443007" y="102474"/>
                </a:cubicBezTo>
                <a:cubicBezTo>
                  <a:pt x="442796" y="101949"/>
                  <a:pt x="442480" y="101897"/>
                  <a:pt x="442060" y="102317"/>
                </a:cubicBezTo>
                <a:cubicBezTo>
                  <a:pt x="439327" y="104734"/>
                  <a:pt x="436147" y="106731"/>
                  <a:pt x="432521" y="108307"/>
                </a:cubicBezTo>
                <a:cubicBezTo>
                  <a:pt x="428895" y="109884"/>
                  <a:pt x="424350" y="110672"/>
                  <a:pt x="418887" y="110672"/>
                </a:cubicBezTo>
                <a:cubicBezTo>
                  <a:pt x="412895" y="110672"/>
                  <a:pt x="408270" y="109070"/>
                  <a:pt x="405011" y="105865"/>
                </a:cubicBezTo>
                <a:cubicBezTo>
                  <a:pt x="401754" y="102660"/>
                  <a:pt x="400125" y="98114"/>
                  <a:pt x="400125" y="92228"/>
                </a:cubicBezTo>
                <a:cubicBezTo>
                  <a:pt x="400125" y="84660"/>
                  <a:pt x="403646" y="78853"/>
                  <a:pt x="410688" y="74807"/>
                </a:cubicBezTo>
                <a:cubicBezTo>
                  <a:pt x="417730" y="70761"/>
                  <a:pt x="427977" y="68737"/>
                  <a:pt x="441429" y="68737"/>
                </a:cubicBezTo>
                <a:cubicBezTo>
                  <a:pt x="441639" y="68737"/>
                  <a:pt x="441797" y="68474"/>
                  <a:pt x="441901" y="67948"/>
                </a:cubicBezTo>
                <a:cubicBezTo>
                  <a:pt x="442007" y="67422"/>
                  <a:pt x="442060" y="66214"/>
                  <a:pt x="442060" y="64323"/>
                </a:cubicBezTo>
                <a:lnTo>
                  <a:pt x="442060" y="60065"/>
                </a:lnTo>
                <a:cubicBezTo>
                  <a:pt x="442060" y="57438"/>
                  <a:pt x="441850" y="54969"/>
                  <a:pt x="441429" y="52656"/>
                </a:cubicBezTo>
                <a:cubicBezTo>
                  <a:pt x="441009" y="50344"/>
                  <a:pt x="440300" y="48320"/>
                  <a:pt x="439300" y="46587"/>
                </a:cubicBezTo>
                <a:cubicBezTo>
                  <a:pt x="438303" y="44853"/>
                  <a:pt x="436911" y="43487"/>
                  <a:pt x="435124" y="42488"/>
                </a:cubicBezTo>
                <a:cubicBezTo>
                  <a:pt x="433338" y="41489"/>
                  <a:pt x="431130" y="40989"/>
                  <a:pt x="428502" y="40989"/>
                </a:cubicBezTo>
                <a:cubicBezTo>
                  <a:pt x="424613" y="40989"/>
                  <a:pt x="421460" y="41752"/>
                  <a:pt x="419043" y="43277"/>
                </a:cubicBezTo>
                <a:cubicBezTo>
                  <a:pt x="416626" y="44800"/>
                  <a:pt x="415418" y="46770"/>
                  <a:pt x="415418" y="49187"/>
                </a:cubicBezTo>
                <a:cubicBezTo>
                  <a:pt x="415418" y="50344"/>
                  <a:pt x="415785" y="51473"/>
                  <a:pt x="416519" y="52577"/>
                </a:cubicBezTo>
                <a:cubicBezTo>
                  <a:pt x="417256" y="53680"/>
                  <a:pt x="417624" y="54810"/>
                  <a:pt x="417624" y="55966"/>
                </a:cubicBezTo>
                <a:cubicBezTo>
                  <a:pt x="417624" y="57438"/>
                  <a:pt x="416887" y="58858"/>
                  <a:pt x="415415" y="60224"/>
                </a:cubicBezTo>
                <a:cubicBezTo>
                  <a:pt x="413945" y="61590"/>
                  <a:pt x="412159" y="62274"/>
                  <a:pt x="410058" y="62274"/>
                </a:cubicBezTo>
                <a:cubicBezTo>
                  <a:pt x="407219" y="62274"/>
                  <a:pt x="405195" y="61512"/>
                  <a:pt x="403986" y="59988"/>
                </a:cubicBezTo>
                <a:cubicBezTo>
                  <a:pt x="402779" y="58463"/>
                  <a:pt x="402175" y="56597"/>
                  <a:pt x="402175" y="54391"/>
                </a:cubicBezTo>
                <a:cubicBezTo>
                  <a:pt x="402175" y="51764"/>
                  <a:pt x="402910" y="49267"/>
                  <a:pt x="404381" y="46902"/>
                </a:cubicBezTo>
                <a:cubicBezTo>
                  <a:pt x="405853" y="44536"/>
                  <a:pt x="407850" y="42513"/>
                  <a:pt x="410371" y="40833"/>
                </a:cubicBezTo>
                <a:cubicBezTo>
                  <a:pt x="412893" y="39150"/>
                  <a:pt x="415836" y="37810"/>
                  <a:pt x="419199" y="36813"/>
                </a:cubicBezTo>
                <a:cubicBezTo>
                  <a:pt x="422564" y="35814"/>
                  <a:pt x="426086" y="35314"/>
                  <a:pt x="429765" y="35314"/>
                </a:cubicBezTo>
                <a:cubicBezTo>
                  <a:pt x="438171" y="35314"/>
                  <a:pt x="444792" y="37259"/>
                  <a:pt x="449628" y="41148"/>
                </a:cubicBezTo>
                <a:cubicBezTo>
                  <a:pt x="454463" y="45037"/>
                  <a:pt x="456880" y="51501"/>
                  <a:pt x="456880" y="60539"/>
                </a:cubicBezTo>
                <a:lnTo>
                  <a:pt x="456880" y="92069"/>
                </a:lnTo>
                <a:close/>
                <a:moveTo>
                  <a:pt x="525331" y="37679"/>
                </a:moveTo>
                <a:cubicBezTo>
                  <a:pt x="525017" y="38835"/>
                  <a:pt x="524728" y="40254"/>
                  <a:pt x="524465" y="41937"/>
                </a:cubicBezTo>
                <a:cubicBezTo>
                  <a:pt x="524202" y="43617"/>
                  <a:pt x="524071" y="45404"/>
                  <a:pt x="524071" y="47296"/>
                </a:cubicBezTo>
                <a:cubicBezTo>
                  <a:pt x="524071" y="49293"/>
                  <a:pt x="524123" y="51369"/>
                  <a:pt x="524227" y="53524"/>
                </a:cubicBezTo>
                <a:cubicBezTo>
                  <a:pt x="524333" y="55678"/>
                  <a:pt x="524386" y="57333"/>
                  <a:pt x="524386" y="58490"/>
                </a:cubicBezTo>
                <a:cubicBezTo>
                  <a:pt x="524386" y="58806"/>
                  <a:pt x="524176" y="59069"/>
                  <a:pt x="523756" y="59279"/>
                </a:cubicBezTo>
                <a:cubicBezTo>
                  <a:pt x="523336" y="59489"/>
                  <a:pt x="522862" y="59620"/>
                  <a:pt x="522336" y="59673"/>
                </a:cubicBezTo>
                <a:cubicBezTo>
                  <a:pt x="521812" y="59725"/>
                  <a:pt x="521339" y="59672"/>
                  <a:pt x="520917" y="59514"/>
                </a:cubicBezTo>
                <a:cubicBezTo>
                  <a:pt x="520497" y="59357"/>
                  <a:pt x="520235" y="59121"/>
                  <a:pt x="520131" y="58805"/>
                </a:cubicBezTo>
                <a:cubicBezTo>
                  <a:pt x="518974" y="53235"/>
                  <a:pt x="517082" y="48952"/>
                  <a:pt x="514453" y="45956"/>
                </a:cubicBezTo>
                <a:cubicBezTo>
                  <a:pt x="511826" y="42961"/>
                  <a:pt x="507623" y="41463"/>
                  <a:pt x="501843" y="41463"/>
                </a:cubicBezTo>
                <a:cubicBezTo>
                  <a:pt x="497954" y="41463"/>
                  <a:pt x="494748" y="42436"/>
                  <a:pt x="492226" y="44381"/>
                </a:cubicBezTo>
                <a:cubicBezTo>
                  <a:pt x="489703" y="46325"/>
                  <a:pt x="488442" y="48926"/>
                  <a:pt x="488442" y="52185"/>
                </a:cubicBezTo>
                <a:cubicBezTo>
                  <a:pt x="488442" y="54916"/>
                  <a:pt x="489492" y="57017"/>
                  <a:pt x="491593" y="58490"/>
                </a:cubicBezTo>
                <a:cubicBezTo>
                  <a:pt x="493695" y="59960"/>
                  <a:pt x="496481" y="61327"/>
                  <a:pt x="499950" y="62589"/>
                </a:cubicBezTo>
                <a:cubicBezTo>
                  <a:pt x="501422" y="63115"/>
                  <a:pt x="503183" y="63772"/>
                  <a:pt x="505233" y="64561"/>
                </a:cubicBezTo>
                <a:cubicBezTo>
                  <a:pt x="507282" y="65349"/>
                  <a:pt x="508937" y="66005"/>
                  <a:pt x="510198" y="66529"/>
                </a:cubicBezTo>
                <a:cubicBezTo>
                  <a:pt x="512931" y="67791"/>
                  <a:pt x="515479" y="69106"/>
                  <a:pt x="517843" y="70472"/>
                </a:cubicBezTo>
                <a:cubicBezTo>
                  <a:pt x="520208" y="71838"/>
                  <a:pt x="522258" y="73441"/>
                  <a:pt x="523992" y="75281"/>
                </a:cubicBezTo>
                <a:cubicBezTo>
                  <a:pt x="525727" y="77119"/>
                  <a:pt x="527093" y="79194"/>
                  <a:pt x="528091" y="81506"/>
                </a:cubicBezTo>
                <a:cubicBezTo>
                  <a:pt x="529090" y="83819"/>
                  <a:pt x="529589" y="86500"/>
                  <a:pt x="529589" y="89548"/>
                </a:cubicBezTo>
                <a:cubicBezTo>
                  <a:pt x="529589" y="93542"/>
                  <a:pt x="528748" y="96878"/>
                  <a:pt x="527066" y="99558"/>
                </a:cubicBezTo>
                <a:cubicBezTo>
                  <a:pt x="525385" y="102238"/>
                  <a:pt x="523231" y="104392"/>
                  <a:pt x="520602" y="106022"/>
                </a:cubicBezTo>
                <a:cubicBezTo>
                  <a:pt x="517975" y="107651"/>
                  <a:pt x="514980" y="108833"/>
                  <a:pt x="511617" y="109568"/>
                </a:cubicBezTo>
                <a:cubicBezTo>
                  <a:pt x="508254" y="110304"/>
                  <a:pt x="504943" y="110672"/>
                  <a:pt x="501684" y="110672"/>
                </a:cubicBezTo>
                <a:cubicBezTo>
                  <a:pt x="498952" y="110672"/>
                  <a:pt x="495904" y="110357"/>
                  <a:pt x="492541" y="109726"/>
                </a:cubicBezTo>
                <a:cubicBezTo>
                  <a:pt x="489178" y="109096"/>
                  <a:pt x="486235" y="108203"/>
                  <a:pt x="483712" y="107047"/>
                </a:cubicBezTo>
                <a:cubicBezTo>
                  <a:pt x="483082" y="106837"/>
                  <a:pt x="482425" y="106942"/>
                  <a:pt x="481742" y="107362"/>
                </a:cubicBezTo>
                <a:cubicBezTo>
                  <a:pt x="481059" y="107782"/>
                  <a:pt x="480612" y="108570"/>
                  <a:pt x="480402" y="109726"/>
                </a:cubicBezTo>
                <a:cubicBezTo>
                  <a:pt x="480402" y="110042"/>
                  <a:pt x="480166" y="110252"/>
                  <a:pt x="479692" y="110357"/>
                </a:cubicBezTo>
                <a:cubicBezTo>
                  <a:pt x="479219" y="110463"/>
                  <a:pt x="478720" y="110515"/>
                  <a:pt x="478194" y="110515"/>
                </a:cubicBezTo>
                <a:cubicBezTo>
                  <a:pt x="477774" y="110515"/>
                  <a:pt x="477353" y="110436"/>
                  <a:pt x="476933" y="110277"/>
                </a:cubicBezTo>
                <a:cubicBezTo>
                  <a:pt x="476513" y="110120"/>
                  <a:pt x="476303" y="109884"/>
                  <a:pt x="476303" y="109570"/>
                </a:cubicBezTo>
                <a:cubicBezTo>
                  <a:pt x="476303" y="108728"/>
                  <a:pt x="476408" y="107572"/>
                  <a:pt x="476618" y="106101"/>
                </a:cubicBezTo>
                <a:cubicBezTo>
                  <a:pt x="476828" y="104629"/>
                  <a:pt x="476933" y="103263"/>
                  <a:pt x="476933" y="102002"/>
                </a:cubicBezTo>
                <a:cubicBezTo>
                  <a:pt x="476933" y="100740"/>
                  <a:pt x="476854" y="99347"/>
                  <a:pt x="476695" y="97824"/>
                </a:cubicBezTo>
                <a:cubicBezTo>
                  <a:pt x="476538" y="96300"/>
                  <a:pt x="476381" y="94803"/>
                  <a:pt x="476224" y="93332"/>
                </a:cubicBezTo>
                <a:cubicBezTo>
                  <a:pt x="476066" y="91860"/>
                  <a:pt x="475935" y="90546"/>
                  <a:pt x="475829" y="89390"/>
                </a:cubicBezTo>
                <a:cubicBezTo>
                  <a:pt x="475725" y="88233"/>
                  <a:pt x="475673" y="87392"/>
                  <a:pt x="475673" y="86866"/>
                </a:cubicBezTo>
                <a:cubicBezTo>
                  <a:pt x="475673" y="86446"/>
                  <a:pt x="475883" y="86131"/>
                  <a:pt x="476303" y="85921"/>
                </a:cubicBezTo>
                <a:cubicBezTo>
                  <a:pt x="476723" y="85711"/>
                  <a:pt x="477195" y="85580"/>
                  <a:pt x="477720" y="85529"/>
                </a:cubicBezTo>
                <a:cubicBezTo>
                  <a:pt x="478246" y="85476"/>
                  <a:pt x="478745" y="85528"/>
                  <a:pt x="479219" y="85685"/>
                </a:cubicBezTo>
                <a:cubicBezTo>
                  <a:pt x="479692" y="85842"/>
                  <a:pt x="479981" y="86131"/>
                  <a:pt x="480087" y="86551"/>
                </a:cubicBezTo>
                <a:cubicBezTo>
                  <a:pt x="480822" y="89600"/>
                  <a:pt x="481767" y="92280"/>
                  <a:pt x="482923" y="94593"/>
                </a:cubicBezTo>
                <a:cubicBezTo>
                  <a:pt x="484079" y="96904"/>
                  <a:pt x="485524" y="98848"/>
                  <a:pt x="487258" y="100426"/>
                </a:cubicBezTo>
                <a:cubicBezTo>
                  <a:pt x="488993" y="102003"/>
                  <a:pt x="491096" y="103186"/>
                  <a:pt x="493566" y="103975"/>
                </a:cubicBezTo>
                <a:cubicBezTo>
                  <a:pt x="496035" y="104762"/>
                  <a:pt x="499005" y="105156"/>
                  <a:pt x="502473" y="105156"/>
                </a:cubicBezTo>
                <a:cubicBezTo>
                  <a:pt x="506257" y="105156"/>
                  <a:pt x="509330" y="104105"/>
                  <a:pt x="511694" y="102002"/>
                </a:cubicBezTo>
                <a:cubicBezTo>
                  <a:pt x="514060" y="99900"/>
                  <a:pt x="515242" y="96957"/>
                  <a:pt x="515242" y="93174"/>
                </a:cubicBezTo>
                <a:cubicBezTo>
                  <a:pt x="515242" y="89811"/>
                  <a:pt x="514060" y="87157"/>
                  <a:pt x="511694" y="85213"/>
                </a:cubicBezTo>
                <a:cubicBezTo>
                  <a:pt x="509330" y="83268"/>
                  <a:pt x="506572" y="81559"/>
                  <a:pt x="503419" y="80087"/>
                </a:cubicBezTo>
                <a:cubicBezTo>
                  <a:pt x="501947" y="79457"/>
                  <a:pt x="500449" y="78827"/>
                  <a:pt x="498925" y="78196"/>
                </a:cubicBezTo>
                <a:cubicBezTo>
                  <a:pt x="497402" y="77566"/>
                  <a:pt x="495852" y="76936"/>
                  <a:pt x="494275" y="76305"/>
                </a:cubicBezTo>
                <a:cubicBezTo>
                  <a:pt x="491963" y="75359"/>
                  <a:pt x="489677" y="74387"/>
                  <a:pt x="487417" y="73390"/>
                </a:cubicBezTo>
                <a:cubicBezTo>
                  <a:pt x="485157" y="72391"/>
                  <a:pt x="483160" y="71155"/>
                  <a:pt x="481425" y="69683"/>
                </a:cubicBezTo>
                <a:cubicBezTo>
                  <a:pt x="479691" y="68211"/>
                  <a:pt x="478299" y="66371"/>
                  <a:pt x="477248" y="64164"/>
                </a:cubicBezTo>
                <a:cubicBezTo>
                  <a:pt x="476198" y="61958"/>
                  <a:pt x="475673" y="59225"/>
                  <a:pt x="475673" y="55966"/>
                </a:cubicBezTo>
                <a:cubicBezTo>
                  <a:pt x="475673" y="52183"/>
                  <a:pt x="476487" y="48978"/>
                  <a:pt x="478114" y="46351"/>
                </a:cubicBezTo>
                <a:cubicBezTo>
                  <a:pt x="479744" y="43723"/>
                  <a:pt x="481845" y="41594"/>
                  <a:pt x="484419" y="39967"/>
                </a:cubicBezTo>
                <a:cubicBezTo>
                  <a:pt x="486995" y="38337"/>
                  <a:pt x="489859" y="37154"/>
                  <a:pt x="493012" y="36418"/>
                </a:cubicBezTo>
                <a:cubicBezTo>
                  <a:pt x="496167" y="35682"/>
                  <a:pt x="499268" y="35314"/>
                  <a:pt x="502315" y="35314"/>
                </a:cubicBezTo>
                <a:cubicBezTo>
                  <a:pt x="505258" y="35314"/>
                  <a:pt x="507859" y="35656"/>
                  <a:pt x="510118" y="36339"/>
                </a:cubicBezTo>
                <a:cubicBezTo>
                  <a:pt x="512378" y="37022"/>
                  <a:pt x="514874" y="38257"/>
                  <a:pt x="517607" y="40044"/>
                </a:cubicBezTo>
                <a:cubicBezTo>
                  <a:pt x="518027" y="40254"/>
                  <a:pt x="518579" y="40228"/>
                  <a:pt x="519262" y="39967"/>
                </a:cubicBezTo>
                <a:cubicBezTo>
                  <a:pt x="519945" y="39704"/>
                  <a:pt x="520497" y="38836"/>
                  <a:pt x="520917" y="37364"/>
                </a:cubicBezTo>
                <a:cubicBezTo>
                  <a:pt x="521023" y="36944"/>
                  <a:pt x="521338" y="36681"/>
                  <a:pt x="521863" y="36577"/>
                </a:cubicBezTo>
                <a:cubicBezTo>
                  <a:pt x="522389" y="36471"/>
                  <a:pt x="522915" y="36445"/>
                  <a:pt x="523441" y="36498"/>
                </a:cubicBezTo>
                <a:cubicBezTo>
                  <a:pt x="523967" y="36549"/>
                  <a:pt x="524440" y="36681"/>
                  <a:pt x="524860" y="36892"/>
                </a:cubicBezTo>
                <a:cubicBezTo>
                  <a:pt x="525280" y="37102"/>
                  <a:pt x="525437" y="37365"/>
                  <a:pt x="525331" y="37679"/>
                </a:cubicBezTo>
                <a:close/>
                <a:moveTo>
                  <a:pt x="559417" y="84816"/>
                </a:moveTo>
                <a:cubicBezTo>
                  <a:pt x="559417" y="90702"/>
                  <a:pt x="560074" y="95064"/>
                  <a:pt x="561387" y="97903"/>
                </a:cubicBezTo>
                <a:cubicBezTo>
                  <a:pt x="562701" y="100740"/>
                  <a:pt x="565092" y="102158"/>
                  <a:pt x="568561" y="102158"/>
                </a:cubicBezTo>
                <a:cubicBezTo>
                  <a:pt x="570977" y="102158"/>
                  <a:pt x="573263" y="101791"/>
                  <a:pt x="575416" y="101057"/>
                </a:cubicBezTo>
                <a:cubicBezTo>
                  <a:pt x="577572" y="100321"/>
                  <a:pt x="579228" y="99532"/>
                  <a:pt x="580384" y="98692"/>
                </a:cubicBezTo>
                <a:cubicBezTo>
                  <a:pt x="580700" y="98482"/>
                  <a:pt x="581068" y="98455"/>
                  <a:pt x="581488" y="98613"/>
                </a:cubicBezTo>
                <a:cubicBezTo>
                  <a:pt x="581908" y="98770"/>
                  <a:pt x="582276" y="99033"/>
                  <a:pt x="582590" y="99402"/>
                </a:cubicBezTo>
                <a:cubicBezTo>
                  <a:pt x="582906" y="99769"/>
                  <a:pt x="583142" y="100163"/>
                  <a:pt x="583300" y="100583"/>
                </a:cubicBezTo>
                <a:cubicBezTo>
                  <a:pt x="583458" y="101003"/>
                  <a:pt x="583433" y="101371"/>
                  <a:pt x="583223" y="101687"/>
                </a:cubicBezTo>
                <a:cubicBezTo>
                  <a:pt x="581226" y="104944"/>
                  <a:pt x="578625" y="107256"/>
                  <a:pt x="575419" y="108622"/>
                </a:cubicBezTo>
                <a:cubicBezTo>
                  <a:pt x="572213" y="109989"/>
                  <a:pt x="568455" y="110672"/>
                  <a:pt x="564146" y="110672"/>
                </a:cubicBezTo>
                <a:cubicBezTo>
                  <a:pt x="557000" y="110672"/>
                  <a:pt x="551956" y="109070"/>
                  <a:pt x="549013" y="105865"/>
                </a:cubicBezTo>
                <a:cubicBezTo>
                  <a:pt x="546070" y="102660"/>
                  <a:pt x="544598" y="97641"/>
                  <a:pt x="544598" y="90809"/>
                </a:cubicBezTo>
                <a:lnTo>
                  <a:pt x="544598" y="50291"/>
                </a:lnTo>
                <a:cubicBezTo>
                  <a:pt x="544598" y="49031"/>
                  <a:pt x="544545" y="48033"/>
                  <a:pt x="544440" y="47296"/>
                </a:cubicBezTo>
                <a:cubicBezTo>
                  <a:pt x="544335" y="46560"/>
                  <a:pt x="544020" y="46035"/>
                  <a:pt x="543494" y="45721"/>
                </a:cubicBezTo>
                <a:cubicBezTo>
                  <a:pt x="542968" y="45405"/>
                  <a:pt x="542101" y="45220"/>
                  <a:pt x="540891" y="45167"/>
                </a:cubicBezTo>
                <a:cubicBezTo>
                  <a:pt x="539684" y="45115"/>
                  <a:pt x="537977" y="45088"/>
                  <a:pt x="535770" y="45088"/>
                </a:cubicBezTo>
                <a:cubicBezTo>
                  <a:pt x="535454" y="45088"/>
                  <a:pt x="535191" y="44773"/>
                  <a:pt x="534981" y="44143"/>
                </a:cubicBezTo>
                <a:cubicBezTo>
                  <a:pt x="534771" y="43512"/>
                  <a:pt x="534639" y="42829"/>
                  <a:pt x="534586" y="42093"/>
                </a:cubicBezTo>
                <a:cubicBezTo>
                  <a:pt x="534533" y="41357"/>
                  <a:pt x="534612" y="40674"/>
                  <a:pt x="534822" y="40044"/>
                </a:cubicBezTo>
                <a:cubicBezTo>
                  <a:pt x="535034" y="39413"/>
                  <a:pt x="535350" y="39098"/>
                  <a:pt x="535770" y="39098"/>
                </a:cubicBezTo>
                <a:cubicBezTo>
                  <a:pt x="538397" y="38888"/>
                  <a:pt x="540656" y="38494"/>
                  <a:pt x="542546" y="37917"/>
                </a:cubicBezTo>
                <a:cubicBezTo>
                  <a:pt x="544439" y="37338"/>
                  <a:pt x="546042" y="36418"/>
                  <a:pt x="547355" y="35158"/>
                </a:cubicBezTo>
                <a:cubicBezTo>
                  <a:pt x="548670" y="33896"/>
                  <a:pt x="549722" y="32188"/>
                  <a:pt x="550509" y="30034"/>
                </a:cubicBezTo>
                <a:cubicBezTo>
                  <a:pt x="551298" y="27878"/>
                  <a:pt x="551955" y="25067"/>
                  <a:pt x="552479" y="21600"/>
                </a:cubicBezTo>
                <a:cubicBezTo>
                  <a:pt x="552585" y="20968"/>
                  <a:pt x="553006" y="20495"/>
                  <a:pt x="553742" y="20181"/>
                </a:cubicBezTo>
                <a:cubicBezTo>
                  <a:pt x="554478" y="19865"/>
                  <a:pt x="555266" y="19707"/>
                  <a:pt x="556107" y="19707"/>
                </a:cubicBezTo>
                <a:cubicBezTo>
                  <a:pt x="556947" y="19707"/>
                  <a:pt x="557709" y="19838"/>
                  <a:pt x="558392" y="20101"/>
                </a:cubicBezTo>
                <a:cubicBezTo>
                  <a:pt x="559075" y="20364"/>
                  <a:pt x="559417" y="20706"/>
                  <a:pt x="559417" y="21126"/>
                </a:cubicBezTo>
                <a:lnTo>
                  <a:pt x="559417" y="34684"/>
                </a:lnTo>
                <a:cubicBezTo>
                  <a:pt x="559417" y="36366"/>
                  <a:pt x="559495" y="37339"/>
                  <a:pt x="559653" y="37602"/>
                </a:cubicBezTo>
                <a:cubicBezTo>
                  <a:pt x="559811" y="37863"/>
                  <a:pt x="560469" y="37994"/>
                  <a:pt x="561625" y="37994"/>
                </a:cubicBezTo>
                <a:lnTo>
                  <a:pt x="578019" y="37994"/>
                </a:lnTo>
                <a:cubicBezTo>
                  <a:pt x="578755" y="37994"/>
                  <a:pt x="579229" y="38415"/>
                  <a:pt x="579439" y="39257"/>
                </a:cubicBezTo>
                <a:cubicBezTo>
                  <a:pt x="579649" y="40097"/>
                  <a:pt x="579754" y="40833"/>
                  <a:pt x="579754" y="41463"/>
                </a:cubicBezTo>
                <a:cubicBezTo>
                  <a:pt x="579754" y="42093"/>
                  <a:pt x="579622" y="42855"/>
                  <a:pt x="579359" y="43748"/>
                </a:cubicBezTo>
                <a:cubicBezTo>
                  <a:pt x="579098" y="44641"/>
                  <a:pt x="578546" y="45088"/>
                  <a:pt x="577704" y="45088"/>
                </a:cubicBezTo>
                <a:lnTo>
                  <a:pt x="560836" y="45088"/>
                </a:lnTo>
                <a:cubicBezTo>
                  <a:pt x="560100" y="45088"/>
                  <a:pt x="559679" y="45273"/>
                  <a:pt x="559573" y="45641"/>
                </a:cubicBezTo>
                <a:cubicBezTo>
                  <a:pt x="559469" y="46009"/>
                  <a:pt x="559417" y="47349"/>
                  <a:pt x="559417" y="49661"/>
                </a:cubicBezTo>
                <a:lnTo>
                  <a:pt x="559417" y="848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F5B2A-0073-4DA9-B691-ABBAAFEE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647" y="854674"/>
            <a:ext cx="536385" cy="114209"/>
          </a:xfrm>
          <a:custGeom xmlns:a="http://schemas.openxmlformats.org/drawingml/2006/main">
            <a:pathLst>
              <a:path w="536385" h="114209" fill="none">
                <a:moveTo>
                  <a:pt x="536385" y="0"/>
                </a:moveTo>
                <a:lnTo>
                  <a:pt x="0" y="114209"/>
                </a:lnTo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94227-7006-49B4-A267-BC1CC621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726" y="854673"/>
            <a:ext cx="330017" cy="140582"/>
          </a:xfrm>
          <a:custGeom xmlns:a="http://schemas.openxmlformats.org/drawingml/2006/main">
            <a:pathLst>
              <a:path w="330017" h="140582" fill="none">
                <a:moveTo>
                  <a:pt x="330017" y="1405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91B833-3590-4F4E-B41D-8EF86104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088" y="142773"/>
            <a:ext cx="1985442" cy="1005036"/>
          </a:xfrm>
          <a:custGeom xmlns:a="http://schemas.openxmlformats.org/drawingml/2006/main">
            <a:pathLst>
              <a:path w="1985442" h="1005036">
                <a:moveTo>
                  <a:pt x="0" y="114172"/>
                </a:moveTo>
                <a:cubicBezTo>
                  <a:pt x="0" y="51116"/>
                  <a:pt x="51116" y="0"/>
                  <a:pt x="114172" y="0"/>
                </a:cubicBezTo>
                <a:lnTo>
                  <a:pt x="1871270" y="0"/>
                </a:lnTo>
                <a:cubicBezTo>
                  <a:pt x="1934327" y="0"/>
                  <a:pt x="1985442" y="51116"/>
                  <a:pt x="1985442" y="114172"/>
                </a:cubicBezTo>
                <a:lnTo>
                  <a:pt x="1985442" y="890865"/>
                </a:lnTo>
                <a:cubicBezTo>
                  <a:pt x="1985442" y="953921"/>
                  <a:pt x="1934327" y="1005036"/>
                  <a:pt x="1871270" y="1005036"/>
                </a:cubicBezTo>
                <a:lnTo>
                  <a:pt x="114172" y="1005036"/>
                </a:lnTo>
                <a:cubicBezTo>
                  <a:pt x="51116" y="1005036"/>
                  <a:pt x="0" y="953921"/>
                  <a:pt x="0" y="890865"/>
                </a:cubicBezTo>
                <a:lnTo>
                  <a:pt x="0" y="11417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DB6E0F-48D3-443A-B8DE-D0E1D73F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088" y="142773"/>
            <a:ext cx="1985443" cy="1005038"/>
          </a:xfrm>
          <a:custGeom xmlns:a="http://schemas.openxmlformats.org/drawingml/2006/main">
            <a:pathLst>
              <a:path w="1985443" h="1005038" fill="none">
                <a:moveTo>
                  <a:pt x="0" y="114172"/>
                </a:moveTo>
                <a:cubicBezTo>
                  <a:pt x="0" y="51116"/>
                  <a:pt x="51116" y="0"/>
                  <a:pt x="114172" y="0"/>
                </a:cubicBezTo>
                <a:lnTo>
                  <a:pt x="1871271" y="0"/>
                </a:lnTo>
                <a:cubicBezTo>
                  <a:pt x="1934326" y="0"/>
                  <a:pt x="1985443" y="51116"/>
                  <a:pt x="1985443" y="114172"/>
                </a:cubicBezTo>
                <a:lnTo>
                  <a:pt x="1985443" y="890866"/>
                </a:lnTo>
                <a:cubicBezTo>
                  <a:pt x="1985443" y="953921"/>
                  <a:pt x="1934326" y="1005038"/>
                  <a:pt x="1871271" y="1005038"/>
                </a:cubicBezTo>
                <a:lnTo>
                  <a:pt x="114172" y="1005038"/>
                </a:lnTo>
                <a:cubicBezTo>
                  <a:pt x="51116" y="1005038"/>
                  <a:pt x="0" y="953921"/>
                  <a:pt x="0" y="890866"/>
                </a:cubicBezTo>
                <a:lnTo>
                  <a:pt x="0" y="1141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custDash>
              <a:ds d="400000" sp="300000"/>
            </a:custDash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C52058-771E-48DB-B097-18262535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816" y="715908"/>
            <a:ext cx="422741" cy="90322"/>
          </a:xfrm>
          <a:custGeom xmlns:a="http://schemas.openxmlformats.org/drawingml/2006/main">
            <a:pathLst>
              <a:path w="422741" h="90322">
                <a:moveTo>
                  <a:pt x="332419" y="90322"/>
                </a:moveTo>
                <a:lnTo>
                  <a:pt x="422741" y="45163"/>
                </a:lnTo>
                <a:lnTo>
                  <a:pt x="332421" y="0"/>
                </a:lnTo>
                <a:lnTo>
                  <a:pt x="369113" y="36693"/>
                </a:lnTo>
                <a:lnTo>
                  <a:pt x="0" y="36693"/>
                </a:lnTo>
                <a:lnTo>
                  <a:pt x="0" y="53629"/>
                </a:lnTo>
                <a:lnTo>
                  <a:pt x="369113" y="53629"/>
                </a:lnTo>
                <a:lnTo>
                  <a:pt x="332419" y="903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b9ca912a14490"/>
          <a:stretch xmlns:a="http://schemas.openxmlformats.org/drawingml/2006/main"/>
        </p:blipFill>
        <p:spPr>
          <a:xfrm xmlns:a="http://schemas.openxmlformats.org/drawingml/2006/main">
            <a:off x="6805529" y="580834"/>
            <a:ext cx="610906" cy="389206"/>
          </a:xfrm>
          <a:prstGeom xmlns:a="http://schemas.openxmlformats.org/drawingml/2006/main" prst="rect">
            <a:avLst/>
          </a:prstGeom>
        </p:spPr>
      </p:pic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4929D-8CFF-45DF-89F5-F9B78278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6437" y="632974"/>
            <a:ext cx="507445" cy="285747"/>
          </a:xfrm>
          <a:custGeom xmlns:a="http://schemas.openxmlformats.org/drawingml/2006/main">
            <a:pathLst>
              <a:path w="507445" h="285747">
                <a:moveTo>
                  <a:pt x="0" y="67328"/>
                </a:moveTo>
                <a:cubicBezTo>
                  <a:pt x="0" y="30145"/>
                  <a:pt x="30145" y="0"/>
                  <a:pt x="67328" y="0"/>
                </a:cubicBezTo>
                <a:lnTo>
                  <a:pt x="440119" y="0"/>
                </a:lnTo>
                <a:cubicBezTo>
                  <a:pt x="477303" y="0"/>
                  <a:pt x="507445" y="30145"/>
                  <a:pt x="507445" y="67328"/>
                </a:cubicBezTo>
                <a:lnTo>
                  <a:pt x="507445" y="218419"/>
                </a:lnTo>
                <a:cubicBezTo>
                  <a:pt x="507445" y="255602"/>
                  <a:pt x="477303" y="285747"/>
                  <a:pt x="440119" y="285747"/>
                </a:cubicBezTo>
                <a:lnTo>
                  <a:pt x="67328" y="285747"/>
                </a:lnTo>
                <a:cubicBezTo>
                  <a:pt x="30145" y="285747"/>
                  <a:pt x="0" y="255602"/>
                  <a:pt x="0" y="218419"/>
                </a:cubicBezTo>
                <a:lnTo>
                  <a:pt x="0" y="67328"/>
                </a:lnTo>
                <a:close/>
              </a:path>
            </a:pathLst>
          </a:custGeom>
          <a:solidFill xmlns:a="http://schemas.openxmlformats.org/drawingml/2006/main">
            <a:srgbClr val="FBE3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71289-EB87-469F-BB7D-FDA26CF5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6438" y="632974"/>
            <a:ext cx="507445" cy="285747"/>
          </a:xfrm>
          <a:custGeom xmlns:a="http://schemas.openxmlformats.org/drawingml/2006/main">
            <a:pathLst>
              <a:path w="507445" h="285747" fill="none">
                <a:moveTo>
                  <a:pt x="0" y="67328"/>
                </a:moveTo>
                <a:cubicBezTo>
                  <a:pt x="0" y="30144"/>
                  <a:pt x="30144" y="0"/>
                  <a:pt x="67327" y="0"/>
                </a:cubicBezTo>
                <a:lnTo>
                  <a:pt x="440117" y="0"/>
                </a:lnTo>
                <a:cubicBezTo>
                  <a:pt x="477301" y="0"/>
                  <a:pt x="507445" y="30144"/>
                  <a:pt x="507445" y="67328"/>
                </a:cubicBezTo>
                <a:lnTo>
                  <a:pt x="507445" y="218419"/>
                </a:lnTo>
                <a:cubicBezTo>
                  <a:pt x="507445" y="255603"/>
                  <a:pt x="477301" y="285747"/>
                  <a:pt x="440117" y="285747"/>
                </a:cubicBezTo>
                <a:lnTo>
                  <a:pt x="67327" y="285747"/>
                </a:lnTo>
                <a:cubicBezTo>
                  <a:pt x="30144" y="285747"/>
                  <a:pt x="0" y="255603"/>
                  <a:pt x="0" y="218419"/>
                </a:cubicBezTo>
                <a:lnTo>
                  <a:pt x="0" y="6732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sp>
        <p:nvSpPr>
          <p:cNvPr id="580" name="Text LGI">
            <a:extLst xmlns:a="http://schemas.openxmlformats.org/drawingml/2006/main">
              <a:ext uri="{FF2B5EF4-FFF2-40B4-BE49-F238E27FC236}">
                <a16:creationId xmlns:a16="http://schemas.microsoft.com/office/drawing/2014/main" id="{D0D3978E-63FC-45B3-A469-5D792680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49" y="702490"/>
            <a:ext cx="278994" cy="136306"/>
          </a:xfrm>
          <a:custGeom xmlns:a="http://schemas.openxmlformats.org/drawingml/2006/main">
            <a:pathLst>
              <a:path w="278994" h="136306">
                <a:moveTo>
                  <a:pt x="0" y="134531"/>
                </a:moveTo>
                <a:lnTo>
                  <a:pt x="0" y="1775"/>
                </a:lnTo>
                <a:lnTo>
                  <a:pt x="27715" y="1775"/>
                </a:lnTo>
                <a:lnTo>
                  <a:pt x="27715" y="110169"/>
                </a:lnTo>
                <a:lnTo>
                  <a:pt x="83736" y="110169"/>
                </a:lnTo>
                <a:lnTo>
                  <a:pt x="83736" y="134531"/>
                </a:lnTo>
                <a:lnTo>
                  <a:pt x="0" y="134531"/>
                </a:lnTo>
                <a:close/>
                <a:moveTo>
                  <a:pt x="163608" y="136306"/>
                </a:moveTo>
                <a:cubicBezTo>
                  <a:pt x="149997" y="136306"/>
                  <a:pt x="138326" y="133495"/>
                  <a:pt x="128594" y="127873"/>
                </a:cubicBezTo>
                <a:cubicBezTo>
                  <a:pt x="118863" y="122251"/>
                  <a:pt x="111384" y="114344"/>
                  <a:pt x="106156" y="104153"/>
                </a:cubicBezTo>
                <a:cubicBezTo>
                  <a:pt x="100929" y="93961"/>
                  <a:pt x="98315" y="81994"/>
                  <a:pt x="98315" y="68252"/>
                </a:cubicBezTo>
                <a:cubicBezTo>
                  <a:pt x="98315" y="54443"/>
                  <a:pt x="100929" y="42427"/>
                  <a:pt x="106156" y="32202"/>
                </a:cubicBezTo>
                <a:cubicBezTo>
                  <a:pt x="111384" y="21978"/>
                  <a:pt x="118863" y="14055"/>
                  <a:pt x="128594" y="8433"/>
                </a:cubicBezTo>
                <a:cubicBezTo>
                  <a:pt x="138326" y="2811"/>
                  <a:pt x="149997" y="0"/>
                  <a:pt x="163608" y="0"/>
                </a:cubicBezTo>
                <a:cubicBezTo>
                  <a:pt x="170446" y="0"/>
                  <a:pt x="177153" y="888"/>
                  <a:pt x="183728" y="2663"/>
                </a:cubicBezTo>
                <a:cubicBezTo>
                  <a:pt x="190304" y="4438"/>
                  <a:pt x="196320" y="7184"/>
                  <a:pt x="201777" y="10899"/>
                </a:cubicBezTo>
                <a:cubicBezTo>
                  <a:pt x="207235" y="14614"/>
                  <a:pt x="211739" y="19331"/>
                  <a:pt x="215290" y="25052"/>
                </a:cubicBezTo>
                <a:cubicBezTo>
                  <a:pt x="218840" y="30772"/>
                  <a:pt x="220977" y="37545"/>
                  <a:pt x="221701" y="45370"/>
                </a:cubicBezTo>
                <a:lnTo>
                  <a:pt x="193394" y="45370"/>
                </a:lnTo>
                <a:cubicBezTo>
                  <a:pt x="192868" y="41030"/>
                  <a:pt x="191356" y="37183"/>
                  <a:pt x="188857" y="33830"/>
                </a:cubicBezTo>
                <a:cubicBezTo>
                  <a:pt x="186358" y="30476"/>
                  <a:pt x="182939" y="27846"/>
                  <a:pt x="178600" y="25940"/>
                </a:cubicBezTo>
                <a:cubicBezTo>
                  <a:pt x="174260" y="24033"/>
                  <a:pt x="169065" y="23079"/>
                  <a:pt x="163016" y="23079"/>
                </a:cubicBezTo>
                <a:cubicBezTo>
                  <a:pt x="154337" y="23079"/>
                  <a:pt x="147334" y="25167"/>
                  <a:pt x="142008" y="29342"/>
                </a:cubicBezTo>
                <a:cubicBezTo>
                  <a:pt x="136682" y="33518"/>
                  <a:pt x="132803" y="39008"/>
                  <a:pt x="130370" y="45813"/>
                </a:cubicBezTo>
                <a:cubicBezTo>
                  <a:pt x="127937" y="52619"/>
                  <a:pt x="126720" y="60098"/>
                  <a:pt x="126720" y="68252"/>
                </a:cubicBezTo>
                <a:cubicBezTo>
                  <a:pt x="126720" y="76339"/>
                  <a:pt x="127953" y="83802"/>
                  <a:pt x="130419" y="90640"/>
                </a:cubicBezTo>
                <a:cubicBezTo>
                  <a:pt x="132885" y="97479"/>
                  <a:pt x="136814" y="102969"/>
                  <a:pt x="142205" y="107112"/>
                </a:cubicBezTo>
                <a:cubicBezTo>
                  <a:pt x="147597" y="111254"/>
                  <a:pt x="154731" y="113325"/>
                  <a:pt x="163608" y="113325"/>
                </a:cubicBezTo>
                <a:cubicBezTo>
                  <a:pt x="170183" y="113325"/>
                  <a:pt x="175789" y="112191"/>
                  <a:pt x="180424" y="109922"/>
                </a:cubicBezTo>
                <a:cubicBezTo>
                  <a:pt x="185060" y="107654"/>
                  <a:pt x="188676" y="104514"/>
                  <a:pt x="191273" y="100503"/>
                </a:cubicBezTo>
                <a:cubicBezTo>
                  <a:pt x="193871" y="96492"/>
                  <a:pt x="195367" y="91857"/>
                  <a:pt x="195761" y="86597"/>
                </a:cubicBezTo>
                <a:lnTo>
                  <a:pt x="164298" y="86597"/>
                </a:lnTo>
                <a:lnTo>
                  <a:pt x="164298" y="64504"/>
                </a:lnTo>
                <a:lnTo>
                  <a:pt x="223575" y="64504"/>
                </a:lnTo>
                <a:lnTo>
                  <a:pt x="223575" y="78016"/>
                </a:lnTo>
                <a:cubicBezTo>
                  <a:pt x="223575" y="89523"/>
                  <a:pt x="221257" y="99649"/>
                  <a:pt x="216621" y="108394"/>
                </a:cubicBezTo>
                <a:cubicBezTo>
                  <a:pt x="211986" y="117139"/>
                  <a:pt x="205213" y="123977"/>
                  <a:pt x="196303" y="128909"/>
                </a:cubicBezTo>
                <a:cubicBezTo>
                  <a:pt x="187394" y="133840"/>
                  <a:pt x="176495" y="136306"/>
                  <a:pt x="163608" y="136306"/>
                </a:cubicBezTo>
                <a:close/>
                <a:moveTo>
                  <a:pt x="251279" y="134531"/>
                </a:moveTo>
                <a:lnTo>
                  <a:pt x="251279" y="1775"/>
                </a:lnTo>
                <a:lnTo>
                  <a:pt x="278994" y="1775"/>
                </a:lnTo>
                <a:lnTo>
                  <a:pt x="278994" y="134531"/>
                </a:lnTo>
                <a:lnTo>
                  <a:pt x="251279" y="1345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7C13F-4142-424C-8329-3A305D04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6" y="715908"/>
            <a:ext cx="413960" cy="90322"/>
          </a:xfrm>
          <a:custGeom xmlns:a="http://schemas.openxmlformats.org/drawingml/2006/main">
            <a:pathLst>
              <a:path w="413960" h="90322">
                <a:moveTo>
                  <a:pt x="323638" y="90322"/>
                </a:moveTo>
                <a:lnTo>
                  <a:pt x="413960" y="45163"/>
                </a:lnTo>
                <a:lnTo>
                  <a:pt x="323638" y="0"/>
                </a:lnTo>
                <a:lnTo>
                  <a:pt x="360331" y="36693"/>
                </a:lnTo>
                <a:lnTo>
                  <a:pt x="0" y="36693"/>
                </a:lnTo>
                <a:lnTo>
                  <a:pt x="0" y="53629"/>
                </a:lnTo>
                <a:lnTo>
                  <a:pt x="360331" y="53629"/>
                </a:lnTo>
                <a:lnTo>
                  <a:pt x="323638" y="903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8D8117-DEC0-4E20-935E-CBA440A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587" y="448224"/>
            <a:ext cx="307661" cy="391655"/>
          </a:xfrm>
          <a:custGeom xmlns:a="http://schemas.openxmlformats.org/drawingml/2006/main">
            <a:pathLst>
              <a:path w="307661" h="391655" fill="none">
                <a:moveTo>
                  <a:pt x="0" y="391655"/>
                </a:moveTo>
                <a:lnTo>
                  <a:pt x="3076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47A92-DA54-4DB4-BE11-8D5010E8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037" y="448224"/>
            <a:ext cx="674121" cy="99285"/>
          </a:xfrm>
          <a:custGeom xmlns:a="http://schemas.openxmlformats.org/drawingml/2006/main">
            <a:pathLst>
              <a:path w="674121" h="99285" fill="none">
                <a:moveTo>
                  <a:pt x="674121" y="992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BC42DA-BED6-4A1B-8FC7-6769642A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685" y="738899"/>
            <a:ext cx="315818" cy="207805"/>
          </a:xfrm>
          <a:custGeom xmlns:a="http://schemas.openxmlformats.org/drawingml/2006/main">
            <a:pathLst>
              <a:path w="315818" h="207805" fill="none">
                <a:moveTo>
                  <a:pt x="0" y="207805"/>
                </a:moveTo>
                <a:lnTo>
                  <a:pt x="3158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A687F-1498-47FD-9005-16566D50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991" y="738897"/>
            <a:ext cx="298618" cy="165209"/>
          </a:xfrm>
          <a:custGeom xmlns:a="http://schemas.openxmlformats.org/drawingml/2006/main">
            <a:pathLst>
              <a:path w="298618" h="165209" fill="none">
                <a:moveTo>
                  <a:pt x="298618" y="16520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000000"/>
            </a:solidFill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D77AF6-A249-4C59-8AF0-AAF0274B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460" y="426430"/>
            <a:ext cx="598628" cy="500581"/>
          </a:xfrm>
          <a:custGeom xmlns:a="http://schemas.openxmlformats.org/drawingml/2006/main">
            <a:pathLst>
              <a:path w="598628" h="500581">
                <a:moveTo>
                  <a:pt x="82715" y="0"/>
                </a:moveTo>
                <a:lnTo>
                  <a:pt x="598628" y="391612"/>
                </a:lnTo>
                <a:lnTo>
                  <a:pt x="515913" y="500581"/>
                </a:lnTo>
                <a:lnTo>
                  <a:pt x="0" y="108967"/>
                </a:lnTo>
                <a:lnTo>
                  <a:pt x="8271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Text E">
            <a:extLst xmlns:a="http://schemas.openxmlformats.org/drawingml/2006/main">
              <a:ext uri="{FF2B5EF4-FFF2-40B4-BE49-F238E27FC236}">
                <a16:creationId xmlns:a16="http://schemas.microsoft.com/office/drawing/2014/main" id="{ED6DD708-C849-41AF-938E-4FF796A9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512" y="448197"/>
            <a:ext cx="91754" cy="97304"/>
          </a:xfrm>
          <a:custGeom xmlns:a="http://schemas.openxmlformats.org/drawingml/2006/main">
            <a:pathLst>
              <a:path w="91754" h="97304">
                <a:moveTo>
                  <a:pt x="90131" y="33781"/>
                </a:moveTo>
                <a:cubicBezTo>
                  <a:pt x="90613" y="34146"/>
                  <a:pt x="91034" y="34561"/>
                  <a:pt x="91393" y="35023"/>
                </a:cubicBezTo>
                <a:cubicBezTo>
                  <a:pt x="91754" y="35486"/>
                  <a:pt x="91554" y="36093"/>
                  <a:pt x="90795" y="36844"/>
                </a:cubicBezTo>
                <a:cubicBezTo>
                  <a:pt x="90171" y="37414"/>
                  <a:pt x="89540" y="38120"/>
                  <a:pt x="88900" y="38963"/>
                </a:cubicBezTo>
                <a:cubicBezTo>
                  <a:pt x="88261" y="39805"/>
                  <a:pt x="87621" y="40647"/>
                  <a:pt x="86981" y="41490"/>
                </a:cubicBezTo>
                <a:cubicBezTo>
                  <a:pt x="84926" y="44198"/>
                  <a:pt x="83098" y="46794"/>
                  <a:pt x="81498" y="49278"/>
                </a:cubicBezTo>
                <a:cubicBezTo>
                  <a:pt x="81315" y="49518"/>
                  <a:pt x="81031" y="49611"/>
                  <a:pt x="80646" y="49556"/>
                </a:cubicBezTo>
                <a:cubicBezTo>
                  <a:pt x="80261" y="49501"/>
                  <a:pt x="79877" y="49352"/>
                  <a:pt x="79493" y="49108"/>
                </a:cubicBezTo>
                <a:cubicBezTo>
                  <a:pt x="79110" y="48863"/>
                  <a:pt x="78798" y="48555"/>
                  <a:pt x="78558" y="48183"/>
                </a:cubicBezTo>
                <a:cubicBezTo>
                  <a:pt x="78319" y="47812"/>
                  <a:pt x="78306" y="47423"/>
                  <a:pt x="78519" y="47016"/>
                </a:cubicBezTo>
                <a:cubicBezTo>
                  <a:pt x="79880" y="44350"/>
                  <a:pt x="80852" y="42196"/>
                  <a:pt x="81436" y="40552"/>
                </a:cubicBezTo>
                <a:cubicBezTo>
                  <a:pt x="82019" y="38908"/>
                  <a:pt x="82197" y="37455"/>
                  <a:pt x="81970" y="36193"/>
                </a:cubicBezTo>
                <a:cubicBezTo>
                  <a:pt x="81744" y="34930"/>
                  <a:pt x="81052" y="33717"/>
                  <a:pt x="79895" y="32555"/>
                </a:cubicBezTo>
                <a:cubicBezTo>
                  <a:pt x="78739" y="31392"/>
                  <a:pt x="77130" y="29981"/>
                  <a:pt x="75070" y="28322"/>
                </a:cubicBezTo>
                <a:lnTo>
                  <a:pt x="69655" y="24212"/>
                </a:lnTo>
                <a:cubicBezTo>
                  <a:pt x="68090" y="23024"/>
                  <a:pt x="66819" y="22106"/>
                  <a:pt x="65840" y="21459"/>
                </a:cubicBezTo>
                <a:cubicBezTo>
                  <a:pt x="64862" y="20811"/>
                  <a:pt x="63953" y="20476"/>
                  <a:pt x="63115" y="20456"/>
                </a:cubicBezTo>
                <a:cubicBezTo>
                  <a:pt x="62277" y="20437"/>
                  <a:pt x="61448" y="20780"/>
                  <a:pt x="60627" y="21486"/>
                </a:cubicBezTo>
                <a:cubicBezTo>
                  <a:pt x="59807" y="22190"/>
                  <a:pt x="58826" y="23295"/>
                  <a:pt x="57684" y="24800"/>
                </a:cubicBezTo>
                <a:lnTo>
                  <a:pt x="45694" y="40595"/>
                </a:lnTo>
                <a:cubicBezTo>
                  <a:pt x="45055" y="41437"/>
                  <a:pt x="44806" y="42078"/>
                  <a:pt x="44947" y="42517"/>
                </a:cubicBezTo>
                <a:cubicBezTo>
                  <a:pt x="45089" y="42956"/>
                  <a:pt x="45310" y="43290"/>
                  <a:pt x="45610" y="43517"/>
                </a:cubicBezTo>
                <a:cubicBezTo>
                  <a:pt x="48378" y="45619"/>
                  <a:pt x="50650" y="47154"/>
                  <a:pt x="52427" y="48123"/>
                </a:cubicBezTo>
                <a:cubicBezTo>
                  <a:pt x="54204" y="49093"/>
                  <a:pt x="55739" y="49571"/>
                  <a:pt x="57031" y="49556"/>
                </a:cubicBezTo>
                <a:cubicBezTo>
                  <a:pt x="58324" y="49540"/>
                  <a:pt x="59494" y="49124"/>
                  <a:pt x="60541" y="48306"/>
                </a:cubicBezTo>
                <a:cubicBezTo>
                  <a:pt x="61588" y="47489"/>
                  <a:pt x="62818" y="46337"/>
                  <a:pt x="64231" y="44849"/>
                </a:cubicBezTo>
                <a:cubicBezTo>
                  <a:pt x="64566" y="44533"/>
                  <a:pt x="64952" y="44400"/>
                  <a:pt x="65389" y="44448"/>
                </a:cubicBezTo>
                <a:cubicBezTo>
                  <a:pt x="65827" y="44495"/>
                  <a:pt x="66227" y="44656"/>
                  <a:pt x="66588" y="44930"/>
                </a:cubicBezTo>
                <a:cubicBezTo>
                  <a:pt x="66950" y="45205"/>
                  <a:pt x="67212" y="45546"/>
                  <a:pt x="67375" y="45955"/>
                </a:cubicBezTo>
                <a:cubicBezTo>
                  <a:pt x="67539" y="46364"/>
                  <a:pt x="67484" y="46749"/>
                  <a:pt x="67210" y="47110"/>
                </a:cubicBezTo>
                <a:cubicBezTo>
                  <a:pt x="66479" y="48073"/>
                  <a:pt x="65798" y="48907"/>
                  <a:pt x="65166" y="49614"/>
                </a:cubicBezTo>
                <a:cubicBezTo>
                  <a:pt x="64536" y="50321"/>
                  <a:pt x="63905" y="51027"/>
                  <a:pt x="63273" y="51733"/>
                </a:cubicBezTo>
                <a:cubicBezTo>
                  <a:pt x="62643" y="52440"/>
                  <a:pt x="61989" y="53176"/>
                  <a:pt x="61312" y="53943"/>
                </a:cubicBezTo>
                <a:cubicBezTo>
                  <a:pt x="60636" y="54709"/>
                  <a:pt x="59887" y="55634"/>
                  <a:pt x="59064" y="56717"/>
                </a:cubicBezTo>
                <a:cubicBezTo>
                  <a:pt x="57694" y="58522"/>
                  <a:pt x="56539" y="60230"/>
                  <a:pt x="55600" y="61842"/>
                </a:cubicBezTo>
                <a:cubicBezTo>
                  <a:pt x="54662" y="63452"/>
                  <a:pt x="53394" y="65311"/>
                  <a:pt x="51796" y="67417"/>
                </a:cubicBezTo>
                <a:cubicBezTo>
                  <a:pt x="51567" y="67718"/>
                  <a:pt x="51245" y="67830"/>
                  <a:pt x="50829" y="67752"/>
                </a:cubicBezTo>
                <a:cubicBezTo>
                  <a:pt x="50415" y="67675"/>
                  <a:pt x="50038" y="67483"/>
                  <a:pt x="49700" y="67179"/>
                </a:cubicBezTo>
                <a:cubicBezTo>
                  <a:pt x="49362" y="66874"/>
                  <a:pt x="49099" y="66533"/>
                  <a:pt x="48913" y="66154"/>
                </a:cubicBezTo>
                <a:cubicBezTo>
                  <a:pt x="48727" y="65775"/>
                  <a:pt x="48740" y="65382"/>
                  <a:pt x="48954" y="64976"/>
                </a:cubicBezTo>
                <a:cubicBezTo>
                  <a:pt x="50098" y="63095"/>
                  <a:pt x="50946" y="61510"/>
                  <a:pt x="51497" y="60221"/>
                </a:cubicBezTo>
                <a:cubicBezTo>
                  <a:pt x="52049" y="58932"/>
                  <a:pt x="52135" y="57693"/>
                  <a:pt x="51756" y="56505"/>
                </a:cubicBezTo>
                <a:cubicBezTo>
                  <a:pt x="51378" y="55317"/>
                  <a:pt x="50471" y="54012"/>
                  <a:pt x="49036" y="52591"/>
                </a:cubicBezTo>
                <a:cubicBezTo>
                  <a:pt x="47602" y="51170"/>
                  <a:pt x="45501" y="49409"/>
                  <a:pt x="42733" y="47307"/>
                </a:cubicBezTo>
                <a:cubicBezTo>
                  <a:pt x="42433" y="47080"/>
                  <a:pt x="42052" y="46957"/>
                  <a:pt x="41590" y="46940"/>
                </a:cubicBezTo>
                <a:cubicBezTo>
                  <a:pt x="41130" y="46921"/>
                  <a:pt x="40648" y="47243"/>
                  <a:pt x="40146" y="47905"/>
                </a:cubicBezTo>
                <a:lnTo>
                  <a:pt x="31171" y="59728"/>
                </a:lnTo>
                <a:cubicBezTo>
                  <a:pt x="29709" y="61654"/>
                  <a:pt x="28600" y="63396"/>
                  <a:pt x="27843" y="64956"/>
                </a:cubicBezTo>
                <a:cubicBezTo>
                  <a:pt x="27087" y="66515"/>
                  <a:pt x="26648" y="67937"/>
                  <a:pt x="26527" y="69221"/>
                </a:cubicBezTo>
                <a:cubicBezTo>
                  <a:pt x="26406" y="70504"/>
                  <a:pt x="26543" y="71699"/>
                  <a:pt x="26937" y="72804"/>
                </a:cubicBezTo>
                <a:cubicBezTo>
                  <a:pt x="27331" y="73909"/>
                  <a:pt x="27978" y="74993"/>
                  <a:pt x="28878" y="76055"/>
                </a:cubicBezTo>
                <a:cubicBezTo>
                  <a:pt x="29584" y="76875"/>
                  <a:pt x="30429" y="77730"/>
                  <a:pt x="31414" y="78620"/>
                </a:cubicBezTo>
                <a:cubicBezTo>
                  <a:pt x="32399" y="79509"/>
                  <a:pt x="33462" y="80388"/>
                  <a:pt x="34606" y="81255"/>
                </a:cubicBezTo>
                <a:cubicBezTo>
                  <a:pt x="36050" y="82352"/>
                  <a:pt x="37449" y="83319"/>
                  <a:pt x="38804" y="84158"/>
                </a:cubicBezTo>
                <a:cubicBezTo>
                  <a:pt x="40158" y="84997"/>
                  <a:pt x="41258" y="85547"/>
                  <a:pt x="42103" y="85809"/>
                </a:cubicBezTo>
                <a:cubicBezTo>
                  <a:pt x="43626" y="86301"/>
                  <a:pt x="45007" y="86638"/>
                  <a:pt x="46244" y="86819"/>
                </a:cubicBezTo>
                <a:cubicBezTo>
                  <a:pt x="47482" y="87000"/>
                  <a:pt x="48698" y="86927"/>
                  <a:pt x="49893" y="86601"/>
                </a:cubicBezTo>
                <a:cubicBezTo>
                  <a:pt x="51089" y="86276"/>
                  <a:pt x="52328" y="85676"/>
                  <a:pt x="53610" y="84799"/>
                </a:cubicBezTo>
                <a:cubicBezTo>
                  <a:pt x="54892" y="83923"/>
                  <a:pt x="56338" y="82673"/>
                  <a:pt x="57949" y="81051"/>
                </a:cubicBezTo>
                <a:cubicBezTo>
                  <a:pt x="58283" y="80736"/>
                  <a:pt x="58676" y="80655"/>
                  <a:pt x="59128" y="80809"/>
                </a:cubicBezTo>
                <a:cubicBezTo>
                  <a:pt x="59581" y="80963"/>
                  <a:pt x="60017" y="81199"/>
                  <a:pt x="60439" y="81519"/>
                </a:cubicBezTo>
                <a:cubicBezTo>
                  <a:pt x="60860" y="81839"/>
                  <a:pt x="61168" y="82215"/>
                  <a:pt x="61361" y="82647"/>
                </a:cubicBezTo>
                <a:cubicBezTo>
                  <a:pt x="61556" y="83078"/>
                  <a:pt x="61509" y="83421"/>
                  <a:pt x="61220" y="83675"/>
                </a:cubicBezTo>
                <a:cubicBezTo>
                  <a:pt x="59001" y="85974"/>
                  <a:pt x="56937" y="88131"/>
                  <a:pt x="55029" y="90144"/>
                </a:cubicBezTo>
                <a:cubicBezTo>
                  <a:pt x="53122" y="92158"/>
                  <a:pt x="51330" y="94331"/>
                  <a:pt x="49656" y="96663"/>
                </a:cubicBezTo>
                <a:cubicBezTo>
                  <a:pt x="49518" y="96844"/>
                  <a:pt x="49203" y="97008"/>
                  <a:pt x="48710" y="97156"/>
                </a:cubicBezTo>
                <a:cubicBezTo>
                  <a:pt x="48219" y="97304"/>
                  <a:pt x="47522" y="97036"/>
                  <a:pt x="46619" y="96351"/>
                </a:cubicBezTo>
                <a:lnTo>
                  <a:pt x="13857" y="71482"/>
                </a:lnTo>
                <a:cubicBezTo>
                  <a:pt x="11570" y="69746"/>
                  <a:pt x="9283" y="68104"/>
                  <a:pt x="6995" y="66558"/>
                </a:cubicBezTo>
                <a:cubicBezTo>
                  <a:pt x="4708" y="65011"/>
                  <a:pt x="2646" y="63635"/>
                  <a:pt x="810" y="62432"/>
                </a:cubicBezTo>
                <a:cubicBezTo>
                  <a:pt x="328" y="62066"/>
                  <a:pt x="70" y="61656"/>
                  <a:pt x="35" y="61203"/>
                </a:cubicBezTo>
                <a:cubicBezTo>
                  <a:pt x="0" y="60749"/>
                  <a:pt x="101" y="60304"/>
                  <a:pt x="337" y="59867"/>
                </a:cubicBezTo>
                <a:cubicBezTo>
                  <a:pt x="574" y="59430"/>
                  <a:pt x="939" y="59138"/>
                  <a:pt x="1430" y="58990"/>
                </a:cubicBezTo>
                <a:cubicBezTo>
                  <a:pt x="1921" y="58842"/>
                  <a:pt x="2461" y="58944"/>
                  <a:pt x="3049" y="59294"/>
                </a:cubicBezTo>
                <a:cubicBezTo>
                  <a:pt x="4630" y="60210"/>
                  <a:pt x="6058" y="60890"/>
                  <a:pt x="7331" y="61336"/>
                </a:cubicBezTo>
                <a:cubicBezTo>
                  <a:pt x="8606" y="61781"/>
                  <a:pt x="9814" y="61939"/>
                  <a:pt x="10955" y="61810"/>
                </a:cubicBezTo>
                <a:cubicBezTo>
                  <a:pt x="12097" y="61681"/>
                  <a:pt x="13198" y="61260"/>
                  <a:pt x="14259" y="60549"/>
                </a:cubicBezTo>
                <a:cubicBezTo>
                  <a:pt x="15321" y="59837"/>
                  <a:pt x="16423" y="58730"/>
                  <a:pt x="17565" y="57226"/>
                </a:cubicBezTo>
                <a:lnTo>
                  <a:pt x="43942" y="22476"/>
                </a:lnTo>
                <a:cubicBezTo>
                  <a:pt x="44946" y="21153"/>
                  <a:pt x="45883" y="19826"/>
                  <a:pt x="46751" y="18493"/>
                </a:cubicBezTo>
                <a:cubicBezTo>
                  <a:pt x="47620" y="17161"/>
                  <a:pt x="48316" y="15839"/>
                  <a:pt x="48836" y="14528"/>
                </a:cubicBezTo>
                <a:cubicBezTo>
                  <a:pt x="49358" y="13217"/>
                  <a:pt x="49600" y="11930"/>
                  <a:pt x="49562" y="10668"/>
                </a:cubicBezTo>
                <a:cubicBezTo>
                  <a:pt x="49525" y="9407"/>
                  <a:pt x="49078" y="8214"/>
                  <a:pt x="48223" y="7090"/>
                </a:cubicBezTo>
                <a:cubicBezTo>
                  <a:pt x="47699" y="6407"/>
                  <a:pt x="47121" y="5731"/>
                  <a:pt x="46489" y="5062"/>
                </a:cubicBezTo>
                <a:cubicBezTo>
                  <a:pt x="45859" y="4394"/>
                  <a:pt x="45236" y="3779"/>
                  <a:pt x="44619" y="3217"/>
                </a:cubicBezTo>
                <a:cubicBezTo>
                  <a:pt x="44258" y="2943"/>
                  <a:pt x="44102" y="2587"/>
                  <a:pt x="44149" y="2148"/>
                </a:cubicBezTo>
                <a:cubicBezTo>
                  <a:pt x="44198" y="1711"/>
                  <a:pt x="44359" y="1311"/>
                  <a:pt x="44633" y="951"/>
                </a:cubicBezTo>
                <a:cubicBezTo>
                  <a:pt x="44907" y="590"/>
                  <a:pt x="45248" y="327"/>
                  <a:pt x="45656" y="164"/>
                </a:cubicBezTo>
                <a:cubicBezTo>
                  <a:pt x="46065" y="0"/>
                  <a:pt x="46450" y="55"/>
                  <a:pt x="46811" y="329"/>
                </a:cubicBezTo>
                <a:cubicBezTo>
                  <a:pt x="48858" y="1882"/>
                  <a:pt x="50647" y="3336"/>
                  <a:pt x="52180" y="4689"/>
                </a:cubicBezTo>
                <a:cubicBezTo>
                  <a:pt x="53714" y="6043"/>
                  <a:pt x="55564" y="7542"/>
                  <a:pt x="57730" y="9186"/>
                </a:cubicBezTo>
                <a:lnTo>
                  <a:pt x="90131" y="337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Text l">
            <a:extLst xmlns:a="http://schemas.openxmlformats.org/drawingml/2006/main">
              <a:ext uri="{FF2B5EF4-FFF2-40B4-BE49-F238E27FC236}">
                <a16:creationId xmlns:a16="http://schemas.microsoft.com/office/drawing/2014/main" id="{DE21E806-3115-4D62-924D-C51B7B3B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546" y="489297"/>
            <a:ext cx="63091" cy="78710"/>
          </a:xfrm>
          <a:custGeom xmlns:a="http://schemas.openxmlformats.org/drawingml/2006/main">
            <a:pathLst>
              <a:path w="63091" h="78710">
                <a:moveTo>
                  <a:pt x="42444" y="20828"/>
                </a:moveTo>
                <a:cubicBezTo>
                  <a:pt x="44408" y="18241"/>
                  <a:pt x="45912" y="16135"/>
                  <a:pt x="46956" y="14509"/>
                </a:cubicBezTo>
                <a:cubicBezTo>
                  <a:pt x="48001" y="12883"/>
                  <a:pt x="48603" y="11466"/>
                  <a:pt x="48761" y="10259"/>
                </a:cubicBezTo>
                <a:cubicBezTo>
                  <a:pt x="48919" y="9051"/>
                  <a:pt x="48616" y="7920"/>
                  <a:pt x="47850" y="6865"/>
                </a:cubicBezTo>
                <a:cubicBezTo>
                  <a:pt x="47086" y="5811"/>
                  <a:pt x="45900" y="4531"/>
                  <a:pt x="44292" y="3025"/>
                </a:cubicBezTo>
                <a:cubicBezTo>
                  <a:pt x="43992" y="2797"/>
                  <a:pt x="43881" y="2476"/>
                  <a:pt x="43958" y="2061"/>
                </a:cubicBezTo>
                <a:cubicBezTo>
                  <a:pt x="44036" y="1646"/>
                  <a:pt x="44174" y="1277"/>
                  <a:pt x="44371" y="953"/>
                </a:cubicBezTo>
                <a:cubicBezTo>
                  <a:pt x="44570" y="629"/>
                  <a:pt x="44858" y="374"/>
                  <a:pt x="45238" y="187"/>
                </a:cubicBezTo>
                <a:cubicBezTo>
                  <a:pt x="45617" y="0"/>
                  <a:pt x="45987" y="44"/>
                  <a:pt x="46348" y="317"/>
                </a:cubicBezTo>
                <a:cubicBezTo>
                  <a:pt x="48244" y="1567"/>
                  <a:pt x="50562" y="3042"/>
                  <a:pt x="53302" y="4743"/>
                </a:cubicBezTo>
                <a:cubicBezTo>
                  <a:pt x="56042" y="6444"/>
                  <a:pt x="58777" y="7808"/>
                  <a:pt x="61506" y="8837"/>
                </a:cubicBezTo>
                <a:cubicBezTo>
                  <a:pt x="62530" y="9235"/>
                  <a:pt x="63052" y="9703"/>
                  <a:pt x="63071" y="10240"/>
                </a:cubicBezTo>
                <a:cubicBezTo>
                  <a:pt x="63091" y="10776"/>
                  <a:pt x="62995" y="11248"/>
                  <a:pt x="62781" y="11654"/>
                </a:cubicBezTo>
                <a:lnTo>
                  <a:pt x="24416" y="62198"/>
                </a:lnTo>
                <a:cubicBezTo>
                  <a:pt x="23273" y="63702"/>
                  <a:pt x="22344" y="64989"/>
                  <a:pt x="21627" y="66057"/>
                </a:cubicBezTo>
                <a:cubicBezTo>
                  <a:pt x="20911" y="67126"/>
                  <a:pt x="20498" y="68140"/>
                  <a:pt x="20386" y="69098"/>
                </a:cubicBezTo>
                <a:cubicBezTo>
                  <a:pt x="20275" y="70057"/>
                  <a:pt x="20519" y="71048"/>
                  <a:pt x="21117" y="72071"/>
                </a:cubicBezTo>
                <a:cubicBezTo>
                  <a:pt x="21715" y="73094"/>
                  <a:pt x="22728" y="74290"/>
                  <a:pt x="24155" y="75658"/>
                </a:cubicBezTo>
                <a:cubicBezTo>
                  <a:pt x="24471" y="75992"/>
                  <a:pt x="24616" y="76362"/>
                  <a:pt x="24591" y="76771"/>
                </a:cubicBezTo>
                <a:cubicBezTo>
                  <a:pt x="24567" y="77179"/>
                  <a:pt x="24417" y="77563"/>
                  <a:pt x="24143" y="77924"/>
                </a:cubicBezTo>
                <a:cubicBezTo>
                  <a:pt x="23915" y="78225"/>
                  <a:pt x="23607" y="78443"/>
                  <a:pt x="23221" y="78576"/>
                </a:cubicBezTo>
                <a:cubicBezTo>
                  <a:pt x="22834" y="78710"/>
                  <a:pt x="22461" y="78640"/>
                  <a:pt x="22100" y="78366"/>
                </a:cubicBezTo>
                <a:cubicBezTo>
                  <a:pt x="20656" y="77269"/>
                  <a:pt x="19111" y="75931"/>
                  <a:pt x="17466" y="74349"/>
                </a:cubicBezTo>
                <a:cubicBezTo>
                  <a:pt x="15821" y="72769"/>
                  <a:pt x="14096" y="71294"/>
                  <a:pt x="12291" y="69923"/>
                </a:cubicBezTo>
                <a:cubicBezTo>
                  <a:pt x="10365" y="68462"/>
                  <a:pt x="8390" y="67128"/>
                  <a:pt x="6365" y="65922"/>
                </a:cubicBezTo>
                <a:cubicBezTo>
                  <a:pt x="4340" y="64718"/>
                  <a:pt x="2365" y="63385"/>
                  <a:pt x="439" y="61924"/>
                </a:cubicBezTo>
                <a:cubicBezTo>
                  <a:pt x="138" y="61695"/>
                  <a:pt x="0" y="61377"/>
                  <a:pt x="25" y="60969"/>
                </a:cubicBezTo>
                <a:cubicBezTo>
                  <a:pt x="50" y="60561"/>
                  <a:pt x="177" y="60207"/>
                  <a:pt x="406" y="59906"/>
                </a:cubicBezTo>
                <a:cubicBezTo>
                  <a:pt x="680" y="59545"/>
                  <a:pt x="1010" y="59297"/>
                  <a:pt x="1395" y="59163"/>
                </a:cubicBezTo>
                <a:cubicBezTo>
                  <a:pt x="1782" y="59030"/>
                  <a:pt x="2178" y="59070"/>
                  <a:pt x="2584" y="59284"/>
                </a:cubicBezTo>
                <a:cubicBezTo>
                  <a:pt x="4406" y="60382"/>
                  <a:pt x="5921" y="61105"/>
                  <a:pt x="7127" y="61452"/>
                </a:cubicBezTo>
                <a:cubicBezTo>
                  <a:pt x="8334" y="61799"/>
                  <a:pt x="9387" y="61817"/>
                  <a:pt x="10287" y="61504"/>
                </a:cubicBezTo>
                <a:cubicBezTo>
                  <a:pt x="11189" y="61191"/>
                  <a:pt x="12023" y="60592"/>
                  <a:pt x="12790" y="59705"/>
                </a:cubicBezTo>
                <a:cubicBezTo>
                  <a:pt x="13559" y="58818"/>
                  <a:pt x="14469" y="57683"/>
                  <a:pt x="15520" y="56298"/>
                </a:cubicBezTo>
                <a:lnTo>
                  <a:pt x="42444" y="208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Text a">
            <a:extLst xmlns:a="http://schemas.openxmlformats.org/drawingml/2006/main">
              <a:ext uri="{FF2B5EF4-FFF2-40B4-BE49-F238E27FC236}">
                <a16:creationId xmlns:a16="http://schemas.microsoft.com/office/drawing/2014/main" id="{DB0BE0B5-67CA-46E9-8694-64D835BC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7651" y="537711"/>
            <a:ext cx="55217" cy="62887"/>
          </a:xfrm>
          <a:custGeom xmlns:a="http://schemas.openxmlformats.org/drawingml/2006/main">
            <a:pathLst>
              <a:path w="55217" h="62887">
                <a:moveTo>
                  <a:pt x="34460" y="34302"/>
                </a:moveTo>
                <a:cubicBezTo>
                  <a:pt x="34962" y="33640"/>
                  <a:pt x="35240" y="33211"/>
                  <a:pt x="35294" y="33014"/>
                </a:cubicBezTo>
                <a:cubicBezTo>
                  <a:pt x="35348" y="32818"/>
                  <a:pt x="35256" y="32629"/>
                  <a:pt x="35015" y="32446"/>
                </a:cubicBezTo>
                <a:cubicBezTo>
                  <a:pt x="29761" y="29123"/>
                  <a:pt x="25317" y="27386"/>
                  <a:pt x="21684" y="27237"/>
                </a:cubicBezTo>
                <a:cubicBezTo>
                  <a:pt x="18052" y="27088"/>
                  <a:pt x="15254" y="28307"/>
                  <a:pt x="13290" y="30894"/>
                </a:cubicBezTo>
                <a:cubicBezTo>
                  <a:pt x="11920" y="32699"/>
                  <a:pt x="11217" y="34562"/>
                  <a:pt x="11183" y="36481"/>
                </a:cubicBezTo>
                <a:cubicBezTo>
                  <a:pt x="11150" y="38399"/>
                  <a:pt x="12186" y="40157"/>
                  <a:pt x="14292" y="41756"/>
                </a:cubicBezTo>
                <a:cubicBezTo>
                  <a:pt x="15676" y="42806"/>
                  <a:pt x="17341" y="43643"/>
                  <a:pt x="19286" y="44266"/>
                </a:cubicBezTo>
                <a:cubicBezTo>
                  <a:pt x="21231" y="44888"/>
                  <a:pt x="23194" y="45145"/>
                  <a:pt x="25174" y="45036"/>
                </a:cubicBezTo>
                <a:cubicBezTo>
                  <a:pt x="26020" y="44920"/>
                  <a:pt x="26626" y="44621"/>
                  <a:pt x="26992" y="44139"/>
                </a:cubicBezTo>
                <a:lnTo>
                  <a:pt x="34460" y="34302"/>
                </a:lnTo>
                <a:moveTo>
                  <a:pt x="36162" y="49678"/>
                </a:moveTo>
                <a:cubicBezTo>
                  <a:pt x="34563" y="51784"/>
                  <a:pt x="33640" y="53407"/>
                  <a:pt x="33391" y="54547"/>
                </a:cubicBezTo>
                <a:cubicBezTo>
                  <a:pt x="33143" y="55686"/>
                  <a:pt x="33591" y="56689"/>
                  <a:pt x="34734" y="57557"/>
                </a:cubicBezTo>
                <a:cubicBezTo>
                  <a:pt x="35396" y="58059"/>
                  <a:pt x="35994" y="58395"/>
                  <a:pt x="36529" y="58563"/>
                </a:cubicBezTo>
                <a:cubicBezTo>
                  <a:pt x="37064" y="58732"/>
                  <a:pt x="37906" y="58873"/>
                  <a:pt x="39053" y="58986"/>
                </a:cubicBezTo>
                <a:cubicBezTo>
                  <a:pt x="39326" y="59003"/>
                  <a:pt x="39521" y="59152"/>
                  <a:pt x="39640" y="59432"/>
                </a:cubicBezTo>
                <a:cubicBezTo>
                  <a:pt x="39760" y="59712"/>
                  <a:pt x="39815" y="60015"/>
                  <a:pt x="39804" y="60340"/>
                </a:cubicBezTo>
                <a:cubicBezTo>
                  <a:pt x="39795" y="60664"/>
                  <a:pt x="39718" y="60984"/>
                  <a:pt x="39572" y="61301"/>
                </a:cubicBezTo>
                <a:cubicBezTo>
                  <a:pt x="39427" y="61617"/>
                  <a:pt x="39196" y="61798"/>
                  <a:pt x="38879" y="61841"/>
                </a:cubicBezTo>
                <a:cubicBezTo>
                  <a:pt x="34386" y="62887"/>
                  <a:pt x="30545" y="62200"/>
                  <a:pt x="27355" y="59779"/>
                </a:cubicBezTo>
                <a:cubicBezTo>
                  <a:pt x="25611" y="58455"/>
                  <a:pt x="24475" y="56858"/>
                  <a:pt x="23948" y="54990"/>
                </a:cubicBezTo>
                <a:cubicBezTo>
                  <a:pt x="23423" y="53121"/>
                  <a:pt x="23340" y="51326"/>
                  <a:pt x="23698" y="49606"/>
                </a:cubicBezTo>
                <a:cubicBezTo>
                  <a:pt x="23805" y="49213"/>
                  <a:pt x="23647" y="49046"/>
                  <a:pt x="23224" y="49104"/>
                </a:cubicBezTo>
                <a:cubicBezTo>
                  <a:pt x="20609" y="49300"/>
                  <a:pt x="17921" y="49062"/>
                  <a:pt x="15160" y="48388"/>
                </a:cubicBezTo>
                <a:cubicBezTo>
                  <a:pt x="12399" y="47715"/>
                  <a:pt x="9455" y="46191"/>
                  <a:pt x="6327" y="43817"/>
                </a:cubicBezTo>
                <a:cubicBezTo>
                  <a:pt x="2896" y="41213"/>
                  <a:pt x="945" y="38286"/>
                  <a:pt x="472" y="35035"/>
                </a:cubicBezTo>
                <a:cubicBezTo>
                  <a:pt x="0" y="31785"/>
                  <a:pt x="1043" y="28474"/>
                  <a:pt x="3601" y="25105"/>
                </a:cubicBezTo>
                <a:cubicBezTo>
                  <a:pt x="6890" y="20772"/>
                  <a:pt x="11429" y="18978"/>
                  <a:pt x="17219" y="19722"/>
                </a:cubicBezTo>
                <a:cubicBezTo>
                  <a:pt x="23009" y="20465"/>
                  <a:pt x="29754" y="23760"/>
                  <a:pt x="37456" y="29606"/>
                </a:cubicBezTo>
                <a:cubicBezTo>
                  <a:pt x="37576" y="29697"/>
                  <a:pt x="37780" y="29615"/>
                  <a:pt x="38068" y="29359"/>
                </a:cubicBezTo>
                <a:cubicBezTo>
                  <a:pt x="38358" y="29104"/>
                  <a:pt x="38913" y="28435"/>
                  <a:pt x="39735" y="27353"/>
                </a:cubicBezTo>
                <a:lnTo>
                  <a:pt x="41585" y="24915"/>
                </a:lnTo>
                <a:cubicBezTo>
                  <a:pt x="42727" y="23411"/>
                  <a:pt x="43680" y="21906"/>
                  <a:pt x="44444" y="20399"/>
                </a:cubicBezTo>
                <a:cubicBezTo>
                  <a:pt x="45208" y="18893"/>
                  <a:pt x="45681" y="17426"/>
                  <a:pt x="45863" y="15999"/>
                </a:cubicBezTo>
                <a:cubicBezTo>
                  <a:pt x="46045" y="14574"/>
                  <a:pt x="45842" y="13186"/>
                  <a:pt x="45253" y="11838"/>
                </a:cubicBezTo>
                <a:cubicBezTo>
                  <a:pt x="44665" y="10490"/>
                  <a:pt x="43618" y="9244"/>
                  <a:pt x="42113" y="8102"/>
                </a:cubicBezTo>
                <a:cubicBezTo>
                  <a:pt x="39887" y="6412"/>
                  <a:pt x="37750" y="5478"/>
                  <a:pt x="35704" y="5301"/>
                </a:cubicBezTo>
                <a:cubicBezTo>
                  <a:pt x="33658" y="5123"/>
                  <a:pt x="32110" y="5726"/>
                  <a:pt x="31060" y="7110"/>
                </a:cubicBezTo>
                <a:cubicBezTo>
                  <a:pt x="30557" y="7772"/>
                  <a:pt x="30277" y="8578"/>
                  <a:pt x="30218" y="9529"/>
                </a:cubicBezTo>
                <a:cubicBezTo>
                  <a:pt x="30160" y="10480"/>
                  <a:pt x="29879" y="11287"/>
                  <a:pt x="29377" y="11949"/>
                </a:cubicBezTo>
                <a:cubicBezTo>
                  <a:pt x="28737" y="12792"/>
                  <a:pt x="27699" y="13285"/>
                  <a:pt x="26262" y="13427"/>
                </a:cubicBezTo>
                <a:cubicBezTo>
                  <a:pt x="24826" y="13570"/>
                  <a:pt x="23507" y="13185"/>
                  <a:pt x="22304" y="12272"/>
                </a:cubicBezTo>
                <a:cubicBezTo>
                  <a:pt x="20679" y="11039"/>
                  <a:pt x="19852" y="9723"/>
                  <a:pt x="19822" y="8326"/>
                </a:cubicBezTo>
                <a:cubicBezTo>
                  <a:pt x="19793" y="6928"/>
                  <a:pt x="20258" y="5597"/>
                  <a:pt x="21217" y="4334"/>
                </a:cubicBezTo>
                <a:cubicBezTo>
                  <a:pt x="22359" y="2830"/>
                  <a:pt x="23864" y="1720"/>
                  <a:pt x="25734" y="1005"/>
                </a:cubicBezTo>
                <a:cubicBezTo>
                  <a:pt x="27605" y="291"/>
                  <a:pt x="29627" y="0"/>
                  <a:pt x="31801" y="133"/>
                </a:cubicBezTo>
                <a:cubicBezTo>
                  <a:pt x="33976" y="267"/>
                  <a:pt x="36243" y="778"/>
                  <a:pt x="38602" y="1669"/>
                </a:cubicBezTo>
                <a:cubicBezTo>
                  <a:pt x="40963" y="2559"/>
                  <a:pt x="43196" y="3803"/>
                  <a:pt x="45302" y="5402"/>
                </a:cubicBezTo>
                <a:cubicBezTo>
                  <a:pt x="50115" y="9055"/>
                  <a:pt x="53060" y="13046"/>
                  <a:pt x="54139" y="17374"/>
                </a:cubicBezTo>
                <a:cubicBezTo>
                  <a:pt x="55217" y="21701"/>
                  <a:pt x="53792" y="26452"/>
                  <a:pt x="49864" y="31627"/>
                </a:cubicBezTo>
                <a:lnTo>
                  <a:pt x="36162" y="496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Text b">
            <a:extLst xmlns:a="http://schemas.openxmlformats.org/drawingml/2006/main">
              <a:ext uri="{FF2B5EF4-FFF2-40B4-BE49-F238E27FC236}">
                <a16:creationId xmlns:a16="http://schemas.microsoft.com/office/drawing/2014/main" id="{C792C68F-56F1-483D-BB62-B0A406A5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910" y="544649"/>
            <a:ext cx="59911" cy="84618"/>
          </a:xfrm>
          <a:custGeom xmlns:a="http://schemas.openxmlformats.org/drawingml/2006/main">
            <a:pathLst>
              <a:path w="59911" h="84618">
                <a:moveTo>
                  <a:pt x="14240" y="63111"/>
                </a:moveTo>
                <a:cubicBezTo>
                  <a:pt x="13965" y="63473"/>
                  <a:pt x="13764" y="64174"/>
                  <a:pt x="13637" y="65215"/>
                </a:cubicBezTo>
                <a:cubicBezTo>
                  <a:pt x="13511" y="66256"/>
                  <a:pt x="13572" y="67394"/>
                  <a:pt x="13822" y="68626"/>
                </a:cubicBezTo>
                <a:cubicBezTo>
                  <a:pt x="14072" y="69860"/>
                  <a:pt x="14529" y="71132"/>
                  <a:pt x="15193" y="72442"/>
                </a:cubicBezTo>
                <a:cubicBezTo>
                  <a:pt x="15858" y="73752"/>
                  <a:pt x="16823" y="74888"/>
                  <a:pt x="18087" y="75847"/>
                </a:cubicBezTo>
                <a:cubicBezTo>
                  <a:pt x="20253" y="77491"/>
                  <a:pt x="22435" y="78365"/>
                  <a:pt x="24632" y="78469"/>
                </a:cubicBezTo>
                <a:cubicBezTo>
                  <a:pt x="26830" y="78573"/>
                  <a:pt x="29000" y="78087"/>
                  <a:pt x="31144" y="77011"/>
                </a:cubicBezTo>
                <a:cubicBezTo>
                  <a:pt x="33289" y="75935"/>
                  <a:pt x="35372" y="74410"/>
                  <a:pt x="37392" y="72434"/>
                </a:cubicBezTo>
                <a:cubicBezTo>
                  <a:pt x="39413" y="70459"/>
                  <a:pt x="41359" y="68238"/>
                  <a:pt x="43231" y="65772"/>
                </a:cubicBezTo>
                <a:cubicBezTo>
                  <a:pt x="44830" y="63666"/>
                  <a:pt x="46205" y="61604"/>
                  <a:pt x="47358" y="59586"/>
                </a:cubicBezTo>
                <a:cubicBezTo>
                  <a:pt x="48511" y="57568"/>
                  <a:pt x="49296" y="55627"/>
                  <a:pt x="49715" y="53764"/>
                </a:cubicBezTo>
                <a:cubicBezTo>
                  <a:pt x="50134" y="51900"/>
                  <a:pt x="50080" y="50128"/>
                  <a:pt x="49553" y="48449"/>
                </a:cubicBezTo>
                <a:cubicBezTo>
                  <a:pt x="49027" y="46769"/>
                  <a:pt x="47831" y="45221"/>
                  <a:pt x="45965" y="43804"/>
                </a:cubicBezTo>
                <a:cubicBezTo>
                  <a:pt x="44401" y="42617"/>
                  <a:pt x="42728" y="41822"/>
                  <a:pt x="40947" y="41419"/>
                </a:cubicBezTo>
                <a:cubicBezTo>
                  <a:pt x="39166" y="41016"/>
                  <a:pt x="37475" y="40870"/>
                  <a:pt x="35872" y="40981"/>
                </a:cubicBezTo>
                <a:cubicBezTo>
                  <a:pt x="34271" y="41093"/>
                  <a:pt x="32811" y="41455"/>
                  <a:pt x="31493" y="42066"/>
                </a:cubicBezTo>
                <a:cubicBezTo>
                  <a:pt x="30176" y="42678"/>
                  <a:pt x="29220" y="43376"/>
                  <a:pt x="28626" y="44158"/>
                </a:cubicBezTo>
                <a:lnTo>
                  <a:pt x="14240" y="63111"/>
                </a:lnTo>
                <a:moveTo>
                  <a:pt x="33639" y="19936"/>
                </a:moveTo>
                <a:cubicBezTo>
                  <a:pt x="35603" y="17349"/>
                  <a:pt x="37148" y="15250"/>
                  <a:pt x="38275" y="13640"/>
                </a:cubicBezTo>
                <a:cubicBezTo>
                  <a:pt x="39403" y="12030"/>
                  <a:pt x="40079" y="10671"/>
                  <a:pt x="40304" y="9562"/>
                </a:cubicBezTo>
                <a:cubicBezTo>
                  <a:pt x="40530" y="8453"/>
                  <a:pt x="40336" y="7428"/>
                  <a:pt x="39721" y="6487"/>
                </a:cubicBezTo>
                <a:cubicBezTo>
                  <a:pt x="39108" y="5546"/>
                  <a:pt x="38087" y="4393"/>
                  <a:pt x="36659" y="3025"/>
                </a:cubicBezTo>
                <a:cubicBezTo>
                  <a:pt x="36359" y="2797"/>
                  <a:pt x="36248" y="2476"/>
                  <a:pt x="36325" y="2061"/>
                </a:cubicBezTo>
                <a:cubicBezTo>
                  <a:pt x="36403" y="1646"/>
                  <a:pt x="36541" y="1276"/>
                  <a:pt x="36740" y="952"/>
                </a:cubicBezTo>
                <a:cubicBezTo>
                  <a:pt x="36938" y="628"/>
                  <a:pt x="37226" y="373"/>
                  <a:pt x="37605" y="187"/>
                </a:cubicBezTo>
                <a:cubicBezTo>
                  <a:pt x="37984" y="0"/>
                  <a:pt x="38354" y="44"/>
                  <a:pt x="38715" y="317"/>
                </a:cubicBezTo>
                <a:cubicBezTo>
                  <a:pt x="40551" y="1522"/>
                  <a:pt x="42659" y="2838"/>
                  <a:pt x="45038" y="4264"/>
                </a:cubicBezTo>
                <a:cubicBezTo>
                  <a:pt x="47417" y="5690"/>
                  <a:pt x="49971" y="6917"/>
                  <a:pt x="52699" y="7946"/>
                </a:cubicBezTo>
                <a:cubicBezTo>
                  <a:pt x="53725" y="8344"/>
                  <a:pt x="54247" y="8811"/>
                  <a:pt x="54266" y="9348"/>
                </a:cubicBezTo>
                <a:cubicBezTo>
                  <a:pt x="54286" y="9884"/>
                  <a:pt x="54189" y="10356"/>
                  <a:pt x="53975" y="10764"/>
                </a:cubicBezTo>
                <a:lnTo>
                  <a:pt x="34313" y="36666"/>
                </a:lnTo>
                <a:cubicBezTo>
                  <a:pt x="34222" y="36786"/>
                  <a:pt x="34206" y="36869"/>
                  <a:pt x="34266" y="36914"/>
                </a:cubicBezTo>
                <a:cubicBezTo>
                  <a:pt x="34386" y="37006"/>
                  <a:pt x="34522" y="37014"/>
                  <a:pt x="34674" y="36940"/>
                </a:cubicBezTo>
                <a:cubicBezTo>
                  <a:pt x="37141" y="36063"/>
                  <a:pt x="39968" y="35743"/>
                  <a:pt x="43154" y="35981"/>
                </a:cubicBezTo>
                <a:cubicBezTo>
                  <a:pt x="46341" y="36218"/>
                  <a:pt x="49500" y="37524"/>
                  <a:pt x="52628" y="39899"/>
                </a:cubicBezTo>
                <a:cubicBezTo>
                  <a:pt x="55216" y="41863"/>
                  <a:pt x="57079" y="44156"/>
                  <a:pt x="58219" y="46776"/>
                </a:cubicBezTo>
                <a:cubicBezTo>
                  <a:pt x="59360" y="49396"/>
                  <a:pt x="59911" y="52138"/>
                  <a:pt x="59871" y="55000"/>
                </a:cubicBezTo>
                <a:cubicBezTo>
                  <a:pt x="59832" y="57864"/>
                  <a:pt x="59245" y="60762"/>
                  <a:pt x="58110" y="63694"/>
                </a:cubicBezTo>
                <a:cubicBezTo>
                  <a:pt x="56976" y="66626"/>
                  <a:pt x="55427" y="69386"/>
                  <a:pt x="53463" y="71973"/>
                </a:cubicBezTo>
                <a:cubicBezTo>
                  <a:pt x="50448" y="75944"/>
                  <a:pt x="47217" y="78921"/>
                  <a:pt x="43767" y="80903"/>
                </a:cubicBezTo>
                <a:cubicBezTo>
                  <a:pt x="40319" y="82885"/>
                  <a:pt x="36823" y="84024"/>
                  <a:pt x="33277" y="84321"/>
                </a:cubicBezTo>
                <a:cubicBezTo>
                  <a:pt x="29732" y="84618"/>
                  <a:pt x="26222" y="84181"/>
                  <a:pt x="22746" y="83013"/>
                </a:cubicBezTo>
                <a:cubicBezTo>
                  <a:pt x="19271" y="81844"/>
                  <a:pt x="16000" y="80096"/>
                  <a:pt x="12931" y="77766"/>
                </a:cubicBezTo>
                <a:cubicBezTo>
                  <a:pt x="10825" y="76168"/>
                  <a:pt x="8671" y="74319"/>
                  <a:pt x="6469" y="72221"/>
                </a:cubicBezTo>
                <a:cubicBezTo>
                  <a:pt x="4268" y="70124"/>
                  <a:pt x="2111" y="67468"/>
                  <a:pt x="0" y="64252"/>
                </a:cubicBezTo>
                <a:lnTo>
                  <a:pt x="33639" y="19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Text o">
            <a:extLst xmlns:a="http://schemas.openxmlformats.org/drawingml/2006/main">
              <a:ext uri="{FF2B5EF4-FFF2-40B4-BE49-F238E27FC236}">
                <a16:creationId xmlns:a16="http://schemas.microsoft.com/office/drawing/2014/main" id="{BB5C2F70-841F-4F68-914A-92466E69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425" y="611856"/>
            <a:ext cx="55257" cy="54871"/>
          </a:xfrm>
          <a:custGeom xmlns:a="http://schemas.openxmlformats.org/drawingml/2006/main">
            <a:pathLst>
              <a:path w="55257" h="54871">
                <a:moveTo>
                  <a:pt x="49055" y="41993"/>
                </a:moveTo>
                <a:cubicBezTo>
                  <a:pt x="46268" y="45663"/>
                  <a:pt x="43290" y="48524"/>
                  <a:pt x="40121" y="50576"/>
                </a:cubicBezTo>
                <a:cubicBezTo>
                  <a:pt x="36952" y="52627"/>
                  <a:pt x="33688" y="53897"/>
                  <a:pt x="30330" y="54384"/>
                </a:cubicBezTo>
                <a:cubicBezTo>
                  <a:pt x="26973" y="54871"/>
                  <a:pt x="23595" y="54605"/>
                  <a:pt x="20193" y="53588"/>
                </a:cubicBezTo>
                <a:cubicBezTo>
                  <a:pt x="16793" y="52571"/>
                  <a:pt x="13468" y="50830"/>
                  <a:pt x="10219" y="48363"/>
                </a:cubicBezTo>
                <a:cubicBezTo>
                  <a:pt x="7391" y="46217"/>
                  <a:pt x="5127" y="43764"/>
                  <a:pt x="3427" y="41005"/>
                </a:cubicBezTo>
                <a:cubicBezTo>
                  <a:pt x="1729" y="38245"/>
                  <a:pt x="704" y="35285"/>
                  <a:pt x="351" y="32125"/>
                </a:cubicBezTo>
                <a:cubicBezTo>
                  <a:pt x="0" y="28966"/>
                  <a:pt x="374" y="25598"/>
                  <a:pt x="1474" y="22024"/>
                </a:cubicBezTo>
                <a:cubicBezTo>
                  <a:pt x="2576" y="18449"/>
                  <a:pt x="4565" y="14766"/>
                  <a:pt x="7443" y="10975"/>
                </a:cubicBezTo>
                <a:cubicBezTo>
                  <a:pt x="9772" y="7907"/>
                  <a:pt x="12418" y="5482"/>
                  <a:pt x="15382" y="3702"/>
                </a:cubicBezTo>
                <a:cubicBezTo>
                  <a:pt x="18347" y="1922"/>
                  <a:pt x="21431" y="825"/>
                  <a:pt x="24636" y="413"/>
                </a:cubicBezTo>
                <a:cubicBezTo>
                  <a:pt x="27842" y="0"/>
                  <a:pt x="31127" y="264"/>
                  <a:pt x="34491" y="1205"/>
                </a:cubicBezTo>
                <a:cubicBezTo>
                  <a:pt x="37854" y="2146"/>
                  <a:pt x="41071" y="3782"/>
                  <a:pt x="44140" y="6112"/>
                </a:cubicBezTo>
                <a:cubicBezTo>
                  <a:pt x="47088" y="8350"/>
                  <a:pt x="49468" y="10867"/>
                  <a:pt x="51279" y="13665"/>
                </a:cubicBezTo>
                <a:cubicBezTo>
                  <a:pt x="53092" y="16463"/>
                  <a:pt x="54249" y="19405"/>
                  <a:pt x="54752" y="22490"/>
                </a:cubicBezTo>
                <a:cubicBezTo>
                  <a:pt x="55257" y="25576"/>
                  <a:pt x="55061" y="28771"/>
                  <a:pt x="54165" y="32075"/>
                </a:cubicBezTo>
                <a:cubicBezTo>
                  <a:pt x="53270" y="35378"/>
                  <a:pt x="51566" y="38684"/>
                  <a:pt x="49055" y="41993"/>
                </a:cubicBezTo>
                <a:moveTo>
                  <a:pt x="38824" y="35792"/>
                </a:moveTo>
                <a:cubicBezTo>
                  <a:pt x="40560" y="33506"/>
                  <a:pt x="42099" y="31166"/>
                  <a:pt x="43442" y="28771"/>
                </a:cubicBezTo>
                <a:cubicBezTo>
                  <a:pt x="44785" y="26376"/>
                  <a:pt x="45705" y="24039"/>
                  <a:pt x="46202" y="21761"/>
                </a:cubicBezTo>
                <a:cubicBezTo>
                  <a:pt x="46699" y="19482"/>
                  <a:pt x="46643" y="17306"/>
                  <a:pt x="46036" y="15233"/>
                </a:cubicBezTo>
                <a:cubicBezTo>
                  <a:pt x="45429" y="13160"/>
                  <a:pt x="44042" y="11301"/>
                  <a:pt x="41875" y="9656"/>
                </a:cubicBezTo>
                <a:cubicBezTo>
                  <a:pt x="39469" y="7830"/>
                  <a:pt x="37125" y="6857"/>
                  <a:pt x="34844" y="6737"/>
                </a:cubicBezTo>
                <a:cubicBezTo>
                  <a:pt x="32563" y="6618"/>
                  <a:pt x="30336" y="7086"/>
                  <a:pt x="28162" y="8139"/>
                </a:cubicBezTo>
                <a:cubicBezTo>
                  <a:pt x="25988" y="9192"/>
                  <a:pt x="23913" y="10675"/>
                  <a:pt x="21938" y="12589"/>
                </a:cubicBezTo>
                <a:cubicBezTo>
                  <a:pt x="19963" y="14504"/>
                  <a:pt x="18085" y="16635"/>
                  <a:pt x="16304" y="18982"/>
                </a:cubicBezTo>
                <a:cubicBezTo>
                  <a:pt x="14751" y="21028"/>
                  <a:pt x="13302" y="23248"/>
                  <a:pt x="11958" y="25642"/>
                </a:cubicBezTo>
                <a:cubicBezTo>
                  <a:pt x="10615" y="28037"/>
                  <a:pt x="9702" y="30426"/>
                  <a:pt x="9219" y="32811"/>
                </a:cubicBezTo>
                <a:cubicBezTo>
                  <a:pt x="8738" y="35195"/>
                  <a:pt x="8800" y="37518"/>
                  <a:pt x="9405" y="39781"/>
                </a:cubicBezTo>
                <a:cubicBezTo>
                  <a:pt x="10012" y="42043"/>
                  <a:pt x="11459" y="44043"/>
                  <a:pt x="13746" y="45779"/>
                </a:cubicBezTo>
                <a:cubicBezTo>
                  <a:pt x="16093" y="47560"/>
                  <a:pt x="18399" y="48457"/>
                  <a:pt x="20664" y="48469"/>
                </a:cubicBezTo>
                <a:cubicBezTo>
                  <a:pt x="22931" y="48482"/>
                  <a:pt x="25133" y="47924"/>
                  <a:pt x="27269" y="46797"/>
                </a:cubicBezTo>
                <a:cubicBezTo>
                  <a:pt x="29407" y="45668"/>
                  <a:pt x="31444" y="44108"/>
                  <a:pt x="33382" y="42118"/>
                </a:cubicBezTo>
                <a:cubicBezTo>
                  <a:pt x="35320" y="40127"/>
                  <a:pt x="37134" y="38019"/>
                  <a:pt x="38824" y="35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Text r">
            <a:extLst xmlns:a="http://schemas.openxmlformats.org/drawingml/2006/main">
              <a:ext uri="{FF2B5EF4-FFF2-40B4-BE49-F238E27FC236}">
                <a16:creationId xmlns:a16="http://schemas.microsoft.com/office/drawing/2014/main" id="{C290EAEC-A804-4CCB-820F-B6D6E745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3613" y="639004"/>
            <a:ext cx="63633" cy="59118"/>
          </a:xfrm>
          <a:custGeom xmlns:a="http://schemas.openxmlformats.org/drawingml/2006/main">
            <a:pathLst>
              <a:path w="63633" h="59118">
                <a:moveTo>
                  <a:pt x="24505" y="40893"/>
                </a:moveTo>
                <a:cubicBezTo>
                  <a:pt x="23363" y="42398"/>
                  <a:pt x="22448" y="43696"/>
                  <a:pt x="21762" y="44787"/>
                </a:cubicBezTo>
                <a:cubicBezTo>
                  <a:pt x="21077" y="45878"/>
                  <a:pt x="20753" y="46961"/>
                  <a:pt x="20791" y="48033"/>
                </a:cubicBezTo>
                <a:cubicBezTo>
                  <a:pt x="20831" y="49106"/>
                  <a:pt x="21285" y="50257"/>
                  <a:pt x="22154" y="51486"/>
                </a:cubicBezTo>
                <a:cubicBezTo>
                  <a:pt x="23024" y="52715"/>
                  <a:pt x="24473" y="54242"/>
                  <a:pt x="26502" y="56067"/>
                </a:cubicBezTo>
                <a:cubicBezTo>
                  <a:pt x="26817" y="56400"/>
                  <a:pt x="26962" y="56771"/>
                  <a:pt x="26937" y="57178"/>
                </a:cubicBezTo>
                <a:cubicBezTo>
                  <a:pt x="26912" y="57586"/>
                  <a:pt x="26763" y="57971"/>
                  <a:pt x="26489" y="58332"/>
                </a:cubicBezTo>
                <a:cubicBezTo>
                  <a:pt x="26260" y="58633"/>
                  <a:pt x="25953" y="58850"/>
                  <a:pt x="25566" y="58984"/>
                </a:cubicBezTo>
                <a:cubicBezTo>
                  <a:pt x="25181" y="59118"/>
                  <a:pt x="24808" y="59048"/>
                  <a:pt x="24447" y="58774"/>
                </a:cubicBezTo>
                <a:cubicBezTo>
                  <a:pt x="21859" y="56810"/>
                  <a:pt x="19653" y="54969"/>
                  <a:pt x="17827" y="53250"/>
                </a:cubicBezTo>
                <a:cubicBezTo>
                  <a:pt x="16001" y="51533"/>
                  <a:pt x="14185" y="49989"/>
                  <a:pt x="12380" y="48619"/>
                </a:cubicBezTo>
                <a:cubicBezTo>
                  <a:pt x="10455" y="47157"/>
                  <a:pt x="8464" y="45812"/>
                  <a:pt x="6409" y="44583"/>
                </a:cubicBezTo>
                <a:cubicBezTo>
                  <a:pt x="4354" y="43356"/>
                  <a:pt x="2363" y="42011"/>
                  <a:pt x="438" y="40550"/>
                </a:cubicBezTo>
                <a:cubicBezTo>
                  <a:pt x="138" y="40322"/>
                  <a:pt x="0" y="40004"/>
                  <a:pt x="25" y="39596"/>
                </a:cubicBezTo>
                <a:cubicBezTo>
                  <a:pt x="49" y="39188"/>
                  <a:pt x="176" y="38833"/>
                  <a:pt x="405" y="38532"/>
                </a:cubicBezTo>
                <a:cubicBezTo>
                  <a:pt x="679" y="38171"/>
                  <a:pt x="1009" y="37924"/>
                  <a:pt x="1395" y="37790"/>
                </a:cubicBezTo>
                <a:cubicBezTo>
                  <a:pt x="1782" y="37657"/>
                  <a:pt x="2178" y="37697"/>
                  <a:pt x="2584" y="37911"/>
                </a:cubicBezTo>
                <a:cubicBezTo>
                  <a:pt x="4406" y="39009"/>
                  <a:pt x="5920" y="39732"/>
                  <a:pt x="7126" y="40078"/>
                </a:cubicBezTo>
                <a:cubicBezTo>
                  <a:pt x="8333" y="40425"/>
                  <a:pt x="9386" y="40443"/>
                  <a:pt x="10287" y="40131"/>
                </a:cubicBezTo>
                <a:cubicBezTo>
                  <a:pt x="11189" y="39819"/>
                  <a:pt x="12038" y="39231"/>
                  <a:pt x="12836" y="38367"/>
                </a:cubicBezTo>
                <a:cubicBezTo>
                  <a:pt x="13635" y="37503"/>
                  <a:pt x="14560" y="36379"/>
                  <a:pt x="15611" y="34994"/>
                </a:cubicBezTo>
                <a:lnTo>
                  <a:pt x="25613" y="21817"/>
                </a:lnTo>
                <a:cubicBezTo>
                  <a:pt x="27851" y="18869"/>
                  <a:pt x="29560" y="16492"/>
                  <a:pt x="30741" y="14685"/>
                </a:cubicBezTo>
                <a:cubicBezTo>
                  <a:pt x="31922" y="12878"/>
                  <a:pt x="32641" y="11338"/>
                  <a:pt x="32897" y="10063"/>
                </a:cubicBezTo>
                <a:cubicBezTo>
                  <a:pt x="33154" y="8788"/>
                  <a:pt x="32915" y="7634"/>
                  <a:pt x="32181" y="6602"/>
                </a:cubicBezTo>
                <a:cubicBezTo>
                  <a:pt x="31447" y="5570"/>
                  <a:pt x="30284" y="4355"/>
                  <a:pt x="28690" y="2956"/>
                </a:cubicBezTo>
                <a:cubicBezTo>
                  <a:pt x="28390" y="2728"/>
                  <a:pt x="28278" y="2407"/>
                  <a:pt x="28356" y="1992"/>
                </a:cubicBezTo>
                <a:cubicBezTo>
                  <a:pt x="28434" y="1577"/>
                  <a:pt x="28587" y="1219"/>
                  <a:pt x="28816" y="917"/>
                </a:cubicBezTo>
                <a:cubicBezTo>
                  <a:pt x="29044" y="617"/>
                  <a:pt x="29347" y="374"/>
                  <a:pt x="29726" y="187"/>
                </a:cubicBezTo>
                <a:cubicBezTo>
                  <a:pt x="30105" y="0"/>
                  <a:pt x="30475" y="44"/>
                  <a:pt x="30836" y="317"/>
                </a:cubicBezTo>
                <a:cubicBezTo>
                  <a:pt x="32131" y="1111"/>
                  <a:pt x="33904" y="2243"/>
                  <a:pt x="36153" y="3713"/>
                </a:cubicBezTo>
                <a:cubicBezTo>
                  <a:pt x="38404" y="5184"/>
                  <a:pt x="40871" y="6464"/>
                  <a:pt x="43553" y="7552"/>
                </a:cubicBezTo>
                <a:cubicBezTo>
                  <a:pt x="44578" y="7951"/>
                  <a:pt x="45293" y="8447"/>
                  <a:pt x="45697" y="9039"/>
                </a:cubicBezTo>
                <a:cubicBezTo>
                  <a:pt x="46103" y="9630"/>
                  <a:pt x="45955" y="10324"/>
                  <a:pt x="45255" y="11121"/>
                </a:cubicBezTo>
                <a:lnTo>
                  <a:pt x="40690" y="16760"/>
                </a:lnTo>
                <a:cubicBezTo>
                  <a:pt x="40599" y="16880"/>
                  <a:pt x="40571" y="16978"/>
                  <a:pt x="40608" y="17054"/>
                </a:cubicBezTo>
                <a:cubicBezTo>
                  <a:pt x="40645" y="17130"/>
                  <a:pt x="40770" y="17153"/>
                  <a:pt x="40983" y="17123"/>
                </a:cubicBezTo>
                <a:cubicBezTo>
                  <a:pt x="44164" y="15556"/>
                  <a:pt x="47243" y="14716"/>
                  <a:pt x="50220" y="14606"/>
                </a:cubicBezTo>
                <a:cubicBezTo>
                  <a:pt x="53198" y="14494"/>
                  <a:pt x="56221" y="15603"/>
                  <a:pt x="59289" y="17932"/>
                </a:cubicBezTo>
                <a:cubicBezTo>
                  <a:pt x="61817" y="19850"/>
                  <a:pt x="63191" y="21913"/>
                  <a:pt x="63412" y="24120"/>
                </a:cubicBezTo>
                <a:cubicBezTo>
                  <a:pt x="63633" y="26327"/>
                  <a:pt x="63036" y="28363"/>
                  <a:pt x="61620" y="30229"/>
                </a:cubicBezTo>
                <a:cubicBezTo>
                  <a:pt x="60844" y="31252"/>
                  <a:pt x="59744" y="31888"/>
                  <a:pt x="58322" y="32137"/>
                </a:cubicBezTo>
                <a:cubicBezTo>
                  <a:pt x="56901" y="32385"/>
                  <a:pt x="55469" y="31961"/>
                  <a:pt x="54025" y="30866"/>
                </a:cubicBezTo>
                <a:cubicBezTo>
                  <a:pt x="52641" y="29815"/>
                  <a:pt x="51929" y="28753"/>
                  <a:pt x="51890" y="27680"/>
                </a:cubicBezTo>
                <a:cubicBezTo>
                  <a:pt x="51851" y="26607"/>
                  <a:pt x="52129" y="25680"/>
                  <a:pt x="52723" y="24898"/>
                </a:cubicBezTo>
                <a:cubicBezTo>
                  <a:pt x="53362" y="24056"/>
                  <a:pt x="53698" y="23268"/>
                  <a:pt x="53732" y="22536"/>
                </a:cubicBezTo>
                <a:cubicBezTo>
                  <a:pt x="53768" y="21803"/>
                  <a:pt x="53244" y="21025"/>
                  <a:pt x="52160" y="20203"/>
                </a:cubicBezTo>
                <a:cubicBezTo>
                  <a:pt x="51017" y="19335"/>
                  <a:pt x="49694" y="18923"/>
                  <a:pt x="48190" y="18967"/>
                </a:cubicBezTo>
                <a:cubicBezTo>
                  <a:pt x="46687" y="19011"/>
                  <a:pt x="45215" y="19293"/>
                  <a:pt x="43776" y="19815"/>
                </a:cubicBezTo>
                <a:cubicBezTo>
                  <a:pt x="42338" y="20335"/>
                  <a:pt x="41027" y="21000"/>
                  <a:pt x="39844" y="21809"/>
                </a:cubicBezTo>
                <a:cubicBezTo>
                  <a:pt x="38661" y="22618"/>
                  <a:pt x="37842" y="23323"/>
                  <a:pt x="37385" y="23924"/>
                </a:cubicBezTo>
                <a:lnTo>
                  <a:pt x="24505" y="408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Text a">
            <a:extLst xmlns:a="http://schemas.openxmlformats.org/drawingml/2006/main">
              <a:ext uri="{FF2B5EF4-FFF2-40B4-BE49-F238E27FC236}">
                <a16:creationId xmlns:a16="http://schemas.microsoft.com/office/drawing/2014/main" id="{1AA25B5D-A263-4BE0-A432-9677C810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202" y="672486"/>
            <a:ext cx="55217" cy="62887"/>
          </a:xfrm>
          <a:custGeom xmlns:a="http://schemas.openxmlformats.org/drawingml/2006/main">
            <a:pathLst>
              <a:path w="55217" h="62887">
                <a:moveTo>
                  <a:pt x="34460" y="34302"/>
                </a:moveTo>
                <a:cubicBezTo>
                  <a:pt x="34962" y="33640"/>
                  <a:pt x="35240" y="33211"/>
                  <a:pt x="35294" y="33014"/>
                </a:cubicBezTo>
                <a:cubicBezTo>
                  <a:pt x="35348" y="32818"/>
                  <a:pt x="35256" y="32629"/>
                  <a:pt x="35015" y="32446"/>
                </a:cubicBezTo>
                <a:cubicBezTo>
                  <a:pt x="29761" y="29123"/>
                  <a:pt x="25317" y="27386"/>
                  <a:pt x="21684" y="27237"/>
                </a:cubicBezTo>
                <a:cubicBezTo>
                  <a:pt x="18052" y="27088"/>
                  <a:pt x="15254" y="28307"/>
                  <a:pt x="13290" y="30894"/>
                </a:cubicBezTo>
                <a:cubicBezTo>
                  <a:pt x="11920" y="32699"/>
                  <a:pt x="11217" y="34562"/>
                  <a:pt x="11183" y="36481"/>
                </a:cubicBezTo>
                <a:cubicBezTo>
                  <a:pt x="11150" y="38399"/>
                  <a:pt x="12186" y="40157"/>
                  <a:pt x="14292" y="41756"/>
                </a:cubicBezTo>
                <a:cubicBezTo>
                  <a:pt x="15676" y="42806"/>
                  <a:pt x="17341" y="43643"/>
                  <a:pt x="19286" y="44266"/>
                </a:cubicBezTo>
                <a:cubicBezTo>
                  <a:pt x="21231" y="44888"/>
                  <a:pt x="23194" y="45145"/>
                  <a:pt x="25174" y="45036"/>
                </a:cubicBezTo>
                <a:cubicBezTo>
                  <a:pt x="26020" y="44920"/>
                  <a:pt x="26626" y="44621"/>
                  <a:pt x="26992" y="44139"/>
                </a:cubicBezTo>
                <a:lnTo>
                  <a:pt x="34460" y="34302"/>
                </a:lnTo>
                <a:moveTo>
                  <a:pt x="36162" y="49678"/>
                </a:moveTo>
                <a:cubicBezTo>
                  <a:pt x="34563" y="51784"/>
                  <a:pt x="33640" y="53407"/>
                  <a:pt x="33391" y="54547"/>
                </a:cubicBezTo>
                <a:cubicBezTo>
                  <a:pt x="33143" y="55686"/>
                  <a:pt x="33591" y="56689"/>
                  <a:pt x="34734" y="57557"/>
                </a:cubicBezTo>
                <a:cubicBezTo>
                  <a:pt x="35396" y="58059"/>
                  <a:pt x="35994" y="58395"/>
                  <a:pt x="36529" y="58563"/>
                </a:cubicBezTo>
                <a:cubicBezTo>
                  <a:pt x="37064" y="58732"/>
                  <a:pt x="37906" y="58873"/>
                  <a:pt x="39053" y="58986"/>
                </a:cubicBezTo>
                <a:cubicBezTo>
                  <a:pt x="39326" y="59003"/>
                  <a:pt x="39521" y="59152"/>
                  <a:pt x="39640" y="59432"/>
                </a:cubicBezTo>
                <a:cubicBezTo>
                  <a:pt x="39760" y="59712"/>
                  <a:pt x="39815" y="60015"/>
                  <a:pt x="39804" y="60340"/>
                </a:cubicBezTo>
                <a:cubicBezTo>
                  <a:pt x="39795" y="60664"/>
                  <a:pt x="39718" y="60984"/>
                  <a:pt x="39572" y="61301"/>
                </a:cubicBezTo>
                <a:cubicBezTo>
                  <a:pt x="39427" y="61617"/>
                  <a:pt x="39196" y="61798"/>
                  <a:pt x="38879" y="61841"/>
                </a:cubicBezTo>
                <a:cubicBezTo>
                  <a:pt x="34386" y="62887"/>
                  <a:pt x="30545" y="62200"/>
                  <a:pt x="27355" y="59779"/>
                </a:cubicBezTo>
                <a:cubicBezTo>
                  <a:pt x="25611" y="58455"/>
                  <a:pt x="24475" y="56858"/>
                  <a:pt x="23948" y="54990"/>
                </a:cubicBezTo>
                <a:cubicBezTo>
                  <a:pt x="23423" y="53121"/>
                  <a:pt x="23340" y="51326"/>
                  <a:pt x="23698" y="49606"/>
                </a:cubicBezTo>
                <a:cubicBezTo>
                  <a:pt x="23805" y="49213"/>
                  <a:pt x="23647" y="49046"/>
                  <a:pt x="23224" y="49104"/>
                </a:cubicBezTo>
                <a:cubicBezTo>
                  <a:pt x="20609" y="49300"/>
                  <a:pt x="17921" y="49062"/>
                  <a:pt x="15160" y="48388"/>
                </a:cubicBezTo>
                <a:cubicBezTo>
                  <a:pt x="12399" y="47715"/>
                  <a:pt x="9455" y="46191"/>
                  <a:pt x="6327" y="43817"/>
                </a:cubicBezTo>
                <a:cubicBezTo>
                  <a:pt x="2896" y="41213"/>
                  <a:pt x="945" y="38286"/>
                  <a:pt x="472" y="35035"/>
                </a:cubicBezTo>
                <a:cubicBezTo>
                  <a:pt x="0" y="31785"/>
                  <a:pt x="1043" y="28474"/>
                  <a:pt x="3601" y="25105"/>
                </a:cubicBezTo>
                <a:cubicBezTo>
                  <a:pt x="6890" y="20772"/>
                  <a:pt x="11429" y="18978"/>
                  <a:pt x="17219" y="19722"/>
                </a:cubicBezTo>
                <a:cubicBezTo>
                  <a:pt x="23009" y="20465"/>
                  <a:pt x="29754" y="23760"/>
                  <a:pt x="37456" y="29606"/>
                </a:cubicBezTo>
                <a:cubicBezTo>
                  <a:pt x="37576" y="29697"/>
                  <a:pt x="37780" y="29615"/>
                  <a:pt x="38068" y="29359"/>
                </a:cubicBezTo>
                <a:cubicBezTo>
                  <a:pt x="38358" y="29104"/>
                  <a:pt x="38913" y="28435"/>
                  <a:pt x="39735" y="27353"/>
                </a:cubicBezTo>
                <a:lnTo>
                  <a:pt x="41585" y="24915"/>
                </a:lnTo>
                <a:cubicBezTo>
                  <a:pt x="42727" y="23411"/>
                  <a:pt x="43680" y="21906"/>
                  <a:pt x="44444" y="20399"/>
                </a:cubicBezTo>
                <a:cubicBezTo>
                  <a:pt x="45208" y="18893"/>
                  <a:pt x="45681" y="17426"/>
                  <a:pt x="45863" y="15999"/>
                </a:cubicBezTo>
                <a:cubicBezTo>
                  <a:pt x="46045" y="14574"/>
                  <a:pt x="45842" y="13186"/>
                  <a:pt x="45253" y="11838"/>
                </a:cubicBezTo>
                <a:cubicBezTo>
                  <a:pt x="44665" y="10490"/>
                  <a:pt x="43618" y="9244"/>
                  <a:pt x="42113" y="8102"/>
                </a:cubicBezTo>
                <a:cubicBezTo>
                  <a:pt x="39887" y="6412"/>
                  <a:pt x="37750" y="5478"/>
                  <a:pt x="35704" y="5301"/>
                </a:cubicBezTo>
                <a:cubicBezTo>
                  <a:pt x="33658" y="5123"/>
                  <a:pt x="32110" y="5726"/>
                  <a:pt x="31060" y="7110"/>
                </a:cubicBezTo>
                <a:cubicBezTo>
                  <a:pt x="30557" y="7772"/>
                  <a:pt x="30277" y="8578"/>
                  <a:pt x="30218" y="9529"/>
                </a:cubicBezTo>
                <a:cubicBezTo>
                  <a:pt x="30160" y="10480"/>
                  <a:pt x="29879" y="11287"/>
                  <a:pt x="29377" y="11949"/>
                </a:cubicBezTo>
                <a:cubicBezTo>
                  <a:pt x="28737" y="12792"/>
                  <a:pt x="27699" y="13285"/>
                  <a:pt x="26262" y="13427"/>
                </a:cubicBezTo>
                <a:cubicBezTo>
                  <a:pt x="24826" y="13570"/>
                  <a:pt x="23507" y="13185"/>
                  <a:pt x="22304" y="12272"/>
                </a:cubicBezTo>
                <a:cubicBezTo>
                  <a:pt x="20679" y="11039"/>
                  <a:pt x="19852" y="9723"/>
                  <a:pt x="19822" y="8326"/>
                </a:cubicBezTo>
                <a:cubicBezTo>
                  <a:pt x="19793" y="6928"/>
                  <a:pt x="20258" y="5597"/>
                  <a:pt x="21217" y="4334"/>
                </a:cubicBezTo>
                <a:cubicBezTo>
                  <a:pt x="22359" y="2830"/>
                  <a:pt x="23864" y="1720"/>
                  <a:pt x="25734" y="1005"/>
                </a:cubicBezTo>
                <a:cubicBezTo>
                  <a:pt x="27605" y="291"/>
                  <a:pt x="29627" y="0"/>
                  <a:pt x="31801" y="133"/>
                </a:cubicBezTo>
                <a:cubicBezTo>
                  <a:pt x="33976" y="267"/>
                  <a:pt x="36243" y="778"/>
                  <a:pt x="38602" y="1669"/>
                </a:cubicBezTo>
                <a:cubicBezTo>
                  <a:pt x="40963" y="2559"/>
                  <a:pt x="43196" y="3803"/>
                  <a:pt x="45302" y="5402"/>
                </a:cubicBezTo>
                <a:cubicBezTo>
                  <a:pt x="50115" y="9055"/>
                  <a:pt x="53060" y="13046"/>
                  <a:pt x="54139" y="17374"/>
                </a:cubicBezTo>
                <a:cubicBezTo>
                  <a:pt x="55217" y="21701"/>
                  <a:pt x="53792" y="26452"/>
                  <a:pt x="49864" y="31627"/>
                </a:cubicBezTo>
                <a:lnTo>
                  <a:pt x="36162" y="496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Text t">
            <a:extLst xmlns:a="http://schemas.openxmlformats.org/drawingml/2006/main">
              <a:ext uri="{FF2B5EF4-FFF2-40B4-BE49-F238E27FC236}">
                <a16:creationId xmlns:a16="http://schemas.microsoft.com/office/drawing/2014/main" id="{E6E4A570-890A-4BB7-8882-86D2BEC4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561" y="696954"/>
            <a:ext cx="46902" cy="60804"/>
          </a:xfrm>
          <a:custGeom xmlns:a="http://schemas.openxmlformats.org/drawingml/2006/main">
            <a:pathLst>
              <a:path w="46902" h="60804">
                <a:moveTo>
                  <a:pt x="15395" y="39610"/>
                </a:moveTo>
                <a:cubicBezTo>
                  <a:pt x="12837" y="42979"/>
                  <a:pt x="11318" y="45762"/>
                  <a:pt x="10836" y="47958"/>
                </a:cubicBezTo>
                <a:cubicBezTo>
                  <a:pt x="10355" y="50153"/>
                  <a:pt x="11108" y="52004"/>
                  <a:pt x="13094" y="53512"/>
                </a:cubicBezTo>
                <a:cubicBezTo>
                  <a:pt x="14477" y="54562"/>
                  <a:pt x="15945" y="55345"/>
                  <a:pt x="17497" y="55860"/>
                </a:cubicBezTo>
                <a:cubicBezTo>
                  <a:pt x="19051" y="56376"/>
                  <a:pt x="20342" y="56644"/>
                  <a:pt x="21369" y="56665"/>
                </a:cubicBezTo>
                <a:cubicBezTo>
                  <a:pt x="21641" y="56682"/>
                  <a:pt x="21863" y="56827"/>
                  <a:pt x="22036" y="57100"/>
                </a:cubicBezTo>
                <a:cubicBezTo>
                  <a:pt x="22208" y="57372"/>
                  <a:pt x="22304" y="57682"/>
                  <a:pt x="22324" y="58030"/>
                </a:cubicBezTo>
                <a:cubicBezTo>
                  <a:pt x="22345" y="58378"/>
                  <a:pt x="22309" y="58706"/>
                  <a:pt x="22216" y="59015"/>
                </a:cubicBezTo>
                <a:cubicBezTo>
                  <a:pt x="22125" y="59324"/>
                  <a:pt x="21950" y="59524"/>
                  <a:pt x="21693" y="59613"/>
                </a:cubicBezTo>
                <a:cubicBezTo>
                  <a:pt x="19134" y="60610"/>
                  <a:pt x="16640" y="60804"/>
                  <a:pt x="14211" y="60193"/>
                </a:cubicBezTo>
                <a:cubicBezTo>
                  <a:pt x="11782" y="59582"/>
                  <a:pt x="9334" y="58340"/>
                  <a:pt x="6867" y="56467"/>
                </a:cubicBezTo>
                <a:cubicBezTo>
                  <a:pt x="2776" y="53362"/>
                  <a:pt x="584" y="50252"/>
                  <a:pt x="292" y="47139"/>
                </a:cubicBezTo>
                <a:cubicBezTo>
                  <a:pt x="0" y="44025"/>
                  <a:pt x="1339" y="40512"/>
                  <a:pt x="4308" y="36601"/>
                </a:cubicBezTo>
                <a:lnTo>
                  <a:pt x="21915" y="13405"/>
                </a:lnTo>
                <a:cubicBezTo>
                  <a:pt x="22463" y="12683"/>
                  <a:pt x="22866" y="12089"/>
                  <a:pt x="23126" y="11621"/>
                </a:cubicBezTo>
                <a:cubicBezTo>
                  <a:pt x="23386" y="11154"/>
                  <a:pt x="23434" y="10717"/>
                  <a:pt x="23269" y="10308"/>
                </a:cubicBezTo>
                <a:cubicBezTo>
                  <a:pt x="23105" y="9899"/>
                  <a:pt x="22689" y="9416"/>
                  <a:pt x="22019" y="8860"/>
                </a:cubicBezTo>
                <a:cubicBezTo>
                  <a:pt x="21351" y="8305"/>
                  <a:pt x="20385" y="7548"/>
                  <a:pt x="19122" y="6589"/>
                </a:cubicBezTo>
                <a:cubicBezTo>
                  <a:pt x="18941" y="6452"/>
                  <a:pt x="18927" y="6157"/>
                  <a:pt x="19081" y="5705"/>
                </a:cubicBezTo>
                <a:cubicBezTo>
                  <a:pt x="19235" y="5253"/>
                  <a:pt x="19456" y="4805"/>
                  <a:pt x="19746" y="4360"/>
                </a:cubicBezTo>
                <a:cubicBezTo>
                  <a:pt x="20035" y="3916"/>
                  <a:pt x="20377" y="3559"/>
                  <a:pt x="20771" y="3289"/>
                </a:cubicBezTo>
                <a:cubicBezTo>
                  <a:pt x="21167" y="3021"/>
                  <a:pt x="21484" y="2978"/>
                  <a:pt x="21725" y="3160"/>
                </a:cubicBezTo>
                <a:cubicBezTo>
                  <a:pt x="23320" y="4181"/>
                  <a:pt x="24784" y="4938"/>
                  <a:pt x="26118" y="5429"/>
                </a:cubicBezTo>
                <a:cubicBezTo>
                  <a:pt x="27453" y="5920"/>
                  <a:pt x="28770" y="6090"/>
                  <a:pt x="30070" y="5939"/>
                </a:cubicBezTo>
                <a:cubicBezTo>
                  <a:pt x="31371" y="5788"/>
                  <a:pt x="32715" y="5267"/>
                  <a:pt x="34102" y="4376"/>
                </a:cubicBezTo>
                <a:cubicBezTo>
                  <a:pt x="35490" y="3485"/>
                  <a:pt x="37088" y="2161"/>
                  <a:pt x="38895" y="404"/>
                </a:cubicBezTo>
                <a:cubicBezTo>
                  <a:pt x="39230" y="88"/>
                  <a:pt x="39677" y="0"/>
                  <a:pt x="40235" y="140"/>
                </a:cubicBezTo>
                <a:cubicBezTo>
                  <a:pt x="40794" y="279"/>
                  <a:pt x="41314" y="531"/>
                  <a:pt x="41795" y="896"/>
                </a:cubicBezTo>
                <a:cubicBezTo>
                  <a:pt x="42276" y="1261"/>
                  <a:pt x="42655" y="1668"/>
                  <a:pt x="42932" y="2115"/>
                </a:cubicBezTo>
                <a:cubicBezTo>
                  <a:pt x="43208" y="2563"/>
                  <a:pt x="43256" y="2907"/>
                  <a:pt x="43073" y="3147"/>
                </a:cubicBezTo>
                <a:lnTo>
                  <a:pt x="37181" y="10909"/>
                </a:lnTo>
                <a:cubicBezTo>
                  <a:pt x="36450" y="11872"/>
                  <a:pt x="36072" y="12463"/>
                  <a:pt x="36048" y="12682"/>
                </a:cubicBezTo>
                <a:cubicBezTo>
                  <a:pt x="36025" y="12901"/>
                  <a:pt x="36345" y="13261"/>
                  <a:pt x="37007" y="13764"/>
                </a:cubicBezTo>
                <a:lnTo>
                  <a:pt x="46393" y="20888"/>
                </a:lnTo>
                <a:cubicBezTo>
                  <a:pt x="46814" y="21208"/>
                  <a:pt x="46902" y="21655"/>
                  <a:pt x="46656" y="22228"/>
                </a:cubicBezTo>
                <a:cubicBezTo>
                  <a:pt x="46411" y="22800"/>
                  <a:pt x="46152" y="23267"/>
                  <a:pt x="45878" y="23628"/>
                </a:cubicBezTo>
                <a:cubicBezTo>
                  <a:pt x="45604" y="23989"/>
                  <a:pt x="45198" y="24368"/>
                  <a:pt x="44659" y="24765"/>
                </a:cubicBezTo>
                <a:cubicBezTo>
                  <a:pt x="44121" y="25163"/>
                  <a:pt x="43611" y="25178"/>
                  <a:pt x="43129" y="24813"/>
                </a:cubicBezTo>
                <a:lnTo>
                  <a:pt x="33472" y="17482"/>
                </a:lnTo>
                <a:cubicBezTo>
                  <a:pt x="33051" y="17162"/>
                  <a:pt x="32730" y="17085"/>
                  <a:pt x="32509" y="17250"/>
                </a:cubicBezTo>
                <a:cubicBezTo>
                  <a:pt x="32290" y="17415"/>
                  <a:pt x="31677" y="18160"/>
                  <a:pt x="30672" y="19484"/>
                </a:cubicBezTo>
                <a:lnTo>
                  <a:pt x="15395" y="396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Text i">
            <a:extLst xmlns:a="http://schemas.openxmlformats.org/drawingml/2006/main">
              <a:ext uri="{FF2B5EF4-FFF2-40B4-BE49-F238E27FC236}">
                <a16:creationId xmlns:a16="http://schemas.microsoft.com/office/drawing/2014/main" id="{2F7FD8BC-BEA7-4C18-ACA8-22FC0FEC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3942" y="708025"/>
            <a:ext cx="59431" cy="71174"/>
          </a:xfrm>
          <a:custGeom xmlns:a="http://schemas.openxmlformats.org/drawingml/2006/main">
            <a:pathLst>
              <a:path w="59431" h="71174">
                <a:moveTo>
                  <a:pt x="23964" y="55209"/>
                </a:moveTo>
                <a:cubicBezTo>
                  <a:pt x="22822" y="56714"/>
                  <a:pt x="21892" y="58000"/>
                  <a:pt x="21175" y="59069"/>
                </a:cubicBezTo>
                <a:cubicBezTo>
                  <a:pt x="20460" y="60137"/>
                  <a:pt x="20031" y="61140"/>
                  <a:pt x="19889" y="62075"/>
                </a:cubicBezTo>
                <a:cubicBezTo>
                  <a:pt x="19748" y="63011"/>
                  <a:pt x="19916" y="63945"/>
                  <a:pt x="20394" y="64877"/>
                </a:cubicBezTo>
                <a:cubicBezTo>
                  <a:pt x="20873" y="65809"/>
                  <a:pt x="21735" y="66891"/>
                  <a:pt x="22982" y="68122"/>
                </a:cubicBezTo>
                <a:cubicBezTo>
                  <a:pt x="23297" y="68455"/>
                  <a:pt x="23443" y="68826"/>
                  <a:pt x="23418" y="69234"/>
                </a:cubicBezTo>
                <a:cubicBezTo>
                  <a:pt x="23393" y="69643"/>
                  <a:pt x="23244" y="70027"/>
                  <a:pt x="22970" y="70388"/>
                </a:cubicBezTo>
                <a:cubicBezTo>
                  <a:pt x="22741" y="70689"/>
                  <a:pt x="22434" y="70906"/>
                  <a:pt x="22047" y="71040"/>
                </a:cubicBezTo>
                <a:cubicBezTo>
                  <a:pt x="21661" y="71174"/>
                  <a:pt x="21287" y="71103"/>
                  <a:pt x="20927" y="70829"/>
                </a:cubicBezTo>
                <a:cubicBezTo>
                  <a:pt x="19843" y="70007"/>
                  <a:pt x="18509" y="68828"/>
                  <a:pt x="16924" y="67292"/>
                </a:cubicBezTo>
                <a:cubicBezTo>
                  <a:pt x="15339" y="65757"/>
                  <a:pt x="13644" y="64305"/>
                  <a:pt x="11839" y="62935"/>
                </a:cubicBezTo>
                <a:cubicBezTo>
                  <a:pt x="9914" y="61474"/>
                  <a:pt x="7954" y="60151"/>
                  <a:pt x="5959" y="58968"/>
                </a:cubicBezTo>
                <a:cubicBezTo>
                  <a:pt x="3963" y="57786"/>
                  <a:pt x="2123" y="56556"/>
                  <a:pt x="438" y="55277"/>
                </a:cubicBezTo>
                <a:cubicBezTo>
                  <a:pt x="138" y="55049"/>
                  <a:pt x="0" y="54731"/>
                  <a:pt x="25" y="54323"/>
                </a:cubicBezTo>
                <a:cubicBezTo>
                  <a:pt x="50" y="53916"/>
                  <a:pt x="177" y="53561"/>
                  <a:pt x="406" y="53260"/>
                </a:cubicBezTo>
                <a:cubicBezTo>
                  <a:pt x="680" y="52899"/>
                  <a:pt x="1010" y="52652"/>
                  <a:pt x="1395" y="52518"/>
                </a:cubicBezTo>
                <a:cubicBezTo>
                  <a:pt x="1782" y="52384"/>
                  <a:pt x="2178" y="52424"/>
                  <a:pt x="2584" y="52639"/>
                </a:cubicBezTo>
                <a:cubicBezTo>
                  <a:pt x="4286" y="53645"/>
                  <a:pt x="5710" y="54299"/>
                  <a:pt x="6856" y="54601"/>
                </a:cubicBezTo>
                <a:cubicBezTo>
                  <a:pt x="8002" y="54902"/>
                  <a:pt x="9010" y="54885"/>
                  <a:pt x="9881" y="54550"/>
                </a:cubicBezTo>
                <a:cubicBezTo>
                  <a:pt x="10752" y="54215"/>
                  <a:pt x="11572" y="53603"/>
                  <a:pt x="12339" y="52717"/>
                </a:cubicBezTo>
                <a:cubicBezTo>
                  <a:pt x="13107" y="51830"/>
                  <a:pt x="14017" y="50694"/>
                  <a:pt x="15068" y="49310"/>
                </a:cubicBezTo>
                <a:lnTo>
                  <a:pt x="26098" y="34779"/>
                </a:lnTo>
                <a:cubicBezTo>
                  <a:pt x="28062" y="32192"/>
                  <a:pt x="29578" y="30070"/>
                  <a:pt x="30645" y="28414"/>
                </a:cubicBezTo>
                <a:cubicBezTo>
                  <a:pt x="31712" y="26758"/>
                  <a:pt x="32343" y="25365"/>
                  <a:pt x="32538" y="24233"/>
                </a:cubicBezTo>
                <a:cubicBezTo>
                  <a:pt x="32734" y="23102"/>
                  <a:pt x="32525" y="22065"/>
                  <a:pt x="31911" y="21124"/>
                </a:cubicBezTo>
                <a:cubicBezTo>
                  <a:pt x="31297" y="20184"/>
                  <a:pt x="30337" y="19076"/>
                  <a:pt x="29029" y="17800"/>
                </a:cubicBezTo>
                <a:cubicBezTo>
                  <a:pt x="28669" y="17526"/>
                  <a:pt x="28512" y="17170"/>
                  <a:pt x="28560" y="16731"/>
                </a:cubicBezTo>
                <a:cubicBezTo>
                  <a:pt x="28608" y="16293"/>
                  <a:pt x="28747" y="15924"/>
                  <a:pt x="28974" y="15624"/>
                </a:cubicBezTo>
                <a:cubicBezTo>
                  <a:pt x="29203" y="15323"/>
                  <a:pt x="29521" y="15091"/>
                  <a:pt x="29929" y="14927"/>
                </a:cubicBezTo>
                <a:cubicBezTo>
                  <a:pt x="30339" y="14763"/>
                  <a:pt x="30724" y="14818"/>
                  <a:pt x="31085" y="15092"/>
                </a:cubicBezTo>
                <a:cubicBezTo>
                  <a:pt x="31732" y="15488"/>
                  <a:pt x="32514" y="15987"/>
                  <a:pt x="33432" y="16589"/>
                </a:cubicBezTo>
                <a:cubicBezTo>
                  <a:pt x="34351" y="17192"/>
                  <a:pt x="35326" y="17813"/>
                  <a:pt x="36356" y="18453"/>
                </a:cubicBezTo>
                <a:cubicBezTo>
                  <a:pt x="37389" y="19094"/>
                  <a:pt x="38458" y="19715"/>
                  <a:pt x="39564" y="20319"/>
                </a:cubicBezTo>
                <a:cubicBezTo>
                  <a:pt x="40671" y="20923"/>
                  <a:pt x="41685" y="21431"/>
                  <a:pt x="42605" y="21844"/>
                </a:cubicBezTo>
                <a:cubicBezTo>
                  <a:pt x="43358" y="22226"/>
                  <a:pt x="43987" y="22490"/>
                  <a:pt x="44493" y="22637"/>
                </a:cubicBezTo>
                <a:cubicBezTo>
                  <a:pt x="44998" y="22783"/>
                  <a:pt x="45371" y="22947"/>
                  <a:pt x="45612" y="23130"/>
                </a:cubicBezTo>
                <a:cubicBezTo>
                  <a:pt x="46333" y="23678"/>
                  <a:pt x="46639" y="24242"/>
                  <a:pt x="46530" y="24823"/>
                </a:cubicBezTo>
                <a:cubicBezTo>
                  <a:pt x="46421" y="25405"/>
                  <a:pt x="46230" y="25876"/>
                  <a:pt x="45956" y="26237"/>
                </a:cubicBezTo>
                <a:lnTo>
                  <a:pt x="23964" y="55209"/>
                </a:lnTo>
                <a:moveTo>
                  <a:pt x="49529" y="11595"/>
                </a:moveTo>
                <a:cubicBezTo>
                  <a:pt x="48025" y="10453"/>
                  <a:pt x="47086" y="9005"/>
                  <a:pt x="46710" y="7249"/>
                </a:cubicBezTo>
                <a:cubicBezTo>
                  <a:pt x="46336" y="5495"/>
                  <a:pt x="46674" y="3926"/>
                  <a:pt x="47724" y="2542"/>
                </a:cubicBezTo>
                <a:cubicBezTo>
                  <a:pt x="48775" y="1158"/>
                  <a:pt x="50177" y="373"/>
                  <a:pt x="51930" y="187"/>
                </a:cubicBezTo>
                <a:cubicBezTo>
                  <a:pt x="53684" y="0"/>
                  <a:pt x="55313" y="477"/>
                  <a:pt x="56817" y="1619"/>
                </a:cubicBezTo>
                <a:cubicBezTo>
                  <a:pt x="58261" y="2715"/>
                  <a:pt x="59073" y="4114"/>
                  <a:pt x="59252" y="5816"/>
                </a:cubicBezTo>
                <a:cubicBezTo>
                  <a:pt x="59431" y="7516"/>
                  <a:pt x="58996" y="9058"/>
                  <a:pt x="57945" y="10442"/>
                </a:cubicBezTo>
                <a:cubicBezTo>
                  <a:pt x="56940" y="11766"/>
                  <a:pt x="55633" y="12552"/>
                  <a:pt x="54022" y="12799"/>
                </a:cubicBezTo>
                <a:cubicBezTo>
                  <a:pt x="52411" y="13047"/>
                  <a:pt x="50914" y="12646"/>
                  <a:pt x="49529" y="115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Text o">
            <a:extLst xmlns:a="http://schemas.openxmlformats.org/drawingml/2006/main">
              <a:ext uri="{FF2B5EF4-FFF2-40B4-BE49-F238E27FC236}">
                <a16:creationId xmlns:a16="http://schemas.microsoft.com/office/drawing/2014/main" id="{1E09AE7D-ED42-43F7-A92E-77EF4176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472" y="750042"/>
            <a:ext cx="55257" cy="54871"/>
          </a:xfrm>
          <a:custGeom xmlns:a="http://schemas.openxmlformats.org/drawingml/2006/main">
            <a:pathLst>
              <a:path w="55257" h="54871">
                <a:moveTo>
                  <a:pt x="49055" y="41993"/>
                </a:moveTo>
                <a:cubicBezTo>
                  <a:pt x="46268" y="45663"/>
                  <a:pt x="43290" y="48524"/>
                  <a:pt x="40121" y="50576"/>
                </a:cubicBezTo>
                <a:cubicBezTo>
                  <a:pt x="36952" y="52627"/>
                  <a:pt x="33688" y="53897"/>
                  <a:pt x="30330" y="54384"/>
                </a:cubicBezTo>
                <a:cubicBezTo>
                  <a:pt x="26973" y="54871"/>
                  <a:pt x="23595" y="54605"/>
                  <a:pt x="20193" y="53588"/>
                </a:cubicBezTo>
                <a:cubicBezTo>
                  <a:pt x="16793" y="52571"/>
                  <a:pt x="13468" y="50830"/>
                  <a:pt x="10219" y="48363"/>
                </a:cubicBezTo>
                <a:cubicBezTo>
                  <a:pt x="7391" y="46217"/>
                  <a:pt x="5127" y="43764"/>
                  <a:pt x="3427" y="41005"/>
                </a:cubicBezTo>
                <a:cubicBezTo>
                  <a:pt x="1729" y="38245"/>
                  <a:pt x="704" y="35285"/>
                  <a:pt x="351" y="32125"/>
                </a:cubicBezTo>
                <a:cubicBezTo>
                  <a:pt x="0" y="28966"/>
                  <a:pt x="374" y="25598"/>
                  <a:pt x="1474" y="22024"/>
                </a:cubicBezTo>
                <a:cubicBezTo>
                  <a:pt x="2576" y="18449"/>
                  <a:pt x="4565" y="14766"/>
                  <a:pt x="7443" y="10975"/>
                </a:cubicBezTo>
                <a:cubicBezTo>
                  <a:pt x="9772" y="7907"/>
                  <a:pt x="12418" y="5482"/>
                  <a:pt x="15382" y="3702"/>
                </a:cubicBezTo>
                <a:cubicBezTo>
                  <a:pt x="18347" y="1922"/>
                  <a:pt x="21431" y="825"/>
                  <a:pt x="24636" y="413"/>
                </a:cubicBezTo>
                <a:cubicBezTo>
                  <a:pt x="27842" y="0"/>
                  <a:pt x="31127" y="264"/>
                  <a:pt x="34491" y="1205"/>
                </a:cubicBezTo>
                <a:cubicBezTo>
                  <a:pt x="37854" y="2146"/>
                  <a:pt x="41071" y="3782"/>
                  <a:pt x="44140" y="6112"/>
                </a:cubicBezTo>
                <a:cubicBezTo>
                  <a:pt x="47088" y="8350"/>
                  <a:pt x="49468" y="10867"/>
                  <a:pt x="51279" y="13665"/>
                </a:cubicBezTo>
                <a:cubicBezTo>
                  <a:pt x="53092" y="16463"/>
                  <a:pt x="54249" y="19405"/>
                  <a:pt x="54752" y="22490"/>
                </a:cubicBezTo>
                <a:cubicBezTo>
                  <a:pt x="55257" y="25576"/>
                  <a:pt x="55061" y="28771"/>
                  <a:pt x="54165" y="32075"/>
                </a:cubicBezTo>
                <a:cubicBezTo>
                  <a:pt x="53270" y="35378"/>
                  <a:pt x="51566" y="38684"/>
                  <a:pt x="49055" y="41993"/>
                </a:cubicBezTo>
                <a:moveTo>
                  <a:pt x="38824" y="35792"/>
                </a:moveTo>
                <a:cubicBezTo>
                  <a:pt x="40560" y="33506"/>
                  <a:pt x="42099" y="31166"/>
                  <a:pt x="43442" y="28771"/>
                </a:cubicBezTo>
                <a:cubicBezTo>
                  <a:pt x="44785" y="26376"/>
                  <a:pt x="45705" y="24039"/>
                  <a:pt x="46202" y="21761"/>
                </a:cubicBezTo>
                <a:cubicBezTo>
                  <a:pt x="46699" y="19482"/>
                  <a:pt x="46643" y="17306"/>
                  <a:pt x="46036" y="15233"/>
                </a:cubicBezTo>
                <a:cubicBezTo>
                  <a:pt x="45429" y="13160"/>
                  <a:pt x="44042" y="11301"/>
                  <a:pt x="41875" y="9656"/>
                </a:cubicBezTo>
                <a:cubicBezTo>
                  <a:pt x="39469" y="7830"/>
                  <a:pt x="37125" y="6857"/>
                  <a:pt x="34844" y="6737"/>
                </a:cubicBezTo>
                <a:cubicBezTo>
                  <a:pt x="32563" y="6618"/>
                  <a:pt x="30336" y="7086"/>
                  <a:pt x="28162" y="8139"/>
                </a:cubicBezTo>
                <a:cubicBezTo>
                  <a:pt x="25988" y="9192"/>
                  <a:pt x="23913" y="10675"/>
                  <a:pt x="21938" y="12589"/>
                </a:cubicBezTo>
                <a:cubicBezTo>
                  <a:pt x="19963" y="14504"/>
                  <a:pt x="18085" y="16635"/>
                  <a:pt x="16304" y="18982"/>
                </a:cubicBezTo>
                <a:cubicBezTo>
                  <a:pt x="14751" y="21028"/>
                  <a:pt x="13302" y="23248"/>
                  <a:pt x="11958" y="25642"/>
                </a:cubicBezTo>
                <a:cubicBezTo>
                  <a:pt x="10615" y="28037"/>
                  <a:pt x="9702" y="30426"/>
                  <a:pt x="9219" y="32811"/>
                </a:cubicBezTo>
                <a:cubicBezTo>
                  <a:pt x="8738" y="35195"/>
                  <a:pt x="8800" y="37518"/>
                  <a:pt x="9405" y="39781"/>
                </a:cubicBezTo>
                <a:cubicBezTo>
                  <a:pt x="10012" y="42043"/>
                  <a:pt x="11459" y="44043"/>
                  <a:pt x="13746" y="45779"/>
                </a:cubicBezTo>
                <a:cubicBezTo>
                  <a:pt x="16093" y="47560"/>
                  <a:pt x="18399" y="48457"/>
                  <a:pt x="20664" y="48469"/>
                </a:cubicBezTo>
                <a:cubicBezTo>
                  <a:pt x="22931" y="48482"/>
                  <a:pt x="25133" y="47924"/>
                  <a:pt x="27269" y="46797"/>
                </a:cubicBezTo>
                <a:cubicBezTo>
                  <a:pt x="29407" y="45668"/>
                  <a:pt x="31444" y="44108"/>
                  <a:pt x="33382" y="42118"/>
                </a:cubicBezTo>
                <a:cubicBezTo>
                  <a:pt x="35320" y="40127"/>
                  <a:pt x="37134" y="38019"/>
                  <a:pt x="38824" y="35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Text n">
            <a:extLst xmlns:a="http://schemas.openxmlformats.org/drawingml/2006/main">
              <a:ext uri="{FF2B5EF4-FFF2-40B4-BE49-F238E27FC236}">
                <a16:creationId xmlns:a16="http://schemas.microsoft.com/office/drawing/2014/main" id="{E22500A4-B17D-4BDB-A4EE-4EF83C18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111" y="778273"/>
            <a:ext cx="68707" cy="75916"/>
          </a:xfrm>
          <a:custGeom xmlns:a="http://schemas.openxmlformats.org/drawingml/2006/main">
            <a:pathLst>
              <a:path w="68707" h="75916">
                <a:moveTo>
                  <a:pt x="23694" y="39536"/>
                </a:moveTo>
                <a:cubicBezTo>
                  <a:pt x="22552" y="41041"/>
                  <a:pt x="21622" y="42327"/>
                  <a:pt x="20905" y="43395"/>
                </a:cubicBezTo>
                <a:cubicBezTo>
                  <a:pt x="20190" y="44464"/>
                  <a:pt x="19716" y="45432"/>
                  <a:pt x="19484" y="46300"/>
                </a:cubicBezTo>
                <a:cubicBezTo>
                  <a:pt x="19253" y="47167"/>
                  <a:pt x="19316" y="48021"/>
                  <a:pt x="19674" y="48861"/>
                </a:cubicBezTo>
                <a:cubicBezTo>
                  <a:pt x="20031" y="49702"/>
                  <a:pt x="20713" y="50646"/>
                  <a:pt x="21719" y="51695"/>
                </a:cubicBezTo>
                <a:cubicBezTo>
                  <a:pt x="22034" y="52028"/>
                  <a:pt x="22180" y="52399"/>
                  <a:pt x="22155" y="52807"/>
                </a:cubicBezTo>
                <a:cubicBezTo>
                  <a:pt x="22130" y="53215"/>
                  <a:pt x="21981" y="53600"/>
                  <a:pt x="21707" y="53961"/>
                </a:cubicBezTo>
                <a:cubicBezTo>
                  <a:pt x="21479" y="54262"/>
                  <a:pt x="21171" y="54479"/>
                  <a:pt x="20785" y="54613"/>
                </a:cubicBezTo>
                <a:cubicBezTo>
                  <a:pt x="20398" y="54746"/>
                  <a:pt x="20024" y="54676"/>
                  <a:pt x="19664" y="54402"/>
                </a:cubicBezTo>
                <a:cubicBezTo>
                  <a:pt x="19062" y="53946"/>
                  <a:pt x="18014" y="52984"/>
                  <a:pt x="16519" y="51516"/>
                </a:cubicBezTo>
                <a:cubicBezTo>
                  <a:pt x="15024" y="50050"/>
                  <a:pt x="13374" y="48632"/>
                  <a:pt x="11569" y="47262"/>
                </a:cubicBezTo>
                <a:cubicBezTo>
                  <a:pt x="9644" y="45800"/>
                  <a:pt x="7699" y="44489"/>
                  <a:pt x="5734" y="43330"/>
                </a:cubicBezTo>
                <a:cubicBezTo>
                  <a:pt x="3769" y="42171"/>
                  <a:pt x="2004" y="40997"/>
                  <a:pt x="439" y="39810"/>
                </a:cubicBezTo>
                <a:cubicBezTo>
                  <a:pt x="138" y="39581"/>
                  <a:pt x="0" y="39263"/>
                  <a:pt x="25" y="38855"/>
                </a:cubicBezTo>
                <a:cubicBezTo>
                  <a:pt x="50" y="38447"/>
                  <a:pt x="177" y="38093"/>
                  <a:pt x="406" y="37792"/>
                </a:cubicBezTo>
                <a:cubicBezTo>
                  <a:pt x="680" y="37431"/>
                  <a:pt x="1010" y="37183"/>
                  <a:pt x="1395" y="37049"/>
                </a:cubicBezTo>
                <a:cubicBezTo>
                  <a:pt x="1782" y="36916"/>
                  <a:pt x="2178" y="36956"/>
                  <a:pt x="2585" y="37171"/>
                </a:cubicBezTo>
                <a:cubicBezTo>
                  <a:pt x="4227" y="38132"/>
                  <a:pt x="5567" y="38770"/>
                  <a:pt x="6607" y="39086"/>
                </a:cubicBezTo>
                <a:cubicBezTo>
                  <a:pt x="7648" y="39402"/>
                  <a:pt x="8592" y="39407"/>
                  <a:pt x="9440" y="39103"/>
                </a:cubicBezTo>
                <a:cubicBezTo>
                  <a:pt x="10288" y="38797"/>
                  <a:pt x="11107" y="38186"/>
                  <a:pt x="11897" y="37269"/>
                </a:cubicBezTo>
                <a:cubicBezTo>
                  <a:pt x="12689" y="36352"/>
                  <a:pt x="13656" y="35141"/>
                  <a:pt x="14798" y="33636"/>
                </a:cubicBezTo>
                <a:lnTo>
                  <a:pt x="23430" y="22265"/>
                </a:lnTo>
                <a:cubicBezTo>
                  <a:pt x="25668" y="19317"/>
                  <a:pt x="27499" y="16842"/>
                  <a:pt x="28922" y="14840"/>
                </a:cubicBezTo>
                <a:cubicBezTo>
                  <a:pt x="30347" y="12839"/>
                  <a:pt x="31313" y="11130"/>
                  <a:pt x="31820" y="9713"/>
                </a:cubicBezTo>
                <a:cubicBezTo>
                  <a:pt x="32327" y="8295"/>
                  <a:pt x="32361" y="7064"/>
                  <a:pt x="31921" y="6020"/>
                </a:cubicBezTo>
                <a:cubicBezTo>
                  <a:pt x="31482" y="4974"/>
                  <a:pt x="30540" y="3903"/>
                  <a:pt x="29096" y="2807"/>
                </a:cubicBezTo>
                <a:cubicBezTo>
                  <a:pt x="28735" y="2533"/>
                  <a:pt x="28540" y="2196"/>
                  <a:pt x="28512" y="1795"/>
                </a:cubicBezTo>
                <a:cubicBezTo>
                  <a:pt x="28484" y="1395"/>
                  <a:pt x="28584" y="1044"/>
                  <a:pt x="28813" y="743"/>
                </a:cubicBezTo>
                <a:cubicBezTo>
                  <a:pt x="29087" y="382"/>
                  <a:pt x="29420" y="161"/>
                  <a:pt x="29813" y="80"/>
                </a:cubicBezTo>
                <a:cubicBezTo>
                  <a:pt x="30207" y="0"/>
                  <a:pt x="30584" y="97"/>
                  <a:pt x="30945" y="371"/>
                </a:cubicBezTo>
                <a:cubicBezTo>
                  <a:pt x="32088" y="1238"/>
                  <a:pt x="33895" y="2325"/>
                  <a:pt x="36365" y="3632"/>
                </a:cubicBezTo>
                <a:cubicBezTo>
                  <a:pt x="38836" y="4937"/>
                  <a:pt x="41465" y="6127"/>
                  <a:pt x="44254" y="7202"/>
                </a:cubicBezTo>
                <a:cubicBezTo>
                  <a:pt x="45279" y="7600"/>
                  <a:pt x="45786" y="8244"/>
                  <a:pt x="45773" y="9136"/>
                </a:cubicBezTo>
                <a:cubicBezTo>
                  <a:pt x="45760" y="10028"/>
                  <a:pt x="45480" y="10835"/>
                  <a:pt x="44932" y="11557"/>
                </a:cubicBezTo>
                <a:lnTo>
                  <a:pt x="42192" y="15166"/>
                </a:lnTo>
                <a:cubicBezTo>
                  <a:pt x="42101" y="15286"/>
                  <a:pt x="42089" y="15396"/>
                  <a:pt x="42156" y="15494"/>
                </a:cubicBezTo>
                <a:cubicBezTo>
                  <a:pt x="42223" y="15593"/>
                  <a:pt x="42332" y="15605"/>
                  <a:pt x="42484" y="15531"/>
                </a:cubicBezTo>
                <a:cubicBezTo>
                  <a:pt x="43408" y="15189"/>
                  <a:pt x="44554" y="14897"/>
                  <a:pt x="45922" y="14657"/>
                </a:cubicBezTo>
                <a:cubicBezTo>
                  <a:pt x="47291" y="14415"/>
                  <a:pt x="48775" y="14333"/>
                  <a:pt x="50376" y="14411"/>
                </a:cubicBezTo>
                <a:cubicBezTo>
                  <a:pt x="51978" y="14487"/>
                  <a:pt x="53623" y="14787"/>
                  <a:pt x="55311" y="15310"/>
                </a:cubicBezTo>
                <a:cubicBezTo>
                  <a:pt x="57001" y="15833"/>
                  <a:pt x="58658" y="16712"/>
                  <a:pt x="60283" y="17945"/>
                </a:cubicBezTo>
                <a:cubicBezTo>
                  <a:pt x="64796" y="21371"/>
                  <a:pt x="67383" y="25302"/>
                  <a:pt x="68044" y="29741"/>
                </a:cubicBezTo>
                <a:cubicBezTo>
                  <a:pt x="68707" y="34180"/>
                  <a:pt x="66914" y="39197"/>
                  <a:pt x="62667" y="44792"/>
                </a:cubicBezTo>
                <a:lnTo>
                  <a:pt x="50951" y="60226"/>
                </a:lnTo>
                <a:cubicBezTo>
                  <a:pt x="49718" y="61851"/>
                  <a:pt x="48758" y="63209"/>
                  <a:pt x="48071" y="64300"/>
                </a:cubicBezTo>
                <a:cubicBezTo>
                  <a:pt x="47385" y="65391"/>
                  <a:pt x="46967" y="66378"/>
                  <a:pt x="46818" y="67261"/>
                </a:cubicBezTo>
                <a:cubicBezTo>
                  <a:pt x="46670" y="68144"/>
                  <a:pt x="46817" y="69014"/>
                  <a:pt x="47257" y="69871"/>
                </a:cubicBezTo>
                <a:cubicBezTo>
                  <a:pt x="47699" y="70727"/>
                  <a:pt x="48482" y="71725"/>
                  <a:pt x="49609" y="72865"/>
                </a:cubicBezTo>
                <a:cubicBezTo>
                  <a:pt x="49924" y="73199"/>
                  <a:pt x="50069" y="73569"/>
                  <a:pt x="50043" y="73976"/>
                </a:cubicBezTo>
                <a:cubicBezTo>
                  <a:pt x="50019" y="74385"/>
                  <a:pt x="49869" y="74769"/>
                  <a:pt x="49595" y="75130"/>
                </a:cubicBezTo>
                <a:cubicBezTo>
                  <a:pt x="49367" y="75431"/>
                  <a:pt x="49059" y="75648"/>
                  <a:pt x="48673" y="75782"/>
                </a:cubicBezTo>
                <a:cubicBezTo>
                  <a:pt x="48287" y="75916"/>
                  <a:pt x="47914" y="75846"/>
                  <a:pt x="47553" y="75573"/>
                </a:cubicBezTo>
                <a:cubicBezTo>
                  <a:pt x="46771" y="74979"/>
                  <a:pt x="45572" y="73902"/>
                  <a:pt x="43957" y="72343"/>
                </a:cubicBezTo>
                <a:cubicBezTo>
                  <a:pt x="42342" y="70786"/>
                  <a:pt x="40632" y="69322"/>
                  <a:pt x="38827" y="67952"/>
                </a:cubicBezTo>
                <a:cubicBezTo>
                  <a:pt x="36901" y="66490"/>
                  <a:pt x="34986" y="65202"/>
                  <a:pt x="33081" y="64088"/>
                </a:cubicBezTo>
                <a:cubicBezTo>
                  <a:pt x="31176" y="62975"/>
                  <a:pt x="29652" y="61985"/>
                  <a:pt x="28509" y="61117"/>
                </a:cubicBezTo>
                <a:cubicBezTo>
                  <a:pt x="28208" y="60888"/>
                  <a:pt x="28070" y="60570"/>
                  <a:pt x="28095" y="60162"/>
                </a:cubicBezTo>
                <a:cubicBezTo>
                  <a:pt x="28120" y="59754"/>
                  <a:pt x="28248" y="59400"/>
                  <a:pt x="28476" y="59099"/>
                </a:cubicBezTo>
                <a:cubicBezTo>
                  <a:pt x="28750" y="58738"/>
                  <a:pt x="29080" y="58490"/>
                  <a:pt x="29465" y="58356"/>
                </a:cubicBezTo>
                <a:cubicBezTo>
                  <a:pt x="29852" y="58223"/>
                  <a:pt x="30248" y="58263"/>
                  <a:pt x="30654" y="58477"/>
                </a:cubicBezTo>
                <a:cubicBezTo>
                  <a:pt x="32115" y="59301"/>
                  <a:pt x="33329" y="59795"/>
                  <a:pt x="34294" y="59959"/>
                </a:cubicBezTo>
                <a:cubicBezTo>
                  <a:pt x="35260" y="60124"/>
                  <a:pt x="36148" y="60016"/>
                  <a:pt x="36958" y="59635"/>
                </a:cubicBezTo>
                <a:cubicBezTo>
                  <a:pt x="37770" y="59254"/>
                  <a:pt x="38559" y="58620"/>
                  <a:pt x="39326" y="57734"/>
                </a:cubicBezTo>
                <a:cubicBezTo>
                  <a:pt x="40095" y="56847"/>
                  <a:pt x="41005" y="55711"/>
                  <a:pt x="42056" y="54327"/>
                </a:cubicBezTo>
                <a:lnTo>
                  <a:pt x="52469" y="40608"/>
                </a:lnTo>
                <a:cubicBezTo>
                  <a:pt x="53611" y="39104"/>
                  <a:pt x="54693" y="37554"/>
                  <a:pt x="55714" y="35958"/>
                </a:cubicBezTo>
                <a:cubicBezTo>
                  <a:pt x="56735" y="34363"/>
                  <a:pt x="57432" y="32758"/>
                  <a:pt x="57804" y="31143"/>
                </a:cubicBezTo>
                <a:cubicBezTo>
                  <a:pt x="58177" y="29529"/>
                  <a:pt x="58148" y="27942"/>
                  <a:pt x="57718" y="26383"/>
                </a:cubicBezTo>
                <a:cubicBezTo>
                  <a:pt x="57289" y="24824"/>
                  <a:pt x="56172" y="23360"/>
                  <a:pt x="54367" y="21990"/>
                </a:cubicBezTo>
                <a:cubicBezTo>
                  <a:pt x="52562" y="20620"/>
                  <a:pt x="50766" y="19707"/>
                  <a:pt x="48977" y="19251"/>
                </a:cubicBezTo>
                <a:cubicBezTo>
                  <a:pt x="47190" y="18794"/>
                  <a:pt x="45465" y="18694"/>
                  <a:pt x="43801" y="18949"/>
                </a:cubicBezTo>
                <a:cubicBezTo>
                  <a:pt x="42137" y="19204"/>
                  <a:pt x="40574" y="19796"/>
                  <a:pt x="39111" y="20724"/>
                </a:cubicBezTo>
                <a:cubicBezTo>
                  <a:pt x="37648" y="21653"/>
                  <a:pt x="36368" y="22839"/>
                  <a:pt x="35272" y="24283"/>
                </a:cubicBezTo>
                <a:lnTo>
                  <a:pt x="23694" y="395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03FD8E-716A-4278-8E03-EDD22106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9952" y="647796"/>
            <a:ext cx="375406" cy="447426"/>
          </a:xfrm>
          <a:custGeom xmlns:a="http://schemas.openxmlformats.org/drawingml/2006/main">
            <a:pathLst>
              <a:path w="375406" h="447426">
                <a:moveTo>
                  <a:pt x="111065" y="0"/>
                </a:moveTo>
                <a:lnTo>
                  <a:pt x="375406" y="367548"/>
                </a:lnTo>
                <a:lnTo>
                  <a:pt x="264341" y="447426"/>
                </a:lnTo>
                <a:lnTo>
                  <a:pt x="0" y="79876"/>
                </a:lnTo>
                <a:lnTo>
                  <a:pt x="11106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Text C">
            <a:extLst xmlns:a="http://schemas.openxmlformats.org/drawingml/2006/main">
              <a:ext uri="{FF2B5EF4-FFF2-40B4-BE49-F238E27FC236}">
                <a16:creationId xmlns:a16="http://schemas.microsoft.com/office/drawing/2014/main" id="{DEB9C961-E3A1-4E5B-94EE-824822D4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683" y="676503"/>
            <a:ext cx="89612" cy="88104"/>
          </a:xfrm>
          <a:custGeom xmlns:a="http://schemas.openxmlformats.org/drawingml/2006/main">
            <a:pathLst>
              <a:path w="89612" h="88104">
                <a:moveTo>
                  <a:pt x="76241" y="18236"/>
                </a:moveTo>
                <a:cubicBezTo>
                  <a:pt x="78226" y="20995"/>
                  <a:pt x="79719" y="23783"/>
                  <a:pt x="80720" y="26598"/>
                </a:cubicBezTo>
                <a:cubicBezTo>
                  <a:pt x="81721" y="29415"/>
                  <a:pt x="82486" y="32354"/>
                  <a:pt x="83013" y="35417"/>
                </a:cubicBezTo>
                <a:cubicBezTo>
                  <a:pt x="83192" y="36311"/>
                  <a:pt x="83354" y="37149"/>
                  <a:pt x="83497" y="37931"/>
                </a:cubicBezTo>
                <a:cubicBezTo>
                  <a:pt x="83640" y="38713"/>
                  <a:pt x="83866" y="39318"/>
                  <a:pt x="84174" y="39746"/>
                </a:cubicBezTo>
                <a:cubicBezTo>
                  <a:pt x="84880" y="40728"/>
                  <a:pt x="85926" y="40953"/>
                  <a:pt x="87312" y="40422"/>
                </a:cubicBezTo>
                <a:cubicBezTo>
                  <a:pt x="87601" y="40307"/>
                  <a:pt x="87928" y="40373"/>
                  <a:pt x="88293" y="40622"/>
                </a:cubicBezTo>
                <a:cubicBezTo>
                  <a:pt x="88658" y="40872"/>
                  <a:pt x="88947" y="41176"/>
                  <a:pt x="89158" y="41535"/>
                </a:cubicBezTo>
                <a:cubicBezTo>
                  <a:pt x="89371" y="41895"/>
                  <a:pt x="89504" y="42241"/>
                  <a:pt x="89558" y="42574"/>
                </a:cubicBezTo>
                <a:cubicBezTo>
                  <a:pt x="89612" y="42908"/>
                  <a:pt x="89494" y="43132"/>
                  <a:pt x="89205" y="43248"/>
                </a:cubicBezTo>
                <a:cubicBezTo>
                  <a:pt x="88047" y="43708"/>
                  <a:pt x="86914" y="44267"/>
                  <a:pt x="85805" y="44924"/>
                </a:cubicBezTo>
                <a:cubicBezTo>
                  <a:pt x="84696" y="45582"/>
                  <a:pt x="83590" y="46309"/>
                  <a:pt x="82486" y="47103"/>
                </a:cubicBezTo>
                <a:cubicBezTo>
                  <a:pt x="80768" y="48338"/>
                  <a:pt x="79139" y="49695"/>
                  <a:pt x="77599" y="51176"/>
                </a:cubicBezTo>
                <a:cubicBezTo>
                  <a:pt x="76058" y="52656"/>
                  <a:pt x="74456" y="54180"/>
                  <a:pt x="72792" y="55748"/>
                </a:cubicBezTo>
                <a:cubicBezTo>
                  <a:pt x="72547" y="55925"/>
                  <a:pt x="72248" y="55930"/>
                  <a:pt x="71896" y="55764"/>
                </a:cubicBezTo>
                <a:cubicBezTo>
                  <a:pt x="71545" y="55600"/>
                  <a:pt x="71211" y="55329"/>
                  <a:pt x="70893" y="54952"/>
                </a:cubicBezTo>
                <a:cubicBezTo>
                  <a:pt x="70576" y="54575"/>
                  <a:pt x="70347" y="54158"/>
                  <a:pt x="70204" y="53701"/>
                </a:cubicBezTo>
                <a:cubicBezTo>
                  <a:pt x="70062" y="53246"/>
                  <a:pt x="70123" y="52877"/>
                  <a:pt x="70386" y="52595"/>
                </a:cubicBezTo>
                <a:cubicBezTo>
                  <a:pt x="74802" y="47092"/>
                  <a:pt x="77079" y="41686"/>
                  <a:pt x="77215" y="36377"/>
                </a:cubicBezTo>
                <a:cubicBezTo>
                  <a:pt x="77351" y="31068"/>
                  <a:pt x="75545" y="25808"/>
                  <a:pt x="71796" y="20596"/>
                </a:cubicBezTo>
                <a:cubicBezTo>
                  <a:pt x="68884" y="16547"/>
                  <a:pt x="65622" y="13822"/>
                  <a:pt x="62008" y="12420"/>
                </a:cubicBezTo>
                <a:cubicBezTo>
                  <a:pt x="58394" y="11018"/>
                  <a:pt x="54661" y="10516"/>
                  <a:pt x="50807" y="10915"/>
                </a:cubicBezTo>
                <a:cubicBezTo>
                  <a:pt x="46954" y="11314"/>
                  <a:pt x="43165" y="12387"/>
                  <a:pt x="39442" y="14133"/>
                </a:cubicBezTo>
                <a:cubicBezTo>
                  <a:pt x="35720" y="15880"/>
                  <a:pt x="32296" y="17878"/>
                  <a:pt x="29168" y="20127"/>
                </a:cubicBezTo>
                <a:cubicBezTo>
                  <a:pt x="25734" y="22597"/>
                  <a:pt x="22564" y="25435"/>
                  <a:pt x="19659" y="28640"/>
                </a:cubicBezTo>
                <a:cubicBezTo>
                  <a:pt x="16754" y="31847"/>
                  <a:pt x="14517" y="35270"/>
                  <a:pt x="12948" y="38910"/>
                </a:cubicBezTo>
                <a:cubicBezTo>
                  <a:pt x="11380" y="42551"/>
                  <a:pt x="10681" y="46334"/>
                  <a:pt x="10851" y="50258"/>
                </a:cubicBezTo>
                <a:cubicBezTo>
                  <a:pt x="11021" y="54183"/>
                  <a:pt x="12474" y="58047"/>
                  <a:pt x="15209" y="61850"/>
                </a:cubicBezTo>
                <a:cubicBezTo>
                  <a:pt x="17326" y="64794"/>
                  <a:pt x="19483" y="67243"/>
                  <a:pt x="21680" y="69198"/>
                </a:cubicBezTo>
                <a:cubicBezTo>
                  <a:pt x="23878" y="71154"/>
                  <a:pt x="26256" y="72422"/>
                  <a:pt x="28814" y="73002"/>
                </a:cubicBezTo>
                <a:cubicBezTo>
                  <a:pt x="32003" y="73685"/>
                  <a:pt x="35258" y="73717"/>
                  <a:pt x="38580" y="73096"/>
                </a:cubicBezTo>
                <a:cubicBezTo>
                  <a:pt x="41902" y="72475"/>
                  <a:pt x="45304" y="71285"/>
                  <a:pt x="48785" y="69526"/>
                </a:cubicBezTo>
                <a:cubicBezTo>
                  <a:pt x="49258" y="69278"/>
                  <a:pt x="49677" y="69278"/>
                  <a:pt x="50042" y="69527"/>
                </a:cubicBezTo>
                <a:cubicBezTo>
                  <a:pt x="50408" y="69776"/>
                  <a:pt x="50676" y="70118"/>
                  <a:pt x="50848" y="70553"/>
                </a:cubicBezTo>
                <a:cubicBezTo>
                  <a:pt x="51022" y="70988"/>
                  <a:pt x="51096" y="71446"/>
                  <a:pt x="51071" y="71928"/>
                </a:cubicBezTo>
                <a:cubicBezTo>
                  <a:pt x="51046" y="72412"/>
                  <a:pt x="50890" y="72711"/>
                  <a:pt x="50601" y="72827"/>
                </a:cubicBezTo>
                <a:cubicBezTo>
                  <a:pt x="49241" y="73525"/>
                  <a:pt x="47941" y="74273"/>
                  <a:pt x="46701" y="75071"/>
                </a:cubicBezTo>
                <a:cubicBezTo>
                  <a:pt x="45461" y="75870"/>
                  <a:pt x="44228" y="76711"/>
                  <a:pt x="43001" y="77594"/>
                </a:cubicBezTo>
                <a:cubicBezTo>
                  <a:pt x="40916" y="79093"/>
                  <a:pt x="38840" y="80703"/>
                  <a:pt x="36773" y="82422"/>
                </a:cubicBezTo>
                <a:cubicBezTo>
                  <a:pt x="34707" y="84141"/>
                  <a:pt x="32522" y="85922"/>
                  <a:pt x="30218" y="87765"/>
                </a:cubicBezTo>
                <a:cubicBezTo>
                  <a:pt x="29850" y="88029"/>
                  <a:pt x="29486" y="88104"/>
                  <a:pt x="29126" y="87990"/>
                </a:cubicBezTo>
                <a:cubicBezTo>
                  <a:pt x="28765" y="87878"/>
                  <a:pt x="28448" y="87664"/>
                  <a:pt x="28175" y="87349"/>
                </a:cubicBezTo>
                <a:cubicBezTo>
                  <a:pt x="27902" y="87035"/>
                  <a:pt x="27731" y="86669"/>
                  <a:pt x="27664" y="86251"/>
                </a:cubicBezTo>
                <a:cubicBezTo>
                  <a:pt x="27597" y="85834"/>
                  <a:pt x="27695" y="85485"/>
                  <a:pt x="27958" y="85203"/>
                </a:cubicBezTo>
                <a:cubicBezTo>
                  <a:pt x="28421" y="84684"/>
                  <a:pt x="28803" y="84084"/>
                  <a:pt x="29103" y="83402"/>
                </a:cubicBezTo>
                <a:cubicBezTo>
                  <a:pt x="29404" y="82720"/>
                  <a:pt x="29546" y="82013"/>
                  <a:pt x="29530" y="81280"/>
                </a:cubicBezTo>
                <a:cubicBezTo>
                  <a:pt x="29515" y="80547"/>
                  <a:pt x="29265" y="79843"/>
                  <a:pt x="28780" y="79168"/>
                </a:cubicBezTo>
                <a:cubicBezTo>
                  <a:pt x="28339" y="78554"/>
                  <a:pt x="27617" y="78003"/>
                  <a:pt x="26615" y="77514"/>
                </a:cubicBezTo>
                <a:cubicBezTo>
                  <a:pt x="24909" y="76695"/>
                  <a:pt x="23343" y="75844"/>
                  <a:pt x="21917" y="74961"/>
                </a:cubicBezTo>
                <a:cubicBezTo>
                  <a:pt x="20492" y="74079"/>
                  <a:pt x="19163" y="73104"/>
                  <a:pt x="17930" y="72036"/>
                </a:cubicBezTo>
                <a:cubicBezTo>
                  <a:pt x="16697" y="70969"/>
                  <a:pt x="15512" y="69774"/>
                  <a:pt x="14374" y="68451"/>
                </a:cubicBezTo>
                <a:cubicBezTo>
                  <a:pt x="13237" y="67129"/>
                  <a:pt x="12074" y="65640"/>
                  <a:pt x="10883" y="63984"/>
                </a:cubicBezTo>
                <a:cubicBezTo>
                  <a:pt x="3076" y="53129"/>
                  <a:pt x="0" y="43128"/>
                  <a:pt x="1655" y="33981"/>
                </a:cubicBezTo>
                <a:cubicBezTo>
                  <a:pt x="3312" y="24834"/>
                  <a:pt x="9200" y="16622"/>
                  <a:pt x="19320" y="9344"/>
                </a:cubicBezTo>
                <a:cubicBezTo>
                  <a:pt x="24716" y="5462"/>
                  <a:pt x="30079" y="2861"/>
                  <a:pt x="35409" y="1540"/>
                </a:cubicBezTo>
                <a:cubicBezTo>
                  <a:pt x="40740" y="219"/>
                  <a:pt x="45864" y="0"/>
                  <a:pt x="50781" y="884"/>
                </a:cubicBezTo>
                <a:cubicBezTo>
                  <a:pt x="55697" y="1768"/>
                  <a:pt x="60321" y="3700"/>
                  <a:pt x="64651" y="6681"/>
                </a:cubicBezTo>
                <a:cubicBezTo>
                  <a:pt x="68982" y="9662"/>
                  <a:pt x="72845" y="13514"/>
                  <a:pt x="76241" y="182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" name="Text o">
            <a:extLst xmlns:a="http://schemas.openxmlformats.org/drawingml/2006/main">
              <a:ext uri="{FF2B5EF4-FFF2-40B4-BE49-F238E27FC236}">
                <a16:creationId xmlns:a16="http://schemas.microsoft.com/office/drawing/2014/main" id="{1680BAE9-C05A-44F1-AA3C-C266EF6E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975" y="750319"/>
            <a:ext cx="55848" cy="54331"/>
          </a:xfrm>
          <a:custGeom xmlns:a="http://schemas.openxmlformats.org/drawingml/2006/main">
            <a:pathLst>
              <a:path w="55848" h="54331">
                <a:moveTo>
                  <a:pt x="44250" y="47464"/>
                </a:moveTo>
                <a:cubicBezTo>
                  <a:pt x="40509" y="50154"/>
                  <a:pt x="36822" y="52015"/>
                  <a:pt x="33190" y="53045"/>
                </a:cubicBezTo>
                <a:cubicBezTo>
                  <a:pt x="29558" y="54076"/>
                  <a:pt x="26066" y="54331"/>
                  <a:pt x="22713" y="53810"/>
                </a:cubicBezTo>
                <a:cubicBezTo>
                  <a:pt x="19361" y="53290"/>
                  <a:pt x="16209" y="52045"/>
                  <a:pt x="13256" y="50073"/>
                </a:cubicBezTo>
                <a:cubicBezTo>
                  <a:pt x="10305" y="48103"/>
                  <a:pt x="7638" y="45462"/>
                  <a:pt x="5256" y="42150"/>
                </a:cubicBezTo>
                <a:cubicBezTo>
                  <a:pt x="3183" y="39268"/>
                  <a:pt x="1739" y="36258"/>
                  <a:pt x="924" y="33122"/>
                </a:cubicBezTo>
                <a:cubicBezTo>
                  <a:pt x="111" y="29985"/>
                  <a:pt x="0" y="26855"/>
                  <a:pt x="591" y="23730"/>
                </a:cubicBezTo>
                <a:cubicBezTo>
                  <a:pt x="1183" y="20607"/>
                  <a:pt x="2530" y="17498"/>
                  <a:pt x="4631" y="14404"/>
                </a:cubicBezTo>
                <a:cubicBezTo>
                  <a:pt x="6733" y="11310"/>
                  <a:pt x="9716" y="8374"/>
                  <a:pt x="13580" y="5595"/>
                </a:cubicBezTo>
                <a:cubicBezTo>
                  <a:pt x="16708" y="3346"/>
                  <a:pt x="19949" y="1805"/>
                  <a:pt x="23305" y="973"/>
                </a:cubicBezTo>
                <a:cubicBezTo>
                  <a:pt x="26662" y="142"/>
                  <a:pt x="29932" y="0"/>
                  <a:pt x="33117" y="547"/>
                </a:cubicBezTo>
                <a:cubicBezTo>
                  <a:pt x="36303" y="1093"/>
                  <a:pt x="39366" y="2310"/>
                  <a:pt x="42305" y="4198"/>
                </a:cubicBezTo>
                <a:cubicBezTo>
                  <a:pt x="45244" y="6085"/>
                  <a:pt x="47838" y="8593"/>
                  <a:pt x="50088" y="11721"/>
                </a:cubicBezTo>
                <a:cubicBezTo>
                  <a:pt x="52249" y="14726"/>
                  <a:pt x="53785" y="17832"/>
                  <a:pt x="54695" y="21038"/>
                </a:cubicBezTo>
                <a:cubicBezTo>
                  <a:pt x="55606" y="24245"/>
                  <a:pt x="55848" y="27396"/>
                  <a:pt x="55424" y="30493"/>
                </a:cubicBezTo>
                <a:cubicBezTo>
                  <a:pt x="54999" y="33591"/>
                  <a:pt x="53874" y="36588"/>
                  <a:pt x="52047" y="39483"/>
                </a:cubicBezTo>
                <a:cubicBezTo>
                  <a:pt x="50222" y="42378"/>
                  <a:pt x="47623" y="45038"/>
                  <a:pt x="44250" y="47464"/>
                </a:cubicBezTo>
                <a:moveTo>
                  <a:pt x="36292" y="38533"/>
                </a:moveTo>
                <a:cubicBezTo>
                  <a:pt x="38622" y="36857"/>
                  <a:pt x="40780" y="35072"/>
                  <a:pt x="42767" y="33177"/>
                </a:cubicBezTo>
                <a:cubicBezTo>
                  <a:pt x="44755" y="31282"/>
                  <a:pt x="46320" y="29318"/>
                  <a:pt x="47464" y="27286"/>
                </a:cubicBezTo>
                <a:cubicBezTo>
                  <a:pt x="48608" y="25253"/>
                  <a:pt x="49194" y="23157"/>
                  <a:pt x="49222" y="20997"/>
                </a:cubicBezTo>
                <a:cubicBezTo>
                  <a:pt x="49250" y="18837"/>
                  <a:pt x="48470" y="16653"/>
                  <a:pt x="46882" y="14445"/>
                </a:cubicBezTo>
                <a:cubicBezTo>
                  <a:pt x="45118" y="11992"/>
                  <a:pt x="43163" y="10373"/>
                  <a:pt x="41018" y="9589"/>
                </a:cubicBezTo>
                <a:cubicBezTo>
                  <a:pt x="38873" y="8806"/>
                  <a:pt x="36607" y="8599"/>
                  <a:pt x="34219" y="8967"/>
                </a:cubicBezTo>
                <a:cubicBezTo>
                  <a:pt x="31832" y="9335"/>
                  <a:pt x="29413" y="10144"/>
                  <a:pt x="26962" y="11394"/>
                </a:cubicBezTo>
                <a:cubicBezTo>
                  <a:pt x="24512" y="12645"/>
                  <a:pt x="22092" y="14130"/>
                  <a:pt x="19700" y="15851"/>
                </a:cubicBezTo>
                <a:cubicBezTo>
                  <a:pt x="17615" y="17350"/>
                  <a:pt x="15578" y="19047"/>
                  <a:pt x="13590" y="20941"/>
                </a:cubicBezTo>
                <a:cubicBezTo>
                  <a:pt x="11603" y="22836"/>
                  <a:pt x="10029" y="24852"/>
                  <a:pt x="8867" y="26990"/>
                </a:cubicBezTo>
                <a:cubicBezTo>
                  <a:pt x="7707" y="29127"/>
                  <a:pt x="7084" y="31367"/>
                  <a:pt x="6998" y="33707"/>
                </a:cubicBezTo>
                <a:cubicBezTo>
                  <a:pt x="6914" y="36048"/>
                  <a:pt x="7710" y="38384"/>
                  <a:pt x="9386" y="40715"/>
                </a:cubicBezTo>
                <a:cubicBezTo>
                  <a:pt x="11107" y="43107"/>
                  <a:pt x="13048" y="44641"/>
                  <a:pt x="15210" y="45318"/>
                </a:cubicBezTo>
                <a:cubicBezTo>
                  <a:pt x="17373" y="45996"/>
                  <a:pt x="19641" y="46110"/>
                  <a:pt x="22015" y="45659"/>
                </a:cubicBezTo>
                <a:cubicBezTo>
                  <a:pt x="24389" y="45208"/>
                  <a:pt x="26795" y="44315"/>
                  <a:pt x="29232" y="42982"/>
                </a:cubicBezTo>
                <a:cubicBezTo>
                  <a:pt x="31669" y="41648"/>
                  <a:pt x="34022" y="40165"/>
                  <a:pt x="36292" y="385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Text n">
            <a:extLst xmlns:a="http://schemas.openxmlformats.org/drawingml/2006/main">
              <a:ext uri="{FF2B5EF4-FFF2-40B4-BE49-F238E27FC236}">
                <a16:creationId xmlns:a16="http://schemas.microsoft.com/office/drawing/2014/main" id="{E5776AAA-0598-43AF-A25F-3D06705A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2914" y="789839"/>
            <a:ext cx="68512" cy="77956"/>
          </a:xfrm>
          <a:custGeom xmlns:a="http://schemas.openxmlformats.org/drawingml/2006/main">
            <a:pathLst>
              <a:path w="68512" h="77956">
                <a:moveTo>
                  <a:pt x="22569" y="35957"/>
                </a:moveTo>
                <a:cubicBezTo>
                  <a:pt x="21036" y="37061"/>
                  <a:pt x="19769" y="38017"/>
                  <a:pt x="18771" y="38828"/>
                </a:cubicBezTo>
                <a:cubicBezTo>
                  <a:pt x="17773" y="39639"/>
                  <a:pt x="17035" y="40426"/>
                  <a:pt x="16559" y="41187"/>
                </a:cubicBezTo>
                <a:cubicBezTo>
                  <a:pt x="16083" y="41948"/>
                  <a:pt x="15893" y="42783"/>
                  <a:pt x="15988" y="43692"/>
                </a:cubicBezTo>
                <a:cubicBezTo>
                  <a:pt x="16083" y="44600"/>
                  <a:pt x="16458" y="45703"/>
                  <a:pt x="17111" y="47001"/>
                </a:cubicBezTo>
                <a:cubicBezTo>
                  <a:pt x="17315" y="47412"/>
                  <a:pt x="17345" y="47809"/>
                  <a:pt x="17201" y="48192"/>
                </a:cubicBezTo>
                <a:cubicBezTo>
                  <a:pt x="17058" y="48575"/>
                  <a:pt x="16802" y="48899"/>
                  <a:pt x="16435" y="49163"/>
                </a:cubicBezTo>
                <a:cubicBezTo>
                  <a:pt x="16128" y="49384"/>
                  <a:pt x="15770" y="49501"/>
                  <a:pt x="15361" y="49516"/>
                </a:cubicBezTo>
                <a:cubicBezTo>
                  <a:pt x="14953" y="49530"/>
                  <a:pt x="14616" y="49353"/>
                  <a:pt x="14351" y="48985"/>
                </a:cubicBezTo>
                <a:cubicBezTo>
                  <a:pt x="13911" y="48372"/>
                  <a:pt x="13191" y="47145"/>
                  <a:pt x="12193" y="45303"/>
                </a:cubicBezTo>
                <a:cubicBezTo>
                  <a:pt x="11194" y="43462"/>
                  <a:pt x="10034" y="41622"/>
                  <a:pt x="8710" y="39783"/>
                </a:cubicBezTo>
                <a:cubicBezTo>
                  <a:pt x="7299" y="37820"/>
                  <a:pt x="5825" y="35996"/>
                  <a:pt x="4287" y="34311"/>
                </a:cubicBezTo>
                <a:cubicBezTo>
                  <a:pt x="2749" y="32626"/>
                  <a:pt x="1406" y="30986"/>
                  <a:pt x="259" y="29391"/>
                </a:cubicBezTo>
                <a:cubicBezTo>
                  <a:pt x="39" y="29084"/>
                  <a:pt x="0" y="28739"/>
                  <a:pt x="143" y="28356"/>
                </a:cubicBezTo>
                <a:cubicBezTo>
                  <a:pt x="288" y="27974"/>
                  <a:pt x="513" y="27673"/>
                  <a:pt x="820" y="27452"/>
                </a:cubicBezTo>
                <a:cubicBezTo>
                  <a:pt x="1188" y="27188"/>
                  <a:pt x="1576" y="27048"/>
                  <a:pt x="1984" y="27033"/>
                </a:cubicBezTo>
                <a:cubicBezTo>
                  <a:pt x="2392" y="27019"/>
                  <a:pt x="2760" y="27174"/>
                  <a:pt x="3086" y="27499"/>
                </a:cubicBezTo>
                <a:cubicBezTo>
                  <a:pt x="4372" y="28899"/>
                  <a:pt x="5466" y="29903"/>
                  <a:pt x="6367" y="30510"/>
                </a:cubicBezTo>
                <a:cubicBezTo>
                  <a:pt x="7270" y="31118"/>
                  <a:pt x="8171" y="31400"/>
                  <a:pt x="9071" y="31358"/>
                </a:cubicBezTo>
                <a:cubicBezTo>
                  <a:pt x="9971" y="31315"/>
                  <a:pt x="10934" y="30972"/>
                  <a:pt x="11958" y="30327"/>
                </a:cubicBezTo>
                <a:cubicBezTo>
                  <a:pt x="12984" y="29683"/>
                  <a:pt x="14264" y="28809"/>
                  <a:pt x="15798" y="27706"/>
                </a:cubicBezTo>
                <a:lnTo>
                  <a:pt x="27388" y="19370"/>
                </a:lnTo>
                <a:cubicBezTo>
                  <a:pt x="30393" y="17209"/>
                  <a:pt x="32870" y="15381"/>
                  <a:pt x="34819" y="13886"/>
                </a:cubicBezTo>
                <a:cubicBezTo>
                  <a:pt x="36768" y="12391"/>
                  <a:pt x="38193" y="11041"/>
                  <a:pt x="39094" y="9836"/>
                </a:cubicBezTo>
                <a:cubicBezTo>
                  <a:pt x="39995" y="8629"/>
                  <a:pt x="40389" y="7462"/>
                  <a:pt x="40275" y="6334"/>
                </a:cubicBezTo>
                <a:cubicBezTo>
                  <a:pt x="40162" y="5206"/>
                  <a:pt x="39576" y="3906"/>
                  <a:pt x="38518" y="2434"/>
                </a:cubicBezTo>
                <a:cubicBezTo>
                  <a:pt x="38253" y="2066"/>
                  <a:pt x="38166" y="1686"/>
                  <a:pt x="38256" y="1295"/>
                </a:cubicBezTo>
                <a:cubicBezTo>
                  <a:pt x="38348" y="904"/>
                  <a:pt x="38547" y="599"/>
                  <a:pt x="38853" y="378"/>
                </a:cubicBezTo>
                <a:cubicBezTo>
                  <a:pt x="39221" y="113"/>
                  <a:pt x="39605" y="0"/>
                  <a:pt x="40004" y="38"/>
                </a:cubicBezTo>
                <a:cubicBezTo>
                  <a:pt x="40404" y="77"/>
                  <a:pt x="40736" y="280"/>
                  <a:pt x="41001" y="648"/>
                </a:cubicBezTo>
                <a:cubicBezTo>
                  <a:pt x="41839" y="1813"/>
                  <a:pt x="43246" y="3383"/>
                  <a:pt x="45224" y="5356"/>
                </a:cubicBezTo>
                <a:cubicBezTo>
                  <a:pt x="47203" y="7330"/>
                  <a:pt x="49367" y="9240"/>
                  <a:pt x="51717" y="11086"/>
                </a:cubicBezTo>
                <a:cubicBezTo>
                  <a:pt x="52581" y="11767"/>
                  <a:pt x="52875" y="12532"/>
                  <a:pt x="52601" y="13381"/>
                </a:cubicBezTo>
                <a:cubicBezTo>
                  <a:pt x="52327" y="14230"/>
                  <a:pt x="51822" y="14919"/>
                  <a:pt x="51087" y="15448"/>
                </a:cubicBezTo>
                <a:lnTo>
                  <a:pt x="47408" y="18094"/>
                </a:lnTo>
                <a:cubicBezTo>
                  <a:pt x="47285" y="18182"/>
                  <a:pt x="47241" y="18283"/>
                  <a:pt x="47276" y="18397"/>
                </a:cubicBezTo>
                <a:cubicBezTo>
                  <a:pt x="47311" y="18511"/>
                  <a:pt x="47413" y="18555"/>
                  <a:pt x="47580" y="18528"/>
                </a:cubicBezTo>
                <a:cubicBezTo>
                  <a:pt x="48563" y="18472"/>
                  <a:pt x="49744" y="18530"/>
                  <a:pt x="51123" y="18702"/>
                </a:cubicBezTo>
                <a:cubicBezTo>
                  <a:pt x="52502" y="18873"/>
                  <a:pt x="53945" y="19230"/>
                  <a:pt x="55453" y="19774"/>
                </a:cubicBezTo>
                <a:cubicBezTo>
                  <a:pt x="56961" y="20318"/>
                  <a:pt x="58446" y="21088"/>
                  <a:pt x="59906" y="22084"/>
                </a:cubicBezTo>
                <a:cubicBezTo>
                  <a:pt x="61368" y="23080"/>
                  <a:pt x="62694" y="24406"/>
                  <a:pt x="63885" y="26062"/>
                </a:cubicBezTo>
                <a:cubicBezTo>
                  <a:pt x="67193" y="30662"/>
                  <a:pt x="68512" y="35180"/>
                  <a:pt x="67841" y="39617"/>
                </a:cubicBezTo>
                <a:cubicBezTo>
                  <a:pt x="67170" y="44054"/>
                  <a:pt x="63984" y="48324"/>
                  <a:pt x="58281" y="52425"/>
                </a:cubicBezTo>
                <a:lnTo>
                  <a:pt x="42550" y="63739"/>
                </a:lnTo>
                <a:cubicBezTo>
                  <a:pt x="40894" y="64931"/>
                  <a:pt x="39577" y="65947"/>
                  <a:pt x="38601" y="66788"/>
                </a:cubicBezTo>
                <a:cubicBezTo>
                  <a:pt x="37624" y="67630"/>
                  <a:pt x="36935" y="68451"/>
                  <a:pt x="36534" y="69250"/>
                </a:cubicBezTo>
                <a:cubicBezTo>
                  <a:pt x="36133" y="70051"/>
                  <a:pt x="36017" y="70926"/>
                  <a:pt x="36187" y="71875"/>
                </a:cubicBezTo>
                <a:cubicBezTo>
                  <a:pt x="36357" y="72822"/>
                  <a:pt x="36814" y="74007"/>
                  <a:pt x="37555" y="75427"/>
                </a:cubicBezTo>
                <a:cubicBezTo>
                  <a:pt x="37759" y="75838"/>
                  <a:pt x="37789" y="76235"/>
                  <a:pt x="37645" y="76617"/>
                </a:cubicBezTo>
                <a:cubicBezTo>
                  <a:pt x="37501" y="77000"/>
                  <a:pt x="37245" y="77324"/>
                  <a:pt x="36878" y="77588"/>
                </a:cubicBezTo>
                <a:cubicBezTo>
                  <a:pt x="36571" y="77809"/>
                  <a:pt x="36213" y="77926"/>
                  <a:pt x="35804" y="77940"/>
                </a:cubicBezTo>
                <a:cubicBezTo>
                  <a:pt x="35396" y="77956"/>
                  <a:pt x="35060" y="77779"/>
                  <a:pt x="34796" y="77412"/>
                </a:cubicBezTo>
                <a:cubicBezTo>
                  <a:pt x="34222" y="76614"/>
                  <a:pt x="33392" y="75233"/>
                  <a:pt x="32306" y="73269"/>
                </a:cubicBezTo>
                <a:cubicBezTo>
                  <a:pt x="31219" y="71306"/>
                  <a:pt x="30014" y="69404"/>
                  <a:pt x="28691" y="67564"/>
                </a:cubicBezTo>
                <a:cubicBezTo>
                  <a:pt x="27280" y="65602"/>
                  <a:pt x="25827" y="63808"/>
                  <a:pt x="24334" y="62184"/>
                </a:cubicBezTo>
                <a:cubicBezTo>
                  <a:pt x="22840" y="60560"/>
                  <a:pt x="21674" y="59166"/>
                  <a:pt x="20836" y="58001"/>
                </a:cubicBezTo>
                <a:cubicBezTo>
                  <a:pt x="20615" y="57694"/>
                  <a:pt x="20576" y="57349"/>
                  <a:pt x="20720" y="56966"/>
                </a:cubicBezTo>
                <a:cubicBezTo>
                  <a:pt x="20864" y="56585"/>
                  <a:pt x="21090" y="56283"/>
                  <a:pt x="21396" y="56062"/>
                </a:cubicBezTo>
                <a:cubicBezTo>
                  <a:pt x="21764" y="55798"/>
                  <a:pt x="22152" y="55658"/>
                  <a:pt x="22560" y="55643"/>
                </a:cubicBezTo>
                <a:cubicBezTo>
                  <a:pt x="22969" y="55629"/>
                  <a:pt x="23336" y="55784"/>
                  <a:pt x="23661" y="56108"/>
                </a:cubicBezTo>
                <a:cubicBezTo>
                  <a:pt x="24816" y="57325"/>
                  <a:pt x="25831" y="58153"/>
                  <a:pt x="26705" y="58593"/>
                </a:cubicBezTo>
                <a:cubicBezTo>
                  <a:pt x="27580" y="59034"/>
                  <a:pt x="28461" y="59192"/>
                  <a:pt x="29347" y="59066"/>
                </a:cubicBezTo>
                <a:cubicBezTo>
                  <a:pt x="30235" y="58940"/>
                  <a:pt x="31176" y="58566"/>
                  <a:pt x="32169" y="57943"/>
                </a:cubicBezTo>
                <a:cubicBezTo>
                  <a:pt x="33164" y="57321"/>
                  <a:pt x="34367" y="56503"/>
                  <a:pt x="35779" y="55488"/>
                </a:cubicBezTo>
                <a:lnTo>
                  <a:pt x="49761" y="45432"/>
                </a:lnTo>
                <a:cubicBezTo>
                  <a:pt x="51295" y="44329"/>
                  <a:pt x="52784" y="43165"/>
                  <a:pt x="54228" y="41940"/>
                </a:cubicBezTo>
                <a:cubicBezTo>
                  <a:pt x="55673" y="40715"/>
                  <a:pt x="56810" y="39385"/>
                  <a:pt x="57640" y="37951"/>
                </a:cubicBezTo>
                <a:cubicBezTo>
                  <a:pt x="58471" y="36517"/>
                  <a:pt x="58909" y="34992"/>
                  <a:pt x="58956" y="33375"/>
                </a:cubicBezTo>
                <a:cubicBezTo>
                  <a:pt x="59004" y="31759"/>
                  <a:pt x="58366" y="30031"/>
                  <a:pt x="57043" y="28192"/>
                </a:cubicBezTo>
                <a:cubicBezTo>
                  <a:pt x="55719" y="26352"/>
                  <a:pt x="54270" y="24951"/>
                  <a:pt x="52694" y="23990"/>
                </a:cubicBezTo>
                <a:cubicBezTo>
                  <a:pt x="51120" y="23030"/>
                  <a:pt x="49500" y="22427"/>
                  <a:pt x="47835" y="22182"/>
                </a:cubicBezTo>
                <a:cubicBezTo>
                  <a:pt x="46170" y="21937"/>
                  <a:pt x="44501" y="22044"/>
                  <a:pt x="42830" y="22502"/>
                </a:cubicBezTo>
                <a:cubicBezTo>
                  <a:pt x="41159" y="22960"/>
                  <a:pt x="39587" y="23718"/>
                  <a:pt x="38115" y="24777"/>
                </a:cubicBezTo>
                <a:lnTo>
                  <a:pt x="22569" y="35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Text t">
            <a:extLst xmlns:a="http://schemas.openxmlformats.org/drawingml/2006/main">
              <a:ext uri="{FF2B5EF4-FFF2-40B4-BE49-F238E27FC236}">
                <a16:creationId xmlns:a16="http://schemas.microsoft.com/office/drawing/2014/main" id="{E303EF92-0E44-4E34-948F-C0D7997D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312" y="843272"/>
            <a:ext cx="54749" cy="54454"/>
          </a:xfrm>
          <a:custGeom xmlns:a="http://schemas.openxmlformats.org/drawingml/2006/main">
            <a:pathLst>
              <a:path w="54749" h="54454">
                <a:moveTo>
                  <a:pt x="17283" y="33282"/>
                </a:moveTo>
                <a:cubicBezTo>
                  <a:pt x="13849" y="35752"/>
                  <a:pt x="11579" y="37966"/>
                  <a:pt x="10474" y="39923"/>
                </a:cubicBezTo>
                <a:cubicBezTo>
                  <a:pt x="9370" y="41880"/>
                  <a:pt x="9546" y="43871"/>
                  <a:pt x="11001" y="45895"/>
                </a:cubicBezTo>
                <a:cubicBezTo>
                  <a:pt x="12016" y="47305"/>
                  <a:pt x="13189" y="48485"/>
                  <a:pt x="14521" y="49433"/>
                </a:cubicBezTo>
                <a:cubicBezTo>
                  <a:pt x="15855" y="50382"/>
                  <a:pt x="17010" y="51017"/>
                  <a:pt x="17986" y="51339"/>
                </a:cubicBezTo>
                <a:cubicBezTo>
                  <a:pt x="18241" y="51436"/>
                  <a:pt x="18411" y="51639"/>
                  <a:pt x="18496" y="51950"/>
                </a:cubicBezTo>
                <a:cubicBezTo>
                  <a:pt x="18580" y="52262"/>
                  <a:pt x="18581" y="52586"/>
                  <a:pt x="18498" y="52924"/>
                </a:cubicBezTo>
                <a:cubicBezTo>
                  <a:pt x="18416" y="53263"/>
                  <a:pt x="18285" y="53566"/>
                  <a:pt x="18106" y="53834"/>
                </a:cubicBezTo>
                <a:cubicBezTo>
                  <a:pt x="17928" y="54103"/>
                  <a:pt x="17702" y="54243"/>
                  <a:pt x="17430" y="54253"/>
                </a:cubicBezTo>
                <a:cubicBezTo>
                  <a:pt x="14691" y="54454"/>
                  <a:pt x="12250" y="53907"/>
                  <a:pt x="10108" y="52610"/>
                </a:cubicBezTo>
                <a:cubicBezTo>
                  <a:pt x="7965" y="51312"/>
                  <a:pt x="5990" y="49406"/>
                  <a:pt x="4181" y="46892"/>
                </a:cubicBezTo>
                <a:cubicBezTo>
                  <a:pt x="1182" y="42722"/>
                  <a:pt x="0" y="39106"/>
                  <a:pt x="635" y="36044"/>
                </a:cubicBezTo>
                <a:cubicBezTo>
                  <a:pt x="1270" y="32982"/>
                  <a:pt x="3581" y="30017"/>
                  <a:pt x="7568" y="27150"/>
                </a:cubicBezTo>
                <a:lnTo>
                  <a:pt x="31210" y="10146"/>
                </a:lnTo>
                <a:cubicBezTo>
                  <a:pt x="31946" y="9617"/>
                  <a:pt x="32506" y="9167"/>
                  <a:pt x="32891" y="8797"/>
                </a:cubicBezTo>
                <a:cubicBezTo>
                  <a:pt x="33277" y="8427"/>
                  <a:pt x="33451" y="8023"/>
                  <a:pt x="33414" y="7584"/>
                </a:cubicBezTo>
                <a:cubicBezTo>
                  <a:pt x="33378" y="7144"/>
                  <a:pt x="33121" y="6561"/>
                  <a:pt x="32645" y="5833"/>
                </a:cubicBezTo>
                <a:cubicBezTo>
                  <a:pt x="32169" y="5106"/>
                  <a:pt x="31468" y="4099"/>
                  <a:pt x="30542" y="2811"/>
                </a:cubicBezTo>
                <a:cubicBezTo>
                  <a:pt x="30409" y="2627"/>
                  <a:pt x="30482" y="2341"/>
                  <a:pt x="30762" y="1954"/>
                </a:cubicBezTo>
                <a:cubicBezTo>
                  <a:pt x="31042" y="1567"/>
                  <a:pt x="31385" y="1203"/>
                  <a:pt x="31792" y="864"/>
                </a:cubicBezTo>
                <a:cubicBezTo>
                  <a:pt x="32200" y="524"/>
                  <a:pt x="32631" y="283"/>
                  <a:pt x="33087" y="141"/>
                </a:cubicBezTo>
                <a:cubicBezTo>
                  <a:pt x="33544" y="0"/>
                  <a:pt x="33860" y="52"/>
                  <a:pt x="34037" y="297"/>
                </a:cubicBezTo>
                <a:cubicBezTo>
                  <a:pt x="35262" y="1742"/>
                  <a:pt x="36439" y="2895"/>
                  <a:pt x="37570" y="3756"/>
                </a:cubicBezTo>
                <a:cubicBezTo>
                  <a:pt x="38702" y="4617"/>
                  <a:pt x="39911" y="5166"/>
                  <a:pt x="41198" y="5404"/>
                </a:cubicBezTo>
                <a:cubicBezTo>
                  <a:pt x="42486" y="5642"/>
                  <a:pt x="43924" y="5538"/>
                  <a:pt x="45511" y="5094"/>
                </a:cubicBezTo>
                <a:cubicBezTo>
                  <a:pt x="47100" y="4650"/>
                  <a:pt x="49016" y="3853"/>
                  <a:pt x="51259" y="2704"/>
                </a:cubicBezTo>
                <a:cubicBezTo>
                  <a:pt x="51673" y="2501"/>
                  <a:pt x="52125" y="2548"/>
                  <a:pt x="52618" y="2845"/>
                </a:cubicBezTo>
                <a:cubicBezTo>
                  <a:pt x="53111" y="3142"/>
                  <a:pt x="53534" y="3536"/>
                  <a:pt x="53887" y="4026"/>
                </a:cubicBezTo>
                <a:cubicBezTo>
                  <a:pt x="54239" y="4517"/>
                  <a:pt x="54482" y="5016"/>
                  <a:pt x="54615" y="5525"/>
                </a:cubicBezTo>
                <a:cubicBezTo>
                  <a:pt x="54749" y="6034"/>
                  <a:pt x="54693" y="6377"/>
                  <a:pt x="54447" y="6553"/>
                </a:cubicBezTo>
                <a:lnTo>
                  <a:pt x="46536" y="12243"/>
                </a:lnTo>
                <a:cubicBezTo>
                  <a:pt x="45555" y="12949"/>
                  <a:pt x="45020" y="13403"/>
                  <a:pt x="44933" y="13605"/>
                </a:cubicBezTo>
                <a:cubicBezTo>
                  <a:pt x="44847" y="13808"/>
                  <a:pt x="45046" y="14246"/>
                  <a:pt x="45532" y="14921"/>
                </a:cubicBezTo>
                <a:lnTo>
                  <a:pt x="52412" y="24487"/>
                </a:lnTo>
                <a:cubicBezTo>
                  <a:pt x="52720" y="24917"/>
                  <a:pt x="52673" y="25369"/>
                  <a:pt x="52270" y="25845"/>
                </a:cubicBezTo>
                <a:cubicBezTo>
                  <a:pt x="51868" y="26320"/>
                  <a:pt x="51483" y="26690"/>
                  <a:pt x="51115" y="26955"/>
                </a:cubicBezTo>
                <a:cubicBezTo>
                  <a:pt x="50747" y="27219"/>
                  <a:pt x="50248" y="27462"/>
                  <a:pt x="49616" y="27684"/>
                </a:cubicBezTo>
                <a:cubicBezTo>
                  <a:pt x="48985" y="27906"/>
                  <a:pt x="48493" y="27772"/>
                  <a:pt x="48140" y="27280"/>
                </a:cubicBezTo>
                <a:lnTo>
                  <a:pt x="41061" y="17438"/>
                </a:lnTo>
                <a:cubicBezTo>
                  <a:pt x="40752" y="17008"/>
                  <a:pt x="40468" y="16840"/>
                  <a:pt x="40208" y="16933"/>
                </a:cubicBezTo>
                <a:cubicBezTo>
                  <a:pt x="39950" y="17026"/>
                  <a:pt x="39146" y="17558"/>
                  <a:pt x="37797" y="18528"/>
                </a:cubicBezTo>
                <a:lnTo>
                  <a:pt x="17283" y="332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Text r">
            <a:extLst xmlns:a="http://schemas.openxmlformats.org/drawingml/2006/main">
              <a:ext uri="{FF2B5EF4-FFF2-40B4-BE49-F238E27FC236}">
                <a16:creationId xmlns:a16="http://schemas.microsoft.com/office/drawing/2014/main" id="{372C9C25-82D8-4ED8-8DDE-4D7034A7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8" y="873443"/>
            <a:ext cx="65717" cy="55066"/>
          </a:xfrm>
          <a:custGeom xmlns:a="http://schemas.openxmlformats.org/drawingml/2006/main">
            <a:pathLst>
              <a:path w="65717" h="55066">
                <a:moveTo>
                  <a:pt x="23164" y="37446"/>
                </a:moveTo>
                <a:cubicBezTo>
                  <a:pt x="21630" y="38549"/>
                  <a:pt x="20375" y="39521"/>
                  <a:pt x="19399" y="40363"/>
                </a:cubicBezTo>
                <a:cubicBezTo>
                  <a:pt x="18423" y="41205"/>
                  <a:pt x="17796" y="42144"/>
                  <a:pt x="17517" y="43181"/>
                </a:cubicBezTo>
                <a:cubicBezTo>
                  <a:pt x="17240" y="44218"/>
                  <a:pt x="17336" y="45452"/>
                  <a:pt x="17806" y="46881"/>
                </a:cubicBezTo>
                <a:cubicBezTo>
                  <a:pt x="18277" y="48312"/>
                  <a:pt x="19214" y="50197"/>
                  <a:pt x="20617" y="52537"/>
                </a:cubicBezTo>
                <a:cubicBezTo>
                  <a:pt x="20821" y="52949"/>
                  <a:pt x="20851" y="53345"/>
                  <a:pt x="20707" y="53727"/>
                </a:cubicBezTo>
                <a:cubicBezTo>
                  <a:pt x="20563" y="54110"/>
                  <a:pt x="20307" y="54434"/>
                  <a:pt x="19940" y="54698"/>
                </a:cubicBezTo>
                <a:cubicBezTo>
                  <a:pt x="19633" y="54919"/>
                  <a:pt x="19275" y="55037"/>
                  <a:pt x="18866" y="55051"/>
                </a:cubicBezTo>
                <a:cubicBezTo>
                  <a:pt x="18458" y="55066"/>
                  <a:pt x="18122" y="54890"/>
                  <a:pt x="17858" y="54522"/>
                </a:cubicBezTo>
                <a:cubicBezTo>
                  <a:pt x="15961" y="51885"/>
                  <a:pt x="14392" y="49477"/>
                  <a:pt x="13152" y="47298"/>
                </a:cubicBezTo>
                <a:cubicBezTo>
                  <a:pt x="11911" y="45120"/>
                  <a:pt x="10628" y="43111"/>
                  <a:pt x="9305" y="41271"/>
                </a:cubicBezTo>
                <a:cubicBezTo>
                  <a:pt x="7894" y="39309"/>
                  <a:pt x="6386" y="37438"/>
                  <a:pt x="4782" y="35660"/>
                </a:cubicBezTo>
                <a:cubicBezTo>
                  <a:pt x="3178" y="33883"/>
                  <a:pt x="1670" y="32014"/>
                  <a:pt x="258" y="30051"/>
                </a:cubicBezTo>
                <a:cubicBezTo>
                  <a:pt x="38" y="29745"/>
                  <a:pt x="0" y="29401"/>
                  <a:pt x="143" y="29018"/>
                </a:cubicBezTo>
                <a:cubicBezTo>
                  <a:pt x="287" y="28635"/>
                  <a:pt x="512" y="28333"/>
                  <a:pt x="819" y="28113"/>
                </a:cubicBezTo>
                <a:cubicBezTo>
                  <a:pt x="1187" y="27848"/>
                  <a:pt x="1575" y="27709"/>
                  <a:pt x="1984" y="27694"/>
                </a:cubicBezTo>
                <a:cubicBezTo>
                  <a:pt x="2392" y="27680"/>
                  <a:pt x="2759" y="27835"/>
                  <a:pt x="3085" y="28159"/>
                </a:cubicBezTo>
                <a:cubicBezTo>
                  <a:pt x="4504" y="29744"/>
                  <a:pt x="5739" y="30879"/>
                  <a:pt x="6790" y="31564"/>
                </a:cubicBezTo>
                <a:cubicBezTo>
                  <a:pt x="7842" y="32250"/>
                  <a:pt x="8844" y="32577"/>
                  <a:pt x="9796" y="32543"/>
                </a:cubicBezTo>
                <a:cubicBezTo>
                  <a:pt x="10750" y="32509"/>
                  <a:pt x="11735" y="32196"/>
                  <a:pt x="12751" y="31605"/>
                </a:cubicBezTo>
                <a:cubicBezTo>
                  <a:pt x="13768" y="31014"/>
                  <a:pt x="14982" y="30211"/>
                  <a:pt x="16394" y="29196"/>
                </a:cubicBezTo>
                <a:lnTo>
                  <a:pt x="29824" y="19537"/>
                </a:lnTo>
                <a:cubicBezTo>
                  <a:pt x="32829" y="17375"/>
                  <a:pt x="35161" y="15605"/>
                  <a:pt x="36820" y="14224"/>
                </a:cubicBezTo>
                <a:cubicBezTo>
                  <a:pt x="38480" y="12844"/>
                  <a:pt x="39619" y="11582"/>
                  <a:pt x="40238" y="10439"/>
                </a:cubicBezTo>
                <a:cubicBezTo>
                  <a:pt x="40858" y="9296"/>
                  <a:pt x="40969" y="8123"/>
                  <a:pt x="40570" y="6920"/>
                </a:cubicBezTo>
                <a:cubicBezTo>
                  <a:pt x="40172" y="5719"/>
                  <a:pt x="39416" y="4215"/>
                  <a:pt x="38304" y="2410"/>
                </a:cubicBezTo>
                <a:cubicBezTo>
                  <a:pt x="38084" y="2104"/>
                  <a:pt x="38071" y="1764"/>
                  <a:pt x="38267" y="1391"/>
                </a:cubicBezTo>
                <a:cubicBezTo>
                  <a:pt x="38464" y="1017"/>
                  <a:pt x="38715" y="719"/>
                  <a:pt x="39022" y="498"/>
                </a:cubicBezTo>
                <a:cubicBezTo>
                  <a:pt x="39328" y="278"/>
                  <a:pt x="39690" y="135"/>
                  <a:pt x="40107" y="67"/>
                </a:cubicBezTo>
                <a:cubicBezTo>
                  <a:pt x="40525" y="0"/>
                  <a:pt x="40866" y="150"/>
                  <a:pt x="41130" y="518"/>
                </a:cubicBezTo>
                <a:cubicBezTo>
                  <a:pt x="42135" y="1657"/>
                  <a:pt x="43497" y="3259"/>
                  <a:pt x="45216" y="5325"/>
                </a:cubicBezTo>
                <a:cubicBezTo>
                  <a:pt x="46935" y="7393"/>
                  <a:pt x="48917" y="9340"/>
                  <a:pt x="51162" y="11168"/>
                </a:cubicBezTo>
                <a:cubicBezTo>
                  <a:pt x="52025" y="11850"/>
                  <a:pt x="52563" y="12534"/>
                  <a:pt x="52775" y="13219"/>
                </a:cubicBezTo>
                <a:cubicBezTo>
                  <a:pt x="52989" y="13903"/>
                  <a:pt x="52644" y="14523"/>
                  <a:pt x="51741" y="15079"/>
                </a:cubicBezTo>
                <a:lnTo>
                  <a:pt x="45721" y="19129"/>
                </a:lnTo>
                <a:cubicBezTo>
                  <a:pt x="45599" y="19217"/>
                  <a:pt x="45544" y="19303"/>
                  <a:pt x="45557" y="19386"/>
                </a:cubicBezTo>
                <a:cubicBezTo>
                  <a:pt x="45570" y="19470"/>
                  <a:pt x="45683" y="19529"/>
                  <a:pt x="45895" y="19562"/>
                </a:cubicBezTo>
                <a:cubicBezTo>
                  <a:pt x="49396" y="18998"/>
                  <a:pt x="52586" y="19100"/>
                  <a:pt x="55464" y="19868"/>
                </a:cubicBezTo>
                <a:cubicBezTo>
                  <a:pt x="58343" y="20636"/>
                  <a:pt x="60907" y="22583"/>
                  <a:pt x="63157" y="25710"/>
                </a:cubicBezTo>
                <a:cubicBezTo>
                  <a:pt x="65009" y="28287"/>
                  <a:pt x="65717" y="30662"/>
                  <a:pt x="65281" y="32836"/>
                </a:cubicBezTo>
                <a:cubicBezTo>
                  <a:pt x="64844" y="35011"/>
                  <a:pt x="63675" y="36783"/>
                  <a:pt x="61774" y="38150"/>
                </a:cubicBezTo>
                <a:cubicBezTo>
                  <a:pt x="60731" y="38900"/>
                  <a:pt x="59494" y="39185"/>
                  <a:pt x="58061" y="39006"/>
                </a:cubicBezTo>
                <a:cubicBezTo>
                  <a:pt x="56630" y="38825"/>
                  <a:pt x="55385" y="38000"/>
                  <a:pt x="54327" y="36529"/>
                </a:cubicBezTo>
                <a:cubicBezTo>
                  <a:pt x="53312" y="35118"/>
                  <a:pt x="52944" y="33893"/>
                  <a:pt x="53221" y="32856"/>
                </a:cubicBezTo>
                <a:cubicBezTo>
                  <a:pt x="53500" y="31820"/>
                  <a:pt x="54037" y="31015"/>
                  <a:pt x="54835" y="30441"/>
                </a:cubicBezTo>
                <a:cubicBezTo>
                  <a:pt x="55693" y="29824"/>
                  <a:pt x="56245" y="29170"/>
                  <a:pt x="56493" y="28480"/>
                </a:cubicBezTo>
                <a:cubicBezTo>
                  <a:pt x="56742" y="27789"/>
                  <a:pt x="56469" y="26892"/>
                  <a:pt x="55675" y="25788"/>
                </a:cubicBezTo>
                <a:cubicBezTo>
                  <a:pt x="54837" y="24623"/>
                  <a:pt x="53693" y="23841"/>
                  <a:pt x="52243" y="23441"/>
                </a:cubicBezTo>
                <a:cubicBezTo>
                  <a:pt x="50793" y="23042"/>
                  <a:pt x="49303" y="22880"/>
                  <a:pt x="47775" y="22955"/>
                </a:cubicBezTo>
                <a:cubicBezTo>
                  <a:pt x="46247" y="23030"/>
                  <a:pt x="44799" y="23281"/>
                  <a:pt x="43430" y="23707"/>
                </a:cubicBezTo>
                <a:cubicBezTo>
                  <a:pt x="42062" y="24133"/>
                  <a:pt x="41072" y="24566"/>
                  <a:pt x="40459" y="25007"/>
                </a:cubicBezTo>
                <a:lnTo>
                  <a:pt x="23164" y="374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" name="Text a">
            <a:extLst xmlns:a="http://schemas.openxmlformats.org/drawingml/2006/main">
              <a:ext uri="{FF2B5EF4-FFF2-40B4-BE49-F238E27FC236}">
                <a16:creationId xmlns:a16="http://schemas.microsoft.com/office/drawing/2014/main" id="{E03CABEB-568A-4576-A44B-CED6D5CF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830" y="917176"/>
            <a:ext cx="57230" cy="62199"/>
          </a:xfrm>
          <a:custGeom xmlns:a="http://schemas.openxmlformats.org/drawingml/2006/main">
            <a:pathLst>
              <a:path w="57230" h="62199">
                <a:moveTo>
                  <a:pt x="33207" y="34525"/>
                </a:moveTo>
                <a:cubicBezTo>
                  <a:pt x="33882" y="34040"/>
                  <a:pt x="34274" y="33711"/>
                  <a:pt x="34383" y="33539"/>
                </a:cubicBezTo>
                <a:cubicBezTo>
                  <a:pt x="34493" y="33368"/>
                  <a:pt x="34459" y="33159"/>
                  <a:pt x="34283" y="32914"/>
                </a:cubicBezTo>
                <a:cubicBezTo>
                  <a:pt x="30237" y="28194"/>
                  <a:pt x="26499" y="25229"/>
                  <a:pt x="23069" y="24020"/>
                </a:cubicBezTo>
                <a:cubicBezTo>
                  <a:pt x="19641" y="22811"/>
                  <a:pt x="16608" y="23155"/>
                  <a:pt x="13971" y="25051"/>
                </a:cubicBezTo>
                <a:cubicBezTo>
                  <a:pt x="12131" y="26375"/>
                  <a:pt x="10914" y="27948"/>
                  <a:pt x="10317" y="29773"/>
                </a:cubicBezTo>
                <a:cubicBezTo>
                  <a:pt x="9722" y="31597"/>
                  <a:pt x="10197" y="33582"/>
                  <a:pt x="11740" y="35729"/>
                </a:cubicBezTo>
                <a:cubicBezTo>
                  <a:pt x="12755" y="37139"/>
                  <a:pt x="14100" y="38427"/>
                  <a:pt x="15777" y="39594"/>
                </a:cubicBezTo>
                <a:cubicBezTo>
                  <a:pt x="17454" y="40761"/>
                  <a:pt x="19254" y="41582"/>
                  <a:pt x="21179" y="42059"/>
                </a:cubicBezTo>
                <a:cubicBezTo>
                  <a:pt x="22022" y="42197"/>
                  <a:pt x="22689" y="42089"/>
                  <a:pt x="23181" y="41736"/>
                </a:cubicBezTo>
                <a:lnTo>
                  <a:pt x="33207" y="34525"/>
                </a:lnTo>
                <a:moveTo>
                  <a:pt x="30320" y="49723"/>
                </a:moveTo>
                <a:cubicBezTo>
                  <a:pt x="28173" y="51267"/>
                  <a:pt x="26814" y="52547"/>
                  <a:pt x="26241" y="53563"/>
                </a:cubicBezTo>
                <a:cubicBezTo>
                  <a:pt x="25670" y="54579"/>
                  <a:pt x="25803" y="55670"/>
                  <a:pt x="26641" y="56835"/>
                </a:cubicBezTo>
                <a:cubicBezTo>
                  <a:pt x="27126" y="57510"/>
                  <a:pt x="27600" y="58006"/>
                  <a:pt x="28062" y="58324"/>
                </a:cubicBezTo>
                <a:cubicBezTo>
                  <a:pt x="28524" y="58643"/>
                  <a:pt x="29287" y="59025"/>
                  <a:pt x="30351" y="59470"/>
                </a:cubicBezTo>
                <a:cubicBezTo>
                  <a:pt x="30606" y="59566"/>
                  <a:pt x="30749" y="59765"/>
                  <a:pt x="30781" y="60068"/>
                </a:cubicBezTo>
                <a:cubicBezTo>
                  <a:pt x="30813" y="60371"/>
                  <a:pt x="30776" y="60677"/>
                  <a:pt x="30671" y="60984"/>
                </a:cubicBezTo>
                <a:cubicBezTo>
                  <a:pt x="30567" y="61292"/>
                  <a:pt x="30399" y="61575"/>
                  <a:pt x="30166" y="61834"/>
                </a:cubicBezTo>
                <a:cubicBezTo>
                  <a:pt x="29935" y="62095"/>
                  <a:pt x="29661" y="62199"/>
                  <a:pt x="29346" y="62148"/>
                </a:cubicBezTo>
                <a:cubicBezTo>
                  <a:pt x="24744" y="61829"/>
                  <a:pt x="21273" y="60044"/>
                  <a:pt x="18935" y="56793"/>
                </a:cubicBezTo>
                <a:cubicBezTo>
                  <a:pt x="17656" y="55015"/>
                  <a:pt x="17040" y="53155"/>
                  <a:pt x="17085" y="51214"/>
                </a:cubicBezTo>
                <a:cubicBezTo>
                  <a:pt x="17132" y="49274"/>
                  <a:pt x="17579" y="47534"/>
                  <a:pt x="18427" y="45994"/>
                </a:cubicBezTo>
                <a:cubicBezTo>
                  <a:pt x="18644" y="45650"/>
                  <a:pt x="18542" y="45444"/>
                  <a:pt x="18120" y="45375"/>
                </a:cubicBezTo>
                <a:cubicBezTo>
                  <a:pt x="15563" y="44795"/>
                  <a:pt x="13064" y="43778"/>
                  <a:pt x="10622" y="42323"/>
                </a:cubicBezTo>
                <a:cubicBezTo>
                  <a:pt x="8181" y="40869"/>
                  <a:pt x="5814" y="38548"/>
                  <a:pt x="3521" y="35360"/>
                </a:cubicBezTo>
                <a:cubicBezTo>
                  <a:pt x="1006" y="31864"/>
                  <a:pt x="0" y="28492"/>
                  <a:pt x="502" y="25246"/>
                </a:cubicBezTo>
                <a:cubicBezTo>
                  <a:pt x="1006" y="22000"/>
                  <a:pt x="2975" y="19142"/>
                  <a:pt x="6409" y="16672"/>
                </a:cubicBezTo>
                <a:cubicBezTo>
                  <a:pt x="10825" y="13496"/>
                  <a:pt x="15691" y="13114"/>
                  <a:pt x="21008" y="15525"/>
                </a:cubicBezTo>
                <a:cubicBezTo>
                  <a:pt x="26324" y="17936"/>
                  <a:pt x="31805" y="23066"/>
                  <a:pt x="37450" y="30915"/>
                </a:cubicBezTo>
                <a:cubicBezTo>
                  <a:pt x="37538" y="31038"/>
                  <a:pt x="37758" y="31019"/>
                  <a:pt x="38108" y="30859"/>
                </a:cubicBezTo>
                <a:cubicBezTo>
                  <a:pt x="38460" y="30700"/>
                  <a:pt x="39187" y="30224"/>
                  <a:pt x="40290" y="29431"/>
                </a:cubicBezTo>
                <a:lnTo>
                  <a:pt x="42775" y="27644"/>
                </a:lnTo>
                <a:cubicBezTo>
                  <a:pt x="44308" y="26541"/>
                  <a:pt x="45661" y="25382"/>
                  <a:pt x="46834" y="24167"/>
                </a:cubicBezTo>
                <a:cubicBezTo>
                  <a:pt x="48007" y="22951"/>
                  <a:pt x="48890" y="21688"/>
                  <a:pt x="49482" y="20377"/>
                </a:cubicBezTo>
                <a:cubicBezTo>
                  <a:pt x="50075" y="19068"/>
                  <a:pt x="50288" y="17682"/>
                  <a:pt x="50121" y="16220"/>
                </a:cubicBezTo>
                <a:cubicBezTo>
                  <a:pt x="49954" y="14759"/>
                  <a:pt x="49320" y="13261"/>
                  <a:pt x="48216" y="11727"/>
                </a:cubicBezTo>
                <a:cubicBezTo>
                  <a:pt x="46584" y="9458"/>
                  <a:pt x="44816" y="7938"/>
                  <a:pt x="42912" y="7168"/>
                </a:cubicBezTo>
                <a:cubicBezTo>
                  <a:pt x="41009" y="6397"/>
                  <a:pt x="39352" y="6519"/>
                  <a:pt x="37942" y="7533"/>
                </a:cubicBezTo>
                <a:cubicBezTo>
                  <a:pt x="37267" y="8018"/>
                  <a:pt x="36762" y="8707"/>
                  <a:pt x="36426" y="9598"/>
                </a:cubicBezTo>
                <a:cubicBezTo>
                  <a:pt x="36091" y="10491"/>
                  <a:pt x="35587" y="11180"/>
                  <a:pt x="34912" y="11665"/>
                </a:cubicBezTo>
                <a:cubicBezTo>
                  <a:pt x="34053" y="12283"/>
                  <a:pt x="32916" y="12449"/>
                  <a:pt x="31501" y="12163"/>
                </a:cubicBezTo>
                <a:cubicBezTo>
                  <a:pt x="30086" y="11878"/>
                  <a:pt x="28938" y="11123"/>
                  <a:pt x="28056" y="9897"/>
                </a:cubicBezTo>
                <a:cubicBezTo>
                  <a:pt x="26865" y="8241"/>
                  <a:pt x="26460" y="6740"/>
                  <a:pt x="26842" y="5395"/>
                </a:cubicBezTo>
                <a:cubicBezTo>
                  <a:pt x="27225" y="4051"/>
                  <a:pt x="28060" y="2915"/>
                  <a:pt x="29348" y="1989"/>
                </a:cubicBezTo>
                <a:cubicBezTo>
                  <a:pt x="30881" y="887"/>
                  <a:pt x="32646" y="268"/>
                  <a:pt x="34644" y="134"/>
                </a:cubicBezTo>
                <a:cubicBezTo>
                  <a:pt x="36642" y="0"/>
                  <a:pt x="38660" y="316"/>
                  <a:pt x="40699" y="1082"/>
                </a:cubicBezTo>
                <a:cubicBezTo>
                  <a:pt x="42739" y="1848"/>
                  <a:pt x="44756" y="3003"/>
                  <a:pt x="46749" y="4546"/>
                </a:cubicBezTo>
                <a:cubicBezTo>
                  <a:pt x="48744" y="6090"/>
                  <a:pt x="50514" y="7936"/>
                  <a:pt x="52058" y="10082"/>
                </a:cubicBezTo>
                <a:cubicBezTo>
                  <a:pt x="55586" y="14988"/>
                  <a:pt x="57230" y="19667"/>
                  <a:pt x="56990" y="24121"/>
                </a:cubicBezTo>
                <a:cubicBezTo>
                  <a:pt x="56749" y="28574"/>
                  <a:pt x="53992" y="32698"/>
                  <a:pt x="48718" y="36491"/>
                </a:cubicBezTo>
                <a:lnTo>
                  <a:pt x="30320" y="497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Text s">
            <a:extLst xmlns:a="http://schemas.openxmlformats.org/drawingml/2006/main">
              <a:ext uri="{FF2B5EF4-FFF2-40B4-BE49-F238E27FC236}">
                <a16:creationId xmlns:a16="http://schemas.microsoft.com/office/drawing/2014/main" id="{D5FA6969-5C1D-47D7-A19F-B1B5B930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868" y="961358"/>
            <a:ext cx="63072" cy="51189"/>
          </a:xfrm>
          <a:custGeom xmlns:a="http://schemas.openxmlformats.org/drawingml/2006/main">
            <a:pathLst>
              <a:path w="63072" h="51189">
                <a:moveTo>
                  <a:pt x="62758" y="24065"/>
                </a:moveTo>
                <a:cubicBezTo>
                  <a:pt x="61951" y="24366"/>
                  <a:pt x="61002" y="24794"/>
                  <a:pt x="59910" y="25346"/>
                </a:cubicBezTo>
                <a:cubicBezTo>
                  <a:pt x="58818" y="25898"/>
                  <a:pt x="57721" y="26571"/>
                  <a:pt x="56617" y="27365"/>
                </a:cubicBezTo>
                <a:cubicBezTo>
                  <a:pt x="55451" y="28203"/>
                  <a:pt x="54262" y="29105"/>
                  <a:pt x="53048" y="30070"/>
                </a:cubicBezTo>
                <a:cubicBezTo>
                  <a:pt x="51836" y="31036"/>
                  <a:pt x="50892" y="31761"/>
                  <a:pt x="50217" y="32246"/>
                </a:cubicBezTo>
                <a:cubicBezTo>
                  <a:pt x="50033" y="32379"/>
                  <a:pt x="49791" y="32367"/>
                  <a:pt x="49493" y="32210"/>
                </a:cubicBezTo>
                <a:cubicBezTo>
                  <a:pt x="49194" y="32053"/>
                  <a:pt x="48918" y="31832"/>
                  <a:pt x="48667" y="31547"/>
                </a:cubicBezTo>
                <a:cubicBezTo>
                  <a:pt x="48417" y="31263"/>
                  <a:pt x="48249" y="30964"/>
                  <a:pt x="48164" y="30652"/>
                </a:cubicBezTo>
                <a:cubicBezTo>
                  <a:pt x="48079" y="30341"/>
                  <a:pt x="48107" y="30089"/>
                  <a:pt x="48248" y="29896"/>
                </a:cubicBezTo>
                <a:cubicBezTo>
                  <a:pt x="51012" y="26883"/>
                  <a:pt x="52717" y="23982"/>
                  <a:pt x="53362" y="21191"/>
                </a:cubicBezTo>
                <a:cubicBezTo>
                  <a:pt x="54008" y="18401"/>
                  <a:pt x="53118" y="15320"/>
                  <a:pt x="50692" y="11947"/>
                </a:cubicBezTo>
                <a:cubicBezTo>
                  <a:pt x="49060" y="9678"/>
                  <a:pt x="47147" y="8215"/>
                  <a:pt x="44954" y="7560"/>
                </a:cubicBezTo>
                <a:cubicBezTo>
                  <a:pt x="42761" y="6903"/>
                  <a:pt x="40714" y="7259"/>
                  <a:pt x="38812" y="8626"/>
                </a:cubicBezTo>
                <a:cubicBezTo>
                  <a:pt x="37218" y="9773"/>
                  <a:pt x="36433" y="11268"/>
                  <a:pt x="36455" y="13111"/>
                </a:cubicBezTo>
                <a:cubicBezTo>
                  <a:pt x="36480" y="14955"/>
                  <a:pt x="36851" y="17154"/>
                  <a:pt x="37571" y="19708"/>
                </a:cubicBezTo>
                <a:cubicBezTo>
                  <a:pt x="37882" y="20788"/>
                  <a:pt x="38237" y="22091"/>
                  <a:pt x="38637" y="23618"/>
                </a:cubicBezTo>
                <a:cubicBezTo>
                  <a:pt x="39037" y="25145"/>
                  <a:pt x="39349" y="26386"/>
                  <a:pt x="39572" y="27341"/>
                </a:cubicBezTo>
                <a:cubicBezTo>
                  <a:pt x="39982" y="29466"/>
                  <a:pt x="40285" y="31504"/>
                  <a:pt x="40480" y="33457"/>
                </a:cubicBezTo>
                <a:cubicBezTo>
                  <a:pt x="40675" y="35411"/>
                  <a:pt x="40600" y="37279"/>
                  <a:pt x="40254" y="39063"/>
                </a:cubicBezTo>
                <a:cubicBezTo>
                  <a:pt x="39910" y="40847"/>
                  <a:pt x="39272" y="42515"/>
                  <a:pt x="38342" y="44067"/>
                </a:cubicBezTo>
                <a:cubicBezTo>
                  <a:pt x="37411" y="45621"/>
                  <a:pt x="36057" y="47037"/>
                  <a:pt x="34278" y="48317"/>
                </a:cubicBezTo>
                <a:cubicBezTo>
                  <a:pt x="31948" y="49993"/>
                  <a:pt x="29648" y="50902"/>
                  <a:pt x="27378" y="51045"/>
                </a:cubicBezTo>
                <a:cubicBezTo>
                  <a:pt x="25109" y="51189"/>
                  <a:pt x="22948" y="50836"/>
                  <a:pt x="20894" y="49986"/>
                </a:cubicBezTo>
                <a:cubicBezTo>
                  <a:pt x="18841" y="49137"/>
                  <a:pt x="16894" y="47885"/>
                  <a:pt x="15054" y="46231"/>
                </a:cubicBezTo>
                <a:cubicBezTo>
                  <a:pt x="13213" y="44578"/>
                  <a:pt x="11609" y="42800"/>
                  <a:pt x="10242" y="40899"/>
                </a:cubicBezTo>
                <a:cubicBezTo>
                  <a:pt x="9095" y="39304"/>
                  <a:pt x="7999" y="37393"/>
                  <a:pt x="6956" y="35166"/>
                </a:cubicBezTo>
                <a:cubicBezTo>
                  <a:pt x="5912" y="32940"/>
                  <a:pt x="5199" y="30848"/>
                  <a:pt x="4815" y="28890"/>
                </a:cubicBezTo>
                <a:cubicBezTo>
                  <a:pt x="4673" y="28434"/>
                  <a:pt x="4336" y="28095"/>
                  <a:pt x="3804" y="27873"/>
                </a:cubicBezTo>
                <a:cubicBezTo>
                  <a:pt x="3272" y="27651"/>
                  <a:pt x="2625" y="27721"/>
                  <a:pt x="1862" y="28083"/>
                </a:cubicBezTo>
                <a:cubicBezTo>
                  <a:pt x="1677" y="28216"/>
                  <a:pt x="1456" y="28166"/>
                  <a:pt x="1196" y="27934"/>
                </a:cubicBezTo>
                <a:cubicBezTo>
                  <a:pt x="936" y="27702"/>
                  <a:pt x="695" y="27433"/>
                  <a:pt x="475" y="27126"/>
                </a:cubicBezTo>
                <a:cubicBezTo>
                  <a:pt x="298" y="26881"/>
                  <a:pt x="168" y="26602"/>
                  <a:pt x="85" y="26290"/>
                </a:cubicBezTo>
                <a:cubicBezTo>
                  <a:pt x="0" y="25979"/>
                  <a:pt x="49" y="25758"/>
                  <a:pt x="233" y="25626"/>
                </a:cubicBezTo>
                <a:cubicBezTo>
                  <a:pt x="724" y="25273"/>
                  <a:pt x="1443" y="24849"/>
                  <a:pt x="2389" y="24354"/>
                </a:cubicBezTo>
                <a:cubicBezTo>
                  <a:pt x="3336" y="23859"/>
                  <a:pt x="4178" y="23347"/>
                  <a:pt x="4913" y="22818"/>
                </a:cubicBezTo>
                <a:cubicBezTo>
                  <a:pt x="5650" y="22288"/>
                  <a:pt x="6429" y="21657"/>
                  <a:pt x="7252" y="20925"/>
                </a:cubicBezTo>
                <a:cubicBezTo>
                  <a:pt x="8075" y="20194"/>
                  <a:pt x="8882" y="19474"/>
                  <a:pt x="9674" y="18765"/>
                </a:cubicBezTo>
                <a:cubicBezTo>
                  <a:pt x="10468" y="18056"/>
                  <a:pt x="11179" y="17427"/>
                  <a:pt x="11810" y="16880"/>
                </a:cubicBezTo>
                <a:cubicBezTo>
                  <a:pt x="12440" y="16334"/>
                  <a:pt x="12909" y="15951"/>
                  <a:pt x="13216" y="15730"/>
                </a:cubicBezTo>
                <a:cubicBezTo>
                  <a:pt x="13462" y="15554"/>
                  <a:pt x="13734" y="15544"/>
                  <a:pt x="14033" y="15701"/>
                </a:cubicBezTo>
                <a:cubicBezTo>
                  <a:pt x="14331" y="15858"/>
                  <a:pt x="14606" y="16079"/>
                  <a:pt x="14856" y="16363"/>
                </a:cubicBezTo>
                <a:cubicBezTo>
                  <a:pt x="15108" y="16648"/>
                  <a:pt x="15287" y="16962"/>
                  <a:pt x="15394" y="17304"/>
                </a:cubicBezTo>
                <a:cubicBezTo>
                  <a:pt x="15500" y="17646"/>
                  <a:pt x="15454" y="17936"/>
                  <a:pt x="15253" y="18174"/>
                </a:cubicBezTo>
                <a:cubicBezTo>
                  <a:pt x="13782" y="19882"/>
                  <a:pt x="12615" y="21558"/>
                  <a:pt x="11750" y="23204"/>
                </a:cubicBezTo>
                <a:cubicBezTo>
                  <a:pt x="10887" y="24848"/>
                  <a:pt x="10359" y="26507"/>
                  <a:pt x="10166" y="28181"/>
                </a:cubicBezTo>
                <a:cubicBezTo>
                  <a:pt x="9974" y="29855"/>
                  <a:pt x="10166" y="31578"/>
                  <a:pt x="10742" y="33351"/>
                </a:cubicBezTo>
                <a:cubicBezTo>
                  <a:pt x="11319" y="35122"/>
                  <a:pt x="12336" y="37020"/>
                  <a:pt x="13791" y="39044"/>
                </a:cubicBezTo>
                <a:cubicBezTo>
                  <a:pt x="15379" y="41252"/>
                  <a:pt x="17282" y="42604"/>
                  <a:pt x="19501" y="43101"/>
                </a:cubicBezTo>
                <a:cubicBezTo>
                  <a:pt x="21721" y="43599"/>
                  <a:pt x="23934" y="43054"/>
                  <a:pt x="26142" y="41467"/>
                </a:cubicBezTo>
                <a:cubicBezTo>
                  <a:pt x="28104" y="40055"/>
                  <a:pt x="29156" y="38252"/>
                  <a:pt x="29297" y="36056"/>
                </a:cubicBezTo>
                <a:cubicBezTo>
                  <a:pt x="29441" y="33860"/>
                  <a:pt x="29280" y="31533"/>
                  <a:pt x="28816" y="29075"/>
                </a:cubicBezTo>
                <a:cubicBezTo>
                  <a:pt x="28566" y="27952"/>
                  <a:pt x="28305" y="26813"/>
                  <a:pt x="28033" y="25660"/>
                </a:cubicBezTo>
                <a:cubicBezTo>
                  <a:pt x="27762" y="24506"/>
                  <a:pt x="27479" y="23337"/>
                  <a:pt x="27185" y="22153"/>
                </a:cubicBezTo>
                <a:cubicBezTo>
                  <a:pt x="26767" y="20407"/>
                  <a:pt x="26375" y="18665"/>
                  <a:pt x="26008" y="16928"/>
                </a:cubicBezTo>
                <a:cubicBezTo>
                  <a:pt x="25643" y="15190"/>
                  <a:pt x="25526" y="13506"/>
                  <a:pt x="25657" y="11875"/>
                </a:cubicBezTo>
                <a:cubicBezTo>
                  <a:pt x="25788" y="10246"/>
                  <a:pt x="26277" y="8662"/>
                  <a:pt x="27124" y="7123"/>
                </a:cubicBezTo>
                <a:cubicBezTo>
                  <a:pt x="27971" y="5584"/>
                  <a:pt x="29345" y="4130"/>
                  <a:pt x="31247" y="2763"/>
                </a:cubicBezTo>
                <a:cubicBezTo>
                  <a:pt x="33454" y="1175"/>
                  <a:pt x="35666" y="305"/>
                  <a:pt x="37882" y="152"/>
                </a:cubicBezTo>
                <a:cubicBezTo>
                  <a:pt x="40100" y="0"/>
                  <a:pt x="42223" y="333"/>
                  <a:pt x="44253" y="1152"/>
                </a:cubicBezTo>
                <a:cubicBezTo>
                  <a:pt x="46285" y="1971"/>
                  <a:pt x="48177" y="3146"/>
                  <a:pt x="49930" y="4677"/>
                </a:cubicBezTo>
                <a:cubicBezTo>
                  <a:pt x="51683" y="6209"/>
                  <a:pt x="53199" y="7864"/>
                  <a:pt x="54478" y="9642"/>
                </a:cubicBezTo>
                <a:cubicBezTo>
                  <a:pt x="55713" y="11359"/>
                  <a:pt x="56605" y="13020"/>
                  <a:pt x="57155" y="14625"/>
                </a:cubicBezTo>
                <a:cubicBezTo>
                  <a:pt x="57705" y="16231"/>
                  <a:pt x="58032" y="18205"/>
                  <a:pt x="58136" y="20550"/>
                </a:cubicBezTo>
                <a:cubicBezTo>
                  <a:pt x="58190" y="20883"/>
                  <a:pt x="58436" y="21194"/>
                  <a:pt x="58876" y="21483"/>
                </a:cubicBezTo>
                <a:cubicBezTo>
                  <a:pt x="59316" y="21771"/>
                  <a:pt x="60054" y="21729"/>
                  <a:pt x="61089" y="21357"/>
                </a:cubicBezTo>
                <a:cubicBezTo>
                  <a:pt x="61379" y="21242"/>
                  <a:pt x="61664" y="21316"/>
                  <a:pt x="61945" y="21578"/>
                </a:cubicBezTo>
                <a:cubicBezTo>
                  <a:pt x="62227" y="21841"/>
                  <a:pt x="62463" y="22137"/>
                  <a:pt x="62653" y="22466"/>
                </a:cubicBezTo>
                <a:cubicBezTo>
                  <a:pt x="62844" y="22794"/>
                  <a:pt x="62966" y="23125"/>
                  <a:pt x="63019" y="23459"/>
                </a:cubicBezTo>
                <a:cubicBezTo>
                  <a:pt x="63072" y="23793"/>
                  <a:pt x="62985" y="23994"/>
                  <a:pt x="62758" y="240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Text t">
            <a:extLst xmlns:a="http://schemas.openxmlformats.org/drawingml/2006/main">
              <a:ext uri="{FF2B5EF4-FFF2-40B4-BE49-F238E27FC236}">
                <a16:creationId xmlns:a16="http://schemas.microsoft.com/office/drawing/2014/main" id="{346D3AF8-05D7-43C5-85A3-03F26167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6426" y="992208"/>
            <a:ext cx="54749" cy="54454"/>
          </a:xfrm>
          <a:custGeom xmlns:a="http://schemas.openxmlformats.org/drawingml/2006/main">
            <a:pathLst>
              <a:path w="54749" h="54454">
                <a:moveTo>
                  <a:pt x="17283" y="33282"/>
                </a:moveTo>
                <a:cubicBezTo>
                  <a:pt x="13849" y="35752"/>
                  <a:pt x="11579" y="37966"/>
                  <a:pt x="10474" y="39923"/>
                </a:cubicBezTo>
                <a:cubicBezTo>
                  <a:pt x="9370" y="41880"/>
                  <a:pt x="9546" y="43871"/>
                  <a:pt x="11001" y="45895"/>
                </a:cubicBezTo>
                <a:cubicBezTo>
                  <a:pt x="12016" y="47305"/>
                  <a:pt x="13189" y="48485"/>
                  <a:pt x="14521" y="49433"/>
                </a:cubicBezTo>
                <a:cubicBezTo>
                  <a:pt x="15855" y="50382"/>
                  <a:pt x="17010" y="51017"/>
                  <a:pt x="17986" y="51339"/>
                </a:cubicBezTo>
                <a:cubicBezTo>
                  <a:pt x="18241" y="51436"/>
                  <a:pt x="18411" y="51639"/>
                  <a:pt x="18496" y="51950"/>
                </a:cubicBezTo>
                <a:cubicBezTo>
                  <a:pt x="18580" y="52262"/>
                  <a:pt x="18581" y="52586"/>
                  <a:pt x="18498" y="52924"/>
                </a:cubicBezTo>
                <a:cubicBezTo>
                  <a:pt x="18416" y="53263"/>
                  <a:pt x="18285" y="53566"/>
                  <a:pt x="18106" y="53834"/>
                </a:cubicBezTo>
                <a:cubicBezTo>
                  <a:pt x="17928" y="54103"/>
                  <a:pt x="17702" y="54243"/>
                  <a:pt x="17430" y="54253"/>
                </a:cubicBezTo>
                <a:cubicBezTo>
                  <a:pt x="14691" y="54454"/>
                  <a:pt x="12250" y="53907"/>
                  <a:pt x="10108" y="52610"/>
                </a:cubicBezTo>
                <a:cubicBezTo>
                  <a:pt x="7965" y="51312"/>
                  <a:pt x="5990" y="49406"/>
                  <a:pt x="4181" y="46892"/>
                </a:cubicBezTo>
                <a:cubicBezTo>
                  <a:pt x="1182" y="42722"/>
                  <a:pt x="0" y="39106"/>
                  <a:pt x="635" y="36044"/>
                </a:cubicBezTo>
                <a:cubicBezTo>
                  <a:pt x="1270" y="32982"/>
                  <a:pt x="3581" y="30017"/>
                  <a:pt x="7568" y="27150"/>
                </a:cubicBezTo>
                <a:lnTo>
                  <a:pt x="31210" y="10146"/>
                </a:lnTo>
                <a:cubicBezTo>
                  <a:pt x="31946" y="9617"/>
                  <a:pt x="32506" y="9167"/>
                  <a:pt x="32891" y="8797"/>
                </a:cubicBezTo>
                <a:cubicBezTo>
                  <a:pt x="33277" y="8427"/>
                  <a:pt x="33451" y="8023"/>
                  <a:pt x="33414" y="7584"/>
                </a:cubicBezTo>
                <a:cubicBezTo>
                  <a:pt x="33378" y="7144"/>
                  <a:pt x="33121" y="6561"/>
                  <a:pt x="32645" y="5833"/>
                </a:cubicBezTo>
                <a:cubicBezTo>
                  <a:pt x="32169" y="5106"/>
                  <a:pt x="31468" y="4099"/>
                  <a:pt x="30542" y="2811"/>
                </a:cubicBezTo>
                <a:cubicBezTo>
                  <a:pt x="30409" y="2627"/>
                  <a:pt x="30482" y="2341"/>
                  <a:pt x="30762" y="1954"/>
                </a:cubicBezTo>
                <a:cubicBezTo>
                  <a:pt x="31042" y="1567"/>
                  <a:pt x="31385" y="1203"/>
                  <a:pt x="31792" y="864"/>
                </a:cubicBezTo>
                <a:cubicBezTo>
                  <a:pt x="32200" y="524"/>
                  <a:pt x="32631" y="283"/>
                  <a:pt x="33087" y="141"/>
                </a:cubicBezTo>
                <a:cubicBezTo>
                  <a:pt x="33544" y="0"/>
                  <a:pt x="33860" y="52"/>
                  <a:pt x="34037" y="297"/>
                </a:cubicBezTo>
                <a:cubicBezTo>
                  <a:pt x="35262" y="1742"/>
                  <a:pt x="36439" y="2895"/>
                  <a:pt x="37570" y="3756"/>
                </a:cubicBezTo>
                <a:cubicBezTo>
                  <a:pt x="38702" y="4617"/>
                  <a:pt x="39911" y="5166"/>
                  <a:pt x="41198" y="5404"/>
                </a:cubicBezTo>
                <a:cubicBezTo>
                  <a:pt x="42486" y="5642"/>
                  <a:pt x="43924" y="5538"/>
                  <a:pt x="45511" y="5094"/>
                </a:cubicBezTo>
                <a:cubicBezTo>
                  <a:pt x="47100" y="4650"/>
                  <a:pt x="49016" y="3853"/>
                  <a:pt x="51259" y="2704"/>
                </a:cubicBezTo>
                <a:cubicBezTo>
                  <a:pt x="51673" y="2501"/>
                  <a:pt x="52125" y="2548"/>
                  <a:pt x="52618" y="2845"/>
                </a:cubicBezTo>
                <a:cubicBezTo>
                  <a:pt x="53111" y="3142"/>
                  <a:pt x="53534" y="3536"/>
                  <a:pt x="53887" y="4026"/>
                </a:cubicBezTo>
                <a:cubicBezTo>
                  <a:pt x="54239" y="4517"/>
                  <a:pt x="54482" y="5016"/>
                  <a:pt x="54615" y="5525"/>
                </a:cubicBezTo>
                <a:cubicBezTo>
                  <a:pt x="54749" y="6034"/>
                  <a:pt x="54693" y="6377"/>
                  <a:pt x="54447" y="6553"/>
                </a:cubicBezTo>
                <a:lnTo>
                  <a:pt x="46536" y="12243"/>
                </a:lnTo>
                <a:cubicBezTo>
                  <a:pt x="45555" y="12949"/>
                  <a:pt x="45020" y="13403"/>
                  <a:pt x="44933" y="13605"/>
                </a:cubicBezTo>
                <a:cubicBezTo>
                  <a:pt x="44847" y="13808"/>
                  <a:pt x="45046" y="14246"/>
                  <a:pt x="45532" y="14921"/>
                </a:cubicBezTo>
                <a:lnTo>
                  <a:pt x="52412" y="24487"/>
                </a:lnTo>
                <a:cubicBezTo>
                  <a:pt x="52720" y="24917"/>
                  <a:pt x="52673" y="25369"/>
                  <a:pt x="52270" y="25845"/>
                </a:cubicBezTo>
                <a:cubicBezTo>
                  <a:pt x="51868" y="26320"/>
                  <a:pt x="51483" y="26690"/>
                  <a:pt x="51115" y="26955"/>
                </a:cubicBezTo>
                <a:cubicBezTo>
                  <a:pt x="50747" y="27219"/>
                  <a:pt x="50248" y="27462"/>
                  <a:pt x="49616" y="27684"/>
                </a:cubicBezTo>
                <a:cubicBezTo>
                  <a:pt x="48985" y="27906"/>
                  <a:pt x="48493" y="27772"/>
                  <a:pt x="48140" y="27280"/>
                </a:cubicBezTo>
                <a:lnTo>
                  <a:pt x="41061" y="17438"/>
                </a:lnTo>
                <a:cubicBezTo>
                  <a:pt x="40752" y="17008"/>
                  <a:pt x="40468" y="16840"/>
                  <a:pt x="40208" y="16933"/>
                </a:cubicBezTo>
                <a:cubicBezTo>
                  <a:pt x="39950" y="17026"/>
                  <a:pt x="39146" y="17558"/>
                  <a:pt x="37797" y="18528"/>
                </a:cubicBezTo>
                <a:lnTo>
                  <a:pt x="17283" y="332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B9192-0B76-43D5-A5E8-E2AFF484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965" y="137230"/>
            <a:ext cx="398011" cy="657482"/>
          </a:xfrm>
          <a:custGeom xmlns:a="http://schemas.openxmlformats.org/drawingml/2006/main">
            <a:pathLst>
              <a:path w="398011" h="657482">
                <a:moveTo>
                  <a:pt x="0" y="600800"/>
                </a:moveTo>
                <a:lnTo>
                  <a:pt x="273500" y="0"/>
                </a:lnTo>
                <a:lnTo>
                  <a:pt x="398011" y="56682"/>
                </a:lnTo>
                <a:lnTo>
                  <a:pt x="124511" y="657482"/>
                </a:lnTo>
                <a:lnTo>
                  <a:pt x="0" y="6008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Text E">
            <a:extLst xmlns:a="http://schemas.openxmlformats.org/drawingml/2006/main">
              <a:ext uri="{FF2B5EF4-FFF2-40B4-BE49-F238E27FC236}">
                <a16:creationId xmlns:a16="http://schemas.microsoft.com/office/drawing/2014/main" id="{1C7E0C7D-BC51-42CB-BEB8-C0A1176F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3548" y="690662"/>
            <a:ext cx="94471" cy="83936"/>
          </a:xfrm>
          <a:custGeom xmlns:a="http://schemas.openxmlformats.org/drawingml/2006/main">
            <a:pathLst>
              <a:path w="94471" h="83936">
                <a:moveTo>
                  <a:pt x="23276" y="1959"/>
                </a:moveTo>
                <a:cubicBezTo>
                  <a:pt x="23526" y="1408"/>
                  <a:pt x="23838" y="906"/>
                  <a:pt x="24210" y="454"/>
                </a:cubicBezTo>
                <a:cubicBezTo>
                  <a:pt x="24582" y="0"/>
                  <a:pt x="25218" y="61"/>
                  <a:pt x="26117" y="636"/>
                </a:cubicBezTo>
                <a:cubicBezTo>
                  <a:pt x="26811" y="1119"/>
                  <a:pt x="27639" y="1580"/>
                  <a:pt x="28602" y="2018"/>
                </a:cubicBezTo>
                <a:cubicBezTo>
                  <a:pt x="29564" y="2456"/>
                  <a:pt x="30527" y="2894"/>
                  <a:pt x="31490" y="3333"/>
                </a:cubicBezTo>
                <a:cubicBezTo>
                  <a:pt x="34583" y="4741"/>
                  <a:pt x="37518" y="5952"/>
                  <a:pt x="40294" y="6966"/>
                </a:cubicBezTo>
                <a:cubicBezTo>
                  <a:pt x="40569" y="7091"/>
                  <a:pt x="40722" y="7348"/>
                  <a:pt x="40753" y="7736"/>
                </a:cubicBezTo>
                <a:cubicBezTo>
                  <a:pt x="40784" y="8123"/>
                  <a:pt x="40723" y="8531"/>
                  <a:pt x="40570" y="8959"/>
                </a:cubicBezTo>
                <a:cubicBezTo>
                  <a:pt x="40416" y="9387"/>
                  <a:pt x="40184" y="9759"/>
                  <a:pt x="39874" y="10075"/>
                </a:cubicBezTo>
                <a:cubicBezTo>
                  <a:pt x="39565" y="10390"/>
                  <a:pt x="39188" y="10488"/>
                  <a:pt x="38744" y="10370"/>
                </a:cubicBezTo>
                <a:cubicBezTo>
                  <a:pt x="35844" y="9630"/>
                  <a:pt x="33528" y="9156"/>
                  <a:pt x="31796" y="8949"/>
                </a:cubicBezTo>
                <a:cubicBezTo>
                  <a:pt x="30064" y="8742"/>
                  <a:pt x="28607" y="8888"/>
                  <a:pt x="27426" y="9388"/>
                </a:cubicBezTo>
                <a:cubicBezTo>
                  <a:pt x="26244" y="9887"/>
                  <a:pt x="25214" y="10829"/>
                  <a:pt x="24335" y="12213"/>
                </a:cubicBezTo>
                <a:cubicBezTo>
                  <a:pt x="23456" y="13597"/>
                  <a:pt x="22433" y="15477"/>
                  <a:pt x="21269" y="17852"/>
                </a:cubicBezTo>
                <a:lnTo>
                  <a:pt x="18452" y="24040"/>
                </a:lnTo>
                <a:cubicBezTo>
                  <a:pt x="17638" y="25827"/>
                  <a:pt x="17023" y="27270"/>
                  <a:pt x="16607" y="28367"/>
                </a:cubicBezTo>
                <a:cubicBezTo>
                  <a:pt x="16190" y="29464"/>
                  <a:pt x="16064" y="30424"/>
                  <a:pt x="16229" y="31246"/>
                </a:cubicBezTo>
                <a:cubicBezTo>
                  <a:pt x="16395" y="32067"/>
                  <a:pt x="16912" y="32801"/>
                  <a:pt x="17781" y="33446"/>
                </a:cubicBezTo>
                <a:cubicBezTo>
                  <a:pt x="18649" y="34090"/>
                  <a:pt x="19943" y="34804"/>
                  <a:pt x="21662" y="35587"/>
                </a:cubicBezTo>
                <a:lnTo>
                  <a:pt x="39711" y="43803"/>
                </a:lnTo>
                <a:cubicBezTo>
                  <a:pt x="40673" y="44241"/>
                  <a:pt x="41353" y="44343"/>
                  <a:pt x="41751" y="44108"/>
                </a:cubicBezTo>
                <a:cubicBezTo>
                  <a:pt x="42147" y="43874"/>
                  <a:pt x="42424" y="43585"/>
                  <a:pt x="42580" y="43242"/>
                </a:cubicBezTo>
                <a:cubicBezTo>
                  <a:pt x="44020" y="40079"/>
                  <a:pt x="45017" y="37524"/>
                  <a:pt x="45571" y="35578"/>
                </a:cubicBezTo>
                <a:cubicBezTo>
                  <a:pt x="46126" y="33630"/>
                  <a:pt x="46254" y="32028"/>
                  <a:pt x="45955" y="30771"/>
                </a:cubicBezTo>
                <a:cubicBezTo>
                  <a:pt x="45654" y="29513"/>
                  <a:pt x="44990" y="28464"/>
                  <a:pt x="43963" y="27622"/>
                </a:cubicBezTo>
                <a:cubicBezTo>
                  <a:pt x="42935" y="26781"/>
                  <a:pt x="41540" y="25835"/>
                  <a:pt x="39778" y="24784"/>
                </a:cubicBezTo>
                <a:cubicBezTo>
                  <a:pt x="39396" y="24527"/>
                  <a:pt x="39180" y="24180"/>
                  <a:pt x="39131" y="23743"/>
                </a:cubicBezTo>
                <a:cubicBezTo>
                  <a:pt x="39081" y="23305"/>
                  <a:pt x="39149" y="22880"/>
                  <a:pt x="39337" y="22468"/>
                </a:cubicBezTo>
                <a:cubicBezTo>
                  <a:pt x="39525" y="22054"/>
                  <a:pt x="39801" y="21723"/>
                  <a:pt x="40164" y="21474"/>
                </a:cubicBezTo>
                <a:cubicBezTo>
                  <a:pt x="40526" y="21224"/>
                  <a:pt x="40914" y="21193"/>
                  <a:pt x="41327" y="21381"/>
                </a:cubicBezTo>
                <a:cubicBezTo>
                  <a:pt x="42426" y="21881"/>
                  <a:pt x="43391" y="22362"/>
                  <a:pt x="44219" y="22823"/>
                </a:cubicBezTo>
                <a:cubicBezTo>
                  <a:pt x="45047" y="23282"/>
                  <a:pt x="45875" y="23742"/>
                  <a:pt x="46703" y="24202"/>
                </a:cubicBezTo>
                <a:cubicBezTo>
                  <a:pt x="47531" y="24662"/>
                  <a:pt x="48394" y="25137"/>
                  <a:pt x="49291" y="25629"/>
                </a:cubicBezTo>
                <a:cubicBezTo>
                  <a:pt x="50187" y="26119"/>
                  <a:pt x="51254" y="26646"/>
                  <a:pt x="52492" y="27210"/>
                </a:cubicBezTo>
                <a:cubicBezTo>
                  <a:pt x="54555" y="28149"/>
                  <a:pt x="56475" y="28899"/>
                  <a:pt x="58254" y="29460"/>
                </a:cubicBezTo>
                <a:cubicBezTo>
                  <a:pt x="60031" y="30020"/>
                  <a:pt x="62124" y="30848"/>
                  <a:pt x="64530" y="31943"/>
                </a:cubicBezTo>
                <a:cubicBezTo>
                  <a:pt x="64874" y="32100"/>
                  <a:pt x="65054" y="32390"/>
                  <a:pt x="65070" y="32812"/>
                </a:cubicBezTo>
                <a:cubicBezTo>
                  <a:pt x="65085" y="33233"/>
                  <a:pt x="64982" y="33643"/>
                  <a:pt x="64759" y="34040"/>
                </a:cubicBezTo>
                <a:cubicBezTo>
                  <a:pt x="64537" y="34437"/>
                  <a:pt x="64261" y="34768"/>
                  <a:pt x="63933" y="35034"/>
                </a:cubicBezTo>
                <a:cubicBezTo>
                  <a:pt x="63605" y="35299"/>
                  <a:pt x="63219" y="35372"/>
                  <a:pt x="62775" y="35253"/>
                </a:cubicBezTo>
                <a:cubicBezTo>
                  <a:pt x="60688" y="34552"/>
                  <a:pt x="58955" y="34074"/>
                  <a:pt x="57576" y="33820"/>
                </a:cubicBezTo>
                <a:cubicBezTo>
                  <a:pt x="56197" y="33566"/>
                  <a:pt x="54970" y="33754"/>
                  <a:pt x="53895" y="34386"/>
                </a:cubicBezTo>
                <a:cubicBezTo>
                  <a:pt x="52819" y="35017"/>
                  <a:pt x="51746" y="36188"/>
                  <a:pt x="50676" y="37901"/>
                </a:cubicBezTo>
                <a:cubicBezTo>
                  <a:pt x="49606" y="39613"/>
                  <a:pt x="48351" y="42050"/>
                  <a:pt x="46911" y="45213"/>
                </a:cubicBezTo>
                <a:cubicBezTo>
                  <a:pt x="46755" y="45556"/>
                  <a:pt x="46719" y="45955"/>
                  <a:pt x="46803" y="46408"/>
                </a:cubicBezTo>
                <a:cubicBezTo>
                  <a:pt x="46887" y="46862"/>
                  <a:pt x="47307" y="47261"/>
                  <a:pt x="48063" y="47605"/>
                </a:cubicBezTo>
                <a:lnTo>
                  <a:pt x="61573" y="53755"/>
                </a:lnTo>
                <a:cubicBezTo>
                  <a:pt x="63773" y="54757"/>
                  <a:pt x="65717" y="55455"/>
                  <a:pt x="67406" y="55850"/>
                </a:cubicBezTo>
                <a:cubicBezTo>
                  <a:pt x="69093" y="56244"/>
                  <a:pt x="70576" y="56359"/>
                  <a:pt x="71856" y="56194"/>
                </a:cubicBezTo>
                <a:cubicBezTo>
                  <a:pt x="73134" y="56029"/>
                  <a:pt x="74269" y="55632"/>
                  <a:pt x="75260" y="55005"/>
                </a:cubicBezTo>
                <a:cubicBezTo>
                  <a:pt x="76251" y="54377"/>
                  <a:pt x="77166" y="53507"/>
                  <a:pt x="78004" y="52395"/>
                </a:cubicBezTo>
                <a:cubicBezTo>
                  <a:pt x="78649" y="51526"/>
                  <a:pt x="79297" y="50514"/>
                  <a:pt x="79947" y="49357"/>
                </a:cubicBezTo>
                <a:cubicBezTo>
                  <a:pt x="80598" y="48201"/>
                  <a:pt x="81220" y="46969"/>
                  <a:pt x="81815" y="45663"/>
                </a:cubicBezTo>
                <a:cubicBezTo>
                  <a:pt x="82566" y="44013"/>
                  <a:pt x="83202" y="42435"/>
                  <a:pt x="83721" y="40929"/>
                </a:cubicBezTo>
                <a:cubicBezTo>
                  <a:pt x="84241" y="39422"/>
                  <a:pt x="84536" y="38229"/>
                  <a:pt x="84605" y="37347"/>
                </a:cubicBezTo>
                <a:cubicBezTo>
                  <a:pt x="84750" y="35753"/>
                  <a:pt x="84774" y="34332"/>
                  <a:pt x="84678" y="33085"/>
                </a:cubicBezTo>
                <a:cubicBezTo>
                  <a:pt x="84582" y="31838"/>
                  <a:pt x="84243" y="30668"/>
                  <a:pt x="83662" y="29574"/>
                </a:cubicBezTo>
                <a:cubicBezTo>
                  <a:pt x="83082" y="28478"/>
                  <a:pt x="82223" y="27402"/>
                  <a:pt x="81086" y="26345"/>
                </a:cubicBezTo>
                <a:cubicBezTo>
                  <a:pt x="79948" y="25288"/>
                  <a:pt x="78411" y="24152"/>
                  <a:pt x="76474" y="22938"/>
                </a:cubicBezTo>
                <a:cubicBezTo>
                  <a:pt x="76093" y="22682"/>
                  <a:pt x="75928" y="22316"/>
                  <a:pt x="75978" y="21841"/>
                </a:cubicBezTo>
                <a:cubicBezTo>
                  <a:pt x="76028" y="21366"/>
                  <a:pt x="76163" y="20888"/>
                  <a:pt x="76382" y="20406"/>
                </a:cubicBezTo>
                <a:cubicBezTo>
                  <a:pt x="76601" y="19925"/>
                  <a:pt x="76900" y="19542"/>
                  <a:pt x="77279" y="19259"/>
                </a:cubicBezTo>
                <a:cubicBezTo>
                  <a:pt x="77657" y="18973"/>
                  <a:pt x="78002" y="18944"/>
                  <a:pt x="78313" y="19169"/>
                </a:cubicBezTo>
                <a:cubicBezTo>
                  <a:pt x="81045" y="20828"/>
                  <a:pt x="83603" y="22366"/>
                  <a:pt x="85987" y="23783"/>
                </a:cubicBezTo>
                <a:cubicBezTo>
                  <a:pt x="88371" y="25200"/>
                  <a:pt x="90885" y="26469"/>
                  <a:pt x="93529" y="27589"/>
                </a:cubicBezTo>
                <a:cubicBezTo>
                  <a:pt x="93736" y="27683"/>
                  <a:pt x="93966" y="27954"/>
                  <a:pt x="94219" y="28402"/>
                </a:cubicBezTo>
                <a:cubicBezTo>
                  <a:pt x="94471" y="28849"/>
                  <a:pt x="94363" y="29588"/>
                  <a:pt x="93893" y="30619"/>
                </a:cubicBezTo>
                <a:lnTo>
                  <a:pt x="76852" y="68055"/>
                </a:lnTo>
                <a:cubicBezTo>
                  <a:pt x="75662" y="70668"/>
                  <a:pt x="74565" y="73261"/>
                  <a:pt x="73560" y="75833"/>
                </a:cubicBezTo>
                <a:cubicBezTo>
                  <a:pt x="72555" y="78405"/>
                  <a:pt x="71668" y="80719"/>
                  <a:pt x="70898" y="82774"/>
                </a:cubicBezTo>
                <a:cubicBezTo>
                  <a:pt x="70647" y="83325"/>
                  <a:pt x="70304" y="83668"/>
                  <a:pt x="69870" y="83802"/>
                </a:cubicBezTo>
                <a:cubicBezTo>
                  <a:pt x="69435" y="83936"/>
                  <a:pt x="68979" y="83935"/>
                  <a:pt x="68500" y="83801"/>
                </a:cubicBezTo>
                <a:cubicBezTo>
                  <a:pt x="68022" y="83666"/>
                  <a:pt x="67657" y="83375"/>
                  <a:pt x="67404" y="82928"/>
                </a:cubicBezTo>
                <a:cubicBezTo>
                  <a:pt x="67152" y="82481"/>
                  <a:pt x="67132" y="81933"/>
                  <a:pt x="67344" y="81282"/>
                </a:cubicBezTo>
                <a:cubicBezTo>
                  <a:pt x="67889" y="79538"/>
                  <a:pt x="68238" y="77995"/>
                  <a:pt x="68393" y="76655"/>
                </a:cubicBezTo>
                <a:cubicBezTo>
                  <a:pt x="68546" y="75314"/>
                  <a:pt x="68434" y="74101"/>
                  <a:pt x="68056" y="73016"/>
                </a:cubicBezTo>
                <a:cubicBezTo>
                  <a:pt x="67679" y="71931"/>
                  <a:pt x="67026" y="70949"/>
                  <a:pt x="66099" y="70071"/>
                </a:cubicBezTo>
                <a:cubicBezTo>
                  <a:pt x="65171" y="69191"/>
                  <a:pt x="63848" y="68360"/>
                  <a:pt x="62129" y="67578"/>
                </a:cubicBezTo>
                <a:lnTo>
                  <a:pt x="22423" y="49503"/>
                </a:lnTo>
                <a:cubicBezTo>
                  <a:pt x="20911" y="48815"/>
                  <a:pt x="19410" y="48194"/>
                  <a:pt x="17919" y="47641"/>
                </a:cubicBezTo>
                <a:cubicBezTo>
                  <a:pt x="16428" y="47086"/>
                  <a:pt x="14985" y="46699"/>
                  <a:pt x="13592" y="46480"/>
                </a:cubicBezTo>
                <a:cubicBezTo>
                  <a:pt x="12198" y="46260"/>
                  <a:pt x="10889" y="46307"/>
                  <a:pt x="9667" y="46622"/>
                </a:cubicBezTo>
                <a:cubicBezTo>
                  <a:pt x="8445" y="46937"/>
                  <a:pt x="7380" y="47635"/>
                  <a:pt x="6472" y="48716"/>
                </a:cubicBezTo>
                <a:cubicBezTo>
                  <a:pt x="5921" y="49378"/>
                  <a:pt x="5389" y="50091"/>
                  <a:pt x="4876" y="50854"/>
                </a:cubicBezTo>
                <a:cubicBezTo>
                  <a:pt x="4363" y="51616"/>
                  <a:pt x="3900" y="52360"/>
                  <a:pt x="3488" y="53085"/>
                </a:cubicBezTo>
                <a:cubicBezTo>
                  <a:pt x="3300" y="53497"/>
                  <a:pt x="2987" y="53729"/>
                  <a:pt x="2549" y="53779"/>
                </a:cubicBezTo>
                <a:cubicBezTo>
                  <a:pt x="2111" y="53828"/>
                  <a:pt x="1686" y="53758"/>
                  <a:pt x="1274" y="53571"/>
                </a:cubicBezTo>
                <a:cubicBezTo>
                  <a:pt x="862" y="53383"/>
                  <a:pt x="531" y="53108"/>
                  <a:pt x="281" y="52746"/>
                </a:cubicBezTo>
                <a:cubicBezTo>
                  <a:pt x="31" y="52383"/>
                  <a:pt x="0" y="51995"/>
                  <a:pt x="188" y="51583"/>
                </a:cubicBezTo>
                <a:cubicBezTo>
                  <a:pt x="1252" y="49244"/>
                  <a:pt x="2276" y="47179"/>
                  <a:pt x="3258" y="45385"/>
                </a:cubicBezTo>
                <a:cubicBezTo>
                  <a:pt x="4241" y="43591"/>
                  <a:pt x="5295" y="41456"/>
                  <a:pt x="6422" y="38982"/>
                </a:cubicBezTo>
                <a:lnTo>
                  <a:pt x="23276" y="1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Text l">
            <a:extLst xmlns:a="http://schemas.openxmlformats.org/drawingml/2006/main">
              <a:ext uri="{FF2B5EF4-FFF2-40B4-BE49-F238E27FC236}">
                <a16:creationId xmlns:a16="http://schemas.microsoft.com/office/drawing/2014/main" id="{E302DF75-60D6-447E-9DB0-CAF01D5D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1828" y="662295"/>
            <a:ext cx="81848" cy="50536"/>
          </a:xfrm>
          <a:custGeom xmlns:a="http://schemas.openxmlformats.org/drawingml/2006/main">
            <a:pathLst>
              <a:path w="81848" h="50536">
                <a:moveTo>
                  <a:pt x="21055" y="17936"/>
                </a:moveTo>
                <a:cubicBezTo>
                  <a:pt x="18098" y="16590"/>
                  <a:pt x="15712" y="15587"/>
                  <a:pt x="13897" y="14926"/>
                </a:cubicBezTo>
                <a:cubicBezTo>
                  <a:pt x="12080" y="14265"/>
                  <a:pt x="10566" y="13990"/>
                  <a:pt x="9353" y="14102"/>
                </a:cubicBezTo>
                <a:cubicBezTo>
                  <a:pt x="8140" y="14214"/>
                  <a:pt x="7104" y="14759"/>
                  <a:pt x="6244" y="15738"/>
                </a:cubicBezTo>
                <a:cubicBezTo>
                  <a:pt x="5383" y="16715"/>
                  <a:pt x="4396" y="18154"/>
                  <a:pt x="3281" y="20054"/>
                </a:cubicBezTo>
                <a:cubicBezTo>
                  <a:pt x="3125" y="20397"/>
                  <a:pt x="2837" y="20577"/>
                  <a:pt x="2415" y="20593"/>
                </a:cubicBezTo>
                <a:cubicBezTo>
                  <a:pt x="1993" y="20608"/>
                  <a:pt x="1602" y="20555"/>
                  <a:pt x="1243" y="20433"/>
                </a:cubicBezTo>
                <a:cubicBezTo>
                  <a:pt x="883" y="20311"/>
                  <a:pt x="571" y="20086"/>
                  <a:pt x="305" y="19757"/>
                </a:cubicBezTo>
                <a:cubicBezTo>
                  <a:pt x="39" y="19429"/>
                  <a:pt x="0" y="19058"/>
                  <a:pt x="188" y="18646"/>
                </a:cubicBezTo>
                <a:cubicBezTo>
                  <a:pt x="989" y="16521"/>
                  <a:pt x="1917" y="13935"/>
                  <a:pt x="2973" y="10888"/>
                </a:cubicBezTo>
                <a:cubicBezTo>
                  <a:pt x="4028" y="7840"/>
                  <a:pt x="4757" y="4872"/>
                  <a:pt x="5159" y="1983"/>
                </a:cubicBezTo>
                <a:cubicBezTo>
                  <a:pt x="5322" y="896"/>
                  <a:pt x="5663" y="284"/>
                  <a:pt x="6183" y="147"/>
                </a:cubicBezTo>
                <a:cubicBezTo>
                  <a:pt x="6701" y="10"/>
                  <a:pt x="7182" y="0"/>
                  <a:pt x="7626" y="118"/>
                </a:cubicBezTo>
                <a:lnTo>
                  <a:pt x="65379" y="26409"/>
                </a:lnTo>
                <a:cubicBezTo>
                  <a:pt x="67098" y="27192"/>
                  <a:pt x="68558" y="27815"/>
                  <a:pt x="69758" y="28279"/>
                </a:cubicBezTo>
                <a:cubicBezTo>
                  <a:pt x="70958" y="28741"/>
                  <a:pt x="72038" y="28922"/>
                  <a:pt x="72998" y="28819"/>
                </a:cubicBezTo>
                <a:cubicBezTo>
                  <a:pt x="73958" y="28716"/>
                  <a:pt x="74871" y="28261"/>
                  <a:pt x="75737" y="27452"/>
                </a:cubicBezTo>
                <a:cubicBezTo>
                  <a:pt x="76603" y="26643"/>
                  <a:pt x="77546" y="25391"/>
                  <a:pt x="78566" y="23698"/>
                </a:cubicBezTo>
                <a:cubicBezTo>
                  <a:pt x="78822" y="23317"/>
                  <a:pt x="79152" y="23093"/>
                  <a:pt x="79555" y="23027"/>
                </a:cubicBezTo>
                <a:cubicBezTo>
                  <a:pt x="79959" y="22962"/>
                  <a:pt x="80367" y="23023"/>
                  <a:pt x="80779" y="23210"/>
                </a:cubicBezTo>
                <a:cubicBezTo>
                  <a:pt x="81123" y="23367"/>
                  <a:pt x="81403" y="23619"/>
                  <a:pt x="81618" y="23966"/>
                </a:cubicBezTo>
                <a:cubicBezTo>
                  <a:pt x="81834" y="24314"/>
                  <a:pt x="81848" y="24694"/>
                  <a:pt x="81660" y="25106"/>
                </a:cubicBezTo>
                <a:cubicBezTo>
                  <a:pt x="80909" y="26756"/>
                  <a:pt x="79943" y="28558"/>
                  <a:pt x="78763" y="30511"/>
                </a:cubicBezTo>
                <a:cubicBezTo>
                  <a:pt x="77584" y="32464"/>
                  <a:pt x="76525" y="34472"/>
                  <a:pt x="75586" y="36534"/>
                </a:cubicBezTo>
                <a:cubicBezTo>
                  <a:pt x="74584" y="38734"/>
                  <a:pt x="73718" y="40955"/>
                  <a:pt x="72988" y="43196"/>
                </a:cubicBezTo>
                <a:cubicBezTo>
                  <a:pt x="72260" y="45436"/>
                  <a:pt x="71395" y="47657"/>
                  <a:pt x="70393" y="49856"/>
                </a:cubicBezTo>
                <a:cubicBezTo>
                  <a:pt x="70236" y="50201"/>
                  <a:pt x="69956" y="50406"/>
                  <a:pt x="69553" y="50471"/>
                </a:cubicBezTo>
                <a:cubicBezTo>
                  <a:pt x="69150" y="50536"/>
                  <a:pt x="68776" y="50490"/>
                  <a:pt x="68432" y="50333"/>
                </a:cubicBezTo>
                <a:cubicBezTo>
                  <a:pt x="68020" y="50146"/>
                  <a:pt x="67706" y="49879"/>
                  <a:pt x="67490" y="49532"/>
                </a:cubicBezTo>
                <a:cubicBezTo>
                  <a:pt x="67274" y="49185"/>
                  <a:pt x="67226" y="48789"/>
                  <a:pt x="67346" y="48346"/>
                </a:cubicBezTo>
                <a:cubicBezTo>
                  <a:pt x="68016" y="46327"/>
                  <a:pt x="68387" y="44690"/>
                  <a:pt x="68460" y="43437"/>
                </a:cubicBezTo>
                <a:cubicBezTo>
                  <a:pt x="68533" y="42183"/>
                  <a:pt x="68318" y="41152"/>
                  <a:pt x="67815" y="40343"/>
                </a:cubicBezTo>
                <a:cubicBezTo>
                  <a:pt x="67311" y="39532"/>
                  <a:pt x="66542" y="38850"/>
                  <a:pt x="65508" y="38298"/>
                </a:cubicBezTo>
                <a:cubicBezTo>
                  <a:pt x="64474" y="37743"/>
                  <a:pt x="63166" y="37106"/>
                  <a:pt x="61584" y="36386"/>
                </a:cubicBezTo>
                <a:lnTo>
                  <a:pt x="21055" y="179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Text a">
            <a:extLst xmlns:a="http://schemas.openxmlformats.org/drawingml/2006/main">
              <a:ext uri="{FF2B5EF4-FFF2-40B4-BE49-F238E27FC236}">
                <a16:creationId xmlns:a16="http://schemas.microsoft.com/office/drawing/2014/main" id="{51065C89-22B6-4FA0-B7CE-A46FFB75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4625" y="624623"/>
            <a:ext cx="61168" cy="51639"/>
          </a:xfrm>
          <a:custGeom xmlns:a="http://schemas.openxmlformats.org/drawingml/2006/main">
            <a:pathLst>
              <a:path w="61168" h="51639">
                <a:moveTo>
                  <a:pt x="33093" y="17472"/>
                </a:moveTo>
                <a:cubicBezTo>
                  <a:pt x="32337" y="17127"/>
                  <a:pt x="31857" y="16951"/>
                  <a:pt x="31653" y="16942"/>
                </a:cubicBezTo>
                <a:cubicBezTo>
                  <a:pt x="31450" y="16931"/>
                  <a:pt x="31286" y="17064"/>
                  <a:pt x="31161" y="17339"/>
                </a:cubicBezTo>
                <a:cubicBezTo>
                  <a:pt x="29076" y="23196"/>
                  <a:pt x="28361" y="27913"/>
                  <a:pt x="29016" y="31490"/>
                </a:cubicBezTo>
                <a:cubicBezTo>
                  <a:pt x="29671" y="35066"/>
                  <a:pt x="31476" y="37526"/>
                  <a:pt x="34432" y="38872"/>
                </a:cubicBezTo>
                <a:cubicBezTo>
                  <a:pt x="36495" y="39811"/>
                  <a:pt x="38466" y="40086"/>
                  <a:pt x="40345" y="39696"/>
                </a:cubicBezTo>
                <a:cubicBezTo>
                  <a:pt x="42224" y="39307"/>
                  <a:pt x="43711" y="37908"/>
                  <a:pt x="44806" y="35502"/>
                </a:cubicBezTo>
                <a:cubicBezTo>
                  <a:pt x="45526" y="33921"/>
                  <a:pt x="45975" y="32113"/>
                  <a:pt x="46154" y="30078"/>
                </a:cubicBezTo>
                <a:cubicBezTo>
                  <a:pt x="46334" y="28043"/>
                  <a:pt x="46152" y="26072"/>
                  <a:pt x="45609" y="24165"/>
                </a:cubicBezTo>
                <a:cubicBezTo>
                  <a:pt x="45310" y="23365"/>
                  <a:pt x="44885" y="22839"/>
                  <a:pt x="44334" y="22589"/>
                </a:cubicBezTo>
                <a:lnTo>
                  <a:pt x="33093" y="17472"/>
                </a:lnTo>
                <a:moveTo>
                  <a:pt x="47717" y="12424"/>
                </a:moveTo>
                <a:cubicBezTo>
                  <a:pt x="50123" y="13520"/>
                  <a:pt x="51910" y="14063"/>
                  <a:pt x="53076" y="14055"/>
                </a:cubicBezTo>
                <a:cubicBezTo>
                  <a:pt x="54242" y="14046"/>
                  <a:pt x="55122" y="13388"/>
                  <a:pt x="55716" y="12082"/>
                </a:cubicBezTo>
                <a:cubicBezTo>
                  <a:pt x="56061" y="11326"/>
                  <a:pt x="56256" y="10668"/>
                  <a:pt x="56303" y="10109"/>
                </a:cubicBezTo>
                <a:cubicBezTo>
                  <a:pt x="56350" y="9550"/>
                  <a:pt x="56302" y="8698"/>
                  <a:pt x="56159" y="7554"/>
                </a:cubicBezTo>
                <a:cubicBezTo>
                  <a:pt x="56116" y="7284"/>
                  <a:pt x="56218" y="7061"/>
                  <a:pt x="56464" y="6883"/>
                </a:cubicBezTo>
                <a:cubicBezTo>
                  <a:pt x="56712" y="6704"/>
                  <a:pt x="56995" y="6584"/>
                  <a:pt x="57314" y="6523"/>
                </a:cubicBezTo>
                <a:cubicBezTo>
                  <a:pt x="57633" y="6461"/>
                  <a:pt x="57962" y="6466"/>
                  <a:pt x="58303" y="6538"/>
                </a:cubicBezTo>
                <a:cubicBezTo>
                  <a:pt x="58644" y="6610"/>
                  <a:pt x="58870" y="6795"/>
                  <a:pt x="58982" y="7095"/>
                </a:cubicBezTo>
                <a:cubicBezTo>
                  <a:pt x="60993" y="11247"/>
                  <a:pt x="61168" y="15146"/>
                  <a:pt x="59509" y="18790"/>
                </a:cubicBezTo>
                <a:cubicBezTo>
                  <a:pt x="58602" y="20783"/>
                  <a:pt x="57295" y="22243"/>
                  <a:pt x="55588" y="23168"/>
                </a:cubicBezTo>
                <a:cubicBezTo>
                  <a:pt x="53881" y="24092"/>
                  <a:pt x="52149" y="24568"/>
                  <a:pt x="50391" y="24598"/>
                </a:cubicBezTo>
                <a:cubicBezTo>
                  <a:pt x="49985" y="24580"/>
                  <a:pt x="49857" y="24771"/>
                  <a:pt x="50007" y="25171"/>
                </a:cubicBezTo>
                <a:cubicBezTo>
                  <a:pt x="50774" y="27679"/>
                  <a:pt x="51133" y="30353"/>
                  <a:pt x="51085" y="33194"/>
                </a:cubicBezTo>
                <a:cubicBezTo>
                  <a:pt x="51036" y="36036"/>
                  <a:pt x="50198" y="39244"/>
                  <a:pt x="48571" y="42818"/>
                </a:cubicBezTo>
                <a:cubicBezTo>
                  <a:pt x="46787" y="46737"/>
                  <a:pt x="44362" y="49286"/>
                  <a:pt x="41295" y="50463"/>
                </a:cubicBezTo>
                <a:cubicBezTo>
                  <a:pt x="38228" y="51639"/>
                  <a:pt x="34769" y="51351"/>
                  <a:pt x="30919" y="49598"/>
                </a:cubicBezTo>
                <a:cubicBezTo>
                  <a:pt x="25969" y="47345"/>
                  <a:pt x="23218" y="43312"/>
                  <a:pt x="22669" y="37501"/>
                </a:cubicBezTo>
                <a:cubicBezTo>
                  <a:pt x="22119" y="31689"/>
                  <a:pt x="23847" y="24384"/>
                  <a:pt x="27853" y="15584"/>
                </a:cubicBezTo>
                <a:cubicBezTo>
                  <a:pt x="27915" y="15446"/>
                  <a:pt x="27790" y="15265"/>
                  <a:pt x="27477" y="15040"/>
                </a:cubicBezTo>
                <a:cubicBezTo>
                  <a:pt x="27164" y="14815"/>
                  <a:pt x="26390" y="14420"/>
                  <a:pt x="25153" y="13857"/>
                </a:cubicBezTo>
                <a:lnTo>
                  <a:pt x="22367" y="12589"/>
                </a:lnTo>
                <a:cubicBezTo>
                  <a:pt x="20649" y="11807"/>
                  <a:pt x="18971" y="11209"/>
                  <a:pt x="17333" y="10795"/>
                </a:cubicBezTo>
                <a:cubicBezTo>
                  <a:pt x="15695" y="10381"/>
                  <a:pt x="14160" y="10243"/>
                  <a:pt x="12729" y="10380"/>
                </a:cubicBezTo>
                <a:cubicBezTo>
                  <a:pt x="11297" y="10517"/>
                  <a:pt x="9989" y="11020"/>
                  <a:pt x="8803" y="11891"/>
                </a:cubicBezTo>
                <a:cubicBezTo>
                  <a:pt x="7618" y="12763"/>
                  <a:pt x="6634" y="14058"/>
                  <a:pt x="5851" y="15777"/>
                </a:cubicBezTo>
                <a:cubicBezTo>
                  <a:pt x="4693" y="18321"/>
                  <a:pt x="4253" y="20611"/>
                  <a:pt x="4531" y="22646"/>
                </a:cubicBezTo>
                <a:cubicBezTo>
                  <a:pt x="4808" y="24681"/>
                  <a:pt x="5737" y="26058"/>
                  <a:pt x="7318" y="26778"/>
                </a:cubicBezTo>
                <a:cubicBezTo>
                  <a:pt x="8074" y="27122"/>
                  <a:pt x="8922" y="27218"/>
                  <a:pt x="9863" y="27066"/>
                </a:cubicBezTo>
                <a:cubicBezTo>
                  <a:pt x="10804" y="26913"/>
                  <a:pt x="11653" y="27009"/>
                  <a:pt x="12409" y="27353"/>
                </a:cubicBezTo>
                <a:cubicBezTo>
                  <a:pt x="13372" y="27792"/>
                  <a:pt x="14081" y="28696"/>
                  <a:pt x="14537" y="30066"/>
                </a:cubicBezTo>
                <a:cubicBezTo>
                  <a:pt x="14993" y="31435"/>
                  <a:pt x="14908" y="32806"/>
                  <a:pt x="14282" y="34181"/>
                </a:cubicBezTo>
                <a:cubicBezTo>
                  <a:pt x="13437" y="36038"/>
                  <a:pt x="12336" y="37135"/>
                  <a:pt x="10979" y="37472"/>
                </a:cubicBezTo>
                <a:cubicBezTo>
                  <a:pt x="9622" y="37808"/>
                  <a:pt x="8221" y="37647"/>
                  <a:pt x="6778" y="36990"/>
                </a:cubicBezTo>
                <a:cubicBezTo>
                  <a:pt x="5059" y="36208"/>
                  <a:pt x="3645" y="34983"/>
                  <a:pt x="2536" y="33317"/>
                </a:cubicBezTo>
                <a:cubicBezTo>
                  <a:pt x="1427" y="31650"/>
                  <a:pt x="698" y="29741"/>
                  <a:pt x="349" y="27591"/>
                </a:cubicBezTo>
                <a:cubicBezTo>
                  <a:pt x="0" y="25440"/>
                  <a:pt x="0" y="23116"/>
                  <a:pt x="349" y="20619"/>
                </a:cubicBezTo>
                <a:cubicBezTo>
                  <a:pt x="697" y="18120"/>
                  <a:pt x="1419" y="15668"/>
                  <a:pt x="2515" y="13261"/>
                </a:cubicBezTo>
                <a:cubicBezTo>
                  <a:pt x="5018" y="7762"/>
                  <a:pt x="8262" y="4010"/>
                  <a:pt x="12246" y="2005"/>
                </a:cubicBezTo>
                <a:cubicBezTo>
                  <a:pt x="16230" y="0"/>
                  <a:pt x="21178" y="343"/>
                  <a:pt x="27091" y="3035"/>
                </a:cubicBezTo>
                <a:lnTo>
                  <a:pt x="47717" y="124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Text b">
            <a:extLst xmlns:a="http://schemas.openxmlformats.org/drawingml/2006/main">
              <a:ext uri="{FF2B5EF4-FFF2-40B4-BE49-F238E27FC236}">
                <a16:creationId xmlns:a16="http://schemas.microsoft.com/office/drawing/2014/main" id="{02DA5359-DD0C-4A57-9275-703E3BC5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801" y="564463"/>
            <a:ext cx="84744" cy="57021"/>
          </a:xfrm>
          <a:custGeom xmlns:a="http://schemas.openxmlformats.org/drawingml/2006/main">
            <a:pathLst>
              <a:path w="84744" h="57021">
                <a:moveTo>
                  <a:pt x="66830" y="43382"/>
                </a:moveTo>
                <a:cubicBezTo>
                  <a:pt x="67243" y="43571"/>
                  <a:pt x="67972" y="43612"/>
                  <a:pt x="69015" y="43507"/>
                </a:cubicBezTo>
                <a:cubicBezTo>
                  <a:pt x="70059" y="43401"/>
                  <a:pt x="71155" y="43090"/>
                  <a:pt x="72302" y="42575"/>
                </a:cubicBezTo>
                <a:cubicBezTo>
                  <a:pt x="73450" y="42060"/>
                  <a:pt x="74590" y="41333"/>
                  <a:pt x="75722" y="40397"/>
                </a:cubicBezTo>
                <a:cubicBezTo>
                  <a:pt x="76854" y="39460"/>
                  <a:pt x="77749" y="38269"/>
                  <a:pt x="78406" y="36824"/>
                </a:cubicBezTo>
                <a:cubicBezTo>
                  <a:pt x="79533" y="34350"/>
                  <a:pt x="79905" y="32029"/>
                  <a:pt x="79522" y="29862"/>
                </a:cubicBezTo>
                <a:cubicBezTo>
                  <a:pt x="79139" y="27696"/>
                  <a:pt x="78187" y="25686"/>
                  <a:pt x="76665" y="23832"/>
                </a:cubicBezTo>
                <a:cubicBezTo>
                  <a:pt x="75144" y="21976"/>
                  <a:pt x="73197" y="20281"/>
                  <a:pt x="70825" y="18745"/>
                </a:cubicBezTo>
                <a:cubicBezTo>
                  <a:pt x="68453" y="17209"/>
                  <a:pt x="65858" y="15800"/>
                  <a:pt x="63040" y="14517"/>
                </a:cubicBezTo>
                <a:cubicBezTo>
                  <a:pt x="60633" y="13422"/>
                  <a:pt x="58319" y="12534"/>
                  <a:pt x="56096" y="11854"/>
                </a:cubicBezTo>
                <a:cubicBezTo>
                  <a:pt x="53874" y="11174"/>
                  <a:pt x="51808" y="10836"/>
                  <a:pt x="49899" y="10838"/>
                </a:cubicBezTo>
                <a:cubicBezTo>
                  <a:pt x="47988" y="10839"/>
                  <a:pt x="46272" y="11282"/>
                  <a:pt x="44750" y="12166"/>
                </a:cubicBezTo>
                <a:cubicBezTo>
                  <a:pt x="43227" y="13049"/>
                  <a:pt x="41980" y="14557"/>
                  <a:pt x="41010" y="16689"/>
                </a:cubicBezTo>
                <a:cubicBezTo>
                  <a:pt x="40196" y="18476"/>
                  <a:pt x="39789" y="20283"/>
                  <a:pt x="39788" y="22109"/>
                </a:cubicBezTo>
                <a:cubicBezTo>
                  <a:pt x="39787" y="23935"/>
                  <a:pt x="40017" y="25617"/>
                  <a:pt x="40479" y="27156"/>
                </a:cubicBezTo>
                <a:cubicBezTo>
                  <a:pt x="40941" y="28694"/>
                  <a:pt x="41615" y="30038"/>
                  <a:pt x="42502" y="31189"/>
                </a:cubicBezTo>
                <a:cubicBezTo>
                  <a:pt x="43389" y="32339"/>
                  <a:pt x="44280" y="33117"/>
                  <a:pt x="45174" y="33524"/>
                </a:cubicBezTo>
                <a:lnTo>
                  <a:pt x="66830" y="43382"/>
                </a:lnTo>
                <a:moveTo>
                  <a:pt x="20443" y="33970"/>
                </a:moveTo>
                <a:cubicBezTo>
                  <a:pt x="17486" y="32624"/>
                  <a:pt x="15099" y="31579"/>
                  <a:pt x="13280" y="30835"/>
                </a:cubicBezTo>
                <a:cubicBezTo>
                  <a:pt x="11461" y="30089"/>
                  <a:pt x="9986" y="29729"/>
                  <a:pt x="8855" y="29753"/>
                </a:cubicBezTo>
                <a:cubicBezTo>
                  <a:pt x="7723" y="29778"/>
                  <a:pt x="6766" y="30193"/>
                  <a:pt x="5984" y="30999"/>
                </a:cubicBezTo>
                <a:cubicBezTo>
                  <a:pt x="5202" y="31805"/>
                  <a:pt x="4301" y="33055"/>
                  <a:pt x="3281" y="34749"/>
                </a:cubicBezTo>
                <a:cubicBezTo>
                  <a:pt x="3125" y="35092"/>
                  <a:pt x="2837" y="35271"/>
                  <a:pt x="2415" y="35287"/>
                </a:cubicBezTo>
                <a:cubicBezTo>
                  <a:pt x="1993" y="35302"/>
                  <a:pt x="1602" y="35249"/>
                  <a:pt x="1242" y="35127"/>
                </a:cubicBezTo>
                <a:cubicBezTo>
                  <a:pt x="882" y="35005"/>
                  <a:pt x="570" y="34780"/>
                  <a:pt x="305" y="34452"/>
                </a:cubicBezTo>
                <a:cubicBezTo>
                  <a:pt x="39" y="34123"/>
                  <a:pt x="0" y="33752"/>
                  <a:pt x="188" y="33340"/>
                </a:cubicBezTo>
                <a:cubicBezTo>
                  <a:pt x="958" y="31283"/>
                  <a:pt x="1777" y="28938"/>
                  <a:pt x="2645" y="26303"/>
                </a:cubicBezTo>
                <a:cubicBezTo>
                  <a:pt x="3511" y="23668"/>
                  <a:pt x="4146" y="20907"/>
                  <a:pt x="4548" y="18019"/>
                </a:cubicBezTo>
                <a:cubicBezTo>
                  <a:pt x="4710" y="16931"/>
                  <a:pt x="5051" y="16319"/>
                  <a:pt x="5571" y="16182"/>
                </a:cubicBezTo>
                <a:cubicBezTo>
                  <a:pt x="6089" y="16044"/>
                  <a:pt x="6571" y="16035"/>
                  <a:pt x="7016" y="16154"/>
                </a:cubicBezTo>
                <a:lnTo>
                  <a:pt x="36613" y="29627"/>
                </a:lnTo>
                <a:cubicBezTo>
                  <a:pt x="36750" y="29689"/>
                  <a:pt x="36835" y="29687"/>
                  <a:pt x="36866" y="29618"/>
                </a:cubicBezTo>
                <a:cubicBezTo>
                  <a:pt x="36928" y="29481"/>
                  <a:pt x="36907" y="29346"/>
                  <a:pt x="36801" y="29215"/>
                </a:cubicBezTo>
                <a:cubicBezTo>
                  <a:pt x="35402" y="27001"/>
                  <a:pt x="34468" y="24314"/>
                  <a:pt x="33997" y="21155"/>
                </a:cubicBezTo>
                <a:cubicBezTo>
                  <a:pt x="33527" y="17993"/>
                  <a:pt x="34105" y="14625"/>
                  <a:pt x="35733" y="11049"/>
                </a:cubicBezTo>
                <a:cubicBezTo>
                  <a:pt x="37078" y="8093"/>
                  <a:pt x="38904" y="5770"/>
                  <a:pt x="41209" y="4082"/>
                </a:cubicBezTo>
                <a:cubicBezTo>
                  <a:pt x="43513" y="2391"/>
                  <a:pt x="46066" y="1250"/>
                  <a:pt x="48867" y="659"/>
                </a:cubicBezTo>
                <a:cubicBezTo>
                  <a:pt x="51669" y="66"/>
                  <a:pt x="54625" y="0"/>
                  <a:pt x="57736" y="461"/>
                </a:cubicBezTo>
                <a:cubicBezTo>
                  <a:pt x="60846" y="922"/>
                  <a:pt x="63879" y="1825"/>
                  <a:pt x="66835" y="3171"/>
                </a:cubicBezTo>
                <a:cubicBezTo>
                  <a:pt x="71372" y="5236"/>
                  <a:pt x="74988" y="7733"/>
                  <a:pt x="77681" y="10661"/>
                </a:cubicBezTo>
                <a:cubicBezTo>
                  <a:pt x="80374" y="13588"/>
                  <a:pt x="82255" y="16748"/>
                  <a:pt x="83326" y="20141"/>
                </a:cubicBezTo>
                <a:cubicBezTo>
                  <a:pt x="84396" y="23533"/>
                  <a:pt x="84744" y="27053"/>
                  <a:pt x="84370" y="30702"/>
                </a:cubicBezTo>
                <a:cubicBezTo>
                  <a:pt x="83995" y="34348"/>
                  <a:pt x="83010" y="37925"/>
                  <a:pt x="81414" y="41431"/>
                </a:cubicBezTo>
                <a:cubicBezTo>
                  <a:pt x="80318" y="43837"/>
                  <a:pt x="78990" y="46346"/>
                  <a:pt x="77428" y="48955"/>
                </a:cubicBezTo>
                <a:cubicBezTo>
                  <a:pt x="75868" y="51565"/>
                  <a:pt x="73752" y="54253"/>
                  <a:pt x="71079" y="57021"/>
                </a:cubicBezTo>
                <a:lnTo>
                  <a:pt x="20443" y="339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Text o">
            <a:extLst xmlns:a="http://schemas.openxmlformats.org/drawingml/2006/main">
              <a:ext uri="{FF2B5EF4-FFF2-40B4-BE49-F238E27FC236}">
                <a16:creationId xmlns:a16="http://schemas.microsoft.com/office/drawing/2014/main" id="{190EB95F-D01D-4787-98EF-C90DED7A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596" y="509562"/>
            <a:ext cx="54666" cy="54042"/>
          </a:xfrm>
          <a:custGeom xmlns:a="http://schemas.openxmlformats.org/drawingml/2006/main">
            <a:pathLst>
              <a:path w="54666" h="54042">
                <a:moveTo>
                  <a:pt x="36755" y="2946"/>
                </a:moveTo>
                <a:cubicBezTo>
                  <a:pt x="40949" y="4856"/>
                  <a:pt x="44396" y="7130"/>
                  <a:pt x="47095" y="9770"/>
                </a:cubicBezTo>
                <a:cubicBezTo>
                  <a:pt x="49794" y="12409"/>
                  <a:pt x="51751" y="15313"/>
                  <a:pt x="52966" y="18482"/>
                </a:cubicBezTo>
                <a:cubicBezTo>
                  <a:pt x="54180" y="21648"/>
                  <a:pt x="54666" y="25003"/>
                  <a:pt x="54422" y="28545"/>
                </a:cubicBezTo>
                <a:cubicBezTo>
                  <a:pt x="54180" y="32085"/>
                  <a:pt x="53213" y="35712"/>
                  <a:pt x="51523" y="39425"/>
                </a:cubicBezTo>
                <a:cubicBezTo>
                  <a:pt x="50052" y="42656"/>
                  <a:pt x="48158" y="45405"/>
                  <a:pt x="45841" y="47671"/>
                </a:cubicBezTo>
                <a:cubicBezTo>
                  <a:pt x="43524" y="49935"/>
                  <a:pt x="40862" y="51587"/>
                  <a:pt x="37857" y="52627"/>
                </a:cubicBezTo>
                <a:cubicBezTo>
                  <a:pt x="34853" y="53665"/>
                  <a:pt x="31486" y="54042"/>
                  <a:pt x="27757" y="53757"/>
                </a:cubicBezTo>
                <a:cubicBezTo>
                  <a:pt x="24027" y="53470"/>
                  <a:pt x="19997" y="52340"/>
                  <a:pt x="15665" y="50368"/>
                </a:cubicBezTo>
                <a:cubicBezTo>
                  <a:pt x="12159" y="48772"/>
                  <a:pt x="9211" y="46725"/>
                  <a:pt x="6821" y="44226"/>
                </a:cubicBezTo>
                <a:cubicBezTo>
                  <a:pt x="4432" y="41726"/>
                  <a:pt x="2683" y="38959"/>
                  <a:pt x="1575" y="35924"/>
                </a:cubicBezTo>
                <a:cubicBezTo>
                  <a:pt x="466" y="32887"/>
                  <a:pt x="0" y="29625"/>
                  <a:pt x="177" y="26137"/>
                </a:cubicBezTo>
                <a:cubicBezTo>
                  <a:pt x="354" y="22648"/>
                  <a:pt x="1241" y="19151"/>
                  <a:pt x="2838" y="15643"/>
                </a:cubicBezTo>
                <a:cubicBezTo>
                  <a:pt x="4371" y="12275"/>
                  <a:pt x="6303" y="9399"/>
                  <a:pt x="8632" y="7016"/>
                </a:cubicBezTo>
                <a:cubicBezTo>
                  <a:pt x="10963" y="4632"/>
                  <a:pt x="13577" y="2855"/>
                  <a:pt x="16476" y="1684"/>
                </a:cubicBezTo>
                <a:cubicBezTo>
                  <a:pt x="19375" y="513"/>
                  <a:pt x="22535" y="0"/>
                  <a:pt x="25955" y="146"/>
                </a:cubicBezTo>
                <a:cubicBezTo>
                  <a:pt x="29374" y="292"/>
                  <a:pt x="32974" y="1225"/>
                  <a:pt x="36755" y="2946"/>
                </a:cubicBezTo>
                <a:moveTo>
                  <a:pt x="32960" y="14291"/>
                </a:moveTo>
                <a:cubicBezTo>
                  <a:pt x="30348" y="13102"/>
                  <a:pt x="27726" y="12116"/>
                  <a:pt x="25095" y="11333"/>
                </a:cubicBezTo>
                <a:cubicBezTo>
                  <a:pt x="22462" y="10550"/>
                  <a:pt x="19980" y="10168"/>
                  <a:pt x="17648" y="10185"/>
                </a:cubicBezTo>
                <a:cubicBezTo>
                  <a:pt x="15316" y="10203"/>
                  <a:pt x="13206" y="10736"/>
                  <a:pt x="11317" y="11785"/>
                </a:cubicBezTo>
                <a:cubicBezTo>
                  <a:pt x="9429" y="12834"/>
                  <a:pt x="7921" y="14596"/>
                  <a:pt x="6794" y="17072"/>
                </a:cubicBezTo>
                <a:cubicBezTo>
                  <a:pt x="5542" y="19822"/>
                  <a:pt x="5109" y="22322"/>
                  <a:pt x="5495" y="24574"/>
                </a:cubicBezTo>
                <a:cubicBezTo>
                  <a:pt x="5882" y="26824"/>
                  <a:pt x="6828" y="28894"/>
                  <a:pt x="8334" y="30783"/>
                </a:cubicBezTo>
                <a:cubicBezTo>
                  <a:pt x="9840" y="32671"/>
                  <a:pt x="11744" y="34368"/>
                  <a:pt x="14047" y="35874"/>
                </a:cubicBezTo>
                <a:cubicBezTo>
                  <a:pt x="16350" y="37378"/>
                  <a:pt x="18842" y="38740"/>
                  <a:pt x="21523" y="39961"/>
                </a:cubicBezTo>
                <a:cubicBezTo>
                  <a:pt x="23861" y="41025"/>
                  <a:pt x="26345" y="41949"/>
                  <a:pt x="28977" y="42733"/>
                </a:cubicBezTo>
                <a:cubicBezTo>
                  <a:pt x="31609" y="43516"/>
                  <a:pt x="34141" y="43880"/>
                  <a:pt x="36573" y="43826"/>
                </a:cubicBezTo>
                <a:cubicBezTo>
                  <a:pt x="39005" y="43770"/>
                  <a:pt x="41257" y="43198"/>
                  <a:pt x="43331" y="42109"/>
                </a:cubicBezTo>
                <a:cubicBezTo>
                  <a:pt x="45404" y="41019"/>
                  <a:pt x="47035" y="39167"/>
                  <a:pt x="48225" y="36554"/>
                </a:cubicBezTo>
                <a:cubicBezTo>
                  <a:pt x="49446" y="33872"/>
                  <a:pt x="49813" y="31425"/>
                  <a:pt x="49325" y="29212"/>
                </a:cubicBezTo>
                <a:cubicBezTo>
                  <a:pt x="48839" y="26999"/>
                  <a:pt x="47810" y="24974"/>
                  <a:pt x="46239" y="23138"/>
                </a:cubicBezTo>
                <a:cubicBezTo>
                  <a:pt x="44668" y="21302"/>
                  <a:pt x="42698" y="19658"/>
                  <a:pt x="40329" y="18206"/>
                </a:cubicBezTo>
                <a:cubicBezTo>
                  <a:pt x="37960" y="16754"/>
                  <a:pt x="35504" y="15449"/>
                  <a:pt x="32960" y="142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Text r">
            <a:extLst xmlns:a="http://schemas.openxmlformats.org/drawingml/2006/main">
              <a:ext uri="{FF2B5EF4-FFF2-40B4-BE49-F238E27FC236}">
                <a16:creationId xmlns:a16="http://schemas.microsoft.com/office/drawing/2014/main" id="{595DF19A-6A5D-4C34-BBF0-734D9C0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035" y="460459"/>
            <a:ext cx="58804" cy="59189"/>
          </a:xfrm>
          <a:custGeom xmlns:a="http://schemas.openxmlformats.org/drawingml/2006/main">
            <a:pathLst>
              <a:path w="58804" h="59189">
                <a:moveTo>
                  <a:pt x="41161" y="34959"/>
                </a:moveTo>
                <a:cubicBezTo>
                  <a:pt x="42880" y="35742"/>
                  <a:pt x="44348" y="36348"/>
                  <a:pt x="45563" y="36777"/>
                </a:cubicBezTo>
                <a:cubicBezTo>
                  <a:pt x="46779" y="37205"/>
                  <a:pt x="47906" y="37282"/>
                  <a:pt x="48944" y="37009"/>
                </a:cubicBezTo>
                <a:cubicBezTo>
                  <a:pt x="49982" y="36734"/>
                  <a:pt x="51005" y="36037"/>
                  <a:pt x="52012" y="34919"/>
                </a:cubicBezTo>
                <a:cubicBezTo>
                  <a:pt x="53019" y="33799"/>
                  <a:pt x="54189" y="32049"/>
                  <a:pt x="55522" y="29669"/>
                </a:cubicBezTo>
                <a:cubicBezTo>
                  <a:pt x="55778" y="29287"/>
                  <a:pt x="56108" y="29064"/>
                  <a:pt x="56511" y="29000"/>
                </a:cubicBezTo>
                <a:cubicBezTo>
                  <a:pt x="56914" y="28934"/>
                  <a:pt x="57322" y="28995"/>
                  <a:pt x="57735" y="29183"/>
                </a:cubicBezTo>
                <a:cubicBezTo>
                  <a:pt x="58079" y="29339"/>
                  <a:pt x="58359" y="29591"/>
                  <a:pt x="58574" y="29939"/>
                </a:cubicBezTo>
                <a:cubicBezTo>
                  <a:pt x="58790" y="30285"/>
                  <a:pt x="58804" y="30665"/>
                  <a:pt x="58616" y="31077"/>
                </a:cubicBezTo>
                <a:cubicBezTo>
                  <a:pt x="57270" y="34033"/>
                  <a:pt x="55960" y="36591"/>
                  <a:pt x="54686" y="38751"/>
                </a:cubicBezTo>
                <a:cubicBezTo>
                  <a:pt x="53413" y="40910"/>
                  <a:pt x="52307" y="43022"/>
                  <a:pt x="51368" y="45084"/>
                </a:cubicBezTo>
                <a:cubicBezTo>
                  <a:pt x="50366" y="47284"/>
                  <a:pt x="49493" y="49522"/>
                  <a:pt x="48747" y="51798"/>
                </a:cubicBezTo>
                <a:cubicBezTo>
                  <a:pt x="48002" y="54073"/>
                  <a:pt x="47129" y="56310"/>
                  <a:pt x="46128" y="58510"/>
                </a:cubicBezTo>
                <a:cubicBezTo>
                  <a:pt x="45972" y="58853"/>
                  <a:pt x="45692" y="59058"/>
                  <a:pt x="45288" y="59124"/>
                </a:cubicBezTo>
                <a:cubicBezTo>
                  <a:pt x="44885" y="59189"/>
                  <a:pt x="44511" y="59144"/>
                  <a:pt x="44167" y="58987"/>
                </a:cubicBezTo>
                <a:cubicBezTo>
                  <a:pt x="43755" y="58800"/>
                  <a:pt x="43441" y="58532"/>
                  <a:pt x="43225" y="58184"/>
                </a:cubicBezTo>
                <a:cubicBezTo>
                  <a:pt x="43010" y="57837"/>
                  <a:pt x="42962" y="57441"/>
                  <a:pt x="43081" y="56998"/>
                </a:cubicBezTo>
                <a:cubicBezTo>
                  <a:pt x="43751" y="54979"/>
                  <a:pt x="44122" y="53343"/>
                  <a:pt x="44195" y="52091"/>
                </a:cubicBezTo>
                <a:cubicBezTo>
                  <a:pt x="44268" y="50837"/>
                  <a:pt x="44053" y="49805"/>
                  <a:pt x="43550" y="48995"/>
                </a:cubicBezTo>
                <a:cubicBezTo>
                  <a:pt x="43046" y="48184"/>
                  <a:pt x="42286" y="47485"/>
                  <a:pt x="41268" y="46898"/>
                </a:cubicBezTo>
                <a:cubicBezTo>
                  <a:pt x="40249" y="46309"/>
                  <a:pt x="38949" y="45654"/>
                  <a:pt x="37367" y="44934"/>
                </a:cubicBezTo>
                <a:lnTo>
                  <a:pt x="22310" y="38080"/>
                </a:lnTo>
                <a:cubicBezTo>
                  <a:pt x="18941" y="36546"/>
                  <a:pt x="16246" y="35403"/>
                  <a:pt x="14223" y="34649"/>
                </a:cubicBezTo>
                <a:cubicBezTo>
                  <a:pt x="12201" y="33894"/>
                  <a:pt x="10540" y="33533"/>
                  <a:pt x="9240" y="33564"/>
                </a:cubicBezTo>
                <a:cubicBezTo>
                  <a:pt x="7940" y="33594"/>
                  <a:pt x="6867" y="34081"/>
                  <a:pt x="6022" y="35025"/>
                </a:cubicBezTo>
                <a:cubicBezTo>
                  <a:pt x="5177" y="35968"/>
                  <a:pt x="4248" y="37370"/>
                  <a:pt x="3234" y="39233"/>
                </a:cubicBezTo>
                <a:cubicBezTo>
                  <a:pt x="3078" y="39576"/>
                  <a:pt x="2789" y="39755"/>
                  <a:pt x="2368" y="39771"/>
                </a:cubicBezTo>
                <a:cubicBezTo>
                  <a:pt x="1945" y="39787"/>
                  <a:pt x="1562" y="39716"/>
                  <a:pt x="1218" y="39559"/>
                </a:cubicBezTo>
                <a:cubicBezTo>
                  <a:pt x="875" y="39403"/>
                  <a:pt x="571" y="39161"/>
                  <a:pt x="305" y="38832"/>
                </a:cubicBezTo>
                <a:cubicBezTo>
                  <a:pt x="39" y="38503"/>
                  <a:pt x="0" y="38133"/>
                  <a:pt x="188" y="37721"/>
                </a:cubicBezTo>
                <a:cubicBezTo>
                  <a:pt x="676" y="36283"/>
                  <a:pt x="1390" y="34305"/>
                  <a:pt x="2329" y="31786"/>
                </a:cubicBezTo>
                <a:cubicBezTo>
                  <a:pt x="3268" y="29266"/>
                  <a:pt x="3973" y="26579"/>
                  <a:pt x="4443" y="23723"/>
                </a:cubicBezTo>
                <a:cubicBezTo>
                  <a:pt x="4607" y="22635"/>
                  <a:pt x="4933" y="21828"/>
                  <a:pt x="5421" y="21303"/>
                </a:cubicBezTo>
                <a:cubicBezTo>
                  <a:pt x="5909" y="20778"/>
                  <a:pt x="6618" y="20769"/>
                  <a:pt x="7550" y="21277"/>
                </a:cubicBezTo>
                <a:lnTo>
                  <a:pt x="14056" y="24487"/>
                </a:lnTo>
                <a:cubicBezTo>
                  <a:pt x="14193" y="24550"/>
                  <a:pt x="14295" y="24555"/>
                  <a:pt x="14361" y="24503"/>
                </a:cubicBezTo>
                <a:cubicBezTo>
                  <a:pt x="14427" y="24449"/>
                  <a:pt x="14422" y="24322"/>
                  <a:pt x="14346" y="24122"/>
                </a:cubicBezTo>
                <a:cubicBezTo>
                  <a:pt x="12116" y="21364"/>
                  <a:pt x="10619" y="18545"/>
                  <a:pt x="9855" y="15666"/>
                </a:cubicBezTo>
                <a:cubicBezTo>
                  <a:pt x="9090" y="12786"/>
                  <a:pt x="9506" y="9593"/>
                  <a:pt x="11102" y="6087"/>
                </a:cubicBezTo>
                <a:cubicBezTo>
                  <a:pt x="12417" y="3199"/>
                  <a:pt x="14126" y="1404"/>
                  <a:pt x="16230" y="702"/>
                </a:cubicBezTo>
                <a:cubicBezTo>
                  <a:pt x="18334" y="0"/>
                  <a:pt x="20452" y="134"/>
                  <a:pt x="22584" y="1104"/>
                </a:cubicBezTo>
                <a:cubicBezTo>
                  <a:pt x="23753" y="1636"/>
                  <a:pt x="24615" y="2569"/>
                  <a:pt x="25171" y="3901"/>
                </a:cubicBezTo>
                <a:cubicBezTo>
                  <a:pt x="25726" y="5233"/>
                  <a:pt x="25629" y="6723"/>
                  <a:pt x="24878" y="8372"/>
                </a:cubicBezTo>
                <a:cubicBezTo>
                  <a:pt x="24158" y="9954"/>
                  <a:pt x="23279" y="10883"/>
                  <a:pt x="22240" y="11157"/>
                </a:cubicBezTo>
                <a:cubicBezTo>
                  <a:pt x="21203" y="11431"/>
                  <a:pt x="20237" y="11364"/>
                  <a:pt x="19343" y="10957"/>
                </a:cubicBezTo>
                <a:cubicBezTo>
                  <a:pt x="18381" y="10519"/>
                  <a:pt x="17539" y="10365"/>
                  <a:pt x="16817" y="10493"/>
                </a:cubicBezTo>
                <a:cubicBezTo>
                  <a:pt x="16094" y="10620"/>
                  <a:pt x="15451" y="11302"/>
                  <a:pt x="14888" y="12540"/>
                </a:cubicBezTo>
                <a:cubicBezTo>
                  <a:pt x="14293" y="13846"/>
                  <a:pt x="14183" y="15228"/>
                  <a:pt x="14557" y="16685"/>
                </a:cubicBezTo>
                <a:cubicBezTo>
                  <a:pt x="14931" y="18142"/>
                  <a:pt x="15530" y="19515"/>
                  <a:pt x="16356" y="20804"/>
                </a:cubicBezTo>
                <a:cubicBezTo>
                  <a:pt x="17180" y="22092"/>
                  <a:pt x="18117" y="23224"/>
                  <a:pt x="19168" y="24200"/>
                </a:cubicBezTo>
                <a:cubicBezTo>
                  <a:pt x="20217" y="25176"/>
                  <a:pt x="21085" y="25820"/>
                  <a:pt x="21772" y="26133"/>
                </a:cubicBezTo>
                <a:lnTo>
                  <a:pt x="41161" y="349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Text a">
            <a:extLst xmlns:a="http://schemas.openxmlformats.org/drawingml/2006/main">
              <a:ext uri="{FF2B5EF4-FFF2-40B4-BE49-F238E27FC236}">
                <a16:creationId xmlns:a16="http://schemas.microsoft.com/office/drawing/2014/main" id="{F7AFF49F-C1DA-4502-A92C-78C72EF5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979" y="421746"/>
            <a:ext cx="61168" cy="51639"/>
          </a:xfrm>
          <a:custGeom xmlns:a="http://schemas.openxmlformats.org/drawingml/2006/main">
            <a:pathLst>
              <a:path w="61168" h="51639">
                <a:moveTo>
                  <a:pt x="33093" y="17472"/>
                </a:moveTo>
                <a:cubicBezTo>
                  <a:pt x="32337" y="17127"/>
                  <a:pt x="31857" y="16951"/>
                  <a:pt x="31653" y="16942"/>
                </a:cubicBezTo>
                <a:cubicBezTo>
                  <a:pt x="31450" y="16931"/>
                  <a:pt x="31286" y="17064"/>
                  <a:pt x="31161" y="17339"/>
                </a:cubicBezTo>
                <a:cubicBezTo>
                  <a:pt x="29076" y="23196"/>
                  <a:pt x="28361" y="27913"/>
                  <a:pt x="29016" y="31490"/>
                </a:cubicBezTo>
                <a:cubicBezTo>
                  <a:pt x="29671" y="35066"/>
                  <a:pt x="31476" y="37526"/>
                  <a:pt x="34432" y="38872"/>
                </a:cubicBezTo>
                <a:cubicBezTo>
                  <a:pt x="36495" y="39811"/>
                  <a:pt x="38466" y="40086"/>
                  <a:pt x="40345" y="39696"/>
                </a:cubicBezTo>
                <a:cubicBezTo>
                  <a:pt x="42224" y="39307"/>
                  <a:pt x="43711" y="37908"/>
                  <a:pt x="44806" y="35502"/>
                </a:cubicBezTo>
                <a:cubicBezTo>
                  <a:pt x="45526" y="33921"/>
                  <a:pt x="45975" y="32113"/>
                  <a:pt x="46154" y="30078"/>
                </a:cubicBezTo>
                <a:cubicBezTo>
                  <a:pt x="46334" y="28043"/>
                  <a:pt x="46152" y="26072"/>
                  <a:pt x="45609" y="24165"/>
                </a:cubicBezTo>
                <a:cubicBezTo>
                  <a:pt x="45310" y="23365"/>
                  <a:pt x="44885" y="22839"/>
                  <a:pt x="44334" y="22589"/>
                </a:cubicBezTo>
                <a:lnTo>
                  <a:pt x="33093" y="17472"/>
                </a:lnTo>
                <a:moveTo>
                  <a:pt x="47717" y="12424"/>
                </a:moveTo>
                <a:cubicBezTo>
                  <a:pt x="50123" y="13520"/>
                  <a:pt x="51910" y="14063"/>
                  <a:pt x="53076" y="14055"/>
                </a:cubicBezTo>
                <a:cubicBezTo>
                  <a:pt x="54242" y="14046"/>
                  <a:pt x="55122" y="13388"/>
                  <a:pt x="55716" y="12082"/>
                </a:cubicBezTo>
                <a:cubicBezTo>
                  <a:pt x="56061" y="11326"/>
                  <a:pt x="56256" y="10668"/>
                  <a:pt x="56303" y="10109"/>
                </a:cubicBezTo>
                <a:cubicBezTo>
                  <a:pt x="56350" y="9550"/>
                  <a:pt x="56302" y="8698"/>
                  <a:pt x="56159" y="7554"/>
                </a:cubicBezTo>
                <a:cubicBezTo>
                  <a:pt x="56116" y="7284"/>
                  <a:pt x="56218" y="7061"/>
                  <a:pt x="56464" y="6883"/>
                </a:cubicBezTo>
                <a:cubicBezTo>
                  <a:pt x="56712" y="6704"/>
                  <a:pt x="56995" y="6584"/>
                  <a:pt x="57314" y="6523"/>
                </a:cubicBezTo>
                <a:cubicBezTo>
                  <a:pt x="57633" y="6461"/>
                  <a:pt x="57962" y="6466"/>
                  <a:pt x="58303" y="6538"/>
                </a:cubicBezTo>
                <a:cubicBezTo>
                  <a:pt x="58644" y="6610"/>
                  <a:pt x="58870" y="6795"/>
                  <a:pt x="58982" y="7095"/>
                </a:cubicBezTo>
                <a:cubicBezTo>
                  <a:pt x="60993" y="11247"/>
                  <a:pt x="61168" y="15146"/>
                  <a:pt x="59509" y="18790"/>
                </a:cubicBezTo>
                <a:cubicBezTo>
                  <a:pt x="58602" y="20783"/>
                  <a:pt x="57295" y="22243"/>
                  <a:pt x="55588" y="23168"/>
                </a:cubicBezTo>
                <a:cubicBezTo>
                  <a:pt x="53881" y="24092"/>
                  <a:pt x="52149" y="24568"/>
                  <a:pt x="50391" y="24598"/>
                </a:cubicBezTo>
                <a:cubicBezTo>
                  <a:pt x="49985" y="24580"/>
                  <a:pt x="49857" y="24771"/>
                  <a:pt x="50007" y="25171"/>
                </a:cubicBezTo>
                <a:cubicBezTo>
                  <a:pt x="50774" y="27679"/>
                  <a:pt x="51133" y="30353"/>
                  <a:pt x="51085" y="33194"/>
                </a:cubicBezTo>
                <a:cubicBezTo>
                  <a:pt x="51036" y="36036"/>
                  <a:pt x="50198" y="39244"/>
                  <a:pt x="48571" y="42818"/>
                </a:cubicBezTo>
                <a:cubicBezTo>
                  <a:pt x="46787" y="46737"/>
                  <a:pt x="44362" y="49286"/>
                  <a:pt x="41295" y="50463"/>
                </a:cubicBezTo>
                <a:cubicBezTo>
                  <a:pt x="38228" y="51639"/>
                  <a:pt x="34769" y="51351"/>
                  <a:pt x="30919" y="49598"/>
                </a:cubicBezTo>
                <a:cubicBezTo>
                  <a:pt x="25969" y="47345"/>
                  <a:pt x="23218" y="43312"/>
                  <a:pt x="22669" y="37501"/>
                </a:cubicBezTo>
                <a:cubicBezTo>
                  <a:pt x="22119" y="31689"/>
                  <a:pt x="23847" y="24384"/>
                  <a:pt x="27853" y="15584"/>
                </a:cubicBezTo>
                <a:cubicBezTo>
                  <a:pt x="27915" y="15446"/>
                  <a:pt x="27790" y="15265"/>
                  <a:pt x="27477" y="15040"/>
                </a:cubicBezTo>
                <a:cubicBezTo>
                  <a:pt x="27164" y="14815"/>
                  <a:pt x="26390" y="14420"/>
                  <a:pt x="25153" y="13857"/>
                </a:cubicBezTo>
                <a:lnTo>
                  <a:pt x="22367" y="12589"/>
                </a:lnTo>
                <a:cubicBezTo>
                  <a:pt x="20649" y="11807"/>
                  <a:pt x="18971" y="11209"/>
                  <a:pt x="17333" y="10795"/>
                </a:cubicBezTo>
                <a:cubicBezTo>
                  <a:pt x="15695" y="10381"/>
                  <a:pt x="14160" y="10243"/>
                  <a:pt x="12729" y="10380"/>
                </a:cubicBezTo>
                <a:cubicBezTo>
                  <a:pt x="11297" y="10517"/>
                  <a:pt x="9989" y="11020"/>
                  <a:pt x="8803" y="11891"/>
                </a:cubicBezTo>
                <a:cubicBezTo>
                  <a:pt x="7618" y="12763"/>
                  <a:pt x="6634" y="14058"/>
                  <a:pt x="5851" y="15777"/>
                </a:cubicBezTo>
                <a:cubicBezTo>
                  <a:pt x="4693" y="18321"/>
                  <a:pt x="4253" y="20611"/>
                  <a:pt x="4531" y="22646"/>
                </a:cubicBezTo>
                <a:cubicBezTo>
                  <a:pt x="4808" y="24681"/>
                  <a:pt x="5737" y="26058"/>
                  <a:pt x="7318" y="26778"/>
                </a:cubicBezTo>
                <a:cubicBezTo>
                  <a:pt x="8074" y="27122"/>
                  <a:pt x="8922" y="27218"/>
                  <a:pt x="9863" y="27066"/>
                </a:cubicBezTo>
                <a:cubicBezTo>
                  <a:pt x="10804" y="26913"/>
                  <a:pt x="11653" y="27009"/>
                  <a:pt x="12409" y="27353"/>
                </a:cubicBezTo>
                <a:cubicBezTo>
                  <a:pt x="13372" y="27792"/>
                  <a:pt x="14081" y="28696"/>
                  <a:pt x="14537" y="30066"/>
                </a:cubicBezTo>
                <a:cubicBezTo>
                  <a:pt x="14993" y="31435"/>
                  <a:pt x="14908" y="32806"/>
                  <a:pt x="14282" y="34181"/>
                </a:cubicBezTo>
                <a:cubicBezTo>
                  <a:pt x="13437" y="36038"/>
                  <a:pt x="12336" y="37135"/>
                  <a:pt x="10979" y="37472"/>
                </a:cubicBezTo>
                <a:cubicBezTo>
                  <a:pt x="9622" y="37808"/>
                  <a:pt x="8221" y="37647"/>
                  <a:pt x="6778" y="36990"/>
                </a:cubicBezTo>
                <a:cubicBezTo>
                  <a:pt x="5059" y="36208"/>
                  <a:pt x="3645" y="34983"/>
                  <a:pt x="2536" y="33317"/>
                </a:cubicBezTo>
                <a:cubicBezTo>
                  <a:pt x="1427" y="31650"/>
                  <a:pt x="698" y="29741"/>
                  <a:pt x="349" y="27591"/>
                </a:cubicBezTo>
                <a:cubicBezTo>
                  <a:pt x="0" y="25440"/>
                  <a:pt x="0" y="23116"/>
                  <a:pt x="349" y="20619"/>
                </a:cubicBezTo>
                <a:cubicBezTo>
                  <a:pt x="697" y="18120"/>
                  <a:pt x="1419" y="15668"/>
                  <a:pt x="2515" y="13261"/>
                </a:cubicBezTo>
                <a:cubicBezTo>
                  <a:pt x="5018" y="7762"/>
                  <a:pt x="8262" y="4010"/>
                  <a:pt x="12246" y="2005"/>
                </a:cubicBezTo>
                <a:cubicBezTo>
                  <a:pt x="16230" y="0"/>
                  <a:pt x="21178" y="343"/>
                  <a:pt x="27091" y="3035"/>
                </a:cubicBezTo>
                <a:lnTo>
                  <a:pt x="47717" y="124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Text t">
            <a:extLst xmlns:a="http://schemas.openxmlformats.org/drawingml/2006/main">
              <a:ext uri="{FF2B5EF4-FFF2-40B4-BE49-F238E27FC236}">
                <a16:creationId xmlns:a16="http://schemas.microsoft.com/office/drawing/2014/main" id="{756446BF-36EC-4C97-A67A-4260F840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679" y="377305"/>
            <a:ext cx="64384" cy="40822"/>
          </a:xfrm>
          <a:custGeom xmlns:a="http://schemas.openxmlformats.org/drawingml/2006/main">
            <a:pathLst>
              <a:path w="64384" h="40822">
                <a:moveTo>
                  <a:pt x="43986" y="26778"/>
                </a:moveTo>
                <a:cubicBezTo>
                  <a:pt x="47836" y="28531"/>
                  <a:pt x="50885" y="29400"/>
                  <a:pt x="53133" y="29386"/>
                </a:cubicBezTo>
                <a:cubicBezTo>
                  <a:pt x="55380" y="29372"/>
                  <a:pt x="57020" y="28230"/>
                  <a:pt x="58053" y="25961"/>
                </a:cubicBezTo>
                <a:cubicBezTo>
                  <a:pt x="58773" y="24380"/>
                  <a:pt x="59213" y="22775"/>
                  <a:pt x="59374" y="21148"/>
                </a:cubicBezTo>
                <a:cubicBezTo>
                  <a:pt x="59534" y="19519"/>
                  <a:pt x="59512" y="18201"/>
                  <a:pt x="59306" y="17194"/>
                </a:cubicBezTo>
                <a:cubicBezTo>
                  <a:pt x="59263" y="16925"/>
                  <a:pt x="59355" y="16676"/>
                  <a:pt x="59583" y="16448"/>
                </a:cubicBezTo>
                <a:cubicBezTo>
                  <a:pt x="59811" y="16220"/>
                  <a:pt x="60092" y="16058"/>
                  <a:pt x="60427" y="15962"/>
                </a:cubicBezTo>
                <a:cubicBezTo>
                  <a:pt x="60762" y="15865"/>
                  <a:pt x="61090" y="15827"/>
                  <a:pt x="61411" y="15850"/>
                </a:cubicBezTo>
                <a:cubicBezTo>
                  <a:pt x="61733" y="15871"/>
                  <a:pt x="61967" y="15997"/>
                  <a:pt x="62111" y="16229"/>
                </a:cubicBezTo>
                <a:cubicBezTo>
                  <a:pt x="63647" y="18505"/>
                  <a:pt x="64384" y="20895"/>
                  <a:pt x="64324" y="23399"/>
                </a:cubicBezTo>
                <a:cubicBezTo>
                  <a:pt x="64263" y="25903"/>
                  <a:pt x="63591" y="28565"/>
                  <a:pt x="62307" y="31384"/>
                </a:cubicBezTo>
                <a:cubicBezTo>
                  <a:pt x="60179" y="36058"/>
                  <a:pt x="57629" y="38881"/>
                  <a:pt x="54657" y="39852"/>
                </a:cubicBezTo>
                <a:cubicBezTo>
                  <a:pt x="51683" y="40822"/>
                  <a:pt x="47962" y="40290"/>
                  <a:pt x="43493" y="38256"/>
                </a:cubicBezTo>
                <a:lnTo>
                  <a:pt x="16988" y="26190"/>
                </a:lnTo>
                <a:cubicBezTo>
                  <a:pt x="16163" y="25815"/>
                  <a:pt x="15495" y="25552"/>
                  <a:pt x="14981" y="25402"/>
                </a:cubicBezTo>
                <a:cubicBezTo>
                  <a:pt x="14469" y="25251"/>
                  <a:pt x="14031" y="25301"/>
                  <a:pt x="13669" y="25551"/>
                </a:cubicBezTo>
                <a:cubicBezTo>
                  <a:pt x="13306" y="25802"/>
                  <a:pt x="12927" y="26314"/>
                  <a:pt x="12532" y="27089"/>
                </a:cubicBezTo>
                <a:cubicBezTo>
                  <a:pt x="12138" y="27864"/>
                  <a:pt x="11612" y="28973"/>
                  <a:pt x="10955" y="30416"/>
                </a:cubicBezTo>
                <a:cubicBezTo>
                  <a:pt x="10861" y="30623"/>
                  <a:pt x="10577" y="30701"/>
                  <a:pt x="10102" y="30651"/>
                </a:cubicBezTo>
                <a:cubicBezTo>
                  <a:pt x="9627" y="30600"/>
                  <a:pt x="9141" y="30483"/>
                  <a:pt x="8643" y="30298"/>
                </a:cubicBezTo>
                <a:cubicBezTo>
                  <a:pt x="8146" y="30114"/>
                  <a:pt x="7723" y="29859"/>
                  <a:pt x="7373" y="29534"/>
                </a:cubicBezTo>
                <a:cubicBezTo>
                  <a:pt x="7024" y="29208"/>
                  <a:pt x="6912" y="28907"/>
                  <a:pt x="7037" y="28632"/>
                </a:cubicBezTo>
                <a:cubicBezTo>
                  <a:pt x="7682" y="26851"/>
                  <a:pt x="8097" y="25256"/>
                  <a:pt x="8282" y="23848"/>
                </a:cubicBezTo>
                <a:cubicBezTo>
                  <a:pt x="8467" y="22437"/>
                  <a:pt x="8343" y="21115"/>
                  <a:pt x="7909" y="19880"/>
                </a:cubicBezTo>
                <a:cubicBezTo>
                  <a:pt x="7475" y="18644"/>
                  <a:pt x="6671" y="17448"/>
                  <a:pt x="5496" y="16291"/>
                </a:cubicBezTo>
                <a:cubicBezTo>
                  <a:pt x="4321" y="15133"/>
                  <a:pt x="2678" y="13867"/>
                  <a:pt x="566" y="12491"/>
                </a:cubicBezTo>
                <a:cubicBezTo>
                  <a:pt x="184" y="12234"/>
                  <a:pt x="0" y="11817"/>
                  <a:pt x="14" y="11242"/>
                </a:cubicBezTo>
                <a:cubicBezTo>
                  <a:pt x="26" y="10667"/>
                  <a:pt x="158" y="10104"/>
                  <a:pt x="408" y="9554"/>
                </a:cubicBezTo>
                <a:cubicBezTo>
                  <a:pt x="658" y="9004"/>
                  <a:pt x="971" y="8545"/>
                  <a:pt x="1346" y="8177"/>
                </a:cubicBezTo>
                <a:cubicBezTo>
                  <a:pt x="1722" y="7808"/>
                  <a:pt x="2047" y="7686"/>
                  <a:pt x="2322" y="7812"/>
                </a:cubicBezTo>
                <a:lnTo>
                  <a:pt x="11191" y="11849"/>
                </a:lnTo>
                <a:cubicBezTo>
                  <a:pt x="12291" y="12350"/>
                  <a:pt x="12951" y="12588"/>
                  <a:pt x="13170" y="12564"/>
                </a:cubicBezTo>
                <a:cubicBezTo>
                  <a:pt x="13388" y="12538"/>
                  <a:pt x="13670" y="12146"/>
                  <a:pt x="14014" y="11390"/>
                </a:cubicBezTo>
                <a:lnTo>
                  <a:pt x="18896" y="666"/>
                </a:lnTo>
                <a:cubicBezTo>
                  <a:pt x="19115" y="184"/>
                  <a:pt x="19531" y="0"/>
                  <a:pt x="20145" y="113"/>
                </a:cubicBezTo>
                <a:cubicBezTo>
                  <a:pt x="20757" y="226"/>
                  <a:pt x="21269" y="376"/>
                  <a:pt x="21682" y="564"/>
                </a:cubicBezTo>
                <a:cubicBezTo>
                  <a:pt x="22094" y="752"/>
                  <a:pt x="22553" y="1065"/>
                  <a:pt x="23059" y="1503"/>
                </a:cubicBezTo>
                <a:cubicBezTo>
                  <a:pt x="23566" y="1940"/>
                  <a:pt x="23693" y="2434"/>
                  <a:pt x="23443" y="2984"/>
                </a:cubicBezTo>
                <a:lnTo>
                  <a:pt x="18420" y="14019"/>
                </a:lnTo>
                <a:cubicBezTo>
                  <a:pt x="18200" y="14500"/>
                  <a:pt x="18196" y="14831"/>
                  <a:pt x="18405" y="15010"/>
                </a:cubicBezTo>
                <a:cubicBezTo>
                  <a:pt x="18615" y="15187"/>
                  <a:pt x="19476" y="15620"/>
                  <a:pt x="20988" y="16309"/>
                </a:cubicBezTo>
                <a:lnTo>
                  <a:pt x="43986" y="267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Text i">
            <a:extLst xmlns:a="http://schemas.openxmlformats.org/drawingml/2006/main">
              <a:ext uri="{FF2B5EF4-FFF2-40B4-BE49-F238E27FC236}">
                <a16:creationId xmlns:a16="http://schemas.microsoft.com/office/drawing/2014/main" id="{8AE4453E-7936-4B05-B105-78BE657B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1903" y="345879"/>
            <a:ext cx="76493" cy="47702"/>
          </a:xfrm>
          <a:custGeom xmlns:a="http://schemas.openxmlformats.org/drawingml/2006/main">
            <a:pathLst>
              <a:path w="76493" h="47702">
                <a:moveTo>
                  <a:pt x="60400" y="24091"/>
                </a:moveTo>
                <a:cubicBezTo>
                  <a:pt x="62119" y="24873"/>
                  <a:pt x="63579" y="25497"/>
                  <a:pt x="64778" y="25961"/>
                </a:cubicBezTo>
                <a:cubicBezTo>
                  <a:pt x="65979" y="26423"/>
                  <a:pt x="67051" y="26621"/>
                  <a:pt x="67995" y="26553"/>
                </a:cubicBezTo>
                <a:cubicBezTo>
                  <a:pt x="68939" y="26485"/>
                  <a:pt x="69813" y="26115"/>
                  <a:pt x="70616" y="25444"/>
                </a:cubicBezTo>
                <a:cubicBezTo>
                  <a:pt x="71420" y="24771"/>
                  <a:pt x="72285" y="23691"/>
                  <a:pt x="73212" y="22204"/>
                </a:cubicBezTo>
                <a:cubicBezTo>
                  <a:pt x="73467" y="21823"/>
                  <a:pt x="73797" y="21600"/>
                  <a:pt x="74201" y="21534"/>
                </a:cubicBezTo>
                <a:cubicBezTo>
                  <a:pt x="74604" y="21468"/>
                  <a:pt x="75012" y="21529"/>
                  <a:pt x="75425" y="21717"/>
                </a:cubicBezTo>
                <a:cubicBezTo>
                  <a:pt x="75769" y="21873"/>
                  <a:pt x="76048" y="22125"/>
                  <a:pt x="76264" y="22473"/>
                </a:cubicBezTo>
                <a:cubicBezTo>
                  <a:pt x="76479" y="22821"/>
                  <a:pt x="76493" y="23200"/>
                  <a:pt x="76305" y="23613"/>
                </a:cubicBezTo>
                <a:cubicBezTo>
                  <a:pt x="75742" y="24851"/>
                  <a:pt x="74885" y="26412"/>
                  <a:pt x="73736" y="28296"/>
                </a:cubicBezTo>
                <a:cubicBezTo>
                  <a:pt x="72589" y="30180"/>
                  <a:pt x="71545" y="32153"/>
                  <a:pt x="70607" y="34216"/>
                </a:cubicBezTo>
                <a:cubicBezTo>
                  <a:pt x="69605" y="36416"/>
                  <a:pt x="68747" y="38619"/>
                  <a:pt x="68033" y="40826"/>
                </a:cubicBezTo>
                <a:cubicBezTo>
                  <a:pt x="67319" y="43033"/>
                  <a:pt x="66524" y="45099"/>
                  <a:pt x="65648" y="47024"/>
                </a:cubicBezTo>
                <a:cubicBezTo>
                  <a:pt x="65492" y="47367"/>
                  <a:pt x="65212" y="47571"/>
                  <a:pt x="64808" y="47637"/>
                </a:cubicBezTo>
                <a:cubicBezTo>
                  <a:pt x="64405" y="47702"/>
                  <a:pt x="64032" y="47656"/>
                  <a:pt x="63688" y="47499"/>
                </a:cubicBezTo>
                <a:cubicBezTo>
                  <a:pt x="63275" y="47312"/>
                  <a:pt x="62961" y="47044"/>
                  <a:pt x="62745" y="46698"/>
                </a:cubicBezTo>
                <a:cubicBezTo>
                  <a:pt x="62530" y="46350"/>
                  <a:pt x="62482" y="45955"/>
                  <a:pt x="62602" y="45512"/>
                </a:cubicBezTo>
                <a:cubicBezTo>
                  <a:pt x="63209" y="43630"/>
                  <a:pt x="63533" y="42097"/>
                  <a:pt x="63574" y="40912"/>
                </a:cubicBezTo>
                <a:cubicBezTo>
                  <a:pt x="63616" y="39728"/>
                  <a:pt x="63377" y="38748"/>
                  <a:pt x="62859" y="37973"/>
                </a:cubicBezTo>
                <a:cubicBezTo>
                  <a:pt x="62340" y="37197"/>
                  <a:pt x="61563" y="36532"/>
                  <a:pt x="60529" y="35979"/>
                </a:cubicBezTo>
                <a:cubicBezTo>
                  <a:pt x="59495" y="35425"/>
                  <a:pt x="58187" y="34788"/>
                  <a:pt x="56605" y="34067"/>
                </a:cubicBezTo>
                <a:lnTo>
                  <a:pt x="40001" y="26509"/>
                </a:lnTo>
                <a:cubicBezTo>
                  <a:pt x="37045" y="25163"/>
                  <a:pt x="34641" y="24152"/>
                  <a:pt x="32791" y="23476"/>
                </a:cubicBezTo>
                <a:cubicBezTo>
                  <a:pt x="30941" y="22800"/>
                  <a:pt x="29443" y="22491"/>
                  <a:pt x="28296" y="22550"/>
                </a:cubicBezTo>
                <a:cubicBezTo>
                  <a:pt x="27149" y="22608"/>
                  <a:pt x="26184" y="23040"/>
                  <a:pt x="25402" y="23847"/>
                </a:cubicBezTo>
                <a:cubicBezTo>
                  <a:pt x="24619" y="24652"/>
                  <a:pt x="23750" y="25833"/>
                  <a:pt x="22793" y="27390"/>
                </a:cubicBezTo>
                <a:cubicBezTo>
                  <a:pt x="22605" y="27802"/>
                  <a:pt x="22293" y="28033"/>
                  <a:pt x="21854" y="28083"/>
                </a:cubicBezTo>
                <a:cubicBezTo>
                  <a:pt x="21417" y="28132"/>
                  <a:pt x="21026" y="28079"/>
                  <a:pt x="20683" y="27923"/>
                </a:cubicBezTo>
                <a:cubicBezTo>
                  <a:pt x="20339" y="27766"/>
                  <a:pt x="20042" y="27507"/>
                  <a:pt x="19793" y="27145"/>
                </a:cubicBezTo>
                <a:cubicBezTo>
                  <a:pt x="19543" y="26782"/>
                  <a:pt x="19512" y="26394"/>
                  <a:pt x="19699" y="25981"/>
                </a:cubicBezTo>
                <a:cubicBezTo>
                  <a:pt x="19943" y="25263"/>
                  <a:pt x="20258" y="24390"/>
                  <a:pt x="20643" y="23362"/>
                </a:cubicBezTo>
                <a:cubicBezTo>
                  <a:pt x="21028" y="22333"/>
                  <a:pt x="21419" y="21245"/>
                  <a:pt x="21817" y="20099"/>
                </a:cubicBezTo>
                <a:cubicBezTo>
                  <a:pt x="22214" y="18951"/>
                  <a:pt x="22585" y="17771"/>
                  <a:pt x="22930" y="16559"/>
                </a:cubicBezTo>
                <a:cubicBezTo>
                  <a:pt x="23275" y="15346"/>
                  <a:pt x="23548" y="14245"/>
                  <a:pt x="23748" y="13257"/>
                </a:cubicBezTo>
                <a:cubicBezTo>
                  <a:pt x="23955" y="12438"/>
                  <a:pt x="24074" y="11766"/>
                  <a:pt x="24105" y="11241"/>
                </a:cubicBezTo>
                <a:cubicBezTo>
                  <a:pt x="24137" y="10716"/>
                  <a:pt x="24215" y="10316"/>
                  <a:pt x="24340" y="10041"/>
                </a:cubicBezTo>
                <a:cubicBezTo>
                  <a:pt x="24715" y="9216"/>
                  <a:pt x="25199" y="8793"/>
                  <a:pt x="25789" y="8772"/>
                </a:cubicBezTo>
                <a:cubicBezTo>
                  <a:pt x="26381" y="8750"/>
                  <a:pt x="26883" y="8833"/>
                  <a:pt x="27295" y="9021"/>
                </a:cubicBezTo>
                <a:lnTo>
                  <a:pt x="60400" y="24091"/>
                </a:lnTo>
                <a:moveTo>
                  <a:pt x="12225" y="8760"/>
                </a:moveTo>
                <a:cubicBezTo>
                  <a:pt x="11443" y="10479"/>
                  <a:pt x="10237" y="11714"/>
                  <a:pt x="8608" y="12467"/>
                </a:cubicBezTo>
                <a:cubicBezTo>
                  <a:pt x="6979" y="13219"/>
                  <a:pt x="5374" y="13235"/>
                  <a:pt x="3793" y="12515"/>
                </a:cubicBezTo>
                <a:cubicBezTo>
                  <a:pt x="2211" y="11795"/>
                  <a:pt x="1136" y="10600"/>
                  <a:pt x="568" y="8931"/>
                </a:cubicBezTo>
                <a:cubicBezTo>
                  <a:pt x="0" y="7261"/>
                  <a:pt x="107" y="5567"/>
                  <a:pt x="889" y="3849"/>
                </a:cubicBezTo>
                <a:cubicBezTo>
                  <a:pt x="1640" y="2198"/>
                  <a:pt x="2826" y="1099"/>
                  <a:pt x="4446" y="550"/>
                </a:cubicBezTo>
                <a:cubicBezTo>
                  <a:pt x="6066" y="0"/>
                  <a:pt x="7666" y="85"/>
                  <a:pt x="9247" y="805"/>
                </a:cubicBezTo>
                <a:cubicBezTo>
                  <a:pt x="10760" y="1493"/>
                  <a:pt x="11814" y="2596"/>
                  <a:pt x="12411" y="4112"/>
                </a:cubicBezTo>
                <a:cubicBezTo>
                  <a:pt x="13007" y="5629"/>
                  <a:pt x="12945" y="7178"/>
                  <a:pt x="12225" y="87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Text o">
            <a:extLst xmlns:a="http://schemas.openxmlformats.org/drawingml/2006/main">
              <a:ext uri="{FF2B5EF4-FFF2-40B4-BE49-F238E27FC236}">
                <a16:creationId xmlns:a16="http://schemas.microsoft.com/office/drawing/2014/main" id="{E8B543B5-2A29-403E-AEF6-790DF564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289" y="301548"/>
            <a:ext cx="54666" cy="54042"/>
          </a:xfrm>
          <a:custGeom xmlns:a="http://schemas.openxmlformats.org/drawingml/2006/main">
            <a:pathLst>
              <a:path w="54666" h="54042">
                <a:moveTo>
                  <a:pt x="36755" y="2946"/>
                </a:moveTo>
                <a:cubicBezTo>
                  <a:pt x="40949" y="4856"/>
                  <a:pt x="44396" y="7130"/>
                  <a:pt x="47095" y="9770"/>
                </a:cubicBezTo>
                <a:cubicBezTo>
                  <a:pt x="49794" y="12409"/>
                  <a:pt x="51751" y="15313"/>
                  <a:pt x="52966" y="18482"/>
                </a:cubicBezTo>
                <a:cubicBezTo>
                  <a:pt x="54180" y="21648"/>
                  <a:pt x="54666" y="25003"/>
                  <a:pt x="54422" y="28545"/>
                </a:cubicBezTo>
                <a:cubicBezTo>
                  <a:pt x="54180" y="32085"/>
                  <a:pt x="53213" y="35712"/>
                  <a:pt x="51523" y="39425"/>
                </a:cubicBezTo>
                <a:cubicBezTo>
                  <a:pt x="50052" y="42656"/>
                  <a:pt x="48158" y="45405"/>
                  <a:pt x="45841" y="47671"/>
                </a:cubicBezTo>
                <a:cubicBezTo>
                  <a:pt x="43524" y="49935"/>
                  <a:pt x="40862" y="51587"/>
                  <a:pt x="37857" y="52627"/>
                </a:cubicBezTo>
                <a:cubicBezTo>
                  <a:pt x="34853" y="53665"/>
                  <a:pt x="31486" y="54042"/>
                  <a:pt x="27757" y="53757"/>
                </a:cubicBezTo>
                <a:cubicBezTo>
                  <a:pt x="24027" y="53470"/>
                  <a:pt x="19997" y="52340"/>
                  <a:pt x="15665" y="50368"/>
                </a:cubicBezTo>
                <a:cubicBezTo>
                  <a:pt x="12159" y="48772"/>
                  <a:pt x="9211" y="46725"/>
                  <a:pt x="6821" y="44226"/>
                </a:cubicBezTo>
                <a:cubicBezTo>
                  <a:pt x="4432" y="41726"/>
                  <a:pt x="2683" y="38959"/>
                  <a:pt x="1575" y="35924"/>
                </a:cubicBezTo>
                <a:cubicBezTo>
                  <a:pt x="466" y="32887"/>
                  <a:pt x="0" y="29625"/>
                  <a:pt x="177" y="26137"/>
                </a:cubicBezTo>
                <a:cubicBezTo>
                  <a:pt x="354" y="22648"/>
                  <a:pt x="1241" y="19151"/>
                  <a:pt x="2838" y="15643"/>
                </a:cubicBezTo>
                <a:cubicBezTo>
                  <a:pt x="4371" y="12275"/>
                  <a:pt x="6303" y="9399"/>
                  <a:pt x="8632" y="7016"/>
                </a:cubicBezTo>
                <a:cubicBezTo>
                  <a:pt x="10963" y="4632"/>
                  <a:pt x="13577" y="2855"/>
                  <a:pt x="16476" y="1684"/>
                </a:cubicBezTo>
                <a:cubicBezTo>
                  <a:pt x="19375" y="513"/>
                  <a:pt x="22535" y="0"/>
                  <a:pt x="25955" y="146"/>
                </a:cubicBezTo>
                <a:cubicBezTo>
                  <a:pt x="29374" y="292"/>
                  <a:pt x="32974" y="1225"/>
                  <a:pt x="36755" y="2946"/>
                </a:cubicBezTo>
                <a:moveTo>
                  <a:pt x="32960" y="14291"/>
                </a:moveTo>
                <a:cubicBezTo>
                  <a:pt x="30348" y="13102"/>
                  <a:pt x="27726" y="12116"/>
                  <a:pt x="25095" y="11333"/>
                </a:cubicBezTo>
                <a:cubicBezTo>
                  <a:pt x="22462" y="10550"/>
                  <a:pt x="19980" y="10168"/>
                  <a:pt x="17648" y="10185"/>
                </a:cubicBezTo>
                <a:cubicBezTo>
                  <a:pt x="15316" y="10203"/>
                  <a:pt x="13206" y="10736"/>
                  <a:pt x="11317" y="11785"/>
                </a:cubicBezTo>
                <a:cubicBezTo>
                  <a:pt x="9429" y="12834"/>
                  <a:pt x="7921" y="14596"/>
                  <a:pt x="6794" y="17072"/>
                </a:cubicBezTo>
                <a:cubicBezTo>
                  <a:pt x="5542" y="19822"/>
                  <a:pt x="5109" y="22322"/>
                  <a:pt x="5495" y="24574"/>
                </a:cubicBezTo>
                <a:cubicBezTo>
                  <a:pt x="5882" y="26824"/>
                  <a:pt x="6828" y="28894"/>
                  <a:pt x="8334" y="30783"/>
                </a:cubicBezTo>
                <a:cubicBezTo>
                  <a:pt x="9840" y="32671"/>
                  <a:pt x="11744" y="34368"/>
                  <a:pt x="14047" y="35874"/>
                </a:cubicBezTo>
                <a:cubicBezTo>
                  <a:pt x="16350" y="37378"/>
                  <a:pt x="18842" y="38740"/>
                  <a:pt x="21523" y="39961"/>
                </a:cubicBezTo>
                <a:cubicBezTo>
                  <a:pt x="23861" y="41025"/>
                  <a:pt x="26345" y="41949"/>
                  <a:pt x="28977" y="42733"/>
                </a:cubicBezTo>
                <a:cubicBezTo>
                  <a:pt x="31609" y="43516"/>
                  <a:pt x="34141" y="43880"/>
                  <a:pt x="36573" y="43826"/>
                </a:cubicBezTo>
                <a:cubicBezTo>
                  <a:pt x="39005" y="43770"/>
                  <a:pt x="41257" y="43198"/>
                  <a:pt x="43331" y="42109"/>
                </a:cubicBezTo>
                <a:cubicBezTo>
                  <a:pt x="45404" y="41019"/>
                  <a:pt x="47035" y="39167"/>
                  <a:pt x="48225" y="36554"/>
                </a:cubicBezTo>
                <a:cubicBezTo>
                  <a:pt x="49446" y="33872"/>
                  <a:pt x="49813" y="31425"/>
                  <a:pt x="49325" y="29212"/>
                </a:cubicBezTo>
                <a:cubicBezTo>
                  <a:pt x="48839" y="26999"/>
                  <a:pt x="47810" y="24974"/>
                  <a:pt x="46239" y="23138"/>
                </a:cubicBezTo>
                <a:cubicBezTo>
                  <a:pt x="44668" y="21302"/>
                  <a:pt x="42698" y="19658"/>
                  <a:pt x="40329" y="18206"/>
                </a:cubicBezTo>
                <a:cubicBezTo>
                  <a:pt x="37960" y="16754"/>
                  <a:pt x="35504" y="15449"/>
                  <a:pt x="32960" y="142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Text n">
            <a:extLst xmlns:a="http://schemas.openxmlformats.org/drawingml/2006/main">
              <a:ext uri="{FF2B5EF4-FFF2-40B4-BE49-F238E27FC236}">
                <a16:creationId xmlns:a16="http://schemas.microsoft.com/office/drawing/2014/main" id="{E5B12235-C8CC-4AF8-B2FE-027FC8C4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701" y="245089"/>
            <a:ext cx="70083" cy="66030"/>
          </a:xfrm>
          <a:custGeom xmlns:a="http://schemas.openxmlformats.org/drawingml/2006/main">
            <a:pathLst>
              <a:path w="70083" h="66030">
                <a:moveTo>
                  <a:pt x="39999" y="42727"/>
                </a:moveTo>
                <a:cubicBezTo>
                  <a:pt x="41719" y="43510"/>
                  <a:pt x="43178" y="44133"/>
                  <a:pt x="44378" y="44597"/>
                </a:cubicBezTo>
                <a:cubicBezTo>
                  <a:pt x="45578" y="45060"/>
                  <a:pt x="46627" y="45309"/>
                  <a:pt x="47524" y="45344"/>
                </a:cubicBezTo>
                <a:cubicBezTo>
                  <a:pt x="48422" y="45378"/>
                  <a:pt x="49241" y="45129"/>
                  <a:pt x="49982" y="44595"/>
                </a:cubicBezTo>
                <a:cubicBezTo>
                  <a:pt x="50722" y="44061"/>
                  <a:pt x="51493" y="43188"/>
                  <a:pt x="52295" y="41976"/>
                </a:cubicBezTo>
                <a:cubicBezTo>
                  <a:pt x="52551" y="41594"/>
                  <a:pt x="52880" y="41371"/>
                  <a:pt x="53284" y="41305"/>
                </a:cubicBezTo>
                <a:cubicBezTo>
                  <a:pt x="53687" y="41239"/>
                  <a:pt x="54095" y="41300"/>
                  <a:pt x="54508" y="41488"/>
                </a:cubicBezTo>
                <a:cubicBezTo>
                  <a:pt x="54852" y="41645"/>
                  <a:pt x="55132" y="41897"/>
                  <a:pt x="55347" y="42244"/>
                </a:cubicBezTo>
                <a:cubicBezTo>
                  <a:pt x="55562" y="42592"/>
                  <a:pt x="55576" y="42972"/>
                  <a:pt x="55389" y="43384"/>
                </a:cubicBezTo>
                <a:cubicBezTo>
                  <a:pt x="55076" y="44071"/>
                  <a:pt x="54368" y="45306"/>
                  <a:pt x="53266" y="47087"/>
                </a:cubicBezTo>
                <a:cubicBezTo>
                  <a:pt x="52165" y="48868"/>
                  <a:pt x="51145" y="50790"/>
                  <a:pt x="50206" y="52853"/>
                </a:cubicBezTo>
                <a:cubicBezTo>
                  <a:pt x="49205" y="55053"/>
                  <a:pt x="48355" y="57238"/>
                  <a:pt x="47656" y="59410"/>
                </a:cubicBezTo>
                <a:cubicBezTo>
                  <a:pt x="46958" y="61583"/>
                  <a:pt x="46203" y="63563"/>
                  <a:pt x="45389" y="65350"/>
                </a:cubicBezTo>
                <a:cubicBezTo>
                  <a:pt x="45232" y="65695"/>
                  <a:pt x="44952" y="65899"/>
                  <a:pt x="44549" y="65965"/>
                </a:cubicBezTo>
                <a:cubicBezTo>
                  <a:pt x="44145" y="66030"/>
                  <a:pt x="43772" y="65984"/>
                  <a:pt x="43428" y="65827"/>
                </a:cubicBezTo>
                <a:cubicBezTo>
                  <a:pt x="43015" y="65640"/>
                  <a:pt x="42701" y="65373"/>
                  <a:pt x="42485" y="65026"/>
                </a:cubicBezTo>
                <a:cubicBezTo>
                  <a:pt x="42270" y="64679"/>
                  <a:pt x="42222" y="64283"/>
                  <a:pt x="42342" y="63838"/>
                </a:cubicBezTo>
                <a:cubicBezTo>
                  <a:pt x="42918" y="62026"/>
                  <a:pt x="43245" y="60578"/>
                  <a:pt x="43324" y="59494"/>
                </a:cubicBezTo>
                <a:cubicBezTo>
                  <a:pt x="43403" y="58409"/>
                  <a:pt x="43200" y="57487"/>
                  <a:pt x="42717" y="56727"/>
                </a:cubicBezTo>
                <a:cubicBezTo>
                  <a:pt x="42232" y="55967"/>
                  <a:pt x="41455" y="55302"/>
                  <a:pt x="40387" y="54734"/>
                </a:cubicBezTo>
                <a:cubicBezTo>
                  <a:pt x="39318" y="54163"/>
                  <a:pt x="37924" y="53487"/>
                  <a:pt x="36204" y="52704"/>
                </a:cubicBezTo>
                <a:lnTo>
                  <a:pt x="23211" y="46789"/>
                </a:lnTo>
                <a:cubicBezTo>
                  <a:pt x="19842" y="45256"/>
                  <a:pt x="17025" y="44015"/>
                  <a:pt x="14759" y="43067"/>
                </a:cubicBezTo>
                <a:cubicBezTo>
                  <a:pt x="12493" y="42118"/>
                  <a:pt x="10613" y="41552"/>
                  <a:pt x="9119" y="41370"/>
                </a:cubicBezTo>
                <a:cubicBezTo>
                  <a:pt x="7625" y="41187"/>
                  <a:pt x="6416" y="41425"/>
                  <a:pt x="5494" y="42085"/>
                </a:cubicBezTo>
                <a:cubicBezTo>
                  <a:pt x="4571" y="42744"/>
                  <a:pt x="3734" y="43898"/>
                  <a:pt x="2983" y="45548"/>
                </a:cubicBezTo>
                <a:cubicBezTo>
                  <a:pt x="2795" y="45961"/>
                  <a:pt x="2509" y="46225"/>
                  <a:pt x="2124" y="46341"/>
                </a:cubicBezTo>
                <a:cubicBezTo>
                  <a:pt x="1740" y="46456"/>
                  <a:pt x="1376" y="46435"/>
                  <a:pt x="1032" y="46279"/>
                </a:cubicBezTo>
                <a:cubicBezTo>
                  <a:pt x="619" y="46091"/>
                  <a:pt x="331" y="45815"/>
                  <a:pt x="165" y="45449"/>
                </a:cubicBezTo>
                <a:cubicBezTo>
                  <a:pt x="0" y="45083"/>
                  <a:pt x="11" y="44693"/>
                  <a:pt x="199" y="44281"/>
                </a:cubicBezTo>
                <a:cubicBezTo>
                  <a:pt x="794" y="42975"/>
                  <a:pt x="1456" y="40973"/>
                  <a:pt x="2186" y="38276"/>
                </a:cubicBezTo>
                <a:cubicBezTo>
                  <a:pt x="2915" y="35579"/>
                  <a:pt x="3497" y="32751"/>
                  <a:pt x="3931" y="29794"/>
                </a:cubicBezTo>
                <a:cubicBezTo>
                  <a:pt x="4093" y="28707"/>
                  <a:pt x="4610" y="28071"/>
                  <a:pt x="5483" y="27887"/>
                </a:cubicBezTo>
                <a:cubicBezTo>
                  <a:pt x="6356" y="27703"/>
                  <a:pt x="7205" y="27798"/>
                  <a:pt x="8029" y="28174"/>
                </a:cubicBezTo>
                <a:lnTo>
                  <a:pt x="12154" y="30051"/>
                </a:lnTo>
                <a:cubicBezTo>
                  <a:pt x="12291" y="30114"/>
                  <a:pt x="12401" y="30102"/>
                  <a:pt x="12482" y="30015"/>
                </a:cubicBezTo>
                <a:cubicBezTo>
                  <a:pt x="12563" y="29928"/>
                  <a:pt x="12551" y="29818"/>
                  <a:pt x="12445" y="29686"/>
                </a:cubicBezTo>
                <a:cubicBezTo>
                  <a:pt x="11908" y="28860"/>
                  <a:pt x="11371" y="27807"/>
                  <a:pt x="10835" y="26525"/>
                </a:cubicBezTo>
                <a:cubicBezTo>
                  <a:pt x="10298" y="25244"/>
                  <a:pt x="9891" y="23813"/>
                  <a:pt x="9614" y="22235"/>
                </a:cubicBezTo>
                <a:cubicBezTo>
                  <a:pt x="9336" y="20656"/>
                  <a:pt x="9266" y="18985"/>
                  <a:pt x="9405" y="17223"/>
                </a:cubicBezTo>
                <a:cubicBezTo>
                  <a:pt x="9543" y="15459"/>
                  <a:pt x="10034" y="13649"/>
                  <a:pt x="10880" y="11792"/>
                </a:cubicBezTo>
                <a:cubicBezTo>
                  <a:pt x="13227" y="6636"/>
                  <a:pt x="16492" y="3247"/>
                  <a:pt x="20676" y="1624"/>
                </a:cubicBezTo>
                <a:cubicBezTo>
                  <a:pt x="24860" y="0"/>
                  <a:pt x="30149" y="643"/>
                  <a:pt x="36542" y="3554"/>
                </a:cubicBezTo>
                <a:lnTo>
                  <a:pt x="54178" y="11582"/>
                </a:lnTo>
                <a:cubicBezTo>
                  <a:pt x="56034" y="12427"/>
                  <a:pt x="57571" y="13064"/>
                  <a:pt x="58786" y="13494"/>
                </a:cubicBezTo>
                <a:cubicBezTo>
                  <a:pt x="60002" y="13923"/>
                  <a:pt x="61056" y="14113"/>
                  <a:pt x="61950" y="14064"/>
                </a:cubicBezTo>
                <a:cubicBezTo>
                  <a:pt x="62844" y="14014"/>
                  <a:pt x="63661" y="13679"/>
                  <a:pt x="64399" y="13061"/>
                </a:cubicBezTo>
                <a:cubicBezTo>
                  <a:pt x="65137" y="12442"/>
                  <a:pt x="65938" y="11457"/>
                  <a:pt x="66802" y="10108"/>
                </a:cubicBezTo>
                <a:cubicBezTo>
                  <a:pt x="67058" y="9727"/>
                  <a:pt x="67387" y="9504"/>
                  <a:pt x="67790" y="9439"/>
                </a:cubicBezTo>
                <a:cubicBezTo>
                  <a:pt x="68194" y="9373"/>
                  <a:pt x="68602" y="9434"/>
                  <a:pt x="69014" y="9622"/>
                </a:cubicBezTo>
                <a:cubicBezTo>
                  <a:pt x="69358" y="9778"/>
                  <a:pt x="69638" y="10030"/>
                  <a:pt x="69853" y="10378"/>
                </a:cubicBezTo>
                <a:cubicBezTo>
                  <a:pt x="70069" y="10724"/>
                  <a:pt x="70083" y="11104"/>
                  <a:pt x="69896" y="11516"/>
                </a:cubicBezTo>
                <a:cubicBezTo>
                  <a:pt x="69489" y="12410"/>
                  <a:pt x="68703" y="13816"/>
                  <a:pt x="67538" y="15736"/>
                </a:cubicBezTo>
                <a:cubicBezTo>
                  <a:pt x="66374" y="17654"/>
                  <a:pt x="65323" y="19645"/>
                  <a:pt x="64384" y="21707"/>
                </a:cubicBezTo>
                <a:cubicBezTo>
                  <a:pt x="63383" y="23907"/>
                  <a:pt x="62548" y="26059"/>
                  <a:pt x="61881" y="28163"/>
                </a:cubicBezTo>
                <a:cubicBezTo>
                  <a:pt x="61215" y="30266"/>
                  <a:pt x="60584" y="31970"/>
                  <a:pt x="59990" y="33276"/>
                </a:cubicBezTo>
                <a:cubicBezTo>
                  <a:pt x="59833" y="33621"/>
                  <a:pt x="59553" y="33826"/>
                  <a:pt x="59149" y="33891"/>
                </a:cubicBezTo>
                <a:cubicBezTo>
                  <a:pt x="58746" y="33956"/>
                  <a:pt x="58373" y="33910"/>
                  <a:pt x="58029" y="33753"/>
                </a:cubicBezTo>
                <a:cubicBezTo>
                  <a:pt x="57616" y="33566"/>
                  <a:pt x="57302" y="33299"/>
                  <a:pt x="57086" y="32952"/>
                </a:cubicBezTo>
                <a:cubicBezTo>
                  <a:pt x="56871" y="32605"/>
                  <a:pt x="56823" y="32209"/>
                  <a:pt x="56942" y="31766"/>
                </a:cubicBezTo>
                <a:cubicBezTo>
                  <a:pt x="57424" y="30159"/>
                  <a:pt x="57639" y="28867"/>
                  <a:pt x="57586" y="27889"/>
                </a:cubicBezTo>
                <a:cubicBezTo>
                  <a:pt x="57534" y="26910"/>
                  <a:pt x="57233" y="26068"/>
                  <a:pt x="56683" y="25362"/>
                </a:cubicBezTo>
                <a:cubicBezTo>
                  <a:pt x="56133" y="24654"/>
                  <a:pt x="55341" y="24023"/>
                  <a:pt x="54307" y="23471"/>
                </a:cubicBezTo>
                <a:cubicBezTo>
                  <a:pt x="53273" y="22916"/>
                  <a:pt x="51964" y="22279"/>
                  <a:pt x="50382" y="21559"/>
                </a:cubicBezTo>
                <a:lnTo>
                  <a:pt x="34707" y="14423"/>
                </a:lnTo>
                <a:cubicBezTo>
                  <a:pt x="32988" y="13640"/>
                  <a:pt x="31238" y="12926"/>
                  <a:pt x="29457" y="12282"/>
                </a:cubicBezTo>
                <a:cubicBezTo>
                  <a:pt x="27676" y="11637"/>
                  <a:pt x="25957" y="11311"/>
                  <a:pt x="24300" y="11304"/>
                </a:cubicBezTo>
                <a:cubicBezTo>
                  <a:pt x="22643" y="11295"/>
                  <a:pt x="21101" y="11673"/>
                  <a:pt x="19675" y="12436"/>
                </a:cubicBezTo>
                <a:cubicBezTo>
                  <a:pt x="18249" y="13197"/>
                  <a:pt x="17067" y="14610"/>
                  <a:pt x="16128" y="16672"/>
                </a:cubicBezTo>
                <a:cubicBezTo>
                  <a:pt x="15189" y="18735"/>
                  <a:pt x="14694" y="20688"/>
                  <a:pt x="14643" y="22533"/>
                </a:cubicBezTo>
                <a:cubicBezTo>
                  <a:pt x="14592" y="24377"/>
                  <a:pt x="14874" y="26082"/>
                  <a:pt x="15489" y="27649"/>
                </a:cubicBezTo>
                <a:cubicBezTo>
                  <a:pt x="16104" y="29216"/>
                  <a:pt x="17026" y="30610"/>
                  <a:pt x="18254" y="31833"/>
                </a:cubicBezTo>
                <a:cubicBezTo>
                  <a:pt x="19482" y="33056"/>
                  <a:pt x="20921" y="34042"/>
                  <a:pt x="22571" y="34794"/>
                </a:cubicBezTo>
                <a:lnTo>
                  <a:pt x="39999" y="427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C37D4-3264-4366-B475-B870BDC1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359" y="564153"/>
            <a:ext cx="413820" cy="432912"/>
          </a:xfrm>
          <a:custGeom xmlns:a="http://schemas.openxmlformats.org/drawingml/2006/main">
            <a:pathLst>
              <a:path w="413820" h="432912">
                <a:moveTo>
                  <a:pt x="0" y="340270"/>
                </a:moveTo>
                <a:lnTo>
                  <a:pt x="313156" y="0"/>
                </a:lnTo>
                <a:lnTo>
                  <a:pt x="413820" y="92641"/>
                </a:lnTo>
                <a:lnTo>
                  <a:pt x="100664" y="432912"/>
                </a:lnTo>
                <a:lnTo>
                  <a:pt x="0" y="34027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Text C">
            <a:extLst xmlns:a="http://schemas.openxmlformats.org/drawingml/2006/main">
              <a:ext uri="{FF2B5EF4-FFF2-40B4-BE49-F238E27FC236}">
                <a16:creationId xmlns:a16="http://schemas.microsoft.com/office/drawing/2014/main" id="{C0386DEC-11C4-43DD-8191-D1DD881A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671" y="865761"/>
            <a:ext cx="89851" cy="88172"/>
          </a:xfrm>
          <a:custGeom xmlns:a="http://schemas.openxmlformats.org/drawingml/2006/main">
            <a:pathLst>
              <a:path w="89851" h="88172">
                <a:moveTo>
                  <a:pt x="11979" y="18079"/>
                </a:moveTo>
                <a:cubicBezTo>
                  <a:pt x="14281" y="15577"/>
                  <a:pt x="16709" y="13552"/>
                  <a:pt x="19265" y="12003"/>
                </a:cubicBezTo>
                <a:cubicBezTo>
                  <a:pt x="21821" y="10453"/>
                  <a:pt x="24545" y="9111"/>
                  <a:pt x="27438" y="7976"/>
                </a:cubicBezTo>
                <a:cubicBezTo>
                  <a:pt x="28278" y="7619"/>
                  <a:pt x="29066" y="7292"/>
                  <a:pt x="29803" y="6994"/>
                </a:cubicBezTo>
                <a:cubicBezTo>
                  <a:pt x="30539" y="6696"/>
                  <a:pt x="31086" y="6353"/>
                  <a:pt x="31444" y="5964"/>
                </a:cubicBezTo>
                <a:cubicBezTo>
                  <a:pt x="32263" y="5074"/>
                  <a:pt x="32272" y="4005"/>
                  <a:pt x="31472" y="2755"/>
                </a:cubicBezTo>
                <a:cubicBezTo>
                  <a:pt x="31301" y="2495"/>
                  <a:pt x="31300" y="2161"/>
                  <a:pt x="31470" y="1754"/>
                </a:cubicBezTo>
                <a:cubicBezTo>
                  <a:pt x="31640" y="1345"/>
                  <a:pt x="31880" y="1001"/>
                  <a:pt x="32189" y="722"/>
                </a:cubicBezTo>
                <a:cubicBezTo>
                  <a:pt x="32498" y="441"/>
                  <a:pt x="32811" y="240"/>
                  <a:pt x="33126" y="120"/>
                </a:cubicBezTo>
                <a:cubicBezTo>
                  <a:pt x="33442" y="0"/>
                  <a:pt x="33685" y="70"/>
                  <a:pt x="33857" y="329"/>
                </a:cubicBezTo>
                <a:cubicBezTo>
                  <a:pt x="34542" y="1371"/>
                  <a:pt x="35318" y="2368"/>
                  <a:pt x="36186" y="3321"/>
                </a:cubicBezTo>
                <a:cubicBezTo>
                  <a:pt x="37054" y="4274"/>
                  <a:pt x="37989" y="5211"/>
                  <a:pt x="38990" y="6132"/>
                </a:cubicBezTo>
                <a:cubicBezTo>
                  <a:pt x="40546" y="7564"/>
                  <a:pt x="42205" y="8886"/>
                  <a:pt x="43966" y="10096"/>
                </a:cubicBezTo>
                <a:cubicBezTo>
                  <a:pt x="45727" y="11306"/>
                  <a:pt x="47543" y="12567"/>
                  <a:pt x="49415" y="13879"/>
                </a:cubicBezTo>
                <a:cubicBezTo>
                  <a:pt x="49637" y="14084"/>
                  <a:pt x="49703" y="14375"/>
                  <a:pt x="49612" y="14754"/>
                </a:cubicBezTo>
                <a:cubicBezTo>
                  <a:pt x="49521" y="15131"/>
                  <a:pt x="49324" y="15513"/>
                  <a:pt x="49019" y="15900"/>
                </a:cubicBezTo>
                <a:cubicBezTo>
                  <a:pt x="48714" y="16287"/>
                  <a:pt x="48352" y="16596"/>
                  <a:pt x="47933" y="16828"/>
                </a:cubicBezTo>
                <a:cubicBezTo>
                  <a:pt x="47515" y="17059"/>
                  <a:pt x="47142" y="17074"/>
                  <a:pt x="46813" y="16873"/>
                </a:cubicBezTo>
                <a:cubicBezTo>
                  <a:pt x="40531" y="13659"/>
                  <a:pt x="34777" y="12522"/>
                  <a:pt x="29550" y="13461"/>
                </a:cubicBezTo>
                <a:cubicBezTo>
                  <a:pt x="24323" y="14399"/>
                  <a:pt x="19536" y="17231"/>
                  <a:pt x="15188" y="21955"/>
                </a:cubicBezTo>
                <a:cubicBezTo>
                  <a:pt x="11811" y="25624"/>
                  <a:pt x="9801" y="29370"/>
                  <a:pt x="9158" y="33193"/>
                </a:cubicBezTo>
                <a:cubicBezTo>
                  <a:pt x="8515" y="37015"/>
                  <a:pt x="8777" y="40773"/>
                  <a:pt x="9946" y="44467"/>
                </a:cubicBezTo>
                <a:cubicBezTo>
                  <a:pt x="11115" y="48160"/>
                  <a:pt x="12931" y="51654"/>
                  <a:pt x="15393" y="54948"/>
                </a:cubicBezTo>
                <a:cubicBezTo>
                  <a:pt x="17856" y="58240"/>
                  <a:pt x="20504" y="61190"/>
                  <a:pt x="23339" y="63799"/>
                </a:cubicBezTo>
                <a:cubicBezTo>
                  <a:pt x="26452" y="66664"/>
                  <a:pt x="29871" y="69195"/>
                  <a:pt x="33597" y="71393"/>
                </a:cubicBezTo>
                <a:cubicBezTo>
                  <a:pt x="37324" y="73590"/>
                  <a:pt x="41129" y="75090"/>
                  <a:pt x="45011" y="75891"/>
                </a:cubicBezTo>
                <a:cubicBezTo>
                  <a:pt x="48894" y="76692"/>
                  <a:pt x="52740" y="76612"/>
                  <a:pt x="56549" y="75653"/>
                </a:cubicBezTo>
                <a:cubicBezTo>
                  <a:pt x="60359" y="74693"/>
                  <a:pt x="63850" y="72490"/>
                  <a:pt x="67022" y="69043"/>
                </a:cubicBezTo>
                <a:cubicBezTo>
                  <a:pt x="69477" y="66375"/>
                  <a:pt x="71440" y="63768"/>
                  <a:pt x="72911" y="61222"/>
                </a:cubicBezTo>
                <a:cubicBezTo>
                  <a:pt x="74383" y="58674"/>
                  <a:pt x="75145" y="56089"/>
                  <a:pt x="75196" y="53467"/>
                </a:cubicBezTo>
                <a:cubicBezTo>
                  <a:pt x="75221" y="50205"/>
                  <a:pt x="74594" y="47010"/>
                  <a:pt x="73315" y="43883"/>
                </a:cubicBezTo>
                <a:cubicBezTo>
                  <a:pt x="72036" y="40754"/>
                  <a:pt x="70184" y="37663"/>
                  <a:pt x="67758" y="34609"/>
                </a:cubicBezTo>
                <a:cubicBezTo>
                  <a:pt x="67419" y="34196"/>
                  <a:pt x="67335" y="33785"/>
                  <a:pt x="67505" y="33378"/>
                </a:cubicBezTo>
                <a:cubicBezTo>
                  <a:pt x="67675" y="32969"/>
                  <a:pt x="67956" y="32637"/>
                  <a:pt x="68347" y="32381"/>
                </a:cubicBezTo>
                <a:cubicBezTo>
                  <a:pt x="68737" y="32123"/>
                  <a:pt x="69171" y="31958"/>
                  <a:pt x="69649" y="31885"/>
                </a:cubicBezTo>
                <a:cubicBezTo>
                  <a:pt x="70127" y="31812"/>
                  <a:pt x="70452" y="31905"/>
                  <a:pt x="70624" y="32164"/>
                </a:cubicBezTo>
                <a:cubicBezTo>
                  <a:pt x="71582" y="33355"/>
                  <a:pt x="72577" y="34477"/>
                  <a:pt x="73609" y="35530"/>
                </a:cubicBezTo>
                <a:cubicBezTo>
                  <a:pt x="74643" y="36583"/>
                  <a:pt x="75715" y="37621"/>
                  <a:pt x="76827" y="38644"/>
                </a:cubicBezTo>
                <a:cubicBezTo>
                  <a:pt x="78717" y="40383"/>
                  <a:pt x="80713" y="42092"/>
                  <a:pt x="82814" y="43769"/>
                </a:cubicBezTo>
                <a:cubicBezTo>
                  <a:pt x="84915" y="45445"/>
                  <a:pt x="87101" y="47226"/>
                  <a:pt x="89371" y="49110"/>
                </a:cubicBezTo>
                <a:cubicBezTo>
                  <a:pt x="89704" y="49416"/>
                  <a:pt x="89851" y="49758"/>
                  <a:pt x="89812" y="50134"/>
                </a:cubicBezTo>
                <a:cubicBezTo>
                  <a:pt x="89775" y="50510"/>
                  <a:pt x="89630" y="50863"/>
                  <a:pt x="89377" y="51195"/>
                </a:cubicBezTo>
                <a:cubicBezTo>
                  <a:pt x="89123" y="51526"/>
                  <a:pt x="88799" y="51766"/>
                  <a:pt x="88404" y="51916"/>
                </a:cubicBezTo>
                <a:cubicBezTo>
                  <a:pt x="88009" y="52067"/>
                  <a:pt x="87647" y="52041"/>
                  <a:pt x="87318" y="51840"/>
                </a:cubicBezTo>
                <a:cubicBezTo>
                  <a:pt x="86716" y="51492"/>
                  <a:pt x="86051" y="51239"/>
                  <a:pt x="85323" y="51083"/>
                </a:cubicBezTo>
                <a:cubicBezTo>
                  <a:pt x="84594" y="50926"/>
                  <a:pt x="83873" y="50929"/>
                  <a:pt x="83159" y="51093"/>
                </a:cubicBezTo>
                <a:cubicBezTo>
                  <a:pt x="82443" y="51255"/>
                  <a:pt x="81804" y="51643"/>
                  <a:pt x="81242" y="52254"/>
                </a:cubicBezTo>
                <a:cubicBezTo>
                  <a:pt x="80730" y="52810"/>
                  <a:pt x="80335" y="53629"/>
                  <a:pt x="80059" y="54709"/>
                </a:cubicBezTo>
                <a:cubicBezTo>
                  <a:pt x="79601" y="56545"/>
                  <a:pt x="79084" y="58251"/>
                  <a:pt x="78508" y="59826"/>
                </a:cubicBezTo>
                <a:cubicBezTo>
                  <a:pt x="77932" y="61400"/>
                  <a:pt x="77245" y="62898"/>
                  <a:pt x="76448" y="64321"/>
                </a:cubicBezTo>
                <a:cubicBezTo>
                  <a:pt x="75652" y="65744"/>
                  <a:pt x="74721" y="67147"/>
                  <a:pt x="73655" y="68528"/>
                </a:cubicBezTo>
                <a:cubicBezTo>
                  <a:pt x="72590" y="69908"/>
                  <a:pt x="71367" y="71349"/>
                  <a:pt x="69986" y="72849"/>
                </a:cubicBezTo>
                <a:cubicBezTo>
                  <a:pt x="60931" y="82688"/>
                  <a:pt x="51757" y="87720"/>
                  <a:pt x="42465" y="87947"/>
                </a:cubicBezTo>
                <a:cubicBezTo>
                  <a:pt x="33172" y="88172"/>
                  <a:pt x="23939" y="84064"/>
                  <a:pt x="14767" y="75623"/>
                </a:cubicBezTo>
                <a:cubicBezTo>
                  <a:pt x="9876" y="71121"/>
                  <a:pt x="6245" y="66394"/>
                  <a:pt x="3874" y="61441"/>
                </a:cubicBezTo>
                <a:cubicBezTo>
                  <a:pt x="1504" y="56487"/>
                  <a:pt x="255" y="51512"/>
                  <a:pt x="127" y="46519"/>
                </a:cubicBezTo>
                <a:cubicBezTo>
                  <a:pt x="0" y="41525"/>
                  <a:pt x="959" y="36606"/>
                  <a:pt x="3004" y="31763"/>
                </a:cubicBezTo>
                <a:cubicBezTo>
                  <a:pt x="5048" y="26920"/>
                  <a:pt x="8040" y="22358"/>
                  <a:pt x="11979" y="180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Text o">
            <a:extLst xmlns:a="http://schemas.openxmlformats.org/drawingml/2006/main">
              <a:ext uri="{FF2B5EF4-FFF2-40B4-BE49-F238E27FC236}">
                <a16:creationId xmlns:a16="http://schemas.microsoft.com/office/drawing/2014/main" id="{B7775357-B357-4557-9FF5-0F513E9D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478" y="844233"/>
            <a:ext cx="54543" cy="55330"/>
          </a:xfrm>
          <a:custGeom xmlns:a="http://schemas.openxmlformats.org/drawingml/2006/main">
            <a:pathLst>
              <a:path w="54543" h="55330">
                <a:moveTo>
                  <a:pt x="43809" y="7726"/>
                </a:moveTo>
                <a:cubicBezTo>
                  <a:pt x="47200" y="10846"/>
                  <a:pt x="49767" y="14081"/>
                  <a:pt x="51510" y="17430"/>
                </a:cubicBezTo>
                <a:cubicBezTo>
                  <a:pt x="53253" y="20779"/>
                  <a:pt x="54208" y="24148"/>
                  <a:pt x="54376" y="27537"/>
                </a:cubicBezTo>
                <a:cubicBezTo>
                  <a:pt x="54543" y="30925"/>
                  <a:pt x="53960" y="34264"/>
                  <a:pt x="52625" y="37554"/>
                </a:cubicBezTo>
                <a:cubicBezTo>
                  <a:pt x="51292" y="40843"/>
                  <a:pt x="49244" y="43988"/>
                  <a:pt x="46481" y="46990"/>
                </a:cubicBezTo>
                <a:cubicBezTo>
                  <a:pt x="44077" y="49602"/>
                  <a:pt x="41421" y="51624"/>
                  <a:pt x="38514" y="53055"/>
                </a:cubicBezTo>
                <a:cubicBezTo>
                  <a:pt x="35606" y="54485"/>
                  <a:pt x="32563" y="55226"/>
                  <a:pt x="29383" y="55278"/>
                </a:cubicBezTo>
                <a:cubicBezTo>
                  <a:pt x="26205" y="55330"/>
                  <a:pt x="22888" y="54639"/>
                  <a:pt x="19433" y="53206"/>
                </a:cubicBezTo>
                <a:cubicBezTo>
                  <a:pt x="15979" y="51772"/>
                  <a:pt x="12500" y="49443"/>
                  <a:pt x="8998" y="46220"/>
                </a:cubicBezTo>
                <a:cubicBezTo>
                  <a:pt x="6164" y="43611"/>
                  <a:pt x="4000" y="40748"/>
                  <a:pt x="2508" y="37629"/>
                </a:cubicBezTo>
                <a:cubicBezTo>
                  <a:pt x="1016" y="34509"/>
                  <a:pt x="216" y="31335"/>
                  <a:pt x="108" y="28106"/>
                </a:cubicBezTo>
                <a:cubicBezTo>
                  <a:pt x="0" y="24875"/>
                  <a:pt x="573" y="21630"/>
                  <a:pt x="1828" y="18370"/>
                </a:cubicBezTo>
                <a:cubicBezTo>
                  <a:pt x="3083" y="15110"/>
                  <a:pt x="5015" y="12063"/>
                  <a:pt x="7625" y="9227"/>
                </a:cubicBezTo>
                <a:cubicBezTo>
                  <a:pt x="10131" y="6504"/>
                  <a:pt x="12862" y="4373"/>
                  <a:pt x="15818" y="2834"/>
                </a:cubicBezTo>
                <a:cubicBezTo>
                  <a:pt x="18775" y="1294"/>
                  <a:pt x="21813" y="420"/>
                  <a:pt x="24932" y="210"/>
                </a:cubicBezTo>
                <a:cubicBezTo>
                  <a:pt x="28052" y="0"/>
                  <a:pt x="31214" y="497"/>
                  <a:pt x="34419" y="1701"/>
                </a:cubicBezTo>
                <a:cubicBezTo>
                  <a:pt x="37622" y="2904"/>
                  <a:pt x="40753" y="4912"/>
                  <a:pt x="43809" y="7726"/>
                </a:cubicBezTo>
                <a:moveTo>
                  <a:pt x="36670" y="17324"/>
                </a:moveTo>
                <a:cubicBezTo>
                  <a:pt x="34558" y="15381"/>
                  <a:pt x="32374" y="13627"/>
                  <a:pt x="30117" y="12064"/>
                </a:cubicBezTo>
                <a:cubicBezTo>
                  <a:pt x="27859" y="10500"/>
                  <a:pt x="25620" y="9363"/>
                  <a:pt x="23398" y="8653"/>
                </a:cubicBezTo>
                <a:cubicBezTo>
                  <a:pt x="21177" y="7944"/>
                  <a:pt x="19005" y="7793"/>
                  <a:pt x="16884" y="8202"/>
                </a:cubicBezTo>
                <a:cubicBezTo>
                  <a:pt x="14763" y="8610"/>
                  <a:pt x="12781" y="9816"/>
                  <a:pt x="10939" y="11817"/>
                </a:cubicBezTo>
                <a:cubicBezTo>
                  <a:pt x="8893" y="14040"/>
                  <a:pt x="7703" y="16282"/>
                  <a:pt x="7369" y="18541"/>
                </a:cubicBezTo>
                <a:cubicBezTo>
                  <a:pt x="7035" y="20800"/>
                  <a:pt x="7290" y="23062"/>
                  <a:pt x="8132" y="25325"/>
                </a:cubicBezTo>
                <a:cubicBezTo>
                  <a:pt x="8975" y="27589"/>
                  <a:pt x="10256" y="29795"/>
                  <a:pt x="11975" y="31943"/>
                </a:cubicBezTo>
                <a:cubicBezTo>
                  <a:pt x="13695" y="34089"/>
                  <a:pt x="15639" y="36160"/>
                  <a:pt x="17807" y="38155"/>
                </a:cubicBezTo>
                <a:cubicBezTo>
                  <a:pt x="19696" y="39894"/>
                  <a:pt x="21770" y="41546"/>
                  <a:pt x="24027" y="43111"/>
                </a:cubicBezTo>
                <a:cubicBezTo>
                  <a:pt x="26283" y="44674"/>
                  <a:pt x="28576" y="45809"/>
                  <a:pt x="30904" y="46515"/>
                </a:cubicBezTo>
                <a:cubicBezTo>
                  <a:pt x="33232" y="47220"/>
                  <a:pt x="35551" y="47377"/>
                  <a:pt x="37861" y="46989"/>
                </a:cubicBezTo>
                <a:cubicBezTo>
                  <a:pt x="40170" y="46598"/>
                  <a:pt x="42297" y="45347"/>
                  <a:pt x="44242" y="43234"/>
                </a:cubicBezTo>
                <a:cubicBezTo>
                  <a:pt x="46237" y="41066"/>
                  <a:pt x="47347" y="38855"/>
                  <a:pt x="47574" y="36601"/>
                </a:cubicBezTo>
                <a:cubicBezTo>
                  <a:pt x="47801" y="34345"/>
                  <a:pt x="47454" y="32101"/>
                  <a:pt x="46533" y="29867"/>
                </a:cubicBezTo>
                <a:cubicBezTo>
                  <a:pt x="45612" y="27633"/>
                  <a:pt x="44252" y="25457"/>
                  <a:pt x="42453" y="23340"/>
                </a:cubicBezTo>
                <a:cubicBezTo>
                  <a:pt x="40654" y="21222"/>
                  <a:pt x="38727" y="19217"/>
                  <a:pt x="36670" y="173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Text n">
            <a:extLst xmlns:a="http://schemas.openxmlformats.org/drawingml/2006/main">
              <a:ext uri="{FF2B5EF4-FFF2-40B4-BE49-F238E27FC236}">
                <a16:creationId xmlns:a16="http://schemas.microsoft.com/office/drawing/2014/main" id="{C31B030D-D07E-440B-96D1-A1E4B172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322" y="797792"/>
            <a:ext cx="77285" cy="68879"/>
          </a:xfrm>
          <a:custGeom xmlns:a="http://schemas.openxmlformats.org/drawingml/2006/main">
            <a:pathLst>
              <a:path w="77285" h="68879">
                <a:moveTo>
                  <a:pt x="38743" y="45317"/>
                </a:moveTo>
                <a:cubicBezTo>
                  <a:pt x="40133" y="46597"/>
                  <a:pt x="41326" y="47644"/>
                  <a:pt x="42322" y="48458"/>
                </a:cubicBezTo>
                <a:cubicBezTo>
                  <a:pt x="43318" y="49272"/>
                  <a:pt x="44237" y="49835"/>
                  <a:pt x="45079" y="50147"/>
                </a:cubicBezTo>
                <a:cubicBezTo>
                  <a:pt x="45921" y="50460"/>
                  <a:pt x="46777" y="50478"/>
                  <a:pt x="47647" y="50201"/>
                </a:cubicBezTo>
                <a:cubicBezTo>
                  <a:pt x="48518" y="49924"/>
                  <a:pt x="49522" y="49335"/>
                  <a:pt x="50661" y="48433"/>
                </a:cubicBezTo>
                <a:cubicBezTo>
                  <a:pt x="51023" y="48150"/>
                  <a:pt x="51406" y="48040"/>
                  <a:pt x="51810" y="48103"/>
                </a:cubicBezTo>
                <a:cubicBezTo>
                  <a:pt x="52214" y="48167"/>
                  <a:pt x="52583" y="48352"/>
                  <a:pt x="52916" y="48658"/>
                </a:cubicBezTo>
                <a:cubicBezTo>
                  <a:pt x="53194" y="48914"/>
                  <a:pt x="53382" y="49241"/>
                  <a:pt x="53478" y="49638"/>
                </a:cubicBezTo>
                <a:cubicBezTo>
                  <a:pt x="53574" y="50036"/>
                  <a:pt x="53469" y="50401"/>
                  <a:pt x="53162" y="50734"/>
                </a:cubicBezTo>
                <a:cubicBezTo>
                  <a:pt x="52651" y="51290"/>
                  <a:pt x="51594" y="52243"/>
                  <a:pt x="49992" y="53592"/>
                </a:cubicBezTo>
                <a:cubicBezTo>
                  <a:pt x="48391" y="54942"/>
                  <a:pt x="46823" y="56451"/>
                  <a:pt x="45289" y="58118"/>
                </a:cubicBezTo>
                <a:cubicBezTo>
                  <a:pt x="43652" y="59897"/>
                  <a:pt x="42163" y="61709"/>
                  <a:pt x="40823" y="63555"/>
                </a:cubicBezTo>
                <a:cubicBezTo>
                  <a:pt x="39483" y="65402"/>
                  <a:pt x="38149" y="67048"/>
                  <a:pt x="36818" y="68494"/>
                </a:cubicBezTo>
                <a:cubicBezTo>
                  <a:pt x="36562" y="68772"/>
                  <a:pt x="36232" y="68879"/>
                  <a:pt x="35828" y="68816"/>
                </a:cubicBezTo>
                <a:cubicBezTo>
                  <a:pt x="35425" y="68752"/>
                  <a:pt x="35085" y="68592"/>
                  <a:pt x="34806" y="68336"/>
                </a:cubicBezTo>
                <a:cubicBezTo>
                  <a:pt x="34473" y="68029"/>
                  <a:pt x="34258" y="67678"/>
                  <a:pt x="34161" y="67281"/>
                </a:cubicBezTo>
                <a:cubicBezTo>
                  <a:pt x="34064" y="66884"/>
                  <a:pt x="34142" y="66493"/>
                  <a:pt x="34395" y="66108"/>
                </a:cubicBezTo>
                <a:cubicBezTo>
                  <a:pt x="35506" y="64565"/>
                  <a:pt x="36268" y="63291"/>
                  <a:pt x="36681" y="62286"/>
                </a:cubicBezTo>
                <a:cubicBezTo>
                  <a:pt x="37093" y="61279"/>
                  <a:pt x="37188" y="60339"/>
                  <a:pt x="36965" y="59467"/>
                </a:cubicBezTo>
                <a:cubicBezTo>
                  <a:pt x="36741" y="58593"/>
                  <a:pt x="36210" y="57720"/>
                  <a:pt x="35372" y="56847"/>
                </a:cubicBezTo>
                <a:cubicBezTo>
                  <a:pt x="34534" y="55972"/>
                  <a:pt x="33420" y="54895"/>
                  <a:pt x="32030" y="53616"/>
                </a:cubicBezTo>
                <a:lnTo>
                  <a:pt x="21525" y="43948"/>
                </a:lnTo>
                <a:cubicBezTo>
                  <a:pt x="18801" y="41442"/>
                  <a:pt x="16510" y="39385"/>
                  <a:pt x="14652" y="37778"/>
                </a:cubicBezTo>
                <a:cubicBezTo>
                  <a:pt x="12795" y="36171"/>
                  <a:pt x="11185" y="35048"/>
                  <a:pt x="9822" y="34409"/>
                </a:cubicBezTo>
                <a:cubicBezTo>
                  <a:pt x="8459" y="33770"/>
                  <a:pt x="7236" y="33620"/>
                  <a:pt x="6155" y="33960"/>
                </a:cubicBezTo>
                <a:cubicBezTo>
                  <a:pt x="5072" y="34298"/>
                  <a:pt x="3917" y="35135"/>
                  <a:pt x="2689" y="36469"/>
                </a:cubicBezTo>
                <a:cubicBezTo>
                  <a:pt x="2383" y="36802"/>
                  <a:pt x="2028" y="36964"/>
                  <a:pt x="1627" y="36955"/>
                </a:cubicBezTo>
                <a:cubicBezTo>
                  <a:pt x="1226" y="36944"/>
                  <a:pt x="886" y="36811"/>
                  <a:pt x="608" y="36555"/>
                </a:cubicBezTo>
                <a:cubicBezTo>
                  <a:pt x="275" y="36248"/>
                  <a:pt x="86" y="35896"/>
                  <a:pt x="43" y="35497"/>
                </a:cubicBezTo>
                <a:cubicBezTo>
                  <a:pt x="0" y="35097"/>
                  <a:pt x="132" y="34731"/>
                  <a:pt x="439" y="34398"/>
                </a:cubicBezTo>
                <a:cubicBezTo>
                  <a:pt x="1411" y="33342"/>
                  <a:pt x="2663" y="31646"/>
                  <a:pt x="4197" y="29310"/>
                </a:cubicBezTo>
                <a:cubicBezTo>
                  <a:pt x="5730" y="26974"/>
                  <a:pt x="7164" y="24468"/>
                  <a:pt x="8497" y="21794"/>
                </a:cubicBezTo>
                <a:cubicBezTo>
                  <a:pt x="8990" y="20810"/>
                  <a:pt x="9680" y="20367"/>
                  <a:pt x="10566" y="20464"/>
                </a:cubicBezTo>
                <a:cubicBezTo>
                  <a:pt x="11453" y="20561"/>
                  <a:pt x="12230" y="20917"/>
                  <a:pt x="12896" y="21530"/>
                </a:cubicBezTo>
                <a:lnTo>
                  <a:pt x="16231" y="24599"/>
                </a:lnTo>
                <a:cubicBezTo>
                  <a:pt x="16342" y="24701"/>
                  <a:pt x="16450" y="24724"/>
                  <a:pt x="16554" y="24666"/>
                </a:cubicBezTo>
                <a:cubicBezTo>
                  <a:pt x="16659" y="24609"/>
                  <a:pt x="16681" y="24501"/>
                  <a:pt x="16622" y="24343"/>
                </a:cubicBezTo>
                <a:cubicBezTo>
                  <a:pt x="16368" y="23391"/>
                  <a:pt x="16187" y="22222"/>
                  <a:pt x="16076" y="20838"/>
                </a:cubicBezTo>
                <a:cubicBezTo>
                  <a:pt x="15965" y="19452"/>
                  <a:pt x="16023" y="17966"/>
                  <a:pt x="16252" y="16380"/>
                </a:cubicBezTo>
                <a:cubicBezTo>
                  <a:pt x="16480" y="14793"/>
                  <a:pt x="16934" y="13184"/>
                  <a:pt x="17614" y="11553"/>
                </a:cubicBezTo>
                <a:cubicBezTo>
                  <a:pt x="18295" y="9920"/>
                  <a:pt x="19326" y="8353"/>
                  <a:pt x="20707" y="6851"/>
                </a:cubicBezTo>
                <a:cubicBezTo>
                  <a:pt x="24544" y="2683"/>
                  <a:pt x="28702" y="479"/>
                  <a:pt x="33183" y="240"/>
                </a:cubicBezTo>
                <a:cubicBezTo>
                  <a:pt x="37665" y="0"/>
                  <a:pt x="42490" y="2258"/>
                  <a:pt x="47659" y="7015"/>
                </a:cubicBezTo>
                <a:lnTo>
                  <a:pt x="61917" y="20137"/>
                </a:lnTo>
                <a:cubicBezTo>
                  <a:pt x="63418" y="21519"/>
                  <a:pt x="64679" y="22603"/>
                  <a:pt x="65701" y="23389"/>
                </a:cubicBezTo>
                <a:cubicBezTo>
                  <a:pt x="66722" y="24176"/>
                  <a:pt x="67665" y="24685"/>
                  <a:pt x="68530" y="24916"/>
                </a:cubicBezTo>
                <a:cubicBezTo>
                  <a:pt x="69395" y="25147"/>
                  <a:pt x="70275" y="25084"/>
                  <a:pt x="71170" y="24726"/>
                </a:cubicBezTo>
                <a:cubicBezTo>
                  <a:pt x="72064" y="24368"/>
                  <a:pt x="73131" y="23682"/>
                  <a:pt x="74372" y="22668"/>
                </a:cubicBezTo>
                <a:cubicBezTo>
                  <a:pt x="74734" y="22386"/>
                  <a:pt x="75117" y="22276"/>
                  <a:pt x="75520" y="22341"/>
                </a:cubicBezTo>
                <a:cubicBezTo>
                  <a:pt x="75924" y="22404"/>
                  <a:pt x="76293" y="22589"/>
                  <a:pt x="76626" y="22895"/>
                </a:cubicBezTo>
                <a:cubicBezTo>
                  <a:pt x="76904" y="23151"/>
                  <a:pt x="77091" y="23478"/>
                  <a:pt x="77188" y="23876"/>
                </a:cubicBezTo>
                <a:cubicBezTo>
                  <a:pt x="77285" y="24272"/>
                  <a:pt x="77180" y="24637"/>
                  <a:pt x="76874" y="24970"/>
                </a:cubicBezTo>
                <a:cubicBezTo>
                  <a:pt x="76208" y="25693"/>
                  <a:pt x="75024" y="26785"/>
                  <a:pt x="73319" y="28245"/>
                </a:cubicBezTo>
                <a:cubicBezTo>
                  <a:pt x="71616" y="29706"/>
                  <a:pt x="69997" y="31270"/>
                  <a:pt x="68462" y="32938"/>
                </a:cubicBezTo>
                <a:cubicBezTo>
                  <a:pt x="66826" y="34716"/>
                  <a:pt x="65362" y="36501"/>
                  <a:pt x="64073" y="38292"/>
                </a:cubicBezTo>
                <a:cubicBezTo>
                  <a:pt x="62785" y="40083"/>
                  <a:pt x="61655" y="41507"/>
                  <a:pt x="60683" y="42563"/>
                </a:cubicBezTo>
                <a:cubicBezTo>
                  <a:pt x="60427" y="42841"/>
                  <a:pt x="60097" y="42949"/>
                  <a:pt x="59693" y="42885"/>
                </a:cubicBezTo>
                <a:cubicBezTo>
                  <a:pt x="59290" y="42821"/>
                  <a:pt x="58949" y="42661"/>
                  <a:pt x="58671" y="42405"/>
                </a:cubicBezTo>
                <a:cubicBezTo>
                  <a:pt x="58337" y="42099"/>
                  <a:pt x="58122" y="41747"/>
                  <a:pt x="58025" y="41350"/>
                </a:cubicBezTo>
                <a:cubicBezTo>
                  <a:pt x="57929" y="40953"/>
                  <a:pt x="58006" y="40562"/>
                  <a:pt x="58258" y="40178"/>
                </a:cubicBezTo>
                <a:cubicBezTo>
                  <a:pt x="59216" y="38801"/>
                  <a:pt x="59823" y="37640"/>
                  <a:pt x="60077" y="36695"/>
                </a:cubicBezTo>
                <a:cubicBezTo>
                  <a:pt x="60332" y="35749"/>
                  <a:pt x="60309" y="34854"/>
                  <a:pt x="60006" y="34012"/>
                </a:cubicBezTo>
                <a:cubicBezTo>
                  <a:pt x="59704" y="33168"/>
                  <a:pt x="59147" y="32322"/>
                  <a:pt x="58337" y="31475"/>
                </a:cubicBezTo>
                <a:cubicBezTo>
                  <a:pt x="57527" y="30626"/>
                  <a:pt x="56482" y="29613"/>
                  <a:pt x="55203" y="28436"/>
                </a:cubicBezTo>
                <a:lnTo>
                  <a:pt x="42530" y="16773"/>
                </a:lnTo>
                <a:cubicBezTo>
                  <a:pt x="41140" y="15493"/>
                  <a:pt x="39699" y="14270"/>
                  <a:pt x="38208" y="13102"/>
                </a:cubicBezTo>
                <a:cubicBezTo>
                  <a:pt x="36716" y="11935"/>
                  <a:pt x="35184" y="11090"/>
                  <a:pt x="33612" y="10567"/>
                </a:cubicBezTo>
                <a:cubicBezTo>
                  <a:pt x="32040" y="10043"/>
                  <a:pt x="30458" y="9922"/>
                  <a:pt x="28865" y="10202"/>
                </a:cubicBezTo>
                <a:cubicBezTo>
                  <a:pt x="27273" y="10482"/>
                  <a:pt x="25709" y="11456"/>
                  <a:pt x="24175" y="13123"/>
                </a:cubicBezTo>
                <a:cubicBezTo>
                  <a:pt x="22640" y="14791"/>
                  <a:pt x="21561" y="16493"/>
                  <a:pt x="20938" y="18230"/>
                </a:cubicBezTo>
                <a:cubicBezTo>
                  <a:pt x="20315" y="19966"/>
                  <a:pt x="20052" y="21674"/>
                  <a:pt x="20149" y="23355"/>
                </a:cubicBezTo>
                <a:cubicBezTo>
                  <a:pt x="20245" y="25035"/>
                  <a:pt x="20687" y="26648"/>
                  <a:pt x="21473" y="28192"/>
                </a:cubicBezTo>
                <a:cubicBezTo>
                  <a:pt x="22259" y="29736"/>
                  <a:pt x="23319" y="31122"/>
                  <a:pt x="24653" y="32350"/>
                </a:cubicBezTo>
                <a:lnTo>
                  <a:pt x="38743" y="453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Text t">
            <a:extLst xmlns:a="http://schemas.openxmlformats.org/drawingml/2006/main">
              <a:ext uri="{FF2B5EF4-FFF2-40B4-BE49-F238E27FC236}">
                <a16:creationId xmlns:a16="http://schemas.microsoft.com/office/drawing/2014/main" id="{F5B261D3-04C7-4192-AF5C-B8BCA64A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335" y="759530"/>
            <a:ext cx="58398" cy="48813"/>
          </a:xfrm>
          <a:custGeom xmlns:a="http://schemas.openxmlformats.org/drawingml/2006/main">
            <a:pathLst>
              <a:path w="58398" h="48813">
                <a:moveTo>
                  <a:pt x="37138" y="33062"/>
                </a:moveTo>
                <a:cubicBezTo>
                  <a:pt x="40251" y="35927"/>
                  <a:pt x="42877" y="37703"/>
                  <a:pt x="45018" y="38390"/>
                </a:cubicBezTo>
                <a:cubicBezTo>
                  <a:pt x="47158" y="39076"/>
                  <a:pt x="49072" y="38502"/>
                  <a:pt x="50760" y="36667"/>
                </a:cubicBezTo>
                <a:cubicBezTo>
                  <a:pt x="51936" y="35389"/>
                  <a:pt x="52854" y="34002"/>
                  <a:pt x="53514" y="32505"/>
                </a:cubicBezTo>
                <a:cubicBezTo>
                  <a:pt x="54174" y="31007"/>
                  <a:pt x="54563" y="29748"/>
                  <a:pt x="54682" y="28727"/>
                </a:cubicBezTo>
                <a:cubicBezTo>
                  <a:pt x="54724" y="28458"/>
                  <a:pt x="54889" y="28250"/>
                  <a:pt x="55177" y="28104"/>
                </a:cubicBezTo>
                <a:cubicBezTo>
                  <a:pt x="55465" y="27959"/>
                  <a:pt x="55782" y="27893"/>
                  <a:pt x="56131" y="27906"/>
                </a:cubicBezTo>
                <a:cubicBezTo>
                  <a:pt x="56479" y="27918"/>
                  <a:pt x="56802" y="27984"/>
                  <a:pt x="57101" y="28105"/>
                </a:cubicBezTo>
                <a:cubicBezTo>
                  <a:pt x="57400" y="28226"/>
                  <a:pt x="57582" y="28419"/>
                  <a:pt x="57647" y="28684"/>
                </a:cubicBezTo>
                <a:cubicBezTo>
                  <a:pt x="58398" y="31325"/>
                  <a:pt x="58354" y="33826"/>
                  <a:pt x="57517" y="36186"/>
                </a:cubicBezTo>
                <a:cubicBezTo>
                  <a:pt x="56679" y="38547"/>
                  <a:pt x="55211" y="40867"/>
                  <a:pt x="53114" y="43146"/>
                </a:cubicBezTo>
                <a:cubicBezTo>
                  <a:pt x="49636" y="46925"/>
                  <a:pt x="46333" y="48813"/>
                  <a:pt x="43206" y="48810"/>
                </a:cubicBezTo>
                <a:cubicBezTo>
                  <a:pt x="40078" y="48806"/>
                  <a:pt x="36708" y="47141"/>
                  <a:pt x="33095" y="43816"/>
                </a:cubicBezTo>
                <a:lnTo>
                  <a:pt x="11666" y="24095"/>
                </a:lnTo>
                <a:cubicBezTo>
                  <a:pt x="11000" y="23482"/>
                  <a:pt x="10446" y="23024"/>
                  <a:pt x="10005" y="22722"/>
                </a:cubicBezTo>
                <a:cubicBezTo>
                  <a:pt x="9565" y="22418"/>
                  <a:pt x="9134" y="22329"/>
                  <a:pt x="8712" y="22455"/>
                </a:cubicBezTo>
                <a:cubicBezTo>
                  <a:pt x="8288" y="22579"/>
                  <a:pt x="7769" y="22948"/>
                  <a:pt x="7152" y="23562"/>
                </a:cubicBezTo>
                <a:cubicBezTo>
                  <a:pt x="6536" y="24175"/>
                  <a:pt x="5691" y="25065"/>
                  <a:pt x="4617" y="26232"/>
                </a:cubicBezTo>
                <a:cubicBezTo>
                  <a:pt x="4464" y="26399"/>
                  <a:pt x="4169" y="26385"/>
                  <a:pt x="3733" y="26189"/>
                </a:cubicBezTo>
                <a:cubicBezTo>
                  <a:pt x="3298" y="25993"/>
                  <a:pt x="2872" y="25730"/>
                  <a:pt x="2457" y="25400"/>
                </a:cubicBezTo>
                <a:cubicBezTo>
                  <a:pt x="2042" y="25070"/>
                  <a:pt x="1719" y="24696"/>
                  <a:pt x="1488" y="24278"/>
                </a:cubicBezTo>
                <a:cubicBezTo>
                  <a:pt x="1258" y="23859"/>
                  <a:pt x="1245" y="23539"/>
                  <a:pt x="1449" y="23316"/>
                </a:cubicBezTo>
                <a:cubicBezTo>
                  <a:pt x="2617" y="21825"/>
                  <a:pt x="3508" y="20439"/>
                  <a:pt x="4123" y="19158"/>
                </a:cubicBezTo>
                <a:cubicBezTo>
                  <a:pt x="4738" y="17875"/>
                  <a:pt x="5032" y="16580"/>
                  <a:pt x="5004" y="15271"/>
                </a:cubicBezTo>
                <a:cubicBezTo>
                  <a:pt x="4977" y="13962"/>
                  <a:pt x="4585" y="12574"/>
                  <a:pt x="3830" y="11110"/>
                </a:cubicBezTo>
                <a:cubicBezTo>
                  <a:pt x="3074" y="9643"/>
                  <a:pt x="1906" y="7928"/>
                  <a:pt x="328" y="5963"/>
                </a:cubicBezTo>
                <a:cubicBezTo>
                  <a:pt x="45" y="5599"/>
                  <a:pt x="0" y="5146"/>
                  <a:pt x="192" y="4604"/>
                </a:cubicBezTo>
                <a:cubicBezTo>
                  <a:pt x="383" y="4061"/>
                  <a:pt x="683" y="3567"/>
                  <a:pt x="1092" y="3123"/>
                </a:cubicBezTo>
                <a:cubicBezTo>
                  <a:pt x="1501" y="2678"/>
                  <a:pt x="1942" y="2339"/>
                  <a:pt x="2413" y="2106"/>
                </a:cubicBezTo>
                <a:cubicBezTo>
                  <a:pt x="2885" y="1873"/>
                  <a:pt x="3232" y="1858"/>
                  <a:pt x="3454" y="2063"/>
                </a:cubicBezTo>
                <a:lnTo>
                  <a:pt x="10624" y="8662"/>
                </a:lnTo>
                <a:cubicBezTo>
                  <a:pt x="11514" y="9481"/>
                  <a:pt x="12067" y="9912"/>
                  <a:pt x="12282" y="9957"/>
                </a:cubicBezTo>
                <a:cubicBezTo>
                  <a:pt x="12498" y="10001"/>
                  <a:pt x="12887" y="9716"/>
                  <a:pt x="13450" y="9105"/>
                </a:cubicBezTo>
                <a:lnTo>
                  <a:pt x="21429" y="435"/>
                </a:lnTo>
                <a:cubicBezTo>
                  <a:pt x="21788" y="45"/>
                  <a:pt x="22241" y="0"/>
                  <a:pt x="22788" y="299"/>
                </a:cubicBezTo>
                <a:cubicBezTo>
                  <a:pt x="23335" y="597"/>
                  <a:pt x="23775" y="899"/>
                  <a:pt x="24108" y="1206"/>
                </a:cubicBezTo>
                <a:cubicBezTo>
                  <a:pt x="24441" y="1512"/>
                  <a:pt x="24780" y="1953"/>
                  <a:pt x="25125" y="2527"/>
                </a:cubicBezTo>
                <a:cubicBezTo>
                  <a:pt x="25470" y="3100"/>
                  <a:pt x="25438" y="3609"/>
                  <a:pt x="25028" y="4054"/>
                </a:cubicBezTo>
                <a:lnTo>
                  <a:pt x="16818" y="12975"/>
                </a:lnTo>
                <a:cubicBezTo>
                  <a:pt x="16459" y="13364"/>
                  <a:pt x="16352" y="13677"/>
                  <a:pt x="16496" y="13912"/>
                </a:cubicBezTo>
                <a:cubicBezTo>
                  <a:pt x="16639" y="14146"/>
                  <a:pt x="17322" y="14826"/>
                  <a:pt x="18545" y="15952"/>
                </a:cubicBezTo>
                <a:lnTo>
                  <a:pt x="37138" y="330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Text r">
            <a:extLst xmlns:a="http://schemas.openxmlformats.org/drawingml/2006/main">
              <a:ext uri="{FF2B5EF4-FFF2-40B4-BE49-F238E27FC236}">
                <a16:creationId xmlns:a16="http://schemas.microsoft.com/office/drawing/2014/main" id="{4F33ABBD-CE0D-4BE9-9626-936F0648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863" y="725655"/>
            <a:ext cx="58388" cy="64641"/>
          </a:xfrm>
          <a:custGeom xmlns:a="http://schemas.openxmlformats.org/drawingml/2006/main">
            <a:pathLst>
              <a:path w="58388" h="64641">
                <a:moveTo>
                  <a:pt x="40181" y="40330"/>
                </a:moveTo>
                <a:cubicBezTo>
                  <a:pt x="41571" y="41609"/>
                  <a:pt x="42776" y="42642"/>
                  <a:pt x="43798" y="43428"/>
                </a:cubicBezTo>
                <a:cubicBezTo>
                  <a:pt x="44820" y="44214"/>
                  <a:pt x="45867" y="44638"/>
                  <a:pt x="46938" y="44702"/>
                </a:cubicBezTo>
                <a:cubicBezTo>
                  <a:pt x="48010" y="44764"/>
                  <a:pt x="49199" y="44420"/>
                  <a:pt x="50504" y="43671"/>
                </a:cubicBezTo>
                <a:cubicBezTo>
                  <a:pt x="51810" y="42921"/>
                  <a:pt x="53467" y="41623"/>
                  <a:pt x="55475" y="39776"/>
                </a:cubicBezTo>
                <a:cubicBezTo>
                  <a:pt x="55837" y="39493"/>
                  <a:pt x="56220" y="39384"/>
                  <a:pt x="56623" y="39448"/>
                </a:cubicBezTo>
                <a:cubicBezTo>
                  <a:pt x="57027" y="39511"/>
                  <a:pt x="57396" y="39696"/>
                  <a:pt x="57729" y="40003"/>
                </a:cubicBezTo>
                <a:cubicBezTo>
                  <a:pt x="58007" y="40259"/>
                  <a:pt x="58194" y="40585"/>
                  <a:pt x="58291" y="40983"/>
                </a:cubicBezTo>
                <a:cubicBezTo>
                  <a:pt x="58388" y="41379"/>
                  <a:pt x="58283" y="41744"/>
                  <a:pt x="57976" y="42078"/>
                </a:cubicBezTo>
                <a:cubicBezTo>
                  <a:pt x="55777" y="44468"/>
                  <a:pt x="53735" y="46490"/>
                  <a:pt x="51852" y="48145"/>
                </a:cubicBezTo>
                <a:cubicBezTo>
                  <a:pt x="49969" y="49801"/>
                  <a:pt x="48261" y="51463"/>
                  <a:pt x="46726" y="53130"/>
                </a:cubicBezTo>
                <a:cubicBezTo>
                  <a:pt x="45089" y="54909"/>
                  <a:pt x="43562" y="56763"/>
                  <a:pt x="42144" y="58693"/>
                </a:cubicBezTo>
                <a:cubicBezTo>
                  <a:pt x="40728" y="60624"/>
                  <a:pt x="39202" y="62478"/>
                  <a:pt x="37565" y="64257"/>
                </a:cubicBezTo>
                <a:cubicBezTo>
                  <a:pt x="37310" y="64534"/>
                  <a:pt x="36980" y="64641"/>
                  <a:pt x="36576" y="64578"/>
                </a:cubicBezTo>
                <a:cubicBezTo>
                  <a:pt x="36172" y="64515"/>
                  <a:pt x="35831" y="64355"/>
                  <a:pt x="35553" y="64099"/>
                </a:cubicBezTo>
                <a:cubicBezTo>
                  <a:pt x="35219" y="63792"/>
                  <a:pt x="35005" y="63440"/>
                  <a:pt x="34908" y="63043"/>
                </a:cubicBezTo>
                <a:cubicBezTo>
                  <a:pt x="34812" y="62645"/>
                  <a:pt x="34889" y="62255"/>
                  <a:pt x="35141" y="61871"/>
                </a:cubicBezTo>
                <a:cubicBezTo>
                  <a:pt x="36406" y="60161"/>
                  <a:pt x="37268" y="58722"/>
                  <a:pt x="37727" y="57554"/>
                </a:cubicBezTo>
                <a:cubicBezTo>
                  <a:pt x="38187" y="56386"/>
                  <a:pt x="38304" y="55338"/>
                  <a:pt x="38079" y="54412"/>
                </a:cubicBezTo>
                <a:cubicBezTo>
                  <a:pt x="37853" y="53485"/>
                  <a:pt x="37348" y="52583"/>
                  <a:pt x="36563" y="51708"/>
                </a:cubicBezTo>
                <a:cubicBezTo>
                  <a:pt x="35779" y="50831"/>
                  <a:pt x="34747" y="49804"/>
                  <a:pt x="33468" y="48627"/>
                </a:cubicBezTo>
                <a:lnTo>
                  <a:pt x="21295" y="37424"/>
                </a:lnTo>
                <a:cubicBezTo>
                  <a:pt x="18572" y="34918"/>
                  <a:pt x="16366" y="32991"/>
                  <a:pt x="14679" y="31645"/>
                </a:cubicBezTo>
                <a:cubicBezTo>
                  <a:pt x="12992" y="30298"/>
                  <a:pt x="11527" y="29437"/>
                  <a:pt x="10282" y="29062"/>
                </a:cubicBezTo>
                <a:cubicBezTo>
                  <a:pt x="9037" y="28686"/>
                  <a:pt x="7866" y="28814"/>
                  <a:pt x="6769" y="29448"/>
                </a:cubicBezTo>
                <a:cubicBezTo>
                  <a:pt x="5672" y="30081"/>
                  <a:pt x="4352" y="31124"/>
                  <a:pt x="2809" y="32578"/>
                </a:cubicBezTo>
                <a:cubicBezTo>
                  <a:pt x="2554" y="32856"/>
                  <a:pt x="2223" y="32936"/>
                  <a:pt x="1818" y="32820"/>
                </a:cubicBezTo>
                <a:cubicBezTo>
                  <a:pt x="1412" y="32703"/>
                  <a:pt x="1070" y="32517"/>
                  <a:pt x="791" y="32261"/>
                </a:cubicBezTo>
                <a:cubicBezTo>
                  <a:pt x="514" y="32005"/>
                  <a:pt x="300" y="31680"/>
                  <a:pt x="150" y="31285"/>
                </a:cubicBezTo>
                <a:cubicBezTo>
                  <a:pt x="0" y="30890"/>
                  <a:pt x="78" y="30526"/>
                  <a:pt x="385" y="30192"/>
                </a:cubicBezTo>
                <a:cubicBezTo>
                  <a:pt x="1297" y="28978"/>
                  <a:pt x="2592" y="27321"/>
                  <a:pt x="4268" y="25220"/>
                </a:cubicBezTo>
                <a:cubicBezTo>
                  <a:pt x="5945" y="23118"/>
                  <a:pt x="7452" y="20784"/>
                  <a:pt x="8789" y="18216"/>
                </a:cubicBezTo>
                <a:cubicBezTo>
                  <a:pt x="9283" y="17233"/>
                  <a:pt x="9844" y="16568"/>
                  <a:pt x="10472" y="16222"/>
                </a:cubicBezTo>
                <a:cubicBezTo>
                  <a:pt x="11099" y="15874"/>
                  <a:pt x="11776" y="16087"/>
                  <a:pt x="12503" y="16859"/>
                </a:cubicBezTo>
                <a:lnTo>
                  <a:pt x="17685" y="21937"/>
                </a:lnTo>
                <a:cubicBezTo>
                  <a:pt x="17796" y="22039"/>
                  <a:pt x="17891" y="22075"/>
                  <a:pt x="17970" y="22046"/>
                </a:cubicBezTo>
                <a:cubicBezTo>
                  <a:pt x="18049" y="22016"/>
                  <a:pt x="18084" y="21894"/>
                  <a:pt x="18075" y="21679"/>
                </a:cubicBezTo>
                <a:cubicBezTo>
                  <a:pt x="16814" y="18364"/>
                  <a:pt x="16270" y="15220"/>
                  <a:pt x="16441" y="12246"/>
                </a:cubicBezTo>
                <a:cubicBezTo>
                  <a:pt x="16611" y="9271"/>
                  <a:pt x="18001" y="6366"/>
                  <a:pt x="20609" y="3532"/>
                </a:cubicBezTo>
                <a:cubicBezTo>
                  <a:pt x="22758" y="1197"/>
                  <a:pt x="24942" y="23"/>
                  <a:pt x="27159" y="12"/>
                </a:cubicBezTo>
                <a:cubicBezTo>
                  <a:pt x="29378" y="0"/>
                  <a:pt x="31349" y="787"/>
                  <a:pt x="33072" y="2373"/>
                </a:cubicBezTo>
                <a:cubicBezTo>
                  <a:pt x="34017" y="3243"/>
                  <a:pt x="34546" y="4397"/>
                  <a:pt x="34660" y="5836"/>
                </a:cubicBezTo>
                <a:cubicBezTo>
                  <a:pt x="34772" y="7275"/>
                  <a:pt x="34215" y="8661"/>
                  <a:pt x="32988" y="9994"/>
                </a:cubicBezTo>
                <a:cubicBezTo>
                  <a:pt x="31811" y="11273"/>
                  <a:pt x="30686" y="11881"/>
                  <a:pt x="29614" y="11819"/>
                </a:cubicBezTo>
                <a:cubicBezTo>
                  <a:pt x="28543" y="11756"/>
                  <a:pt x="27646" y="11391"/>
                  <a:pt x="26923" y="10726"/>
                </a:cubicBezTo>
                <a:cubicBezTo>
                  <a:pt x="26146" y="10011"/>
                  <a:pt x="25394" y="9601"/>
                  <a:pt x="24668" y="9499"/>
                </a:cubicBezTo>
                <a:cubicBezTo>
                  <a:pt x="23941" y="9394"/>
                  <a:pt x="23118" y="9842"/>
                  <a:pt x="22196" y="10843"/>
                </a:cubicBezTo>
                <a:cubicBezTo>
                  <a:pt x="21225" y="11899"/>
                  <a:pt x="20690" y="13178"/>
                  <a:pt x="20591" y="14679"/>
                </a:cubicBezTo>
                <a:cubicBezTo>
                  <a:pt x="20493" y="16180"/>
                  <a:pt x="20635" y="17671"/>
                  <a:pt x="21018" y="19153"/>
                </a:cubicBezTo>
                <a:cubicBezTo>
                  <a:pt x="21400" y="20634"/>
                  <a:pt x="21938" y="22002"/>
                  <a:pt x="22632" y="23256"/>
                </a:cubicBezTo>
                <a:cubicBezTo>
                  <a:pt x="23325" y="24510"/>
                  <a:pt x="23950" y="25392"/>
                  <a:pt x="24505" y="25903"/>
                </a:cubicBezTo>
                <a:lnTo>
                  <a:pt x="40181" y="403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Text a">
            <a:extLst xmlns:a="http://schemas.openxmlformats.org/drawingml/2006/main">
              <a:ext uri="{FF2B5EF4-FFF2-40B4-BE49-F238E27FC236}">
                <a16:creationId xmlns:a16="http://schemas.microsoft.com/office/drawing/2014/main" id="{248E8C32-FDBF-44B0-A3A5-F94A6EA2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6" y="695383"/>
            <a:ext cx="63056" cy="55923"/>
          </a:xfrm>
          <a:custGeom xmlns:a="http://schemas.openxmlformats.org/drawingml/2006/main">
            <a:pathLst>
              <a:path w="63056" h="55923">
                <a:moveTo>
                  <a:pt x="34605" y="21855"/>
                </a:moveTo>
                <a:cubicBezTo>
                  <a:pt x="33994" y="21292"/>
                  <a:pt x="33593" y="20975"/>
                  <a:pt x="33402" y="20903"/>
                </a:cubicBezTo>
                <a:cubicBezTo>
                  <a:pt x="33212" y="20830"/>
                  <a:pt x="33015" y="20905"/>
                  <a:pt x="32810" y="21127"/>
                </a:cubicBezTo>
                <a:cubicBezTo>
                  <a:pt x="29005" y="26043"/>
                  <a:pt x="26856" y="30303"/>
                  <a:pt x="26365" y="33906"/>
                </a:cubicBezTo>
                <a:cubicBezTo>
                  <a:pt x="25873" y="37508"/>
                  <a:pt x="26822" y="40408"/>
                  <a:pt x="29212" y="42608"/>
                </a:cubicBezTo>
                <a:cubicBezTo>
                  <a:pt x="30880" y="44143"/>
                  <a:pt x="32667" y="45018"/>
                  <a:pt x="34574" y="45233"/>
                </a:cubicBezTo>
                <a:cubicBezTo>
                  <a:pt x="36481" y="45448"/>
                  <a:pt x="38329" y="44582"/>
                  <a:pt x="40120" y="42636"/>
                </a:cubicBezTo>
                <a:cubicBezTo>
                  <a:pt x="41296" y="41358"/>
                  <a:pt x="42286" y="39780"/>
                  <a:pt x="43090" y="37902"/>
                </a:cubicBezTo>
                <a:cubicBezTo>
                  <a:pt x="43894" y="36024"/>
                  <a:pt x="44335" y="34095"/>
                  <a:pt x="44414" y="32113"/>
                </a:cubicBezTo>
                <a:cubicBezTo>
                  <a:pt x="44378" y="31260"/>
                  <a:pt x="44138" y="30628"/>
                  <a:pt x="43693" y="30218"/>
                </a:cubicBezTo>
                <a:lnTo>
                  <a:pt x="34605" y="21855"/>
                </a:lnTo>
                <a:moveTo>
                  <a:pt x="50073" y="21613"/>
                </a:moveTo>
                <a:cubicBezTo>
                  <a:pt x="52019" y="23404"/>
                  <a:pt x="53547" y="24477"/>
                  <a:pt x="54658" y="24832"/>
                </a:cubicBezTo>
                <a:cubicBezTo>
                  <a:pt x="55769" y="25187"/>
                  <a:pt x="56810" y="24836"/>
                  <a:pt x="57781" y="23780"/>
                </a:cubicBezTo>
                <a:cubicBezTo>
                  <a:pt x="58344" y="23168"/>
                  <a:pt x="58735" y="22604"/>
                  <a:pt x="58953" y="22088"/>
                </a:cubicBezTo>
                <a:cubicBezTo>
                  <a:pt x="59172" y="21570"/>
                  <a:pt x="59392" y="20746"/>
                  <a:pt x="59613" y="19614"/>
                </a:cubicBezTo>
                <a:cubicBezTo>
                  <a:pt x="59656" y="19345"/>
                  <a:pt x="59822" y="19164"/>
                  <a:pt x="60112" y="19072"/>
                </a:cubicBezTo>
                <a:cubicBezTo>
                  <a:pt x="60402" y="18980"/>
                  <a:pt x="60709" y="18954"/>
                  <a:pt x="61031" y="18995"/>
                </a:cubicBezTo>
                <a:cubicBezTo>
                  <a:pt x="61353" y="19035"/>
                  <a:pt x="61665" y="19142"/>
                  <a:pt x="61966" y="19317"/>
                </a:cubicBezTo>
                <a:cubicBezTo>
                  <a:pt x="62268" y="19492"/>
                  <a:pt x="62425" y="19738"/>
                  <a:pt x="62438" y="20058"/>
                </a:cubicBezTo>
                <a:cubicBezTo>
                  <a:pt x="63056" y="24630"/>
                  <a:pt x="62008" y="28389"/>
                  <a:pt x="59297" y="31335"/>
                </a:cubicBezTo>
                <a:cubicBezTo>
                  <a:pt x="57814" y="32947"/>
                  <a:pt x="56117" y="33927"/>
                  <a:pt x="54207" y="34274"/>
                </a:cubicBezTo>
                <a:cubicBezTo>
                  <a:pt x="52297" y="34620"/>
                  <a:pt x="50502" y="34534"/>
                  <a:pt x="48823" y="34014"/>
                </a:cubicBezTo>
                <a:cubicBezTo>
                  <a:pt x="48443" y="33871"/>
                  <a:pt x="48261" y="34013"/>
                  <a:pt x="48279" y="34439"/>
                </a:cubicBezTo>
                <a:cubicBezTo>
                  <a:pt x="48227" y="37061"/>
                  <a:pt x="47736" y="39714"/>
                  <a:pt x="46805" y="42399"/>
                </a:cubicBezTo>
                <a:cubicBezTo>
                  <a:pt x="45874" y="45084"/>
                  <a:pt x="44078" y="47872"/>
                  <a:pt x="41419" y="50761"/>
                </a:cubicBezTo>
                <a:cubicBezTo>
                  <a:pt x="38503" y="53930"/>
                  <a:pt x="35404" y="55596"/>
                  <a:pt x="32123" y="55760"/>
                </a:cubicBezTo>
                <a:cubicBezTo>
                  <a:pt x="28843" y="55923"/>
                  <a:pt x="25646" y="54571"/>
                  <a:pt x="22533" y="51707"/>
                </a:cubicBezTo>
                <a:cubicBezTo>
                  <a:pt x="18531" y="48023"/>
                  <a:pt x="17173" y="43334"/>
                  <a:pt x="18461" y="37641"/>
                </a:cubicBezTo>
                <a:cubicBezTo>
                  <a:pt x="19748" y="31947"/>
                  <a:pt x="23666" y="25543"/>
                  <a:pt x="30213" y="18429"/>
                </a:cubicBezTo>
                <a:cubicBezTo>
                  <a:pt x="30315" y="18318"/>
                  <a:pt x="30253" y="18106"/>
                  <a:pt x="30025" y="17795"/>
                </a:cubicBezTo>
                <a:cubicBezTo>
                  <a:pt x="29799" y="17483"/>
                  <a:pt x="29185" y="16867"/>
                  <a:pt x="28185" y="15947"/>
                </a:cubicBezTo>
                <a:lnTo>
                  <a:pt x="25933" y="13874"/>
                </a:lnTo>
                <a:cubicBezTo>
                  <a:pt x="24544" y="12596"/>
                  <a:pt x="23136" y="11505"/>
                  <a:pt x="21708" y="10602"/>
                </a:cubicBezTo>
                <a:cubicBezTo>
                  <a:pt x="20281" y="9698"/>
                  <a:pt x="18865" y="9089"/>
                  <a:pt x="17462" y="8773"/>
                </a:cubicBezTo>
                <a:cubicBezTo>
                  <a:pt x="16060" y="8457"/>
                  <a:pt x="14660" y="8528"/>
                  <a:pt x="13262" y="8987"/>
                </a:cubicBezTo>
                <a:cubicBezTo>
                  <a:pt x="11864" y="9445"/>
                  <a:pt x="10525" y="10370"/>
                  <a:pt x="9246" y="11760"/>
                </a:cubicBezTo>
                <a:cubicBezTo>
                  <a:pt x="7353" y="13817"/>
                  <a:pt x="6221" y="15855"/>
                  <a:pt x="5852" y="17876"/>
                </a:cubicBezTo>
                <a:cubicBezTo>
                  <a:pt x="5481" y="19896"/>
                  <a:pt x="5935" y="21494"/>
                  <a:pt x="7213" y="22670"/>
                </a:cubicBezTo>
                <a:cubicBezTo>
                  <a:pt x="7825" y="23233"/>
                  <a:pt x="8601" y="23588"/>
                  <a:pt x="9542" y="23737"/>
                </a:cubicBezTo>
                <a:cubicBezTo>
                  <a:pt x="10484" y="23885"/>
                  <a:pt x="11260" y="24240"/>
                  <a:pt x="11872" y="24803"/>
                </a:cubicBezTo>
                <a:cubicBezTo>
                  <a:pt x="12651" y="25519"/>
                  <a:pt x="13043" y="26599"/>
                  <a:pt x="13049" y="28043"/>
                </a:cubicBezTo>
                <a:cubicBezTo>
                  <a:pt x="13056" y="29486"/>
                  <a:pt x="12548" y="30763"/>
                  <a:pt x="11525" y="31874"/>
                </a:cubicBezTo>
                <a:cubicBezTo>
                  <a:pt x="10144" y="33375"/>
                  <a:pt x="8756" y="34075"/>
                  <a:pt x="7362" y="33973"/>
                </a:cubicBezTo>
                <a:cubicBezTo>
                  <a:pt x="5967" y="33869"/>
                  <a:pt x="4687" y="33280"/>
                  <a:pt x="3519" y="32206"/>
                </a:cubicBezTo>
                <a:cubicBezTo>
                  <a:pt x="2130" y="30928"/>
                  <a:pt x="1168" y="29324"/>
                  <a:pt x="633" y="27395"/>
                </a:cubicBezTo>
                <a:cubicBezTo>
                  <a:pt x="98" y="25465"/>
                  <a:pt x="0" y="23424"/>
                  <a:pt x="338" y="21273"/>
                </a:cubicBezTo>
                <a:cubicBezTo>
                  <a:pt x="676" y="19120"/>
                  <a:pt x="1400" y="16911"/>
                  <a:pt x="2509" y="14647"/>
                </a:cubicBezTo>
                <a:cubicBezTo>
                  <a:pt x="3619" y="12381"/>
                  <a:pt x="5068" y="10276"/>
                  <a:pt x="6859" y="8330"/>
                </a:cubicBezTo>
                <a:cubicBezTo>
                  <a:pt x="10951" y="3884"/>
                  <a:pt x="15202" y="1329"/>
                  <a:pt x="19612" y="664"/>
                </a:cubicBezTo>
                <a:cubicBezTo>
                  <a:pt x="24022" y="0"/>
                  <a:pt x="28618" y="1867"/>
                  <a:pt x="33398" y="6267"/>
                </a:cubicBezTo>
                <a:lnTo>
                  <a:pt x="50073" y="216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Text s">
            <a:extLst xmlns:a="http://schemas.openxmlformats.org/drawingml/2006/main">
              <a:ext uri="{FF2B5EF4-FFF2-40B4-BE49-F238E27FC236}">
                <a16:creationId xmlns:a16="http://schemas.microsoft.com/office/drawing/2014/main" id="{228126C7-095A-4FDB-A49B-4FA5BC0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760" y="652793"/>
            <a:ext cx="53355" cy="61331"/>
          </a:xfrm>
          <a:custGeom xmlns:a="http://schemas.openxmlformats.org/drawingml/2006/main">
            <a:pathLst>
              <a:path w="53355" h="61331">
                <a:moveTo>
                  <a:pt x="19095" y="253"/>
                </a:moveTo>
                <a:cubicBezTo>
                  <a:pt x="19553" y="983"/>
                  <a:pt x="20163" y="1826"/>
                  <a:pt x="20925" y="2784"/>
                </a:cubicBezTo>
                <a:cubicBezTo>
                  <a:pt x="21686" y="3741"/>
                  <a:pt x="22567" y="4680"/>
                  <a:pt x="23568" y="5601"/>
                </a:cubicBezTo>
                <a:cubicBezTo>
                  <a:pt x="24624" y="6573"/>
                  <a:pt x="25747" y="7556"/>
                  <a:pt x="26938" y="8550"/>
                </a:cubicBezTo>
                <a:cubicBezTo>
                  <a:pt x="28128" y="9542"/>
                  <a:pt x="29029" y="10320"/>
                  <a:pt x="29641" y="10883"/>
                </a:cubicBezTo>
                <a:cubicBezTo>
                  <a:pt x="29808" y="11036"/>
                  <a:pt x="29845" y="11275"/>
                  <a:pt x="29751" y="11600"/>
                </a:cubicBezTo>
                <a:cubicBezTo>
                  <a:pt x="29658" y="11924"/>
                  <a:pt x="29497" y="12239"/>
                  <a:pt x="29269" y="12543"/>
                </a:cubicBezTo>
                <a:cubicBezTo>
                  <a:pt x="29041" y="12845"/>
                  <a:pt x="28783" y="13069"/>
                  <a:pt x="28494" y="13216"/>
                </a:cubicBezTo>
                <a:cubicBezTo>
                  <a:pt x="28207" y="13362"/>
                  <a:pt x="27954" y="13385"/>
                  <a:pt x="27736" y="13287"/>
                </a:cubicBezTo>
                <a:cubicBezTo>
                  <a:pt x="24228" y="11187"/>
                  <a:pt x="21042" y="10103"/>
                  <a:pt x="18178" y="10035"/>
                </a:cubicBezTo>
                <a:cubicBezTo>
                  <a:pt x="15315" y="9967"/>
                  <a:pt x="12477" y="11461"/>
                  <a:pt x="9664" y="14517"/>
                </a:cubicBezTo>
                <a:cubicBezTo>
                  <a:pt x="7771" y="16574"/>
                  <a:pt x="6725" y="18743"/>
                  <a:pt x="6526" y="21024"/>
                </a:cubicBezTo>
                <a:cubicBezTo>
                  <a:pt x="6326" y="23304"/>
                  <a:pt x="7088" y="25237"/>
                  <a:pt x="8811" y="26824"/>
                </a:cubicBezTo>
                <a:cubicBezTo>
                  <a:pt x="10256" y="28153"/>
                  <a:pt x="11879" y="28620"/>
                  <a:pt x="13680" y="28226"/>
                </a:cubicBezTo>
                <a:cubicBezTo>
                  <a:pt x="15481" y="27830"/>
                  <a:pt x="17559" y="27021"/>
                  <a:pt x="19915" y="25801"/>
                </a:cubicBezTo>
                <a:cubicBezTo>
                  <a:pt x="20910" y="25279"/>
                  <a:pt x="22115" y="24667"/>
                  <a:pt x="23530" y="23967"/>
                </a:cubicBezTo>
                <a:cubicBezTo>
                  <a:pt x="24944" y="23267"/>
                  <a:pt x="26096" y="22711"/>
                  <a:pt x="26987" y="22299"/>
                </a:cubicBezTo>
                <a:cubicBezTo>
                  <a:pt x="28985" y="21468"/>
                  <a:pt x="30920" y="20760"/>
                  <a:pt x="32793" y="20175"/>
                </a:cubicBezTo>
                <a:cubicBezTo>
                  <a:pt x="34667" y="19589"/>
                  <a:pt x="36512" y="19285"/>
                  <a:pt x="38329" y="19264"/>
                </a:cubicBezTo>
                <a:cubicBezTo>
                  <a:pt x="40146" y="19241"/>
                  <a:pt x="41908" y="19528"/>
                  <a:pt x="43617" y="20126"/>
                </a:cubicBezTo>
                <a:cubicBezTo>
                  <a:pt x="45326" y="20723"/>
                  <a:pt x="46987" y="21764"/>
                  <a:pt x="48599" y="23248"/>
                </a:cubicBezTo>
                <a:cubicBezTo>
                  <a:pt x="50711" y="25191"/>
                  <a:pt x="52066" y="27260"/>
                  <a:pt x="52665" y="29454"/>
                </a:cubicBezTo>
                <a:cubicBezTo>
                  <a:pt x="53264" y="31647"/>
                  <a:pt x="53355" y="33836"/>
                  <a:pt x="52937" y="36019"/>
                </a:cubicBezTo>
                <a:cubicBezTo>
                  <a:pt x="52521" y="38201"/>
                  <a:pt x="51688" y="40360"/>
                  <a:pt x="50440" y="42496"/>
                </a:cubicBezTo>
                <a:cubicBezTo>
                  <a:pt x="49192" y="44633"/>
                  <a:pt x="47775" y="46564"/>
                  <a:pt x="46189" y="48287"/>
                </a:cubicBezTo>
                <a:cubicBezTo>
                  <a:pt x="44859" y="49732"/>
                  <a:pt x="43209" y="51191"/>
                  <a:pt x="41239" y="52663"/>
                </a:cubicBezTo>
                <a:cubicBezTo>
                  <a:pt x="39268" y="54134"/>
                  <a:pt x="37364" y="55256"/>
                  <a:pt x="35524" y="56027"/>
                </a:cubicBezTo>
                <a:cubicBezTo>
                  <a:pt x="35106" y="56259"/>
                  <a:pt x="34842" y="56657"/>
                  <a:pt x="34732" y="57223"/>
                </a:cubicBezTo>
                <a:cubicBezTo>
                  <a:pt x="34622" y="57789"/>
                  <a:pt x="34821" y="58408"/>
                  <a:pt x="35330" y="59082"/>
                </a:cubicBezTo>
                <a:cubicBezTo>
                  <a:pt x="35498" y="59236"/>
                  <a:pt x="35493" y="59464"/>
                  <a:pt x="35318" y="59764"/>
                </a:cubicBezTo>
                <a:cubicBezTo>
                  <a:pt x="35144" y="60066"/>
                  <a:pt x="34929" y="60356"/>
                  <a:pt x="34673" y="60634"/>
                </a:cubicBezTo>
                <a:cubicBezTo>
                  <a:pt x="34468" y="60857"/>
                  <a:pt x="34222" y="61040"/>
                  <a:pt x="33933" y="61185"/>
                </a:cubicBezTo>
                <a:cubicBezTo>
                  <a:pt x="33646" y="61331"/>
                  <a:pt x="33419" y="61327"/>
                  <a:pt x="33253" y="61174"/>
                </a:cubicBezTo>
                <a:cubicBezTo>
                  <a:pt x="32807" y="60764"/>
                  <a:pt x="32247" y="60146"/>
                  <a:pt x="31571" y="59319"/>
                </a:cubicBezTo>
                <a:cubicBezTo>
                  <a:pt x="30895" y="58491"/>
                  <a:pt x="30224" y="57771"/>
                  <a:pt x="29557" y="57157"/>
                </a:cubicBezTo>
                <a:cubicBezTo>
                  <a:pt x="28889" y="56543"/>
                  <a:pt x="28114" y="55907"/>
                  <a:pt x="27231" y="55250"/>
                </a:cubicBezTo>
                <a:cubicBezTo>
                  <a:pt x="26349" y="54591"/>
                  <a:pt x="25481" y="53946"/>
                  <a:pt x="24626" y="53313"/>
                </a:cubicBezTo>
                <a:cubicBezTo>
                  <a:pt x="23771" y="52679"/>
                  <a:pt x="23012" y="52109"/>
                  <a:pt x="22349" y="51602"/>
                </a:cubicBezTo>
                <a:cubicBezTo>
                  <a:pt x="21687" y="51095"/>
                  <a:pt x="21217" y="50713"/>
                  <a:pt x="20938" y="50457"/>
                </a:cubicBezTo>
                <a:cubicBezTo>
                  <a:pt x="20716" y="50252"/>
                  <a:pt x="20652" y="49988"/>
                  <a:pt x="20745" y="49663"/>
                </a:cubicBezTo>
                <a:cubicBezTo>
                  <a:pt x="20839" y="49339"/>
                  <a:pt x="20999" y="49026"/>
                  <a:pt x="21227" y="48723"/>
                </a:cubicBezTo>
                <a:cubicBezTo>
                  <a:pt x="21455" y="48419"/>
                  <a:pt x="21726" y="48180"/>
                  <a:pt x="22040" y="48007"/>
                </a:cubicBezTo>
                <a:cubicBezTo>
                  <a:pt x="22353" y="47833"/>
                  <a:pt x="22646" y="47820"/>
                  <a:pt x="22920" y="47969"/>
                </a:cubicBezTo>
                <a:cubicBezTo>
                  <a:pt x="24890" y="49064"/>
                  <a:pt x="26768" y="49869"/>
                  <a:pt x="28554" y="50383"/>
                </a:cubicBezTo>
                <a:cubicBezTo>
                  <a:pt x="30339" y="50896"/>
                  <a:pt x="32070" y="51079"/>
                  <a:pt x="33749" y="50930"/>
                </a:cubicBezTo>
                <a:cubicBezTo>
                  <a:pt x="35427" y="50780"/>
                  <a:pt x="37076" y="50243"/>
                  <a:pt x="38695" y="49321"/>
                </a:cubicBezTo>
                <a:cubicBezTo>
                  <a:pt x="40314" y="48398"/>
                  <a:pt x="41967" y="47019"/>
                  <a:pt x="43656" y="45185"/>
                </a:cubicBezTo>
                <a:cubicBezTo>
                  <a:pt x="45497" y="43184"/>
                  <a:pt x="46437" y="41047"/>
                  <a:pt x="46476" y="38773"/>
                </a:cubicBezTo>
                <a:cubicBezTo>
                  <a:pt x="46515" y="36499"/>
                  <a:pt x="45534" y="34441"/>
                  <a:pt x="43534" y="32600"/>
                </a:cubicBezTo>
                <a:cubicBezTo>
                  <a:pt x="41755" y="30963"/>
                  <a:pt x="39776" y="30297"/>
                  <a:pt x="37597" y="30602"/>
                </a:cubicBezTo>
                <a:cubicBezTo>
                  <a:pt x="35417" y="30905"/>
                  <a:pt x="33171" y="31532"/>
                  <a:pt x="30858" y="32483"/>
                </a:cubicBezTo>
                <a:cubicBezTo>
                  <a:pt x="29808" y="32955"/>
                  <a:pt x="28746" y="33441"/>
                  <a:pt x="27671" y="33940"/>
                </a:cubicBezTo>
                <a:cubicBezTo>
                  <a:pt x="26596" y="34439"/>
                  <a:pt x="25508" y="34952"/>
                  <a:pt x="24407" y="35479"/>
                </a:cubicBezTo>
                <a:cubicBezTo>
                  <a:pt x="22781" y="36241"/>
                  <a:pt x="21155" y="36977"/>
                  <a:pt x="19527" y="37687"/>
                </a:cubicBezTo>
                <a:cubicBezTo>
                  <a:pt x="17899" y="38395"/>
                  <a:pt x="16273" y="38850"/>
                  <a:pt x="14650" y="39052"/>
                </a:cubicBezTo>
                <a:cubicBezTo>
                  <a:pt x="13028" y="39252"/>
                  <a:pt x="11377" y="39093"/>
                  <a:pt x="9699" y="38574"/>
                </a:cubicBezTo>
                <a:cubicBezTo>
                  <a:pt x="8021" y="38056"/>
                  <a:pt x="6320" y="37003"/>
                  <a:pt x="4596" y="35417"/>
                </a:cubicBezTo>
                <a:cubicBezTo>
                  <a:pt x="2596" y="33576"/>
                  <a:pt x="1297" y="31585"/>
                  <a:pt x="700" y="29446"/>
                </a:cubicBezTo>
                <a:cubicBezTo>
                  <a:pt x="103" y="27305"/>
                  <a:pt x="0" y="25158"/>
                  <a:pt x="392" y="23004"/>
                </a:cubicBezTo>
                <a:cubicBezTo>
                  <a:pt x="784" y="20849"/>
                  <a:pt x="1552" y="18758"/>
                  <a:pt x="2698" y="16733"/>
                </a:cubicBezTo>
                <a:cubicBezTo>
                  <a:pt x="3844" y="14706"/>
                  <a:pt x="5158" y="12887"/>
                  <a:pt x="6641" y="11275"/>
                </a:cubicBezTo>
                <a:cubicBezTo>
                  <a:pt x="8074" y="9719"/>
                  <a:pt x="9521" y="8510"/>
                  <a:pt x="10982" y="7647"/>
                </a:cubicBezTo>
                <a:cubicBezTo>
                  <a:pt x="12443" y="6784"/>
                  <a:pt x="14311" y="6065"/>
                  <a:pt x="16586" y="5490"/>
                </a:cubicBezTo>
                <a:cubicBezTo>
                  <a:pt x="16901" y="5370"/>
                  <a:pt x="17156" y="5065"/>
                  <a:pt x="17351" y="4577"/>
                </a:cubicBezTo>
                <a:cubicBezTo>
                  <a:pt x="17544" y="4087"/>
                  <a:pt x="17354" y="3373"/>
                  <a:pt x="16780" y="2435"/>
                </a:cubicBezTo>
                <a:cubicBezTo>
                  <a:pt x="16609" y="2174"/>
                  <a:pt x="16624" y="1880"/>
                  <a:pt x="16824" y="1552"/>
                </a:cubicBezTo>
                <a:cubicBezTo>
                  <a:pt x="17024" y="1222"/>
                  <a:pt x="17266" y="931"/>
                  <a:pt x="17550" y="679"/>
                </a:cubicBezTo>
                <a:cubicBezTo>
                  <a:pt x="17833" y="425"/>
                  <a:pt x="18133" y="239"/>
                  <a:pt x="18449" y="120"/>
                </a:cubicBezTo>
                <a:cubicBezTo>
                  <a:pt x="18765" y="0"/>
                  <a:pt x="18980" y="45"/>
                  <a:pt x="19095" y="2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Text t">
            <a:extLst xmlns:a="http://schemas.openxmlformats.org/drawingml/2006/main">
              <a:ext uri="{FF2B5EF4-FFF2-40B4-BE49-F238E27FC236}">
                <a16:creationId xmlns:a16="http://schemas.microsoft.com/office/drawing/2014/main" id="{F1A796FD-3AE0-485A-B079-7E48624A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567" y="624542"/>
            <a:ext cx="58398" cy="48813"/>
          </a:xfrm>
          <a:custGeom xmlns:a="http://schemas.openxmlformats.org/drawingml/2006/main">
            <a:pathLst>
              <a:path w="58398" h="48813">
                <a:moveTo>
                  <a:pt x="37138" y="33062"/>
                </a:moveTo>
                <a:cubicBezTo>
                  <a:pt x="40251" y="35927"/>
                  <a:pt x="42877" y="37703"/>
                  <a:pt x="45018" y="38390"/>
                </a:cubicBezTo>
                <a:cubicBezTo>
                  <a:pt x="47158" y="39076"/>
                  <a:pt x="49072" y="38502"/>
                  <a:pt x="50760" y="36667"/>
                </a:cubicBezTo>
                <a:cubicBezTo>
                  <a:pt x="51936" y="35389"/>
                  <a:pt x="52854" y="34002"/>
                  <a:pt x="53514" y="32505"/>
                </a:cubicBezTo>
                <a:cubicBezTo>
                  <a:pt x="54174" y="31007"/>
                  <a:pt x="54563" y="29748"/>
                  <a:pt x="54682" y="28727"/>
                </a:cubicBezTo>
                <a:cubicBezTo>
                  <a:pt x="54724" y="28458"/>
                  <a:pt x="54889" y="28250"/>
                  <a:pt x="55177" y="28104"/>
                </a:cubicBezTo>
                <a:cubicBezTo>
                  <a:pt x="55465" y="27959"/>
                  <a:pt x="55782" y="27893"/>
                  <a:pt x="56131" y="27906"/>
                </a:cubicBezTo>
                <a:cubicBezTo>
                  <a:pt x="56479" y="27918"/>
                  <a:pt x="56802" y="27984"/>
                  <a:pt x="57101" y="28105"/>
                </a:cubicBezTo>
                <a:cubicBezTo>
                  <a:pt x="57400" y="28226"/>
                  <a:pt x="57582" y="28419"/>
                  <a:pt x="57647" y="28684"/>
                </a:cubicBezTo>
                <a:cubicBezTo>
                  <a:pt x="58398" y="31325"/>
                  <a:pt x="58354" y="33826"/>
                  <a:pt x="57517" y="36186"/>
                </a:cubicBezTo>
                <a:cubicBezTo>
                  <a:pt x="56679" y="38547"/>
                  <a:pt x="55211" y="40867"/>
                  <a:pt x="53114" y="43146"/>
                </a:cubicBezTo>
                <a:cubicBezTo>
                  <a:pt x="49636" y="46925"/>
                  <a:pt x="46333" y="48813"/>
                  <a:pt x="43206" y="48810"/>
                </a:cubicBezTo>
                <a:cubicBezTo>
                  <a:pt x="40078" y="48806"/>
                  <a:pt x="36708" y="47141"/>
                  <a:pt x="33095" y="43816"/>
                </a:cubicBezTo>
                <a:lnTo>
                  <a:pt x="11666" y="24095"/>
                </a:lnTo>
                <a:cubicBezTo>
                  <a:pt x="11000" y="23482"/>
                  <a:pt x="10446" y="23024"/>
                  <a:pt x="10005" y="22722"/>
                </a:cubicBezTo>
                <a:cubicBezTo>
                  <a:pt x="9565" y="22418"/>
                  <a:pt x="9134" y="22329"/>
                  <a:pt x="8712" y="22455"/>
                </a:cubicBezTo>
                <a:cubicBezTo>
                  <a:pt x="8288" y="22579"/>
                  <a:pt x="7769" y="22948"/>
                  <a:pt x="7152" y="23562"/>
                </a:cubicBezTo>
                <a:cubicBezTo>
                  <a:pt x="6536" y="24175"/>
                  <a:pt x="5691" y="25065"/>
                  <a:pt x="4617" y="26232"/>
                </a:cubicBezTo>
                <a:cubicBezTo>
                  <a:pt x="4464" y="26399"/>
                  <a:pt x="4169" y="26385"/>
                  <a:pt x="3733" y="26189"/>
                </a:cubicBezTo>
                <a:cubicBezTo>
                  <a:pt x="3298" y="25993"/>
                  <a:pt x="2872" y="25730"/>
                  <a:pt x="2457" y="25400"/>
                </a:cubicBezTo>
                <a:cubicBezTo>
                  <a:pt x="2042" y="25070"/>
                  <a:pt x="1719" y="24696"/>
                  <a:pt x="1488" y="24278"/>
                </a:cubicBezTo>
                <a:cubicBezTo>
                  <a:pt x="1258" y="23859"/>
                  <a:pt x="1245" y="23539"/>
                  <a:pt x="1449" y="23316"/>
                </a:cubicBezTo>
                <a:cubicBezTo>
                  <a:pt x="2617" y="21825"/>
                  <a:pt x="3508" y="20439"/>
                  <a:pt x="4123" y="19158"/>
                </a:cubicBezTo>
                <a:cubicBezTo>
                  <a:pt x="4738" y="17875"/>
                  <a:pt x="5032" y="16580"/>
                  <a:pt x="5004" y="15271"/>
                </a:cubicBezTo>
                <a:cubicBezTo>
                  <a:pt x="4977" y="13962"/>
                  <a:pt x="4585" y="12574"/>
                  <a:pt x="3830" y="11110"/>
                </a:cubicBezTo>
                <a:cubicBezTo>
                  <a:pt x="3074" y="9643"/>
                  <a:pt x="1906" y="7928"/>
                  <a:pt x="328" y="5963"/>
                </a:cubicBezTo>
                <a:cubicBezTo>
                  <a:pt x="45" y="5599"/>
                  <a:pt x="0" y="5146"/>
                  <a:pt x="192" y="4604"/>
                </a:cubicBezTo>
                <a:cubicBezTo>
                  <a:pt x="383" y="4061"/>
                  <a:pt x="683" y="3567"/>
                  <a:pt x="1092" y="3123"/>
                </a:cubicBezTo>
                <a:cubicBezTo>
                  <a:pt x="1501" y="2678"/>
                  <a:pt x="1942" y="2339"/>
                  <a:pt x="2413" y="2106"/>
                </a:cubicBezTo>
                <a:cubicBezTo>
                  <a:pt x="2885" y="1873"/>
                  <a:pt x="3232" y="1858"/>
                  <a:pt x="3454" y="2063"/>
                </a:cubicBezTo>
                <a:lnTo>
                  <a:pt x="10624" y="8662"/>
                </a:lnTo>
                <a:cubicBezTo>
                  <a:pt x="11514" y="9481"/>
                  <a:pt x="12067" y="9912"/>
                  <a:pt x="12282" y="9957"/>
                </a:cubicBezTo>
                <a:cubicBezTo>
                  <a:pt x="12498" y="10001"/>
                  <a:pt x="12887" y="9716"/>
                  <a:pt x="13450" y="9105"/>
                </a:cubicBezTo>
                <a:lnTo>
                  <a:pt x="21429" y="435"/>
                </a:lnTo>
                <a:cubicBezTo>
                  <a:pt x="21788" y="45"/>
                  <a:pt x="22241" y="0"/>
                  <a:pt x="22788" y="299"/>
                </a:cubicBezTo>
                <a:cubicBezTo>
                  <a:pt x="23335" y="597"/>
                  <a:pt x="23775" y="899"/>
                  <a:pt x="24108" y="1206"/>
                </a:cubicBezTo>
                <a:cubicBezTo>
                  <a:pt x="24441" y="1512"/>
                  <a:pt x="24780" y="1953"/>
                  <a:pt x="25125" y="2527"/>
                </a:cubicBezTo>
                <a:cubicBezTo>
                  <a:pt x="25470" y="3100"/>
                  <a:pt x="25438" y="3609"/>
                  <a:pt x="25028" y="4054"/>
                </a:cubicBezTo>
                <a:lnTo>
                  <a:pt x="16818" y="12975"/>
                </a:lnTo>
                <a:cubicBezTo>
                  <a:pt x="16459" y="13364"/>
                  <a:pt x="16352" y="13677"/>
                  <a:pt x="16496" y="13912"/>
                </a:cubicBezTo>
                <a:cubicBezTo>
                  <a:pt x="16639" y="14146"/>
                  <a:pt x="17322" y="14826"/>
                  <a:pt x="18545" y="15952"/>
                </a:cubicBezTo>
                <a:lnTo>
                  <a:pt x="37138" y="330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EA51DF-BFB6-4C37-892B-CD80FB72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432" y="256087"/>
            <a:ext cx="192138" cy="192138"/>
          </a:xfrm>
          <a:custGeom xmlns:a="http://schemas.openxmlformats.org/drawingml/2006/main">
            <a:pathLst>
              <a:path w="192138" h="192138">
                <a:moveTo>
                  <a:pt x="0" y="0"/>
                </a:moveTo>
                <a:lnTo>
                  <a:pt x="192138" y="0"/>
                </a:lnTo>
                <a:lnTo>
                  <a:pt x="192138" y="192138"/>
                </a:lnTo>
                <a:lnTo>
                  <a:pt x="0" y="19213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F767B-6633-4651-866D-DE2DCD8F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432" y="256087"/>
            <a:ext cx="192139" cy="192139"/>
          </a:xfrm>
          <a:custGeom xmlns:a="http://schemas.openxmlformats.org/drawingml/2006/main">
            <a:pathLst>
              <a:path w="192139" h="192139" fill="none">
                <a:moveTo>
                  <a:pt x="0" y="0"/>
                </a:moveTo>
                <a:lnTo>
                  <a:pt x="192139" y="0"/>
                </a:lnTo>
                <a:lnTo>
                  <a:pt x="192139" y="192139"/>
                </a:lnTo>
                <a:lnTo>
                  <a:pt x="0" y="1921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4E95D9"/>
            </a:solidFill>
            <a:miter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245B04-8369-4A66-86D9-58595129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371" y="807871"/>
            <a:ext cx="216773" cy="216773"/>
          </a:xfrm>
          <a:custGeom xmlns:a="http://schemas.openxmlformats.org/drawingml/2006/main">
            <a:pathLst>
              <a:path w="216773" h="216773">
                <a:moveTo>
                  <a:pt x="0" y="108387"/>
                </a:moveTo>
                <a:cubicBezTo>
                  <a:pt x="0" y="48526"/>
                  <a:pt x="48528" y="0"/>
                  <a:pt x="108387" y="0"/>
                </a:cubicBezTo>
                <a:cubicBezTo>
                  <a:pt x="168247" y="0"/>
                  <a:pt x="216773" y="48526"/>
                  <a:pt x="216773" y="108387"/>
                </a:cubicBezTo>
                <a:cubicBezTo>
                  <a:pt x="216773" y="168245"/>
                  <a:pt x="168247" y="216773"/>
                  <a:pt x="108387" y="216773"/>
                </a:cubicBezTo>
                <a:cubicBezTo>
                  <a:pt x="48528" y="216773"/>
                  <a:pt x="0" y="168245"/>
                  <a:pt x="0" y="108387"/>
                </a:cubicBezTo>
                <a:close/>
              </a:path>
            </a:pathLst>
          </a:custGeom>
          <a:solidFill xmlns:a="http://schemas.openxmlformats.org/drawingml/2006/main">
            <a:srgbClr val="83C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7CCEFD-10BD-4ACC-BC7D-9DBE74D0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6371" y="807871"/>
            <a:ext cx="216773" cy="216773"/>
          </a:xfrm>
          <a:custGeom xmlns:a="http://schemas.openxmlformats.org/drawingml/2006/main">
            <a:pathLst>
              <a:path w="216773" h="216773" fill="none">
                <a:moveTo>
                  <a:pt x="0" y="108387"/>
                </a:moveTo>
                <a:cubicBezTo>
                  <a:pt x="0" y="48526"/>
                  <a:pt x="48526" y="0"/>
                  <a:pt x="108387" y="0"/>
                </a:cubicBezTo>
                <a:cubicBezTo>
                  <a:pt x="168247" y="0"/>
                  <a:pt x="216773" y="48526"/>
                  <a:pt x="216773" y="108387"/>
                </a:cubicBezTo>
                <a:cubicBezTo>
                  <a:pt x="216773" y="168247"/>
                  <a:pt x="168247" y="216773"/>
                  <a:pt x="108387" y="216773"/>
                </a:cubicBezTo>
                <a:cubicBezTo>
                  <a:pt x="48526" y="216773"/>
                  <a:pt x="0" y="168247"/>
                  <a:pt x="0" y="1083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104862"/>
            </a:solidFill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89C1FF-9F45-4D8F-8912-2F754394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102" y="869302"/>
            <a:ext cx="219605" cy="219605"/>
          </a:xfrm>
          <a:custGeom xmlns:a="http://schemas.openxmlformats.org/drawingml/2006/main">
            <a:pathLst>
              <a:path w="219605" h="219605">
                <a:moveTo>
                  <a:pt x="682" y="111040"/>
                </a:moveTo>
                <a:cubicBezTo>
                  <a:pt x="0" y="50775"/>
                  <a:pt x="48300" y="1366"/>
                  <a:pt x="108565" y="682"/>
                </a:cubicBezTo>
                <a:cubicBezTo>
                  <a:pt x="168830" y="0"/>
                  <a:pt x="218238" y="48300"/>
                  <a:pt x="218920" y="108565"/>
                </a:cubicBezTo>
                <a:cubicBezTo>
                  <a:pt x="219605" y="168830"/>
                  <a:pt x="171305" y="218238"/>
                  <a:pt x="111040" y="218920"/>
                </a:cubicBezTo>
                <a:cubicBezTo>
                  <a:pt x="50775" y="219605"/>
                  <a:pt x="1366" y="171305"/>
                  <a:pt x="682" y="111040"/>
                </a:cubicBezTo>
                <a:close/>
              </a:path>
            </a:pathLst>
          </a:custGeom>
          <a:solidFill xmlns:a="http://schemas.openxmlformats.org/drawingml/2006/main">
            <a:srgbClr val="D1D1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338A1-2A03-45B8-B0DB-546C189F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546" y="871221"/>
            <a:ext cx="218238" cy="218238"/>
          </a:xfrm>
          <a:custGeom xmlns:a="http://schemas.openxmlformats.org/drawingml/2006/main">
            <a:pathLst>
              <a:path w="218238" h="218238" fill="none">
                <a:moveTo>
                  <a:pt x="0" y="109119"/>
                </a:moveTo>
                <a:cubicBezTo>
                  <a:pt x="0" y="48854"/>
                  <a:pt x="48854" y="0"/>
                  <a:pt x="109119" y="0"/>
                </a:cubicBezTo>
                <a:cubicBezTo>
                  <a:pt x="169384" y="0"/>
                  <a:pt x="218238" y="48854"/>
                  <a:pt x="218238" y="109119"/>
                </a:cubicBezTo>
                <a:cubicBezTo>
                  <a:pt x="218238" y="169384"/>
                  <a:pt x="169384" y="218238"/>
                  <a:pt x="109119" y="218238"/>
                </a:cubicBezTo>
                <a:cubicBezTo>
                  <a:pt x="48854" y="218238"/>
                  <a:pt x="0" y="169384"/>
                  <a:pt x="0" y="10911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404040"/>
            </a:solidFill>
            <a:miter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C4264-B4A1-4397-8412-C11042A6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892" y="891053"/>
            <a:ext cx="235253" cy="235251"/>
          </a:xfrm>
          <a:custGeom xmlns:a="http://schemas.openxmlformats.org/drawingml/2006/main">
            <a:pathLst>
              <a:path w="235253" h="235251">
                <a:moveTo>
                  <a:pt x="10019" y="99485"/>
                </a:moveTo>
                <a:cubicBezTo>
                  <a:pt x="20038" y="40056"/>
                  <a:pt x="76336" y="0"/>
                  <a:pt x="135768" y="10017"/>
                </a:cubicBezTo>
                <a:cubicBezTo>
                  <a:pt x="195197" y="20036"/>
                  <a:pt x="235253" y="76336"/>
                  <a:pt x="225234" y="135765"/>
                </a:cubicBezTo>
                <a:cubicBezTo>
                  <a:pt x="215217" y="195195"/>
                  <a:pt x="158917" y="235251"/>
                  <a:pt x="99488" y="225234"/>
                </a:cubicBezTo>
                <a:cubicBezTo>
                  <a:pt x="40058" y="215215"/>
                  <a:pt x="0" y="158915"/>
                  <a:pt x="10019" y="99485"/>
                </a:cubicBezTo>
                <a:close/>
              </a:path>
            </a:pathLst>
          </a:custGeom>
          <a:solidFill xmlns:a="http://schemas.openxmlformats.org/drawingml/2006/main">
            <a:srgbClr val="FBE3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75CA15-DBA3-48A7-8E57-CE6C40B7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891" y="891053"/>
            <a:ext cx="235252" cy="235252"/>
          </a:xfrm>
          <a:custGeom xmlns:a="http://schemas.openxmlformats.org/drawingml/2006/main">
            <a:pathLst>
              <a:path w="235252" h="235252" fill="none">
                <a:moveTo>
                  <a:pt x="10018" y="99487"/>
                </a:moveTo>
                <a:cubicBezTo>
                  <a:pt x="20037" y="40056"/>
                  <a:pt x="76336" y="0"/>
                  <a:pt x="135766" y="10018"/>
                </a:cubicBezTo>
                <a:cubicBezTo>
                  <a:pt x="195196" y="20037"/>
                  <a:pt x="235252" y="76336"/>
                  <a:pt x="225234" y="135766"/>
                </a:cubicBezTo>
                <a:cubicBezTo>
                  <a:pt x="215216" y="195196"/>
                  <a:pt x="158917" y="235252"/>
                  <a:pt x="99487" y="225234"/>
                </a:cubicBezTo>
                <a:cubicBezTo>
                  <a:pt x="40056" y="215216"/>
                  <a:pt x="0" y="158917"/>
                  <a:pt x="10018" y="994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F6C6AD"/>
            </a:solidFill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953B19-DC37-4130-A3E7-0DC458DB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382" y="546757"/>
            <a:ext cx="187215" cy="192142"/>
          </a:xfrm>
          <a:custGeom xmlns:a="http://schemas.openxmlformats.org/drawingml/2006/main">
            <a:pathLst>
              <a:path w="187215" h="192142">
                <a:moveTo>
                  <a:pt x="0" y="0"/>
                </a:moveTo>
                <a:lnTo>
                  <a:pt x="187215" y="0"/>
                </a:lnTo>
                <a:lnTo>
                  <a:pt x="187215" y="192142"/>
                </a:lnTo>
                <a:lnTo>
                  <a:pt x="0" y="1921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85F14-9A2E-4C29-AAB5-1646EC3A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382" y="546757"/>
            <a:ext cx="187214" cy="192141"/>
          </a:xfrm>
          <a:custGeom xmlns:a="http://schemas.openxmlformats.org/drawingml/2006/main">
            <a:pathLst>
              <a:path w="187214" h="192141" fill="none">
                <a:moveTo>
                  <a:pt x="0" y="0"/>
                </a:moveTo>
                <a:lnTo>
                  <a:pt x="187214" y="0"/>
                </a:lnTo>
                <a:lnTo>
                  <a:pt x="187214" y="192141"/>
                </a:lnTo>
                <a:lnTo>
                  <a:pt x="0" y="19214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4E95D9"/>
            </a:solidFill>
            <a:miter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33933F-D654-486A-9C5F-0EC70FD6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481" y="715908"/>
            <a:ext cx="388604" cy="90322"/>
          </a:xfrm>
          <a:custGeom xmlns:a="http://schemas.openxmlformats.org/drawingml/2006/main">
            <a:pathLst>
              <a:path w="388604" h="90322">
                <a:moveTo>
                  <a:pt x="298280" y="90322"/>
                </a:moveTo>
                <a:lnTo>
                  <a:pt x="388604" y="45163"/>
                </a:lnTo>
                <a:lnTo>
                  <a:pt x="298282" y="0"/>
                </a:lnTo>
                <a:lnTo>
                  <a:pt x="334975" y="36693"/>
                </a:lnTo>
                <a:lnTo>
                  <a:pt x="0" y="36693"/>
                </a:lnTo>
                <a:lnTo>
                  <a:pt x="0" y="53629"/>
                </a:lnTo>
                <a:lnTo>
                  <a:pt x="334975" y="53629"/>
                </a:lnTo>
                <a:lnTo>
                  <a:pt x="298280" y="903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79e31567b4dbe"/>
          <a:stretch xmlns:a="http://schemas.openxmlformats.org/drawingml/2006/main"/>
        </p:blipFill>
        <p:spPr>
          <a:xfrm xmlns:a="http://schemas.openxmlformats.org/drawingml/2006/main">
            <a:off x="11121282" y="580834"/>
            <a:ext cx="586272" cy="418766"/>
          </a:xfrm>
          <a:prstGeom xmlns:a="http://schemas.openxmlformats.org/drawingml/2006/main" prst="rect">
            <a:avLst/>
          </a:prstGeom>
        </p:spPr>
      </p:pic>
      <p:pic>
        <p:nvPicPr>
          <p:cNvPr id="13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e4351ffaf4002"/>
          <a:stretch xmlns:a="http://schemas.openxmlformats.org/drawingml/2006/main"/>
        </p:blipFill>
        <p:spPr>
          <a:xfrm xmlns:a="http://schemas.openxmlformats.org/drawingml/2006/main">
            <a:off x="11037528" y="536494"/>
            <a:ext cx="758705" cy="566566"/>
          </a:xfrm>
          <a:prstGeom xmlns:a="http://schemas.openxmlformats.org/drawingml/2006/main" prst="rect">
            <a:avLst/>
          </a:prstGeom>
        </p:spPr>
      </p:pic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005D4-05CE-4664-812F-29AC3909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655" y="635440"/>
            <a:ext cx="448325" cy="275891"/>
          </a:xfrm>
          <a:custGeom xmlns:a="http://schemas.openxmlformats.org/drawingml/2006/main">
            <a:pathLst>
              <a:path w="448325" h="275891">
                <a:moveTo>
                  <a:pt x="0" y="111647"/>
                </a:moveTo>
                <a:cubicBezTo>
                  <a:pt x="0" y="49987"/>
                  <a:pt x="49987" y="0"/>
                  <a:pt x="111647" y="0"/>
                </a:cubicBezTo>
                <a:lnTo>
                  <a:pt x="336678" y="0"/>
                </a:lnTo>
                <a:cubicBezTo>
                  <a:pt x="398338" y="0"/>
                  <a:pt x="448325" y="49987"/>
                  <a:pt x="448325" y="111647"/>
                </a:cubicBezTo>
                <a:lnTo>
                  <a:pt x="448325" y="164244"/>
                </a:lnTo>
                <a:cubicBezTo>
                  <a:pt x="448325" y="225905"/>
                  <a:pt x="398338" y="275891"/>
                  <a:pt x="336678" y="275891"/>
                </a:cubicBezTo>
                <a:lnTo>
                  <a:pt x="111647" y="275891"/>
                </a:lnTo>
                <a:cubicBezTo>
                  <a:pt x="49987" y="275891"/>
                  <a:pt x="0" y="225905"/>
                  <a:pt x="0" y="164244"/>
                </a:cubicBezTo>
                <a:lnTo>
                  <a:pt x="0" y="111647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Text CLS">
            <a:extLst xmlns:a="http://schemas.openxmlformats.org/drawingml/2006/main">
              <a:ext uri="{FF2B5EF4-FFF2-40B4-BE49-F238E27FC236}">
                <a16:creationId xmlns:a16="http://schemas.microsoft.com/office/drawing/2014/main" id="{75CBEAF8-CD91-4996-A246-6705E433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5297" y="702490"/>
            <a:ext cx="352088" cy="136306"/>
          </a:xfrm>
          <a:custGeom xmlns:a="http://schemas.openxmlformats.org/drawingml/2006/main">
            <a:pathLst>
              <a:path w="352088" h="136306">
                <a:moveTo>
                  <a:pt x="64701" y="136306"/>
                </a:moveTo>
                <a:cubicBezTo>
                  <a:pt x="51287" y="136306"/>
                  <a:pt x="39748" y="133495"/>
                  <a:pt x="30082" y="127873"/>
                </a:cubicBezTo>
                <a:cubicBezTo>
                  <a:pt x="20416" y="122251"/>
                  <a:pt x="12986" y="114361"/>
                  <a:pt x="7792" y="104202"/>
                </a:cubicBezTo>
                <a:cubicBezTo>
                  <a:pt x="2597" y="94043"/>
                  <a:pt x="0" y="82060"/>
                  <a:pt x="0" y="68252"/>
                </a:cubicBezTo>
                <a:cubicBezTo>
                  <a:pt x="0" y="54443"/>
                  <a:pt x="2597" y="42427"/>
                  <a:pt x="7792" y="32202"/>
                </a:cubicBezTo>
                <a:cubicBezTo>
                  <a:pt x="12986" y="21978"/>
                  <a:pt x="20416" y="14055"/>
                  <a:pt x="30082" y="8433"/>
                </a:cubicBezTo>
                <a:cubicBezTo>
                  <a:pt x="39748" y="2811"/>
                  <a:pt x="51287" y="0"/>
                  <a:pt x="64701" y="0"/>
                </a:cubicBezTo>
                <a:cubicBezTo>
                  <a:pt x="75090" y="0"/>
                  <a:pt x="84657" y="1792"/>
                  <a:pt x="93402" y="5375"/>
                </a:cubicBezTo>
                <a:cubicBezTo>
                  <a:pt x="102147" y="8959"/>
                  <a:pt x="109249" y="14252"/>
                  <a:pt x="114706" y="21255"/>
                </a:cubicBezTo>
                <a:cubicBezTo>
                  <a:pt x="120163" y="28257"/>
                  <a:pt x="123155" y="36887"/>
                  <a:pt x="123681" y="47145"/>
                </a:cubicBezTo>
                <a:lnTo>
                  <a:pt x="95276" y="47145"/>
                </a:lnTo>
                <a:cubicBezTo>
                  <a:pt x="94553" y="41753"/>
                  <a:pt x="92794" y="37282"/>
                  <a:pt x="89999" y="33731"/>
                </a:cubicBezTo>
                <a:cubicBezTo>
                  <a:pt x="87205" y="30181"/>
                  <a:pt x="83638" y="27518"/>
                  <a:pt x="79298" y="25742"/>
                </a:cubicBezTo>
                <a:cubicBezTo>
                  <a:pt x="74958" y="23967"/>
                  <a:pt x="70093" y="23079"/>
                  <a:pt x="64701" y="23079"/>
                </a:cubicBezTo>
                <a:cubicBezTo>
                  <a:pt x="56022" y="23079"/>
                  <a:pt x="49035" y="25183"/>
                  <a:pt x="43742" y="29392"/>
                </a:cubicBezTo>
                <a:cubicBezTo>
                  <a:pt x="38449" y="33600"/>
                  <a:pt x="34602" y="39107"/>
                  <a:pt x="32203" y="45912"/>
                </a:cubicBezTo>
                <a:cubicBezTo>
                  <a:pt x="29803" y="52717"/>
                  <a:pt x="28603" y="60164"/>
                  <a:pt x="28603" y="68252"/>
                </a:cubicBezTo>
                <a:cubicBezTo>
                  <a:pt x="28603" y="76273"/>
                  <a:pt x="29803" y="83703"/>
                  <a:pt x="32203" y="90542"/>
                </a:cubicBezTo>
                <a:cubicBezTo>
                  <a:pt x="34602" y="97380"/>
                  <a:pt x="38449" y="102870"/>
                  <a:pt x="43742" y="107013"/>
                </a:cubicBezTo>
                <a:cubicBezTo>
                  <a:pt x="49035" y="111155"/>
                  <a:pt x="56022" y="113227"/>
                  <a:pt x="64701" y="113227"/>
                </a:cubicBezTo>
                <a:cubicBezTo>
                  <a:pt x="73841" y="113227"/>
                  <a:pt x="81057" y="110876"/>
                  <a:pt x="86350" y="106175"/>
                </a:cubicBezTo>
                <a:cubicBezTo>
                  <a:pt x="91643" y="101473"/>
                  <a:pt x="94684" y="94783"/>
                  <a:pt x="95473" y="86103"/>
                </a:cubicBezTo>
                <a:lnTo>
                  <a:pt x="123879" y="86103"/>
                </a:lnTo>
                <a:cubicBezTo>
                  <a:pt x="123090" y="96953"/>
                  <a:pt x="120229" y="106109"/>
                  <a:pt x="115298" y="113572"/>
                </a:cubicBezTo>
                <a:cubicBezTo>
                  <a:pt x="110366" y="121035"/>
                  <a:pt x="103627" y="126689"/>
                  <a:pt x="95079" y="130536"/>
                </a:cubicBezTo>
                <a:cubicBezTo>
                  <a:pt x="86531" y="134383"/>
                  <a:pt x="76405" y="136306"/>
                  <a:pt x="64701" y="136306"/>
                </a:cubicBezTo>
                <a:close/>
                <a:moveTo>
                  <a:pt x="150076" y="134531"/>
                </a:moveTo>
                <a:lnTo>
                  <a:pt x="150076" y="1775"/>
                </a:lnTo>
                <a:lnTo>
                  <a:pt x="177791" y="1775"/>
                </a:lnTo>
                <a:lnTo>
                  <a:pt x="177791" y="110169"/>
                </a:lnTo>
                <a:lnTo>
                  <a:pt x="233812" y="110169"/>
                </a:lnTo>
                <a:lnTo>
                  <a:pt x="233812" y="134531"/>
                </a:lnTo>
                <a:lnTo>
                  <a:pt x="150076" y="134531"/>
                </a:lnTo>
                <a:close/>
                <a:moveTo>
                  <a:pt x="299519" y="136306"/>
                </a:moveTo>
                <a:cubicBezTo>
                  <a:pt x="289458" y="136306"/>
                  <a:pt x="280401" y="134875"/>
                  <a:pt x="272346" y="132012"/>
                </a:cubicBezTo>
                <a:cubicBezTo>
                  <a:pt x="264291" y="129150"/>
                  <a:pt x="257897" y="124594"/>
                  <a:pt x="253163" y="118343"/>
                </a:cubicBezTo>
                <a:cubicBezTo>
                  <a:pt x="248429" y="112092"/>
                  <a:pt x="246061" y="103933"/>
                  <a:pt x="246061" y="93864"/>
                </a:cubicBezTo>
                <a:lnTo>
                  <a:pt x="274467" y="93864"/>
                </a:lnTo>
                <a:cubicBezTo>
                  <a:pt x="274598" y="99001"/>
                  <a:pt x="275782" y="103035"/>
                  <a:pt x="278017" y="105965"/>
                </a:cubicBezTo>
                <a:cubicBezTo>
                  <a:pt x="280253" y="108895"/>
                  <a:pt x="283261" y="110986"/>
                  <a:pt x="287042" y="112237"/>
                </a:cubicBezTo>
                <a:cubicBezTo>
                  <a:pt x="290823" y="113489"/>
                  <a:pt x="295146" y="114114"/>
                  <a:pt x="300012" y="114114"/>
                </a:cubicBezTo>
                <a:cubicBezTo>
                  <a:pt x="304680" y="114114"/>
                  <a:pt x="308790" y="113554"/>
                  <a:pt x="312340" y="112434"/>
                </a:cubicBezTo>
                <a:cubicBezTo>
                  <a:pt x="315891" y="111315"/>
                  <a:pt x="318669" y="109585"/>
                  <a:pt x="320675" y="107247"/>
                </a:cubicBezTo>
                <a:cubicBezTo>
                  <a:pt x="322680" y="104909"/>
                  <a:pt x="323683" y="101928"/>
                  <a:pt x="323683" y="98306"/>
                </a:cubicBezTo>
                <a:cubicBezTo>
                  <a:pt x="323683" y="94819"/>
                  <a:pt x="322828" y="91940"/>
                  <a:pt x="321118" y="89670"/>
                </a:cubicBezTo>
                <a:cubicBezTo>
                  <a:pt x="319409" y="87399"/>
                  <a:pt x="316384" y="85327"/>
                  <a:pt x="312045" y="83453"/>
                </a:cubicBezTo>
                <a:cubicBezTo>
                  <a:pt x="307705" y="81577"/>
                  <a:pt x="301623" y="79553"/>
                  <a:pt x="293798" y="77381"/>
                </a:cubicBezTo>
                <a:cubicBezTo>
                  <a:pt x="284658" y="74749"/>
                  <a:pt x="276752" y="71854"/>
                  <a:pt x="270078" y="68695"/>
                </a:cubicBezTo>
                <a:cubicBezTo>
                  <a:pt x="263404" y="65537"/>
                  <a:pt x="258242" y="61458"/>
                  <a:pt x="254593" y="56459"/>
                </a:cubicBezTo>
                <a:cubicBezTo>
                  <a:pt x="250944" y="51458"/>
                  <a:pt x="249119" y="44943"/>
                  <a:pt x="249119" y="36915"/>
                </a:cubicBezTo>
                <a:cubicBezTo>
                  <a:pt x="249119" y="28295"/>
                  <a:pt x="251207" y="21271"/>
                  <a:pt x="255382" y="15842"/>
                </a:cubicBezTo>
                <a:cubicBezTo>
                  <a:pt x="259557" y="10414"/>
                  <a:pt x="265327" y="6416"/>
                  <a:pt x="272691" y="3850"/>
                </a:cubicBezTo>
                <a:cubicBezTo>
                  <a:pt x="280056" y="1283"/>
                  <a:pt x="288505" y="0"/>
                  <a:pt x="298039" y="0"/>
                </a:cubicBezTo>
                <a:cubicBezTo>
                  <a:pt x="307113" y="0"/>
                  <a:pt x="315447" y="1382"/>
                  <a:pt x="323042" y="4146"/>
                </a:cubicBezTo>
                <a:cubicBezTo>
                  <a:pt x="330636" y="6909"/>
                  <a:pt x="336702" y="11120"/>
                  <a:pt x="341239" y="16779"/>
                </a:cubicBezTo>
                <a:cubicBezTo>
                  <a:pt x="345776" y="22438"/>
                  <a:pt x="348044" y="29643"/>
                  <a:pt x="348044" y="38395"/>
                </a:cubicBezTo>
                <a:lnTo>
                  <a:pt x="319639" y="38395"/>
                </a:lnTo>
                <a:cubicBezTo>
                  <a:pt x="319705" y="32730"/>
                  <a:pt x="317601" y="28498"/>
                  <a:pt x="313327" y="25699"/>
                </a:cubicBezTo>
                <a:cubicBezTo>
                  <a:pt x="309053" y="22901"/>
                  <a:pt x="303924" y="21501"/>
                  <a:pt x="297941" y="21501"/>
                </a:cubicBezTo>
                <a:cubicBezTo>
                  <a:pt x="292023" y="21501"/>
                  <a:pt x="287124" y="22605"/>
                  <a:pt x="283245" y="24811"/>
                </a:cubicBezTo>
                <a:cubicBezTo>
                  <a:pt x="279365" y="27018"/>
                  <a:pt x="277426" y="30427"/>
                  <a:pt x="277426" y="35038"/>
                </a:cubicBezTo>
                <a:cubicBezTo>
                  <a:pt x="277426" y="37670"/>
                  <a:pt x="278248" y="39990"/>
                  <a:pt x="279891" y="41998"/>
                </a:cubicBezTo>
                <a:cubicBezTo>
                  <a:pt x="281535" y="44005"/>
                  <a:pt x="284576" y="45963"/>
                  <a:pt x="289015" y="47872"/>
                </a:cubicBezTo>
                <a:cubicBezTo>
                  <a:pt x="293453" y="49779"/>
                  <a:pt x="299880" y="51950"/>
                  <a:pt x="308297" y="54385"/>
                </a:cubicBezTo>
                <a:cubicBezTo>
                  <a:pt x="318357" y="57346"/>
                  <a:pt x="326609" y="60455"/>
                  <a:pt x="333053" y="63712"/>
                </a:cubicBezTo>
                <a:cubicBezTo>
                  <a:pt x="339496" y="66968"/>
                  <a:pt x="344280" y="71180"/>
                  <a:pt x="347403" y="76345"/>
                </a:cubicBezTo>
                <a:cubicBezTo>
                  <a:pt x="350526" y="81511"/>
                  <a:pt x="352088" y="88305"/>
                  <a:pt x="352088" y="96728"/>
                </a:cubicBezTo>
                <a:cubicBezTo>
                  <a:pt x="352088" y="106137"/>
                  <a:pt x="349787" y="113736"/>
                  <a:pt x="345184" y="119527"/>
                </a:cubicBezTo>
                <a:cubicBezTo>
                  <a:pt x="340581" y="125317"/>
                  <a:pt x="334318" y="129561"/>
                  <a:pt x="326395" y="132259"/>
                </a:cubicBezTo>
                <a:cubicBezTo>
                  <a:pt x="318472" y="134957"/>
                  <a:pt x="309513" y="136306"/>
                  <a:pt x="299519" y="1363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C366C7-0027-4666-BAAC-2627771A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1959" y="715908"/>
            <a:ext cx="289381" cy="90322"/>
          </a:xfrm>
          <a:custGeom xmlns:a="http://schemas.openxmlformats.org/drawingml/2006/main">
            <a:pathLst>
              <a:path w="289381" h="90322">
                <a:moveTo>
                  <a:pt x="199059" y="90322"/>
                </a:moveTo>
                <a:lnTo>
                  <a:pt x="289381" y="45163"/>
                </a:lnTo>
                <a:lnTo>
                  <a:pt x="199059" y="0"/>
                </a:lnTo>
                <a:lnTo>
                  <a:pt x="235752" y="36693"/>
                </a:lnTo>
                <a:lnTo>
                  <a:pt x="0" y="36693"/>
                </a:lnTo>
                <a:lnTo>
                  <a:pt x="0" y="53629"/>
                </a:lnTo>
                <a:lnTo>
                  <a:pt x="235752" y="53629"/>
                </a:lnTo>
                <a:lnTo>
                  <a:pt x="199059" y="903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c6b7119de4451"/>
          <a:stretch xmlns:a="http://schemas.openxmlformats.org/drawingml/2006/main"/>
        </p:blipFill>
        <p:spPr>
          <a:xfrm xmlns:a="http://schemas.openxmlformats.org/drawingml/2006/main">
            <a:off x="10244338" y="580834"/>
            <a:ext cx="615832" cy="389206"/>
          </a:xfrm>
          <a:prstGeom xmlns:a="http://schemas.openxmlformats.org/drawingml/2006/main" prst="rect">
            <a:avLst/>
          </a:prstGeom>
        </p:spPr>
      </p:pic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452F13-39AA-4E3C-BB48-E0E74255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245" y="632974"/>
            <a:ext cx="512372" cy="285747"/>
          </a:xfrm>
          <a:custGeom xmlns:a="http://schemas.openxmlformats.org/drawingml/2006/main">
            <a:pathLst>
              <a:path w="512372" h="285747">
                <a:moveTo>
                  <a:pt x="0" y="67328"/>
                </a:moveTo>
                <a:cubicBezTo>
                  <a:pt x="0" y="30145"/>
                  <a:pt x="30143" y="0"/>
                  <a:pt x="67328" y="0"/>
                </a:cubicBezTo>
                <a:lnTo>
                  <a:pt x="445046" y="0"/>
                </a:lnTo>
                <a:cubicBezTo>
                  <a:pt x="482230" y="0"/>
                  <a:pt x="512372" y="30145"/>
                  <a:pt x="512372" y="67328"/>
                </a:cubicBezTo>
                <a:lnTo>
                  <a:pt x="512372" y="218419"/>
                </a:lnTo>
                <a:cubicBezTo>
                  <a:pt x="512372" y="255602"/>
                  <a:pt x="482230" y="285747"/>
                  <a:pt x="445046" y="285747"/>
                </a:cubicBezTo>
                <a:lnTo>
                  <a:pt x="67328" y="285747"/>
                </a:lnTo>
                <a:cubicBezTo>
                  <a:pt x="30143" y="285747"/>
                  <a:pt x="0" y="255602"/>
                  <a:pt x="0" y="218419"/>
                </a:cubicBezTo>
                <a:lnTo>
                  <a:pt x="0" y="67328"/>
                </a:lnTo>
                <a:close/>
              </a:path>
            </a:pathLst>
          </a:custGeom>
          <a:solidFill xmlns:a="http://schemas.openxmlformats.org/drawingml/2006/main">
            <a:srgbClr val="EBFBE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9B2E9-34A4-4469-8F9D-F9911B97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245" y="632974"/>
            <a:ext cx="512373" cy="285747"/>
          </a:xfrm>
          <a:custGeom xmlns:a="http://schemas.openxmlformats.org/drawingml/2006/main">
            <a:pathLst>
              <a:path w="512373" h="285747" fill="none">
                <a:moveTo>
                  <a:pt x="0" y="67328"/>
                </a:moveTo>
                <a:cubicBezTo>
                  <a:pt x="0" y="30144"/>
                  <a:pt x="30144" y="0"/>
                  <a:pt x="67327" y="0"/>
                </a:cubicBezTo>
                <a:lnTo>
                  <a:pt x="445046" y="0"/>
                </a:lnTo>
                <a:cubicBezTo>
                  <a:pt x="482230" y="0"/>
                  <a:pt x="512373" y="30144"/>
                  <a:pt x="512373" y="67328"/>
                </a:cubicBezTo>
                <a:lnTo>
                  <a:pt x="512373" y="218419"/>
                </a:lnTo>
                <a:cubicBezTo>
                  <a:pt x="512373" y="255603"/>
                  <a:pt x="482230" y="285747"/>
                  <a:pt x="445046" y="285747"/>
                </a:cubicBezTo>
                <a:lnTo>
                  <a:pt x="67327" y="285747"/>
                </a:lnTo>
                <a:cubicBezTo>
                  <a:pt x="30144" y="285747"/>
                  <a:pt x="0" y="255603"/>
                  <a:pt x="0" y="218419"/>
                </a:cubicBezTo>
                <a:lnTo>
                  <a:pt x="0" y="6732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645" cap="flat">
            <a:solidFill>
              <a:srgbClr val="000000"/>
            </a:solidFill>
            <a:miter/>
          </a:ln>
        </p:spPr>
      </p:sp>
      <p:sp>
        <p:nvSpPr>
          <p:cNvPr id="647" name="Text RMP">
            <a:extLst xmlns:a="http://schemas.openxmlformats.org/drawingml/2006/main">
              <a:ext uri="{FF2B5EF4-FFF2-40B4-BE49-F238E27FC236}">
                <a16:creationId xmlns:a16="http://schemas.microsoft.com/office/drawing/2014/main" id="{83E6A210-61D4-400E-B549-DBB5930F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5017" y="704265"/>
            <a:ext cx="396060" cy="132755"/>
          </a:xfrm>
          <a:custGeom xmlns:a="http://schemas.openxmlformats.org/drawingml/2006/main">
            <a:pathLst>
              <a:path w="396060" h="132755">
                <a:moveTo>
                  <a:pt x="27715" y="81862"/>
                </a:moveTo>
                <a:lnTo>
                  <a:pt x="49315" y="81862"/>
                </a:lnTo>
                <a:lnTo>
                  <a:pt x="49950" y="81867"/>
                </a:lnTo>
                <a:lnTo>
                  <a:pt x="50574" y="81881"/>
                </a:lnTo>
                <a:lnTo>
                  <a:pt x="51186" y="81905"/>
                </a:lnTo>
                <a:lnTo>
                  <a:pt x="51787" y="81938"/>
                </a:lnTo>
                <a:lnTo>
                  <a:pt x="52377" y="81980"/>
                </a:lnTo>
                <a:lnTo>
                  <a:pt x="52955" y="82032"/>
                </a:lnTo>
                <a:lnTo>
                  <a:pt x="53521" y="82094"/>
                </a:lnTo>
                <a:lnTo>
                  <a:pt x="54076" y="82164"/>
                </a:lnTo>
                <a:lnTo>
                  <a:pt x="54620" y="82245"/>
                </a:lnTo>
                <a:lnTo>
                  <a:pt x="55152" y="82334"/>
                </a:lnTo>
                <a:lnTo>
                  <a:pt x="55673" y="82433"/>
                </a:lnTo>
                <a:lnTo>
                  <a:pt x="56182" y="82542"/>
                </a:lnTo>
                <a:lnTo>
                  <a:pt x="56679" y="82660"/>
                </a:lnTo>
                <a:lnTo>
                  <a:pt x="57166" y="82787"/>
                </a:lnTo>
                <a:lnTo>
                  <a:pt x="57640" y="82924"/>
                </a:lnTo>
                <a:lnTo>
                  <a:pt x="58104" y="83071"/>
                </a:lnTo>
                <a:lnTo>
                  <a:pt x="58555" y="83226"/>
                </a:lnTo>
                <a:lnTo>
                  <a:pt x="58996" y="83392"/>
                </a:lnTo>
                <a:lnTo>
                  <a:pt x="59425" y="83566"/>
                </a:lnTo>
                <a:lnTo>
                  <a:pt x="59842" y="83750"/>
                </a:lnTo>
                <a:lnTo>
                  <a:pt x="60248" y="83944"/>
                </a:lnTo>
                <a:lnTo>
                  <a:pt x="60642" y="84147"/>
                </a:lnTo>
                <a:lnTo>
                  <a:pt x="61025" y="84359"/>
                </a:lnTo>
                <a:lnTo>
                  <a:pt x="61397" y="84581"/>
                </a:lnTo>
                <a:lnTo>
                  <a:pt x="61759" y="84812"/>
                </a:lnTo>
                <a:lnTo>
                  <a:pt x="62116" y="85053"/>
                </a:lnTo>
                <a:lnTo>
                  <a:pt x="62466" y="85304"/>
                </a:lnTo>
                <a:lnTo>
                  <a:pt x="62809" y="85564"/>
                </a:lnTo>
                <a:lnTo>
                  <a:pt x="63146" y="85835"/>
                </a:lnTo>
                <a:lnTo>
                  <a:pt x="63477" y="86115"/>
                </a:lnTo>
                <a:lnTo>
                  <a:pt x="63802" y="86405"/>
                </a:lnTo>
                <a:lnTo>
                  <a:pt x="64120" y="86704"/>
                </a:lnTo>
                <a:lnTo>
                  <a:pt x="64432" y="87014"/>
                </a:lnTo>
                <a:lnTo>
                  <a:pt x="64738" y="87333"/>
                </a:lnTo>
                <a:lnTo>
                  <a:pt x="65037" y="87662"/>
                </a:lnTo>
                <a:lnTo>
                  <a:pt x="65330" y="88001"/>
                </a:lnTo>
                <a:lnTo>
                  <a:pt x="65616" y="88350"/>
                </a:lnTo>
                <a:lnTo>
                  <a:pt x="65896" y="88708"/>
                </a:lnTo>
                <a:lnTo>
                  <a:pt x="66170" y="89077"/>
                </a:lnTo>
                <a:lnTo>
                  <a:pt x="66438" y="89455"/>
                </a:lnTo>
                <a:lnTo>
                  <a:pt x="66699" y="89843"/>
                </a:lnTo>
                <a:lnTo>
                  <a:pt x="66954" y="90240"/>
                </a:lnTo>
                <a:lnTo>
                  <a:pt x="67203" y="90648"/>
                </a:lnTo>
                <a:lnTo>
                  <a:pt x="67445" y="91065"/>
                </a:lnTo>
                <a:lnTo>
                  <a:pt x="67681" y="91492"/>
                </a:lnTo>
                <a:lnTo>
                  <a:pt x="67910" y="91929"/>
                </a:lnTo>
                <a:lnTo>
                  <a:pt x="68133" y="92375"/>
                </a:lnTo>
                <a:lnTo>
                  <a:pt x="68350" y="92832"/>
                </a:lnTo>
                <a:lnTo>
                  <a:pt x="68563" y="93298"/>
                </a:lnTo>
                <a:lnTo>
                  <a:pt x="68773" y="93776"/>
                </a:lnTo>
                <a:lnTo>
                  <a:pt x="68982" y="94264"/>
                </a:lnTo>
                <a:lnTo>
                  <a:pt x="69189" y="94764"/>
                </a:lnTo>
                <a:lnTo>
                  <a:pt x="69393" y="95274"/>
                </a:lnTo>
                <a:lnTo>
                  <a:pt x="69595" y="95796"/>
                </a:lnTo>
                <a:lnTo>
                  <a:pt x="69796" y="96328"/>
                </a:lnTo>
                <a:lnTo>
                  <a:pt x="69994" y="96872"/>
                </a:lnTo>
                <a:lnTo>
                  <a:pt x="70190" y="97426"/>
                </a:lnTo>
                <a:lnTo>
                  <a:pt x="70384" y="97992"/>
                </a:lnTo>
                <a:lnTo>
                  <a:pt x="70577" y="98568"/>
                </a:lnTo>
                <a:lnTo>
                  <a:pt x="70767" y="99156"/>
                </a:lnTo>
                <a:lnTo>
                  <a:pt x="70955" y="99754"/>
                </a:lnTo>
                <a:lnTo>
                  <a:pt x="71141" y="100364"/>
                </a:lnTo>
                <a:lnTo>
                  <a:pt x="71324" y="100984"/>
                </a:lnTo>
                <a:lnTo>
                  <a:pt x="71506" y="101615"/>
                </a:lnTo>
                <a:lnTo>
                  <a:pt x="71686" y="102258"/>
                </a:lnTo>
                <a:lnTo>
                  <a:pt x="71864" y="102911"/>
                </a:lnTo>
                <a:lnTo>
                  <a:pt x="72040" y="103575"/>
                </a:lnTo>
                <a:lnTo>
                  <a:pt x="72213" y="104251"/>
                </a:lnTo>
                <a:lnTo>
                  <a:pt x="72385" y="104937"/>
                </a:lnTo>
                <a:lnTo>
                  <a:pt x="72554" y="105635"/>
                </a:lnTo>
                <a:lnTo>
                  <a:pt x="72722" y="106343"/>
                </a:lnTo>
                <a:lnTo>
                  <a:pt x="72887" y="107062"/>
                </a:lnTo>
                <a:lnTo>
                  <a:pt x="79101" y="132755"/>
                </a:lnTo>
                <a:lnTo>
                  <a:pt x="108098" y="132755"/>
                </a:lnTo>
                <a:lnTo>
                  <a:pt x="99320" y="101539"/>
                </a:lnTo>
                <a:lnTo>
                  <a:pt x="99105" y="100762"/>
                </a:lnTo>
                <a:lnTo>
                  <a:pt x="98889" y="99995"/>
                </a:lnTo>
                <a:lnTo>
                  <a:pt x="98670" y="99239"/>
                </a:lnTo>
                <a:lnTo>
                  <a:pt x="98450" y="98493"/>
                </a:lnTo>
                <a:lnTo>
                  <a:pt x="98228" y="97757"/>
                </a:lnTo>
                <a:lnTo>
                  <a:pt x="98004" y="97032"/>
                </a:lnTo>
                <a:lnTo>
                  <a:pt x="97778" y="96317"/>
                </a:lnTo>
                <a:lnTo>
                  <a:pt x="97550" y="95612"/>
                </a:lnTo>
                <a:lnTo>
                  <a:pt x="97320" y="94917"/>
                </a:lnTo>
                <a:lnTo>
                  <a:pt x="97089" y="94233"/>
                </a:lnTo>
                <a:lnTo>
                  <a:pt x="96855" y="93559"/>
                </a:lnTo>
                <a:lnTo>
                  <a:pt x="96620" y="92895"/>
                </a:lnTo>
                <a:lnTo>
                  <a:pt x="96383" y="92242"/>
                </a:lnTo>
                <a:lnTo>
                  <a:pt x="96143" y="91599"/>
                </a:lnTo>
                <a:lnTo>
                  <a:pt x="95902" y="90966"/>
                </a:lnTo>
                <a:lnTo>
                  <a:pt x="95660" y="90343"/>
                </a:lnTo>
                <a:lnTo>
                  <a:pt x="95415" y="89731"/>
                </a:lnTo>
                <a:lnTo>
                  <a:pt x="95168" y="89129"/>
                </a:lnTo>
                <a:lnTo>
                  <a:pt x="94920" y="88537"/>
                </a:lnTo>
                <a:lnTo>
                  <a:pt x="94669" y="87956"/>
                </a:lnTo>
                <a:lnTo>
                  <a:pt x="94417" y="87385"/>
                </a:lnTo>
                <a:lnTo>
                  <a:pt x="94163" y="86824"/>
                </a:lnTo>
                <a:lnTo>
                  <a:pt x="93907" y="86274"/>
                </a:lnTo>
                <a:lnTo>
                  <a:pt x="93649" y="85734"/>
                </a:lnTo>
                <a:lnTo>
                  <a:pt x="93386" y="85203"/>
                </a:lnTo>
                <a:lnTo>
                  <a:pt x="93117" y="84682"/>
                </a:lnTo>
                <a:lnTo>
                  <a:pt x="92842" y="84169"/>
                </a:lnTo>
                <a:lnTo>
                  <a:pt x="92560" y="83666"/>
                </a:lnTo>
                <a:lnTo>
                  <a:pt x="92271" y="83172"/>
                </a:lnTo>
                <a:lnTo>
                  <a:pt x="91975" y="82687"/>
                </a:lnTo>
                <a:lnTo>
                  <a:pt x="91673" y="82211"/>
                </a:lnTo>
                <a:lnTo>
                  <a:pt x="91364" y="81744"/>
                </a:lnTo>
                <a:lnTo>
                  <a:pt x="91048" y="81286"/>
                </a:lnTo>
                <a:lnTo>
                  <a:pt x="90726" y="80838"/>
                </a:lnTo>
                <a:lnTo>
                  <a:pt x="90397" y="80398"/>
                </a:lnTo>
                <a:lnTo>
                  <a:pt x="90061" y="79968"/>
                </a:lnTo>
                <a:lnTo>
                  <a:pt x="89719" y="79546"/>
                </a:lnTo>
                <a:lnTo>
                  <a:pt x="89370" y="79134"/>
                </a:lnTo>
                <a:lnTo>
                  <a:pt x="89014" y="78731"/>
                </a:lnTo>
                <a:lnTo>
                  <a:pt x="88651" y="78336"/>
                </a:lnTo>
                <a:lnTo>
                  <a:pt x="88282" y="77951"/>
                </a:lnTo>
                <a:lnTo>
                  <a:pt x="87907" y="77575"/>
                </a:lnTo>
                <a:lnTo>
                  <a:pt x="87524" y="77208"/>
                </a:lnTo>
                <a:lnTo>
                  <a:pt x="87135" y="76851"/>
                </a:lnTo>
                <a:lnTo>
                  <a:pt x="86739" y="76502"/>
                </a:lnTo>
                <a:lnTo>
                  <a:pt x="86337" y="76162"/>
                </a:lnTo>
                <a:lnTo>
                  <a:pt x="85928" y="75832"/>
                </a:lnTo>
                <a:lnTo>
                  <a:pt x="85512" y="75510"/>
                </a:lnTo>
                <a:lnTo>
                  <a:pt x="85087" y="75197"/>
                </a:lnTo>
                <a:lnTo>
                  <a:pt x="84650" y="74894"/>
                </a:lnTo>
                <a:lnTo>
                  <a:pt x="84202" y="74599"/>
                </a:lnTo>
                <a:lnTo>
                  <a:pt x="83742" y="74312"/>
                </a:lnTo>
                <a:lnTo>
                  <a:pt x="83270" y="74035"/>
                </a:lnTo>
                <a:lnTo>
                  <a:pt x="82787" y="73766"/>
                </a:lnTo>
                <a:lnTo>
                  <a:pt x="82292" y="73506"/>
                </a:lnTo>
                <a:lnTo>
                  <a:pt x="81786" y="73254"/>
                </a:lnTo>
                <a:lnTo>
                  <a:pt x="81268" y="73012"/>
                </a:lnTo>
                <a:lnTo>
                  <a:pt x="80738" y="72778"/>
                </a:lnTo>
                <a:lnTo>
                  <a:pt x="80196" y="72553"/>
                </a:lnTo>
                <a:lnTo>
                  <a:pt x="79643" y="72336"/>
                </a:lnTo>
                <a:lnTo>
                  <a:pt x="79079" y="72129"/>
                </a:lnTo>
                <a:lnTo>
                  <a:pt x="78502" y="71930"/>
                </a:lnTo>
                <a:lnTo>
                  <a:pt x="77914" y="71739"/>
                </a:lnTo>
                <a:lnTo>
                  <a:pt x="77314" y="71558"/>
                </a:lnTo>
                <a:lnTo>
                  <a:pt x="76703" y="71385"/>
                </a:lnTo>
                <a:lnTo>
                  <a:pt x="76080" y="71221"/>
                </a:lnTo>
                <a:lnTo>
                  <a:pt x="75446" y="71066"/>
                </a:lnTo>
                <a:lnTo>
                  <a:pt x="74799" y="70920"/>
                </a:lnTo>
                <a:lnTo>
                  <a:pt x="74142" y="70782"/>
                </a:lnTo>
                <a:lnTo>
                  <a:pt x="73472" y="70653"/>
                </a:lnTo>
                <a:lnTo>
                  <a:pt x="72791" y="70533"/>
                </a:lnTo>
                <a:lnTo>
                  <a:pt x="72098" y="70421"/>
                </a:lnTo>
                <a:lnTo>
                  <a:pt x="73228" y="70101"/>
                </a:lnTo>
                <a:lnTo>
                  <a:pt x="74335" y="69763"/>
                </a:lnTo>
                <a:lnTo>
                  <a:pt x="75417" y="69407"/>
                </a:lnTo>
                <a:lnTo>
                  <a:pt x="76475" y="69035"/>
                </a:lnTo>
                <a:lnTo>
                  <a:pt x="77509" y="68644"/>
                </a:lnTo>
                <a:lnTo>
                  <a:pt x="78518" y="68237"/>
                </a:lnTo>
                <a:lnTo>
                  <a:pt x="79504" y="67811"/>
                </a:lnTo>
                <a:lnTo>
                  <a:pt x="80465" y="67369"/>
                </a:lnTo>
                <a:lnTo>
                  <a:pt x="81402" y="66909"/>
                </a:lnTo>
                <a:lnTo>
                  <a:pt x="82315" y="66431"/>
                </a:lnTo>
                <a:lnTo>
                  <a:pt x="83204" y="65936"/>
                </a:lnTo>
                <a:lnTo>
                  <a:pt x="84069" y="65424"/>
                </a:lnTo>
                <a:lnTo>
                  <a:pt x="84910" y="64894"/>
                </a:lnTo>
                <a:lnTo>
                  <a:pt x="85726" y="64346"/>
                </a:lnTo>
                <a:lnTo>
                  <a:pt x="86519" y="63782"/>
                </a:lnTo>
                <a:lnTo>
                  <a:pt x="87287" y="63200"/>
                </a:lnTo>
                <a:lnTo>
                  <a:pt x="88031" y="62600"/>
                </a:lnTo>
                <a:lnTo>
                  <a:pt x="88751" y="61983"/>
                </a:lnTo>
                <a:lnTo>
                  <a:pt x="89447" y="61348"/>
                </a:lnTo>
                <a:lnTo>
                  <a:pt x="90119" y="60696"/>
                </a:lnTo>
                <a:lnTo>
                  <a:pt x="90766" y="60027"/>
                </a:lnTo>
                <a:lnTo>
                  <a:pt x="91389" y="59340"/>
                </a:lnTo>
                <a:lnTo>
                  <a:pt x="91989" y="58636"/>
                </a:lnTo>
                <a:lnTo>
                  <a:pt x="92564" y="57914"/>
                </a:lnTo>
                <a:lnTo>
                  <a:pt x="93115" y="57177"/>
                </a:lnTo>
                <a:lnTo>
                  <a:pt x="93643" y="56426"/>
                </a:lnTo>
                <a:lnTo>
                  <a:pt x="94147" y="55662"/>
                </a:lnTo>
                <a:lnTo>
                  <a:pt x="94628" y="54885"/>
                </a:lnTo>
                <a:lnTo>
                  <a:pt x="95086" y="54095"/>
                </a:lnTo>
                <a:lnTo>
                  <a:pt x="95519" y="53291"/>
                </a:lnTo>
                <a:lnTo>
                  <a:pt x="95930" y="52474"/>
                </a:lnTo>
                <a:lnTo>
                  <a:pt x="96317" y="51643"/>
                </a:lnTo>
                <a:lnTo>
                  <a:pt x="96681" y="50799"/>
                </a:lnTo>
                <a:lnTo>
                  <a:pt x="97021" y="49942"/>
                </a:lnTo>
                <a:lnTo>
                  <a:pt x="97338" y="49071"/>
                </a:lnTo>
                <a:lnTo>
                  <a:pt x="97631" y="48187"/>
                </a:lnTo>
                <a:lnTo>
                  <a:pt x="97901" y="47290"/>
                </a:lnTo>
                <a:lnTo>
                  <a:pt x="98147" y="46379"/>
                </a:lnTo>
                <a:lnTo>
                  <a:pt x="98370" y="45455"/>
                </a:lnTo>
                <a:lnTo>
                  <a:pt x="98569" y="44518"/>
                </a:lnTo>
                <a:lnTo>
                  <a:pt x="98745" y="43567"/>
                </a:lnTo>
                <a:lnTo>
                  <a:pt x="98898" y="42603"/>
                </a:lnTo>
                <a:lnTo>
                  <a:pt x="99027" y="41626"/>
                </a:lnTo>
                <a:lnTo>
                  <a:pt x="99132" y="40635"/>
                </a:lnTo>
                <a:lnTo>
                  <a:pt x="99214" y="39631"/>
                </a:lnTo>
                <a:lnTo>
                  <a:pt x="99273" y="38614"/>
                </a:lnTo>
                <a:lnTo>
                  <a:pt x="99308" y="37583"/>
                </a:lnTo>
                <a:lnTo>
                  <a:pt x="99320" y="36539"/>
                </a:lnTo>
                <a:lnTo>
                  <a:pt x="99310" y="35440"/>
                </a:lnTo>
                <a:lnTo>
                  <a:pt x="99279" y="34360"/>
                </a:lnTo>
                <a:lnTo>
                  <a:pt x="99228" y="33297"/>
                </a:lnTo>
                <a:lnTo>
                  <a:pt x="99157" y="32253"/>
                </a:lnTo>
                <a:lnTo>
                  <a:pt x="99065" y="31228"/>
                </a:lnTo>
                <a:lnTo>
                  <a:pt x="98953" y="30220"/>
                </a:lnTo>
                <a:lnTo>
                  <a:pt x="98821" y="29231"/>
                </a:lnTo>
                <a:lnTo>
                  <a:pt x="98668" y="28260"/>
                </a:lnTo>
                <a:lnTo>
                  <a:pt x="98495" y="27308"/>
                </a:lnTo>
                <a:lnTo>
                  <a:pt x="98301" y="26374"/>
                </a:lnTo>
                <a:lnTo>
                  <a:pt x="98087" y="25458"/>
                </a:lnTo>
                <a:lnTo>
                  <a:pt x="97853" y="24560"/>
                </a:lnTo>
                <a:lnTo>
                  <a:pt x="97598" y="23681"/>
                </a:lnTo>
                <a:lnTo>
                  <a:pt x="97323" y="22820"/>
                </a:lnTo>
                <a:lnTo>
                  <a:pt x="97027" y="21977"/>
                </a:lnTo>
                <a:lnTo>
                  <a:pt x="96712" y="21153"/>
                </a:lnTo>
                <a:lnTo>
                  <a:pt x="96375" y="20347"/>
                </a:lnTo>
                <a:lnTo>
                  <a:pt x="96019" y="19559"/>
                </a:lnTo>
                <a:lnTo>
                  <a:pt x="95642" y="18790"/>
                </a:lnTo>
                <a:lnTo>
                  <a:pt x="95245" y="18038"/>
                </a:lnTo>
                <a:lnTo>
                  <a:pt x="94827" y="17306"/>
                </a:lnTo>
                <a:lnTo>
                  <a:pt x="94389" y="16591"/>
                </a:lnTo>
                <a:lnTo>
                  <a:pt x="93930" y="15895"/>
                </a:lnTo>
                <a:lnTo>
                  <a:pt x="93451" y="15217"/>
                </a:lnTo>
                <a:lnTo>
                  <a:pt x="92955" y="14556"/>
                </a:lnTo>
                <a:lnTo>
                  <a:pt x="92444" y="13910"/>
                </a:lnTo>
                <a:lnTo>
                  <a:pt x="91919" y="13279"/>
                </a:lnTo>
                <a:lnTo>
                  <a:pt x="91379" y="12664"/>
                </a:lnTo>
                <a:lnTo>
                  <a:pt x="90824" y="12065"/>
                </a:lnTo>
                <a:lnTo>
                  <a:pt x="90255" y="11481"/>
                </a:lnTo>
                <a:lnTo>
                  <a:pt x="89672" y="10912"/>
                </a:lnTo>
                <a:lnTo>
                  <a:pt x="89073" y="10358"/>
                </a:lnTo>
                <a:lnTo>
                  <a:pt x="88461" y="9820"/>
                </a:lnTo>
                <a:lnTo>
                  <a:pt x="87833" y="9298"/>
                </a:lnTo>
                <a:lnTo>
                  <a:pt x="87191" y="8791"/>
                </a:lnTo>
                <a:lnTo>
                  <a:pt x="86535" y="8299"/>
                </a:lnTo>
                <a:lnTo>
                  <a:pt x="85864" y="7822"/>
                </a:lnTo>
                <a:lnTo>
                  <a:pt x="85178" y="7361"/>
                </a:lnTo>
                <a:lnTo>
                  <a:pt x="84478" y="6916"/>
                </a:lnTo>
                <a:lnTo>
                  <a:pt x="83764" y="6485"/>
                </a:lnTo>
                <a:lnTo>
                  <a:pt x="83035" y="6070"/>
                </a:lnTo>
                <a:lnTo>
                  <a:pt x="82291" y="5671"/>
                </a:lnTo>
                <a:lnTo>
                  <a:pt x="81533" y="5287"/>
                </a:lnTo>
                <a:lnTo>
                  <a:pt x="80760" y="4918"/>
                </a:lnTo>
                <a:lnTo>
                  <a:pt x="79972" y="4565"/>
                </a:lnTo>
                <a:lnTo>
                  <a:pt x="79170" y="4227"/>
                </a:lnTo>
                <a:lnTo>
                  <a:pt x="78354" y="3904"/>
                </a:lnTo>
                <a:lnTo>
                  <a:pt x="77523" y="3597"/>
                </a:lnTo>
                <a:lnTo>
                  <a:pt x="76680" y="3303"/>
                </a:lnTo>
                <a:lnTo>
                  <a:pt x="75827" y="3022"/>
                </a:lnTo>
                <a:lnTo>
                  <a:pt x="74965" y="2754"/>
                </a:lnTo>
                <a:lnTo>
                  <a:pt x="74093" y="2498"/>
                </a:lnTo>
                <a:lnTo>
                  <a:pt x="73211" y="2254"/>
                </a:lnTo>
                <a:lnTo>
                  <a:pt x="72320" y="2023"/>
                </a:lnTo>
                <a:lnTo>
                  <a:pt x="71419" y="1805"/>
                </a:lnTo>
                <a:lnTo>
                  <a:pt x="70509" y="1599"/>
                </a:lnTo>
                <a:lnTo>
                  <a:pt x="69589" y="1405"/>
                </a:lnTo>
                <a:lnTo>
                  <a:pt x="68660" y="1224"/>
                </a:lnTo>
                <a:lnTo>
                  <a:pt x="67721" y="1055"/>
                </a:lnTo>
                <a:lnTo>
                  <a:pt x="66772" y="899"/>
                </a:lnTo>
                <a:lnTo>
                  <a:pt x="65814" y="756"/>
                </a:lnTo>
                <a:lnTo>
                  <a:pt x="64846" y="624"/>
                </a:lnTo>
                <a:lnTo>
                  <a:pt x="63869" y="506"/>
                </a:lnTo>
                <a:lnTo>
                  <a:pt x="62882" y="400"/>
                </a:lnTo>
                <a:lnTo>
                  <a:pt x="61885" y="306"/>
                </a:lnTo>
                <a:lnTo>
                  <a:pt x="60879" y="225"/>
                </a:lnTo>
                <a:lnTo>
                  <a:pt x="59863" y="156"/>
                </a:lnTo>
                <a:lnTo>
                  <a:pt x="58838" y="100"/>
                </a:lnTo>
                <a:lnTo>
                  <a:pt x="57803" y="56"/>
                </a:lnTo>
                <a:lnTo>
                  <a:pt x="56758" y="25"/>
                </a:lnTo>
                <a:lnTo>
                  <a:pt x="55704" y="6"/>
                </a:lnTo>
                <a:lnTo>
                  <a:pt x="54641" y="0"/>
                </a:lnTo>
                <a:lnTo>
                  <a:pt x="0" y="0"/>
                </a:lnTo>
                <a:lnTo>
                  <a:pt x="0" y="132755"/>
                </a:lnTo>
                <a:lnTo>
                  <a:pt x="27715" y="132755"/>
                </a:lnTo>
                <a:lnTo>
                  <a:pt x="27715" y="81862"/>
                </a:lnTo>
                <a:close/>
                <a:moveTo>
                  <a:pt x="51583" y="22981"/>
                </a:moveTo>
                <a:lnTo>
                  <a:pt x="52309" y="22988"/>
                </a:lnTo>
                <a:lnTo>
                  <a:pt x="53022" y="23011"/>
                </a:lnTo>
                <a:lnTo>
                  <a:pt x="53724" y="23050"/>
                </a:lnTo>
                <a:lnTo>
                  <a:pt x="54413" y="23104"/>
                </a:lnTo>
                <a:lnTo>
                  <a:pt x="55091" y="23173"/>
                </a:lnTo>
                <a:lnTo>
                  <a:pt x="55756" y="23257"/>
                </a:lnTo>
                <a:lnTo>
                  <a:pt x="56410" y="23357"/>
                </a:lnTo>
                <a:lnTo>
                  <a:pt x="57052" y="23472"/>
                </a:lnTo>
                <a:lnTo>
                  <a:pt x="57681" y="23603"/>
                </a:lnTo>
                <a:lnTo>
                  <a:pt x="58299" y="23749"/>
                </a:lnTo>
                <a:lnTo>
                  <a:pt x="58905" y="23910"/>
                </a:lnTo>
                <a:lnTo>
                  <a:pt x="59498" y="24087"/>
                </a:lnTo>
                <a:lnTo>
                  <a:pt x="60080" y="24279"/>
                </a:lnTo>
                <a:lnTo>
                  <a:pt x="60650" y="24487"/>
                </a:lnTo>
                <a:lnTo>
                  <a:pt x="61207" y="24710"/>
                </a:lnTo>
                <a:lnTo>
                  <a:pt x="61753" y="24948"/>
                </a:lnTo>
                <a:lnTo>
                  <a:pt x="62287" y="25201"/>
                </a:lnTo>
                <a:lnTo>
                  <a:pt x="62808" y="25470"/>
                </a:lnTo>
                <a:lnTo>
                  <a:pt x="63318" y="25755"/>
                </a:lnTo>
                <a:lnTo>
                  <a:pt x="63816" y="26054"/>
                </a:lnTo>
                <a:lnTo>
                  <a:pt x="64302" y="26369"/>
                </a:lnTo>
                <a:lnTo>
                  <a:pt x="64776" y="26700"/>
                </a:lnTo>
                <a:lnTo>
                  <a:pt x="65237" y="27046"/>
                </a:lnTo>
                <a:lnTo>
                  <a:pt x="65687" y="27407"/>
                </a:lnTo>
                <a:lnTo>
                  <a:pt x="66122" y="27783"/>
                </a:lnTo>
                <a:lnTo>
                  <a:pt x="66538" y="28174"/>
                </a:lnTo>
                <a:lnTo>
                  <a:pt x="66935" y="28581"/>
                </a:lnTo>
                <a:lnTo>
                  <a:pt x="67315" y="29002"/>
                </a:lnTo>
                <a:lnTo>
                  <a:pt x="67675" y="29439"/>
                </a:lnTo>
                <a:lnTo>
                  <a:pt x="68017" y="29890"/>
                </a:lnTo>
                <a:lnTo>
                  <a:pt x="68341" y="30357"/>
                </a:lnTo>
                <a:lnTo>
                  <a:pt x="68646" y="30838"/>
                </a:lnTo>
                <a:lnTo>
                  <a:pt x="68933" y="31335"/>
                </a:lnTo>
                <a:lnTo>
                  <a:pt x="69201" y="31846"/>
                </a:lnTo>
                <a:lnTo>
                  <a:pt x="69451" y="32373"/>
                </a:lnTo>
                <a:lnTo>
                  <a:pt x="69682" y="32914"/>
                </a:lnTo>
                <a:lnTo>
                  <a:pt x="69894" y="33471"/>
                </a:lnTo>
                <a:lnTo>
                  <a:pt x="70089" y="34043"/>
                </a:lnTo>
                <a:lnTo>
                  <a:pt x="70264" y="34630"/>
                </a:lnTo>
                <a:lnTo>
                  <a:pt x="70421" y="35231"/>
                </a:lnTo>
                <a:lnTo>
                  <a:pt x="70560" y="35848"/>
                </a:lnTo>
                <a:lnTo>
                  <a:pt x="70680" y="36480"/>
                </a:lnTo>
                <a:lnTo>
                  <a:pt x="70782" y="37127"/>
                </a:lnTo>
                <a:lnTo>
                  <a:pt x="70865" y="37788"/>
                </a:lnTo>
                <a:lnTo>
                  <a:pt x="70930" y="38465"/>
                </a:lnTo>
                <a:lnTo>
                  <a:pt x="70976" y="39157"/>
                </a:lnTo>
                <a:lnTo>
                  <a:pt x="71004" y="39864"/>
                </a:lnTo>
                <a:lnTo>
                  <a:pt x="71013" y="40586"/>
                </a:lnTo>
                <a:lnTo>
                  <a:pt x="71009" y="41083"/>
                </a:lnTo>
                <a:lnTo>
                  <a:pt x="70995" y="41573"/>
                </a:lnTo>
                <a:lnTo>
                  <a:pt x="70973" y="42057"/>
                </a:lnTo>
                <a:lnTo>
                  <a:pt x="70942" y="42534"/>
                </a:lnTo>
                <a:lnTo>
                  <a:pt x="70902" y="43005"/>
                </a:lnTo>
                <a:lnTo>
                  <a:pt x="70853" y="43470"/>
                </a:lnTo>
                <a:lnTo>
                  <a:pt x="70795" y="43928"/>
                </a:lnTo>
                <a:lnTo>
                  <a:pt x="70728" y="44379"/>
                </a:lnTo>
                <a:lnTo>
                  <a:pt x="70653" y="44824"/>
                </a:lnTo>
                <a:lnTo>
                  <a:pt x="70568" y="45263"/>
                </a:lnTo>
                <a:lnTo>
                  <a:pt x="70474" y="45695"/>
                </a:lnTo>
                <a:lnTo>
                  <a:pt x="70372" y="46120"/>
                </a:lnTo>
                <a:lnTo>
                  <a:pt x="70261" y="46539"/>
                </a:lnTo>
                <a:lnTo>
                  <a:pt x="70141" y="46952"/>
                </a:lnTo>
                <a:lnTo>
                  <a:pt x="70011" y="47358"/>
                </a:lnTo>
                <a:lnTo>
                  <a:pt x="69873" y="47757"/>
                </a:lnTo>
                <a:lnTo>
                  <a:pt x="69727" y="48150"/>
                </a:lnTo>
                <a:lnTo>
                  <a:pt x="69571" y="48537"/>
                </a:lnTo>
                <a:lnTo>
                  <a:pt x="69406" y="48917"/>
                </a:lnTo>
                <a:lnTo>
                  <a:pt x="69232" y="49291"/>
                </a:lnTo>
                <a:lnTo>
                  <a:pt x="69050" y="49658"/>
                </a:lnTo>
                <a:lnTo>
                  <a:pt x="68858" y="50018"/>
                </a:lnTo>
                <a:lnTo>
                  <a:pt x="68658" y="50372"/>
                </a:lnTo>
                <a:lnTo>
                  <a:pt x="68449" y="50720"/>
                </a:lnTo>
                <a:lnTo>
                  <a:pt x="68231" y="51061"/>
                </a:lnTo>
                <a:lnTo>
                  <a:pt x="68007" y="51394"/>
                </a:lnTo>
                <a:lnTo>
                  <a:pt x="67775" y="51720"/>
                </a:lnTo>
                <a:lnTo>
                  <a:pt x="67535" y="52040"/>
                </a:lnTo>
                <a:lnTo>
                  <a:pt x="67288" y="52351"/>
                </a:lnTo>
                <a:lnTo>
                  <a:pt x="67034" y="52656"/>
                </a:lnTo>
                <a:lnTo>
                  <a:pt x="66773" y="52954"/>
                </a:lnTo>
                <a:lnTo>
                  <a:pt x="66504" y="53244"/>
                </a:lnTo>
                <a:lnTo>
                  <a:pt x="66227" y="53527"/>
                </a:lnTo>
                <a:lnTo>
                  <a:pt x="65944" y="53803"/>
                </a:lnTo>
                <a:lnTo>
                  <a:pt x="65653" y="54072"/>
                </a:lnTo>
                <a:lnTo>
                  <a:pt x="65354" y="54334"/>
                </a:lnTo>
                <a:lnTo>
                  <a:pt x="65049" y="54589"/>
                </a:lnTo>
                <a:lnTo>
                  <a:pt x="64735" y="54836"/>
                </a:lnTo>
                <a:lnTo>
                  <a:pt x="64415" y="55076"/>
                </a:lnTo>
                <a:lnTo>
                  <a:pt x="64087" y="55309"/>
                </a:lnTo>
                <a:lnTo>
                  <a:pt x="63752" y="55535"/>
                </a:lnTo>
                <a:lnTo>
                  <a:pt x="63409" y="55754"/>
                </a:lnTo>
                <a:lnTo>
                  <a:pt x="63060" y="55965"/>
                </a:lnTo>
                <a:lnTo>
                  <a:pt x="62702" y="56170"/>
                </a:lnTo>
                <a:lnTo>
                  <a:pt x="62338" y="56367"/>
                </a:lnTo>
                <a:lnTo>
                  <a:pt x="61966" y="56557"/>
                </a:lnTo>
                <a:lnTo>
                  <a:pt x="61586" y="56740"/>
                </a:lnTo>
                <a:lnTo>
                  <a:pt x="61200" y="56915"/>
                </a:lnTo>
                <a:lnTo>
                  <a:pt x="60806" y="57084"/>
                </a:lnTo>
                <a:lnTo>
                  <a:pt x="60406" y="57245"/>
                </a:lnTo>
                <a:lnTo>
                  <a:pt x="60000" y="57399"/>
                </a:lnTo>
                <a:lnTo>
                  <a:pt x="59587" y="57546"/>
                </a:lnTo>
                <a:lnTo>
                  <a:pt x="59168" y="57686"/>
                </a:lnTo>
                <a:lnTo>
                  <a:pt x="58743" y="57819"/>
                </a:lnTo>
                <a:lnTo>
                  <a:pt x="58311" y="57944"/>
                </a:lnTo>
                <a:lnTo>
                  <a:pt x="57874" y="58063"/>
                </a:lnTo>
                <a:lnTo>
                  <a:pt x="57429" y="58174"/>
                </a:lnTo>
                <a:lnTo>
                  <a:pt x="56979" y="58278"/>
                </a:lnTo>
                <a:lnTo>
                  <a:pt x="56522" y="58374"/>
                </a:lnTo>
                <a:lnTo>
                  <a:pt x="56058" y="58464"/>
                </a:lnTo>
                <a:lnTo>
                  <a:pt x="55589" y="58547"/>
                </a:lnTo>
                <a:lnTo>
                  <a:pt x="55113" y="58622"/>
                </a:lnTo>
                <a:lnTo>
                  <a:pt x="54631" y="58690"/>
                </a:lnTo>
                <a:lnTo>
                  <a:pt x="54142" y="58751"/>
                </a:lnTo>
                <a:lnTo>
                  <a:pt x="53647" y="58805"/>
                </a:lnTo>
                <a:lnTo>
                  <a:pt x="53146" y="58851"/>
                </a:lnTo>
                <a:lnTo>
                  <a:pt x="52638" y="58891"/>
                </a:lnTo>
                <a:lnTo>
                  <a:pt x="52124" y="58923"/>
                </a:lnTo>
                <a:lnTo>
                  <a:pt x="51604" y="58948"/>
                </a:lnTo>
                <a:lnTo>
                  <a:pt x="51077" y="58966"/>
                </a:lnTo>
                <a:lnTo>
                  <a:pt x="50544" y="58977"/>
                </a:lnTo>
                <a:lnTo>
                  <a:pt x="50005" y="58980"/>
                </a:lnTo>
                <a:lnTo>
                  <a:pt x="27715" y="58980"/>
                </a:lnTo>
                <a:lnTo>
                  <a:pt x="27715" y="22981"/>
                </a:lnTo>
                <a:lnTo>
                  <a:pt x="51583" y="22981"/>
                </a:lnTo>
                <a:close/>
                <a:moveTo>
                  <a:pt x="129841" y="132755"/>
                </a:moveTo>
                <a:lnTo>
                  <a:pt x="156373" y="132755"/>
                </a:lnTo>
                <a:lnTo>
                  <a:pt x="156373" y="36069"/>
                </a:lnTo>
                <a:lnTo>
                  <a:pt x="188328" y="90345"/>
                </a:lnTo>
                <a:lnTo>
                  <a:pt x="205391" y="90345"/>
                </a:lnTo>
                <a:lnTo>
                  <a:pt x="236657" y="35914"/>
                </a:lnTo>
                <a:lnTo>
                  <a:pt x="236657" y="132755"/>
                </a:lnTo>
                <a:lnTo>
                  <a:pt x="263977" y="132755"/>
                </a:lnTo>
                <a:lnTo>
                  <a:pt x="263977" y="0"/>
                </a:lnTo>
                <a:lnTo>
                  <a:pt x="233303" y="0"/>
                </a:lnTo>
                <a:lnTo>
                  <a:pt x="197757" y="61351"/>
                </a:lnTo>
                <a:lnTo>
                  <a:pt x="161699" y="0"/>
                </a:lnTo>
                <a:lnTo>
                  <a:pt x="129841" y="0"/>
                </a:lnTo>
                <a:lnTo>
                  <a:pt x="129841" y="132755"/>
                </a:lnTo>
                <a:close/>
                <a:moveTo>
                  <a:pt x="348521" y="85413"/>
                </a:moveTo>
                <a:lnTo>
                  <a:pt x="349610" y="85405"/>
                </a:lnTo>
                <a:lnTo>
                  <a:pt x="350691" y="85381"/>
                </a:lnTo>
                <a:lnTo>
                  <a:pt x="351764" y="85342"/>
                </a:lnTo>
                <a:lnTo>
                  <a:pt x="352829" y="85286"/>
                </a:lnTo>
                <a:lnTo>
                  <a:pt x="353886" y="85214"/>
                </a:lnTo>
                <a:lnTo>
                  <a:pt x="354935" y="85127"/>
                </a:lnTo>
                <a:lnTo>
                  <a:pt x="355976" y="85023"/>
                </a:lnTo>
                <a:lnTo>
                  <a:pt x="357008" y="84904"/>
                </a:lnTo>
                <a:lnTo>
                  <a:pt x="358033" y="84769"/>
                </a:lnTo>
                <a:lnTo>
                  <a:pt x="359050" y="84618"/>
                </a:lnTo>
                <a:lnTo>
                  <a:pt x="360059" y="84451"/>
                </a:lnTo>
                <a:lnTo>
                  <a:pt x="361059" y="84268"/>
                </a:lnTo>
                <a:lnTo>
                  <a:pt x="362052" y="84069"/>
                </a:lnTo>
                <a:lnTo>
                  <a:pt x="363036" y="83855"/>
                </a:lnTo>
                <a:lnTo>
                  <a:pt x="364013" y="83624"/>
                </a:lnTo>
                <a:lnTo>
                  <a:pt x="364981" y="83377"/>
                </a:lnTo>
                <a:lnTo>
                  <a:pt x="365941" y="83115"/>
                </a:lnTo>
                <a:lnTo>
                  <a:pt x="366894" y="82837"/>
                </a:lnTo>
                <a:lnTo>
                  <a:pt x="367838" y="82543"/>
                </a:lnTo>
                <a:lnTo>
                  <a:pt x="368774" y="82232"/>
                </a:lnTo>
                <a:lnTo>
                  <a:pt x="369702" y="81906"/>
                </a:lnTo>
                <a:lnTo>
                  <a:pt x="370622" y="81565"/>
                </a:lnTo>
                <a:lnTo>
                  <a:pt x="371534" y="81207"/>
                </a:lnTo>
                <a:lnTo>
                  <a:pt x="372439" y="80833"/>
                </a:lnTo>
                <a:lnTo>
                  <a:pt x="373331" y="80443"/>
                </a:lnTo>
                <a:lnTo>
                  <a:pt x="374208" y="80035"/>
                </a:lnTo>
                <a:lnTo>
                  <a:pt x="375070" y="79611"/>
                </a:lnTo>
                <a:lnTo>
                  <a:pt x="375917" y="79170"/>
                </a:lnTo>
                <a:lnTo>
                  <a:pt x="376748" y="78712"/>
                </a:lnTo>
                <a:lnTo>
                  <a:pt x="377564" y="78237"/>
                </a:lnTo>
                <a:lnTo>
                  <a:pt x="378365" y="77745"/>
                </a:lnTo>
                <a:lnTo>
                  <a:pt x="379151" y="77236"/>
                </a:lnTo>
                <a:lnTo>
                  <a:pt x="379921" y="76710"/>
                </a:lnTo>
                <a:lnTo>
                  <a:pt x="380676" y="76168"/>
                </a:lnTo>
                <a:lnTo>
                  <a:pt x="381416" y="75608"/>
                </a:lnTo>
                <a:lnTo>
                  <a:pt x="382141" y="75032"/>
                </a:lnTo>
                <a:lnTo>
                  <a:pt x="382851" y="74438"/>
                </a:lnTo>
                <a:lnTo>
                  <a:pt x="383545" y="73828"/>
                </a:lnTo>
                <a:lnTo>
                  <a:pt x="384224" y="73201"/>
                </a:lnTo>
                <a:lnTo>
                  <a:pt x="384888" y="72556"/>
                </a:lnTo>
                <a:lnTo>
                  <a:pt x="385536" y="71895"/>
                </a:lnTo>
                <a:lnTo>
                  <a:pt x="386170" y="71217"/>
                </a:lnTo>
                <a:lnTo>
                  <a:pt x="386788" y="70522"/>
                </a:lnTo>
                <a:lnTo>
                  <a:pt x="387390" y="69810"/>
                </a:lnTo>
                <a:lnTo>
                  <a:pt x="387978" y="69082"/>
                </a:lnTo>
                <a:lnTo>
                  <a:pt x="388550" y="68336"/>
                </a:lnTo>
                <a:lnTo>
                  <a:pt x="389107" y="67573"/>
                </a:lnTo>
                <a:lnTo>
                  <a:pt x="389649" y="66794"/>
                </a:lnTo>
                <a:lnTo>
                  <a:pt x="390172" y="65997"/>
                </a:lnTo>
                <a:lnTo>
                  <a:pt x="390673" y="65183"/>
                </a:lnTo>
                <a:lnTo>
                  <a:pt x="391152" y="64351"/>
                </a:lnTo>
                <a:lnTo>
                  <a:pt x="391608" y="63502"/>
                </a:lnTo>
                <a:lnTo>
                  <a:pt x="392042" y="62635"/>
                </a:lnTo>
                <a:lnTo>
                  <a:pt x="392454" y="61751"/>
                </a:lnTo>
                <a:lnTo>
                  <a:pt x="392844" y="60850"/>
                </a:lnTo>
                <a:lnTo>
                  <a:pt x="393211" y="59931"/>
                </a:lnTo>
                <a:lnTo>
                  <a:pt x="393556" y="58995"/>
                </a:lnTo>
                <a:lnTo>
                  <a:pt x="393879" y="58041"/>
                </a:lnTo>
                <a:lnTo>
                  <a:pt x="394179" y="57070"/>
                </a:lnTo>
                <a:lnTo>
                  <a:pt x="394458" y="56081"/>
                </a:lnTo>
                <a:lnTo>
                  <a:pt x="394714" y="55075"/>
                </a:lnTo>
                <a:lnTo>
                  <a:pt x="394947" y="54051"/>
                </a:lnTo>
                <a:lnTo>
                  <a:pt x="395159" y="53010"/>
                </a:lnTo>
                <a:lnTo>
                  <a:pt x="395348" y="51951"/>
                </a:lnTo>
                <a:lnTo>
                  <a:pt x="395515" y="50875"/>
                </a:lnTo>
                <a:lnTo>
                  <a:pt x="395660" y="49782"/>
                </a:lnTo>
                <a:lnTo>
                  <a:pt x="395782" y="48671"/>
                </a:lnTo>
                <a:lnTo>
                  <a:pt x="395882" y="47543"/>
                </a:lnTo>
                <a:lnTo>
                  <a:pt x="395960" y="46397"/>
                </a:lnTo>
                <a:lnTo>
                  <a:pt x="396016" y="45233"/>
                </a:lnTo>
                <a:lnTo>
                  <a:pt x="396049" y="44053"/>
                </a:lnTo>
                <a:lnTo>
                  <a:pt x="396060" y="42854"/>
                </a:lnTo>
                <a:lnTo>
                  <a:pt x="396049" y="41640"/>
                </a:lnTo>
                <a:lnTo>
                  <a:pt x="396016" y="40444"/>
                </a:lnTo>
                <a:lnTo>
                  <a:pt x="395960" y="39266"/>
                </a:lnTo>
                <a:lnTo>
                  <a:pt x="395882" y="38106"/>
                </a:lnTo>
                <a:lnTo>
                  <a:pt x="395782" y="36964"/>
                </a:lnTo>
                <a:lnTo>
                  <a:pt x="395660" y="35841"/>
                </a:lnTo>
                <a:lnTo>
                  <a:pt x="395515" y="34735"/>
                </a:lnTo>
                <a:lnTo>
                  <a:pt x="395348" y="33648"/>
                </a:lnTo>
                <a:lnTo>
                  <a:pt x="395159" y="32579"/>
                </a:lnTo>
                <a:lnTo>
                  <a:pt x="394947" y="31528"/>
                </a:lnTo>
                <a:lnTo>
                  <a:pt x="394714" y="30495"/>
                </a:lnTo>
                <a:lnTo>
                  <a:pt x="394458" y="29480"/>
                </a:lnTo>
                <a:lnTo>
                  <a:pt x="394179" y="28484"/>
                </a:lnTo>
                <a:lnTo>
                  <a:pt x="393879" y="27505"/>
                </a:lnTo>
                <a:lnTo>
                  <a:pt x="393556" y="26545"/>
                </a:lnTo>
                <a:lnTo>
                  <a:pt x="393211" y="25603"/>
                </a:lnTo>
                <a:lnTo>
                  <a:pt x="392844" y="24678"/>
                </a:lnTo>
                <a:lnTo>
                  <a:pt x="392454" y="23773"/>
                </a:lnTo>
                <a:lnTo>
                  <a:pt x="392042" y="22885"/>
                </a:lnTo>
                <a:lnTo>
                  <a:pt x="391608" y="22015"/>
                </a:lnTo>
                <a:lnTo>
                  <a:pt x="391152" y="21164"/>
                </a:lnTo>
                <a:lnTo>
                  <a:pt x="390673" y="20330"/>
                </a:lnTo>
                <a:lnTo>
                  <a:pt x="390172" y="19515"/>
                </a:lnTo>
                <a:lnTo>
                  <a:pt x="389649" y="18718"/>
                </a:lnTo>
                <a:lnTo>
                  <a:pt x="389107" y="17938"/>
                </a:lnTo>
                <a:lnTo>
                  <a:pt x="388550" y="17176"/>
                </a:lnTo>
                <a:lnTo>
                  <a:pt x="387978" y="16429"/>
                </a:lnTo>
                <a:lnTo>
                  <a:pt x="387390" y="15700"/>
                </a:lnTo>
                <a:lnTo>
                  <a:pt x="386788" y="14987"/>
                </a:lnTo>
                <a:lnTo>
                  <a:pt x="386170" y="14292"/>
                </a:lnTo>
                <a:lnTo>
                  <a:pt x="385536" y="13613"/>
                </a:lnTo>
                <a:lnTo>
                  <a:pt x="384888" y="12950"/>
                </a:lnTo>
                <a:lnTo>
                  <a:pt x="384224" y="12305"/>
                </a:lnTo>
                <a:lnTo>
                  <a:pt x="383545" y="11676"/>
                </a:lnTo>
                <a:lnTo>
                  <a:pt x="382851" y="11064"/>
                </a:lnTo>
                <a:lnTo>
                  <a:pt x="382141" y="10469"/>
                </a:lnTo>
                <a:lnTo>
                  <a:pt x="381416" y="9890"/>
                </a:lnTo>
                <a:lnTo>
                  <a:pt x="380676" y="9328"/>
                </a:lnTo>
                <a:lnTo>
                  <a:pt x="379921" y="8783"/>
                </a:lnTo>
                <a:lnTo>
                  <a:pt x="379151" y="8255"/>
                </a:lnTo>
                <a:lnTo>
                  <a:pt x="378365" y="7744"/>
                </a:lnTo>
                <a:lnTo>
                  <a:pt x="377564" y="7249"/>
                </a:lnTo>
                <a:lnTo>
                  <a:pt x="376748" y="6771"/>
                </a:lnTo>
                <a:lnTo>
                  <a:pt x="375917" y="6310"/>
                </a:lnTo>
                <a:lnTo>
                  <a:pt x="375070" y="5865"/>
                </a:lnTo>
                <a:lnTo>
                  <a:pt x="374208" y="5438"/>
                </a:lnTo>
                <a:lnTo>
                  <a:pt x="373331" y="5027"/>
                </a:lnTo>
                <a:lnTo>
                  <a:pt x="372439" y="4633"/>
                </a:lnTo>
                <a:lnTo>
                  <a:pt x="371534" y="4255"/>
                </a:lnTo>
                <a:lnTo>
                  <a:pt x="370622" y="3893"/>
                </a:lnTo>
                <a:lnTo>
                  <a:pt x="369702" y="3547"/>
                </a:lnTo>
                <a:lnTo>
                  <a:pt x="368774" y="3217"/>
                </a:lnTo>
                <a:lnTo>
                  <a:pt x="367838" y="2903"/>
                </a:lnTo>
                <a:lnTo>
                  <a:pt x="366894" y="2606"/>
                </a:lnTo>
                <a:lnTo>
                  <a:pt x="365941" y="2324"/>
                </a:lnTo>
                <a:lnTo>
                  <a:pt x="364981" y="2059"/>
                </a:lnTo>
                <a:lnTo>
                  <a:pt x="364013" y="1810"/>
                </a:lnTo>
                <a:lnTo>
                  <a:pt x="363036" y="1576"/>
                </a:lnTo>
                <a:lnTo>
                  <a:pt x="362052" y="1359"/>
                </a:lnTo>
                <a:lnTo>
                  <a:pt x="361059" y="1158"/>
                </a:lnTo>
                <a:lnTo>
                  <a:pt x="360059" y="973"/>
                </a:lnTo>
                <a:lnTo>
                  <a:pt x="359050" y="804"/>
                </a:lnTo>
                <a:lnTo>
                  <a:pt x="358033" y="651"/>
                </a:lnTo>
                <a:lnTo>
                  <a:pt x="357008" y="515"/>
                </a:lnTo>
                <a:lnTo>
                  <a:pt x="355976" y="394"/>
                </a:lnTo>
                <a:lnTo>
                  <a:pt x="354935" y="290"/>
                </a:lnTo>
                <a:lnTo>
                  <a:pt x="353886" y="201"/>
                </a:lnTo>
                <a:lnTo>
                  <a:pt x="352829" y="129"/>
                </a:lnTo>
                <a:lnTo>
                  <a:pt x="351764" y="72"/>
                </a:lnTo>
                <a:lnTo>
                  <a:pt x="350691" y="32"/>
                </a:lnTo>
                <a:lnTo>
                  <a:pt x="349610" y="8"/>
                </a:lnTo>
                <a:lnTo>
                  <a:pt x="348521" y="0"/>
                </a:lnTo>
                <a:lnTo>
                  <a:pt x="296445" y="0"/>
                </a:lnTo>
                <a:lnTo>
                  <a:pt x="296445" y="132755"/>
                </a:lnTo>
                <a:lnTo>
                  <a:pt x="324159" y="132755"/>
                </a:lnTo>
                <a:lnTo>
                  <a:pt x="324159" y="85413"/>
                </a:lnTo>
                <a:lnTo>
                  <a:pt x="348521" y="85413"/>
                </a:lnTo>
                <a:close/>
                <a:moveTo>
                  <a:pt x="346732" y="22398"/>
                </a:moveTo>
                <a:lnTo>
                  <a:pt x="347496" y="22424"/>
                </a:lnTo>
                <a:lnTo>
                  <a:pt x="348248" y="22467"/>
                </a:lnTo>
                <a:lnTo>
                  <a:pt x="348989" y="22528"/>
                </a:lnTo>
                <a:lnTo>
                  <a:pt x="349719" y="22607"/>
                </a:lnTo>
                <a:lnTo>
                  <a:pt x="350438" y="22702"/>
                </a:lnTo>
                <a:lnTo>
                  <a:pt x="351145" y="22816"/>
                </a:lnTo>
                <a:lnTo>
                  <a:pt x="351841" y="22946"/>
                </a:lnTo>
                <a:lnTo>
                  <a:pt x="352526" y="23095"/>
                </a:lnTo>
                <a:lnTo>
                  <a:pt x="353200" y="23260"/>
                </a:lnTo>
                <a:lnTo>
                  <a:pt x="353862" y="23443"/>
                </a:lnTo>
                <a:lnTo>
                  <a:pt x="354513" y="23643"/>
                </a:lnTo>
                <a:lnTo>
                  <a:pt x="355152" y="23861"/>
                </a:lnTo>
                <a:lnTo>
                  <a:pt x="355780" y="24096"/>
                </a:lnTo>
                <a:lnTo>
                  <a:pt x="356397" y="24349"/>
                </a:lnTo>
                <a:lnTo>
                  <a:pt x="357003" y="24619"/>
                </a:lnTo>
                <a:lnTo>
                  <a:pt x="357597" y="24906"/>
                </a:lnTo>
                <a:lnTo>
                  <a:pt x="358180" y="25211"/>
                </a:lnTo>
                <a:lnTo>
                  <a:pt x="358752" y="25534"/>
                </a:lnTo>
                <a:lnTo>
                  <a:pt x="359313" y="25873"/>
                </a:lnTo>
                <a:lnTo>
                  <a:pt x="359862" y="26231"/>
                </a:lnTo>
                <a:lnTo>
                  <a:pt x="360400" y="26605"/>
                </a:lnTo>
                <a:lnTo>
                  <a:pt x="360926" y="26997"/>
                </a:lnTo>
                <a:lnTo>
                  <a:pt x="361441" y="27407"/>
                </a:lnTo>
                <a:lnTo>
                  <a:pt x="361940" y="27834"/>
                </a:lnTo>
                <a:lnTo>
                  <a:pt x="362418" y="28281"/>
                </a:lnTo>
                <a:lnTo>
                  <a:pt x="362875" y="28746"/>
                </a:lnTo>
                <a:lnTo>
                  <a:pt x="363310" y="29230"/>
                </a:lnTo>
                <a:lnTo>
                  <a:pt x="363724" y="29732"/>
                </a:lnTo>
                <a:lnTo>
                  <a:pt x="364117" y="30254"/>
                </a:lnTo>
                <a:lnTo>
                  <a:pt x="364488" y="30794"/>
                </a:lnTo>
                <a:lnTo>
                  <a:pt x="364839" y="31353"/>
                </a:lnTo>
                <a:lnTo>
                  <a:pt x="365168" y="31931"/>
                </a:lnTo>
                <a:lnTo>
                  <a:pt x="365476" y="32528"/>
                </a:lnTo>
                <a:lnTo>
                  <a:pt x="365762" y="33143"/>
                </a:lnTo>
                <a:lnTo>
                  <a:pt x="366028" y="33777"/>
                </a:lnTo>
                <a:lnTo>
                  <a:pt x="366272" y="34431"/>
                </a:lnTo>
                <a:lnTo>
                  <a:pt x="366495" y="35102"/>
                </a:lnTo>
                <a:lnTo>
                  <a:pt x="366696" y="35793"/>
                </a:lnTo>
                <a:lnTo>
                  <a:pt x="366877" y="36502"/>
                </a:lnTo>
                <a:lnTo>
                  <a:pt x="367036" y="37231"/>
                </a:lnTo>
                <a:lnTo>
                  <a:pt x="367174" y="37978"/>
                </a:lnTo>
                <a:lnTo>
                  <a:pt x="367291" y="38744"/>
                </a:lnTo>
                <a:lnTo>
                  <a:pt x="367386" y="39528"/>
                </a:lnTo>
                <a:lnTo>
                  <a:pt x="367461" y="40332"/>
                </a:lnTo>
                <a:lnTo>
                  <a:pt x="367514" y="41154"/>
                </a:lnTo>
                <a:lnTo>
                  <a:pt x="367546" y="41995"/>
                </a:lnTo>
                <a:lnTo>
                  <a:pt x="367556" y="42854"/>
                </a:lnTo>
                <a:lnTo>
                  <a:pt x="367546" y="43682"/>
                </a:lnTo>
                <a:lnTo>
                  <a:pt x="367515" y="44493"/>
                </a:lnTo>
                <a:lnTo>
                  <a:pt x="367463" y="45287"/>
                </a:lnTo>
                <a:lnTo>
                  <a:pt x="367391" y="46063"/>
                </a:lnTo>
                <a:lnTo>
                  <a:pt x="367297" y="46822"/>
                </a:lnTo>
                <a:lnTo>
                  <a:pt x="367183" y="47565"/>
                </a:lnTo>
                <a:lnTo>
                  <a:pt x="367049" y="48290"/>
                </a:lnTo>
                <a:lnTo>
                  <a:pt x="366893" y="48998"/>
                </a:lnTo>
                <a:lnTo>
                  <a:pt x="366717" y="49689"/>
                </a:lnTo>
                <a:lnTo>
                  <a:pt x="366520" y="50363"/>
                </a:lnTo>
                <a:lnTo>
                  <a:pt x="366303" y="51020"/>
                </a:lnTo>
                <a:lnTo>
                  <a:pt x="366065" y="51660"/>
                </a:lnTo>
                <a:lnTo>
                  <a:pt x="365806" y="52283"/>
                </a:lnTo>
                <a:lnTo>
                  <a:pt x="365526" y="52889"/>
                </a:lnTo>
                <a:lnTo>
                  <a:pt x="365225" y="53477"/>
                </a:lnTo>
                <a:lnTo>
                  <a:pt x="364904" y="54049"/>
                </a:lnTo>
                <a:lnTo>
                  <a:pt x="364562" y="54603"/>
                </a:lnTo>
                <a:lnTo>
                  <a:pt x="364200" y="55141"/>
                </a:lnTo>
                <a:lnTo>
                  <a:pt x="363817" y="55661"/>
                </a:lnTo>
                <a:lnTo>
                  <a:pt x="363413" y="56164"/>
                </a:lnTo>
                <a:lnTo>
                  <a:pt x="362988" y="56650"/>
                </a:lnTo>
                <a:lnTo>
                  <a:pt x="362542" y="57120"/>
                </a:lnTo>
                <a:lnTo>
                  <a:pt x="362076" y="57572"/>
                </a:lnTo>
                <a:lnTo>
                  <a:pt x="361589" y="58006"/>
                </a:lnTo>
                <a:lnTo>
                  <a:pt x="361086" y="58424"/>
                </a:lnTo>
                <a:lnTo>
                  <a:pt x="360569" y="58824"/>
                </a:lnTo>
                <a:lnTo>
                  <a:pt x="360040" y="59206"/>
                </a:lnTo>
                <a:lnTo>
                  <a:pt x="359498" y="59570"/>
                </a:lnTo>
                <a:lnTo>
                  <a:pt x="358942" y="59916"/>
                </a:lnTo>
                <a:lnTo>
                  <a:pt x="358375" y="60245"/>
                </a:lnTo>
                <a:lnTo>
                  <a:pt x="357794" y="60556"/>
                </a:lnTo>
                <a:lnTo>
                  <a:pt x="357200" y="60849"/>
                </a:lnTo>
                <a:lnTo>
                  <a:pt x="356594" y="61124"/>
                </a:lnTo>
                <a:lnTo>
                  <a:pt x="355975" y="61382"/>
                </a:lnTo>
                <a:lnTo>
                  <a:pt x="355342" y="61622"/>
                </a:lnTo>
                <a:lnTo>
                  <a:pt x="354698" y="61844"/>
                </a:lnTo>
                <a:lnTo>
                  <a:pt x="354040" y="62048"/>
                </a:lnTo>
                <a:lnTo>
                  <a:pt x="353369" y="62235"/>
                </a:lnTo>
                <a:lnTo>
                  <a:pt x="352686" y="62403"/>
                </a:lnTo>
                <a:lnTo>
                  <a:pt x="351989" y="62554"/>
                </a:lnTo>
                <a:lnTo>
                  <a:pt x="351280" y="62688"/>
                </a:lnTo>
                <a:lnTo>
                  <a:pt x="350558" y="62803"/>
                </a:lnTo>
                <a:lnTo>
                  <a:pt x="349823" y="62901"/>
                </a:lnTo>
                <a:lnTo>
                  <a:pt x="349076" y="62981"/>
                </a:lnTo>
                <a:lnTo>
                  <a:pt x="348315" y="63043"/>
                </a:lnTo>
                <a:lnTo>
                  <a:pt x="347542" y="63087"/>
                </a:lnTo>
                <a:lnTo>
                  <a:pt x="346756" y="63114"/>
                </a:lnTo>
                <a:lnTo>
                  <a:pt x="345957" y="63123"/>
                </a:lnTo>
                <a:lnTo>
                  <a:pt x="324159" y="63123"/>
                </a:lnTo>
                <a:lnTo>
                  <a:pt x="324159" y="22389"/>
                </a:lnTo>
                <a:lnTo>
                  <a:pt x="345957" y="22389"/>
                </a:lnTo>
                <a:lnTo>
                  <a:pt x="346732" y="22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Text RSTTree">
            <a:extLst xmlns:a="http://schemas.openxmlformats.org/drawingml/2006/main">
              <a:ext uri="{FF2B5EF4-FFF2-40B4-BE49-F238E27FC236}">
                <a16:creationId xmlns:a16="http://schemas.microsoft.com/office/drawing/2014/main" id="{3B66DE77-24A6-4C66-B9A2-7363AD3F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190" y="130912"/>
            <a:ext cx="549662" cy="95075"/>
          </a:xfrm>
          <a:custGeom xmlns:a="http://schemas.openxmlformats.org/drawingml/2006/main">
            <a:pathLst>
              <a:path w="549662" h="95075">
                <a:moveTo>
                  <a:pt x="15174" y="24479"/>
                </a:moveTo>
                <a:cubicBezTo>
                  <a:pt x="15174" y="22495"/>
                  <a:pt x="15105" y="20556"/>
                  <a:pt x="14966" y="18663"/>
                </a:cubicBezTo>
                <a:cubicBezTo>
                  <a:pt x="14828" y="16770"/>
                  <a:pt x="14529" y="15012"/>
                  <a:pt x="14069" y="13389"/>
                </a:cubicBezTo>
                <a:cubicBezTo>
                  <a:pt x="13610" y="11765"/>
                  <a:pt x="12898" y="10368"/>
                  <a:pt x="11933" y="9196"/>
                </a:cubicBezTo>
                <a:cubicBezTo>
                  <a:pt x="10967" y="8023"/>
                  <a:pt x="9657" y="7212"/>
                  <a:pt x="8001" y="6762"/>
                </a:cubicBezTo>
                <a:cubicBezTo>
                  <a:pt x="6989" y="6491"/>
                  <a:pt x="5931" y="6266"/>
                  <a:pt x="4827" y="6086"/>
                </a:cubicBezTo>
                <a:cubicBezTo>
                  <a:pt x="3724" y="5905"/>
                  <a:pt x="2666" y="5770"/>
                  <a:pt x="1654" y="5679"/>
                </a:cubicBezTo>
                <a:cubicBezTo>
                  <a:pt x="1103" y="5679"/>
                  <a:pt x="689" y="5454"/>
                  <a:pt x="413" y="5004"/>
                </a:cubicBezTo>
                <a:cubicBezTo>
                  <a:pt x="138" y="4553"/>
                  <a:pt x="0" y="4057"/>
                  <a:pt x="0" y="3516"/>
                </a:cubicBezTo>
                <a:cubicBezTo>
                  <a:pt x="0" y="2976"/>
                  <a:pt x="138" y="2480"/>
                  <a:pt x="413" y="2029"/>
                </a:cubicBezTo>
                <a:cubicBezTo>
                  <a:pt x="689" y="1577"/>
                  <a:pt x="1103" y="1352"/>
                  <a:pt x="1654" y="1352"/>
                </a:cubicBezTo>
                <a:cubicBezTo>
                  <a:pt x="4782" y="1352"/>
                  <a:pt x="7587" y="1442"/>
                  <a:pt x="10070" y="1622"/>
                </a:cubicBezTo>
                <a:cubicBezTo>
                  <a:pt x="12554" y="1802"/>
                  <a:pt x="15451" y="1892"/>
                  <a:pt x="18761" y="1892"/>
                </a:cubicBezTo>
                <a:cubicBezTo>
                  <a:pt x="24279" y="1803"/>
                  <a:pt x="28853" y="1691"/>
                  <a:pt x="32485" y="1556"/>
                </a:cubicBezTo>
                <a:cubicBezTo>
                  <a:pt x="36118" y="1420"/>
                  <a:pt x="39590" y="1352"/>
                  <a:pt x="42902" y="1352"/>
                </a:cubicBezTo>
                <a:cubicBezTo>
                  <a:pt x="46580" y="1352"/>
                  <a:pt x="50212" y="1780"/>
                  <a:pt x="53799" y="2637"/>
                </a:cubicBezTo>
                <a:cubicBezTo>
                  <a:pt x="57386" y="3493"/>
                  <a:pt x="60582" y="4868"/>
                  <a:pt x="63387" y="6762"/>
                </a:cubicBezTo>
                <a:cubicBezTo>
                  <a:pt x="66192" y="8656"/>
                  <a:pt x="68445" y="11135"/>
                  <a:pt x="70146" y="14200"/>
                </a:cubicBezTo>
                <a:cubicBezTo>
                  <a:pt x="71846" y="17265"/>
                  <a:pt x="72697" y="20962"/>
                  <a:pt x="72697" y="25290"/>
                </a:cubicBezTo>
                <a:cubicBezTo>
                  <a:pt x="72697" y="28715"/>
                  <a:pt x="72168" y="31690"/>
                  <a:pt x="71110" y="34215"/>
                </a:cubicBezTo>
                <a:cubicBezTo>
                  <a:pt x="70053" y="36739"/>
                  <a:pt x="68605" y="38903"/>
                  <a:pt x="66765" y="40707"/>
                </a:cubicBezTo>
                <a:cubicBezTo>
                  <a:pt x="64927" y="42511"/>
                  <a:pt x="62743" y="43976"/>
                  <a:pt x="60213" y="45103"/>
                </a:cubicBezTo>
                <a:cubicBezTo>
                  <a:pt x="57684" y="46229"/>
                  <a:pt x="54948" y="47108"/>
                  <a:pt x="52006" y="47740"/>
                </a:cubicBezTo>
                <a:cubicBezTo>
                  <a:pt x="51362" y="47920"/>
                  <a:pt x="51040" y="48236"/>
                  <a:pt x="51040" y="48687"/>
                </a:cubicBezTo>
                <a:cubicBezTo>
                  <a:pt x="51040" y="49048"/>
                  <a:pt x="51362" y="49408"/>
                  <a:pt x="52006" y="49768"/>
                </a:cubicBezTo>
                <a:cubicBezTo>
                  <a:pt x="56328" y="51842"/>
                  <a:pt x="59661" y="54141"/>
                  <a:pt x="62006" y="56665"/>
                </a:cubicBezTo>
                <a:cubicBezTo>
                  <a:pt x="64352" y="59190"/>
                  <a:pt x="66146" y="61805"/>
                  <a:pt x="67386" y="64511"/>
                </a:cubicBezTo>
                <a:cubicBezTo>
                  <a:pt x="68628" y="67216"/>
                  <a:pt x="69525" y="69988"/>
                  <a:pt x="70076" y="72827"/>
                </a:cubicBezTo>
                <a:cubicBezTo>
                  <a:pt x="70628" y="75667"/>
                  <a:pt x="71225" y="78439"/>
                  <a:pt x="71870" y="81144"/>
                </a:cubicBezTo>
                <a:cubicBezTo>
                  <a:pt x="72330" y="83218"/>
                  <a:pt x="73088" y="84729"/>
                  <a:pt x="74145" y="85675"/>
                </a:cubicBezTo>
                <a:cubicBezTo>
                  <a:pt x="75203" y="86622"/>
                  <a:pt x="76284" y="87095"/>
                  <a:pt x="77389" y="87095"/>
                </a:cubicBezTo>
                <a:cubicBezTo>
                  <a:pt x="78492" y="87095"/>
                  <a:pt x="79549" y="86645"/>
                  <a:pt x="80561" y="85744"/>
                </a:cubicBezTo>
                <a:cubicBezTo>
                  <a:pt x="81572" y="84841"/>
                  <a:pt x="82354" y="83489"/>
                  <a:pt x="82906" y="81686"/>
                </a:cubicBezTo>
                <a:cubicBezTo>
                  <a:pt x="83089" y="80964"/>
                  <a:pt x="83457" y="80491"/>
                  <a:pt x="84008" y="80267"/>
                </a:cubicBezTo>
                <a:cubicBezTo>
                  <a:pt x="84561" y="80041"/>
                  <a:pt x="85090" y="79996"/>
                  <a:pt x="85596" y="80130"/>
                </a:cubicBezTo>
                <a:cubicBezTo>
                  <a:pt x="86101" y="80265"/>
                  <a:pt x="86560" y="80536"/>
                  <a:pt x="86974" y="80941"/>
                </a:cubicBezTo>
                <a:cubicBezTo>
                  <a:pt x="87388" y="81347"/>
                  <a:pt x="87550" y="81776"/>
                  <a:pt x="87458" y="82227"/>
                </a:cubicBezTo>
                <a:cubicBezTo>
                  <a:pt x="87182" y="84481"/>
                  <a:pt x="86538" y="86419"/>
                  <a:pt x="85526" y="88042"/>
                </a:cubicBezTo>
                <a:cubicBezTo>
                  <a:pt x="84514" y="89664"/>
                  <a:pt x="83296" y="90994"/>
                  <a:pt x="81870" y="92031"/>
                </a:cubicBezTo>
                <a:cubicBezTo>
                  <a:pt x="80446" y="93069"/>
                  <a:pt x="78837" y="93835"/>
                  <a:pt x="77043" y="94330"/>
                </a:cubicBezTo>
                <a:cubicBezTo>
                  <a:pt x="75250" y="94827"/>
                  <a:pt x="73480" y="95075"/>
                  <a:pt x="71733" y="95075"/>
                </a:cubicBezTo>
                <a:cubicBezTo>
                  <a:pt x="68790" y="95075"/>
                  <a:pt x="66123" y="94444"/>
                  <a:pt x="63732" y="93181"/>
                </a:cubicBezTo>
                <a:cubicBezTo>
                  <a:pt x="61341" y="91919"/>
                  <a:pt x="59731" y="90116"/>
                  <a:pt x="58903" y="87772"/>
                </a:cubicBezTo>
                <a:cubicBezTo>
                  <a:pt x="58352" y="86240"/>
                  <a:pt x="57823" y="84571"/>
                  <a:pt x="57316" y="82768"/>
                </a:cubicBezTo>
                <a:cubicBezTo>
                  <a:pt x="56811" y="80964"/>
                  <a:pt x="56328" y="79139"/>
                  <a:pt x="55868" y="77291"/>
                </a:cubicBezTo>
                <a:cubicBezTo>
                  <a:pt x="55408" y="75442"/>
                  <a:pt x="54948" y="73638"/>
                  <a:pt x="54487" y="71880"/>
                </a:cubicBezTo>
                <a:cubicBezTo>
                  <a:pt x="54028" y="70122"/>
                  <a:pt x="53615" y="68567"/>
                  <a:pt x="53248" y="67214"/>
                </a:cubicBezTo>
                <a:cubicBezTo>
                  <a:pt x="51592" y="61444"/>
                  <a:pt x="49453" y="57297"/>
                  <a:pt x="46832" y="54773"/>
                </a:cubicBezTo>
                <a:cubicBezTo>
                  <a:pt x="44212" y="52248"/>
                  <a:pt x="40556" y="50986"/>
                  <a:pt x="35865" y="50986"/>
                </a:cubicBezTo>
                <a:cubicBezTo>
                  <a:pt x="34302" y="50986"/>
                  <a:pt x="32968" y="51302"/>
                  <a:pt x="31864" y="51933"/>
                </a:cubicBezTo>
                <a:cubicBezTo>
                  <a:pt x="30761" y="52563"/>
                  <a:pt x="30209" y="53825"/>
                  <a:pt x="30209" y="55720"/>
                </a:cubicBezTo>
                <a:lnTo>
                  <a:pt x="30209" y="73977"/>
                </a:lnTo>
                <a:cubicBezTo>
                  <a:pt x="30209" y="77042"/>
                  <a:pt x="30532" y="79499"/>
                  <a:pt x="31176" y="81348"/>
                </a:cubicBezTo>
                <a:cubicBezTo>
                  <a:pt x="31820" y="83196"/>
                  <a:pt x="32785" y="84638"/>
                  <a:pt x="34072" y="85675"/>
                </a:cubicBezTo>
                <a:cubicBezTo>
                  <a:pt x="35360" y="86713"/>
                  <a:pt x="36947" y="87457"/>
                  <a:pt x="38831" y="87908"/>
                </a:cubicBezTo>
                <a:cubicBezTo>
                  <a:pt x="40717" y="88358"/>
                  <a:pt x="42901" y="88673"/>
                  <a:pt x="45384" y="88853"/>
                </a:cubicBezTo>
                <a:cubicBezTo>
                  <a:pt x="45935" y="88853"/>
                  <a:pt x="46372" y="89102"/>
                  <a:pt x="46693" y="89598"/>
                </a:cubicBezTo>
                <a:cubicBezTo>
                  <a:pt x="47016" y="90094"/>
                  <a:pt x="47177" y="90657"/>
                  <a:pt x="47177" y="91289"/>
                </a:cubicBezTo>
                <a:cubicBezTo>
                  <a:pt x="47177" y="91829"/>
                  <a:pt x="47016" y="92324"/>
                  <a:pt x="46693" y="92774"/>
                </a:cubicBezTo>
                <a:cubicBezTo>
                  <a:pt x="46372" y="93226"/>
                  <a:pt x="45890" y="93451"/>
                  <a:pt x="45247" y="93451"/>
                </a:cubicBezTo>
                <a:cubicBezTo>
                  <a:pt x="40648" y="93451"/>
                  <a:pt x="36601" y="93271"/>
                  <a:pt x="33106" y="92911"/>
                </a:cubicBezTo>
                <a:cubicBezTo>
                  <a:pt x="29612" y="92550"/>
                  <a:pt x="26209" y="92370"/>
                  <a:pt x="22899" y="92370"/>
                </a:cubicBezTo>
                <a:cubicBezTo>
                  <a:pt x="19405" y="92370"/>
                  <a:pt x="15957" y="92550"/>
                  <a:pt x="12554" y="92911"/>
                </a:cubicBezTo>
                <a:cubicBezTo>
                  <a:pt x="9151" y="93271"/>
                  <a:pt x="5840" y="93451"/>
                  <a:pt x="2621" y="93451"/>
                </a:cubicBezTo>
                <a:cubicBezTo>
                  <a:pt x="2069" y="93451"/>
                  <a:pt x="1655" y="93226"/>
                  <a:pt x="1379" y="92774"/>
                </a:cubicBezTo>
                <a:cubicBezTo>
                  <a:pt x="1104" y="92324"/>
                  <a:pt x="943" y="91829"/>
                  <a:pt x="897" y="91289"/>
                </a:cubicBezTo>
                <a:cubicBezTo>
                  <a:pt x="850" y="90746"/>
                  <a:pt x="965" y="90228"/>
                  <a:pt x="1240" y="89733"/>
                </a:cubicBezTo>
                <a:cubicBezTo>
                  <a:pt x="1516" y="89237"/>
                  <a:pt x="1976" y="88944"/>
                  <a:pt x="2621" y="88853"/>
                </a:cubicBezTo>
                <a:cubicBezTo>
                  <a:pt x="5196" y="88582"/>
                  <a:pt x="7310" y="88222"/>
                  <a:pt x="8965" y="87772"/>
                </a:cubicBezTo>
                <a:cubicBezTo>
                  <a:pt x="10621" y="87321"/>
                  <a:pt x="11908" y="86599"/>
                  <a:pt x="12827" y="85607"/>
                </a:cubicBezTo>
                <a:cubicBezTo>
                  <a:pt x="13748" y="84615"/>
                  <a:pt x="14369" y="83308"/>
                  <a:pt x="14690" y="81686"/>
                </a:cubicBezTo>
                <a:cubicBezTo>
                  <a:pt x="15013" y="80063"/>
                  <a:pt x="15174" y="77899"/>
                  <a:pt x="15174" y="75194"/>
                </a:cubicBezTo>
                <a:lnTo>
                  <a:pt x="15174" y="24479"/>
                </a:lnTo>
                <a:moveTo>
                  <a:pt x="30209" y="40573"/>
                </a:moveTo>
                <a:cubicBezTo>
                  <a:pt x="30209" y="42917"/>
                  <a:pt x="30876" y="44292"/>
                  <a:pt x="32209" y="44698"/>
                </a:cubicBezTo>
                <a:cubicBezTo>
                  <a:pt x="33544" y="45103"/>
                  <a:pt x="35544" y="45305"/>
                  <a:pt x="38210" y="45305"/>
                </a:cubicBezTo>
                <a:cubicBezTo>
                  <a:pt x="41797" y="45305"/>
                  <a:pt x="44809" y="44967"/>
                  <a:pt x="47246" y="44292"/>
                </a:cubicBezTo>
                <a:cubicBezTo>
                  <a:pt x="49684" y="43615"/>
                  <a:pt x="51638" y="42488"/>
                  <a:pt x="53109" y="40911"/>
                </a:cubicBezTo>
                <a:cubicBezTo>
                  <a:pt x="54581" y="39333"/>
                  <a:pt x="55616" y="37305"/>
                  <a:pt x="56213" y="34826"/>
                </a:cubicBezTo>
                <a:cubicBezTo>
                  <a:pt x="56811" y="32345"/>
                  <a:pt x="57110" y="29302"/>
                  <a:pt x="57110" y="25696"/>
                </a:cubicBezTo>
                <a:cubicBezTo>
                  <a:pt x="57110" y="22269"/>
                  <a:pt x="56788" y="19362"/>
                  <a:pt x="56144" y="16973"/>
                </a:cubicBezTo>
                <a:cubicBezTo>
                  <a:pt x="55500" y="14584"/>
                  <a:pt x="54465" y="12645"/>
                  <a:pt x="53039" y="11158"/>
                </a:cubicBezTo>
                <a:cubicBezTo>
                  <a:pt x="51615" y="9669"/>
                  <a:pt x="49753" y="8610"/>
                  <a:pt x="47453" y="7980"/>
                </a:cubicBezTo>
                <a:cubicBezTo>
                  <a:pt x="45154" y="7349"/>
                  <a:pt x="42350" y="7033"/>
                  <a:pt x="39040" y="7033"/>
                </a:cubicBezTo>
                <a:cubicBezTo>
                  <a:pt x="35453" y="7033"/>
                  <a:pt x="33084" y="7483"/>
                  <a:pt x="31933" y="8385"/>
                </a:cubicBezTo>
                <a:cubicBezTo>
                  <a:pt x="30784" y="9286"/>
                  <a:pt x="30209" y="11134"/>
                  <a:pt x="30209" y="13929"/>
                </a:cubicBezTo>
                <a:lnTo>
                  <a:pt x="30209" y="40573"/>
                </a:lnTo>
                <a:close/>
                <a:moveTo>
                  <a:pt x="106053" y="19611"/>
                </a:moveTo>
                <a:cubicBezTo>
                  <a:pt x="106053" y="22315"/>
                  <a:pt x="106628" y="24592"/>
                  <a:pt x="107777" y="26441"/>
                </a:cubicBezTo>
                <a:cubicBezTo>
                  <a:pt x="108926" y="28289"/>
                  <a:pt x="110398" y="29844"/>
                  <a:pt x="112191" y="31107"/>
                </a:cubicBezTo>
                <a:cubicBezTo>
                  <a:pt x="113984" y="32369"/>
                  <a:pt x="115961" y="33473"/>
                  <a:pt x="118123" y="34419"/>
                </a:cubicBezTo>
                <a:cubicBezTo>
                  <a:pt x="120285" y="35366"/>
                  <a:pt x="122377" y="36290"/>
                  <a:pt x="124399" y="37191"/>
                </a:cubicBezTo>
                <a:cubicBezTo>
                  <a:pt x="127895" y="38814"/>
                  <a:pt x="131367" y="40528"/>
                  <a:pt x="134814" y="42331"/>
                </a:cubicBezTo>
                <a:cubicBezTo>
                  <a:pt x="138264" y="44133"/>
                  <a:pt x="141368" y="46229"/>
                  <a:pt x="144126" y="48619"/>
                </a:cubicBezTo>
                <a:cubicBezTo>
                  <a:pt x="146885" y="51009"/>
                  <a:pt x="149115" y="53849"/>
                  <a:pt x="150816" y="57140"/>
                </a:cubicBezTo>
                <a:cubicBezTo>
                  <a:pt x="152518" y="60430"/>
                  <a:pt x="153369" y="64420"/>
                  <a:pt x="153369" y="69109"/>
                </a:cubicBezTo>
                <a:cubicBezTo>
                  <a:pt x="153369" y="73797"/>
                  <a:pt x="152380" y="77742"/>
                  <a:pt x="150403" y="80944"/>
                </a:cubicBezTo>
                <a:cubicBezTo>
                  <a:pt x="148426" y="84144"/>
                  <a:pt x="145851" y="86758"/>
                  <a:pt x="142678" y="88787"/>
                </a:cubicBezTo>
                <a:cubicBezTo>
                  <a:pt x="139505" y="90815"/>
                  <a:pt x="135942" y="92280"/>
                  <a:pt x="131987" y="93181"/>
                </a:cubicBezTo>
                <a:cubicBezTo>
                  <a:pt x="128033" y="94083"/>
                  <a:pt x="124079" y="94535"/>
                  <a:pt x="120124" y="94535"/>
                </a:cubicBezTo>
                <a:cubicBezTo>
                  <a:pt x="117549" y="94535"/>
                  <a:pt x="114652" y="94151"/>
                  <a:pt x="111433" y="93383"/>
                </a:cubicBezTo>
                <a:cubicBezTo>
                  <a:pt x="108214" y="92617"/>
                  <a:pt x="105271" y="91467"/>
                  <a:pt x="102605" y="89935"/>
                </a:cubicBezTo>
                <a:cubicBezTo>
                  <a:pt x="102145" y="89755"/>
                  <a:pt x="101708" y="89574"/>
                  <a:pt x="101294" y="89394"/>
                </a:cubicBezTo>
                <a:cubicBezTo>
                  <a:pt x="100880" y="89214"/>
                  <a:pt x="100351" y="89124"/>
                  <a:pt x="99707" y="89124"/>
                </a:cubicBezTo>
                <a:cubicBezTo>
                  <a:pt x="99064" y="89124"/>
                  <a:pt x="98374" y="89394"/>
                  <a:pt x="97638" y="89935"/>
                </a:cubicBezTo>
                <a:cubicBezTo>
                  <a:pt x="96902" y="90475"/>
                  <a:pt x="96259" y="91423"/>
                  <a:pt x="95707" y="92776"/>
                </a:cubicBezTo>
                <a:cubicBezTo>
                  <a:pt x="95431" y="93317"/>
                  <a:pt x="95063" y="93677"/>
                  <a:pt x="94602" y="93858"/>
                </a:cubicBezTo>
                <a:cubicBezTo>
                  <a:pt x="94144" y="94038"/>
                  <a:pt x="93661" y="94105"/>
                  <a:pt x="93154" y="94060"/>
                </a:cubicBezTo>
                <a:cubicBezTo>
                  <a:pt x="92649" y="94015"/>
                  <a:pt x="92235" y="93856"/>
                  <a:pt x="91912" y="93585"/>
                </a:cubicBezTo>
                <a:cubicBezTo>
                  <a:pt x="91591" y="93316"/>
                  <a:pt x="91430" y="93001"/>
                  <a:pt x="91430" y="92640"/>
                </a:cubicBezTo>
                <a:cubicBezTo>
                  <a:pt x="91707" y="90656"/>
                  <a:pt x="91960" y="88515"/>
                  <a:pt x="92190" y="86216"/>
                </a:cubicBezTo>
                <a:cubicBezTo>
                  <a:pt x="92420" y="83917"/>
                  <a:pt x="92535" y="81596"/>
                  <a:pt x="92535" y="79251"/>
                </a:cubicBezTo>
                <a:cubicBezTo>
                  <a:pt x="92535" y="76907"/>
                  <a:pt x="92466" y="74563"/>
                  <a:pt x="92327" y="72219"/>
                </a:cubicBezTo>
                <a:cubicBezTo>
                  <a:pt x="92189" y="69874"/>
                  <a:pt x="91937" y="67440"/>
                  <a:pt x="91569" y="64915"/>
                </a:cubicBezTo>
                <a:cubicBezTo>
                  <a:pt x="91477" y="64375"/>
                  <a:pt x="91660" y="63924"/>
                  <a:pt x="92121" y="63564"/>
                </a:cubicBezTo>
                <a:cubicBezTo>
                  <a:pt x="92581" y="63203"/>
                  <a:pt x="93087" y="63000"/>
                  <a:pt x="93638" y="62955"/>
                </a:cubicBezTo>
                <a:cubicBezTo>
                  <a:pt x="94190" y="62910"/>
                  <a:pt x="94718" y="63000"/>
                  <a:pt x="95223" y="63225"/>
                </a:cubicBezTo>
                <a:cubicBezTo>
                  <a:pt x="95730" y="63451"/>
                  <a:pt x="96029" y="63834"/>
                  <a:pt x="96120" y="64375"/>
                </a:cubicBezTo>
                <a:cubicBezTo>
                  <a:pt x="96673" y="68071"/>
                  <a:pt x="97685" y="71430"/>
                  <a:pt x="99155" y="74451"/>
                </a:cubicBezTo>
                <a:cubicBezTo>
                  <a:pt x="100627" y="77471"/>
                  <a:pt x="102467" y="80040"/>
                  <a:pt x="104674" y="82159"/>
                </a:cubicBezTo>
                <a:cubicBezTo>
                  <a:pt x="106882" y="84278"/>
                  <a:pt x="109387" y="85923"/>
                  <a:pt x="112191" y="87095"/>
                </a:cubicBezTo>
                <a:cubicBezTo>
                  <a:pt x="114996" y="88267"/>
                  <a:pt x="118054" y="88853"/>
                  <a:pt x="121366" y="88853"/>
                </a:cubicBezTo>
                <a:cubicBezTo>
                  <a:pt x="123849" y="88853"/>
                  <a:pt x="126216" y="88516"/>
                  <a:pt x="128468" y="87840"/>
                </a:cubicBezTo>
                <a:cubicBezTo>
                  <a:pt x="130722" y="87163"/>
                  <a:pt x="132722" y="86171"/>
                  <a:pt x="134469" y="84864"/>
                </a:cubicBezTo>
                <a:cubicBezTo>
                  <a:pt x="136218" y="83556"/>
                  <a:pt x="137597" y="81955"/>
                  <a:pt x="138607" y="80062"/>
                </a:cubicBezTo>
                <a:cubicBezTo>
                  <a:pt x="139619" y="78169"/>
                  <a:pt x="140125" y="75961"/>
                  <a:pt x="140125" y="73436"/>
                </a:cubicBezTo>
                <a:cubicBezTo>
                  <a:pt x="140125" y="70191"/>
                  <a:pt x="139412" y="67351"/>
                  <a:pt x="137986" y="64917"/>
                </a:cubicBezTo>
                <a:cubicBezTo>
                  <a:pt x="136562" y="62482"/>
                  <a:pt x="134792" y="60386"/>
                  <a:pt x="132676" y="58628"/>
                </a:cubicBezTo>
                <a:cubicBezTo>
                  <a:pt x="130561" y="56869"/>
                  <a:pt x="128216" y="55337"/>
                  <a:pt x="125641" y="54030"/>
                </a:cubicBezTo>
                <a:cubicBezTo>
                  <a:pt x="123066" y="52721"/>
                  <a:pt x="120629" y="51527"/>
                  <a:pt x="118331" y="50445"/>
                </a:cubicBezTo>
                <a:cubicBezTo>
                  <a:pt x="115296" y="49093"/>
                  <a:pt x="112260" y="47696"/>
                  <a:pt x="109225" y="46254"/>
                </a:cubicBezTo>
                <a:cubicBezTo>
                  <a:pt x="106191" y="44811"/>
                  <a:pt x="103479" y="43075"/>
                  <a:pt x="101088" y="41045"/>
                </a:cubicBezTo>
                <a:cubicBezTo>
                  <a:pt x="98696" y="39016"/>
                  <a:pt x="96765" y="36582"/>
                  <a:pt x="95293" y="33742"/>
                </a:cubicBezTo>
                <a:cubicBezTo>
                  <a:pt x="93822" y="30903"/>
                  <a:pt x="93087" y="27364"/>
                  <a:pt x="93087" y="23125"/>
                </a:cubicBezTo>
                <a:cubicBezTo>
                  <a:pt x="93087" y="18798"/>
                  <a:pt x="93984" y="15170"/>
                  <a:pt x="95777" y="12239"/>
                </a:cubicBezTo>
                <a:cubicBezTo>
                  <a:pt x="97570" y="9309"/>
                  <a:pt x="99938" y="6942"/>
                  <a:pt x="102881" y="5138"/>
                </a:cubicBezTo>
                <a:cubicBezTo>
                  <a:pt x="105824" y="3335"/>
                  <a:pt x="109180" y="2028"/>
                  <a:pt x="112951" y="1218"/>
                </a:cubicBezTo>
                <a:cubicBezTo>
                  <a:pt x="116721" y="406"/>
                  <a:pt x="120629" y="0"/>
                  <a:pt x="124675" y="0"/>
                </a:cubicBezTo>
                <a:cubicBezTo>
                  <a:pt x="127250" y="0"/>
                  <a:pt x="129434" y="158"/>
                  <a:pt x="131228" y="475"/>
                </a:cubicBezTo>
                <a:cubicBezTo>
                  <a:pt x="133021" y="790"/>
                  <a:pt x="135021" y="1308"/>
                  <a:pt x="137229" y="2029"/>
                </a:cubicBezTo>
                <a:cubicBezTo>
                  <a:pt x="138424" y="2389"/>
                  <a:pt x="139413" y="2682"/>
                  <a:pt x="140194" y="2908"/>
                </a:cubicBezTo>
                <a:cubicBezTo>
                  <a:pt x="140976" y="3133"/>
                  <a:pt x="141735" y="3246"/>
                  <a:pt x="142472" y="3246"/>
                </a:cubicBezTo>
                <a:cubicBezTo>
                  <a:pt x="143575" y="3246"/>
                  <a:pt x="144357" y="2795"/>
                  <a:pt x="144817" y="1892"/>
                </a:cubicBezTo>
                <a:cubicBezTo>
                  <a:pt x="145001" y="1532"/>
                  <a:pt x="145345" y="1284"/>
                  <a:pt x="145850" y="1149"/>
                </a:cubicBezTo>
                <a:cubicBezTo>
                  <a:pt x="146357" y="1015"/>
                  <a:pt x="146840" y="970"/>
                  <a:pt x="147298" y="1015"/>
                </a:cubicBezTo>
                <a:cubicBezTo>
                  <a:pt x="147759" y="1059"/>
                  <a:pt x="148173" y="1171"/>
                  <a:pt x="148540" y="1352"/>
                </a:cubicBezTo>
                <a:cubicBezTo>
                  <a:pt x="148908" y="1532"/>
                  <a:pt x="149046" y="1802"/>
                  <a:pt x="148955" y="2163"/>
                </a:cubicBezTo>
                <a:cubicBezTo>
                  <a:pt x="148495" y="3786"/>
                  <a:pt x="148195" y="5409"/>
                  <a:pt x="148056" y="7033"/>
                </a:cubicBezTo>
                <a:cubicBezTo>
                  <a:pt x="147919" y="8655"/>
                  <a:pt x="147850" y="10368"/>
                  <a:pt x="147850" y="12171"/>
                </a:cubicBezTo>
                <a:cubicBezTo>
                  <a:pt x="147850" y="14516"/>
                  <a:pt x="147988" y="16635"/>
                  <a:pt x="148265" y="18529"/>
                </a:cubicBezTo>
                <a:cubicBezTo>
                  <a:pt x="148541" y="20422"/>
                  <a:pt x="148771" y="22676"/>
                  <a:pt x="148955" y="25290"/>
                </a:cubicBezTo>
                <a:cubicBezTo>
                  <a:pt x="148955" y="25561"/>
                  <a:pt x="148770" y="25809"/>
                  <a:pt x="148401" y="26035"/>
                </a:cubicBezTo>
                <a:cubicBezTo>
                  <a:pt x="148034" y="26259"/>
                  <a:pt x="147597" y="26394"/>
                  <a:pt x="147092" y="26439"/>
                </a:cubicBezTo>
                <a:cubicBezTo>
                  <a:pt x="146587" y="26485"/>
                  <a:pt x="146104" y="26417"/>
                  <a:pt x="145644" y="26237"/>
                </a:cubicBezTo>
                <a:cubicBezTo>
                  <a:pt x="145184" y="26057"/>
                  <a:pt x="144908" y="25741"/>
                  <a:pt x="144817" y="25290"/>
                </a:cubicBezTo>
                <a:cubicBezTo>
                  <a:pt x="143896" y="21322"/>
                  <a:pt x="142884" y="18054"/>
                  <a:pt x="141779" y="15485"/>
                </a:cubicBezTo>
                <a:cubicBezTo>
                  <a:pt x="140676" y="12916"/>
                  <a:pt x="139297" y="10910"/>
                  <a:pt x="137641" y="9468"/>
                </a:cubicBezTo>
                <a:cubicBezTo>
                  <a:pt x="135987" y="8025"/>
                  <a:pt x="133987" y="7033"/>
                  <a:pt x="131642" y="6492"/>
                </a:cubicBezTo>
                <a:cubicBezTo>
                  <a:pt x="129297" y="5950"/>
                  <a:pt x="126470" y="5679"/>
                  <a:pt x="123160" y="5679"/>
                </a:cubicBezTo>
                <a:cubicBezTo>
                  <a:pt x="120860" y="5679"/>
                  <a:pt x="118675" y="5972"/>
                  <a:pt x="116605" y="6558"/>
                </a:cubicBezTo>
                <a:cubicBezTo>
                  <a:pt x="114536" y="7144"/>
                  <a:pt x="112721" y="8023"/>
                  <a:pt x="111157" y="9196"/>
                </a:cubicBezTo>
                <a:cubicBezTo>
                  <a:pt x="109594" y="10368"/>
                  <a:pt x="108352" y="11833"/>
                  <a:pt x="107432" y="13591"/>
                </a:cubicBezTo>
                <a:cubicBezTo>
                  <a:pt x="106513" y="15349"/>
                  <a:pt x="106053" y="17356"/>
                  <a:pt x="106053" y="19611"/>
                </a:cubicBezTo>
                <a:close/>
                <a:moveTo>
                  <a:pt x="209211" y="75058"/>
                </a:moveTo>
                <a:cubicBezTo>
                  <a:pt x="209211" y="78034"/>
                  <a:pt x="209348" y="80356"/>
                  <a:pt x="209623" y="82025"/>
                </a:cubicBezTo>
                <a:cubicBezTo>
                  <a:pt x="209900" y="83692"/>
                  <a:pt x="210521" y="84977"/>
                  <a:pt x="211486" y="85880"/>
                </a:cubicBezTo>
                <a:cubicBezTo>
                  <a:pt x="212452" y="86781"/>
                  <a:pt x="213808" y="87434"/>
                  <a:pt x="215555" y="87840"/>
                </a:cubicBezTo>
                <a:cubicBezTo>
                  <a:pt x="217302" y="88245"/>
                  <a:pt x="219648" y="88582"/>
                  <a:pt x="222592" y="88853"/>
                </a:cubicBezTo>
                <a:cubicBezTo>
                  <a:pt x="223143" y="88944"/>
                  <a:pt x="223580" y="89237"/>
                  <a:pt x="223901" y="89733"/>
                </a:cubicBezTo>
                <a:cubicBezTo>
                  <a:pt x="224222" y="90228"/>
                  <a:pt x="224383" y="90746"/>
                  <a:pt x="224383" y="91289"/>
                </a:cubicBezTo>
                <a:cubicBezTo>
                  <a:pt x="224383" y="91829"/>
                  <a:pt x="224222" y="92324"/>
                  <a:pt x="223901" y="92774"/>
                </a:cubicBezTo>
                <a:cubicBezTo>
                  <a:pt x="223580" y="93226"/>
                  <a:pt x="223097" y="93451"/>
                  <a:pt x="222453" y="93451"/>
                </a:cubicBezTo>
                <a:cubicBezTo>
                  <a:pt x="218775" y="93451"/>
                  <a:pt x="215257" y="93271"/>
                  <a:pt x="211899" y="92911"/>
                </a:cubicBezTo>
                <a:cubicBezTo>
                  <a:pt x="208542" y="92550"/>
                  <a:pt x="205209" y="92370"/>
                  <a:pt x="201898" y="92370"/>
                </a:cubicBezTo>
                <a:cubicBezTo>
                  <a:pt x="198404" y="92370"/>
                  <a:pt x="194794" y="92550"/>
                  <a:pt x="191069" y="92911"/>
                </a:cubicBezTo>
                <a:cubicBezTo>
                  <a:pt x="187344" y="93271"/>
                  <a:pt x="183965" y="93451"/>
                  <a:pt x="180932" y="93451"/>
                </a:cubicBezTo>
                <a:cubicBezTo>
                  <a:pt x="180379" y="93451"/>
                  <a:pt x="179964" y="93226"/>
                  <a:pt x="179688" y="92774"/>
                </a:cubicBezTo>
                <a:cubicBezTo>
                  <a:pt x="179412" y="92324"/>
                  <a:pt x="179275" y="91829"/>
                  <a:pt x="179275" y="91289"/>
                </a:cubicBezTo>
                <a:cubicBezTo>
                  <a:pt x="179275" y="90746"/>
                  <a:pt x="179412" y="90228"/>
                  <a:pt x="179688" y="89733"/>
                </a:cubicBezTo>
                <a:cubicBezTo>
                  <a:pt x="179964" y="89237"/>
                  <a:pt x="180379" y="88944"/>
                  <a:pt x="180932" y="88853"/>
                </a:cubicBezTo>
                <a:cubicBezTo>
                  <a:pt x="183782" y="88582"/>
                  <a:pt x="186057" y="88245"/>
                  <a:pt x="187758" y="87840"/>
                </a:cubicBezTo>
                <a:cubicBezTo>
                  <a:pt x="189460" y="87434"/>
                  <a:pt x="190794" y="86781"/>
                  <a:pt x="191759" y="85880"/>
                </a:cubicBezTo>
                <a:cubicBezTo>
                  <a:pt x="192725" y="84977"/>
                  <a:pt x="193368" y="83692"/>
                  <a:pt x="193689" y="82025"/>
                </a:cubicBezTo>
                <a:cubicBezTo>
                  <a:pt x="194012" y="80356"/>
                  <a:pt x="194173" y="78034"/>
                  <a:pt x="194173" y="75058"/>
                </a:cubicBezTo>
                <a:lnTo>
                  <a:pt x="194173" y="15011"/>
                </a:lnTo>
                <a:cubicBezTo>
                  <a:pt x="194173" y="11676"/>
                  <a:pt x="193322" y="9580"/>
                  <a:pt x="191620" y="8723"/>
                </a:cubicBezTo>
                <a:cubicBezTo>
                  <a:pt x="189919" y="7866"/>
                  <a:pt x="187046" y="7437"/>
                  <a:pt x="183001" y="7437"/>
                </a:cubicBezTo>
                <a:cubicBezTo>
                  <a:pt x="179598" y="7437"/>
                  <a:pt x="176793" y="7686"/>
                  <a:pt x="174585" y="8182"/>
                </a:cubicBezTo>
                <a:cubicBezTo>
                  <a:pt x="172378" y="8678"/>
                  <a:pt x="170561" y="9579"/>
                  <a:pt x="169136" y="10888"/>
                </a:cubicBezTo>
                <a:cubicBezTo>
                  <a:pt x="167711" y="12195"/>
                  <a:pt x="166562" y="13976"/>
                  <a:pt x="165688" y="16230"/>
                </a:cubicBezTo>
                <a:cubicBezTo>
                  <a:pt x="164814" y="18484"/>
                  <a:pt x="164009" y="21414"/>
                  <a:pt x="163274" y="25019"/>
                </a:cubicBezTo>
                <a:cubicBezTo>
                  <a:pt x="163182" y="25560"/>
                  <a:pt x="162883" y="25920"/>
                  <a:pt x="162377" y="26101"/>
                </a:cubicBezTo>
                <a:cubicBezTo>
                  <a:pt x="161872" y="26281"/>
                  <a:pt x="161366" y="26349"/>
                  <a:pt x="160859" y="26305"/>
                </a:cubicBezTo>
                <a:cubicBezTo>
                  <a:pt x="160354" y="26260"/>
                  <a:pt x="159894" y="26102"/>
                  <a:pt x="159481" y="25832"/>
                </a:cubicBezTo>
                <a:cubicBezTo>
                  <a:pt x="159067" y="25561"/>
                  <a:pt x="158860" y="25245"/>
                  <a:pt x="158860" y="24883"/>
                </a:cubicBezTo>
                <a:cubicBezTo>
                  <a:pt x="159227" y="21548"/>
                  <a:pt x="159434" y="18145"/>
                  <a:pt x="159481" y="14674"/>
                </a:cubicBezTo>
                <a:cubicBezTo>
                  <a:pt x="159527" y="11202"/>
                  <a:pt x="159320" y="7753"/>
                  <a:pt x="158860" y="4327"/>
                </a:cubicBezTo>
                <a:cubicBezTo>
                  <a:pt x="158860" y="3336"/>
                  <a:pt x="159503" y="2659"/>
                  <a:pt x="160790" y="2299"/>
                </a:cubicBezTo>
                <a:cubicBezTo>
                  <a:pt x="162078" y="1938"/>
                  <a:pt x="163504" y="1758"/>
                  <a:pt x="165067" y="1758"/>
                </a:cubicBezTo>
                <a:lnTo>
                  <a:pt x="238869" y="1758"/>
                </a:lnTo>
                <a:cubicBezTo>
                  <a:pt x="240616" y="1758"/>
                  <a:pt x="242064" y="1916"/>
                  <a:pt x="243213" y="2233"/>
                </a:cubicBezTo>
                <a:cubicBezTo>
                  <a:pt x="244363" y="2548"/>
                  <a:pt x="244937" y="3201"/>
                  <a:pt x="244937" y="4191"/>
                </a:cubicBezTo>
                <a:cubicBezTo>
                  <a:pt x="244753" y="5274"/>
                  <a:pt x="244593" y="6604"/>
                  <a:pt x="244455" y="8182"/>
                </a:cubicBezTo>
                <a:cubicBezTo>
                  <a:pt x="244318" y="9760"/>
                  <a:pt x="244249" y="11496"/>
                  <a:pt x="244249" y="13389"/>
                </a:cubicBezTo>
                <a:cubicBezTo>
                  <a:pt x="244249" y="15282"/>
                  <a:pt x="244318" y="17220"/>
                  <a:pt x="244455" y="19204"/>
                </a:cubicBezTo>
                <a:cubicBezTo>
                  <a:pt x="244593" y="21188"/>
                  <a:pt x="244753" y="23081"/>
                  <a:pt x="244937" y="24883"/>
                </a:cubicBezTo>
                <a:cubicBezTo>
                  <a:pt x="244937" y="25245"/>
                  <a:pt x="244707" y="25583"/>
                  <a:pt x="244247" y="25898"/>
                </a:cubicBezTo>
                <a:cubicBezTo>
                  <a:pt x="243788" y="26214"/>
                  <a:pt x="243283" y="26394"/>
                  <a:pt x="242731" y="26439"/>
                </a:cubicBezTo>
                <a:cubicBezTo>
                  <a:pt x="242180" y="26485"/>
                  <a:pt x="241651" y="26417"/>
                  <a:pt x="241144" y="26237"/>
                </a:cubicBezTo>
                <a:cubicBezTo>
                  <a:pt x="240639" y="26057"/>
                  <a:pt x="240340" y="25696"/>
                  <a:pt x="240247" y="25156"/>
                </a:cubicBezTo>
                <a:cubicBezTo>
                  <a:pt x="239696" y="21548"/>
                  <a:pt x="238960" y="18595"/>
                  <a:pt x="238039" y="16296"/>
                </a:cubicBezTo>
                <a:cubicBezTo>
                  <a:pt x="237120" y="13998"/>
                  <a:pt x="235902" y="12195"/>
                  <a:pt x="234385" y="10888"/>
                </a:cubicBezTo>
                <a:cubicBezTo>
                  <a:pt x="232868" y="9579"/>
                  <a:pt x="231006" y="8678"/>
                  <a:pt x="228799" y="8182"/>
                </a:cubicBezTo>
                <a:cubicBezTo>
                  <a:pt x="226592" y="7686"/>
                  <a:pt x="223970" y="7437"/>
                  <a:pt x="220935" y="7437"/>
                </a:cubicBezTo>
                <a:cubicBezTo>
                  <a:pt x="216797" y="7437"/>
                  <a:pt x="213808" y="7866"/>
                  <a:pt x="211968" y="8723"/>
                </a:cubicBezTo>
                <a:cubicBezTo>
                  <a:pt x="210130" y="9580"/>
                  <a:pt x="209211" y="11676"/>
                  <a:pt x="209211" y="15011"/>
                </a:cubicBezTo>
                <a:lnTo>
                  <a:pt x="209211" y="75058"/>
                </a:lnTo>
                <a:close/>
                <a:moveTo>
                  <a:pt x="333445" y="75058"/>
                </a:moveTo>
                <a:cubicBezTo>
                  <a:pt x="333445" y="78034"/>
                  <a:pt x="333583" y="80356"/>
                  <a:pt x="333858" y="82025"/>
                </a:cubicBezTo>
                <a:cubicBezTo>
                  <a:pt x="334134" y="83692"/>
                  <a:pt x="334755" y="84977"/>
                  <a:pt x="335721" y="85880"/>
                </a:cubicBezTo>
                <a:cubicBezTo>
                  <a:pt x="336686" y="86781"/>
                  <a:pt x="338042" y="87434"/>
                  <a:pt x="339789" y="87840"/>
                </a:cubicBezTo>
                <a:cubicBezTo>
                  <a:pt x="341536" y="88245"/>
                  <a:pt x="343882" y="88582"/>
                  <a:pt x="346826" y="88853"/>
                </a:cubicBezTo>
                <a:cubicBezTo>
                  <a:pt x="347378" y="88944"/>
                  <a:pt x="347814" y="89237"/>
                  <a:pt x="348135" y="89733"/>
                </a:cubicBezTo>
                <a:cubicBezTo>
                  <a:pt x="348457" y="90228"/>
                  <a:pt x="348617" y="90746"/>
                  <a:pt x="348617" y="91289"/>
                </a:cubicBezTo>
                <a:cubicBezTo>
                  <a:pt x="348617" y="91829"/>
                  <a:pt x="348457" y="92324"/>
                  <a:pt x="348135" y="92774"/>
                </a:cubicBezTo>
                <a:cubicBezTo>
                  <a:pt x="347814" y="93226"/>
                  <a:pt x="347331" y="93451"/>
                  <a:pt x="346687" y="93451"/>
                </a:cubicBezTo>
                <a:cubicBezTo>
                  <a:pt x="343009" y="93451"/>
                  <a:pt x="339491" y="93271"/>
                  <a:pt x="336133" y="92911"/>
                </a:cubicBezTo>
                <a:cubicBezTo>
                  <a:pt x="332777" y="92550"/>
                  <a:pt x="329443" y="92370"/>
                  <a:pt x="326133" y="92370"/>
                </a:cubicBezTo>
                <a:cubicBezTo>
                  <a:pt x="322639" y="92370"/>
                  <a:pt x="319029" y="92550"/>
                  <a:pt x="315303" y="92911"/>
                </a:cubicBezTo>
                <a:cubicBezTo>
                  <a:pt x="311579" y="93271"/>
                  <a:pt x="308200" y="93451"/>
                  <a:pt x="305166" y="93451"/>
                </a:cubicBezTo>
                <a:cubicBezTo>
                  <a:pt x="304613" y="93451"/>
                  <a:pt x="304198" y="93226"/>
                  <a:pt x="303922" y="92774"/>
                </a:cubicBezTo>
                <a:cubicBezTo>
                  <a:pt x="303647" y="92324"/>
                  <a:pt x="303509" y="91829"/>
                  <a:pt x="303509" y="91289"/>
                </a:cubicBezTo>
                <a:cubicBezTo>
                  <a:pt x="303509" y="90746"/>
                  <a:pt x="303647" y="90228"/>
                  <a:pt x="303922" y="89733"/>
                </a:cubicBezTo>
                <a:cubicBezTo>
                  <a:pt x="304198" y="89237"/>
                  <a:pt x="304613" y="88944"/>
                  <a:pt x="305166" y="88853"/>
                </a:cubicBezTo>
                <a:cubicBezTo>
                  <a:pt x="308016" y="88582"/>
                  <a:pt x="310291" y="88245"/>
                  <a:pt x="311992" y="87840"/>
                </a:cubicBezTo>
                <a:cubicBezTo>
                  <a:pt x="313694" y="87434"/>
                  <a:pt x="315028" y="86781"/>
                  <a:pt x="315994" y="85880"/>
                </a:cubicBezTo>
                <a:cubicBezTo>
                  <a:pt x="316959" y="84977"/>
                  <a:pt x="317602" y="83692"/>
                  <a:pt x="317924" y="82025"/>
                </a:cubicBezTo>
                <a:cubicBezTo>
                  <a:pt x="318246" y="80356"/>
                  <a:pt x="318408" y="78034"/>
                  <a:pt x="318408" y="75058"/>
                </a:cubicBezTo>
                <a:lnTo>
                  <a:pt x="318408" y="15011"/>
                </a:lnTo>
                <a:cubicBezTo>
                  <a:pt x="318408" y="11676"/>
                  <a:pt x="317557" y="9580"/>
                  <a:pt x="315855" y="8723"/>
                </a:cubicBezTo>
                <a:cubicBezTo>
                  <a:pt x="314154" y="7866"/>
                  <a:pt x="311281" y="7437"/>
                  <a:pt x="307235" y="7437"/>
                </a:cubicBezTo>
                <a:cubicBezTo>
                  <a:pt x="303832" y="7437"/>
                  <a:pt x="301027" y="7686"/>
                  <a:pt x="298820" y="8182"/>
                </a:cubicBezTo>
                <a:cubicBezTo>
                  <a:pt x="296612" y="8678"/>
                  <a:pt x="294796" y="9579"/>
                  <a:pt x="293370" y="10888"/>
                </a:cubicBezTo>
                <a:cubicBezTo>
                  <a:pt x="291946" y="12195"/>
                  <a:pt x="290797" y="13976"/>
                  <a:pt x="289922" y="16230"/>
                </a:cubicBezTo>
                <a:cubicBezTo>
                  <a:pt x="289048" y="18484"/>
                  <a:pt x="288243" y="21414"/>
                  <a:pt x="287508" y="25019"/>
                </a:cubicBezTo>
                <a:cubicBezTo>
                  <a:pt x="287417" y="25560"/>
                  <a:pt x="287118" y="25920"/>
                  <a:pt x="286611" y="26101"/>
                </a:cubicBezTo>
                <a:cubicBezTo>
                  <a:pt x="286106" y="26281"/>
                  <a:pt x="285600" y="26349"/>
                  <a:pt x="285094" y="26305"/>
                </a:cubicBezTo>
                <a:cubicBezTo>
                  <a:pt x="284589" y="26260"/>
                  <a:pt x="284129" y="26102"/>
                  <a:pt x="283715" y="25832"/>
                </a:cubicBezTo>
                <a:cubicBezTo>
                  <a:pt x="283301" y="25561"/>
                  <a:pt x="283094" y="25245"/>
                  <a:pt x="283094" y="24883"/>
                </a:cubicBezTo>
                <a:cubicBezTo>
                  <a:pt x="283462" y="21548"/>
                  <a:pt x="283669" y="18145"/>
                  <a:pt x="283715" y="14674"/>
                </a:cubicBezTo>
                <a:cubicBezTo>
                  <a:pt x="283761" y="11202"/>
                  <a:pt x="283554" y="7753"/>
                  <a:pt x="283094" y="4327"/>
                </a:cubicBezTo>
                <a:cubicBezTo>
                  <a:pt x="283094" y="3336"/>
                  <a:pt x="283737" y="2659"/>
                  <a:pt x="285024" y="2299"/>
                </a:cubicBezTo>
                <a:cubicBezTo>
                  <a:pt x="286312" y="1938"/>
                  <a:pt x="287738" y="1758"/>
                  <a:pt x="289301" y="1758"/>
                </a:cubicBezTo>
                <a:lnTo>
                  <a:pt x="363103" y="1758"/>
                </a:lnTo>
                <a:cubicBezTo>
                  <a:pt x="364850" y="1758"/>
                  <a:pt x="366298" y="1916"/>
                  <a:pt x="367448" y="2233"/>
                </a:cubicBezTo>
                <a:cubicBezTo>
                  <a:pt x="368597" y="2548"/>
                  <a:pt x="369172" y="3201"/>
                  <a:pt x="369172" y="4191"/>
                </a:cubicBezTo>
                <a:cubicBezTo>
                  <a:pt x="368988" y="5274"/>
                  <a:pt x="368827" y="6604"/>
                  <a:pt x="368690" y="8182"/>
                </a:cubicBezTo>
                <a:cubicBezTo>
                  <a:pt x="368552" y="9760"/>
                  <a:pt x="368483" y="11496"/>
                  <a:pt x="368483" y="13389"/>
                </a:cubicBezTo>
                <a:cubicBezTo>
                  <a:pt x="368483" y="15282"/>
                  <a:pt x="368552" y="17220"/>
                  <a:pt x="368690" y="19204"/>
                </a:cubicBezTo>
                <a:cubicBezTo>
                  <a:pt x="368827" y="21188"/>
                  <a:pt x="368988" y="23081"/>
                  <a:pt x="369172" y="24883"/>
                </a:cubicBezTo>
                <a:cubicBezTo>
                  <a:pt x="369172" y="25245"/>
                  <a:pt x="368942" y="25583"/>
                  <a:pt x="368481" y="25898"/>
                </a:cubicBezTo>
                <a:cubicBezTo>
                  <a:pt x="368022" y="26214"/>
                  <a:pt x="367517" y="26394"/>
                  <a:pt x="366966" y="26439"/>
                </a:cubicBezTo>
                <a:cubicBezTo>
                  <a:pt x="366414" y="26485"/>
                  <a:pt x="365885" y="26417"/>
                  <a:pt x="365379" y="26237"/>
                </a:cubicBezTo>
                <a:cubicBezTo>
                  <a:pt x="364873" y="26057"/>
                  <a:pt x="364575" y="25696"/>
                  <a:pt x="364482" y="25156"/>
                </a:cubicBezTo>
                <a:cubicBezTo>
                  <a:pt x="363930" y="21548"/>
                  <a:pt x="363194" y="18595"/>
                  <a:pt x="362274" y="16296"/>
                </a:cubicBezTo>
                <a:cubicBezTo>
                  <a:pt x="361355" y="13998"/>
                  <a:pt x="360137" y="12195"/>
                  <a:pt x="358620" y="10888"/>
                </a:cubicBezTo>
                <a:cubicBezTo>
                  <a:pt x="357103" y="9579"/>
                  <a:pt x="355241" y="8678"/>
                  <a:pt x="353033" y="8182"/>
                </a:cubicBezTo>
                <a:cubicBezTo>
                  <a:pt x="350826" y="7686"/>
                  <a:pt x="348205" y="7437"/>
                  <a:pt x="345170" y="7437"/>
                </a:cubicBezTo>
                <a:cubicBezTo>
                  <a:pt x="341031" y="7437"/>
                  <a:pt x="338042" y="7866"/>
                  <a:pt x="336203" y="8723"/>
                </a:cubicBezTo>
                <a:cubicBezTo>
                  <a:pt x="334364" y="9580"/>
                  <a:pt x="333445" y="11676"/>
                  <a:pt x="333445" y="15011"/>
                </a:cubicBezTo>
                <a:lnTo>
                  <a:pt x="333445" y="75058"/>
                </a:lnTo>
                <a:close/>
                <a:moveTo>
                  <a:pt x="395906" y="76276"/>
                </a:moveTo>
                <a:cubicBezTo>
                  <a:pt x="395906" y="78530"/>
                  <a:pt x="395975" y="80424"/>
                  <a:pt x="396112" y="81957"/>
                </a:cubicBezTo>
                <a:cubicBezTo>
                  <a:pt x="396251" y="83489"/>
                  <a:pt x="396734" y="84752"/>
                  <a:pt x="397561" y="85744"/>
                </a:cubicBezTo>
                <a:cubicBezTo>
                  <a:pt x="398389" y="86735"/>
                  <a:pt x="399676" y="87502"/>
                  <a:pt x="401423" y="88042"/>
                </a:cubicBezTo>
                <a:cubicBezTo>
                  <a:pt x="403172" y="88583"/>
                  <a:pt x="405701" y="88989"/>
                  <a:pt x="409011" y="89260"/>
                </a:cubicBezTo>
                <a:cubicBezTo>
                  <a:pt x="409563" y="89349"/>
                  <a:pt x="409976" y="89597"/>
                  <a:pt x="410251" y="90003"/>
                </a:cubicBezTo>
                <a:cubicBezTo>
                  <a:pt x="410527" y="90409"/>
                  <a:pt x="410666" y="90882"/>
                  <a:pt x="410666" y="91423"/>
                </a:cubicBezTo>
                <a:cubicBezTo>
                  <a:pt x="410666" y="91874"/>
                  <a:pt x="410527" y="92302"/>
                  <a:pt x="410251" y="92708"/>
                </a:cubicBezTo>
                <a:cubicBezTo>
                  <a:pt x="409976" y="93114"/>
                  <a:pt x="409563" y="93317"/>
                  <a:pt x="409011" y="93317"/>
                </a:cubicBezTo>
                <a:cubicBezTo>
                  <a:pt x="405057" y="93317"/>
                  <a:pt x="401562" y="93159"/>
                  <a:pt x="398527" y="92842"/>
                </a:cubicBezTo>
                <a:cubicBezTo>
                  <a:pt x="395491" y="92527"/>
                  <a:pt x="392594" y="92370"/>
                  <a:pt x="389836" y="92370"/>
                </a:cubicBezTo>
                <a:cubicBezTo>
                  <a:pt x="386893" y="92370"/>
                  <a:pt x="383973" y="92527"/>
                  <a:pt x="381075" y="92842"/>
                </a:cubicBezTo>
                <a:cubicBezTo>
                  <a:pt x="378179" y="93159"/>
                  <a:pt x="375259" y="93317"/>
                  <a:pt x="372317" y="93317"/>
                </a:cubicBezTo>
                <a:cubicBezTo>
                  <a:pt x="371858" y="93317"/>
                  <a:pt x="371490" y="93114"/>
                  <a:pt x="371214" y="92708"/>
                </a:cubicBezTo>
                <a:cubicBezTo>
                  <a:pt x="370937" y="92302"/>
                  <a:pt x="370799" y="91874"/>
                  <a:pt x="370799" y="91423"/>
                </a:cubicBezTo>
                <a:cubicBezTo>
                  <a:pt x="370799" y="90882"/>
                  <a:pt x="370937" y="90409"/>
                  <a:pt x="371214" y="90003"/>
                </a:cubicBezTo>
                <a:cubicBezTo>
                  <a:pt x="371490" y="89597"/>
                  <a:pt x="371904" y="89349"/>
                  <a:pt x="372455" y="89260"/>
                </a:cubicBezTo>
                <a:cubicBezTo>
                  <a:pt x="375030" y="88989"/>
                  <a:pt x="377030" y="88583"/>
                  <a:pt x="378454" y="88042"/>
                </a:cubicBezTo>
                <a:cubicBezTo>
                  <a:pt x="379880" y="87502"/>
                  <a:pt x="380915" y="86758"/>
                  <a:pt x="381559" y="85812"/>
                </a:cubicBezTo>
                <a:cubicBezTo>
                  <a:pt x="382203" y="84864"/>
                  <a:pt x="382594" y="83692"/>
                  <a:pt x="382732" y="82295"/>
                </a:cubicBezTo>
                <a:cubicBezTo>
                  <a:pt x="382871" y="80897"/>
                  <a:pt x="382940" y="79161"/>
                  <a:pt x="382940" y="77087"/>
                </a:cubicBezTo>
                <a:lnTo>
                  <a:pt x="382940" y="57342"/>
                </a:lnTo>
                <a:cubicBezTo>
                  <a:pt x="382940" y="52924"/>
                  <a:pt x="382847" y="49431"/>
                  <a:pt x="382662" y="46861"/>
                </a:cubicBezTo>
                <a:cubicBezTo>
                  <a:pt x="382478" y="44291"/>
                  <a:pt x="382041" y="42308"/>
                  <a:pt x="381351" y="40911"/>
                </a:cubicBezTo>
                <a:cubicBezTo>
                  <a:pt x="380662" y="39514"/>
                  <a:pt x="379581" y="38589"/>
                  <a:pt x="378109" y="38138"/>
                </a:cubicBezTo>
                <a:cubicBezTo>
                  <a:pt x="376639" y="37687"/>
                  <a:pt x="374616" y="37371"/>
                  <a:pt x="372041" y="37191"/>
                </a:cubicBezTo>
                <a:cubicBezTo>
                  <a:pt x="371582" y="37191"/>
                  <a:pt x="371237" y="36966"/>
                  <a:pt x="371007" y="36516"/>
                </a:cubicBezTo>
                <a:cubicBezTo>
                  <a:pt x="370777" y="36065"/>
                  <a:pt x="370662" y="35613"/>
                  <a:pt x="370662" y="35162"/>
                </a:cubicBezTo>
                <a:cubicBezTo>
                  <a:pt x="370662" y="34712"/>
                  <a:pt x="370777" y="34262"/>
                  <a:pt x="371007" y="33810"/>
                </a:cubicBezTo>
                <a:cubicBezTo>
                  <a:pt x="371237" y="33359"/>
                  <a:pt x="371628" y="33134"/>
                  <a:pt x="372180" y="33134"/>
                </a:cubicBezTo>
                <a:cubicBezTo>
                  <a:pt x="374019" y="32953"/>
                  <a:pt x="376571" y="32750"/>
                  <a:pt x="379835" y="32525"/>
                </a:cubicBezTo>
                <a:cubicBezTo>
                  <a:pt x="383101" y="32299"/>
                  <a:pt x="386434" y="31736"/>
                  <a:pt x="389836" y="30835"/>
                </a:cubicBezTo>
                <a:cubicBezTo>
                  <a:pt x="391124" y="30474"/>
                  <a:pt x="392182" y="30430"/>
                  <a:pt x="393010" y="30701"/>
                </a:cubicBezTo>
                <a:cubicBezTo>
                  <a:pt x="393838" y="30970"/>
                  <a:pt x="394205" y="31736"/>
                  <a:pt x="394113" y="32999"/>
                </a:cubicBezTo>
                <a:lnTo>
                  <a:pt x="393837" y="41654"/>
                </a:lnTo>
                <a:cubicBezTo>
                  <a:pt x="393837" y="41834"/>
                  <a:pt x="393883" y="41947"/>
                  <a:pt x="393974" y="41993"/>
                </a:cubicBezTo>
                <a:cubicBezTo>
                  <a:pt x="394066" y="42038"/>
                  <a:pt x="394205" y="41970"/>
                  <a:pt x="394389" y="41788"/>
                </a:cubicBezTo>
                <a:cubicBezTo>
                  <a:pt x="396319" y="38002"/>
                  <a:pt x="398687" y="34983"/>
                  <a:pt x="401493" y="32729"/>
                </a:cubicBezTo>
                <a:cubicBezTo>
                  <a:pt x="404298" y="30474"/>
                  <a:pt x="408045" y="29347"/>
                  <a:pt x="412735" y="29347"/>
                </a:cubicBezTo>
                <a:cubicBezTo>
                  <a:pt x="416598" y="29347"/>
                  <a:pt x="419449" y="30316"/>
                  <a:pt x="421287" y="32254"/>
                </a:cubicBezTo>
                <a:cubicBezTo>
                  <a:pt x="423127" y="34193"/>
                  <a:pt x="424046" y="36560"/>
                  <a:pt x="424046" y="39355"/>
                </a:cubicBezTo>
                <a:cubicBezTo>
                  <a:pt x="424046" y="40888"/>
                  <a:pt x="423449" y="42286"/>
                  <a:pt x="422253" y="43549"/>
                </a:cubicBezTo>
                <a:cubicBezTo>
                  <a:pt x="421058" y="44810"/>
                  <a:pt x="419357" y="45441"/>
                  <a:pt x="417151" y="45441"/>
                </a:cubicBezTo>
                <a:cubicBezTo>
                  <a:pt x="415035" y="45441"/>
                  <a:pt x="413563" y="44945"/>
                  <a:pt x="412735" y="43953"/>
                </a:cubicBezTo>
                <a:cubicBezTo>
                  <a:pt x="411908" y="42961"/>
                  <a:pt x="411495" y="41879"/>
                  <a:pt x="411495" y="40707"/>
                </a:cubicBezTo>
                <a:cubicBezTo>
                  <a:pt x="411495" y="39445"/>
                  <a:pt x="411242" y="38454"/>
                  <a:pt x="410735" y="37733"/>
                </a:cubicBezTo>
                <a:cubicBezTo>
                  <a:pt x="410230" y="37011"/>
                  <a:pt x="409149" y="36650"/>
                  <a:pt x="407494" y="36650"/>
                </a:cubicBezTo>
                <a:cubicBezTo>
                  <a:pt x="405747" y="36650"/>
                  <a:pt x="404160" y="37213"/>
                  <a:pt x="402734" y="38340"/>
                </a:cubicBezTo>
                <a:cubicBezTo>
                  <a:pt x="401309" y="39467"/>
                  <a:pt x="400090" y="40797"/>
                  <a:pt x="399078" y="42331"/>
                </a:cubicBezTo>
                <a:cubicBezTo>
                  <a:pt x="398066" y="43864"/>
                  <a:pt x="397285" y="45442"/>
                  <a:pt x="396733" y="47065"/>
                </a:cubicBezTo>
                <a:cubicBezTo>
                  <a:pt x="396182" y="48687"/>
                  <a:pt x="395906" y="49949"/>
                  <a:pt x="395906" y="50850"/>
                </a:cubicBezTo>
                <a:lnTo>
                  <a:pt x="395906" y="76276"/>
                </a:lnTo>
                <a:close/>
                <a:moveTo>
                  <a:pt x="443333" y="58153"/>
                </a:moveTo>
                <a:cubicBezTo>
                  <a:pt x="442872" y="58153"/>
                  <a:pt x="442619" y="58311"/>
                  <a:pt x="442573" y="58628"/>
                </a:cubicBezTo>
                <a:cubicBezTo>
                  <a:pt x="442528" y="58943"/>
                  <a:pt x="442505" y="59326"/>
                  <a:pt x="442505" y="59777"/>
                </a:cubicBezTo>
                <a:cubicBezTo>
                  <a:pt x="442505" y="64466"/>
                  <a:pt x="443034" y="68433"/>
                  <a:pt x="444090" y="71678"/>
                </a:cubicBezTo>
                <a:cubicBezTo>
                  <a:pt x="445148" y="74923"/>
                  <a:pt x="446620" y="77561"/>
                  <a:pt x="448504" y="79590"/>
                </a:cubicBezTo>
                <a:cubicBezTo>
                  <a:pt x="450390" y="81618"/>
                  <a:pt x="452644" y="83083"/>
                  <a:pt x="455265" y="83985"/>
                </a:cubicBezTo>
                <a:cubicBezTo>
                  <a:pt x="457887" y="84886"/>
                  <a:pt x="460714" y="85337"/>
                  <a:pt x="463748" y="85337"/>
                </a:cubicBezTo>
                <a:cubicBezTo>
                  <a:pt x="466875" y="85337"/>
                  <a:pt x="469909" y="85089"/>
                  <a:pt x="472852" y="84594"/>
                </a:cubicBezTo>
                <a:cubicBezTo>
                  <a:pt x="475796" y="84097"/>
                  <a:pt x="478325" y="82993"/>
                  <a:pt x="480440" y="81280"/>
                </a:cubicBezTo>
                <a:cubicBezTo>
                  <a:pt x="480900" y="80919"/>
                  <a:pt x="481383" y="80785"/>
                  <a:pt x="481888" y="80875"/>
                </a:cubicBezTo>
                <a:cubicBezTo>
                  <a:pt x="482395" y="80965"/>
                  <a:pt x="482809" y="81190"/>
                  <a:pt x="483130" y="81550"/>
                </a:cubicBezTo>
                <a:cubicBezTo>
                  <a:pt x="483451" y="81911"/>
                  <a:pt x="483658" y="82317"/>
                  <a:pt x="483749" y="82768"/>
                </a:cubicBezTo>
                <a:cubicBezTo>
                  <a:pt x="483841" y="83219"/>
                  <a:pt x="483750" y="83625"/>
                  <a:pt x="483475" y="83985"/>
                </a:cubicBezTo>
                <a:cubicBezTo>
                  <a:pt x="480532" y="87771"/>
                  <a:pt x="477221" y="90386"/>
                  <a:pt x="473542" y="91829"/>
                </a:cubicBezTo>
                <a:cubicBezTo>
                  <a:pt x="469864" y="93271"/>
                  <a:pt x="465312" y="93992"/>
                  <a:pt x="459886" y="93992"/>
                </a:cubicBezTo>
                <a:cubicBezTo>
                  <a:pt x="454368" y="93992"/>
                  <a:pt x="449609" y="93181"/>
                  <a:pt x="445608" y="91559"/>
                </a:cubicBezTo>
                <a:cubicBezTo>
                  <a:pt x="441607" y="89935"/>
                  <a:pt x="438296" y="87659"/>
                  <a:pt x="435675" y="84728"/>
                </a:cubicBezTo>
                <a:cubicBezTo>
                  <a:pt x="433055" y="81798"/>
                  <a:pt x="431124" y="78372"/>
                  <a:pt x="429882" y="74451"/>
                </a:cubicBezTo>
                <a:cubicBezTo>
                  <a:pt x="428640" y="70529"/>
                  <a:pt x="428020" y="66268"/>
                  <a:pt x="428020" y="61669"/>
                </a:cubicBezTo>
                <a:cubicBezTo>
                  <a:pt x="428020" y="57252"/>
                  <a:pt x="428778" y="53060"/>
                  <a:pt x="430295" y="49094"/>
                </a:cubicBezTo>
                <a:cubicBezTo>
                  <a:pt x="431813" y="45126"/>
                  <a:pt x="433952" y="41700"/>
                  <a:pt x="436711" y="38815"/>
                </a:cubicBezTo>
                <a:cubicBezTo>
                  <a:pt x="439469" y="35930"/>
                  <a:pt x="442734" y="33631"/>
                  <a:pt x="446505" y="31918"/>
                </a:cubicBezTo>
                <a:cubicBezTo>
                  <a:pt x="450275" y="30204"/>
                  <a:pt x="454460" y="29347"/>
                  <a:pt x="459058" y="29347"/>
                </a:cubicBezTo>
                <a:cubicBezTo>
                  <a:pt x="462920" y="29347"/>
                  <a:pt x="466437" y="30001"/>
                  <a:pt x="469610" y="31309"/>
                </a:cubicBezTo>
                <a:cubicBezTo>
                  <a:pt x="472783" y="32616"/>
                  <a:pt x="475473" y="34419"/>
                  <a:pt x="477680" y="36718"/>
                </a:cubicBezTo>
                <a:cubicBezTo>
                  <a:pt x="479888" y="39017"/>
                  <a:pt x="481612" y="41767"/>
                  <a:pt x="482854" y="44968"/>
                </a:cubicBezTo>
                <a:cubicBezTo>
                  <a:pt x="484096" y="48168"/>
                  <a:pt x="484717" y="51617"/>
                  <a:pt x="484717" y="55313"/>
                </a:cubicBezTo>
                <a:cubicBezTo>
                  <a:pt x="484717" y="57206"/>
                  <a:pt x="484027" y="58153"/>
                  <a:pt x="482648" y="58153"/>
                </a:cubicBezTo>
                <a:lnTo>
                  <a:pt x="443333" y="58153"/>
                </a:lnTo>
                <a:moveTo>
                  <a:pt x="468577" y="53421"/>
                </a:moveTo>
                <a:cubicBezTo>
                  <a:pt x="469863" y="53421"/>
                  <a:pt x="470599" y="52970"/>
                  <a:pt x="470783" y="52069"/>
                </a:cubicBezTo>
                <a:cubicBezTo>
                  <a:pt x="470968" y="51167"/>
                  <a:pt x="471060" y="50084"/>
                  <a:pt x="471060" y="48821"/>
                </a:cubicBezTo>
                <a:cubicBezTo>
                  <a:pt x="471060" y="46928"/>
                  <a:pt x="470762" y="45103"/>
                  <a:pt x="470164" y="43344"/>
                </a:cubicBezTo>
                <a:cubicBezTo>
                  <a:pt x="469566" y="41586"/>
                  <a:pt x="468715" y="40031"/>
                  <a:pt x="467611" y="38678"/>
                </a:cubicBezTo>
                <a:cubicBezTo>
                  <a:pt x="466508" y="37326"/>
                  <a:pt x="465174" y="36244"/>
                  <a:pt x="463611" y="35432"/>
                </a:cubicBezTo>
                <a:cubicBezTo>
                  <a:pt x="462048" y="34621"/>
                  <a:pt x="460255" y="34215"/>
                  <a:pt x="458231" y="34215"/>
                </a:cubicBezTo>
                <a:cubicBezTo>
                  <a:pt x="455747" y="34215"/>
                  <a:pt x="453609" y="34643"/>
                  <a:pt x="451815" y="35501"/>
                </a:cubicBezTo>
                <a:cubicBezTo>
                  <a:pt x="450022" y="36358"/>
                  <a:pt x="448504" y="37485"/>
                  <a:pt x="447262" y="38883"/>
                </a:cubicBezTo>
                <a:cubicBezTo>
                  <a:pt x="446022" y="40279"/>
                  <a:pt x="445080" y="41925"/>
                  <a:pt x="444436" y="43819"/>
                </a:cubicBezTo>
                <a:cubicBezTo>
                  <a:pt x="443792" y="45712"/>
                  <a:pt x="443332" y="47695"/>
                  <a:pt x="443057" y="49768"/>
                </a:cubicBezTo>
                <a:cubicBezTo>
                  <a:pt x="442873" y="50851"/>
                  <a:pt x="442804" y="51731"/>
                  <a:pt x="442849" y="52408"/>
                </a:cubicBezTo>
                <a:cubicBezTo>
                  <a:pt x="442895" y="53083"/>
                  <a:pt x="443102" y="53421"/>
                  <a:pt x="443469" y="53421"/>
                </a:cubicBezTo>
                <a:lnTo>
                  <a:pt x="468577" y="53421"/>
                </a:lnTo>
                <a:close/>
                <a:moveTo>
                  <a:pt x="508278" y="58153"/>
                </a:moveTo>
                <a:cubicBezTo>
                  <a:pt x="507818" y="58153"/>
                  <a:pt x="507564" y="58311"/>
                  <a:pt x="507518" y="58628"/>
                </a:cubicBezTo>
                <a:cubicBezTo>
                  <a:pt x="507473" y="58943"/>
                  <a:pt x="507451" y="59326"/>
                  <a:pt x="507451" y="59777"/>
                </a:cubicBezTo>
                <a:cubicBezTo>
                  <a:pt x="507451" y="64466"/>
                  <a:pt x="507979" y="68433"/>
                  <a:pt x="509036" y="71678"/>
                </a:cubicBezTo>
                <a:cubicBezTo>
                  <a:pt x="510094" y="74923"/>
                  <a:pt x="511565" y="77561"/>
                  <a:pt x="513450" y="79590"/>
                </a:cubicBezTo>
                <a:cubicBezTo>
                  <a:pt x="515336" y="81618"/>
                  <a:pt x="517589" y="83083"/>
                  <a:pt x="520211" y="83985"/>
                </a:cubicBezTo>
                <a:cubicBezTo>
                  <a:pt x="522832" y="84886"/>
                  <a:pt x="525659" y="85337"/>
                  <a:pt x="528693" y="85337"/>
                </a:cubicBezTo>
                <a:cubicBezTo>
                  <a:pt x="531820" y="85337"/>
                  <a:pt x="534854" y="85089"/>
                  <a:pt x="537797" y="84594"/>
                </a:cubicBezTo>
                <a:cubicBezTo>
                  <a:pt x="540741" y="84097"/>
                  <a:pt x="543270" y="82993"/>
                  <a:pt x="545385" y="81280"/>
                </a:cubicBezTo>
                <a:cubicBezTo>
                  <a:pt x="545845" y="80919"/>
                  <a:pt x="546328" y="80785"/>
                  <a:pt x="546833" y="80875"/>
                </a:cubicBezTo>
                <a:cubicBezTo>
                  <a:pt x="547340" y="80965"/>
                  <a:pt x="547754" y="81190"/>
                  <a:pt x="548075" y="81550"/>
                </a:cubicBezTo>
                <a:cubicBezTo>
                  <a:pt x="548397" y="81911"/>
                  <a:pt x="548603" y="82317"/>
                  <a:pt x="548694" y="82768"/>
                </a:cubicBezTo>
                <a:cubicBezTo>
                  <a:pt x="548787" y="83219"/>
                  <a:pt x="548695" y="83625"/>
                  <a:pt x="548420" y="83985"/>
                </a:cubicBezTo>
                <a:cubicBezTo>
                  <a:pt x="545478" y="87771"/>
                  <a:pt x="542167" y="90386"/>
                  <a:pt x="538487" y="91829"/>
                </a:cubicBezTo>
                <a:cubicBezTo>
                  <a:pt x="534809" y="93271"/>
                  <a:pt x="530257" y="93992"/>
                  <a:pt x="524831" y="93992"/>
                </a:cubicBezTo>
                <a:cubicBezTo>
                  <a:pt x="519313" y="93992"/>
                  <a:pt x="514554" y="93181"/>
                  <a:pt x="510553" y="91559"/>
                </a:cubicBezTo>
                <a:cubicBezTo>
                  <a:pt x="506553" y="89935"/>
                  <a:pt x="503242" y="87659"/>
                  <a:pt x="500620" y="84728"/>
                </a:cubicBezTo>
                <a:cubicBezTo>
                  <a:pt x="498000" y="81798"/>
                  <a:pt x="496070" y="78372"/>
                  <a:pt x="494828" y="74451"/>
                </a:cubicBezTo>
                <a:cubicBezTo>
                  <a:pt x="493586" y="70529"/>
                  <a:pt x="492965" y="66268"/>
                  <a:pt x="492965" y="61669"/>
                </a:cubicBezTo>
                <a:cubicBezTo>
                  <a:pt x="492965" y="57252"/>
                  <a:pt x="493723" y="53060"/>
                  <a:pt x="495240" y="49094"/>
                </a:cubicBezTo>
                <a:cubicBezTo>
                  <a:pt x="496759" y="45126"/>
                  <a:pt x="498897" y="41700"/>
                  <a:pt x="501656" y="38815"/>
                </a:cubicBezTo>
                <a:cubicBezTo>
                  <a:pt x="504415" y="35930"/>
                  <a:pt x="507679" y="33631"/>
                  <a:pt x="511450" y="31918"/>
                </a:cubicBezTo>
                <a:cubicBezTo>
                  <a:pt x="515221" y="30204"/>
                  <a:pt x="519405" y="29347"/>
                  <a:pt x="524004" y="29347"/>
                </a:cubicBezTo>
                <a:cubicBezTo>
                  <a:pt x="527865" y="29347"/>
                  <a:pt x="531383" y="30001"/>
                  <a:pt x="534555" y="31309"/>
                </a:cubicBezTo>
                <a:cubicBezTo>
                  <a:pt x="537728" y="32616"/>
                  <a:pt x="540418" y="34419"/>
                  <a:pt x="542626" y="36718"/>
                </a:cubicBezTo>
                <a:cubicBezTo>
                  <a:pt x="544833" y="39017"/>
                  <a:pt x="546558" y="41767"/>
                  <a:pt x="547799" y="44968"/>
                </a:cubicBezTo>
                <a:cubicBezTo>
                  <a:pt x="549041" y="48168"/>
                  <a:pt x="549662" y="51617"/>
                  <a:pt x="549662" y="55313"/>
                </a:cubicBezTo>
                <a:cubicBezTo>
                  <a:pt x="549662" y="57206"/>
                  <a:pt x="548973" y="58153"/>
                  <a:pt x="547593" y="58153"/>
                </a:cubicBezTo>
                <a:lnTo>
                  <a:pt x="508278" y="58153"/>
                </a:lnTo>
                <a:moveTo>
                  <a:pt x="533522" y="53421"/>
                </a:moveTo>
                <a:cubicBezTo>
                  <a:pt x="534809" y="53421"/>
                  <a:pt x="535544" y="52970"/>
                  <a:pt x="535728" y="52069"/>
                </a:cubicBezTo>
                <a:cubicBezTo>
                  <a:pt x="535913" y="51167"/>
                  <a:pt x="536006" y="50084"/>
                  <a:pt x="536006" y="48821"/>
                </a:cubicBezTo>
                <a:cubicBezTo>
                  <a:pt x="536006" y="46928"/>
                  <a:pt x="535707" y="45103"/>
                  <a:pt x="535109" y="43344"/>
                </a:cubicBezTo>
                <a:cubicBezTo>
                  <a:pt x="534511" y="41586"/>
                  <a:pt x="533660" y="40031"/>
                  <a:pt x="532556" y="38678"/>
                </a:cubicBezTo>
                <a:cubicBezTo>
                  <a:pt x="531453" y="37326"/>
                  <a:pt x="530120" y="36244"/>
                  <a:pt x="528556" y="35432"/>
                </a:cubicBezTo>
                <a:cubicBezTo>
                  <a:pt x="526993" y="34621"/>
                  <a:pt x="525200" y="34215"/>
                  <a:pt x="523176" y="34215"/>
                </a:cubicBezTo>
                <a:cubicBezTo>
                  <a:pt x="520693" y="34215"/>
                  <a:pt x="518554" y="34643"/>
                  <a:pt x="516761" y="35501"/>
                </a:cubicBezTo>
                <a:cubicBezTo>
                  <a:pt x="514967" y="36358"/>
                  <a:pt x="513450" y="37485"/>
                  <a:pt x="512208" y="38883"/>
                </a:cubicBezTo>
                <a:cubicBezTo>
                  <a:pt x="510967" y="40279"/>
                  <a:pt x="510025" y="41925"/>
                  <a:pt x="509381" y="43819"/>
                </a:cubicBezTo>
                <a:cubicBezTo>
                  <a:pt x="508737" y="45712"/>
                  <a:pt x="508277" y="47695"/>
                  <a:pt x="508002" y="49768"/>
                </a:cubicBezTo>
                <a:cubicBezTo>
                  <a:pt x="507818" y="50851"/>
                  <a:pt x="507749" y="51731"/>
                  <a:pt x="507794" y="52408"/>
                </a:cubicBezTo>
                <a:cubicBezTo>
                  <a:pt x="507840" y="53083"/>
                  <a:pt x="508047" y="53421"/>
                  <a:pt x="508415" y="53421"/>
                </a:cubicBezTo>
                <a:lnTo>
                  <a:pt x="533522" y="53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9" name="Text RSTTree">
            <a:extLst xmlns:a="http://schemas.openxmlformats.org/drawingml/2006/main">
              <a:ext uri="{FF2B5EF4-FFF2-40B4-BE49-F238E27FC236}">
                <a16:creationId xmlns:a16="http://schemas.microsoft.com/office/drawing/2014/main" id="{A8431A30-B53D-4A00-BCBC-53790813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190" y="130912"/>
            <a:ext cx="549662" cy="95075"/>
          </a:xfrm>
          <a:custGeom xmlns:a="http://schemas.openxmlformats.org/drawingml/2006/main">
            <a:pathLst>
              <a:path w="549662" h="95075" fill="none">
                <a:moveTo>
                  <a:pt x="15174" y="24479"/>
                </a:moveTo>
                <a:cubicBezTo>
                  <a:pt x="15174" y="22495"/>
                  <a:pt x="15105" y="20556"/>
                  <a:pt x="14966" y="18663"/>
                </a:cubicBezTo>
                <a:cubicBezTo>
                  <a:pt x="14828" y="16770"/>
                  <a:pt x="14529" y="15012"/>
                  <a:pt x="14069" y="13389"/>
                </a:cubicBezTo>
                <a:cubicBezTo>
                  <a:pt x="13610" y="11765"/>
                  <a:pt x="12898" y="10368"/>
                  <a:pt x="11933" y="9196"/>
                </a:cubicBezTo>
                <a:cubicBezTo>
                  <a:pt x="10967" y="8023"/>
                  <a:pt x="9657" y="7212"/>
                  <a:pt x="8001" y="6762"/>
                </a:cubicBezTo>
                <a:cubicBezTo>
                  <a:pt x="6989" y="6491"/>
                  <a:pt x="5931" y="6266"/>
                  <a:pt x="4827" y="6086"/>
                </a:cubicBezTo>
                <a:cubicBezTo>
                  <a:pt x="3724" y="5905"/>
                  <a:pt x="2666" y="5770"/>
                  <a:pt x="1654" y="5679"/>
                </a:cubicBezTo>
                <a:cubicBezTo>
                  <a:pt x="1103" y="5679"/>
                  <a:pt x="689" y="5454"/>
                  <a:pt x="413" y="5004"/>
                </a:cubicBezTo>
                <a:cubicBezTo>
                  <a:pt x="138" y="4553"/>
                  <a:pt x="0" y="4057"/>
                  <a:pt x="0" y="3516"/>
                </a:cubicBezTo>
                <a:cubicBezTo>
                  <a:pt x="0" y="2976"/>
                  <a:pt x="138" y="2480"/>
                  <a:pt x="413" y="2029"/>
                </a:cubicBezTo>
                <a:cubicBezTo>
                  <a:pt x="689" y="1577"/>
                  <a:pt x="1103" y="1352"/>
                  <a:pt x="1654" y="1352"/>
                </a:cubicBezTo>
                <a:cubicBezTo>
                  <a:pt x="4782" y="1352"/>
                  <a:pt x="7587" y="1442"/>
                  <a:pt x="10070" y="1622"/>
                </a:cubicBezTo>
                <a:cubicBezTo>
                  <a:pt x="12554" y="1802"/>
                  <a:pt x="15451" y="1892"/>
                  <a:pt x="18761" y="1892"/>
                </a:cubicBezTo>
                <a:cubicBezTo>
                  <a:pt x="24279" y="1803"/>
                  <a:pt x="28853" y="1691"/>
                  <a:pt x="32485" y="1556"/>
                </a:cubicBezTo>
                <a:cubicBezTo>
                  <a:pt x="36118" y="1420"/>
                  <a:pt x="39590" y="1352"/>
                  <a:pt x="42902" y="1352"/>
                </a:cubicBezTo>
                <a:cubicBezTo>
                  <a:pt x="46580" y="1352"/>
                  <a:pt x="50212" y="1780"/>
                  <a:pt x="53799" y="2637"/>
                </a:cubicBezTo>
                <a:cubicBezTo>
                  <a:pt x="57386" y="3493"/>
                  <a:pt x="60582" y="4868"/>
                  <a:pt x="63387" y="6762"/>
                </a:cubicBezTo>
                <a:cubicBezTo>
                  <a:pt x="66192" y="8656"/>
                  <a:pt x="68445" y="11135"/>
                  <a:pt x="70146" y="14200"/>
                </a:cubicBezTo>
                <a:cubicBezTo>
                  <a:pt x="71846" y="17265"/>
                  <a:pt x="72697" y="20962"/>
                  <a:pt x="72697" y="25290"/>
                </a:cubicBezTo>
                <a:cubicBezTo>
                  <a:pt x="72697" y="28715"/>
                  <a:pt x="72168" y="31690"/>
                  <a:pt x="71110" y="34215"/>
                </a:cubicBezTo>
                <a:cubicBezTo>
                  <a:pt x="70053" y="36739"/>
                  <a:pt x="68605" y="38903"/>
                  <a:pt x="66765" y="40707"/>
                </a:cubicBezTo>
                <a:cubicBezTo>
                  <a:pt x="64927" y="42511"/>
                  <a:pt x="62743" y="43976"/>
                  <a:pt x="60213" y="45103"/>
                </a:cubicBezTo>
                <a:cubicBezTo>
                  <a:pt x="57684" y="46229"/>
                  <a:pt x="54948" y="47108"/>
                  <a:pt x="52006" y="47740"/>
                </a:cubicBezTo>
                <a:cubicBezTo>
                  <a:pt x="51362" y="47920"/>
                  <a:pt x="51040" y="48236"/>
                  <a:pt x="51040" y="48687"/>
                </a:cubicBezTo>
                <a:cubicBezTo>
                  <a:pt x="51040" y="49048"/>
                  <a:pt x="51362" y="49408"/>
                  <a:pt x="52006" y="49768"/>
                </a:cubicBezTo>
                <a:cubicBezTo>
                  <a:pt x="56328" y="51842"/>
                  <a:pt x="59661" y="54141"/>
                  <a:pt x="62006" y="56665"/>
                </a:cubicBezTo>
                <a:cubicBezTo>
                  <a:pt x="64352" y="59190"/>
                  <a:pt x="66146" y="61805"/>
                  <a:pt x="67386" y="64511"/>
                </a:cubicBezTo>
                <a:cubicBezTo>
                  <a:pt x="68628" y="67216"/>
                  <a:pt x="69525" y="69988"/>
                  <a:pt x="70076" y="72827"/>
                </a:cubicBezTo>
                <a:cubicBezTo>
                  <a:pt x="70628" y="75667"/>
                  <a:pt x="71225" y="78439"/>
                  <a:pt x="71870" y="81144"/>
                </a:cubicBezTo>
                <a:cubicBezTo>
                  <a:pt x="72330" y="83218"/>
                  <a:pt x="73088" y="84729"/>
                  <a:pt x="74145" y="85675"/>
                </a:cubicBezTo>
                <a:cubicBezTo>
                  <a:pt x="75203" y="86622"/>
                  <a:pt x="76284" y="87095"/>
                  <a:pt x="77389" y="87095"/>
                </a:cubicBezTo>
                <a:cubicBezTo>
                  <a:pt x="78492" y="87095"/>
                  <a:pt x="79549" y="86645"/>
                  <a:pt x="80561" y="85744"/>
                </a:cubicBezTo>
                <a:cubicBezTo>
                  <a:pt x="81572" y="84841"/>
                  <a:pt x="82354" y="83489"/>
                  <a:pt x="82906" y="81686"/>
                </a:cubicBezTo>
                <a:cubicBezTo>
                  <a:pt x="83089" y="80964"/>
                  <a:pt x="83457" y="80491"/>
                  <a:pt x="84008" y="80267"/>
                </a:cubicBezTo>
                <a:cubicBezTo>
                  <a:pt x="84561" y="80041"/>
                  <a:pt x="85090" y="79996"/>
                  <a:pt x="85596" y="80130"/>
                </a:cubicBezTo>
                <a:cubicBezTo>
                  <a:pt x="86101" y="80265"/>
                  <a:pt x="86560" y="80536"/>
                  <a:pt x="86974" y="80941"/>
                </a:cubicBezTo>
                <a:cubicBezTo>
                  <a:pt x="87388" y="81347"/>
                  <a:pt x="87550" y="81776"/>
                  <a:pt x="87458" y="82227"/>
                </a:cubicBezTo>
                <a:cubicBezTo>
                  <a:pt x="87182" y="84481"/>
                  <a:pt x="86538" y="86419"/>
                  <a:pt x="85526" y="88042"/>
                </a:cubicBezTo>
                <a:cubicBezTo>
                  <a:pt x="84514" y="89664"/>
                  <a:pt x="83296" y="90994"/>
                  <a:pt x="81870" y="92031"/>
                </a:cubicBezTo>
                <a:cubicBezTo>
                  <a:pt x="80446" y="93069"/>
                  <a:pt x="78837" y="93835"/>
                  <a:pt x="77043" y="94330"/>
                </a:cubicBezTo>
                <a:cubicBezTo>
                  <a:pt x="75250" y="94827"/>
                  <a:pt x="73480" y="95075"/>
                  <a:pt x="71733" y="95075"/>
                </a:cubicBezTo>
                <a:cubicBezTo>
                  <a:pt x="68790" y="95075"/>
                  <a:pt x="66123" y="94444"/>
                  <a:pt x="63732" y="93181"/>
                </a:cubicBezTo>
                <a:cubicBezTo>
                  <a:pt x="61341" y="91919"/>
                  <a:pt x="59731" y="90116"/>
                  <a:pt x="58903" y="87772"/>
                </a:cubicBezTo>
                <a:cubicBezTo>
                  <a:pt x="58352" y="86240"/>
                  <a:pt x="57823" y="84571"/>
                  <a:pt x="57316" y="82768"/>
                </a:cubicBezTo>
                <a:cubicBezTo>
                  <a:pt x="56811" y="80964"/>
                  <a:pt x="56328" y="79139"/>
                  <a:pt x="55868" y="77291"/>
                </a:cubicBezTo>
                <a:cubicBezTo>
                  <a:pt x="55408" y="75442"/>
                  <a:pt x="54948" y="73638"/>
                  <a:pt x="54487" y="71880"/>
                </a:cubicBezTo>
                <a:cubicBezTo>
                  <a:pt x="54028" y="70122"/>
                  <a:pt x="53615" y="68567"/>
                  <a:pt x="53248" y="67214"/>
                </a:cubicBezTo>
                <a:cubicBezTo>
                  <a:pt x="51592" y="61444"/>
                  <a:pt x="49453" y="57297"/>
                  <a:pt x="46832" y="54773"/>
                </a:cubicBezTo>
                <a:cubicBezTo>
                  <a:pt x="44212" y="52248"/>
                  <a:pt x="40556" y="50986"/>
                  <a:pt x="35865" y="50986"/>
                </a:cubicBezTo>
                <a:cubicBezTo>
                  <a:pt x="34302" y="50986"/>
                  <a:pt x="32968" y="51302"/>
                  <a:pt x="31864" y="51933"/>
                </a:cubicBezTo>
                <a:cubicBezTo>
                  <a:pt x="30761" y="52563"/>
                  <a:pt x="30209" y="53825"/>
                  <a:pt x="30209" y="55720"/>
                </a:cubicBezTo>
                <a:lnTo>
                  <a:pt x="30209" y="73977"/>
                </a:lnTo>
                <a:cubicBezTo>
                  <a:pt x="30209" y="77042"/>
                  <a:pt x="30532" y="79499"/>
                  <a:pt x="31176" y="81348"/>
                </a:cubicBezTo>
                <a:cubicBezTo>
                  <a:pt x="31820" y="83196"/>
                  <a:pt x="32785" y="84638"/>
                  <a:pt x="34072" y="85675"/>
                </a:cubicBezTo>
                <a:cubicBezTo>
                  <a:pt x="35360" y="86713"/>
                  <a:pt x="36947" y="87457"/>
                  <a:pt x="38831" y="87908"/>
                </a:cubicBezTo>
                <a:cubicBezTo>
                  <a:pt x="40717" y="88358"/>
                  <a:pt x="42901" y="88673"/>
                  <a:pt x="45384" y="88853"/>
                </a:cubicBezTo>
                <a:cubicBezTo>
                  <a:pt x="45935" y="88853"/>
                  <a:pt x="46372" y="89102"/>
                  <a:pt x="46693" y="89598"/>
                </a:cubicBezTo>
                <a:cubicBezTo>
                  <a:pt x="47016" y="90094"/>
                  <a:pt x="47177" y="90657"/>
                  <a:pt x="47177" y="91289"/>
                </a:cubicBezTo>
                <a:cubicBezTo>
                  <a:pt x="47177" y="91829"/>
                  <a:pt x="47016" y="92324"/>
                  <a:pt x="46693" y="92774"/>
                </a:cubicBezTo>
                <a:cubicBezTo>
                  <a:pt x="46372" y="93226"/>
                  <a:pt x="45890" y="93451"/>
                  <a:pt x="45247" y="93451"/>
                </a:cubicBezTo>
                <a:cubicBezTo>
                  <a:pt x="40648" y="93451"/>
                  <a:pt x="36601" y="93271"/>
                  <a:pt x="33106" y="92911"/>
                </a:cubicBezTo>
                <a:cubicBezTo>
                  <a:pt x="29612" y="92550"/>
                  <a:pt x="26209" y="92370"/>
                  <a:pt x="22899" y="92370"/>
                </a:cubicBezTo>
                <a:cubicBezTo>
                  <a:pt x="19405" y="92370"/>
                  <a:pt x="15957" y="92550"/>
                  <a:pt x="12554" y="92911"/>
                </a:cubicBezTo>
                <a:cubicBezTo>
                  <a:pt x="9151" y="93271"/>
                  <a:pt x="5840" y="93451"/>
                  <a:pt x="2621" y="93451"/>
                </a:cubicBezTo>
                <a:cubicBezTo>
                  <a:pt x="2069" y="93451"/>
                  <a:pt x="1655" y="93226"/>
                  <a:pt x="1379" y="92774"/>
                </a:cubicBezTo>
                <a:cubicBezTo>
                  <a:pt x="1104" y="92324"/>
                  <a:pt x="943" y="91829"/>
                  <a:pt x="897" y="91289"/>
                </a:cubicBezTo>
                <a:cubicBezTo>
                  <a:pt x="850" y="90746"/>
                  <a:pt x="965" y="90228"/>
                  <a:pt x="1240" y="89733"/>
                </a:cubicBezTo>
                <a:cubicBezTo>
                  <a:pt x="1516" y="89237"/>
                  <a:pt x="1976" y="88944"/>
                  <a:pt x="2621" y="88853"/>
                </a:cubicBezTo>
                <a:cubicBezTo>
                  <a:pt x="5196" y="88582"/>
                  <a:pt x="7310" y="88222"/>
                  <a:pt x="8965" y="87772"/>
                </a:cubicBezTo>
                <a:cubicBezTo>
                  <a:pt x="10621" y="87321"/>
                  <a:pt x="11908" y="86599"/>
                  <a:pt x="12827" y="85607"/>
                </a:cubicBezTo>
                <a:cubicBezTo>
                  <a:pt x="13748" y="84615"/>
                  <a:pt x="14369" y="83308"/>
                  <a:pt x="14690" y="81686"/>
                </a:cubicBezTo>
                <a:cubicBezTo>
                  <a:pt x="15013" y="80063"/>
                  <a:pt x="15174" y="77899"/>
                  <a:pt x="15174" y="75194"/>
                </a:cubicBezTo>
                <a:lnTo>
                  <a:pt x="15174" y="24479"/>
                </a:lnTo>
                <a:moveTo>
                  <a:pt x="30209" y="40573"/>
                </a:moveTo>
                <a:cubicBezTo>
                  <a:pt x="30209" y="42917"/>
                  <a:pt x="30876" y="44292"/>
                  <a:pt x="32209" y="44698"/>
                </a:cubicBezTo>
                <a:cubicBezTo>
                  <a:pt x="33544" y="45103"/>
                  <a:pt x="35544" y="45305"/>
                  <a:pt x="38210" y="45305"/>
                </a:cubicBezTo>
                <a:cubicBezTo>
                  <a:pt x="41797" y="45305"/>
                  <a:pt x="44809" y="44967"/>
                  <a:pt x="47246" y="44292"/>
                </a:cubicBezTo>
                <a:cubicBezTo>
                  <a:pt x="49684" y="43615"/>
                  <a:pt x="51638" y="42488"/>
                  <a:pt x="53109" y="40911"/>
                </a:cubicBezTo>
                <a:cubicBezTo>
                  <a:pt x="54581" y="39333"/>
                  <a:pt x="55616" y="37305"/>
                  <a:pt x="56213" y="34826"/>
                </a:cubicBezTo>
                <a:cubicBezTo>
                  <a:pt x="56811" y="32345"/>
                  <a:pt x="57110" y="29302"/>
                  <a:pt x="57110" y="25696"/>
                </a:cubicBezTo>
                <a:cubicBezTo>
                  <a:pt x="57110" y="22269"/>
                  <a:pt x="56788" y="19362"/>
                  <a:pt x="56144" y="16973"/>
                </a:cubicBezTo>
                <a:cubicBezTo>
                  <a:pt x="55500" y="14584"/>
                  <a:pt x="54465" y="12645"/>
                  <a:pt x="53039" y="11158"/>
                </a:cubicBezTo>
                <a:cubicBezTo>
                  <a:pt x="51615" y="9669"/>
                  <a:pt x="49753" y="8610"/>
                  <a:pt x="47453" y="7980"/>
                </a:cubicBezTo>
                <a:cubicBezTo>
                  <a:pt x="45154" y="7349"/>
                  <a:pt x="42350" y="7033"/>
                  <a:pt x="39040" y="7033"/>
                </a:cubicBezTo>
                <a:cubicBezTo>
                  <a:pt x="35453" y="7033"/>
                  <a:pt x="33084" y="7483"/>
                  <a:pt x="31933" y="8385"/>
                </a:cubicBezTo>
                <a:cubicBezTo>
                  <a:pt x="30784" y="9286"/>
                  <a:pt x="30209" y="11134"/>
                  <a:pt x="30209" y="13929"/>
                </a:cubicBezTo>
                <a:lnTo>
                  <a:pt x="30209" y="40573"/>
                </a:lnTo>
                <a:close/>
                <a:moveTo>
                  <a:pt x="106053" y="19611"/>
                </a:moveTo>
                <a:cubicBezTo>
                  <a:pt x="106053" y="22315"/>
                  <a:pt x="106628" y="24592"/>
                  <a:pt x="107777" y="26441"/>
                </a:cubicBezTo>
                <a:cubicBezTo>
                  <a:pt x="108926" y="28289"/>
                  <a:pt x="110398" y="29844"/>
                  <a:pt x="112191" y="31107"/>
                </a:cubicBezTo>
                <a:cubicBezTo>
                  <a:pt x="113984" y="32369"/>
                  <a:pt x="115961" y="33473"/>
                  <a:pt x="118123" y="34419"/>
                </a:cubicBezTo>
                <a:cubicBezTo>
                  <a:pt x="120285" y="35366"/>
                  <a:pt x="122377" y="36290"/>
                  <a:pt x="124399" y="37191"/>
                </a:cubicBezTo>
                <a:cubicBezTo>
                  <a:pt x="127895" y="38814"/>
                  <a:pt x="131367" y="40528"/>
                  <a:pt x="134814" y="42331"/>
                </a:cubicBezTo>
                <a:cubicBezTo>
                  <a:pt x="138264" y="44133"/>
                  <a:pt x="141368" y="46229"/>
                  <a:pt x="144126" y="48619"/>
                </a:cubicBezTo>
                <a:cubicBezTo>
                  <a:pt x="146885" y="51009"/>
                  <a:pt x="149115" y="53849"/>
                  <a:pt x="150816" y="57140"/>
                </a:cubicBezTo>
                <a:cubicBezTo>
                  <a:pt x="152518" y="60430"/>
                  <a:pt x="153369" y="64420"/>
                  <a:pt x="153369" y="69109"/>
                </a:cubicBezTo>
                <a:cubicBezTo>
                  <a:pt x="153369" y="73797"/>
                  <a:pt x="152380" y="77742"/>
                  <a:pt x="150403" y="80944"/>
                </a:cubicBezTo>
                <a:cubicBezTo>
                  <a:pt x="148426" y="84144"/>
                  <a:pt x="145851" y="86758"/>
                  <a:pt x="142678" y="88787"/>
                </a:cubicBezTo>
                <a:cubicBezTo>
                  <a:pt x="139505" y="90815"/>
                  <a:pt x="135942" y="92280"/>
                  <a:pt x="131987" y="93181"/>
                </a:cubicBezTo>
                <a:cubicBezTo>
                  <a:pt x="128033" y="94083"/>
                  <a:pt x="124079" y="94535"/>
                  <a:pt x="120124" y="94535"/>
                </a:cubicBezTo>
                <a:cubicBezTo>
                  <a:pt x="117549" y="94535"/>
                  <a:pt x="114652" y="94151"/>
                  <a:pt x="111433" y="93383"/>
                </a:cubicBezTo>
                <a:cubicBezTo>
                  <a:pt x="108214" y="92617"/>
                  <a:pt x="105271" y="91467"/>
                  <a:pt x="102605" y="89935"/>
                </a:cubicBezTo>
                <a:cubicBezTo>
                  <a:pt x="102145" y="89755"/>
                  <a:pt x="101708" y="89574"/>
                  <a:pt x="101294" y="89394"/>
                </a:cubicBezTo>
                <a:cubicBezTo>
                  <a:pt x="100880" y="89214"/>
                  <a:pt x="100351" y="89124"/>
                  <a:pt x="99707" y="89124"/>
                </a:cubicBezTo>
                <a:cubicBezTo>
                  <a:pt x="99064" y="89124"/>
                  <a:pt x="98374" y="89394"/>
                  <a:pt x="97638" y="89935"/>
                </a:cubicBezTo>
                <a:cubicBezTo>
                  <a:pt x="96902" y="90475"/>
                  <a:pt x="96259" y="91423"/>
                  <a:pt x="95707" y="92776"/>
                </a:cubicBezTo>
                <a:cubicBezTo>
                  <a:pt x="95431" y="93317"/>
                  <a:pt x="95063" y="93677"/>
                  <a:pt x="94602" y="93858"/>
                </a:cubicBezTo>
                <a:cubicBezTo>
                  <a:pt x="94144" y="94038"/>
                  <a:pt x="93661" y="94105"/>
                  <a:pt x="93154" y="94060"/>
                </a:cubicBezTo>
                <a:cubicBezTo>
                  <a:pt x="92649" y="94015"/>
                  <a:pt x="92235" y="93856"/>
                  <a:pt x="91912" y="93585"/>
                </a:cubicBezTo>
                <a:cubicBezTo>
                  <a:pt x="91591" y="93316"/>
                  <a:pt x="91430" y="93001"/>
                  <a:pt x="91430" y="92640"/>
                </a:cubicBezTo>
                <a:cubicBezTo>
                  <a:pt x="91707" y="90656"/>
                  <a:pt x="91960" y="88515"/>
                  <a:pt x="92190" y="86216"/>
                </a:cubicBezTo>
                <a:cubicBezTo>
                  <a:pt x="92420" y="83917"/>
                  <a:pt x="92535" y="81596"/>
                  <a:pt x="92535" y="79251"/>
                </a:cubicBezTo>
                <a:cubicBezTo>
                  <a:pt x="92535" y="76907"/>
                  <a:pt x="92466" y="74563"/>
                  <a:pt x="92327" y="72219"/>
                </a:cubicBezTo>
                <a:cubicBezTo>
                  <a:pt x="92189" y="69874"/>
                  <a:pt x="91937" y="67440"/>
                  <a:pt x="91569" y="64915"/>
                </a:cubicBezTo>
                <a:cubicBezTo>
                  <a:pt x="91477" y="64375"/>
                  <a:pt x="91660" y="63924"/>
                  <a:pt x="92121" y="63564"/>
                </a:cubicBezTo>
                <a:cubicBezTo>
                  <a:pt x="92581" y="63203"/>
                  <a:pt x="93087" y="63000"/>
                  <a:pt x="93638" y="62955"/>
                </a:cubicBezTo>
                <a:cubicBezTo>
                  <a:pt x="94190" y="62910"/>
                  <a:pt x="94718" y="63000"/>
                  <a:pt x="95223" y="63225"/>
                </a:cubicBezTo>
                <a:cubicBezTo>
                  <a:pt x="95730" y="63451"/>
                  <a:pt x="96029" y="63834"/>
                  <a:pt x="96120" y="64375"/>
                </a:cubicBezTo>
                <a:cubicBezTo>
                  <a:pt x="96673" y="68071"/>
                  <a:pt x="97685" y="71430"/>
                  <a:pt x="99155" y="74451"/>
                </a:cubicBezTo>
                <a:cubicBezTo>
                  <a:pt x="100627" y="77471"/>
                  <a:pt x="102467" y="80040"/>
                  <a:pt x="104674" y="82159"/>
                </a:cubicBezTo>
                <a:cubicBezTo>
                  <a:pt x="106882" y="84278"/>
                  <a:pt x="109387" y="85923"/>
                  <a:pt x="112191" y="87095"/>
                </a:cubicBezTo>
                <a:cubicBezTo>
                  <a:pt x="114996" y="88267"/>
                  <a:pt x="118054" y="88853"/>
                  <a:pt x="121366" y="88853"/>
                </a:cubicBezTo>
                <a:cubicBezTo>
                  <a:pt x="123849" y="88853"/>
                  <a:pt x="126216" y="88516"/>
                  <a:pt x="128468" y="87840"/>
                </a:cubicBezTo>
                <a:cubicBezTo>
                  <a:pt x="130722" y="87163"/>
                  <a:pt x="132722" y="86171"/>
                  <a:pt x="134469" y="84864"/>
                </a:cubicBezTo>
                <a:cubicBezTo>
                  <a:pt x="136218" y="83556"/>
                  <a:pt x="137597" y="81955"/>
                  <a:pt x="138607" y="80062"/>
                </a:cubicBezTo>
                <a:cubicBezTo>
                  <a:pt x="139619" y="78169"/>
                  <a:pt x="140125" y="75961"/>
                  <a:pt x="140125" y="73436"/>
                </a:cubicBezTo>
                <a:cubicBezTo>
                  <a:pt x="140125" y="70191"/>
                  <a:pt x="139412" y="67351"/>
                  <a:pt x="137986" y="64917"/>
                </a:cubicBezTo>
                <a:cubicBezTo>
                  <a:pt x="136562" y="62482"/>
                  <a:pt x="134792" y="60386"/>
                  <a:pt x="132676" y="58628"/>
                </a:cubicBezTo>
                <a:cubicBezTo>
                  <a:pt x="130561" y="56869"/>
                  <a:pt x="128216" y="55337"/>
                  <a:pt x="125641" y="54030"/>
                </a:cubicBezTo>
                <a:cubicBezTo>
                  <a:pt x="123066" y="52721"/>
                  <a:pt x="120629" y="51527"/>
                  <a:pt x="118331" y="50445"/>
                </a:cubicBezTo>
                <a:cubicBezTo>
                  <a:pt x="115296" y="49093"/>
                  <a:pt x="112260" y="47696"/>
                  <a:pt x="109225" y="46254"/>
                </a:cubicBezTo>
                <a:cubicBezTo>
                  <a:pt x="106191" y="44811"/>
                  <a:pt x="103479" y="43075"/>
                  <a:pt x="101088" y="41045"/>
                </a:cubicBezTo>
                <a:cubicBezTo>
                  <a:pt x="98696" y="39016"/>
                  <a:pt x="96765" y="36582"/>
                  <a:pt x="95293" y="33742"/>
                </a:cubicBezTo>
                <a:cubicBezTo>
                  <a:pt x="93822" y="30903"/>
                  <a:pt x="93087" y="27364"/>
                  <a:pt x="93087" y="23125"/>
                </a:cubicBezTo>
                <a:cubicBezTo>
                  <a:pt x="93087" y="18798"/>
                  <a:pt x="93984" y="15170"/>
                  <a:pt x="95777" y="12239"/>
                </a:cubicBezTo>
                <a:cubicBezTo>
                  <a:pt x="97570" y="9309"/>
                  <a:pt x="99938" y="6942"/>
                  <a:pt x="102881" y="5138"/>
                </a:cubicBezTo>
                <a:cubicBezTo>
                  <a:pt x="105824" y="3335"/>
                  <a:pt x="109180" y="2028"/>
                  <a:pt x="112951" y="1218"/>
                </a:cubicBezTo>
                <a:cubicBezTo>
                  <a:pt x="116721" y="406"/>
                  <a:pt x="120629" y="0"/>
                  <a:pt x="124675" y="0"/>
                </a:cubicBezTo>
                <a:cubicBezTo>
                  <a:pt x="127250" y="0"/>
                  <a:pt x="129434" y="158"/>
                  <a:pt x="131228" y="475"/>
                </a:cubicBezTo>
                <a:cubicBezTo>
                  <a:pt x="133021" y="790"/>
                  <a:pt x="135021" y="1308"/>
                  <a:pt x="137229" y="2029"/>
                </a:cubicBezTo>
                <a:cubicBezTo>
                  <a:pt x="138424" y="2389"/>
                  <a:pt x="139413" y="2682"/>
                  <a:pt x="140194" y="2908"/>
                </a:cubicBezTo>
                <a:cubicBezTo>
                  <a:pt x="140976" y="3133"/>
                  <a:pt x="141735" y="3246"/>
                  <a:pt x="142472" y="3246"/>
                </a:cubicBezTo>
                <a:cubicBezTo>
                  <a:pt x="143575" y="3246"/>
                  <a:pt x="144357" y="2795"/>
                  <a:pt x="144817" y="1892"/>
                </a:cubicBezTo>
                <a:cubicBezTo>
                  <a:pt x="145001" y="1532"/>
                  <a:pt x="145345" y="1284"/>
                  <a:pt x="145850" y="1149"/>
                </a:cubicBezTo>
                <a:cubicBezTo>
                  <a:pt x="146357" y="1015"/>
                  <a:pt x="146840" y="970"/>
                  <a:pt x="147298" y="1015"/>
                </a:cubicBezTo>
                <a:cubicBezTo>
                  <a:pt x="147759" y="1059"/>
                  <a:pt x="148173" y="1171"/>
                  <a:pt x="148540" y="1352"/>
                </a:cubicBezTo>
                <a:cubicBezTo>
                  <a:pt x="148908" y="1532"/>
                  <a:pt x="149046" y="1802"/>
                  <a:pt x="148955" y="2163"/>
                </a:cubicBezTo>
                <a:cubicBezTo>
                  <a:pt x="148495" y="3786"/>
                  <a:pt x="148195" y="5409"/>
                  <a:pt x="148056" y="7033"/>
                </a:cubicBezTo>
                <a:cubicBezTo>
                  <a:pt x="147919" y="8655"/>
                  <a:pt x="147850" y="10368"/>
                  <a:pt x="147850" y="12171"/>
                </a:cubicBezTo>
                <a:cubicBezTo>
                  <a:pt x="147850" y="14516"/>
                  <a:pt x="147988" y="16635"/>
                  <a:pt x="148265" y="18529"/>
                </a:cubicBezTo>
                <a:cubicBezTo>
                  <a:pt x="148541" y="20422"/>
                  <a:pt x="148771" y="22676"/>
                  <a:pt x="148955" y="25290"/>
                </a:cubicBezTo>
                <a:cubicBezTo>
                  <a:pt x="148955" y="25561"/>
                  <a:pt x="148770" y="25809"/>
                  <a:pt x="148401" y="26035"/>
                </a:cubicBezTo>
                <a:cubicBezTo>
                  <a:pt x="148034" y="26259"/>
                  <a:pt x="147597" y="26394"/>
                  <a:pt x="147092" y="26439"/>
                </a:cubicBezTo>
                <a:cubicBezTo>
                  <a:pt x="146587" y="26485"/>
                  <a:pt x="146104" y="26417"/>
                  <a:pt x="145644" y="26237"/>
                </a:cubicBezTo>
                <a:cubicBezTo>
                  <a:pt x="145184" y="26057"/>
                  <a:pt x="144908" y="25741"/>
                  <a:pt x="144817" y="25290"/>
                </a:cubicBezTo>
                <a:cubicBezTo>
                  <a:pt x="143896" y="21322"/>
                  <a:pt x="142884" y="18054"/>
                  <a:pt x="141779" y="15485"/>
                </a:cubicBezTo>
                <a:cubicBezTo>
                  <a:pt x="140676" y="12916"/>
                  <a:pt x="139297" y="10910"/>
                  <a:pt x="137641" y="9468"/>
                </a:cubicBezTo>
                <a:cubicBezTo>
                  <a:pt x="135987" y="8025"/>
                  <a:pt x="133987" y="7033"/>
                  <a:pt x="131642" y="6492"/>
                </a:cubicBezTo>
                <a:cubicBezTo>
                  <a:pt x="129297" y="5950"/>
                  <a:pt x="126470" y="5679"/>
                  <a:pt x="123160" y="5679"/>
                </a:cubicBezTo>
                <a:cubicBezTo>
                  <a:pt x="120860" y="5679"/>
                  <a:pt x="118675" y="5972"/>
                  <a:pt x="116605" y="6558"/>
                </a:cubicBezTo>
                <a:cubicBezTo>
                  <a:pt x="114536" y="7144"/>
                  <a:pt x="112721" y="8023"/>
                  <a:pt x="111157" y="9196"/>
                </a:cubicBezTo>
                <a:cubicBezTo>
                  <a:pt x="109594" y="10368"/>
                  <a:pt x="108352" y="11833"/>
                  <a:pt x="107432" y="13591"/>
                </a:cubicBezTo>
                <a:cubicBezTo>
                  <a:pt x="106513" y="15349"/>
                  <a:pt x="106053" y="17356"/>
                  <a:pt x="106053" y="19611"/>
                </a:cubicBezTo>
                <a:close/>
                <a:moveTo>
                  <a:pt x="209211" y="75058"/>
                </a:moveTo>
                <a:cubicBezTo>
                  <a:pt x="209211" y="78034"/>
                  <a:pt x="209348" y="80356"/>
                  <a:pt x="209623" y="82025"/>
                </a:cubicBezTo>
                <a:cubicBezTo>
                  <a:pt x="209900" y="83692"/>
                  <a:pt x="210521" y="84977"/>
                  <a:pt x="211486" y="85880"/>
                </a:cubicBezTo>
                <a:cubicBezTo>
                  <a:pt x="212452" y="86781"/>
                  <a:pt x="213808" y="87434"/>
                  <a:pt x="215555" y="87840"/>
                </a:cubicBezTo>
                <a:cubicBezTo>
                  <a:pt x="217302" y="88245"/>
                  <a:pt x="219648" y="88582"/>
                  <a:pt x="222592" y="88853"/>
                </a:cubicBezTo>
                <a:cubicBezTo>
                  <a:pt x="223143" y="88944"/>
                  <a:pt x="223580" y="89237"/>
                  <a:pt x="223901" y="89733"/>
                </a:cubicBezTo>
                <a:cubicBezTo>
                  <a:pt x="224222" y="90228"/>
                  <a:pt x="224383" y="90746"/>
                  <a:pt x="224383" y="91289"/>
                </a:cubicBezTo>
                <a:cubicBezTo>
                  <a:pt x="224383" y="91829"/>
                  <a:pt x="224222" y="92324"/>
                  <a:pt x="223901" y="92774"/>
                </a:cubicBezTo>
                <a:cubicBezTo>
                  <a:pt x="223580" y="93226"/>
                  <a:pt x="223097" y="93451"/>
                  <a:pt x="222453" y="93451"/>
                </a:cubicBezTo>
                <a:cubicBezTo>
                  <a:pt x="218775" y="93451"/>
                  <a:pt x="215257" y="93271"/>
                  <a:pt x="211899" y="92911"/>
                </a:cubicBezTo>
                <a:cubicBezTo>
                  <a:pt x="208542" y="92550"/>
                  <a:pt x="205209" y="92370"/>
                  <a:pt x="201898" y="92370"/>
                </a:cubicBezTo>
                <a:cubicBezTo>
                  <a:pt x="198404" y="92370"/>
                  <a:pt x="194794" y="92550"/>
                  <a:pt x="191069" y="92911"/>
                </a:cubicBezTo>
                <a:cubicBezTo>
                  <a:pt x="187344" y="93271"/>
                  <a:pt x="183965" y="93451"/>
                  <a:pt x="180932" y="93451"/>
                </a:cubicBezTo>
                <a:cubicBezTo>
                  <a:pt x="180379" y="93451"/>
                  <a:pt x="179964" y="93226"/>
                  <a:pt x="179688" y="92774"/>
                </a:cubicBezTo>
                <a:cubicBezTo>
                  <a:pt x="179412" y="92324"/>
                  <a:pt x="179275" y="91829"/>
                  <a:pt x="179275" y="91289"/>
                </a:cubicBezTo>
                <a:cubicBezTo>
                  <a:pt x="179275" y="90746"/>
                  <a:pt x="179412" y="90228"/>
                  <a:pt x="179688" y="89733"/>
                </a:cubicBezTo>
                <a:cubicBezTo>
                  <a:pt x="179964" y="89237"/>
                  <a:pt x="180379" y="88944"/>
                  <a:pt x="180932" y="88853"/>
                </a:cubicBezTo>
                <a:cubicBezTo>
                  <a:pt x="183782" y="88582"/>
                  <a:pt x="186057" y="88245"/>
                  <a:pt x="187758" y="87840"/>
                </a:cubicBezTo>
                <a:cubicBezTo>
                  <a:pt x="189460" y="87434"/>
                  <a:pt x="190794" y="86781"/>
                  <a:pt x="191759" y="85880"/>
                </a:cubicBezTo>
                <a:cubicBezTo>
                  <a:pt x="192725" y="84977"/>
                  <a:pt x="193368" y="83692"/>
                  <a:pt x="193689" y="82025"/>
                </a:cubicBezTo>
                <a:cubicBezTo>
                  <a:pt x="194012" y="80356"/>
                  <a:pt x="194173" y="78034"/>
                  <a:pt x="194173" y="75058"/>
                </a:cubicBezTo>
                <a:lnTo>
                  <a:pt x="194173" y="15011"/>
                </a:lnTo>
                <a:cubicBezTo>
                  <a:pt x="194173" y="11676"/>
                  <a:pt x="193322" y="9580"/>
                  <a:pt x="191620" y="8723"/>
                </a:cubicBezTo>
                <a:cubicBezTo>
                  <a:pt x="189919" y="7866"/>
                  <a:pt x="187046" y="7437"/>
                  <a:pt x="183001" y="7437"/>
                </a:cubicBezTo>
                <a:cubicBezTo>
                  <a:pt x="179598" y="7437"/>
                  <a:pt x="176793" y="7686"/>
                  <a:pt x="174585" y="8182"/>
                </a:cubicBezTo>
                <a:cubicBezTo>
                  <a:pt x="172378" y="8678"/>
                  <a:pt x="170561" y="9579"/>
                  <a:pt x="169136" y="10888"/>
                </a:cubicBezTo>
                <a:cubicBezTo>
                  <a:pt x="167711" y="12195"/>
                  <a:pt x="166562" y="13976"/>
                  <a:pt x="165688" y="16230"/>
                </a:cubicBezTo>
                <a:cubicBezTo>
                  <a:pt x="164814" y="18484"/>
                  <a:pt x="164009" y="21414"/>
                  <a:pt x="163274" y="25019"/>
                </a:cubicBezTo>
                <a:cubicBezTo>
                  <a:pt x="163182" y="25560"/>
                  <a:pt x="162883" y="25920"/>
                  <a:pt x="162377" y="26101"/>
                </a:cubicBezTo>
                <a:cubicBezTo>
                  <a:pt x="161872" y="26281"/>
                  <a:pt x="161366" y="26349"/>
                  <a:pt x="160859" y="26305"/>
                </a:cubicBezTo>
                <a:cubicBezTo>
                  <a:pt x="160354" y="26260"/>
                  <a:pt x="159894" y="26102"/>
                  <a:pt x="159481" y="25832"/>
                </a:cubicBezTo>
                <a:cubicBezTo>
                  <a:pt x="159067" y="25561"/>
                  <a:pt x="158860" y="25245"/>
                  <a:pt x="158860" y="24883"/>
                </a:cubicBezTo>
                <a:cubicBezTo>
                  <a:pt x="159227" y="21548"/>
                  <a:pt x="159434" y="18145"/>
                  <a:pt x="159481" y="14674"/>
                </a:cubicBezTo>
                <a:cubicBezTo>
                  <a:pt x="159527" y="11202"/>
                  <a:pt x="159320" y="7753"/>
                  <a:pt x="158860" y="4327"/>
                </a:cubicBezTo>
                <a:cubicBezTo>
                  <a:pt x="158860" y="3336"/>
                  <a:pt x="159503" y="2659"/>
                  <a:pt x="160790" y="2299"/>
                </a:cubicBezTo>
                <a:cubicBezTo>
                  <a:pt x="162078" y="1938"/>
                  <a:pt x="163504" y="1758"/>
                  <a:pt x="165067" y="1758"/>
                </a:cubicBezTo>
                <a:lnTo>
                  <a:pt x="238869" y="1758"/>
                </a:lnTo>
                <a:cubicBezTo>
                  <a:pt x="240616" y="1758"/>
                  <a:pt x="242064" y="1916"/>
                  <a:pt x="243213" y="2233"/>
                </a:cubicBezTo>
                <a:cubicBezTo>
                  <a:pt x="244363" y="2548"/>
                  <a:pt x="244937" y="3201"/>
                  <a:pt x="244937" y="4191"/>
                </a:cubicBezTo>
                <a:cubicBezTo>
                  <a:pt x="244753" y="5274"/>
                  <a:pt x="244593" y="6604"/>
                  <a:pt x="244455" y="8182"/>
                </a:cubicBezTo>
                <a:cubicBezTo>
                  <a:pt x="244318" y="9760"/>
                  <a:pt x="244249" y="11496"/>
                  <a:pt x="244249" y="13389"/>
                </a:cubicBezTo>
                <a:cubicBezTo>
                  <a:pt x="244249" y="15282"/>
                  <a:pt x="244318" y="17220"/>
                  <a:pt x="244455" y="19204"/>
                </a:cubicBezTo>
                <a:cubicBezTo>
                  <a:pt x="244593" y="21188"/>
                  <a:pt x="244753" y="23081"/>
                  <a:pt x="244937" y="24883"/>
                </a:cubicBezTo>
                <a:cubicBezTo>
                  <a:pt x="244937" y="25245"/>
                  <a:pt x="244707" y="25583"/>
                  <a:pt x="244247" y="25898"/>
                </a:cubicBezTo>
                <a:cubicBezTo>
                  <a:pt x="243788" y="26214"/>
                  <a:pt x="243283" y="26394"/>
                  <a:pt x="242731" y="26439"/>
                </a:cubicBezTo>
                <a:cubicBezTo>
                  <a:pt x="242180" y="26485"/>
                  <a:pt x="241651" y="26417"/>
                  <a:pt x="241144" y="26237"/>
                </a:cubicBezTo>
                <a:cubicBezTo>
                  <a:pt x="240639" y="26057"/>
                  <a:pt x="240340" y="25696"/>
                  <a:pt x="240247" y="25156"/>
                </a:cubicBezTo>
                <a:cubicBezTo>
                  <a:pt x="239696" y="21548"/>
                  <a:pt x="238960" y="18595"/>
                  <a:pt x="238039" y="16296"/>
                </a:cubicBezTo>
                <a:cubicBezTo>
                  <a:pt x="237120" y="13998"/>
                  <a:pt x="235902" y="12195"/>
                  <a:pt x="234385" y="10888"/>
                </a:cubicBezTo>
                <a:cubicBezTo>
                  <a:pt x="232868" y="9579"/>
                  <a:pt x="231006" y="8678"/>
                  <a:pt x="228799" y="8182"/>
                </a:cubicBezTo>
                <a:cubicBezTo>
                  <a:pt x="226592" y="7686"/>
                  <a:pt x="223970" y="7437"/>
                  <a:pt x="220935" y="7437"/>
                </a:cubicBezTo>
                <a:cubicBezTo>
                  <a:pt x="216797" y="7437"/>
                  <a:pt x="213808" y="7866"/>
                  <a:pt x="211968" y="8723"/>
                </a:cubicBezTo>
                <a:cubicBezTo>
                  <a:pt x="210130" y="9580"/>
                  <a:pt x="209211" y="11676"/>
                  <a:pt x="209211" y="15011"/>
                </a:cubicBezTo>
                <a:lnTo>
                  <a:pt x="209211" y="75058"/>
                </a:lnTo>
                <a:close/>
                <a:moveTo>
                  <a:pt x="333445" y="75058"/>
                </a:moveTo>
                <a:cubicBezTo>
                  <a:pt x="333445" y="78034"/>
                  <a:pt x="333583" y="80356"/>
                  <a:pt x="333858" y="82025"/>
                </a:cubicBezTo>
                <a:cubicBezTo>
                  <a:pt x="334134" y="83692"/>
                  <a:pt x="334755" y="84977"/>
                  <a:pt x="335721" y="85880"/>
                </a:cubicBezTo>
                <a:cubicBezTo>
                  <a:pt x="336686" y="86781"/>
                  <a:pt x="338042" y="87434"/>
                  <a:pt x="339789" y="87840"/>
                </a:cubicBezTo>
                <a:cubicBezTo>
                  <a:pt x="341536" y="88245"/>
                  <a:pt x="343882" y="88582"/>
                  <a:pt x="346826" y="88853"/>
                </a:cubicBezTo>
                <a:cubicBezTo>
                  <a:pt x="347378" y="88944"/>
                  <a:pt x="347814" y="89237"/>
                  <a:pt x="348135" y="89733"/>
                </a:cubicBezTo>
                <a:cubicBezTo>
                  <a:pt x="348457" y="90228"/>
                  <a:pt x="348617" y="90746"/>
                  <a:pt x="348617" y="91289"/>
                </a:cubicBezTo>
                <a:cubicBezTo>
                  <a:pt x="348617" y="91829"/>
                  <a:pt x="348457" y="92324"/>
                  <a:pt x="348135" y="92774"/>
                </a:cubicBezTo>
                <a:cubicBezTo>
                  <a:pt x="347814" y="93226"/>
                  <a:pt x="347331" y="93451"/>
                  <a:pt x="346687" y="93451"/>
                </a:cubicBezTo>
                <a:cubicBezTo>
                  <a:pt x="343009" y="93451"/>
                  <a:pt x="339491" y="93271"/>
                  <a:pt x="336133" y="92911"/>
                </a:cubicBezTo>
                <a:cubicBezTo>
                  <a:pt x="332777" y="92550"/>
                  <a:pt x="329443" y="92370"/>
                  <a:pt x="326133" y="92370"/>
                </a:cubicBezTo>
                <a:cubicBezTo>
                  <a:pt x="322639" y="92370"/>
                  <a:pt x="319029" y="92550"/>
                  <a:pt x="315303" y="92911"/>
                </a:cubicBezTo>
                <a:cubicBezTo>
                  <a:pt x="311579" y="93271"/>
                  <a:pt x="308200" y="93451"/>
                  <a:pt x="305166" y="93451"/>
                </a:cubicBezTo>
                <a:cubicBezTo>
                  <a:pt x="304613" y="93451"/>
                  <a:pt x="304198" y="93226"/>
                  <a:pt x="303922" y="92774"/>
                </a:cubicBezTo>
                <a:cubicBezTo>
                  <a:pt x="303647" y="92324"/>
                  <a:pt x="303509" y="91829"/>
                  <a:pt x="303509" y="91289"/>
                </a:cubicBezTo>
                <a:cubicBezTo>
                  <a:pt x="303509" y="90746"/>
                  <a:pt x="303647" y="90228"/>
                  <a:pt x="303922" y="89733"/>
                </a:cubicBezTo>
                <a:cubicBezTo>
                  <a:pt x="304198" y="89237"/>
                  <a:pt x="304613" y="88944"/>
                  <a:pt x="305166" y="88853"/>
                </a:cubicBezTo>
                <a:cubicBezTo>
                  <a:pt x="308016" y="88582"/>
                  <a:pt x="310291" y="88245"/>
                  <a:pt x="311992" y="87840"/>
                </a:cubicBezTo>
                <a:cubicBezTo>
                  <a:pt x="313694" y="87434"/>
                  <a:pt x="315028" y="86781"/>
                  <a:pt x="315994" y="85880"/>
                </a:cubicBezTo>
                <a:cubicBezTo>
                  <a:pt x="316959" y="84977"/>
                  <a:pt x="317602" y="83692"/>
                  <a:pt x="317924" y="82025"/>
                </a:cubicBezTo>
                <a:cubicBezTo>
                  <a:pt x="318246" y="80356"/>
                  <a:pt x="318408" y="78034"/>
                  <a:pt x="318408" y="75058"/>
                </a:cubicBezTo>
                <a:lnTo>
                  <a:pt x="318408" y="15011"/>
                </a:lnTo>
                <a:cubicBezTo>
                  <a:pt x="318408" y="11676"/>
                  <a:pt x="317557" y="9580"/>
                  <a:pt x="315855" y="8723"/>
                </a:cubicBezTo>
                <a:cubicBezTo>
                  <a:pt x="314154" y="7866"/>
                  <a:pt x="311281" y="7437"/>
                  <a:pt x="307235" y="7437"/>
                </a:cubicBezTo>
                <a:cubicBezTo>
                  <a:pt x="303832" y="7437"/>
                  <a:pt x="301027" y="7686"/>
                  <a:pt x="298820" y="8182"/>
                </a:cubicBezTo>
                <a:cubicBezTo>
                  <a:pt x="296612" y="8678"/>
                  <a:pt x="294796" y="9579"/>
                  <a:pt x="293370" y="10888"/>
                </a:cubicBezTo>
                <a:cubicBezTo>
                  <a:pt x="291946" y="12195"/>
                  <a:pt x="290797" y="13976"/>
                  <a:pt x="289922" y="16230"/>
                </a:cubicBezTo>
                <a:cubicBezTo>
                  <a:pt x="289048" y="18484"/>
                  <a:pt x="288243" y="21414"/>
                  <a:pt x="287508" y="25019"/>
                </a:cubicBezTo>
                <a:cubicBezTo>
                  <a:pt x="287417" y="25560"/>
                  <a:pt x="287118" y="25920"/>
                  <a:pt x="286611" y="26101"/>
                </a:cubicBezTo>
                <a:cubicBezTo>
                  <a:pt x="286106" y="26281"/>
                  <a:pt x="285600" y="26349"/>
                  <a:pt x="285094" y="26305"/>
                </a:cubicBezTo>
                <a:cubicBezTo>
                  <a:pt x="284589" y="26260"/>
                  <a:pt x="284129" y="26102"/>
                  <a:pt x="283715" y="25832"/>
                </a:cubicBezTo>
                <a:cubicBezTo>
                  <a:pt x="283301" y="25561"/>
                  <a:pt x="283094" y="25245"/>
                  <a:pt x="283094" y="24883"/>
                </a:cubicBezTo>
                <a:cubicBezTo>
                  <a:pt x="283462" y="21548"/>
                  <a:pt x="283669" y="18145"/>
                  <a:pt x="283715" y="14674"/>
                </a:cubicBezTo>
                <a:cubicBezTo>
                  <a:pt x="283761" y="11202"/>
                  <a:pt x="283554" y="7753"/>
                  <a:pt x="283094" y="4327"/>
                </a:cubicBezTo>
                <a:cubicBezTo>
                  <a:pt x="283094" y="3336"/>
                  <a:pt x="283737" y="2659"/>
                  <a:pt x="285024" y="2299"/>
                </a:cubicBezTo>
                <a:cubicBezTo>
                  <a:pt x="286312" y="1938"/>
                  <a:pt x="287738" y="1758"/>
                  <a:pt x="289301" y="1758"/>
                </a:cubicBezTo>
                <a:lnTo>
                  <a:pt x="363103" y="1758"/>
                </a:lnTo>
                <a:cubicBezTo>
                  <a:pt x="364850" y="1758"/>
                  <a:pt x="366298" y="1916"/>
                  <a:pt x="367448" y="2233"/>
                </a:cubicBezTo>
                <a:cubicBezTo>
                  <a:pt x="368597" y="2548"/>
                  <a:pt x="369172" y="3201"/>
                  <a:pt x="369172" y="4191"/>
                </a:cubicBezTo>
                <a:cubicBezTo>
                  <a:pt x="368988" y="5274"/>
                  <a:pt x="368827" y="6604"/>
                  <a:pt x="368690" y="8182"/>
                </a:cubicBezTo>
                <a:cubicBezTo>
                  <a:pt x="368552" y="9760"/>
                  <a:pt x="368483" y="11496"/>
                  <a:pt x="368483" y="13389"/>
                </a:cubicBezTo>
                <a:cubicBezTo>
                  <a:pt x="368483" y="15282"/>
                  <a:pt x="368552" y="17220"/>
                  <a:pt x="368690" y="19204"/>
                </a:cubicBezTo>
                <a:cubicBezTo>
                  <a:pt x="368827" y="21188"/>
                  <a:pt x="368988" y="23081"/>
                  <a:pt x="369172" y="24883"/>
                </a:cubicBezTo>
                <a:cubicBezTo>
                  <a:pt x="369172" y="25245"/>
                  <a:pt x="368942" y="25583"/>
                  <a:pt x="368481" y="25898"/>
                </a:cubicBezTo>
                <a:cubicBezTo>
                  <a:pt x="368022" y="26214"/>
                  <a:pt x="367517" y="26394"/>
                  <a:pt x="366966" y="26439"/>
                </a:cubicBezTo>
                <a:cubicBezTo>
                  <a:pt x="366414" y="26485"/>
                  <a:pt x="365885" y="26417"/>
                  <a:pt x="365379" y="26237"/>
                </a:cubicBezTo>
                <a:cubicBezTo>
                  <a:pt x="364873" y="26057"/>
                  <a:pt x="364575" y="25696"/>
                  <a:pt x="364482" y="25156"/>
                </a:cubicBezTo>
                <a:cubicBezTo>
                  <a:pt x="363930" y="21548"/>
                  <a:pt x="363194" y="18595"/>
                  <a:pt x="362274" y="16296"/>
                </a:cubicBezTo>
                <a:cubicBezTo>
                  <a:pt x="361355" y="13998"/>
                  <a:pt x="360137" y="12195"/>
                  <a:pt x="358620" y="10888"/>
                </a:cubicBezTo>
                <a:cubicBezTo>
                  <a:pt x="357103" y="9579"/>
                  <a:pt x="355241" y="8678"/>
                  <a:pt x="353033" y="8182"/>
                </a:cubicBezTo>
                <a:cubicBezTo>
                  <a:pt x="350826" y="7686"/>
                  <a:pt x="348205" y="7437"/>
                  <a:pt x="345170" y="7437"/>
                </a:cubicBezTo>
                <a:cubicBezTo>
                  <a:pt x="341031" y="7437"/>
                  <a:pt x="338042" y="7866"/>
                  <a:pt x="336203" y="8723"/>
                </a:cubicBezTo>
                <a:cubicBezTo>
                  <a:pt x="334364" y="9580"/>
                  <a:pt x="333445" y="11676"/>
                  <a:pt x="333445" y="15011"/>
                </a:cubicBezTo>
                <a:lnTo>
                  <a:pt x="333445" y="75058"/>
                </a:lnTo>
                <a:close/>
                <a:moveTo>
                  <a:pt x="395906" y="76276"/>
                </a:moveTo>
                <a:cubicBezTo>
                  <a:pt x="395906" y="78530"/>
                  <a:pt x="395975" y="80424"/>
                  <a:pt x="396112" y="81957"/>
                </a:cubicBezTo>
                <a:cubicBezTo>
                  <a:pt x="396251" y="83489"/>
                  <a:pt x="396734" y="84752"/>
                  <a:pt x="397561" y="85744"/>
                </a:cubicBezTo>
                <a:cubicBezTo>
                  <a:pt x="398389" y="86735"/>
                  <a:pt x="399676" y="87502"/>
                  <a:pt x="401423" y="88042"/>
                </a:cubicBezTo>
                <a:cubicBezTo>
                  <a:pt x="403172" y="88583"/>
                  <a:pt x="405701" y="88989"/>
                  <a:pt x="409011" y="89260"/>
                </a:cubicBezTo>
                <a:cubicBezTo>
                  <a:pt x="409563" y="89349"/>
                  <a:pt x="409976" y="89597"/>
                  <a:pt x="410251" y="90003"/>
                </a:cubicBezTo>
                <a:cubicBezTo>
                  <a:pt x="410527" y="90409"/>
                  <a:pt x="410666" y="90882"/>
                  <a:pt x="410666" y="91423"/>
                </a:cubicBezTo>
                <a:cubicBezTo>
                  <a:pt x="410666" y="91874"/>
                  <a:pt x="410527" y="92302"/>
                  <a:pt x="410251" y="92708"/>
                </a:cubicBezTo>
                <a:cubicBezTo>
                  <a:pt x="409976" y="93114"/>
                  <a:pt x="409563" y="93317"/>
                  <a:pt x="409011" y="93317"/>
                </a:cubicBezTo>
                <a:cubicBezTo>
                  <a:pt x="405057" y="93317"/>
                  <a:pt x="401562" y="93159"/>
                  <a:pt x="398527" y="92842"/>
                </a:cubicBezTo>
                <a:cubicBezTo>
                  <a:pt x="395491" y="92527"/>
                  <a:pt x="392594" y="92370"/>
                  <a:pt x="389836" y="92370"/>
                </a:cubicBezTo>
                <a:cubicBezTo>
                  <a:pt x="386893" y="92370"/>
                  <a:pt x="383973" y="92527"/>
                  <a:pt x="381075" y="92842"/>
                </a:cubicBezTo>
                <a:cubicBezTo>
                  <a:pt x="378179" y="93159"/>
                  <a:pt x="375259" y="93317"/>
                  <a:pt x="372317" y="93317"/>
                </a:cubicBezTo>
                <a:cubicBezTo>
                  <a:pt x="371858" y="93317"/>
                  <a:pt x="371490" y="93114"/>
                  <a:pt x="371214" y="92708"/>
                </a:cubicBezTo>
                <a:cubicBezTo>
                  <a:pt x="370937" y="92302"/>
                  <a:pt x="370799" y="91874"/>
                  <a:pt x="370799" y="91423"/>
                </a:cubicBezTo>
                <a:cubicBezTo>
                  <a:pt x="370799" y="90882"/>
                  <a:pt x="370937" y="90409"/>
                  <a:pt x="371214" y="90003"/>
                </a:cubicBezTo>
                <a:cubicBezTo>
                  <a:pt x="371490" y="89597"/>
                  <a:pt x="371904" y="89349"/>
                  <a:pt x="372455" y="89260"/>
                </a:cubicBezTo>
                <a:cubicBezTo>
                  <a:pt x="375030" y="88989"/>
                  <a:pt x="377030" y="88583"/>
                  <a:pt x="378454" y="88042"/>
                </a:cubicBezTo>
                <a:cubicBezTo>
                  <a:pt x="379880" y="87502"/>
                  <a:pt x="380915" y="86758"/>
                  <a:pt x="381559" y="85812"/>
                </a:cubicBezTo>
                <a:cubicBezTo>
                  <a:pt x="382203" y="84864"/>
                  <a:pt x="382594" y="83692"/>
                  <a:pt x="382732" y="82295"/>
                </a:cubicBezTo>
                <a:cubicBezTo>
                  <a:pt x="382871" y="80897"/>
                  <a:pt x="382940" y="79161"/>
                  <a:pt x="382940" y="77087"/>
                </a:cubicBezTo>
                <a:lnTo>
                  <a:pt x="382940" y="57342"/>
                </a:lnTo>
                <a:cubicBezTo>
                  <a:pt x="382940" y="52924"/>
                  <a:pt x="382847" y="49431"/>
                  <a:pt x="382662" y="46861"/>
                </a:cubicBezTo>
                <a:cubicBezTo>
                  <a:pt x="382478" y="44291"/>
                  <a:pt x="382041" y="42308"/>
                  <a:pt x="381351" y="40911"/>
                </a:cubicBezTo>
                <a:cubicBezTo>
                  <a:pt x="380662" y="39514"/>
                  <a:pt x="379581" y="38589"/>
                  <a:pt x="378109" y="38138"/>
                </a:cubicBezTo>
                <a:cubicBezTo>
                  <a:pt x="376639" y="37687"/>
                  <a:pt x="374616" y="37371"/>
                  <a:pt x="372041" y="37191"/>
                </a:cubicBezTo>
                <a:cubicBezTo>
                  <a:pt x="371582" y="37191"/>
                  <a:pt x="371237" y="36966"/>
                  <a:pt x="371007" y="36516"/>
                </a:cubicBezTo>
                <a:cubicBezTo>
                  <a:pt x="370777" y="36065"/>
                  <a:pt x="370662" y="35613"/>
                  <a:pt x="370662" y="35162"/>
                </a:cubicBezTo>
                <a:cubicBezTo>
                  <a:pt x="370662" y="34712"/>
                  <a:pt x="370777" y="34262"/>
                  <a:pt x="371007" y="33810"/>
                </a:cubicBezTo>
                <a:cubicBezTo>
                  <a:pt x="371237" y="33359"/>
                  <a:pt x="371628" y="33134"/>
                  <a:pt x="372180" y="33134"/>
                </a:cubicBezTo>
                <a:cubicBezTo>
                  <a:pt x="374019" y="32953"/>
                  <a:pt x="376571" y="32750"/>
                  <a:pt x="379835" y="32525"/>
                </a:cubicBezTo>
                <a:cubicBezTo>
                  <a:pt x="383101" y="32299"/>
                  <a:pt x="386434" y="31736"/>
                  <a:pt x="389836" y="30835"/>
                </a:cubicBezTo>
                <a:cubicBezTo>
                  <a:pt x="391124" y="30474"/>
                  <a:pt x="392182" y="30430"/>
                  <a:pt x="393010" y="30701"/>
                </a:cubicBezTo>
                <a:cubicBezTo>
                  <a:pt x="393838" y="30970"/>
                  <a:pt x="394205" y="31736"/>
                  <a:pt x="394113" y="32999"/>
                </a:cubicBezTo>
                <a:lnTo>
                  <a:pt x="393837" y="41654"/>
                </a:lnTo>
                <a:cubicBezTo>
                  <a:pt x="393837" y="41834"/>
                  <a:pt x="393883" y="41947"/>
                  <a:pt x="393974" y="41993"/>
                </a:cubicBezTo>
                <a:cubicBezTo>
                  <a:pt x="394066" y="42038"/>
                  <a:pt x="394205" y="41970"/>
                  <a:pt x="394389" y="41788"/>
                </a:cubicBezTo>
                <a:cubicBezTo>
                  <a:pt x="396319" y="38002"/>
                  <a:pt x="398687" y="34983"/>
                  <a:pt x="401493" y="32729"/>
                </a:cubicBezTo>
                <a:cubicBezTo>
                  <a:pt x="404298" y="30474"/>
                  <a:pt x="408045" y="29347"/>
                  <a:pt x="412735" y="29347"/>
                </a:cubicBezTo>
                <a:cubicBezTo>
                  <a:pt x="416598" y="29347"/>
                  <a:pt x="419449" y="30316"/>
                  <a:pt x="421287" y="32254"/>
                </a:cubicBezTo>
                <a:cubicBezTo>
                  <a:pt x="423127" y="34193"/>
                  <a:pt x="424046" y="36560"/>
                  <a:pt x="424046" y="39355"/>
                </a:cubicBezTo>
                <a:cubicBezTo>
                  <a:pt x="424046" y="40888"/>
                  <a:pt x="423449" y="42286"/>
                  <a:pt x="422253" y="43549"/>
                </a:cubicBezTo>
                <a:cubicBezTo>
                  <a:pt x="421058" y="44810"/>
                  <a:pt x="419357" y="45441"/>
                  <a:pt x="417151" y="45441"/>
                </a:cubicBezTo>
                <a:cubicBezTo>
                  <a:pt x="415035" y="45441"/>
                  <a:pt x="413563" y="44945"/>
                  <a:pt x="412735" y="43953"/>
                </a:cubicBezTo>
                <a:cubicBezTo>
                  <a:pt x="411908" y="42961"/>
                  <a:pt x="411495" y="41879"/>
                  <a:pt x="411495" y="40707"/>
                </a:cubicBezTo>
                <a:cubicBezTo>
                  <a:pt x="411495" y="39445"/>
                  <a:pt x="411242" y="38454"/>
                  <a:pt x="410735" y="37733"/>
                </a:cubicBezTo>
                <a:cubicBezTo>
                  <a:pt x="410230" y="37011"/>
                  <a:pt x="409149" y="36650"/>
                  <a:pt x="407494" y="36650"/>
                </a:cubicBezTo>
                <a:cubicBezTo>
                  <a:pt x="405747" y="36650"/>
                  <a:pt x="404160" y="37213"/>
                  <a:pt x="402734" y="38340"/>
                </a:cubicBezTo>
                <a:cubicBezTo>
                  <a:pt x="401309" y="39467"/>
                  <a:pt x="400090" y="40797"/>
                  <a:pt x="399078" y="42331"/>
                </a:cubicBezTo>
                <a:cubicBezTo>
                  <a:pt x="398066" y="43864"/>
                  <a:pt x="397285" y="45442"/>
                  <a:pt x="396733" y="47065"/>
                </a:cubicBezTo>
                <a:cubicBezTo>
                  <a:pt x="396182" y="48687"/>
                  <a:pt x="395906" y="49949"/>
                  <a:pt x="395906" y="50850"/>
                </a:cubicBezTo>
                <a:lnTo>
                  <a:pt x="395906" y="76276"/>
                </a:lnTo>
                <a:close/>
                <a:moveTo>
                  <a:pt x="443333" y="58153"/>
                </a:moveTo>
                <a:cubicBezTo>
                  <a:pt x="442872" y="58153"/>
                  <a:pt x="442619" y="58311"/>
                  <a:pt x="442573" y="58628"/>
                </a:cubicBezTo>
                <a:cubicBezTo>
                  <a:pt x="442528" y="58943"/>
                  <a:pt x="442505" y="59326"/>
                  <a:pt x="442505" y="59777"/>
                </a:cubicBezTo>
                <a:cubicBezTo>
                  <a:pt x="442505" y="64466"/>
                  <a:pt x="443034" y="68433"/>
                  <a:pt x="444090" y="71678"/>
                </a:cubicBezTo>
                <a:cubicBezTo>
                  <a:pt x="445148" y="74923"/>
                  <a:pt x="446620" y="77561"/>
                  <a:pt x="448504" y="79590"/>
                </a:cubicBezTo>
                <a:cubicBezTo>
                  <a:pt x="450390" y="81618"/>
                  <a:pt x="452644" y="83083"/>
                  <a:pt x="455265" y="83985"/>
                </a:cubicBezTo>
                <a:cubicBezTo>
                  <a:pt x="457887" y="84886"/>
                  <a:pt x="460714" y="85337"/>
                  <a:pt x="463748" y="85337"/>
                </a:cubicBezTo>
                <a:cubicBezTo>
                  <a:pt x="466875" y="85337"/>
                  <a:pt x="469909" y="85089"/>
                  <a:pt x="472852" y="84594"/>
                </a:cubicBezTo>
                <a:cubicBezTo>
                  <a:pt x="475796" y="84097"/>
                  <a:pt x="478325" y="82993"/>
                  <a:pt x="480440" y="81280"/>
                </a:cubicBezTo>
                <a:cubicBezTo>
                  <a:pt x="480900" y="80919"/>
                  <a:pt x="481383" y="80785"/>
                  <a:pt x="481888" y="80875"/>
                </a:cubicBezTo>
                <a:cubicBezTo>
                  <a:pt x="482395" y="80965"/>
                  <a:pt x="482809" y="81190"/>
                  <a:pt x="483130" y="81550"/>
                </a:cubicBezTo>
                <a:cubicBezTo>
                  <a:pt x="483451" y="81911"/>
                  <a:pt x="483658" y="82317"/>
                  <a:pt x="483749" y="82768"/>
                </a:cubicBezTo>
                <a:cubicBezTo>
                  <a:pt x="483841" y="83219"/>
                  <a:pt x="483750" y="83625"/>
                  <a:pt x="483475" y="83985"/>
                </a:cubicBezTo>
                <a:cubicBezTo>
                  <a:pt x="480532" y="87771"/>
                  <a:pt x="477221" y="90386"/>
                  <a:pt x="473542" y="91829"/>
                </a:cubicBezTo>
                <a:cubicBezTo>
                  <a:pt x="469864" y="93271"/>
                  <a:pt x="465312" y="93992"/>
                  <a:pt x="459886" y="93992"/>
                </a:cubicBezTo>
                <a:cubicBezTo>
                  <a:pt x="454368" y="93992"/>
                  <a:pt x="449609" y="93181"/>
                  <a:pt x="445608" y="91559"/>
                </a:cubicBezTo>
                <a:cubicBezTo>
                  <a:pt x="441607" y="89935"/>
                  <a:pt x="438296" y="87659"/>
                  <a:pt x="435675" y="84728"/>
                </a:cubicBezTo>
                <a:cubicBezTo>
                  <a:pt x="433055" y="81798"/>
                  <a:pt x="431124" y="78372"/>
                  <a:pt x="429882" y="74451"/>
                </a:cubicBezTo>
                <a:cubicBezTo>
                  <a:pt x="428640" y="70529"/>
                  <a:pt x="428020" y="66268"/>
                  <a:pt x="428020" y="61669"/>
                </a:cubicBezTo>
                <a:cubicBezTo>
                  <a:pt x="428020" y="57252"/>
                  <a:pt x="428778" y="53060"/>
                  <a:pt x="430295" y="49094"/>
                </a:cubicBezTo>
                <a:cubicBezTo>
                  <a:pt x="431813" y="45126"/>
                  <a:pt x="433952" y="41700"/>
                  <a:pt x="436711" y="38815"/>
                </a:cubicBezTo>
                <a:cubicBezTo>
                  <a:pt x="439469" y="35930"/>
                  <a:pt x="442734" y="33631"/>
                  <a:pt x="446505" y="31918"/>
                </a:cubicBezTo>
                <a:cubicBezTo>
                  <a:pt x="450275" y="30204"/>
                  <a:pt x="454460" y="29347"/>
                  <a:pt x="459058" y="29347"/>
                </a:cubicBezTo>
                <a:cubicBezTo>
                  <a:pt x="462920" y="29347"/>
                  <a:pt x="466437" y="30001"/>
                  <a:pt x="469610" y="31309"/>
                </a:cubicBezTo>
                <a:cubicBezTo>
                  <a:pt x="472783" y="32616"/>
                  <a:pt x="475473" y="34419"/>
                  <a:pt x="477680" y="36718"/>
                </a:cubicBezTo>
                <a:cubicBezTo>
                  <a:pt x="479888" y="39017"/>
                  <a:pt x="481612" y="41767"/>
                  <a:pt x="482854" y="44968"/>
                </a:cubicBezTo>
                <a:cubicBezTo>
                  <a:pt x="484096" y="48168"/>
                  <a:pt x="484717" y="51617"/>
                  <a:pt x="484717" y="55313"/>
                </a:cubicBezTo>
                <a:cubicBezTo>
                  <a:pt x="484717" y="57206"/>
                  <a:pt x="484027" y="58153"/>
                  <a:pt x="482648" y="58153"/>
                </a:cubicBezTo>
                <a:lnTo>
                  <a:pt x="443333" y="58153"/>
                </a:lnTo>
                <a:moveTo>
                  <a:pt x="468577" y="53421"/>
                </a:moveTo>
                <a:cubicBezTo>
                  <a:pt x="469863" y="53421"/>
                  <a:pt x="470599" y="52970"/>
                  <a:pt x="470783" y="52069"/>
                </a:cubicBezTo>
                <a:cubicBezTo>
                  <a:pt x="470968" y="51167"/>
                  <a:pt x="471060" y="50084"/>
                  <a:pt x="471060" y="48821"/>
                </a:cubicBezTo>
                <a:cubicBezTo>
                  <a:pt x="471060" y="46928"/>
                  <a:pt x="470762" y="45103"/>
                  <a:pt x="470164" y="43344"/>
                </a:cubicBezTo>
                <a:cubicBezTo>
                  <a:pt x="469566" y="41586"/>
                  <a:pt x="468715" y="40031"/>
                  <a:pt x="467611" y="38678"/>
                </a:cubicBezTo>
                <a:cubicBezTo>
                  <a:pt x="466508" y="37326"/>
                  <a:pt x="465174" y="36244"/>
                  <a:pt x="463611" y="35432"/>
                </a:cubicBezTo>
                <a:cubicBezTo>
                  <a:pt x="462048" y="34621"/>
                  <a:pt x="460255" y="34215"/>
                  <a:pt x="458231" y="34215"/>
                </a:cubicBezTo>
                <a:cubicBezTo>
                  <a:pt x="455747" y="34215"/>
                  <a:pt x="453609" y="34643"/>
                  <a:pt x="451815" y="35501"/>
                </a:cubicBezTo>
                <a:cubicBezTo>
                  <a:pt x="450022" y="36358"/>
                  <a:pt x="448504" y="37485"/>
                  <a:pt x="447262" y="38883"/>
                </a:cubicBezTo>
                <a:cubicBezTo>
                  <a:pt x="446022" y="40279"/>
                  <a:pt x="445080" y="41925"/>
                  <a:pt x="444436" y="43819"/>
                </a:cubicBezTo>
                <a:cubicBezTo>
                  <a:pt x="443792" y="45712"/>
                  <a:pt x="443332" y="47695"/>
                  <a:pt x="443057" y="49768"/>
                </a:cubicBezTo>
                <a:cubicBezTo>
                  <a:pt x="442873" y="50851"/>
                  <a:pt x="442804" y="51731"/>
                  <a:pt x="442849" y="52408"/>
                </a:cubicBezTo>
                <a:cubicBezTo>
                  <a:pt x="442895" y="53083"/>
                  <a:pt x="443102" y="53421"/>
                  <a:pt x="443469" y="53421"/>
                </a:cubicBezTo>
                <a:lnTo>
                  <a:pt x="468577" y="53421"/>
                </a:lnTo>
                <a:close/>
                <a:moveTo>
                  <a:pt x="508278" y="58153"/>
                </a:moveTo>
                <a:cubicBezTo>
                  <a:pt x="507818" y="58153"/>
                  <a:pt x="507564" y="58311"/>
                  <a:pt x="507518" y="58628"/>
                </a:cubicBezTo>
                <a:cubicBezTo>
                  <a:pt x="507473" y="58943"/>
                  <a:pt x="507451" y="59326"/>
                  <a:pt x="507451" y="59777"/>
                </a:cubicBezTo>
                <a:cubicBezTo>
                  <a:pt x="507451" y="64466"/>
                  <a:pt x="507979" y="68433"/>
                  <a:pt x="509036" y="71678"/>
                </a:cubicBezTo>
                <a:cubicBezTo>
                  <a:pt x="510094" y="74923"/>
                  <a:pt x="511565" y="77561"/>
                  <a:pt x="513450" y="79590"/>
                </a:cubicBezTo>
                <a:cubicBezTo>
                  <a:pt x="515336" y="81618"/>
                  <a:pt x="517589" y="83083"/>
                  <a:pt x="520211" y="83985"/>
                </a:cubicBezTo>
                <a:cubicBezTo>
                  <a:pt x="522832" y="84886"/>
                  <a:pt x="525659" y="85337"/>
                  <a:pt x="528693" y="85337"/>
                </a:cubicBezTo>
                <a:cubicBezTo>
                  <a:pt x="531820" y="85337"/>
                  <a:pt x="534854" y="85089"/>
                  <a:pt x="537797" y="84594"/>
                </a:cubicBezTo>
                <a:cubicBezTo>
                  <a:pt x="540741" y="84097"/>
                  <a:pt x="543270" y="82993"/>
                  <a:pt x="545385" y="81280"/>
                </a:cubicBezTo>
                <a:cubicBezTo>
                  <a:pt x="545845" y="80919"/>
                  <a:pt x="546328" y="80785"/>
                  <a:pt x="546833" y="80875"/>
                </a:cubicBezTo>
                <a:cubicBezTo>
                  <a:pt x="547340" y="80965"/>
                  <a:pt x="547754" y="81190"/>
                  <a:pt x="548075" y="81550"/>
                </a:cubicBezTo>
                <a:cubicBezTo>
                  <a:pt x="548397" y="81911"/>
                  <a:pt x="548603" y="82317"/>
                  <a:pt x="548694" y="82768"/>
                </a:cubicBezTo>
                <a:cubicBezTo>
                  <a:pt x="548787" y="83219"/>
                  <a:pt x="548695" y="83625"/>
                  <a:pt x="548420" y="83985"/>
                </a:cubicBezTo>
                <a:cubicBezTo>
                  <a:pt x="545478" y="87771"/>
                  <a:pt x="542167" y="90386"/>
                  <a:pt x="538487" y="91829"/>
                </a:cubicBezTo>
                <a:cubicBezTo>
                  <a:pt x="534809" y="93271"/>
                  <a:pt x="530257" y="93992"/>
                  <a:pt x="524831" y="93992"/>
                </a:cubicBezTo>
                <a:cubicBezTo>
                  <a:pt x="519313" y="93992"/>
                  <a:pt x="514554" y="93181"/>
                  <a:pt x="510553" y="91559"/>
                </a:cubicBezTo>
                <a:cubicBezTo>
                  <a:pt x="506553" y="89935"/>
                  <a:pt x="503242" y="87659"/>
                  <a:pt x="500620" y="84728"/>
                </a:cubicBezTo>
                <a:cubicBezTo>
                  <a:pt x="498000" y="81798"/>
                  <a:pt x="496070" y="78372"/>
                  <a:pt x="494828" y="74451"/>
                </a:cubicBezTo>
                <a:cubicBezTo>
                  <a:pt x="493586" y="70529"/>
                  <a:pt x="492965" y="66268"/>
                  <a:pt x="492965" y="61669"/>
                </a:cubicBezTo>
                <a:cubicBezTo>
                  <a:pt x="492965" y="57252"/>
                  <a:pt x="493723" y="53060"/>
                  <a:pt x="495240" y="49094"/>
                </a:cubicBezTo>
                <a:cubicBezTo>
                  <a:pt x="496759" y="45126"/>
                  <a:pt x="498897" y="41700"/>
                  <a:pt x="501656" y="38815"/>
                </a:cubicBezTo>
                <a:cubicBezTo>
                  <a:pt x="504415" y="35930"/>
                  <a:pt x="507679" y="33631"/>
                  <a:pt x="511450" y="31918"/>
                </a:cubicBezTo>
                <a:cubicBezTo>
                  <a:pt x="515221" y="30204"/>
                  <a:pt x="519405" y="29347"/>
                  <a:pt x="524004" y="29347"/>
                </a:cubicBezTo>
                <a:cubicBezTo>
                  <a:pt x="527865" y="29347"/>
                  <a:pt x="531383" y="30001"/>
                  <a:pt x="534555" y="31309"/>
                </a:cubicBezTo>
                <a:cubicBezTo>
                  <a:pt x="537728" y="32616"/>
                  <a:pt x="540418" y="34419"/>
                  <a:pt x="542626" y="36718"/>
                </a:cubicBezTo>
                <a:cubicBezTo>
                  <a:pt x="544833" y="39017"/>
                  <a:pt x="546558" y="41767"/>
                  <a:pt x="547799" y="44968"/>
                </a:cubicBezTo>
                <a:cubicBezTo>
                  <a:pt x="549041" y="48168"/>
                  <a:pt x="549662" y="51617"/>
                  <a:pt x="549662" y="55313"/>
                </a:cubicBezTo>
                <a:cubicBezTo>
                  <a:pt x="549662" y="57206"/>
                  <a:pt x="548973" y="58153"/>
                  <a:pt x="547593" y="58153"/>
                </a:cubicBezTo>
                <a:lnTo>
                  <a:pt x="508278" y="58153"/>
                </a:lnTo>
                <a:moveTo>
                  <a:pt x="533522" y="53421"/>
                </a:moveTo>
                <a:cubicBezTo>
                  <a:pt x="534809" y="53421"/>
                  <a:pt x="535544" y="52970"/>
                  <a:pt x="535728" y="52069"/>
                </a:cubicBezTo>
                <a:cubicBezTo>
                  <a:pt x="535913" y="51167"/>
                  <a:pt x="536006" y="50084"/>
                  <a:pt x="536006" y="48821"/>
                </a:cubicBezTo>
                <a:cubicBezTo>
                  <a:pt x="536006" y="46928"/>
                  <a:pt x="535707" y="45103"/>
                  <a:pt x="535109" y="43344"/>
                </a:cubicBezTo>
                <a:cubicBezTo>
                  <a:pt x="534511" y="41586"/>
                  <a:pt x="533660" y="40031"/>
                  <a:pt x="532556" y="38678"/>
                </a:cubicBezTo>
                <a:cubicBezTo>
                  <a:pt x="531453" y="37326"/>
                  <a:pt x="530120" y="36244"/>
                  <a:pt x="528556" y="35432"/>
                </a:cubicBezTo>
                <a:cubicBezTo>
                  <a:pt x="526993" y="34621"/>
                  <a:pt x="525200" y="34215"/>
                  <a:pt x="523176" y="34215"/>
                </a:cubicBezTo>
                <a:cubicBezTo>
                  <a:pt x="520693" y="34215"/>
                  <a:pt x="518554" y="34643"/>
                  <a:pt x="516761" y="35501"/>
                </a:cubicBezTo>
                <a:cubicBezTo>
                  <a:pt x="514967" y="36358"/>
                  <a:pt x="513450" y="37485"/>
                  <a:pt x="512208" y="38883"/>
                </a:cubicBezTo>
                <a:cubicBezTo>
                  <a:pt x="510967" y="40279"/>
                  <a:pt x="510025" y="41925"/>
                  <a:pt x="509381" y="43819"/>
                </a:cubicBezTo>
                <a:cubicBezTo>
                  <a:pt x="508737" y="45712"/>
                  <a:pt x="508277" y="47695"/>
                  <a:pt x="508002" y="49768"/>
                </a:cubicBezTo>
                <a:cubicBezTo>
                  <a:pt x="507818" y="50851"/>
                  <a:pt x="507749" y="51731"/>
                  <a:pt x="507794" y="52408"/>
                </a:cubicBezTo>
                <a:cubicBezTo>
                  <a:pt x="507840" y="53083"/>
                  <a:pt x="508047" y="53421"/>
                  <a:pt x="508415" y="53421"/>
                </a:cubicBezTo>
                <a:lnTo>
                  <a:pt x="533522" y="534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2" cap="flat">
            <a:solidFill>
              <a:srgbClr val="000000"/>
            </a:solidFill>
            <a:miter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EFD966-7B0D-477F-9C70-F9550AE7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912" y="4554596"/>
            <a:ext cx="837532" cy="325160"/>
          </a:xfrm>
          <a:custGeom xmlns:a="http://schemas.openxmlformats.org/drawingml/2006/main">
            <a:pathLst>
              <a:path w="837532" h="325160">
                <a:moveTo>
                  <a:pt x="0" y="23002"/>
                </a:moveTo>
                <a:cubicBezTo>
                  <a:pt x="0" y="10298"/>
                  <a:pt x="10299" y="0"/>
                  <a:pt x="23001" y="0"/>
                </a:cubicBezTo>
                <a:lnTo>
                  <a:pt x="814531" y="0"/>
                </a:lnTo>
                <a:cubicBezTo>
                  <a:pt x="827235" y="0"/>
                  <a:pt x="837532" y="10298"/>
                  <a:pt x="837532" y="23002"/>
                </a:cubicBezTo>
                <a:lnTo>
                  <a:pt x="837532" y="302158"/>
                </a:lnTo>
                <a:cubicBezTo>
                  <a:pt x="837532" y="314861"/>
                  <a:pt x="827235" y="325160"/>
                  <a:pt x="814531" y="325160"/>
                </a:cubicBezTo>
                <a:lnTo>
                  <a:pt x="23001" y="325160"/>
                </a:lnTo>
                <a:cubicBezTo>
                  <a:pt x="10299" y="325160"/>
                  <a:pt x="0" y="314861"/>
                  <a:pt x="0" y="302158"/>
                </a:cubicBezTo>
                <a:lnTo>
                  <a:pt x="0" y="23002"/>
                </a:lnTo>
                <a:close/>
              </a:path>
            </a:pathLst>
          </a:custGeom>
          <a:solidFill xmlns:a="http://schemas.openxmlformats.org/drawingml/2006/main">
            <a:srgbClr val="CAEEFB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196FD-0D9F-4FDE-9109-699B9093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912" y="4554596"/>
            <a:ext cx="837533" cy="325160"/>
          </a:xfrm>
          <a:custGeom xmlns:a="http://schemas.openxmlformats.org/drawingml/2006/main">
            <a:pathLst>
              <a:path w="837533" h="325160" fill="none">
                <a:moveTo>
                  <a:pt x="0" y="23002"/>
                </a:moveTo>
                <a:cubicBezTo>
                  <a:pt x="0" y="10298"/>
                  <a:pt x="10298" y="0"/>
                  <a:pt x="23002" y="0"/>
                </a:cubicBezTo>
                <a:lnTo>
                  <a:pt x="814531" y="0"/>
                </a:lnTo>
                <a:cubicBezTo>
                  <a:pt x="827235" y="0"/>
                  <a:pt x="837533" y="10298"/>
                  <a:pt x="837533" y="23002"/>
                </a:cubicBezTo>
                <a:lnTo>
                  <a:pt x="837533" y="302158"/>
                </a:lnTo>
                <a:cubicBezTo>
                  <a:pt x="837533" y="314861"/>
                  <a:pt x="827235" y="325160"/>
                  <a:pt x="814531" y="325160"/>
                </a:cubicBezTo>
                <a:lnTo>
                  <a:pt x="23002" y="325160"/>
                </a:lnTo>
                <a:cubicBezTo>
                  <a:pt x="10298" y="325160"/>
                  <a:pt x="0" y="314861"/>
                  <a:pt x="0" y="302158"/>
                </a:cubicBezTo>
                <a:lnTo>
                  <a:pt x="0" y="230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35" cap="flat">
            <a:solidFill>
              <a:srgbClr val="7F7F7F"/>
            </a:solidFill>
            <a:miter/>
          </a:ln>
        </p:spPr>
      </p:sp>
      <p:sp>
        <p:nvSpPr>
          <p:cNvPr id="652" name="Text ①">
            <a:extLst xmlns:a="http://schemas.openxmlformats.org/drawingml/2006/main">
              <a:ext uri="{FF2B5EF4-FFF2-40B4-BE49-F238E27FC236}">
                <a16:creationId xmlns:a16="http://schemas.microsoft.com/office/drawing/2014/main" id="{E5676493-C31E-4F11-9545-192B3322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376" y="4641348"/>
            <a:ext cx="152159" cy="149175"/>
          </a:xfrm>
          <a:custGeom xmlns:a="http://schemas.openxmlformats.org/drawingml/2006/main">
            <a:pathLst>
              <a:path w="152159" h="149175">
                <a:moveTo>
                  <a:pt x="0" y="74621"/>
                </a:moveTo>
                <a:cubicBezTo>
                  <a:pt x="0" y="67753"/>
                  <a:pt x="909" y="61138"/>
                  <a:pt x="2728" y="54777"/>
                </a:cubicBezTo>
                <a:cubicBezTo>
                  <a:pt x="4547" y="48415"/>
                  <a:pt x="7095" y="42472"/>
                  <a:pt x="10373" y="36947"/>
                </a:cubicBezTo>
                <a:cubicBezTo>
                  <a:pt x="13651" y="31422"/>
                  <a:pt x="17614" y="26392"/>
                  <a:pt x="22261" y="21858"/>
                </a:cubicBezTo>
                <a:cubicBezTo>
                  <a:pt x="26909" y="17323"/>
                  <a:pt x="32039" y="13438"/>
                  <a:pt x="37652" y="10203"/>
                </a:cubicBezTo>
                <a:cubicBezTo>
                  <a:pt x="43265" y="6967"/>
                  <a:pt x="49316" y="4457"/>
                  <a:pt x="55805" y="2674"/>
                </a:cubicBezTo>
                <a:cubicBezTo>
                  <a:pt x="62294" y="891"/>
                  <a:pt x="69041" y="0"/>
                  <a:pt x="76046" y="0"/>
                </a:cubicBezTo>
                <a:cubicBezTo>
                  <a:pt x="83051" y="0"/>
                  <a:pt x="89798" y="891"/>
                  <a:pt x="96286" y="2674"/>
                </a:cubicBezTo>
                <a:cubicBezTo>
                  <a:pt x="102775" y="4457"/>
                  <a:pt x="108837" y="6967"/>
                  <a:pt x="114473" y="10203"/>
                </a:cubicBezTo>
                <a:cubicBezTo>
                  <a:pt x="120108" y="13438"/>
                  <a:pt x="125239" y="17323"/>
                  <a:pt x="129864" y="21858"/>
                </a:cubicBezTo>
                <a:cubicBezTo>
                  <a:pt x="134489" y="26392"/>
                  <a:pt x="138452" y="31422"/>
                  <a:pt x="141752" y="36947"/>
                </a:cubicBezTo>
                <a:cubicBezTo>
                  <a:pt x="145053" y="42472"/>
                  <a:pt x="147612" y="48415"/>
                  <a:pt x="149431" y="54777"/>
                </a:cubicBezTo>
                <a:cubicBezTo>
                  <a:pt x="151249" y="61138"/>
                  <a:pt x="152159" y="67753"/>
                  <a:pt x="152159" y="74621"/>
                </a:cubicBezTo>
                <a:cubicBezTo>
                  <a:pt x="152159" y="81488"/>
                  <a:pt x="151249" y="88103"/>
                  <a:pt x="149431" y="94464"/>
                </a:cubicBezTo>
                <a:cubicBezTo>
                  <a:pt x="147612" y="100826"/>
                  <a:pt x="145053" y="106758"/>
                  <a:pt x="141752" y="112261"/>
                </a:cubicBezTo>
                <a:cubicBezTo>
                  <a:pt x="138452" y="117764"/>
                  <a:pt x="134489" y="122794"/>
                  <a:pt x="129864" y="127350"/>
                </a:cubicBezTo>
                <a:cubicBezTo>
                  <a:pt x="125239" y="131907"/>
                  <a:pt x="120108" y="135792"/>
                  <a:pt x="114473" y="139006"/>
                </a:cubicBezTo>
                <a:cubicBezTo>
                  <a:pt x="108837" y="142219"/>
                  <a:pt x="102775" y="144718"/>
                  <a:pt x="96286" y="146501"/>
                </a:cubicBezTo>
                <a:cubicBezTo>
                  <a:pt x="89798" y="148284"/>
                  <a:pt x="83051" y="149175"/>
                  <a:pt x="76046" y="149175"/>
                </a:cubicBezTo>
                <a:cubicBezTo>
                  <a:pt x="69041" y="149175"/>
                  <a:pt x="62294" y="148284"/>
                  <a:pt x="55805" y="146501"/>
                </a:cubicBezTo>
                <a:cubicBezTo>
                  <a:pt x="49316" y="144718"/>
                  <a:pt x="43265" y="142219"/>
                  <a:pt x="37652" y="139006"/>
                </a:cubicBezTo>
                <a:cubicBezTo>
                  <a:pt x="32039" y="135792"/>
                  <a:pt x="26909" y="131907"/>
                  <a:pt x="22261" y="127350"/>
                </a:cubicBezTo>
                <a:cubicBezTo>
                  <a:pt x="17614" y="122794"/>
                  <a:pt x="13651" y="117764"/>
                  <a:pt x="10373" y="112261"/>
                </a:cubicBezTo>
                <a:cubicBezTo>
                  <a:pt x="7095" y="106758"/>
                  <a:pt x="4547" y="100826"/>
                  <a:pt x="2728" y="94464"/>
                </a:cubicBezTo>
                <a:cubicBezTo>
                  <a:pt x="909" y="88103"/>
                  <a:pt x="0" y="81488"/>
                  <a:pt x="0" y="74621"/>
                </a:cubicBezTo>
                <a:moveTo>
                  <a:pt x="6062" y="74621"/>
                </a:moveTo>
                <a:cubicBezTo>
                  <a:pt x="6062" y="81004"/>
                  <a:pt x="6893" y="87145"/>
                  <a:pt x="8554" y="93045"/>
                </a:cubicBezTo>
                <a:cubicBezTo>
                  <a:pt x="10216" y="98944"/>
                  <a:pt x="12562" y="104458"/>
                  <a:pt x="15593" y="109587"/>
                </a:cubicBezTo>
                <a:cubicBezTo>
                  <a:pt x="18624" y="114715"/>
                  <a:pt x="22273" y="119393"/>
                  <a:pt x="26539" y="123619"/>
                </a:cubicBezTo>
                <a:cubicBezTo>
                  <a:pt x="30804" y="127846"/>
                  <a:pt x="35531" y="131456"/>
                  <a:pt x="40717" y="134449"/>
                </a:cubicBezTo>
                <a:cubicBezTo>
                  <a:pt x="45904" y="137443"/>
                  <a:pt x="51472" y="139765"/>
                  <a:pt x="57422" y="141416"/>
                </a:cubicBezTo>
                <a:cubicBezTo>
                  <a:pt x="63371" y="143067"/>
                  <a:pt x="69579" y="143892"/>
                  <a:pt x="76046" y="143892"/>
                </a:cubicBezTo>
                <a:cubicBezTo>
                  <a:pt x="82467" y="143892"/>
                  <a:pt x="88664" y="143067"/>
                  <a:pt x="94636" y="141416"/>
                </a:cubicBezTo>
                <a:cubicBezTo>
                  <a:pt x="100608" y="139765"/>
                  <a:pt x="106188" y="137443"/>
                  <a:pt x="111374" y="134449"/>
                </a:cubicBezTo>
                <a:cubicBezTo>
                  <a:pt x="116561" y="131456"/>
                  <a:pt x="121287" y="127846"/>
                  <a:pt x="125553" y="123619"/>
                </a:cubicBezTo>
                <a:cubicBezTo>
                  <a:pt x="129819" y="119393"/>
                  <a:pt x="133478" y="114715"/>
                  <a:pt x="136532" y="109587"/>
                </a:cubicBezTo>
                <a:cubicBezTo>
                  <a:pt x="139585" y="104458"/>
                  <a:pt x="141943" y="98944"/>
                  <a:pt x="143604" y="93045"/>
                </a:cubicBezTo>
                <a:cubicBezTo>
                  <a:pt x="145266" y="87145"/>
                  <a:pt x="146097" y="81004"/>
                  <a:pt x="146097" y="74621"/>
                </a:cubicBezTo>
                <a:cubicBezTo>
                  <a:pt x="146097" y="68237"/>
                  <a:pt x="145266" y="62096"/>
                  <a:pt x="143604" y="56197"/>
                </a:cubicBezTo>
                <a:cubicBezTo>
                  <a:pt x="141943" y="50297"/>
                  <a:pt x="139585" y="44772"/>
                  <a:pt x="136532" y="39622"/>
                </a:cubicBezTo>
                <a:cubicBezTo>
                  <a:pt x="133478" y="34471"/>
                  <a:pt x="129819" y="29793"/>
                  <a:pt x="125553" y="25589"/>
                </a:cubicBezTo>
                <a:cubicBezTo>
                  <a:pt x="121287" y="21385"/>
                  <a:pt x="116561" y="17775"/>
                  <a:pt x="111374" y="14759"/>
                </a:cubicBezTo>
                <a:cubicBezTo>
                  <a:pt x="106188" y="11743"/>
                  <a:pt x="100608" y="9410"/>
                  <a:pt x="94636" y="7759"/>
                </a:cubicBezTo>
                <a:cubicBezTo>
                  <a:pt x="88664" y="6108"/>
                  <a:pt x="82467" y="5283"/>
                  <a:pt x="76046" y="5283"/>
                </a:cubicBezTo>
                <a:cubicBezTo>
                  <a:pt x="69579" y="5283"/>
                  <a:pt x="63371" y="6108"/>
                  <a:pt x="57422" y="7759"/>
                </a:cubicBezTo>
                <a:cubicBezTo>
                  <a:pt x="51472" y="9410"/>
                  <a:pt x="45904" y="11743"/>
                  <a:pt x="40717" y="14759"/>
                </a:cubicBezTo>
                <a:cubicBezTo>
                  <a:pt x="35531" y="17775"/>
                  <a:pt x="30804" y="21385"/>
                  <a:pt x="26539" y="25589"/>
                </a:cubicBezTo>
                <a:cubicBezTo>
                  <a:pt x="22273" y="29793"/>
                  <a:pt x="18624" y="34471"/>
                  <a:pt x="15593" y="39622"/>
                </a:cubicBezTo>
                <a:cubicBezTo>
                  <a:pt x="12562" y="44772"/>
                  <a:pt x="10216" y="50297"/>
                  <a:pt x="8554" y="56197"/>
                </a:cubicBezTo>
                <a:cubicBezTo>
                  <a:pt x="6893" y="62096"/>
                  <a:pt x="6062" y="68237"/>
                  <a:pt x="6062" y="74621"/>
                </a:cubicBezTo>
                <a:moveTo>
                  <a:pt x="82175" y="97865"/>
                </a:moveTo>
                <a:cubicBezTo>
                  <a:pt x="82175" y="99846"/>
                  <a:pt x="82287" y="101343"/>
                  <a:pt x="82512" y="102356"/>
                </a:cubicBezTo>
                <a:cubicBezTo>
                  <a:pt x="82736" y="103368"/>
                  <a:pt x="83028" y="104183"/>
                  <a:pt x="83388" y="104799"/>
                </a:cubicBezTo>
                <a:lnTo>
                  <a:pt x="83388" y="104733"/>
                </a:lnTo>
                <a:cubicBezTo>
                  <a:pt x="83702" y="105217"/>
                  <a:pt x="84061" y="105624"/>
                  <a:pt x="84465" y="105955"/>
                </a:cubicBezTo>
                <a:cubicBezTo>
                  <a:pt x="84869" y="106285"/>
                  <a:pt x="85431" y="106571"/>
                  <a:pt x="86149" y="106813"/>
                </a:cubicBezTo>
                <a:cubicBezTo>
                  <a:pt x="86868" y="107055"/>
                  <a:pt x="87788" y="107275"/>
                  <a:pt x="88911" y="107473"/>
                </a:cubicBezTo>
                <a:cubicBezTo>
                  <a:pt x="90033" y="107672"/>
                  <a:pt x="91448" y="107837"/>
                  <a:pt x="93154" y="107969"/>
                </a:cubicBezTo>
                <a:lnTo>
                  <a:pt x="93154" y="112129"/>
                </a:lnTo>
                <a:lnTo>
                  <a:pt x="59409" y="112129"/>
                </a:lnTo>
                <a:lnTo>
                  <a:pt x="59409" y="107969"/>
                </a:lnTo>
                <a:cubicBezTo>
                  <a:pt x="61878" y="107705"/>
                  <a:pt x="63843" y="107396"/>
                  <a:pt x="65302" y="107044"/>
                </a:cubicBezTo>
                <a:cubicBezTo>
                  <a:pt x="66762" y="106692"/>
                  <a:pt x="67862" y="106153"/>
                  <a:pt x="68603" y="105426"/>
                </a:cubicBezTo>
                <a:cubicBezTo>
                  <a:pt x="69344" y="104700"/>
                  <a:pt x="69815" y="103742"/>
                  <a:pt x="70017" y="102554"/>
                </a:cubicBezTo>
                <a:cubicBezTo>
                  <a:pt x="70219" y="101365"/>
                  <a:pt x="70320" y="99802"/>
                  <a:pt x="70320" y="97865"/>
                </a:cubicBezTo>
                <a:lnTo>
                  <a:pt x="70320" y="51970"/>
                </a:lnTo>
                <a:cubicBezTo>
                  <a:pt x="70320" y="49417"/>
                  <a:pt x="69490" y="48140"/>
                  <a:pt x="67828" y="48140"/>
                </a:cubicBezTo>
                <a:cubicBezTo>
                  <a:pt x="66795" y="48140"/>
                  <a:pt x="65448" y="48569"/>
                  <a:pt x="63787" y="49428"/>
                </a:cubicBezTo>
                <a:cubicBezTo>
                  <a:pt x="62125" y="50286"/>
                  <a:pt x="60217" y="51420"/>
                  <a:pt x="58061" y="52829"/>
                </a:cubicBezTo>
                <a:lnTo>
                  <a:pt x="55030" y="48008"/>
                </a:lnTo>
                <a:lnTo>
                  <a:pt x="78403" y="34801"/>
                </a:lnTo>
                <a:lnTo>
                  <a:pt x="82579" y="34801"/>
                </a:lnTo>
                <a:cubicBezTo>
                  <a:pt x="82489" y="36562"/>
                  <a:pt x="82400" y="38730"/>
                  <a:pt x="82310" y="41305"/>
                </a:cubicBezTo>
                <a:cubicBezTo>
                  <a:pt x="82220" y="43881"/>
                  <a:pt x="82175" y="46753"/>
                  <a:pt x="82175" y="49923"/>
                </a:cubicBezTo>
                <a:lnTo>
                  <a:pt x="82175" y="978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3" name="Text ①">
            <a:extLst xmlns:a="http://schemas.openxmlformats.org/drawingml/2006/main">
              <a:ext uri="{FF2B5EF4-FFF2-40B4-BE49-F238E27FC236}">
                <a16:creationId xmlns:a16="http://schemas.microsoft.com/office/drawing/2014/main" id="{CFA03253-A573-442C-9F4A-969A8592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376" y="4641348"/>
            <a:ext cx="152159" cy="149175"/>
          </a:xfrm>
          <a:custGeom xmlns:a="http://schemas.openxmlformats.org/drawingml/2006/main">
            <a:pathLst>
              <a:path w="152159" h="149175" fill="none">
                <a:moveTo>
                  <a:pt x="0" y="74621"/>
                </a:moveTo>
                <a:cubicBezTo>
                  <a:pt x="0" y="67753"/>
                  <a:pt x="909" y="61138"/>
                  <a:pt x="2728" y="54777"/>
                </a:cubicBezTo>
                <a:cubicBezTo>
                  <a:pt x="4547" y="48415"/>
                  <a:pt x="7095" y="42472"/>
                  <a:pt x="10373" y="36947"/>
                </a:cubicBezTo>
                <a:cubicBezTo>
                  <a:pt x="13651" y="31422"/>
                  <a:pt x="17614" y="26392"/>
                  <a:pt x="22261" y="21858"/>
                </a:cubicBezTo>
                <a:cubicBezTo>
                  <a:pt x="26909" y="17323"/>
                  <a:pt x="32039" y="13438"/>
                  <a:pt x="37652" y="10203"/>
                </a:cubicBezTo>
                <a:cubicBezTo>
                  <a:pt x="43265" y="6967"/>
                  <a:pt x="49316" y="4457"/>
                  <a:pt x="55805" y="2674"/>
                </a:cubicBezTo>
                <a:cubicBezTo>
                  <a:pt x="62294" y="891"/>
                  <a:pt x="69041" y="0"/>
                  <a:pt x="76046" y="0"/>
                </a:cubicBezTo>
                <a:cubicBezTo>
                  <a:pt x="83051" y="0"/>
                  <a:pt x="89798" y="891"/>
                  <a:pt x="96286" y="2674"/>
                </a:cubicBezTo>
                <a:cubicBezTo>
                  <a:pt x="102775" y="4457"/>
                  <a:pt x="108837" y="6967"/>
                  <a:pt x="114473" y="10203"/>
                </a:cubicBezTo>
                <a:cubicBezTo>
                  <a:pt x="120108" y="13438"/>
                  <a:pt x="125239" y="17323"/>
                  <a:pt x="129864" y="21858"/>
                </a:cubicBezTo>
                <a:cubicBezTo>
                  <a:pt x="134489" y="26392"/>
                  <a:pt x="138452" y="31422"/>
                  <a:pt x="141752" y="36947"/>
                </a:cubicBezTo>
                <a:cubicBezTo>
                  <a:pt x="145053" y="42472"/>
                  <a:pt x="147612" y="48415"/>
                  <a:pt x="149431" y="54777"/>
                </a:cubicBezTo>
                <a:cubicBezTo>
                  <a:pt x="151249" y="61138"/>
                  <a:pt x="152159" y="67753"/>
                  <a:pt x="152159" y="74621"/>
                </a:cubicBezTo>
                <a:cubicBezTo>
                  <a:pt x="152159" y="81488"/>
                  <a:pt x="151249" y="88103"/>
                  <a:pt x="149431" y="94464"/>
                </a:cubicBezTo>
                <a:cubicBezTo>
                  <a:pt x="147612" y="100826"/>
                  <a:pt x="145053" y="106758"/>
                  <a:pt x="141752" y="112261"/>
                </a:cubicBezTo>
                <a:cubicBezTo>
                  <a:pt x="138452" y="117764"/>
                  <a:pt x="134489" y="122794"/>
                  <a:pt x="129864" y="127350"/>
                </a:cubicBezTo>
                <a:cubicBezTo>
                  <a:pt x="125239" y="131907"/>
                  <a:pt x="120108" y="135792"/>
                  <a:pt x="114473" y="139006"/>
                </a:cubicBezTo>
                <a:cubicBezTo>
                  <a:pt x="108837" y="142219"/>
                  <a:pt x="102775" y="144718"/>
                  <a:pt x="96286" y="146501"/>
                </a:cubicBezTo>
                <a:cubicBezTo>
                  <a:pt x="89798" y="148284"/>
                  <a:pt x="83051" y="149175"/>
                  <a:pt x="76046" y="149175"/>
                </a:cubicBezTo>
                <a:cubicBezTo>
                  <a:pt x="69041" y="149175"/>
                  <a:pt x="62294" y="148284"/>
                  <a:pt x="55805" y="146501"/>
                </a:cubicBezTo>
                <a:cubicBezTo>
                  <a:pt x="49316" y="144718"/>
                  <a:pt x="43265" y="142219"/>
                  <a:pt x="37652" y="139006"/>
                </a:cubicBezTo>
                <a:cubicBezTo>
                  <a:pt x="32039" y="135792"/>
                  <a:pt x="26909" y="131907"/>
                  <a:pt x="22261" y="127350"/>
                </a:cubicBezTo>
                <a:cubicBezTo>
                  <a:pt x="17614" y="122794"/>
                  <a:pt x="13651" y="117764"/>
                  <a:pt x="10373" y="112261"/>
                </a:cubicBezTo>
                <a:cubicBezTo>
                  <a:pt x="7095" y="106758"/>
                  <a:pt x="4547" y="100826"/>
                  <a:pt x="2728" y="94464"/>
                </a:cubicBezTo>
                <a:cubicBezTo>
                  <a:pt x="909" y="88103"/>
                  <a:pt x="0" y="81488"/>
                  <a:pt x="0" y="74621"/>
                </a:cubicBezTo>
                <a:moveTo>
                  <a:pt x="6062" y="74621"/>
                </a:moveTo>
                <a:cubicBezTo>
                  <a:pt x="6062" y="81004"/>
                  <a:pt x="6893" y="87145"/>
                  <a:pt x="8554" y="93045"/>
                </a:cubicBezTo>
                <a:cubicBezTo>
                  <a:pt x="10216" y="98944"/>
                  <a:pt x="12562" y="104458"/>
                  <a:pt x="15593" y="109587"/>
                </a:cubicBezTo>
                <a:cubicBezTo>
                  <a:pt x="18624" y="114715"/>
                  <a:pt x="22273" y="119393"/>
                  <a:pt x="26539" y="123619"/>
                </a:cubicBezTo>
                <a:cubicBezTo>
                  <a:pt x="30804" y="127846"/>
                  <a:pt x="35531" y="131456"/>
                  <a:pt x="40717" y="134449"/>
                </a:cubicBezTo>
                <a:cubicBezTo>
                  <a:pt x="45904" y="137443"/>
                  <a:pt x="51472" y="139765"/>
                  <a:pt x="57422" y="141416"/>
                </a:cubicBezTo>
                <a:cubicBezTo>
                  <a:pt x="63371" y="143067"/>
                  <a:pt x="69579" y="143892"/>
                  <a:pt x="76046" y="143892"/>
                </a:cubicBezTo>
                <a:cubicBezTo>
                  <a:pt x="82467" y="143892"/>
                  <a:pt x="88664" y="143067"/>
                  <a:pt x="94636" y="141416"/>
                </a:cubicBezTo>
                <a:cubicBezTo>
                  <a:pt x="100608" y="139765"/>
                  <a:pt x="106188" y="137443"/>
                  <a:pt x="111374" y="134449"/>
                </a:cubicBezTo>
                <a:cubicBezTo>
                  <a:pt x="116561" y="131456"/>
                  <a:pt x="121287" y="127846"/>
                  <a:pt x="125553" y="123619"/>
                </a:cubicBezTo>
                <a:cubicBezTo>
                  <a:pt x="129819" y="119393"/>
                  <a:pt x="133478" y="114715"/>
                  <a:pt x="136532" y="109587"/>
                </a:cubicBezTo>
                <a:cubicBezTo>
                  <a:pt x="139585" y="104458"/>
                  <a:pt x="141943" y="98944"/>
                  <a:pt x="143604" y="93045"/>
                </a:cubicBezTo>
                <a:cubicBezTo>
                  <a:pt x="145266" y="87145"/>
                  <a:pt x="146097" y="81004"/>
                  <a:pt x="146097" y="74621"/>
                </a:cubicBezTo>
                <a:cubicBezTo>
                  <a:pt x="146097" y="68237"/>
                  <a:pt x="145266" y="62096"/>
                  <a:pt x="143604" y="56197"/>
                </a:cubicBezTo>
                <a:cubicBezTo>
                  <a:pt x="141943" y="50297"/>
                  <a:pt x="139585" y="44772"/>
                  <a:pt x="136532" y="39622"/>
                </a:cubicBezTo>
                <a:cubicBezTo>
                  <a:pt x="133478" y="34471"/>
                  <a:pt x="129819" y="29793"/>
                  <a:pt x="125553" y="25589"/>
                </a:cubicBezTo>
                <a:cubicBezTo>
                  <a:pt x="121287" y="21385"/>
                  <a:pt x="116561" y="17775"/>
                  <a:pt x="111374" y="14759"/>
                </a:cubicBezTo>
                <a:cubicBezTo>
                  <a:pt x="106188" y="11743"/>
                  <a:pt x="100608" y="9410"/>
                  <a:pt x="94636" y="7759"/>
                </a:cubicBezTo>
                <a:cubicBezTo>
                  <a:pt x="88664" y="6108"/>
                  <a:pt x="82467" y="5283"/>
                  <a:pt x="76046" y="5283"/>
                </a:cubicBezTo>
                <a:cubicBezTo>
                  <a:pt x="69579" y="5283"/>
                  <a:pt x="63371" y="6108"/>
                  <a:pt x="57422" y="7759"/>
                </a:cubicBezTo>
                <a:cubicBezTo>
                  <a:pt x="51472" y="9410"/>
                  <a:pt x="45904" y="11743"/>
                  <a:pt x="40717" y="14759"/>
                </a:cubicBezTo>
                <a:cubicBezTo>
                  <a:pt x="35531" y="17775"/>
                  <a:pt x="30804" y="21385"/>
                  <a:pt x="26539" y="25589"/>
                </a:cubicBezTo>
                <a:cubicBezTo>
                  <a:pt x="22273" y="29793"/>
                  <a:pt x="18624" y="34471"/>
                  <a:pt x="15593" y="39622"/>
                </a:cubicBezTo>
                <a:cubicBezTo>
                  <a:pt x="12562" y="44772"/>
                  <a:pt x="10216" y="50297"/>
                  <a:pt x="8554" y="56197"/>
                </a:cubicBezTo>
                <a:cubicBezTo>
                  <a:pt x="6893" y="62096"/>
                  <a:pt x="6062" y="68237"/>
                  <a:pt x="6062" y="74621"/>
                </a:cubicBezTo>
                <a:moveTo>
                  <a:pt x="82175" y="97865"/>
                </a:moveTo>
                <a:cubicBezTo>
                  <a:pt x="82175" y="99846"/>
                  <a:pt x="82287" y="101343"/>
                  <a:pt x="82512" y="102356"/>
                </a:cubicBezTo>
                <a:cubicBezTo>
                  <a:pt x="82736" y="103368"/>
                  <a:pt x="83028" y="104183"/>
                  <a:pt x="83388" y="104799"/>
                </a:cubicBezTo>
                <a:lnTo>
                  <a:pt x="83388" y="104733"/>
                </a:lnTo>
                <a:cubicBezTo>
                  <a:pt x="83702" y="105217"/>
                  <a:pt x="84061" y="105624"/>
                  <a:pt x="84465" y="105955"/>
                </a:cubicBezTo>
                <a:cubicBezTo>
                  <a:pt x="84869" y="106285"/>
                  <a:pt x="85431" y="106571"/>
                  <a:pt x="86149" y="106813"/>
                </a:cubicBezTo>
                <a:cubicBezTo>
                  <a:pt x="86868" y="107055"/>
                  <a:pt x="87788" y="107275"/>
                  <a:pt x="88911" y="107473"/>
                </a:cubicBezTo>
                <a:cubicBezTo>
                  <a:pt x="90033" y="107672"/>
                  <a:pt x="91448" y="107837"/>
                  <a:pt x="93154" y="107969"/>
                </a:cubicBezTo>
                <a:lnTo>
                  <a:pt x="93154" y="112129"/>
                </a:lnTo>
                <a:lnTo>
                  <a:pt x="59409" y="112129"/>
                </a:lnTo>
                <a:lnTo>
                  <a:pt x="59409" y="107969"/>
                </a:lnTo>
                <a:cubicBezTo>
                  <a:pt x="61878" y="107705"/>
                  <a:pt x="63843" y="107396"/>
                  <a:pt x="65302" y="107044"/>
                </a:cubicBezTo>
                <a:cubicBezTo>
                  <a:pt x="66762" y="106692"/>
                  <a:pt x="67862" y="106153"/>
                  <a:pt x="68603" y="105426"/>
                </a:cubicBezTo>
                <a:cubicBezTo>
                  <a:pt x="69344" y="104700"/>
                  <a:pt x="69815" y="103742"/>
                  <a:pt x="70017" y="102554"/>
                </a:cubicBezTo>
                <a:cubicBezTo>
                  <a:pt x="70219" y="101365"/>
                  <a:pt x="70320" y="99802"/>
                  <a:pt x="70320" y="97865"/>
                </a:cubicBezTo>
                <a:lnTo>
                  <a:pt x="70320" y="51970"/>
                </a:lnTo>
                <a:cubicBezTo>
                  <a:pt x="70320" y="49417"/>
                  <a:pt x="69490" y="48140"/>
                  <a:pt x="67828" y="48140"/>
                </a:cubicBezTo>
                <a:cubicBezTo>
                  <a:pt x="66795" y="48140"/>
                  <a:pt x="65448" y="48569"/>
                  <a:pt x="63787" y="49428"/>
                </a:cubicBezTo>
                <a:cubicBezTo>
                  <a:pt x="62125" y="50286"/>
                  <a:pt x="60217" y="51420"/>
                  <a:pt x="58061" y="52829"/>
                </a:cubicBezTo>
                <a:lnTo>
                  <a:pt x="55030" y="48008"/>
                </a:lnTo>
                <a:lnTo>
                  <a:pt x="78403" y="34801"/>
                </a:lnTo>
                <a:lnTo>
                  <a:pt x="82579" y="34801"/>
                </a:lnTo>
                <a:cubicBezTo>
                  <a:pt x="82489" y="36562"/>
                  <a:pt x="82400" y="38730"/>
                  <a:pt x="82310" y="41305"/>
                </a:cubicBezTo>
                <a:cubicBezTo>
                  <a:pt x="82220" y="43881"/>
                  <a:pt x="82175" y="46753"/>
                  <a:pt x="82175" y="49923"/>
                </a:cubicBezTo>
                <a:lnTo>
                  <a:pt x="82175" y="978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2" cap="flat">
            <a:solidFill>
              <a:srgbClr val="000000"/>
            </a:solidFill>
            <a:miter/>
          </a:ln>
        </p:spPr>
      </p:sp>
      <p:sp>
        <p:nvSpPr>
          <p:cNvPr id="654" name="Text LLM">
            <a:extLst xmlns:a="http://schemas.openxmlformats.org/drawingml/2006/main">
              <a:ext uri="{FF2B5EF4-FFF2-40B4-BE49-F238E27FC236}">
                <a16:creationId xmlns:a16="http://schemas.microsoft.com/office/drawing/2014/main" id="{BC5FF46D-1104-463E-8292-5DC762AC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071" y="4676003"/>
            <a:ext cx="214469" cy="87968"/>
          </a:xfrm>
          <a:custGeom xmlns:a="http://schemas.openxmlformats.org/drawingml/2006/main">
            <a:pathLst>
              <a:path w="214469" h="87968">
                <a:moveTo>
                  <a:pt x="47891" y="80121"/>
                </a:moveTo>
                <a:cubicBezTo>
                  <a:pt x="47891" y="81473"/>
                  <a:pt x="47834" y="82612"/>
                  <a:pt x="47722" y="83537"/>
                </a:cubicBezTo>
                <a:cubicBezTo>
                  <a:pt x="47610" y="84462"/>
                  <a:pt x="47442" y="85229"/>
                  <a:pt x="47217" y="85838"/>
                </a:cubicBezTo>
                <a:cubicBezTo>
                  <a:pt x="46993" y="86447"/>
                  <a:pt x="46712" y="86887"/>
                  <a:pt x="46375" y="87157"/>
                </a:cubicBezTo>
                <a:cubicBezTo>
                  <a:pt x="46038" y="87428"/>
                  <a:pt x="45645" y="87564"/>
                  <a:pt x="45196" y="87564"/>
                </a:cubicBezTo>
                <a:lnTo>
                  <a:pt x="5254" y="87564"/>
                </a:lnTo>
                <a:cubicBezTo>
                  <a:pt x="3772" y="87564"/>
                  <a:pt x="2526" y="87126"/>
                  <a:pt x="1516" y="86250"/>
                </a:cubicBezTo>
                <a:cubicBezTo>
                  <a:pt x="505" y="85375"/>
                  <a:pt x="0" y="83949"/>
                  <a:pt x="0" y="81973"/>
                </a:cubicBezTo>
                <a:lnTo>
                  <a:pt x="0" y="2829"/>
                </a:lnTo>
                <a:cubicBezTo>
                  <a:pt x="0" y="2380"/>
                  <a:pt x="146" y="1976"/>
                  <a:pt x="438" y="1617"/>
                </a:cubicBezTo>
                <a:cubicBezTo>
                  <a:pt x="730" y="1257"/>
                  <a:pt x="1212" y="965"/>
                  <a:pt x="1886" y="741"/>
                </a:cubicBezTo>
                <a:cubicBezTo>
                  <a:pt x="2560" y="516"/>
                  <a:pt x="3469" y="337"/>
                  <a:pt x="4614" y="202"/>
                </a:cubicBezTo>
                <a:cubicBezTo>
                  <a:pt x="5759" y="67"/>
                  <a:pt x="7185" y="0"/>
                  <a:pt x="8891" y="0"/>
                </a:cubicBezTo>
                <a:cubicBezTo>
                  <a:pt x="10642" y="0"/>
                  <a:pt x="12079" y="67"/>
                  <a:pt x="13202" y="202"/>
                </a:cubicBezTo>
                <a:cubicBezTo>
                  <a:pt x="14325" y="337"/>
                  <a:pt x="15223" y="516"/>
                  <a:pt x="15896" y="741"/>
                </a:cubicBezTo>
                <a:cubicBezTo>
                  <a:pt x="16570" y="965"/>
                  <a:pt x="17052" y="1257"/>
                  <a:pt x="17344" y="1617"/>
                </a:cubicBezTo>
                <a:cubicBezTo>
                  <a:pt x="17636" y="1974"/>
                  <a:pt x="17782" y="2378"/>
                  <a:pt x="17782" y="2827"/>
                </a:cubicBezTo>
                <a:lnTo>
                  <a:pt x="17782" y="72880"/>
                </a:lnTo>
                <a:lnTo>
                  <a:pt x="45196" y="72880"/>
                </a:lnTo>
                <a:cubicBezTo>
                  <a:pt x="45645" y="72880"/>
                  <a:pt x="46038" y="73004"/>
                  <a:pt x="46375" y="73252"/>
                </a:cubicBezTo>
                <a:cubicBezTo>
                  <a:pt x="46712" y="73501"/>
                  <a:pt x="46993" y="73907"/>
                  <a:pt x="47217" y="74471"/>
                </a:cubicBezTo>
                <a:cubicBezTo>
                  <a:pt x="47442" y="75034"/>
                  <a:pt x="47610" y="75778"/>
                  <a:pt x="47722" y="76702"/>
                </a:cubicBezTo>
                <a:cubicBezTo>
                  <a:pt x="47834" y="77627"/>
                  <a:pt x="47891" y="78767"/>
                  <a:pt x="47891" y="80121"/>
                </a:cubicBezTo>
                <a:close/>
                <a:moveTo>
                  <a:pt x="104339" y="80121"/>
                </a:moveTo>
                <a:cubicBezTo>
                  <a:pt x="104339" y="81473"/>
                  <a:pt x="104283" y="82612"/>
                  <a:pt x="104170" y="83537"/>
                </a:cubicBezTo>
                <a:cubicBezTo>
                  <a:pt x="104058" y="84462"/>
                  <a:pt x="103890" y="85229"/>
                  <a:pt x="103665" y="85838"/>
                </a:cubicBezTo>
                <a:cubicBezTo>
                  <a:pt x="103441" y="86447"/>
                  <a:pt x="103160" y="86887"/>
                  <a:pt x="102823" y="87157"/>
                </a:cubicBezTo>
                <a:cubicBezTo>
                  <a:pt x="102486" y="87428"/>
                  <a:pt x="102093" y="87564"/>
                  <a:pt x="101644" y="87564"/>
                </a:cubicBezTo>
                <a:lnTo>
                  <a:pt x="61702" y="87564"/>
                </a:lnTo>
                <a:cubicBezTo>
                  <a:pt x="60220" y="87564"/>
                  <a:pt x="58974" y="87126"/>
                  <a:pt x="57964" y="86250"/>
                </a:cubicBezTo>
                <a:cubicBezTo>
                  <a:pt x="56953" y="85375"/>
                  <a:pt x="56448" y="83949"/>
                  <a:pt x="56448" y="81973"/>
                </a:cubicBezTo>
                <a:lnTo>
                  <a:pt x="56448" y="2829"/>
                </a:lnTo>
                <a:cubicBezTo>
                  <a:pt x="56448" y="2380"/>
                  <a:pt x="56594" y="1976"/>
                  <a:pt x="56886" y="1617"/>
                </a:cubicBezTo>
                <a:cubicBezTo>
                  <a:pt x="57178" y="1257"/>
                  <a:pt x="57661" y="965"/>
                  <a:pt x="58334" y="741"/>
                </a:cubicBezTo>
                <a:cubicBezTo>
                  <a:pt x="59008" y="516"/>
                  <a:pt x="59917" y="337"/>
                  <a:pt x="61062" y="202"/>
                </a:cubicBezTo>
                <a:cubicBezTo>
                  <a:pt x="62207" y="67"/>
                  <a:pt x="63633" y="0"/>
                  <a:pt x="65339" y="0"/>
                </a:cubicBezTo>
                <a:cubicBezTo>
                  <a:pt x="67090" y="0"/>
                  <a:pt x="68527" y="67"/>
                  <a:pt x="69650" y="202"/>
                </a:cubicBezTo>
                <a:cubicBezTo>
                  <a:pt x="70773" y="337"/>
                  <a:pt x="71671" y="516"/>
                  <a:pt x="72344" y="741"/>
                </a:cubicBezTo>
                <a:cubicBezTo>
                  <a:pt x="73018" y="965"/>
                  <a:pt x="73501" y="1257"/>
                  <a:pt x="73792" y="1617"/>
                </a:cubicBezTo>
                <a:cubicBezTo>
                  <a:pt x="74084" y="1974"/>
                  <a:pt x="74230" y="2378"/>
                  <a:pt x="74230" y="2827"/>
                </a:cubicBezTo>
                <a:lnTo>
                  <a:pt x="74230" y="72880"/>
                </a:lnTo>
                <a:lnTo>
                  <a:pt x="101644" y="72880"/>
                </a:lnTo>
                <a:cubicBezTo>
                  <a:pt x="102093" y="72880"/>
                  <a:pt x="102486" y="73004"/>
                  <a:pt x="102823" y="73252"/>
                </a:cubicBezTo>
                <a:cubicBezTo>
                  <a:pt x="103160" y="73501"/>
                  <a:pt x="103441" y="73907"/>
                  <a:pt x="103665" y="74471"/>
                </a:cubicBezTo>
                <a:cubicBezTo>
                  <a:pt x="103890" y="75034"/>
                  <a:pt x="104058" y="75778"/>
                  <a:pt x="104170" y="76702"/>
                </a:cubicBezTo>
                <a:cubicBezTo>
                  <a:pt x="104283" y="77627"/>
                  <a:pt x="104339" y="78767"/>
                  <a:pt x="104339" y="80121"/>
                </a:cubicBezTo>
                <a:close/>
                <a:moveTo>
                  <a:pt x="214469" y="85139"/>
                </a:moveTo>
                <a:cubicBezTo>
                  <a:pt x="214469" y="85588"/>
                  <a:pt x="214346" y="85992"/>
                  <a:pt x="214099" y="86351"/>
                </a:cubicBezTo>
                <a:cubicBezTo>
                  <a:pt x="213852" y="86710"/>
                  <a:pt x="213403" y="87002"/>
                  <a:pt x="212751" y="87227"/>
                </a:cubicBezTo>
                <a:cubicBezTo>
                  <a:pt x="212100" y="87451"/>
                  <a:pt x="211236" y="87631"/>
                  <a:pt x="210158" y="87766"/>
                </a:cubicBezTo>
                <a:cubicBezTo>
                  <a:pt x="209081" y="87900"/>
                  <a:pt x="207711" y="87968"/>
                  <a:pt x="206049" y="87968"/>
                </a:cubicBezTo>
                <a:cubicBezTo>
                  <a:pt x="204433" y="87968"/>
                  <a:pt x="203086" y="87900"/>
                  <a:pt x="202008" y="87766"/>
                </a:cubicBezTo>
                <a:cubicBezTo>
                  <a:pt x="200930" y="87631"/>
                  <a:pt x="200077" y="87451"/>
                  <a:pt x="199449" y="87227"/>
                </a:cubicBezTo>
                <a:cubicBezTo>
                  <a:pt x="198820" y="87002"/>
                  <a:pt x="198371" y="86711"/>
                  <a:pt x="198101" y="86353"/>
                </a:cubicBezTo>
                <a:cubicBezTo>
                  <a:pt x="197832" y="85994"/>
                  <a:pt x="197697" y="85590"/>
                  <a:pt x="197697" y="85141"/>
                </a:cubicBezTo>
                <a:lnTo>
                  <a:pt x="197697" y="14280"/>
                </a:lnTo>
                <a:lnTo>
                  <a:pt x="197563" y="14280"/>
                </a:lnTo>
                <a:lnTo>
                  <a:pt x="172304" y="85071"/>
                </a:lnTo>
                <a:cubicBezTo>
                  <a:pt x="172124" y="85655"/>
                  <a:pt x="171832" y="86138"/>
                  <a:pt x="171428" y="86520"/>
                </a:cubicBezTo>
                <a:cubicBezTo>
                  <a:pt x="171024" y="86901"/>
                  <a:pt x="170474" y="87204"/>
                  <a:pt x="169778" y="87429"/>
                </a:cubicBezTo>
                <a:cubicBezTo>
                  <a:pt x="169082" y="87653"/>
                  <a:pt x="168195" y="87799"/>
                  <a:pt x="167117" y="87867"/>
                </a:cubicBezTo>
                <a:cubicBezTo>
                  <a:pt x="166040" y="87934"/>
                  <a:pt x="164737" y="87968"/>
                  <a:pt x="163211" y="87968"/>
                </a:cubicBezTo>
                <a:cubicBezTo>
                  <a:pt x="161684" y="87968"/>
                  <a:pt x="160382" y="87912"/>
                  <a:pt x="159304" y="87799"/>
                </a:cubicBezTo>
                <a:cubicBezTo>
                  <a:pt x="158226" y="87687"/>
                  <a:pt x="157339" y="87508"/>
                  <a:pt x="156643" y="87261"/>
                </a:cubicBezTo>
                <a:cubicBezTo>
                  <a:pt x="155947" y="87014"/>
                  <a:pt x="155397" y="86710"/>
                  <a:pt x="154993" y="86351"/>
                </a:cubicBezTo>
                <a:cubicBezTo>
                  <a:pt x="154589" y="85992"/>
                  <a:pt x="154320" y="85565"/>
                  <a:pt x="154185" y="85071"/>
                </a:cubicBezTo>
                <a:lnTo>
                  <a:pt x="129802" y="14280"/>
                </a:lnTo>
                <a:lnTo>
                  <a:pt x="129667" y="14280"/>
                </a:lnTo>
                <a:lnTo>
                  <a:pt x="129667" y="85141"/>
                </a:lnTo>
                <a:cubicBezTo>
                  <a:pt x="129667" y="85590"/>
                  <a:pt x="129544" y="85994"/>
                  <a:pt x="129297" y="86353"/>
                </a:cubicBezTo>
                <a:cubicBezTo>
                  <a:pt x="129050" y="86711"/>
                  <a:pt x="128589" y="87002"/>
                  <a:pt x="127916" y="87227"/>
                </a:cubicBezTo>
                <a:cubicBezTo>
                  <a:pt x="127242" y="87451"/>
                  <a:pt x="126378" y="87631"/>
                  <a:pt x="125322" y="87766"/>
                </a:cubicBezTo>
                <a:cubicBezTo>
                  <a:pt x="124267" y="87900"/>
                  <a:pt x="122909" y="87968"/>
                  <a:pt x="121247" y="87968"/>
                </a:cubicBezTo>
                <a:cubicBezTo>
                  <a:pt x="119631" y="87968"/>
                  <a:pt x="118284" y="87900"/>
                  <a:pt x="117206" y="87766"/>
                </a:cubicBezTo>
                <a:cubicBezTo>
                  <a:pt x="116128" y="87631"/>
                  <a:pt x="115264" y="87451"/>
                  <a:pt x="114613" y="87227"/>
                </a:cubicBezTo>
                <a:cubicBezTo>
                  <a:pt x="113962" y="87002"/>
                  <a:pt x="113513" y="86710"/>
                  <a:pt x="113266" y="86351"/>
                </a:cubicBezTo>
                <a:cubicBezTo>
                  <a:pt x="113019" y="85992"/>
                  <a:pt x="112895" y="85588"/>
                  <a:pt x="112895" y="85139"/>
                </a:cubicBezTo>
                <a:lnTo>
                  <a:pt x="112895" y="7477"/>
                </a:lnTo>
                <a:cubicBezTo>
                  <a:pt x="112895" y="5186"/>
                  <a:pt x="113501" y="3435"/>
                  <a:pt x="114714" y="2223"/>
                </a:cubicBezTo>
                <a:cubicBezTo>
                  <a:pt x="115926" y="1010"/>
                  <a:pt x="117543" y="404"/>
                  <a:pt x="119563" y="404"/>
                </a:cubicBezTo>
                <a:lnTo>
                  <a:pt x="131149" y="404"/>
                </a:lnTo>
                <a:cubicBezTo>
                  <a:pt x="133214" y="404"/>
                  <a:pt x="134988" y="573"/>
                  <a:pt x="136470" y="909"/>
                </a:cubicBezTo>
                <a:cubicBezTo>
                  <a:pt x="137952" y="1246"/>
                  <a:pt x="139232" y="1807"/>
                  <a:pt x="140309" y="2593"/>
                </a:cubicBezTo>
                <a:cubicBezTo>
                  <a:pt x="141387" y="3379"/>
                  <a:pt x="142285" y="4412"/>
                  <a:pt x="143004" y="5692"/>
                </a:cubicBezTo>
                <a:cubicBezTo>
                  <a:pt x="143722" y="6971"/>
                  <a:pt x="144351" y="8554"/>
                  <a:pt x="144890" y="10440"/>
                </a:cubicBezTo>
                <a:lnTo>
                  <a:pt x="163749" y="62372"/>
                </a:lnTo>
                <a:lnTo>
                  <a:pt x="164019" y="62372"/>
                </a:lnTo>
                <a:lnTo>
                  <a:pt x="183552" y="10575"/>
                </a:lnTo>
                <a:cubicBezTo>
                  <a:pt x="184136" y="8689"/>
                  <a:pt x="184776" y="7095"/>
                  <a:pt x="185472" y="5793"/>
                </a:cubicBezTo>
                <a:cubicBezTo>
                  <a:pt x="186168" y="4490"/>
                  <a:pt x="186976" y="3435"/>
                  <a:pt x="187897" y="2627"/>
                </a:cubicBezTo>
                <a:cubicBezTo>
                  <a:pt x="188817" y="1819"/>
                  <a:pt x="189906" y="1246"/>
                  <a:pt x="191164" y="909"/>
                </a:cubicBezTo>
                <a:cubicBezTo>
                  <a:pt x="192421" y="573"/>
                  <a:pt x="193880" y="404"/>
                  <a:pt x="195542" y="404"/>
                </a:cubicBezTo>
                <a:lnTo>
                  <a:pt x="207464" y="404"/>
                </a:lnTo>
                <a:cubicBezTo>
                  <a:pt x="208676" y="404"/>
                  <a:pt x="209720" y="561"/>
                  <a:pt x="210596" y="876"/>
                </a:cubicBezTo>
                <a:cubicBezTo>
                  <a:pt x="211472" y="1190"/>
                  <a:pt x="212190" y="1650"/>
                  <a:pt x="212751" y="2256"/>
                </a:cubicBezTo>
                <a:cubicBezTo>
                  <a:pt x="213313" y="2863"/>
                  <a:pt x="213739" y="3604"/>
                  <a:pt x="214031" y="4479"/>
                </a:cubicBezTo>
                <a:cubicBezTo>
                  <a:pt x="214323" y="5355"/>
                  <a:pt x="214469" y="6354"/>
                  <a:pt x="214469" y="7477"/>
                </a:cubicBezTo>
                <a:lnTo>
                  <a:pt x="214469" y="851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93350-36E3-408B-A5D3-565452F5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9637" y="4554596"/>
            <a:ext cx="748854" cy="325160"/>
          </a:xfrm>
          <a:custGeom xmlns:a="http://schemas.openxmlformats.org/drawingml/2006/main">
            <a:pathLst>
              <a:path w="748854" h="325160">
                <a:moveTo>
                  <a:pt x="0" y="23002"/>
                </a:moveTo>
                <a:cubicBezTo>
                  <a:pt x="0" y="10298"/>
                  <a:pt x="10299" y="0"/>
                  <a:pt x="23003" y="0"/>
                </a:cubicBezTo>
                <a:lnTo>
                  <a:pt x="725851" y="0"/>
                </a:lnTo>
                <a:cubicBezTo>
                  <a:pt x="738555" y="0"/>
                  <a:pt x="748854" y="10298"/>
                  <a:pt x="748854" y="23002"/>
                </a:cubicBezTo>
                <a:lnTo>
                  <a:pt x="748854" y="302158"/>
                </a:lnTo>
                <a:cubicBezTo>
                  <a:pt x="748854" y="314861"/>
                  <a:pt x="738555" y="325160"/>
                  <a:pt x="725851" y="325160"/>
                </a:cubicBezTo>
                <a:lnTo>
                  <a:pt x="23003" y="325160"/>
                </a:lnTo>
                <a:cubicBezTo>
                  <a:pt x="10299" y="325160"/>
                  <a:pt x="0" y="314861"/>
                  <a:pt x="0" y="302158"/>
                </a:cubicBezTo>
                <a:lnTo>
                  <a:pt x="0" y="23002"/>
                </a:lnTo>
                <a:close/>
              </a:path>
            </a:pathLst>
          </a:custGeom>
          <a:solidFill xmlns:a="http://schemas.openxmlformats.org/drawingml/2006/main">
            <a:srgbClr val="FDEEE6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7AE4A-FCC6-43C2-BD75-7BBE0610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9637" y="4554596"/>
            <a:ext cx="748852" cy="325160"/>
          </a:xfrm>
          <a:custGeom xmlns:a="http://schemas.openxmlformats.org/drawingml/2006/main">
            <a:pathLst>
              <a:path w="748852" h="325160" fill="none">
                <a:moveTo>
                  <a:pt x="0" y="23002"/>
                </a:moveTo>
                <a:cubicBezTo>
                  <a:pt x="0" y="10298"/>
                  <a:pt x="10298" y="0"/>
                  <a:pt x="23002" y="0"/>
                </a:cubicBezTo>
                <a:lnTo>
                  <a:pt x="725850" y="0"/>
                </a:lnTo>
                <a:cubicBezTo>
                  <a:pt x="738554" y="0"/>
                  <a:pt x="748852" y="10298"/>
                  <a:pt x="748852" y="23002"/>
                </a:cubicBezTo>
                <a:lnTo>
                  <a:pt x="748852" y="302158"/>
                </a:lnTo>
                <a:cubicBezTo>
                  <a:pt x="748852" y="314861"/>
                  <a:pt x="738554" y="325160"/>
                  <a:pt x="725850" y="325160"/>
                </a:cubicBezTo>
                <a:lnTo>
                  <a:pt x="23002" y="325160"/>
                </a:lnTo>
                <a:cubicBezTo>
                  <a:pt x="10298" y="325160"/>
                  <a:pt x="0" y="314861"/>
                  <a:pt x="0" y="302158"/>
                </a:cubicBezTo>
                <a:lnTo>
                  <a:pt x="0" y="230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35" cap="flat">
            <a:solidFill>
              <a:srgbClr val="7F7F7F"/>
            </a:solidFill>
            <a:miter/>
          </a:ln>
        </p:spPr>
      </p:sp>
      <p:sp>
        <p:nvSpPr>
          <p:cNvPr id="657" name="Text ②">
            <a:extLst xmlns:a="http://schemas.openxmlformats.org/drawingml/2006/main">
              <a:ext uri="{FF2B5EF4-FFF2-40B4-BE49-F238E27FC236}">
                <a16:creationId xmlns:a16="http://schemas.microsoft.com/office/drawing/2014/main" id="{CBC5C0FD-0361-49E2-A2DD-EAB16BB4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7119" y="4641348"/>
            <a:ext cx="152159" cy="149175"/>
          </a:xfrm>
          <a:custGeom xmlns:a="http://schemas.openxmlformats.org/drawingml/2006/main">
            <a:pathLst>
              <a:path w="152159" h="149175">
                <a:moveTo>
                  <a:pt x="0" y="74621"/>
                </a:moveTo>
                <a:cubicBezTo>
                  <a:pt x="0" y="67753"/>
                  <a:pt x="909" y="61138"/>
                  <a:pt x="2728" y="54777"/>
                </a:cubicBezTo>
                <a:cubicBezTo>
                  <a:pt x="4547" y="48415"/>
                  <a:pt x="7095" y="42472"/>
                  <a:pt x="10373" y="36947"/>
                </a:cubicBezTo>
                <a:cubicBezTo>
                  <a:pt x="13651" y="31422"/>
                  <a:pt x="17614" y="26392"/>
                  <a:pt x="22261" y="21858"/>
                </a:cubicBezTo>
                <a:cubicBezTo>
                  <a:pt x="26909" y="17323"/>
                  <a:pt x="32039" y="13438"/>
                  <a:pt x="37652" y="10203"/>
                </a:cubicBezTo>
                <a:cubicBezTo>
                  <a:pt x="43265" y="6967"/>
                  <a:pt x="49316" y="4457"/>
                  <a:pt x="55805" y="2674"/>
                </a:cubicBezTo>
                <a:cubicBezTo>
                  <a:pt x="62294" y="891"/>
                  <a:pt x="69041" y="0"/>
                  <a:pt x="76046" y="0"/>
                </a:cubicBezTo>
                <a:cubicBezTo>
                  <a:pt x="83051" y="0"/>
                  <a:pt x="89798" y="891"/>
                  <a:pt x="96286" y="2674"/>
                </a:cubicBezTo>
                <a:cubicBezTo>
                  <a:pt x="102775" y="4457"/>
                  <a:pt x="108837" y="6967"/>
                  <a:pt x="114473" y="10203"/>
                </a:cubicBezTo>
                <a:cubicBezTo>
                  <a:pt x="120108" y="13438"/>
                  <a:pt x="125239" y="17323"/>
                  <a:pt x="129864" y="21858"/>
                </a:cubicBezTo>
                <a:cubicBezTo>
                  <a:pt x="134489" y="26392"/>
                  <a:pt x="138452" y="31422"/>
                  <a:pt x="141752" y="36947"/>
                </a:cubicBezTo>
                <a:cubicBezTo>
                  <a:pt x="145053" y="42472"/>
                  <a:pt x="147612" y="48415"/>
                  <a:pt x="149431" y="54777"/>
                </a:cubicBezTo>
                <a:cubicBezTo>
                  <a:pt x="151249" y="61138"/>
                  <a:pt x="152159" y="67753"/>
                  <a:pt x="152159" y="74621"/>
                </a:cubicBezTo>
                <a:cubicBezTo>
                  <a:pt x="152159" y="81488"/>
                  <a:pt x="151249" y="88103"/>
                  <a:pt x="149431" y="94464"/>
                </a:cubicBezTo>
                <a:cubicBezTo>
                  <a:pt x="147612" y="100826"/>
                  <a:pt x="145053" y="106758"/>
                  <a:pt x="141752" y="112261"/>
                </a:cubicBezTo>
                <a:cubicBezTo>
                  <a:pt x="138452" y="117764"/>
                  <a:pt x="134489" y="122794"/>
                  <a:pt x="129864" y="127350"/>
                </a:cubicBezTo>
                <a:cubicBezTo>
                  <a:pt x="125239" y="131907"/>
                  <a:pt x="120108" y="135792"/>
                  <a:pt x="114473" y="139006"/>
                </a:cubicBezTo>
                <a:cubicBezTo>
                  <a:pt x="108837" y="142219"/>
                  <a:pt x="102775" y="144718"/>
                  <a:pt x="96286" y="146501"/>
                </a:cubicBezTo>
                <a:cubicBezTo>
                  <a:pt x="89798" y="148284"/>
                  <a:pt x="83051" y="149175"/>
                  <a:pt x="76046" y="149175"/>
                </a:cubicBezTo>
                <a:cubicBezTo>
                  <a:pt x="69041" y="149175"/>
                  <a:pt x="62294" y="148284"/>
                  <a:pt x="55805" y="146501"/>
                </a:cubicBezTo>
                <a:cubicBezTo>
                  <a:pt x="49316" y="144718"/>
                  <a:pt x="43265" y="142219"/>
                  <a:pt x="37652" y="139006"/>
                </a:cubicBezTo>
                <a:cubicBezTo>
                  <a:pt x="32039" y="135792"/>
                  <a:pt x="26909" y="131907"/>
                  <a:pt x="22261" y="127350"/>
                </a:cubicBezTo>
                <a:cubicBezTo>
                  <a:pt x="17614" y="122794"/>
                  <a:pt x="13651" y="117764"/>
                  <a:pt x="10373" y="112261"/>
                </a:cubicBezTo>
                <a:cubicBezTo>
                  <a:pt x="7095" y="106758"/>
                  <a:pt x="4547" y="100826"/>
                  <a:pt x="2728" y="94464"/>
                </a:cubicBezTo>
                <a:cubicBezTo>
                  <a:pt x="909" y="88103"/>
                  <a:pt x="0" y="81488"/>
                  <a:pt x="0" y="74621"/>
                </a:cubicBezTo>
                <a:moveTo>
                  <a:pt x="6062" y="74621"/>
                </a:moveTo>
                <a:cubicBezTo>
                  <a:pt x="6062" y="81004"/>
                  <a:pt x="6893" y="87145"/>
                  <a:pt x="8554" y="93045"/>
                </a:cubicBezTo>
                <a:cubicBezTo>
                  <a:pt x="10216" y="98944"/>
                  <a:pt x="12562" y="104458"/>
                  <a:pt x="15593" y="109587"/>
                </a:cubicBezTo>
                <a:cubicBezTo>
                  <a:pt x="18624" y="114715"/>
                  <a:pt x="22273" y="119393"/>
                  <a:pt x="26539" y="123619"/>
                </a:cubicBezTo>
                <a:cubicBezTo>
                  <a:pt x="30804" y="127846"/>
                  <a:pt x="35531" y="131456"/>
                  <a:pt x="40717" y="134449"/>
                </a:cubicBezTo>
                <a:cubicBezTo>
                  <a:pt x="45904" y="137443"/>
                  <a:pt x="51472" y="139765"/>
                  <a:pt x="57422" y="141416"/>
                </a:cubicBezTo>
                <a:cubicBezTo>
                  <a:pt x="63371" y="143067"/>
                  <a:pt x="69579" y="143892"/>
                  <a:pt x="76046" y="143892"/>
                </a:cubicBezTo>
                <a:cubicBezTo>
                  <a:pt x="82467" y="143892"/>
                  <a:pt x="88664" y="143067"/>
                  <a:pt x="94636" y="141416"/>
                </a:cubicBezTo>
                <a:cubicBezTo>
                  <a:pt x="100608" y="139765"/>
                  <a:pt x="106188" y="137443"/>
                  <a:pt x="111374" y="134449"/>
                </a:cubicBezTo>
                <a:cubicBezTo>
                  <a:pt x="116561" y="131456"/>
                  <a:pt x="121287" y="127846"/>
                  <a:pt x="125553" y="123619"/>
                </a:cubicBezTo>
                <a:cubicBezTo>
                  <a:pt x="129819" y="119393"/>
                  <a:pt x="133478" y="114715"/>
                  <a:pt x="136532" y="109587"/>
                </a:cubicBezTo>
                <a:cubicBezTo>
                  <a:pt x="139585" y="104458"/>
                  <a:pt x="141943" y="98944"/>
                  <a:pt x="143604" y="93045"/>
                </a:cubicBezTo>
                <a:cubicBezTo>
                  <a:pt x="145266" y="87145"/>
                  <a:pt x="146097" y="81004"/>
                  <a:pt x="146097" y="74621"/>
                </a:cubicBezTo>
                <a:cubicBezTo>
                  <a:pt x="146097" y="68237"/>
                  <a:pt x="145266" y="62096"/>
                  <a:pt x="143604" y="56197"/>
                </a:cubicBezTo>
                <a:cubicBezTo>
                  <a:pt x="141943" y="50297"/>
                  <a:pt x="139585" y="44772"/>
                  <a:pt x="136532" y="39622"/>
                </a:cubicBezTo>
                <a:cubicBezTo>
                  <a:pt x="133478" y="34471"/>
                  <a:pt x="129819" y="29793"/>
                  <a:pt x="125553" y="25589"/>
                </a:cubicBezTo>
                <a:cubicBezTo>
                  <a:pt x="121287" y="21385"/>
                  <a:pt x="116561" y="17775"/>
                  <a:pt x="111374" y="14759"/>
                </a:cubicBezTo>
                <a:cubicBezTo>
                  <a:pt x="106188" y="11743"/>
                  <a:pt x="100608" y="9410"/>
                  <a:pt x="94636" y="7759"/>
                </a:cubicBezTo>
                <a:cubicBezTo>
                  <a:pt x="88664" y="6108"/>
                  <a:pt x="82467" y="5283"/>
                  <a:pt x="76046" y="5283"/>
                </a:cubicBezTo>
                <a:cubicBezTo>
                  <a:pt x="69579" y="5283"/>
                  <a:pt x="63371" y="6108"/>
                  <a:pt x="57422" y="7759"/>
                </a:cubicBezTo>
                <a:cubicBezTo>
                  <a:pt x="51472" y="9410"/>
                  <a:pt x="45904" y="11743"/>
                  <a:pt x="40717" y="14759"/>
                </a:cubicBezTo>
                <a:cubicBezTo>
                  <a:pt x="35531" y="17775"/>
                  <a:pt x="30804" y="21385"/>
                  <a:pt x="26539" y="25589"/>
                </a:cubicBezTo>
                <a:cubicBezTo>
                  <a:pt x="22273" y="29793"/>
                  <a:pt x="18624" y="34471"/>
                  <a:pt x="15593" y="39622"/>
                </a:cubicBezTo>
                <a:cubicBezTo>
                  <a:pt x="12562" y="44772"/>
                  <a:pt x="10216" y="50297"/>
                  <a:pt x="8554" y="56197"/>
                </a:cubicBezTo>
                <a:cubicBezTo>
                  <a:pt x="6893" y="62096"/>
                  <a:pt x="6062" y="68237"/>
                  <a:pt x="6062" y="74621"/>
                </a:cubicBezTo>
                <a:moveTo>
                  <a:pt x="83320" y="102422"/>
                </a:moveTo>
                <a:cubicBezTo>
                  <a:pt x="85116" y="102422"/>
                  <a:pt x="86587" y="102345"/>
                  <a:pt x="87732" y="102191"/>
                </a:cubicBezTo>
                <a:cubicBezTo>
                  <a:pt x="88877" y="102037"/>
                  <a:pt x="89764" y="101717"/>
                  <a:pt x="90393" y="101233"/>
                </a:cubicBezTo>
                <a:cubicBezTo>
                  <a:pt x="90707" y="101013"/>
                  <a:pt x="90976" y="100738"/>
                  <a:pt x="91201" y="100408"/>
                </a:cubicBezTo>
                <a:cubicBezTo>
                  <a:pt x="91425" y="100077"/>
                  <a:pt x="91650" y="99681"/>
                  <a:pt x="91874" y="99219"/>
                </a:cubicBezTo>
                <a:cubicBezTo>
                  <a:pt x="92099" y="98757"/>
                  <a:pt x="92324" y="98195"/>
                  <a:pt x="92548" y="97535"/>
                </a:cubicBezTo>
                <a:cubicBezTo>
                  <a:pt x="92773" y="96875"/>
                  <a:pt x="93042" y="96082"/>
                  <a:pt x="93356" y="95158"/>
                </a:cubicBezTo>
                <a:lnTo>
                  <a:pt x="99486" y="95158"/>
                </a:lnTo>
                <a:lnTo>
                  <a:pt x="98475" y="112129"/>
                </a:lnTo>
                <a:lnTo>
                  <a:pt x="49507" y="112129"/>
                </a:lnTo>
                <a:lnTo>
                  <a:pt x="49507" y="109025"/>
                </a:lnTo>
                <a:cubicBezTo>
                  <a:pt x="50360" y="107000"/>
                  <a:pt x="51326" y="105019"/>
                  <a:pt x="52403" y="103082"/>
                </a:cubicBezTo>
                <a:cubicBezTo>
                  <a:pt x="53481" y="101145"/>
                  <a:pt x="54750" y="99131"/>
                  <a:pt x="56209" y="97040"/>
                </a:cubicBezTo>
                <a:cubicBezTo>
                  <a:pt x="57669" y="94949"/>
                  <a:pt x="59386" y="92725"/>
                  <a:pt x="61362" y="90370"/>
                </a:cubicBezTo>
                <a:cubicBezTo>
                  <a:pt x="63338" y="88015"/>
                  <a:pt x="65673" y="85406"/>
                  <a:pt x="68367" y="82545"/>
                </a:cubicBezTo>
                <a:cubicBezTo>
                  <a:pt x="72094" y="78583"/>
                  <a:pt x="75091" y="75204"/>
                  <a:pt x="77359" y="72408"/>
                </a:cubicBezTo>
                <a:cubicBezTo>
                  <a:pt x="79627" y="69613"/>
                  <a:pt x="81378" y="67170"/>
                  <a:pt x="82613" y="65078"/>
                </a:cubicBezTo>
                <a:cubicBezTo>
                  <a:pt x="83848" y="62987"/>
                  <a:pt x="84667" y="61127"/>
                  <a:pt x="85071" y="59498"/>
                </a:cubicBezTo>
                <a:cubicBezTo>
                  <a:pt x="85476" y="57869"/>
                  <a:pt x="85678" y="56197"/>
                  <a:pt x="85678" y="54480"/>
                </a:cubicBezTo>
                <a:cubicBezTo>
                  <a:pt x="85678" y="52455"/>
                  <a:pt x="85431" y="50606"/>
                  <a:pt x="84937" y="48933"/>
                </a:cubicBezTo>
                <a:cubicBezTo>
                  <a:pt x="84443" y="47260"/>
                  <a:pt x="83691" y="45807"/>
                  <a:pt x="82680" y="44574"/>
                </a:cubicBezTo>
                <a:cubicBezTo>
                  <a:pt x="81670" y="43342"/>
                  <a:pt x="80401" y="42384"/>
                  <a:pt x="78875" y="41702"/>
                </a:cubicBezTo>
                <a:cubicBezTo>
                  <a:pt x="77348" y="41019"/>
                  <a:pt x="75552" y="40678"/>
                  <a:pt x="73486" y="40678"/>
                </a:cubicBezTo>
                <a:cubicBezTo>
                  <a:pt x="66616" y="40678"/>
                  <a:pt x="61946" y="44530"/>
                  <a:pt x="59476" y="52234"/>
                </a:cubicBezTo>
                <a:lnTo>
                  <a:pt x="51258" y="52234"/>
                </a:lnTo>
                <a:lnTo>
                  <a:pt x="51258" y="41008"/>
                </a:lnTo>
                <a:cubicBezTo>
                  <a:pt x="56108" y="38807"/>
                  <a:pt x="60610" y="37222"/>
                  <a:pt x="64763" y="36254"/>
                </a:cubicBezTo>
                <a:cubicBezTo>
                  <a:pt x="68917" y="35285"/>
                  <a:pt x="72655" y="34801"/>
                  <a:pt x="75978" y="34801"/>
                </a:cubicBezTo>
                <a:cubicBezTo>
                  <a:pt x="83432" y="34801"/>
                  <a:pt x="89046" y="36331"/>
                  <a:pt x="92817" y="39390"/>
                </a:cubicBezTo>
                <a:cubicBezTo>
                  <a:pt x="96589" y="42450"/>
                  <a:pt x="98475" y="46930"/>
                  <a:pt x="98475" y="52829"/>
                </a:cubicBezTo>
                <a:cubicBezTo>
                  <a:pt x="98475" y="54766"/>
                  <a:pt x="98285" y="56571"/>
                  <a:pt x="97903" y="58244"/>
                </a:cubicBezTo>
                <a:cubicBezTo>
                  <a:pt x="97521" y="59917"/>
                  <a:pt x="96893" y="61579"/>
                  <a:pt x="96017" y="63229"/>
                </a:cubicBezTo>
                <a:cubicBezTo>
                  <a:pt x="95141" y="64880"/>
                  <a:pt x="93996" y="66586"/>
                  <a:pt x="92582" y="68347"/>
                </a:cubicBezTo>
                <a:cubicBezTo>
                  <a:pt x="91167" y="70108"/>
                  <a:pt x="89427" y="72067"/>
                  <a:pt x="87362" y="74224"/>
                </a:cubicBezTo>
                <a:lnTo>
                  <a:pt x="78201" y="83668"/>
                </a:lnTo>
                <a:cubicBezTo>
                  <a:pt x="74699" y="87233"/>
                  <a:pt x="71634" y="90557"/>
                  <a:pt x="69007" y="93639"/>
                </a:cubicBezTo>
                <a:cubicBezTo>
                  <a:pt x="66380" y="96721"/>
                  <a:pt x="64213" y="99648"/>
                  <a:pt x="62507" y="102422"/>
                </a:cubicBezTo>
                <a:lnTo>
                  <a:pt x="83320" y="102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8" name="Text ②">
            <a:extLst xmlns:a="http://schemas.openxmlformats.org/drawingml/2006/main">
              <a:ext uri="{FF2B5EF4-FFF2-40B4-BE49-F238E27FC236}">
                <a16:creationId xmlns:a16="http://schemas.microsoft.com/office/drawing/2014/main" id="{0C7972F8-C547-4569-9CCA-6B2C15CF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7119" y="4641348"/>
            <a:ext cx="152159" cy="149175"/>
          </a:xfrm>
          <a:custGeom xmlns:a="http://schemas.openxmlformats.org/drawingml/2006/main">
            <a:pathLst>
              <a:path w="152159" h="149175" fill="none">
                <a:moveTo>
                  <a:pt x="0" y="74621"/>
                </a:moveTo>
                <a:cubicBezTo>
                  <a:pt x="0" y="67753"/>
                  <a:pt x="909" y="61138"/>
                  <a:pt x="2728" y="54777"/>
                </a:cubicBezTo>
                <a:cubicBezTo>
                  <a:pt x="4547" y="48415"/>
                  <a:pt x="7095" y="42472"/>
                  <a:pt x="10373" y="36947"/>
                </a:cubicBezTo>
                <a:cubicBezTo>
                  <a:pt x="13651" y="31422"/>
                  <a:pt x="17614" y="26392"/>
                  <a:pt x="22261" y="21858"/>
                </a:cubicBezTo>
                <a:cubicBezTo>
                  <a:pt x="26909" y="17323"/>
                  <a:pt x="32039" y="13438"/>
                  <a:pt x="37652" y="10203"/>
                </a:cubicBezTo>
                <a:cubicBezTo>
                  <a:pt x="43265" y="6967"/>
                  <a:pt x="49316" y="4457"/>
                  <a:pt x="55805" y="2674"/>
                </a:cubicBezTo>
                <a:cubicBezTo>
                  <a:pt x="62294" y="891"/>
                  <a:pt x="69041" y="0"/>
                  <a:pt x="76046" y="0"/>
                </a:cubicBezTo>
                <a:cubicBezTo>
                  <a:pt x="83051" y="0"/>
                  <a:pt x="89798" y="891"/>
                  <a:pt x="96286" y="2674"/>
                </a:cubicBezTo>
                <a:cubicBezTo>
                  <a:pt x="102775" y="4457"/>
                  <a:pt x="108837" y="6967"/>
                  <a:pt x="114473" y="10203"/>
                </a:cubicBezTo>
                <a:cubicBezTo>
                  <a:pt x="120108" y="13438"/>
                  <a:pt x="125239" y="17323"/>
                  <a:pt x="129864" y="21858"/>
                </a:cubicBezTo>
                <a:cubicBezTo>
                  <a:pt x="134489" y="26392"/>
                  <a:pt x="138452" y="31422"/>
                  <a:pt x="141752" y="36947"/>
                </a:cubicBezTo>
                <a:cubicBezTo>
                  <a:pt x="145053" y="42472"/>
                  <a:pt x="147612" y="48415"/>
                  <a:pt x="149431" y="54777"/>
                </a:cubicBezTo>
                <a:cubicBezTo>
                  <a:pt x="151249" y="61138"/>
                  <a:pt x="152159" y="67753"/>
                  <a:pt x="152159" y="74621"/>
                </a:cubicBezTo>
                <a:cubicBezTo>
                  <a:pt x="152159" y="81488"/>
                  <a:pt x="151249" y="88103"/>
                  <a:pt x="149431" y="94464"/>
                </a:cubicBezTo>
                <a:cubicBezTo>
                  <a:pt x="147612" y="100826"/>
                  <a:pt x="145053" y="106758"/>
                  <a:pt x="141752" y="112261"/>
                </a:cubicBezTo>
                <a:cubicBezTo>
                  <a:pt x="138452" y="117764"/>
                  <a:pt x="134489" y="122794"/>
                  <a:pt x="129864" y="127350"/>
                </a:cubicBezTo>
                <a:cubicBezTo>
                  <a:pt x="125239" y="131907"/>
                  <a:pt x="120108" y="135792"/>
                  <a:pt x="114473" y="139006"/>
                </a:cubicBezTo>
                <a:cubicBezTo>
                  <a:pt x="108837" y="142219"/>
                  <a:pt x="102775" y="144718"/>
                  <a:pt x="96286" y="146501"/>
                </a:cubicBezTo>
                <a:cubicBezTo>
                  <a:pt x="89798" y="148284"/>
                  <a:pt x="83051" y="149175"/>
                  <a:pt x="76046" y="149175"/>
                </a:cubicBezTo>
                <a:cubicBezTo>
                  <a:pt x="69041" y="149175"/>
                  <a:pt x="62294" y="148284"/>
                  <a:pt x="55805" y="146501"/>
                </a:cubicBezTo>
                <a:cubicBezTo>
                  <a:pt x="49316" y="144718"/>
                  <a:pt x="43265" y="142219"/>
                  <a:pt x="37652" y="139006"/>
                </a:cubicBezTo>
                <a:cubicBezTo>
                  <a:pt x="32039" y="135792"/>
                  <a:pt x="26909" y="131907"/>
                  <a:pt x="22261" y="127350"/>
                </a:cubicBezTo>
                <a:cubicBezTo>
                  <a:pt x="17614" y="122794"/>
                  <a:pt x="13651" y="117764"/>
                  <a:pt x="10373" y="112261"/>
                </a:cubicBezTo>
                <a:cubicBezTo>
                  <a:pt x="7095" y="106758"/>
                  <a:pt x="4547" y="100826"/>
                  <a:pt x="2728" y="94464"/>
                </a:cubicBezTo>
                <a:cubicBezTo>
                  <a:pt x="909" y="88103"/>
                  <a:pt x="0" y="81488"/>
                  <a:pt x="0" y="74621"/>
                </a:cubicBezTo>
                <a:moveTo>
                  <a:pt x="6062" y="74621"/>
                </a:moveTo>
                <a:cubicBezTo>
                  <a:pt x="6062" y="81004"/>
                  <a:pt x="6893" y="87145"/>
                  <a:pt x="8554" y="93045"/>
                </a:cubicBezTo>
                <a:cubicBezTo>
                  <a:pt x="10216" y="98944"/>
                  <a:pt x="12562" y="104458"/>
                  <a:pt x="15593" y="109587"/>
                </a:cubicBezTo>
                <a:cubicBezTo>
                  <a:pt x="18624" y="114715"/>
                  <a:pt x="22273" y="119393"/>
                  <a:pt x="26539" y="123619"/>
                </a:cubicBezTo>
                <a:cubicBezTo>
                  <a:pt x="30804" y="127846"/>
                  <a:pt x="35531" y="131456"/>
                  <a:pt x="40717" y="134449"/>
                </a:cubicBezTo>
                <a:cubicBezTo>
                  <a:pt x="45904" y="137443"/>
                  <a:pt x="51472" y="139765"/>
                  <a:pt x="57422" y="141416"/>
                </a:cubicBezTo>
                <a:cubicBezTo>
                  <a:pt x="63371" y="143067"/>
                  <a:pt x="69579" y="143892"/>
                  <a:pt x="76046" y="143892"/>
                </a:cubicBezTo>
                <a:cubicBezTo>
                  <a:pt x="82467" y="143892"/>
                  <a:pt x="88664" y="143067"/>
                  <a:pt x="94636" y="141416"/>
                </a:cubicBezTo>
                <a:cubicBezTo>
                  <a:pt x="100608" y="139765"/>
                  <a:pt x="106188" y="137443"/>
                  <a:pt x="111374" y="134449"/>
                </a:cubicBezTo>
                <a:cubicBezTo>
                  <a:pt x="116561" y="131456"/>
                  <a:pt x="121287" y="127846"/>
                  <a:pt x="125553" y="123619"/>
                </a:cubicBezTo>
                <a:cubicBezTo>
                  <a:pt x="129819" y="119393"/>
                  <a:pt x="133478" y="114715"/>
                  <a:pt x="136532" y="109587"/>
                </a:cubicBezTo>
                <a:cubicBezTo>
                  <a:pt x="139585" y="104458"/>
                  <a:pt x="141943" y="98944"/>
                  <a:pt x="143604" y="93045"/>
                </a:cubicBezTo>
                <a:cubicBezTo>
                  <a:pt x="145266" y="87145"/>
                  <a:pt x="146097" y="81004"/>
                  <a:pt x="146097" y="74621"/>
                </a:cubicBezTo>
                <a:cubicBezTo>
                  <a:pt x="146097" y="68237"/>
                  <a:pt x="145266" y="62096"/>
                  <a:pt x="143604" y="56197"/>
                </a:cubicBezTo>
                <a:cubicBezTo>
                  <a:pt x="141943" y="50297"/>
                  <a:pt x="139585" y="44772"/>
                  <a:pt x="136532" y="39622"/>
                </a:cubicBezTo>
                <a:cubicBezTo>
                  <a:pt x="133478" y="34471"/>
                  <a:pt x="129819" y="29793"/>
                  <a:pt x="125553" y="25589"/>
                </a:cubicBezTo>
                <a:cubicBezTo>
                  <a:pt x="121287" y="21385"/>
                  <a:pt x="116561" y="17775"/>
                  <a:pt x="111374" y="14759"/>
                </a:cubicBezTo>
                <a:cubicBezTo>
                  <a:pt x="106188" y="11743"/>
                  <a:pt x="100608" y="9410"/>
                  <a:pt x="94636" y="7759"/>
                </a:cubicBezTo>
                <a:cubicBezTo>
                  <a:pt x="88664" y="6108"/>
                  <a:pt x="82467" y="5283"/>
                  <a:pt x="76046" y="5283"/>
                </a:cubicBezTo>
                <a:cubicBezTo>
                  <a:pt x="69579" y="5283"/>
                  <a:pt x="63371" y="6108"/>
                  <a:pt x="57422" y="7759"/>
                </a:cubicBezTo>
                <a:cubicBezTo>
                  <a:pt x="51472" y="9410"/>
                  <a:pt x="45904" y="11743"/>
                  <a:pt x="40717" y="14759"/>
                </a:cubicBezTo>
                <a:cubicBezTo>
                  <a:pt x="35531" y="17775"/>
                  <a:pt x="30804" y="21385"/>
                  <a:pt x="26539" y="25589"/>
                </a:cubicBezTo>
                <a:cubicBezTo>
                  <a:pt x="22273" y="29793"/>
                  <a:pt x="18624" y="34471"/>
                  <a:pt x="15593" y="39622"/>
                </a:cubicBezTo>
                <a:cubicBezTo>
                  <a:pt x="12562" y="44772"/>
                  <a:pt x="10216" y="50297"/>
                  <a:pt x="8554" y="56197"/>
                </a:cubicBezTo>
                <a:cubicBezTo>
                  <a:pt x="6893" y="62096"/>
                  <a:pt x="6062" y="68237"/>
                  <a:pt x="6062" y="74621"/>
                </a:cubicBezTo>
                <a:moveTo>
                  <a:pt x="83320" y="102422"/>
                </a:moveTo>
                <a:cubicBezTo>
                  <a:pt x="85116" y="102422"/>
                  <a:pt x="86587" y="102345"/>
                  <a:pt x="87732" y="102191"/>
                </a:cubicBezTo>
                <a:cubicBezTo>
                  <a:pt x="88877" y="102037"/>
                  <a:pt x="89764" y="101717"/>
                  <a:pt x="90393" y="101233"/>
                </a:cubicBezTo>
                <a:cubicBezTo>
                  <a:pt x="90707" y="101013"/>
                  <a:pt x="90976" y="100738"/>
                  <a:pt x="91201" y="100408"/>
                </a:cubicBezTo>
                <a:cubicBezTo>
                  <a:pt x="91425" y="100077"/>
                  <a:pt x="91650" y="99681"/>
                  <a:pt x="91874" y="99219"/>
                </a:cubicBezTo>
                <a:cubicBezTo>
                  <a:pt x="92099" y="98757"/>
                  <a:pt x="92324" y="98195"/>
                  <a:pt x="92548" y="97535"/>
                </a:cubicBezTo>
                <a:cubicBezTo>
                  <a:pt x="92773" y="96875"/>
                  <a:pt x="93042" y="96082"/>
                  <a:pt x="93356" y="95158"/>
                </a:cubicBezTo>
                <a:lnTo>
                  <a:pt x="99486" y="95158"/>
                </a:lnTo>
                <a:lnTo>
                  <a:pt x="98475" y="112129"/>
                </a:lnTo>
                <a:lnTo>
                  <a:pt x="49507" y="112129"/>
                </a:lnTo>
                <a:lnTo>
                  <a:pt x="49507" y="109025"/>
                </a:lnTo>
                <a:cubicBezTo>
                  <a:pt x="50360" y="107000"/>
                  <a:pt x="51326" y="105019"/>
                  <a:pt x="52403" y="103082"/>
                </a:cubicBezTo>
                <a:cubicBezTo>
                  <a:pt x="53481" y="101145"/>
                  <a:pt x="54750" y="99131"/>
                  <a:pt x="56209" y="97040"/>
                </a:cubicBezTo>
                <a:cubicBezTo>
                  <a:pt x="57669" y="94949"/>
                  <a:pt x="59386" y="92725"/>
                  <a:pt x="61362" y="90370"/>
                </a:cubicBezTo>
                <a:cubicBezTo>
                  <a:pt x="63338" y="88015"/>
                  <a:pt x="65673" y="85406"/>
                  <a:pt x="68367" y="82545"/>
                </a:cubicBezTo>
                <a:cubicBezTo>
                  <a:pt x="72094" y="78583"/>
                  <a:pt x="75091" y="75204"/>
                  <a:pt x="77359" y="72408"/>
                </a:cubicBezTo>
                <a:cubicBezTo>
                  <a:pt x="79627" y="69613"/>
                  <a:pt x="81378" y="67170"/>
                  <a:pt x="82613" y="65078"/>
                </a:cubicBezTo>
                <a:cubicBezTo>
                  <a:pt x="83848" y="62987"/>
                  <a:pt x="84667" y="61127"/>
                  <a:pt x="85071" y="59498"/>
                </a:cubicBezTo>
                <a:cubicBezTo>
                  <a:pt x="85476" y="57869"/>
                  <a:pt x="85678" y="56197"/>
                  <a:pt x="85678" y="54480"/>
                </a:cubicBezTo>
                <a:cubicBezTo>
                  <a:pt x="85678" y="52455"/>
                  <a:pt x="85431" y="50606"/>
                  <a:pt x="84937" y="48933"/>
                </a:cubicBezTo>
                <a:cubicBezTo>
                  <a:pt x="84443" y="47260"/>
                  <a:pt x="83691" y="45807"/>
                  <a:pt x="82680" y="44574"/>
                </a:cubicBezTo>
                <a:cubicBezTo>
                  <a:pt x="81670" y="43342"/>
                  <a:pt x="80401" y="42384"/>
                  <a:pt x="78875" y="41702"/>
                </a:cubicBezTo>
                <a:cubicBezTo>
                  <a:pt x="77348" y="41019"/>
                  <a:pt x="75552" y="40678"/>
                  <a:pt x="73486" y="40678"/>
                </a:cubicBezTo>
                <a:cubicBezTo>
                  <a:pt x="66616" y="40678"/>
                  <a:pt x="61946" y="44530"/>
                  <a:pt x="59476" y="52234"/>
                </a:cubicBezTo>
                <a:lnTo>
                  <a:pt x="51258" y="52234"/>
                </a:lnTo>
                <a:lnTo>
                  <a:pt x="51258" y="41008"/>
                </a:lnTo>
                <a:cubicBezTo>
                  <a:pt x="56108" y="38807"/>
                  <a:pt x="60610" y="37222"/>
                  <a:pt x="64763" y="36254"/>
                </a:cubicBezTo>
                <a:cubicBezTo>
                  <a:pt x="68917" y="35285"/>
                  <a:pt x="72655" y="34801"/>
                  <a:pt x="75978" y="34801"/>
                </a:cubicBezTo>
                <a:cubicBezTo>
                  <a:pt x="83432" y="34801"/>
                  <a:pt x="89046" y="36331"/>
                  <a:pt x="92817" y="39390"/>
                </a:cubicBezTo>
                <a:cubicBezTo>
                  <a:pt x="96589" y="42450"/>
                  <a:pt x="98475" y="46930"/>
                  <a:pt x="98475" y="52829"/>
                </a:cubicBezTo>
                <a:cubicBezTo>
                  <a:pt x="98475" y="54766"/>
                  <a:pt x="98285" y="56571"/>
                  <a:pt x="97903" y="58244"/>
                </a:cubicBezTo>
                <a:cubicBezTo>
                  <a:pt x="97521" y="59917"/>
                  <a:pt x="96893" y="61579"/>
                  <a:pt x="96017" y="63229"/>
                </a:cubicBezTo>
                <a:cubicBezTo>
                  <a:pt x="95141" y="64880"/>
                  <a:pt x="93996" y="66586"/>
                  <a:pt x="92582" y="68347"/>
                </a:cubicBezTo>
                <a:cubicBezTo>
                  <a:pt x="91167" y="70108"/>
                  <a:pt x="89427" y="72067"/>
                  <a:pt x="87362" y="74224"/>
                </a:cubicBezTo>
                <a:lnTo>
                  <a:pt x="78201" y="83668"/>
                </a:lnTo>
                <a:cubicBezTo>
                  <a:pt x="74699" y="87233"/>
                  <a:pt x="71634" y="90557"/>
                  <a:pt x="69007" y="93639"/>
                </a:cubicBezTo>
                <a:cubicBezTo>
                  <a:pt x="66380" y="96721"/>
                  <a:pt x="64213" y="99648"/>
                  <a:pt x="62507" y="102422"/>
                </a:cubicBezTo>
                <a:lnTo>
                  <a:pt x="83320" y="1024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2" cap="flat">
            <a:solidFill>
              <a:srgbClr val="000000"/>
            </a:solidFill>
            <a:miter/>
          </a:ln>
        </p:spPr>
      </p:sp>
      <p:sp>
        <p:nvSpPr>
          <p:cNvPr id="659" name="Text Human">
            <a:extLst xmlns:a="http://schemas.openxmlformats.org/drawingml/2006/main">
              <a:ext uri="{FF2B5EF4-FFF2-40B4-BE49-F238E27FC236}">
                <a16:creationId xmlns:a16="http://schemas.microsoft.com/office/drawing/2014/main" id="{5CE4F23C-C475-4E56-BE21-28EAB2EE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815" y="4676003"/>
            <a:ext cx="392167" cy="89180"/>
          </a:xfrm>
          <a:custGeom xmlns:a="http://schemas.openxmlformats.org/drawingml/2006/main">
            <a:pathLst>
              <a:path w="392167" h="89180">
                <a:moveTo>
                  <a:pt x="68030" y="85139"/>
                </a:moveTo>
                <a:cubicBezTo>
                  <a:pt x="68030" y="85588"/>
                  <a:pt x="67884" y="85992"/>
                  <a:pt x="67592" y="86351"/>
                </a:cubicBezTo>
                <a:cubicBezTo>
                  <a:pt x="67301" y="86710"/>
                  <a:pt x="66818" y="87002"/>
                  <a:pt x="66144" y="87227"/>
                </a:cubicBezTo>
                <a:cubicBezTo>
                  <a:pt x="65471" y="87451"/>
                  <a:pt x="64573" y="87631"/>
                  <a:pt x="63450" y="87766"/>
                </a:cubicBezTo>
                <a:cubicBezTo>
                  <a:pt x="62327" y="87900"/>
                  <a:pt x="60913" y="87968"/>
                  <a:pt x="59207" y="87968"/>
                </a:cubicBezTo>
                <a:cubicBezTo>
                  <a:pt x="57455" y="87968"/>
                  <a:pt x="56007" y="87900"/>
                  <a:pt x="54862" y="87766"/>
                </a:cubicBezTo>
                <a:cubicBezTo>
                  <a:pt x="53717" y="87631"/>
                  <a:pt x="52819" y="87451"/>
                  <a:pt x="52168" y="87227"/>
                </a:cubicBezTo>
                <a:cubicBezTo>
                  <a:pt x="51517" y="87001"/>
                  <a:pt x="51045" y="86708"/>
                  <a:pt x="50753" y="86349"/>
                </a:cubicBezTo>
                <a:cubicBezTo>
                  <a:pt x="50461" y="85989"/>
                  <a:pt x="50315" y="85584"/>
                  <a:pt x="50315" y="85135"/>
                </a:cubicBezTo>
                <a:lnTo>
                  <a:pt x="50315" y="49844"/>
                </a:lnTo>
                <a:lnTo>
                  <a:pt x="17715" y="49844"/>
                </a:lnTo>
                <a:lnTo>
                  <a:pt x="17715" y="85135"/>
                </a:lnTo>
                <a:cubicBezTo>
                  <a:pt x="17715" y="85584"/>
                  <a:pt x="17580" y="85989"/>
                  <a:pt x="17311" y="86349"/>
                </a:cubicBezTo>
                <a:cubicBezTo>
                  <a:pt x="17041" y="86708"/>
                  <a:pt x="16570" y="87001"/>
                  <a:pt x="15896" y="87227"/>
                </a:cubicBezTo>
                <a:cubicBezTo>
                  <a:pt x="15223" y="87451"/>
                  <a:pt x="14325" y="87631"/>
                  <a:pt x="13202" y="87766"/>
                </a:cubicBezTo>
                <a:cubicBezTo>
                  <a:pt x="12079" y="87900"/>
                  <a:pt x="10642" y="87968"/>
                  <a:pt x="8891" y="87968"/>
                </a:cubicBezTo>
                <a:cubicBezTo>
                  <a:pt x="7185" y="87968"/>
                  <a:pt x="5759" y="87900"/>
                  <a:pt x="4614" y="87766"/>
                </a:cubicBezTo>
                <a:cubicBezTo>
                  <a:pt x="3469" y="87631"/>
                  <a:pt x="2560" y="87451"/>
                  <a:pt x="1886" y="87227"/>
                </a:cubicBezTo>
                <a:cubicBezTo>
                  <a:pt x="1212" y="87002"/>
                  <a:pt x="730" y="86710"/>
                  <a:pt x="438" y="86351"/>
                </a:cubicBezTo>
                <a:cubicBezTo>
                  <a:pt x="146" y="85992"/>
                  <a:pt x="0" y="85588"/>
                  <a:pt x="0" y="85139"/>
                </a:cubicBezTo>
                <a:lnTo>
                  <a:pt x="0" y="2829"/>
                </a:lnTo>
                <a:cubicBezTo>
                  <a:pt x="0" y="2380"/>
                  <a:pt x="146" y="1976"/>
                  <a:pt x="438" y="1617"/>
                </a:cubicBezTo>
                <a:cubicBezTo>
                  <a:pt x="730" y="1257"/>
                  <a:pt x="1212" y="965"/>
                  <a:pt x="1886" y="741"/>
                </a:cubicBezTo>
                <a:cubicBezTo>
                  <a:pt x="2560" y="516"/>
                  <a:pt x="3469" y="337"/>
                  <a:pt x="4614" y="202"/>
                </a:cubicBezTo>
                <a:cubicBezTo>
                  <a:pt x="5759" y="67"/>
                  <a:pt x="7185" y="0"/>
                  <a:pt x="8891" y="0"/>
                </a:cubicBezTo>
                <a:cubicBezTo>
                  <a:pt x="10642" y="0"/>
                  <a:pt x="12079" y="67"/>
                  <a:pt x="13202" y="202"/>
                </a:cubicBezTo>
                <a:cubicBezTo>
                  <a:pt x="14325" y="337"/>
                  <a:pt x="15223" y="516"/>
                  <a:pt x="15896" y="741"/>
                </a:cubicBezTo>
                <a:cubicBezTo>
                  <a:pt x="16570" y="964"/>
                  <a:pt x="17041" y="1255"/>
                  <a:pt x="17311" y="1614"/>
                </a:cubicBezTo>
                <a:cubicBezTo>
                  <a:pt x="17580" y="1972"/>
                  <a:pt x="17715" y="2375"/>
                  <a:pt x="17715" y="2823"/>
                </a:cubicBezTo>
                <a:lnTo>
                  <a:pt x="17715" y="34756"/>
                </a:lnTo>
                <a:lnTo>
                  <a:pt x="50315" y="34756"/>
                </a:lnTo>
                <a:lnTo>
                  <a:pt x="50315" y="2823"/>
                </a:lnTo>
                <a:cubicBezTo>
                  <a:pt x="50315" y="2375"/>
                  <a:pt x="50461" y="1972"/>
                  <a:pt x="50753" y="1614"/>
                </a:cubicBezTo>
                <a:cubicBezTo>
                  <a:pt x="51045" y="1255"/>
                  <a:pt x="51517" y="964"/>
                  <a:pt x="52168" y="741"/>
                </a:cubicBezTo>
                <a:cubicBezTo>
                  <a:pt x="52819" y="516"/>
                  <a:pt x="53717" y="337"/>
                  <a:pt x="54862" y="202"/>
                </a:cubicBezTo>
                <a:cubicBezTo>
                  <a:pt x="56007" y="67"/>
                  <a:pt x="57455" y="0"/>
                  <a:pt x="59207" y="0"/>
                </a:cubicBezTo>
                <a:cubicBezTo>
                  <a:pt x="60913" y="0"/>
                  <a:pt x="62327" y="67"/>
                  <a:pt x="63450" y="202"/>
                </a:cubicBezTo>
                <a:cubicBezTo>
                  <a:pt x="64573" y="337"/>
                  <a:pt x="65471" y="516"/>
                  <a:pt x="66144" y="741"/>
                </a:cubicBezTo>
                <a:cubicBezTo>
                  <a:pt x="66818" y="965"/>
                  <a:pt x="67301" y="1257"/>
                  <a:pt x="67592" y="1617"/>
                </a:cubicBezTo>
                <a:cubicBezTo>
                  <a:pt x="67884" y="1976"/>
                  <a:pt x="68030" y="2380"/>
                  <a:pt x="68030" y="2829"/>
                </a:cubicBezTo>
                <a:lnTo>
                  <a:pt x="68030" y="85139"/>
                </a:lnTo>
                <a:close/>
                <a:moveTo>
                  <a:pt x="140645" y="85274"/>
                </a:moveTo>
                <a:cubicBezTo>
                  <a:pt x="140645" y="85723"/>
                  <a:pt x="140532" y="86115"/>
                  <a:pt x="140308" y="86452"/>
                </a:cubicBezTo>
                <a:cubicBezTo>
                  <a:pt x="140083" y="86789"/>
                  <a:pt x="139690" y="87070"/>
                  <a:pt x="139129" y="87294"/>
                </a:cubicBezTo>
                <a:cubicBezTo>
                  <a:pt x="138568" y="87519"/>
                  <a:pt x="137827" y="87687"/>
                  <a:pt x="136906" y="87799"/>
                </a:cubicBezTo>
                <a:cubicBezTo>
                  <a:pt x="135986" y="87912"/>
                  <a:pt x="134830" y="87968"/>
                  <a:pt x="133438" y="87968"/>
                </a:cubicBezTo>
                <a:cubicBezTo>
                  <a:pt x="131956" y="87968"/>
                  <a:pt x="130754" y="87912"/>
                  <a:pt x="129834" y="87799"/>
                </a:cubicBezTo>
                <a:cubicBezTo>
                  <a:pt x="128913" y="87687"/>
                  <a:pt x="128184" y="87519"/>
                  <a:pt x="127645" y="87294"/>
                </a:cubicBezTo>
                <a:cubicBezTo>
                  <a:pt x="127106" y="87070"/>
                  <a:pt x="126724" y="86789"/>
                  <a:pt x="126500" y="86452"/>
                </a:cubicBezTo>
                <a:cubicBezTo>
                  <a:pt x="126275" y="86115"/>
                  <a:pt x="126163" y="85723"/>
                  <a:pt x="126163" y="85274"/>
                </a:cubicBezTo>
                <a:lnTo>
                  <a:pt x="126163" y="78336"/>
                </a:lnTo>
                <a:cubicBezTo>
                  <a:pt x="122840" y="81951"/>
                  <a:pt x="119461" y="84662"/>
                  <a:pt x="116026" y="86469"/>
                </a:cubicBezTo>
                <a:cubicBezTo>
                  <a:pt x="112591" y="88277"/>
                  <a:pt x="109032" y="89180"/>
                  <a:pt x="105350" y="89180"/>
                </a:cubicBezTo>
                <a:cubicBezTo>
                  <a:pt x="101219" y="89180"/>
                  <a:pt x="97750" y="88506"/>
                  <a:pt x="94943" y="87157"/>
                </a:cubicBezTo>
                <a:cubicBezTo>
                  <a:pt x="92137" y="85809"/>
                  <a:pt x="89869" y="83966"/>
                  <a:pt x="88140" y="81630"/>
                </a:cubicBezTo>
                <a:cubicBezTo>
                  <a:pt x="86411" y="79292"/>
                  <a:pt x="85176" y="76584"/>
                  <a:pt x="84436" y="73505"/>
                </a:cubicBezTo>
                <a:cubicBezTo>
                  <a:pt x="83695" y="70425"/>
                  <a:pt x="83324" y="66593"/>
                  <a:pt x="83324" y="62008"/>
                </a:cubicBezTo>
                <a:lnTo>
                  <a:pt x="83324" y="25193"/>
                </a:lnTo>
                <a:cubicBezTo>
                  <a:pt x="83324" y="24744"/>
                  <a:pt x="83448" y="24352"/>
                  <a:pt x="83695" y="24015"/>
                </a:cubicBezTo>
                <a:cubicBezTo>
                  <a:pt x="83942" y="23677"/>
                  <a:pt x="84391" y="23395"/>
                  <a:pt x="85042" y="23171"/>
                </a:cubicBezTo>
                <a:cubicBezTo>
                  <a:pt x="85693" y="22946"/>
                  <a:pt x="86569" y="22778"/>
                  <a:pt x="87669" y="22666"/>
                </a:cubicBezTo>
                <a:cubicBezTo>
                  <a:pt x="88769" y="22553"/>
                  <a:pt x="90127" y="22497"/>
                  <a:pt x="91744" y="22497"/>
                </a:cubicBezTo>
                <a:cubicBezTo>
                  <a:pt x="93405" y="22497"/>
                  <a:pt x="94775" y="22553"/>
                  <a:pt x="95853" y="22666"/>
                </a:cubicBezTo>
                <a:cubicBezTo>
                  <a:pt x="96930" y="22778"/>
                  <a:pt x="97795" y="22946"/>
                  <a:pt x="98446" y="23171"/>
                </a:cubicBezTo>
                <a:cubicBezTo>
                  <a:pt x="99097" y="23395"/>
                  <a:pt x="99557" y="23676"/>
                  <a:pt x="99827" y="24013"/>
                </a:cubicBezTo>
                <a:cubicBezTo>
                  <a:pt x="100096" y="24349"/>
                  <a:pt x="100231" y="24742"/>
                  <a:pt x="100231" y="25191"/>
                </a:cubicBezTo>
                <a:lnTo>
                  <a:pt x="100231" y="59139"/>
                </a:lnTo>
                <a:cubicBezTo>
                  <a:pt x="100231" y="62282"/>
                  <a:pt x="100433" y="64685"/>
                  <a:pt x="100837" y="66346"/>
                </a:cubicBezTo>
                <a:cubicBezTo>
                  <a:pt x="101241" y="68008"/>
                  <a:pt x="101858" y="69433"/>
                  <a:pt x="102689" y="70623"/>
                </a:cubicBezTo>
                <a:cubicBezTo>
                  <a:pt x="103520" y="71813"/>
                  <a:pt x="104575" y="72734"/>
                  <a:pt x="105855" y="73385"/>
                </a:cubicBezTo>
                <a:cubicBezTo>
                  <a:pt x="107135" y="74036"/>
                  <a:pt x="108628" y="74362"/>
                  <a:pt x="110334" y="74362"/>
                </a:cubicBezTo>
                <a:cubicBezTo>
                  <a:pt x="112490" y="74362"/>
                  <a:pt x="114656" y="73576"/>
                  <a:pt x="116834" y="72004"/>
                </a:cubicBezTo>
                <a:cubicBezTo>
                  <a:pt x="119012" y="70433"/>
                  <a:pt x="121336" y="68142"/>
                  <a:pt x="123806" y="65134"/>
                </a:cubicBezTo>
                <a:lnTo>
                  <a:pt x="123806" y="25191"/>
                </a:lnTo>
                <a:cubicBezTo>
                  <a:pt x="123806" y="24742"/>
                  <a:pt x="123929" y="24349"/>
                  <a:pt x="124176" y="24013"/>
                </a:cubicBezTo>
                <a:cubicBezTo>
                  <a:pt x="124423" y="23676"/>
                  <a:pt x="124872" y="23395"/>
                  <a:pt x="125523" y="23171"/>
                </a:cubicBezTo>
                <a:cubicBezTo>
                  <a:pt x="126174" y="22946"/>
                  <a:pt x="127039" y="22778"/>
                  <a:pt x="128116" y="22666"/>
                </a:cubicBezTo>
                <a:cubicBezTo>
                  <a:pt x="129194" y="22553"/>
                  <a:pt x="130564" y="22497"/>
                  <a:pt x="132225" y="22497"/>
                </a:cubicBezTo>
                <a:cubicBezTo>
                  <a:pt x="133887" y="22497"/>
                  <a:pt x="135256" y="22553"/>
                  <a:pt x="136334" y="22666"/>
                </a:cubicBezTo>
                <a:cubicBezTo>
                  <a:pt x="137412" y="22778"/>
                  <a:pt x="138265" y="22946"/>
                  <a:pt x="138893" y="23171"/>
                </a:cubicBezTo>
                <a:cubicBezTo>
                  <a:pt x="139522" y="23395"/>
                  <a:pt x="139971" y="23676"/>
                  <a:pt x="140241" y="24013"/>
                </a:cubicBezTo>
                <a:cubicBezTo>
                  <a:pt x="140510" y="24349"/>
                  <a:pt x="140645" y="24742"/>
                  <a:pt x="140645" y="25191"/>
                </a:cubicBezTo>
                <a:lnTo>
                  <a:pt x="140645" y="85274"/>
                </a:lnTo>
                <a:close/>
                <a:moveTo>
                  <a:pt x="252599" y="85271"/>
                </a:moveTo>
                <a:cubicBezTo>
                  <a:pt x="252599" y="85720"/>
                  <a:pt x="252465" y="86114"/>
                  <a:pt x="252195" y="86452"/>
                </a:cubicBezTo>
                <a:cubicBezTo>
                  <a:pt x="251926" y="86789"/>
                  <a:pt x="251477" y="87070"/>
                  <a:pt x="250848" y="87294"/>
                </a:cubicBezTo>
                <a:cubicBezTo>
                  <a:pt x="250219" y="87519"/>
                  <a:pt x="249366" y="87687"/>
                  <a:pt x="248288" y="87799"/>
                </a:cubicBezTo>
                <a:cubicBezTo>
                  <a:pt x="247211" y="87912"/>
                  <a:pt x="245841" y="87968"/>
                  <a:pt x="244180" y="87968"/>
                </a:cubicBezTo>
                <a:cubicBezTo>
                  <a:pt x="242473" y="87968"/>
                  <a:pt x="241081" y="87912"/>
                  <a:pt x="240004" y="87799"/>
                </a:cubicBezTo>
                <a:cubicBezTo>
                  <a:pt x="238926" y="87687"/>
                  <a:pt x="238061" y="87519"/>
                  <a:pt x="237410" y="87294"/>
                </a:cubicBezTo>
                <a:cubicBezTo>
                  <a:pt x="236759" y="87070"/>
                  <a:pt x="236310" y="86789"/>
                  <a:pt x="236063" y="86452"/>
                </a:cubicBezTo>
                <a:cubicBezTo>
                  <a:pt x="235816" y="86115"/>
                  <a:pt x="235693" y="85723"/>
                  <a:pt x="235693" y="85274"/>
                </a:cubicBezTo>
                <a:lnTo>
                  <a:pt x="235693" y="49642"/>
                </a:lnTo>
                <a:cubicBezTo>
                  <a:pt x="235693" y="47621"/>
                  <a:pt x="235502" y="45780"/>
                  <a:pt x="235120" y="44119"/>
                </a:cubicBezTo>
                <a:cubicBezTo>
                  <a:pt x="234738" y="42457"/>
                  <a:pt x="234155" y="41031"/>
                  <a:pt x="233369" y="39841"/>
                </a:cubicBezTo>
                <a:cubicBezTo>
                  <a:pt x="232583" y="38651"/>
                  <a:pt x="231595" y="37731"/>
                  <a:pt x="230405" y="37080"/>
                </a:cubicBezTo>
                <a:cubicBezTo>
                  <a:pt x="229215" y="36429"/>
                  <a:pt x="227790" y="36103"/>
                  <a:pt x="226128" y="36103"/>
                </a:cubicBezTo>
                <a:cubicBezTo>
                  <a:pt x="224107" y="36103"/>
                  <a:pt x="222064" y="36889"/>
                  <a:pt x="219999" y="38461"/>
                </a:cubicBezTo>
                <a:cubicBezTo>
                  <a:pt x="217933" y="40032"/>
                  <a:pt x="215688" y="42322"/>
                  <a:pt x="213263" y="45331"/>
                </a:cubicBezTo>
                <a:lnTo>
                  <a:pt x="213263" y="85274"/>
                </a:lnTo>
                <a:cubicBezTo>
                  <a:pt x="213263" y="85723"/>
                  <a:pt x="213128" y="86115"/>
                  <a:pt x="212859" y="86452"/>
                </a:cubicBezTo>
                <a:cubicBezTo>
                  <a:pt x="212589" y="86789"/>
                  <a:pt x="212129" y="87070"/>
                  <a:pt x="211478" y="87294"/>
                </a:cubicBezTo>
                <a:cubicBezTo>
                  <a:pt x="210827" y="87519"/>
                  <a:pt x="209962" y="87687"/>
                  <a:pt x="208885" y="87799"/>
                </a:cubicBezTo>
                <a:cubicBezTo>
                  <a:pt x="207807" y="87912"/>
                  <a:pt x="206460" y="87968"/>
                  <a:pt x="204843" y="87968"/>
                </a:cubicBezTo>
                <a:cubicBezTo>
                  <a:pt x="203182" y="87968"/>
                  <a:pt x="201812" y="87912"/>
                  <a:pt x="200735" y="87799"/>
                </a:cubicBezTo>
                <a:cubicBezTo>
                  <a:pt x="199657" y="87687"/>
                  <a:pt x="198792" y="87519"/>
                  <a:pt x="198141" y="87294"/>
                </a:cubicBezTo>
                <a:cubicBezTo>
                  <a:pt x="197490" y="87070"/>
                  <a:pt x="197030" y="86789"/>
                  <a:pt x="196761" y="86452"/>
                </a:cubicBezTo>
                <a:cubicBezTo>
                  <a:pt x="196491" y="86115"/>
                  <a:pt x="196356" y="85723"/>
                  <a:pt x="196356" y="85274"/>
                </a:cubicBezTo>
                <a:lnTo>
                  <a:pt x="196356" y="49642"/>
                </a:lnTo>
                <a:cubicBezTo>
                  <a:pt x="196356" y="47621"/>
                  <a:pt x="196166" y="45780"/>
                  <a:pt x="195784" y="44119"/>
                </a:cubicBezTo>
                <a:cubicBezTo>
                  <a:pt x="195402" y="42457"/>
                  <a:pt x="194830" y="41031"/>
                  <a:pt x="194066" y="39841"/>
                </a:cubicBezTo>
                <a:cubicBezTo>
                  <a:pt x="193303" y="38651"/>
                  <a:pt x="192315" y="37731"/>
                  <a:pt x="191103" y="37080"/>
                </a:cubicBezTo>
                <a:cubicBezTo>
                  <a:pt x="189890" y="36429"/>
                  <a:pt x="188476" y="36103"/>
                  <a:pt x="186859" y="36103"/>
                </a:cubicBezTo>
                <a:cubicBezTo>
                  <a:pt x="184794" y="36103"/>
                  <a:pt x="182728" y="36889"/>
                  <a:pt x="180662" y="38461"/>
                </a:cubicBezTo>
                <a:cubicBezTo>
                  <a:pt x="178597" y="40032"/>
                  <a:pt x="176374" y="42322"/>
                  <a:pt x="173994" y="45331"/>
                </a:cubicBezTo>
                <a:lnTo>
                  <a:pt x="173994" y="85274"/>
                </a:lnTo>
                <a:cubicBezTo>
                  <a:pt x="173994" y="85723"/>
                  <a:pt x="173859" y="86115"/>
                  <a:pt x="173590" y="86452"/>
                </a:cubicBezTo>
                <a:cubicBezTo>
                  <a:pt x="173320" y="86789"/>
                  <a:pt x="172860" y="87070"/>
                  <a:pt x="172209" y="87294"/>
                </a:cubicBezTo>
                <a:cubicBezTo>
                  <a:pt x="171558" y="87519"/>
                  <a:pt x="170694" y="87687"/>
                  <a:pt x="169616" y="87799"/>
                </a:cubicBezTo>
                <a:cubicBezTo>
                  <a:pt x="168538" y="87912"/>
                  <a:pt x="167169" y="87968"/>
                  <a:pt x="165507" y="87968"/>
                </a:cubicBezTo>
                <a:cubicBezTo>
                  <a:pt x="163846" y="87968"/>
                  <a:pt x="162476" y="87912"/>
                  <a:pt x="161398" y="87799"/>
                </a:cubicBezTo>
                <a:cubicBezTo>
                  <a:pt x="160321" y="87687"/>
                  <a:pt x="159456" y="87519"/>
                  <a:pt x="158805" y="87294"/>
                </a:cubicBezTo>
                <a:cubicBezTo>
                  <a:pt x="158154" y="87070"/>
                  <a:pt x="157694" y="86789"/>
                  <a:pt x="157424" y="86452"/>
                </a:cubicBezTo>
                <a:cubicBezTo>
                  <a:pt x="157155" y="86115"/>
                  <a:pt x="157020" y="85723"/>
                  <a:pt x="157020" y="85274"/>
                </a:cubicBezTo>
                <a:lnTo>
                  <a:pt x="157020" y="25191"/>
                </a:lnTo>
                <a:cubicBezTo>
                  <a:pt x="157020" y="24742"/>
                  <a:pt x="157132" y="24349"/>
                  <a:pt x="157357" y="24013"/>
                </a:cubicBezTo>
                <a:cubicBezTo>
                  <a:pt x="157581" y="23676"/>
                  <a:pt x="157986" y="23395"/>
                  <a:pt x="158569" y="23171"/>
                </a:cubicBezTo>
                <a:cubicBezTo>
                  <a:pt x="159153" y="22946"/>
                  <a:pt x="159905" y="22778"/>
                  <a:pt x="160826" y="22666"/>
                </a:cubicBezTo>
                <a:cubicBezTo>
                  <a:pt x="161746" y="22553"/>
                  <a:pt x="162903" y="22497"/>
                  <a:pt x="164295" y="22497"/>
                </a:cubicBezTo>
                <a:cubicBezTo>
                  <a:pt x="165732" y="22497"/>
                  <a:pt x="166922" y="22553"/>
                  <a:pt x="167865" y="22666"/>
                </a:cubicBezTo>
                <a:cubicBezTo>
                  <a:pt x="168808" y="22778"/>
                  <a:pt x="169537" y="22946"/>
                  <a:pt x="170054" y="23171"/>
                </a:cubicBezTo>
                <a:cubicBezTo>
                  <a:pt x="170570" y="23395"/>
                  <a:pt x="170940" y="23676"/>
                  <a:pt x="171165" y="24013"/>
                </a:cubicBezTo>
                <a:cubicBezTo>
                  <a:pt x="171390" y="24349"/>
                  <a:pt x="171502" y="24742"/>
                  <a:pt x="171502" y="25191"/>
                </a:cubicBezTo>
                <a:lnTo>
                  <a:pt x="171502" y="32129"/>
                </a:lnTo>
                <a:cubicBezTo>
                  <a:pt x="174825" y="28514"/>
                  <a:pt x="178136" y="25803"/>
                  <a:pt x="181437" y="23996"/>
                </a:cubicBezTo>
                <a:cubicBezTo>
                  <a:pt x="184737" y="22188"/>
                  <a:pt x="188184" y="21285"/>
                  <a:pt x="191776" y="21285"/>
                </a:cubicBezTo>
                <a:cubicBezTo>
                  <a:pt x="194246" y="21285"/>
                  <a:pt x="196469" y="21545"/>
                  <a:pt x="198444" y="22066"/>
                </a:cubicBezTo>
                <a:cubicBezTo>
                  <a:pt x="200420" y="22585"/>
                  <a:pt x="202183" y="23330"/>
                  <a:pt x="203732" y="24301"/>
                </a:cubicBezTo>
                <a:cubicBezTo>
                  <a:pt x="205281" y="25272"/>
                  <a:pt x="206617" y="26435"/>
                  <a:pt x="207740" y="27791"/>
                </a:cubicBezTo>
                <a:cubicBezTo>
                  <a:pt x="208862" y="29146"/>
                  <a:pt x="209805" y="30660"/>
                  <a:pt x="210569" y="32331"/>
                </a:cubicBezTo>
                <a:cubicBezTo>
                  <a:pt x="212365" y="30389"/>
                  <a:pt x="214127" y="28718"/>
                  <a:pt x="215856" y="27317"/>
                </a:cubicBezTo>
                <a:cubicBezTo>
                  <a:pt x="217585" y="25915"/>
                  <a:pt x="219291" y="24775"/>
                  <a:pt x="220975" y="23895"/>
                </a:cubicBezTo>
                <a:cubicBezTo>
                  <a:pt x="222659" y="23014"/>
                  <a:pt x="224343" y="22358"/>
                  <a:pt x="226027" y="21929"/>
                </a:cubicBezTo>
                <a:cubicBezTo>
                  <a:pt x="227711" y="21499"/>
                  <a:pt x="229429" y="21285"/>
                  <a:pt x="231180" y="21285"/>
                </a:cubicBezTo>
                <a:cubicBezTo>
                  <a:pt x="235176" y="21285"/>
                  <a:pt x="238544" y="21959"/>
                  <a:pt x="241283" y="23308"/>
                </a:cubicBezTo>
                <a:cubicBezTo>
                  <a:pt x="244022" y="24656"/>
                  <a:pt x="246234" y="26488"/>
                  <a:pt x="247918" y="28803"/>
                </a:cubicBezTo>
                <a:cubicBezTo>
                  <a:pt x="249602" y="31117"/>
                  <a:pt x="250803" y="33826"/>
                  <a:pt x="251522" y="36928"/>
                </a:cubicBezTo>
                <a:cubicBezTo>
                  <a:pt x="252240" y="40030"/>
                  <a:pt x="252599" y="43310"/>
                  <a:pt x="252599" y="46771"/>
                </a:cubicBezTo>
                <a:lnTo>
                  <a:pt x="252599" y="85271"/>
                </a:lnTo>
                <a:close/>
                <a:moveTo>
                  <a:pt x="318266" y="85474"/>
                </a:moveTo>
                <a:cubicBezTo>
                  <a:pt x="318266" y="86102"/>
                  <a:pt x="318041" y="86597"/>
                  <a:pt x="317592" y="86957"/>
                </a:cubicBezTo>
                <a:cubicBezTo>
                  <a:pt x="317143" y="87317"/>
                  <a:pt x="316436" y="87575"/>
                  <a:pt x="315470" y="87732"/>
                </a:cubicBezTo>
                <a:cubicBezTo>
                  <a:pt x="314505" y="87889"/>
                  <a:pt x="313079" y="87968"/>
                  <a:pt x="311193" y="87968"/>
                </a:cubicBezTo>
                <a:cubicBezTo>
                  <a:pt x="309173" y="87968"/>
                  <a:pt x="307702" y="87889"/>
                  <a:pt x="306781" y="87732"/>
                </a:cubicBezTo>
                <a:cubicBezTo>
                  <a:pt x="305861" y="87575"/>
                  <a:pt x="305210" y="87317"/>
                  <a:pt x="304828" y="86957"/>
                </a:cubicBezTo>
                <a:cubicBezTo>
                  <a:pt x="304446" y="86598"/>
                  <a:pt x="304255" y="86104"/>
                  <a:pt x="304255" y="85476"/>
                </a:cubicBezTo>
                <a:lnTo>
                  <a:pt x="304255" y="80693"/>
                </a:lnTo>
                <a:cubicBezTo>
                  <a:pt x="301786" y="83343"/>
                  <a:pt x="298968" y="85419"/>
                  <a:pt x="295802" y="86924"/>
                </a:cubicBezTo>
                <a:cubicBezTo>
                  <a:pt x="292636" y="88428"/>
                  <a:pt x="289123" y="89180"/>
                  <a:pt x="285261" y="89180"/>
                </a:cubicBezTo>
                <a:cubicBezTo>
                  <a:pt x="282073" y="89180"/>
                  <a:pt x="279143" y="88763"/>
                  <a:pt x="276471" y="87930"/>
                </a:cubicBezTo>
                <a:cubicBezTo>
                  <a:pt x="273799" y="87096"/>
                  <a:pt x="271486" y="85857"/>
                  <a:pt x="269533" y="84213"/>
                </a:cubicBezTo>
                <a:cubicBezTo>
                  <a:pt x="267580" y="82568"/>
                  <a:pt x="266064" y="80530"/>
                  <a:pt x="264987" y="78098"/>
                </a:cubicBezTo>
                <a:cubicBezTo>
                  <a:pt x="263909" y="75665"/>
                  <a:pt x="263370" y="72826"/>
                  <a:pt x="263370" y="69582"/>
                </a:cubicBezTo>
                <a:cubicBezTo>
                  <a:pt x="263370" y="66066"/>
                  <a:pt x="264055" y="63014"/>
                  <a:pt x="265424" y="60423"/>
                </a:cubicBezTo>
                <a:cubicBezTo>
                  <a:pt x="266794" y="57833"/>
                  <a:pt x="268837" y="55693"/>
                  <a:pt x="271554" y="54003"/>
                </a:cubicBezTo>
                <a:cubicBezTo>
                  <a:pt x="274271" y="52314"/>
                  <a:pt x="277650" y="51063"/>
                  <a:pt x="281691" y="50252"/>
                </a:cubicBezTo>
                <a:cubicBezTo>
                  <a:pt x="285732" y="49441"/>
                  <a:pt x="290425" y="49036"/>
                  <a:pt x="295769" y="49036"/>
                </a:cubicBezTo>
                <a:lnTo>
                  <a:pt x="301629" y="49036"/>
                </a:lnTo>
                <a:lnTo>
                  <a:pt x="301629" y="45415"/>
                </a:lnTo>
                <a:cubicBezTo>
                  <a:pt x="301629" y="43538"/>
                  <a:pt x="301438" y="41895"/>
                  <a:pt x="301056" y="40488"/>
                </a:cubicBezTo>
                <a:cubicBezTo>
                  <a:pt x="300674" y="39079"/>
                  <a:pt x="300046" y="37905"/>
                  <a:pt x="299170" y="36966"/>
                </a:cubicBezTo>
                <a:cubicBezTo>
                  <a:pt x="298294" y="36027"/>
                  <a:pt x="297127" y="35335"/>
                  <a:pt x="295667" y="34889"/>
                </a:cubicBezTo>
                <a:cubicBezTo>
                  <a:pt x="294208" y="34441"/>
                  <a:pt x="292401" y="34217"/>
                  <a:pt x="290245" y="34217"/>
                </a:cubicBezTo>
                <a:cubicBezTo>
                  <a:pt x="287416" y="34217"/>
                  <a:pt x="284890" y="34532"/>
                  <a:pt x="282668" y="35160"/>
                </a:cubicBezTo>
                <a:cubicBezTo>
                  <a:pt x="280445" y="35789"/>
                  <a:pt x="278480" y="36485"/>
                  <a:pt x="276774" y="37248"/>
                </a:cubicBezTo>
                <a:cubicBezTo>
                  <a:pt x="275068" y="38012"/>
                  <a:pt x="273642" y="38708"/>
                  <a:pt x="272497" y="39336"/>
                </a:cubicBezTo>
                <a:cubicBezTo>
                  <a:pt x="271352" y="39965"/>
                  <a:pt x="270420" y="40279"/>
                  <a:pt x="269701" y="40279"/>
                </a:cubicBezTo>
                <a:cubicBezTo>
                  <a:pt x="269208" y="40279"/>
                  <a:pt x="268770" y="40121"/>
                  <a:pt x="268388" y="39806"/>
                </a:cubicBezTo>
                <a:cubicBezTo>
                  <a:pt x="268006" y="39490"/>
                  <a:pt x="267692" y="39039"/>
                  <a:pt x="267445" y="38452"/>
                </a:cubicBezTo>
                <a:cubicBezTo>
                  <a:pt x="267198" y="37866"/>
                  <a:pt x="267007" y="37144"/>
                  <a:pt x="266873" y="36286"/>
                </a:cubicBezTo>
                <a:cubicBezTo>
                  <a:pt x="266738" y="35427"/>
                  <a:pt x="266670" y="34480"/>
                  <a:pt x="266670" y="33443"/>
                </a:cubicBezTo>
                <a:cubicBezTo>
                  <a:pt x="266670" y="32044"/>
                  <a:pt x="266783" y="30938"/>
                  <a:pt x="267007" y="30125"/>
                </a:cubicBezTo>
                <a:cubicBezTo>
                  <a:pt x="267232" y="29313"/>
                  <a:pt x="267658" y="28580"/>
                  <a:pt x="268287" y="27926"/>
                </a:cubicBezTo>
                <a:cubicBezTo>
                  <a:pt x="268916" y="27270"/>
                  <a:pt x="270016" y="26550"/>
                  <a:pt x="271587" y="25764"/>
                </a:cubicBezTo>
                <a:cubicBezTo>
                  <a:pt x="273159" y="24978"/>
                  <a:pt x="275000" y="24248"/>
                  <a:pt x="277111" y="23575"/>
                </a:cubicBezTo>
                <a:cubicBezTo>
                  <a:pt x="279221" y="22901"/>
                  <a:pt x="281523" y="22351"/>
                  <a:pt x="284015" y="21925"/>
                </a:cubicBezTo>
                <a:cubicBezTo>
                  <a:pt x="286507" y="21498"/>
                  <a:pt x="289078" y="21285"/>
                  <a:pt x="291727" y="21285"/>
                </a:cubicBezTo>
                <a:cubicBezTo>
                  <a:pt x="296442" y="21285"/>
                  <a:pt x="300472" y="21746"/>
                  <a:pt x="303818" y="22668"/>
                </a:cubicBezTo>
                <a:cubicBezTo>
                  <a:pt x="307163" y="23588"/>
                  <a:pt x="309913" y="25004"/>
                  <a:pt x="312069" y="26915"/>
                </a:cubicBezTo>
                <a:cubicBezTo>
                  <a:pt x="314224" y="28825"/>
                  <a:pt x="315796" y="31286"/>
                  <a:pt x="316784" y="34297"/>
                </a:cubicBezTo>
                <a:cubicBezTo>
                  <a:pt x="317772" y="37309"/>
                  <a:pt x="318266" y="40882"/>
                  <a:pt x="318266" y="45017"/>
                </a:cubicBezTo>
                <a:lnTo>
                  <a:pt x="318266" y="85474"/>
                </a:lnTo>
                <a:moveTo>
                  <a:pt x="301629" y="59678"/>
                </a:moveTo>
                <a:lnTo>
                  <a:pt x="295162" y="59678"/>
                </a:lnTo>
                <a:cubicBezTo>
                  <a:pt x="292423" y="59678"/>
                  <a:pt x="290088" y="59881"/>
                  <a:pt x="288157" y="60288"/>
                </a:cubicBezTo>
                <a:cubicBezTo>
                  <a:pt x="286226" y="60695"/>
                  <a:pt x="284655" y="61306"/>
                  <a:pt x="283442" y="62122"/>
                </a:cubicBezTo>
                <a:cubicBezTo>
                  <a:pt x="282230" y="62936"/>
                  <a:pt x="281343" y="63920"/>
                  <a:pt x="280782" y="65075"/>
                </a:cubicBezTo>
                <a:cubicBezTo>
                  <a:pt x="280220" y="66228"/>
                  <a:pt x="279940" y="67552"/>
                  <a:pt x="279940" y="69045"/>
                </a:cubicBezTo>
                <a:cubicBezTo>
                  <a:pt x="279940" y="71579"/>
                  <a:pt x="280737" y="73570"/>
                  <a:pt x="282331" y="75018"/>
                </a:cubicBezTo>
                <a:cubicBezTo>
                  <a:pt x="283925" y="76467"/>
                  <a:pt x="286137" y="77191"/>
                  <a:pt x="288966" y="77191"/>
                </a:cubicBezTo>
                <a:cubicBezTo>
                  <a:pt x="291345" y="77191"/>
                  <a:pt x="293535" y="76580"/>
                  <a:pt x="295533" y="75359"/>
                </a:cubicBezTo>
                <a:cubicBezTo>
                  <a:pt x="297531" y="74137"/>
                  <a:pt x="299563" y="72349"/>
                  <a:pt x="301629" y="69996"/>
                </a:cubicBezTo>
                <a:lnTo>
                  <a:pt x="301629" y="59678"/>
                </a:lnTo>
                <a:close/>
                <a:moveTo>
                  <a:pt x="392167" y="85271"/>
                </a:moveTo>
                <a:cubicBezTo>
                  <a:pt x="392167" y="85720"/>
                  <a:pt x="392032" y="86114"/>
                  <a:pt x="391763" y="86452"/>
                </a:cubicBezTo>
                <a:cubicBezTo>
                  <a:pt x="391493" y="86789"/>
                  <a:pt x="391044" y="87070"/>
                  <a:pt x="390416" y="87294"/>
                </a:cubicBezTo>
                <a:cubicBezTo>
                  <a:pt x="389787" y="87519"/>
                  <a:pt x="388923" y="87687"/>
                  <a:pt x="387822" y="87799"/>
                </a:cubicBezTo>
                <a:cubicBezTo>
                  <a:pt x="386722" y="87912"/>
                  <a:pt x="385364" y="87968"/>
                  <a:pt x="383747" y="87968"/>
                </a:cubicBezTo>
                <a:cubicBezTo>
                  <a:pt x="382086" y="87968"/>
                  <a:pt x="380705" y="87912"/>
                  <a:pt x="379605" y="87799"/>
                </a:cubicBezTo>
                <a:cubicBezTo>
                  <a:pt x="378505" y="87687"/>
                  <a:pt x="377640" y="87519"/>
                  <a:pt x="377012" y="87294"/>
                </a:cubicBezTo>
                <a:cubicBezTo>
                  <a:pt x="376383" y="87070"/>
                  <a:pt x="375934" y="86789"/>
                  <a:pt x="375665" y="86452"/>
                </a:cubicBezTo>
                <a:cubicBezTo>
                  <a:pt x="375395" y="86115"/>
                  <a:pt x="375260" y="85723"/>
                  <a:pt x="375260" y="85274"/>
                </a:cubicBezTo>
                <a:lnTo>
                  <a:pt x="375260" y="50989"/>
                </a:lnTo>
                <a:cubicBezTo>
                  <a:pt x="375260" y="48070"/>
                  <a:pt x="375047" y="45780"/>
                  <a:pt x="374621" y="44119"/>
                </a:cubicBezTo>
                <a:cubicBezTo>
                  <a:pt x="374194" y="42457"/>
                  <a:pt x="373577" y="41031"/>
                  <a:pt x="372768" y="39841"/>
                </a:cubicBezTo>
                <a:cubicBezTo>
                  <a:pt x="371960" y="38651"/>
                  <a:pt x="370916" y="37731"/>
                  <a:pt x="369636" y="37080"/>
                </a:cubicBezTo>
                <a:cubicBezTo>
                  <a:pt x="368356" y="36429"/>
                  <a:pt x="366863" y="36103"/>
                  <a:pt x="365157" y="36103"/>
                </a:cubicBezTo>
                <a:cubicBezTo>
                  <a:pt x="363002" y="36103"/>
                  <a:pt x="360824" y="36889"/>
                  <a:pt x="358623" y="38461"/>
                </a:cubicBezTo>
                <a:cubicBezTo>
                  <a:pt x="356423" y="40032"/>
                  <a:pt x="354133" y="42322"/>
                  <a:pt x="351753" y="45331"/>
                </a:cubicBezTo>
                <a:lnTo>
                  <a:pt x="351753" y="85274"/>
                </a:lnTo>
                <a:cubicBezTo>
                  <a:pt x="351753" y="85723"/>
                  <a:pt x="351618" y="86115"/>
                  <a:pt x="351349" y="86452"/>
                </a:cubicBezTo>
                <a:cubicBezTo>
                  <a:pt x="351079" y="86789"/>
                  <a:pt x="350619" y="87070"/>
                  <a:pt x="349968" y="87294"/>
                </a:cubicBezTo>
                <a:cubicBezTo>
                  <a:pt x="349317" y="87519"/>
                  <a:pt x="348453" y="87687"/>
                  <a:pt x="347375" y="87799"/>
                </a:cubicBezTo>
                <a:cubicBezTo>
                  <a:pt x="346297" y="87912"/>
                  <a:pt x="344928" y="87968"/>
                  <a:pt x="343266" y="87968"/>
                </a:cubicBezTo>
                <a:cubicBezTo>
                  <a:pt x="341605" y="87968"/>
                  <a:pt x="340235" y="87912"/>
                  <a:pt x="339157" y="87799"/>
                </a:cubicBezTo>
                <a:cubicBezTo>
                  <a:pt x="338080" y="87687"/>
                  <a:pt x="337215" y="87519"/>
                  <a:pt x="336564" y="87294"/>
                </a:cubicBezTo>
                <a:cubicBezTo>
                  <a:pt x="335913" y="87070"/>
                  <a:pt x="335453" y="86789"/>
                  <a:pt x="335183" y="86452"/>
                </a:cubicBezTo>
                <a:cubicBezTo>
                  <a:pt x="334914" y="86115"/>
                  <a:pt x="334779" y="85723"/>
                  <a:pt x="334779" y="85274"/>
                </a:cubicBezTo>
                <a:lnTo>
                  <a:pt x="334779" y="25191"/>
                </a:lnTo>
                <a:cubicBezTo>
                  <a:pt x="334779" y="24742"/>
                  <a:pt x="334891" y="24349"/>
                  <a:pt x="335116" y="24013"/>
                </a:cubicBezTo>
                <a:cubicBezTo>
                  <a:pt x="335340" y="23676"/>
                  <a:pt x="335745" y="23395"/>
                  <a:pt x="336328" y="23171"/>
                </a:cubicBezTo>
                <a:cubicBezTo>
                  <a:pt x="336912" y="22946"/>
                  <a:pt x="337664" y="22778"/>
                  <a:pt x="338585" y="22666"/>
                </a:cubicBezTo>
                <a:cubicBezTo>
                  <a:pt x="339505" y="22553"/>
                  <a:pt x="340662" y="22497"/>
                  <a:pt x="342054" y="22497"/>
                </a:cubicBezTo>
                <a:cubicBezTo>
                  <a:pt x="343491" y="22497"/>
                  <a:pt x="344681" y="22553"/>
                  <a:pt x="345624" y="22666"/>
                </a:cubicBezTo>
                <a:cubicBezTo>
                  <a:pt x="346567" y="22778"/>
                  <a:pt x="347296" y="22946"/>
                  <a:pt x="347813" y="23171"/>
                </a:cubicBezTo>
                <a:cubicBezTo>
                  <a:pt x="348329" y="23395"/>
                  <a:pt x="348699" y="23676"/>
                  <a:pt x="348924" y="24013"/>
                </a:cubicBezTo>
                <a:cubicBezTo>
                  <a:pt x="349149" y="24349"/>
                  <a:pt x="349261" y="24742"/>
                  <a:pt x="349261" y="25191"/>
                </a:cubicBezTo>
                <a:lnTo>
                  <a:pt x="349261" y="32129"/>
                </a:lnTo>
                <a:cubicBezTo>
                  <a:pt x="352584" y="28514"/>
                  <a:pt x="355963" y="25803"/>
                  <a:pt x="359398" y="23996"/>
                </a:cubicBezTo>
                <a:cubicBezTo>
                  <a:pt x="362833" y="22188"/>
                  <a:pt x="366414" y="21285"/>
                  <a:pt x="370141" y="21285"/>
                </a:cubicBezTo>
                <a:cubicBezTo>
                  <a:pt x="374228" y="21285"/>
                  <a:pt x="377674" y="21959"/>
                  <a:pt x="380481" y="23308"/>
                </a:cubicBezTo>
                <a:cubicBezTo>
                  <a:pt x="383287" y="24656"/>
                  <a:pt x="385555" y="26488"/>
                  <a:pt x="387284" y="28803"/>
                </a:cubicBezTo>
                <a:cubicBezTo>
                  <a:pt x="389012" y="31117"/>
                  <a:pt x="390259" y="33826"/>
                  <a:pt x="391022" y="36928"/>
                </a:cubicBezTo>
                <a:cubicBezTo>
                  <a:pt x="391785" y="40030"/>
                  <a:pt x="392167" y="43760"/>
                  <a:pt x="392167" y="48120"/>
                </a:cubicBezTo>
                <a:lnTo>
                  <a:pt x="392167" y="85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15E372-3938-4CFF-8585-17AB40E2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912" y="4938875"/>
            <a:ext cx="847384" cy="325159"/>
          </a:xfrm>
          <a:custGeom xmlns:a="http://schemas.openxmlformats.org/drawingml/2006/main">
            <a:pathLst>
              <a:path w="847384" h="325159">
                <a:moveTo>
                  <a:pt x="0" y="23002"/>
                </a:moveTo>
                <a:cubicBezTo>
                  <a:pt x="0" y="10298"/>
                  <a:pt x="10299" y="0"/>
                  <a:pt x="23001" y="0"/>
                </a:cubicBezTo>
                <a:lnTo>
                  <a:pt x="824383" y="0"/>
                </a:lnTo>
                <a:cubicBezTo>
                  <a:pt x="837087" y="0"/>
                  <a:pt x="847384" y="10298"/>
                  <a:pt x="847384" y="23002"/>
                </a:cubicBezTo>
                <a:lnTo>
                  <a:pt x="847384" y="302158"/>
                </a:lnTo>
                <a:cubicBezTo>
                  <a:pt x="847384" y="314861"/>
                  <a:pt x="837087" y="325159"/>
                  <a:pt x="824383" y="325159"/>
                </a:cubicBezTo>
                <a:lnTo>
                  <a:pt x="23001" y="325159"/>
                </a:lnTo>
                <a:cubicBezTo>
                  <a:pt x="10299" y="325159"/>
                  <a:pt x="0" y="314861"/>
                  <a:pt x="0" y="302158"/>
                </a:cubicBezTo>
                <a:lnTo>
                  <a:pt x="0" y="23002"/>
                </a:lnTo>
                <a:close/>
              </a:path>
            </a:pathLst>
          </a:custGeom>
          <a:solidFill xmlns:a="http://schemas.openxmlformats.org/drawingml/2006/main">
            <a:srgbClr val="FFFF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EAEEE-B453-404D-9705-EF9FF68C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912" y="4938875"/>
            <a:ext cx="847385" cy="325160"/>
          </a:xfrm>
          <a:custGeom xmlns:a="http://schemas.openxmlformats.org/drawingml/2006/main">
            <a:pathLst>
              <a:path w="847385" h="325160" fill="none">
                <a:moveTo>
                  <a:pt x="0" y="23002"/>
                </a:moveTo>
                <a:cubicBezTo>
                  <a:pt x="0" y="10298"/>
                  <a:pt x="10298" y="0"/>
                  <a:pt x="23002" y="0"/>
                </a:cubicBezTo>
                <a:lnTo>
                  <a:pt x="824383" y="0"/>
                </a:lnTo>
                <a:cubicBezTo>
                  <a:pt x="837087" y="0"/>
                  <a:pt x="847385" y="10298"/>
                  <a:pt x="847385" y="23002"/>
                </a:cubicBezTo>
                <a:lnTo>
                  <a:pt x="847385" y="302158"/>
                </a:lnTo>
                <a:cubicBezTo>
                  <a:pt x="847385" y="314861"/>
                  <a:pt x="837087" y="325160"/>
                  <a:pt x="824383" y="325160"/>
                </a:cubicBezTo>
                <a:lnTo>
                  <a:pt x="23002" y="325160"/>
                </a:lnTo>
                <a:cubicBezTo>
                  <a:pt x="10298" y="325160"/>
                  <a:pt x="0" y="314861"/>
                  <a:pt x="0" y="302158"/>
                </a:cubicBezTo>
                <a:lnTo>
                  <a:pt x="0" y="230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35" cap="flat">
            <a:solidFill>
              <a:srgbClr val="7F7F7F"/>
            </a:solidFill>
            <a:miter/>
          </a:ln>
        </p:spPr>
      </p:sp>
      <p:sp>
        <p:nvSpPr>
          <p:cNvPr id="662" name="Text ③">
            <a:extLst xmlns:a="http://schemas.openxmlformats.org/drawingml/2006/main">
              <a:ext uri="{FF2B5EF4-FFF2-40B4-BE49-F238E27FC236}">
                <a16:creationId xmlns:a16="http://schemas.microsoft.com/office/drawing/2014/main" id="{549F9778-CF8A-4855-8376-AF054B04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606" y="5025628"/>
            <a:ext cx="152159" cy="149175"/>
          </a:xfrm>
          <a:custGeom xmlns:a="http://schemas.openxmlformats.org/drawingml/2006/main">
            <a:pathLst>
              <a:path w="152159" h="149175">
                <a:moveTo>
                  <a:pt x="0" y="74621"/>
                </a:moveTo>
                <a:cubicBezTo>
                  <a:pt x="0" y="67753"/>
                  <a:pt x="909" y="61138"/>
                  <a:pt x="2728" y="54777"/>
                </a:cubicBezTo>
                <a:cubicBezTo>
                  <a:pt x="4547" y="48415"/>
                  <a:pt x="7095" y="42472"/>
                  <a:pt x="10373" y="36947"/>
                </a:cubicBezTo>
                <a:cubicBezTo>
                  <a:pt x="13651" y="31422"/>
                  <a:pt x="17614" y="26392"/>
                  <a:pt x="22261" y="21858"/>
                </a:cubicBezTo>
                <a:cubicBezTo>
                  <a:pt x="26909" y="17323"/>
                  <a:pt x="32039" y="13438"/>
                  <a:pt x="37652" y="10203"/>
                </a:cubicBezTo>
                <a:cubicBezTo>
                  <a:pt x="43265" y="6967"/>
                  <a:pt x="49316" y="4457"/>
                  <a:pt x="55805" y="2674"/>
                </a:cubicBezTo>
                <a:cubicBezTo>
                  <a:pt x="62294" y="891"/>
                  <a:pt x="69041" y="0"/>
                  <a:pt x="76046" y="0"/>
                </a:cubicBezTo>
                <a:cubicBezTo>
                  <a:pt x="83051" y="0"/>
                  <a:pt x="89798" y="891"/>
                  <a:pt x="96286" y="2674"/>
                </a:cubicBezTo>
                <a:cubicBezTo>
                  <a:pt x="102775" y="4457"/>
                  <a:pt x="108837" y="6967"/>
                  <a:pt x="114473" y="10203"/>
                </a:cubicBezTo>
                <a:cubicBezTo>
                  <a:pt x="120108" y="13438"/>
                  <a:pt x="125239" y="17323"/>
                  <a:pt x="129864" y="21858"/>
                </a:cubicBezTo>
                <a:cubicBezTo>
                  <a:pt x="134489" y="26392"/>
                  <a:pt x="138452" y="31422"/>
                  <a:pt x="141752" y="36947"/>
                </a:cubicBezTo>
                <a:cubicBezTo>
                  <a:pt x="145053" y="42472"/>
                  <a:pt x="147612" y="48415"/>
                  <a:pt x="149431" y="54777"/>
                </a:cubicBezTo>
                <a:cubicBezTo>
                  <a:pt x="151249" y="61138"/>
                  <a:pt x="152159" y="67753"/>
                  <a:pt x="152159" y="74621"/>
                </a:cubicBezTo>
                <a:cubicBezTo>
                  <a:pt x="152159" y="81488"/>
                  <a:pt x="151249" y="88103"/>
                  <a:pt x="149431" y="94464"/>
                </a:cubicBezTo>
                <a:cubicBezTo>
                  <a:pt x="147612" y="100826"/>
                  <a:pt x="145053" y="106758"/>
                  <a:pt x="141752" y="112261"/>
                </a:cubicBezTo>
                <a:cubicBezTo>
                  <a:pt x="138452" y="117764"/>
                  <a:pt x="134489" y="122794"/>
                  <a:pt x="129864" y="127350"/>
                </a:cubicBezTo>
                <a:cubicBezTo>
                  <a:pt x="125239" y="131907"/>
                  <a:pt x="120108" y="135792"/>
                  <a:pt x="114473" y="139006"/>
                </a:cubicBezTo>
                <a:cubicBezTo>
                  <a:pt x="108837" y="142219"/>
                  <a:pt x="102775" y="144718"/>
                  <a:pt x="96286" y="146501"/>
                </a:cubicBezTo>
                <a:cubicBezTo>
                  <a:pt x="89798" y="148284"/>
                  <a:pt x="83051" y="149175"/>
                  <a:pt x="76046" y="149175"/>
                </a:cubicBezTo>
                <a:cubicBezTo>
                  <a:pt x="69041" y="149175"/>
                  <a:pt x="62294" y="148284"/>
                  <a:pt x="55805" y="146501"/>
                </a:cubicBezTo>
                <a:cubicBezTo>
                  <a:pt x="49316" y="144718"/>
                  <a:pt x="43265" y="142219"/>
                  <a:pt x="37652" y="139006"/>
                </a:cubicBezTo>
                <a:cubicBezTo>
                  <a:pt x="32039" y="135792"/>
                  <a:pt x="26909" y="131907"/>
                  <a:pt x="22261" y="127350"/>
                </a:cubicBezTo>
                <a:cubicBezTo>
                  <a:pt x="17614" y="122794"/>
                  <a:pt x="13651" y="117764"/>
                  <a:pt x="10373" y="112261"/>
                </a:cubicBezTo>
                <a:cubicBezTo>
                  <a:pt x="7095" y="106758"/>
                  <a:pt x="4547" y="100826"/>
                  <a:pt x="2728" y="94464"/>
                </a:cubicBezTo>
                <a:cubicBezTo>
                  <a:pt x="909" y="88103"/>
                  <a:pt x="0" y="81488"/>
                  <a:pt x="0" y="74621"/>
                </a:cubicBezTo>
                <a:moveTo>
                  <a:pt x="6062" y="74621"/>
                </a:moveTo>
                <a:cubicBezTo>
                  <a:pt x="6062" y="81004"/>
                  <a:pt x="6893" y="87145"/>
                  <a:pt x="8554" y="93045"/>
                </a:cubicBezTo>
                <a:cubicBezTo>
                  <a:pt x="10216" y="98944"/>
                  <a:pt x="12562" y="104458"/>
                  <a:pt x="15593" y="109587"/>
                </a:cubicBezTo>
                <a:cubicBezTo>
                  <a:pt x="18624" y="114715"/>
                  <a:pt x="22273" y="119393"/>
                  <a:pt x="26539" y="123619"/>
                </a:cubicBezTo>
                <a:cubicBezTo>
                  <a:pt x="30804" y="127846"/>
                  <a:pt x="35531" y="131456"/>
                  <a:pt x="40717" y="134449"/>
                </a:cubicBezTo>
                <a:cubicBezTo>
                  <a:pt x="45904" y="137443"/>
                  <a:pt x="51472" y="139765"/>
                  <a:pt x="57422" y="141416"/>
                </a:cubicBezTo>
                <a:cubicBezTo>
                  <a:pt x="63371" y="143067"/>
                  <a:pt x="69579" y="143892"/>
                  <a:pt x="76046" y="143892"/>
                </a:cubicBezTo>
                <a:cubicBezTo>
                  <a:pt x="82467" y="143892"/>
                  <a:pt x="88664" y="143067"/>
                  <a:pt x="94636" y="141416"/>
                </a:cubicBezTo>
                <a:cubicBezTo>
                  <a:pt x="100608" y="139765"/>
                  <a:pt x="106188" y="137443"/>
                  <a:pt x="111374" y="134449"/>
                </a:cubicBezTo>
                <a:cubicBezTo>
                  <a:pt x="116561" y="131456"/>
                  <a:pt x="121287" y="127846"/>
                  <a:pt x="125553" y="123619"/>
                </a:cubicBezTo>
                <a:cubicBezTo>
                  <a:pt x="129819" y="119393"/>
                  <a:pt x="133478" y="114715"/>
                  <a:pt x="136532" y="109587"/>
                </a:cubicBezTo>
                <a:cubicBezTo>
                  <a:pt x="139585" y="104458"/>
                  <a:pt x="141943" y="98944"/>
                  <a:pt x="143604" y="93045"/>
                </a:cubicBezTo>
                <a:cubicBezTo>
                  <a:pt x="145266" y="87145"/>
                  <a:pt x="146097" y="81004"/>
                  <a:pt x="146097" y="74621"/>
                </a:cubicBezTo>
                <a:cubicBezTo>
                  <a:pt x="146097" y="68237"/>
                  <a:pt x="145266" y="62096"/>
                  <a:pt x="143604" y="56197"/>
                </a:cubicBezTo>
                <a:cubicBezTo>
                  <a:pt x="141943" y="50297"/>
                  <a:pt x="139585" y="44772"/>
                  <a:pt x="136532" y="39622"/>
                </a:cubicBezTo>
                <a:cubicBezTo>
                  <a:pt x="133478" y="34471"/>
                  <a:pt x="129819" y="29793"/>
                  <a:pt x="125553" y="25589"/>
                </a:cubicBezTo>
                <a:cubicBezTo>
                  <a:pt x="121287" y="21385"/>
                  <a:pt x="116561" y="17775"/>
                  <a:pt x="111374" y="14759"/>
                </a:cubicBezTo>
                <a:cubicBezTo>
                  <a:pt x="106188" y="11743"/>
                  <a:pt x="100608" y="9410"/>
                  <a:pt x="94636" y="7759"/>
                </a:cubicBezTo>
                <a:cubicBezTo>
                  <a:pt x="88664" y="6108"/>
                  <a:pt x="82467" y="5283"/>
                  <a:pt x="76046" y="5283"/>
                </a:cubicBezTo>
                <a:cubicBezTo>
                  <a:pt x="69579" y="5283"/>
                  <a:pt x="63371" y="6108"/>
                  <a:pt x="57422" y="7759"/>
                </a:cubicBezTo>
                <a:cubicBezTo>
                  <a:pt x="51472" y="9410"/>
                  <a:pt x="45904" y="11743"/>
                  <a:pt x="40717" y="14759"/>
                </a:cubicBezTo>
                <a:cubicBezTo>
                  <a:pt x="35531" y="17775"/>
                  <a:pt x="30804" y="21385"/>
                  <a:pt x="26539" y="25589"/>
                </a:cubicBezTo>
                <a:cubicBezTo>
                  <a:pt x="22273" y="29793"/>
                  <a:pt x="18624" y="34471"/>
                  <a:pt x="15593" y="39622"/>
                </a:cubicBezTo>
                <a:cubicBezTo>
                  <a:pt x="12562" y="44772"/>
                  <a:pt x="10216" y="50297"/>
                  <a:pt x="8554" y="56197"/>
                </a:cubicBezTo>
                <a:cubicBezTo>
                  <a:pt x="6893" y="62096"/>
                  <a:pt x="6062" y="68237"/>
                  <a:pt x="6062" y="74621"/>
                </a:cubicBezTo>
                <a:moveTo>
                  <a:pt x="53010" y="52168"/>
                </a:moveTo>
                <a:lnTo>
                  <a:pt x="53010" y="41008"/>
                </a:lnTo>
                <a:cubicBezTo>
                  <a:pt x="57680" y="38895"/>
                  <a:pt x="62002" y="37332"/>
                  <a:pt x="65976" y="36320"/>
                </a:cubicBezTo>
                <a:cubicBezTo>
                  <a:pt x="69950" y="35307"/>
                  <a:pt x="73800" y="34801"/>
                  <a:pt x="77528" y="34801"/>
                </a:cubicBezTo>
                <a:cubicBezTo>
                  <a:pt x="80940" y="34801"/>
                  <a:pt x="84027" y="35175"/>
                  <a:pt x="86789" y="35924"/>
                </a:cubicBezTo>
                <a:cubicBezTo>
                  <a:pt x="89551" y="36672"/>
                  <a:pt x="91897" y="37762"/>
                  <a:pt x="93828" y="39192"/>
                </a:cubicBezTo>
                <a:cubicBezTo>
                  <a:pt x="95759" y="40623"/>
                  <a:pt x="97241" y="42362"/>
                  <a:pt x="98273" y="44409"/>
                </a:cubicBezTo>
                <a:cubicBezTo>
                  <a:pt x="99306" y="46456"/>
                  <a:pt x="99823" y="48779"/>
                  <a:pt x="99823" y="51376"/>
                </a:cubicBezTo>
                <a:cubicBezTo>
                  <a:pt x="99823" y="55778"/>
                  <a:pt x="98464" y="59586"/>
                  <a:pt x="95747" y="62800"/>
                </a:cubicBezTo>
                <a:cubicBezTo>
                  <a:pt x="93031" y="66014"/>
                  <a:pt x="88799" y="68809"/>
                  <a:pt x="83051" y="71187"/>
                </a:cubicBezTo>
                <a:lnTo>
                  <a:pt x="83051" y="71451"/>
                </a:lnTo>
                <a:cubicBezTo>
                  <a:pt x="85431" y="71847"/>
                  <a:pt x="87721" y="72551"/>
                  <a:pt x="89921" y="73564"/>
                </a:cubicBezTo>
                <a:cubicBezTo>
                  <a:pt x="92121" y="74577"/>
                  <a:pt x="94064" y="75875"/>
                  <a:pt x="95747" y="77460"/>
                </a:cubicBezTo>
                <a:cubicBezTo>
                  <a:pt x="97431" y="79045"/>
                  <a:pt x="98779" y="80949"/>
                  <a:pt x="99789" y="83172"/>
                </a:cubicBezTo>
                <a:cubicBezTo>
                  <a:pt x="100799" y="85395"/>
                  <a:pt x="101304" y="87938"/>
                  <a:pt x="101304" y="90799"/>
                </a:cubicBezTo>
                <a:cubicBezTo>
                  <a:pt x="101304" y="93969"/>
                  <a:pt x="100721" y="96908"/>
                  <a:pt x="99553" y="99615"/>
                </a:cubicBezTo>
                <a:cubicBezTo>
                  <a:pt x="98386" y="102323"/>
                  <a:pt x="96668" y="104678"/>
                  <a:pt x="94400" y="106681"/>
                </a:cubicBezTo>
                <a:cubicBezTo>
                  <a:pt x="92133" y="108684"/>
                  <a:pt x="89326" y="110247"/>
                  <a:pt x="85981" y="111370"/>
                </a:cubicBezTo>
                <a:cubicBezTo>
                  <a:pt x="82635" y="112492"/>
                  <a:pt x="78785" y="113054"/>
                  <a:pt x="74429" y="113054"/>
                </a:cubicBezTo>
                <a:cubicBezTo>
                  <a:pt x="70343" y="113054"/>
                  <a:pt x="66470" y="112679"/>
                  <a:pt x="62810" y="111931"/>
                </a:cubicBezTo>
                <a:cubicBezTo>
                  <a:pt x="59150" y="111183"/>
                  <a:pt x="55592" y="110170"/>
                  <a:pt x="52134" y="108893"/>
                </a:cubicBezTo>
                <a:lnTo>
                  <a:pt x="52134" y="96545"/>
                </a:lnTo>
                <a:lnTo>
                  <a:pt x="60284" y="96545"/>
                </a:lnTo>
                <a:cubicBezTo>
                  <a:pt x="61676" y="100375"/>
                  <a:pt x="63439" y="103159"/>
                  <a:pt x="65572" y="104898"/>
                </a:cubicBezTo>
                <a:cubicBezTo>
                  <a:pt x="67705" y="106637"/>
                  <a:pt x="70567" y="107507"/>
                  <a:pt x="74160" y="107507"/>
                </a:cubicBezTo>
                <a:cubicBezTo>
                  <a:pt x="78964" y="107507"/>
                  <a:pt x="82590" y="106230"/>
                  <a:pt x="85038" y="103676"/>
                </a:cubicBezTo>
                <a:cubicBezTo>
                  <a:pt x="87485" y="101123"/>
                  <a:pt x="88709" y="97337"/>
                  <a:pt x="88709" y="92318"/>
                </a:cubicBezTo>
                <a:cubicBezTo>
                  <a:pt x="88709" y="87035"/>
                  <a:pt x="87081" y="83018"/>
                  <a:pt x="83825" y="80267"/>
                </a:cubicBezTo>
                <a:cubicBezTo>
                  <a:pt x="80570" y="77515"/>
                  <a:pt x="75754" y="76139"/>
                  <a:pt x="69377" y="76139"/>
                </a:cubicBezTo>
                <a:lnTo>
                  <a:pt x="63450" y="76139"/>
                </a:lnTo>
                <a:lnTo>
                  <a:pt x="63450" y="70460"/>
                </a:lnTo>
                <a:cubicBezTo>
                  <a:pt x="67402" y="70240"/>
                  <a:pt x="70859" y="69646"/>
                  <a:pt x="73823" y="68677"/>
                </a:cubicBezTo>
                <a:cubicBezTo>
                  <a:pt x="76787" y="67709"/>
                  <a:pt x="79256" y="66454"/>
                  <a:pt x="81232" y="64913"/>
                </a:cubicBezTo>
                <a:cubicBezTo>
                  <a:pt x="83208" y="63372"/>
                  <a:pt x="84690" y="61590"/>
                  <a:pt x="85678" y="59564"/>
                </a:cubicBezTo>
                <a:cubicBezTo>
                  <a:pt x="86666" y="57539"/>
                  <a:pt x="87160" y="55382"/>
                  <a:pt x="87160" y="53093"/>
                </a:cubicBezTo>
                <a:cubicBezTo>
                  <a:pt x="87160" y="49087"/>
                  <a:pt x="86093" y="46016"/>
                  <a:pt x="83960" y="43881"/>
                </a:cubicBezTo>
                <a:cubicBezTo>
                  <a:pt x="81827" y="41746"/>
                  <a:pt x="78673" y="40678"/>
                  <a:pt x="74496" y="40678"/>
                </a:cubicBezTo>
                <a:cubicBezTo>
                  <a:pt x="67716" y="40678"/>
                  <a:pt x="63293" y="44508"/>
                  <a:pt x="61227" y="52168"/>
                </a:cubicBezTo>
                <a:lnTo>
                  <a:pt x="53010" y="521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3" name="Text ③">
            <a:extLst xmlns:a="http://schemas.openxmlformats.org/drawingml/2006/main">
              <a:ext uri="{FF2B5EF4-FFF2-40B4-BE49-F238E27FC236}">
                <a16:creationId xmlns:a16="http://schemas.microsoft.com/office/drawing/2014/main" id="{F9D2C230-1E19-45DA-9D10-AEF025F9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606" y="5025628"/>
            <a:ext cx="152159" cy="149175"/>
          </a:xfrm>
          <a:custGeom xmlns:a="http://schemas.openxmlformats.org/drawingml/2006/main">
            <a:pathLst>
              <a:path w="152159" h="149175" fill="none">
                <a:moveTo>
                  <a:pt x="0" y="74621"/>
                </a:moveTo>
                <a:cubicBezTo>
                  <a:pt x="0" y="67753"/>
                  <a:pt x="909" y="61138"/>
                  <a:pt x="2728" y="54777"/>
                </a:cubicBezTo>
                <a:cubicBezTo>
                  <a:pt x="4547" y="48415"/>
                  <a:pt x="7095" y="42472"/>
                  <a:pt x="10373" y="36947"/>
                </a:cubicBezTo>
                <a:cubicBezTo>
                  <a:pt x="13651" y="31422"/>
                  <a:pt x="17614" y="26392"/>
                  <a:pt x="22261" y="21858"/>
                </a:cubicBezTo>
                <a:cubicBezTo>
                  <a:pt x="26909" y="17323"/>
                  <a:pt x="32039" y="13438"/>
                  <a:pt x="37652" y="10203"/>
                </a:cubicBezTo>
                <a:cubicBezTo>
                  <a:pt x="43265" y="6967"/>
                  <a:pt x="49316" y="4457"/>
                  <a:pt x="55805" y="2674"/>
                </a:cubicBezTo>
                <a:cubicBezTo>
                  <a:pt x="62294" y="891"/>
                  <a:pt x="69041" y="0"/>
                  <a:pt x="76046" y="0"/>
                </a:cubicBezTo>
                <a:cubicBezTo>
                  <a:pt x="83051" y="0"/>
                  <a:pt x="89798" y="891"/>
                  <a:pt x="96286" y="2674"/>
                </a:cubicBezTo>
                <a:cubicBezTo>
                  <a:pt x="102775" y="4457"/>
                  <a:pt x="108837" y="6967"/>
                  <a:pt x="114473" y="10203"/>
                </a:cubicBezTo>
                <a:cubicBezTo>
                  <a:pt x="120108" y="13438"/>
                  <a:pt x="125239" y="17323"/>
                  <a:pt x="129864" y="21858"/>
                </a:cubicBezTo>
                <a:cubicBezTo>
                  <a:pt x="134489" y="26392"/>
                  <a:pt x="138452" y="31422"/>
                  <a:pt x="141752" y="36947"/>
                </a:cubicBezTo>
                <a:cubicBezTo>
                  <a:pt x="145053" y="42472"/>
                  <a:pt x="147612" y="48415"/>
                  <a:pt x="149431" y="54777"/>
                </a:cubicBezTo>
                <a:cubicBezTo>
                  <a:pt x="151249" y="61138"/>
                  <a:pt x="152159" y="67753"/>
                  <a:pt x="152159" y="74621"/>
                </a:cubicBezTo>
                <a:cubicBezTo>
                  <a:pt x="152159" y="81488"/>
                  <a:pt x="151249" y="88103"/>
                  <a:pt x="149431" y="94464"/>
                </a:cubicBezTo>
                <a:cubicBezTo>
                  <a:pt x="147612" y="100826"/>
                  <a:pt x="145053" y="106758"/>
                  <a:pt x="141752" y="112261"/>
                </a:cubicBezTo>
                <a:cubicBezTo>
                  <a:pt x="138452" y="117764"/>
                  <a:pt x="134489" y="122794"/>
                  <a:pt x="129864" y="127350"/>
                </a:cubicBezTo>
                <a:cubicBezTo>
                  <a:pt x="125239" y="131907"/>
                  <a:pt x="120108" y="135792"/>
                  <a:pt x="114473" y="139006"/>
                </a:cubicBezTo>
                <a:cubicBezTo>
                  <a:pt x="108837" y="142219"/>
                  <a:pt x="102775" y="144718"/>
                  <a:pt x="96286" y="146501"/>
                </a:cubicBezTo>
                <a:cubicBezTo>
                  <a:pt x="89798" y="148284"/>
                  <a:pt x="83051" y="149175"/>
                  <a:pt x="76046" y="149175"/>
                </a:cubicBezTo>
                <a:cubicBezTo>
                  <a:pt x="69041" y="149175"/>
                  <a:pt x="62294" y="148284"/>
                  <a:pt x="55805" y="146501"/>
                </a:cubicBezTo>
                <a:cubicBezTo>
                  <a:pt x="49316" y="144718"/>
                  <a:pt x="43265" y="142219"/>
                  <a:pt x="37652" y="139006"/>
                </a:cubicBezTo>
                <a:cubicBezTo>
                  <a:pt x="32039" y="135792"/>
                  <a:pt x="26909" y="131907"/>
                  <a:pt x="22261" y="127350"/>
                </a:cubicBezTo>
                <a:cubicBezTo>
                  <a:pt x="17614" y="122794"/>
                  <a:pt x="13651" y="117764"/>
                  <a:pt x="10373" y="112261"/>
                </a:cubicBezTo>
                <a:cubicBezTo>
                  <a:pt x="7095" y="106758"/>
                  <a:pt x="4547" y="100826"/>
                  <a:pt x="2728" y="94464"/>
                </a:cubicBezTo>
                <a:cubicBezTo>
                  <a:pt x="909" y="88103"/>
                  <a:pt x="0" y="81488"/>
                  <a:pt x="0" y="74621"/>
                </a:cubicBezTo>
                <a:moveTo>
                  <a:pt x="6062" y="74621"/>
                </a:moveTo>
                <a:cubicBezTo>
                  <a:pt x="6062" y="81004"/>
                  <a:pt x="6893" y="87145"/>
                  <a:pt x="8554" y="93045"/>
                </a:cubicBezTo>
                <a:cubicBezTo>
                  <a:pt x="10216" y="98944"/>
                  <a:pt x="12562" y="104458"/>
                  <a:pt x="15593" y="109587"/>
                </a:cubicBezTo>
                <a:cubicBezTo>
                  <a:pt x="18624" y="114715"/>
                  <a:pt x="22273" y="119393"/>
                  <a:pt x="26539" y="123619"/>
                </a:cubicBezTo>
                <a:cubicBezTo>
                  <a:pt x="30804" y="127846"/>
                  <a:pt x="35531" y="131456"/>
                  <a:pt x="40717" y="134449"/>
                </a:cubicBezTo>
                <a:cubicBezTo>
                  <a:pt x="45904" y="137443"/>
                  <a:pt x="51472" y="139765"/>
                  <a:pt x="57422" y="141416"/>
                </a:cubicBezTo>
                <a:cubicBezTo>
                  <a:pt x="63371" y="143067"/>
                  <a:pt x="69579" y="143892"/>
                  <a:pt x="76046" y="143892"/>
                </a:cubicBezTo>
                <a:cubicBezTo>
                  <a:pt x="82467" y="143892"/>
                  <a:pt x="88664" y="143067"/>
                  <a:pt x="94636" y="141416"/>
                </a:cubicBezTo>
                <a:cubicBezTo>
                  <a:pt x="100608" y="139765"/>
                  <a:pt x="106188" y="137443"/>
                  <a:pt x="111374" y="134449"/>
                </a:cubicBezTo>
                <a:cubicBezTo>
                  <a:pt x="116561" y="131456"/>
                  <a:pt x="121287" y="127846"/>
                  <a:pt x="125553" y="123619"/>
                </a:cubicBezTo>
                <a:cubicBezTo>
                  <a:pt x="129819" y="119393"/>
                  <a:pt x="133478" y="114715"/>
                  <a:pt x="136532" y="109587"/>
                </a:cubicBezTo>
                <a:cubicBezTo>
                  <a:pt x="139585" y="104458"/>
                  <a:pt x="141943" y="98944"/>
                  <a:pt x="143604" y="93045"/>
                </a:cubicBezTo>
                <a:cubicBezTo>
                  <a:pt x="145266" y="87145"/>
                  <a:pt x="146097" y="81004"/>
                  <a:pt x="146097" y="74621"/>
                </a:cubicBezTo>
                <a:cubicBezTo>
                  <a:pt x="146097" y="68237"/>
                  <a:pt x="145266" y="62096"/>
                  <a:pt x="143604" y="56197"/>
                </a:cubicBezTo>
                <a:cubicBezTo>
                  <a:pt x="141943" y="50297"/>
                  <a:pt x="139585" y="44772"/>
                  <a:pt x="136532" y="39622"/>
                </a:cubicBezTo>
                <a:cubicBezTo>
                  <a:pt x="133478" y="34471"/>
                  <a:pt x="129819" y="29793"/>
                  <a:pt x="125553" y="25589"/>
                </a:cubicBezTo>
                <a:cubicBezTo>
                  <a:pt x="121287" y="21385"/>
                  <a:pt x="116561" y="17775"/>
                  <a:pt x="111374" y="14759"/>
                </a:cubicBezTo>
                <a:cubicBezTo>
                  <a:pt x="106188" y="11743"/>
                  <a:pt x="100608" y="9410"/>
                  <a:pt x="94636" y="7759"/>
                </a:cubicBezTo>
                <a:cubicBezTo>
                  <a:pt x="88664" y="6108"/>
                  <a:pt x="82467" y="5283"/>
                  <a:pt x="76046" y="5283"/>
                </a:cubicBezTo>
                <a:cubicBezTo>
                  <a:pt x="69579" y="5283"/>
                  <a:pt x="63371" y="6108"/>
                  <a:pt x="57422" y="7759"/>
                </a:cubicBezTo>
                <a:cubicBezTo>
                  <a:pt x="51472" y="9410"/>
                  <a:pt x="45904" y="11743"/>
                  <a:pt x="40717" y="14759"/>
                </a:cubicBezTo>
                <a:cubicBezTo>
                  <a:pt x="35531" y="17775"/>
                  <a:pt x="30804" y="21385"/>
                  <a:pt x="26539" y="25589"/>
                </a:cubicBezTo>
                <a:cubicBezTo>
                  <a:pt x="22273" y="29793"/>
                  <a:pt x="18624" y="34471"/>
                  <a:pt x="15593" y="39622"/>
                </a:cubicBezTo>
                <a:cubicBezTo>
                  <a:pt x="12562" y="44772"/>
                  <a:pt x="10216" y="50297"/>
                  <a:pt x="8554" y="56197"/>
                </a:cubicBezTo>
                <a:cubicBezTo>
                  <a:pt x="6893" y="62096"/>
                  <a:pt x="6062" y="68237"/>
                  <a:pt x="6062" y="74621"/>
                </a:cubicBezTo>
                <a:moveTo>
                  <a:pt x="53010" y="52168"/>
                </a:moveTo>
                <a:lnTo>
                  <a:pt x="53010" y="41008"/>
                </a:lnTo>
                <a:cubicBezTo>
                  <a:pt x="57680" y="38895"/>
                  <a:pt x="62002" y="37332"/>
                  <a:pt x="65976" y="36320"/>
                </a:cubicBezTo>
                <a:cubicBezTo>
                  <a:pt x="69950" y="35307"/>
                  <a:pt x="73800" y="34801"/>
                  <a:pt x="77528" y="34801"/>
                </a:cubicBezTo>
                <a:cubicBezTo>
                  <a:pt x="80940" y="34801"/>
                  <a:pt x="84027" y="35175"/>
                  <a:pt x="86789" y="35924"/>
                </a:cubicBezTo>
                <a:cubicBezTo>
                  <a:pt x="89551" y="36672"/>
                  <a:pt x="91897" y="37762"/>
                  <a:pt x="93828" y="39192"/>
                </a:cubicBezTo>
                <a:cubicBezTo>
                  <a:pt x="95759" y="40623"/>
                  <a:pt x="97241" y="42362"/>
                  <a:pt x="98273" y="44409"/>
                </a:cubicBezTo>
                <a:cubicBezTo>
                  <a:pt x="99306" y="46456"/>
                  <a:pt x="99823" y="48779"/>
                  <a:pt x="99823" y="51376"/>
                </a:cubicBezTo>
                <a:cubicBezTo>
                  <a:pt x="99823" y="55778"/>
                  <a:pt x="98464" y="59586"/>
                  <a:pt x="95747" y="62800"/>
                </a:cubicBezTo>
                <a:cubicBezTo>
                  <a:pt x="93031" y="66014"/>
                  <a:pt x="88799" y="68809"/>
                  <a:pt x="83051" y="71187"/>
                </a:cubicBezTo>
                <a:lnTo>
                  <a:pt x="83051" y="71451"/>
                </a:lnTo>
                <a:cubicBezTo>
                  <a:pt x="85431" y="71847"/>
                  <a:pt x="87721" y="72551"/>
                  <a:pt x="89921" y="73564"/>
                </a:cubicBezTo>
                <a:cubicBezTo>
                  <a:pt x="92121" y="74577"/>
                  <a:pt x="94064" y="75875"/>
                  <a:pt x="95747" y="77460"/>
                </a:cubicBezTo>
                <a:cubicBezTo>
                  <a:pt x="97431" y="79045"/>
                  <a:pt x="98779" y="80949"/>
                  <a:pt x="99789" y="83172"/>
                </a:cubicBezTo>
                <a:cubicBezTo>
                  <a:pt x="100799" y="85395"/>
                  <a:pt x="101304" y="87938"/>
                  <a:pt x="101304" y="90799"/>
                </a:cubicBezTo>
                <a:cubicBezTo>
                  <a:pt x="101304" y="93969"/>
                  <a:pt x="100721" y="96908"/>
                  <a:pt x="99553" y="99615"/>
                </a:cubicBezTo>
                <a:cubicBezTo>
                  <a:pt x="98386" y="102323"/>
                  <a:pt x="96668" y="104678"/>
                  <a:pt x="94400" y="106681"/>
                </a:cubicBezTo>
                <a:cubicBezTo>
                  <a:pt x="92133" y="108684"/>
                  <a:pt x="89326" y="110247"/>
                  <a:pt x="85981" y="111370"/>
                </a:cubicBezTo>
                <a:cubicBezTo>
                  <a:pt x="82635" y="112492"/>
                  <a:pt x="78785" y="113054"/>
                  <a:pt x="74429" y="113054"/>
                </a:cubicBezTo>
                <a:cubicBezTo>
                  <a:pt x="70343" y="113054"/>
                  <a:pt x="66470" y="112679"/>
                  <a:pt x="62810" y="111931"/>
                </a:cubicBezTo>
                <a:cubicBezTo>
                  <a:pt x="59150" y="111183"/>
                  <a:pt x="55592" y="110170"/>
                  <a:pt x="52134" y="108893"/>
                </a:cubicBezTo>
                <a:lnTo>
                  <a:pt x="52134" y="96545"/>
                </a:lnTo>
                <a:lnTo>
                  <a:pt x="60284" y="96545"/>
                </a:lnTo>
                <a:cubicBezTo>
                  <a:pt x="61676" y="100375"/>
                  <a:pt x="63439" y="103159"/>
                  <a:pt x="65572" y="104898"/>
                </a:cubicBezTo>
                <a:cubicBezTo>
                  <a:pt x="67705" y="106637"/>
                  <a:pt x="70567" y="107507"/>
                  <a:pt x="74160" y="107507"/>
                </a:cubicBezTo>
                <a:cubicBezTo>
                  <a:pt x="78964" y="107507"/>
                  <a:pt x="82590" y="106230"/>
                  <a:pt x="85038" y="103676"/>
                </a:cubicBezTo>
                <a:cubicBezTo>
                  <a:pt x="87485" y="101123"/>
                  <a:pt x="88709" y="97337"/>
                  <a:pt x="88709" y="92318"/>
                </a:cubicBezTo>
                <a:cubicBezTo>
                  <a:pt x="88709" y="87035"/>
                  <a:pt x="87081" y="83018"/>
                  <a:pt x="83825" y="80267"/>
                </a:cubicBezTo>
                <a:cubicBezTo>
                  <a:pt x="80570" y="77515"/>
                  <a:pt x="75754" y="76139"/>
                  <a:pt x="69377" y="76139"/>
                </a:cubicBezTo>
                <a:lnTo>
                  <a:pt x="63450" y="76139"/>
                </a:lnTo>
                <a:lnTo>
                  <a:pt x="63450" y="70460"/>
                </a:lnTo>
                <a:cubicBezTo>
                  <a:pt x="67402" y="70240"/>
                  <a:pt x="70859" y="69646"/>
                  <a:pt x="73823" y="68677"/>
                </a:cubicBezTo>
                <a:cubicBezTo>
                  <a:pt x="76787" y="67709"/>
                  <a:pt x="79256" y="66454"/>
                  <a:pt x="81232" y="64913"/>
                </a:cubicBezTo>
                <a:cubicBezTo>
                  <a:pt x="83208" y="63372"/>
                  <a:pt x="84690" y="61590"/>
                  <a:pt x="85678" y="59564"/>
                </a:cubicBezTo>
                <a:cubicBezTo>
                  <a:pt x="86666" y="57539"/>
                  <a:pt x="87160" y="55382"/>
                  <a:pt x="87160" y="53093"/>
                </a:cubicBezTo>
                <a:cubicBezTo>
                  <a:pt x="87160" y="49087"/>
                  <a:pt x="86093" y="46016"/>
                  <a:pt x="83960" y="43881"/>
                </a:cubicBezTo>
                <a:cubicBezTo>
                  <a:pt x="81827" y="41746"/>
                  <a:pt x="78673" y="40678"/>
                  <a:pt x="74496" y="40678"/>
                </a:cubicBezTo>
                <a:cubicBezTo>
                  <a:pt x="67716" y="40678"/>
                  <a:pt x="63293" y="44508"/>
                  <a:pt x="61227" y="52168"/>
                </a:cubicBezTo>
                <a:lnTo>
                  <a:pt x="53010" y="521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2" cap="flat">
            <a:solidFill>
              <a:srgbClr val="000000"/>
            </a:solidFill>
            <a:miter/>
          </a:ln>
        </p:spPr>
      </p:sp>
      <p:sp>
        <p:nvSpPr>
          <p:cNvPr id="664" name="Text Humanized">
            <a:extLst xmlns:a="http://schemas.openxmlformats.org/drawingml/2006/main">
              <a:ext uri="{FF2B5EF4-FFF2-40B4-BE49-F238E27FC236}">
                <a16:creationId xmlns:a16="http://schemas.microsoft.com/office/drawing/2014/main" id="{3C294BD7-AF21-4331-8679-7C93DB18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8254" y="5054221"/>
            <a:ext cx="620367" cy="95242"/>
          </a:xfrm>
          <a:custGeom xmlns:a="http://schemas.openxmlformats.org/drawingml/2006/main">
            <a:pathLst>
              <a:path w="620367" h="95242">
                <a:moveTo>
                  <a:pt x="68030" y="91201"/>
                </a:moveTo>
                <a:cubicBezTo>
                  <a:pt x="68030" y="91650"/>
                  <a:pt x="67884" y="92054"/>
                  <a:pt x="67592" y="92413"/>
                </a:cubicBezTo>
                <a:cubicBezTo>
                  <a:pt x="67301" y="92773"/>
                  <a:pt x="66818" y="93064"/>
                  <a:pt x="66144" y="93289"/>
                </a:cubicBezTo>
                <a:cubicBezTo>
                  <a:pt x="65471" y="93514"/>
                  <a:pt x="64573" y="93693"/>
                  <a:pt x="63450" y="93828"/>
                </a:cubicBezTo>
                <a:cubicBezTo>
                  <a:pt x="62327" y="93963"/>
                  <a:pt x="60913" y="94030"/>
                  <a:pt x="59207" y="94030"/>
                </a:cubicBezTo>
                <a:cubicBezTo>
                  <a:pt x="57455" y="94030"/>
                  <a:pt x="56007" y="93963"/>
                  <a:pt x="54862" y="93828"/>
                </a:cubicBezTo>
                <a:cubicBezTo>
                  <a:pt x="53717" y="93693"/>
                  <a:pt x="52819" y="93514"/>
                  <a:pt x="52168" y="93289"/>
                </a:cubicBezTo>
                <a:cubicBezTo>
                  <a:pt x="51517" y="93063"/>
                  <a:pt x="51045" y="92770"/>
                  <a:pt x="50753" y="92411"/>
                </a:cubicBezTo>
                <a:cubicBezTo>
                  <a:pt x="50461" y="92051"/>
                  <a:pt x="50315" y="91646"/>
                  <a:pt x="50315" y="91197"/>
                </a:cubicBezTo>
                <a:lnTo>
                  <a:pt x="50315" y="55906"/>
                </a:lnTo>
                <a:lnTo>
                  <a:pt x="17715" y="55906"/>
                </a:lnTo>
                <a:lnTo>
                  <a:pt x="17715" y="91197"/>
                </a:lnTo>
                <a:cubicBezTo>
                  <a:pt x="17715" y="91646"/>
                  <a:pt x="17580" y="92051"/>
                  <a:pt x="17311" y="92411"/>
                </a:cubicBezTo>
                <a:cubicBezTo>
                  <a:pt x="17041" y="92770"/>
                  <a:pt x="16570" y="93063"/>
                  <a:pt x="15896" y="93289"/>
                </a:cubicBezTo>
                <a:cubicBezTo>
                  <a:pt x="15223" y="93514"/>
                  <a:pt x="14325" y="93693"/>
                  <a:pt x="13202" y="93828"/>
                </a:cubicBezTo>
                <a:cubicBezTo>
                  <a:pt x="12079" y="93963"/>
                  <a:pt x="10642" y="94030"/>
                  <a:pt x="8891" y="94030"/>
                </a:cubicBezTo>
                <a:cubicBezTo>
                  <a:pt x="7185" y="94030"/>
                  <a:pt x="5759" y="93963"/>
                  <a:pt x="4614" y="93828"/>
                </a:cubicBezTo>
                <a:cubicBezTo>
                  <a:pt x="3469" y="93693"/>
                  <a:pt x="2560" y="93514"/>
                  <a:pt x="1886" y="93289"/>
                </a:cubicBezTo>
                <a:cubicBezTo>
                  <a:pt x="1212" y="93064"/>
                  <a:pt x="730" y="92773"/>
                  <a:pt x="438" y="92413"/>
                </a:cubicBezTo>
                <a:cubicBezTo>
                  <a:pt x="146" y="92054"/>
                  <a:pt x="0" y="91650"/>
                  <a:pt x="0" y="91201"/>
                </a:cubicBezTo>
                <a:lnTo>
                  <a:pt x="0" y="8891"/>
                </a:lnTo>
                <a:cubicBezTo>
                  <a:pt x="0" y="8442"/>
                  <a:pt x="146" y="8038"/>
                  <a:pt x="438" y="7679"/>
                </a:cubicBezTo>
                <a:cubicBezTo>
                  <a:pt x="730" y="7319"/>
                  <a:pt x="1212" y="7028"/>
                  <a:pt x="1886" y="6803"/>
                </a:cubicBezTo>
                <a:cubicBezTo>
                  <a:pt x="2560" y="6578"/>
                  <a:pt x="3469" y="6399"/>
                  <a:pt x="4614" y="6264"/>
                </a:cubicBezTo>
                <a:cubicBezTo>
                  <a:pt x="5759" y="6129"/>
                  <a:pt x="7185" y="6062"/>
                  <a:pt x="8891" y="6062"/>
                </a:cubicBezTo>
                <a:cubicBezTo>
                  <a:pt x="10642" y="6062"/>
                  <a:pt x="12079" y="6129"/>
                  <a:pt x="13202" y="6264"/>
                </a:cubicBezTo>
                <a:cubicBezTo>
                  <a:pt x="14325" y="6399"/>
                  <a:pt x="15223" y="6578"/>
                  <a:pt x="15896" y="6803"/>
                </a:cubicBezTo>
                <a:cubicBezTo>
                  <a:pt x="16570" y="7026"/>
                  <a:pt x="17041" y="7317"/>
                  <a:pt x="17311" y="7677"/>
                </a:cubicBezTo>
                <a:cubicBezTo>
                  <a:pt x="17580" y="8034"/>
                  <a:pt x="17715" y="8437"/>
                  <a:pt x="17715" y="8885"/>
                </a:cubicBezTo>
                <a:lnTo>
                  <a:pt x="17715" y="40818"/>
                </a:lnTo>
                <a:lnTo>
                  <a:pt x="50315" y="40818"/>
                </a:lnTo>
                <a:lnTo>
                  <a:pt x="50315" y="8885"/>
                </a:lnTo>
                <a:cubicBezTo>
                  <a:pt x="50315" y="8437"/>
                  <a:pt x="50461" y="8034"/>
                  <a:pt x="50753" y="7677"/>
                </a:cubicBezTo>
                <a:cubicBezTo>
                  <a:pt x="51045" y="7317"/>
                  <a:pt x="51517" y="7026"/>
                  <a:pt x="52168" y="6803"/>
                </a:cubicBezTo>
                <a:cubicBezTo>
                  <a:pt x="52819" y="6578"/>
                  <a:pt x="53717" y="6399"/>
                  <a:pt x="54862" y="6264"/>
                </a:cubicBezTo>
                <a:cubicBezTo>
                  <a:pt x="56007" y="6129"/>
                  <a:pt x="57455" y="6062"/>
                  <a:pt x="59207" y="6062"/>
                </a:cubicBezTo>
                <a:cubicBezTo>
                  <a:pt x="60913" y="6062"/>
                  <a:pt x="62327" y="6129"/>
                  <a:pt x="63450" y="6264"/>
                </a:cubicBezTo>
                <a:cubicBezTo>
                  <a:pt x="64573" y="6399"/>
                  <a:pt x="65471" y="6578"/>
                  <a:pt x="66144" y="6803"/>
                </a:cubicBezTo>
                <a:cubicBezTo>
                  <a:pt x="66818" y="7028"/>
                  <a:pt x="67301" y="7319"/>
                  <a:pt x="67592" y="7679"/>
                </a:cubicBezTo>
                <a:cubicBezTo>
                  <a:pt x="67884" y="8038"/>
                  <a:pt x="68030" y="8442"/>
                  <a:pt x="68030" y="8891"/>
                </a:cubicBezTo>
                <a:lnTo>
                  <a:pt x="68030" y="91201"/>
                </a:lnTo>
                <a:close/>
                <a:moveTo>
                  <a:pt x="140645" y="91336"/>
                </a:moveTo>
                <a:cubicBezTo>
                  <a:pt x="140645" y="91785"/>
                  <a:pt x="140532" y="92178"/>
                  <a:pt x="140308" y="92514"/>
                </a:cubicBezTo>
                <a:cubicBezTo>
                  <a:pt x="140083" y="92851"/>
                  <a:pt x="139690" y="93132"/>
                  <a:pt x="139129" y="93356"/>
                </a:cubicBezTo>
                <a:cubicBezTo>
                  <a:pt x="138568" y="93581"/>
                  <a:pt x="137827" y="93749"/>
                  <a:pt x="136906" y="93862"/>
                </a:cubicBezTo>
                <a:cubicBezTo>
                  <a:pt x="135986" y="93974"/>
                  <a:pt x="134830" y="94030"/>
                  <a:pt x="133438" y="94030"/>
                </a:cubicBezTo>
                <a:cubicBezTo>
                  <a:pt x="131956" y="94030"/>
                  <a:pt x="130754" y="93974"/>
                  <a:pt x="129834" y="93862"/>
                </a:cubicBezTo>
                <a:cubicBezTo>
                  <a:pt x="128913" y="93749"/>
                  <a:pt x="128184" y="93581"/>
                  <a:pt x="127645" y="93356"/>
                </a:cubicBezTo>
                <a:cubicBezTo>
                  <a:pt x="127106" y="93132"/>
                  <a:pt x="126724" y="92851"/>
                  <a:pt x="126500" y="92514"/>
                </a:cubicBezTo>
                <a:cubicBezTo>
                  <a:pt x="126275" y="92178"/>
                  <a:pt x="126163" y="91785"/>
                  <a:pt x="126163" y="91336"/>
                </a:cubicBezTo>
                <a:lnTo>
                  <a:pt x="126163" y="84398"/>
                </a:lnTo>
                <a:cubicBezTo>
                  <a:pt x="122840" y="88013"/>
                  <a:pt x="119461" y="90724"/>
                  <a:pt x="116026" y="92531"/>
                </a:cubicBezTo>
                <a:cubicBezTo>
                  <a:pt x="112591" y="94339"/>
                  <a:pt x="109032" y="95242"/>
                  <a:pt x="105350" y="95242"/>
                </a:cubicBezTo>
                <a:cubicBezTo>
                  <a:pt x="101219" y="95242"/>
                  <a:pt x="97750" y="94568"/>
                  <a:pt x="94943" y="93220"/>
                </a:cubicBezTo>
                <a:cubicBezTo>
                  <a:pt x="92137" y="91871"/>
                  <a:pt x="89869" y="90029"/>
                  <a:pt x="88140" y="87692"/>
                </a:cubicBezTo>
                <a:cubicBezTo>
                  <a:pt x="86411" y="85354"/>
                  <a:pt x="85176" y="82646"/>
                  <a:pt x="84436" y="79567"/>
                </a:cubicBezTo>
                <a:cubicBezTo>
                  <a:pt x="83695" y="76487"/>
                  <a:pt x="83324" y="72655"/>
                  <a:pt x="83324" y="68070"/>
                </a:cubicBezTo>
                <a:lnTo>
                  <a:pt x="83324" y="31256"/>
                </a:lnTo>
                <a:cubicBezTo>
                  <a:pt x="83324" y="30807"/>
                  <a:pt x="83448" y="30414"/>
                  <a:pt x="83695" y="30077"/>
                </a:cubicBezTo>
                <a:cubicBezTo>
                  <a:pt x="83942" y="29739"/>
                  <a:pt x="84391" y="29457"/>
                  <a:pt x="85042" y="29233"/>
                </a:cubicBezTo>
                <a:cubicBezTo>
                  <a:pt x="85693" y="29008"/>
                  <a:pt x="86569" y="28840"/>
                  <a:pt x="87669" y="28728"/>
                </a:cubicBezTo>
                <a:cubicBezTo>
                  <a:pt x="88769" y="28615"/>
                  <a:pt x="90127" y="28559"/>
                  <a:pt x="91744" y="28559"/>
                </a:cubicBezTo>
                <a:cubicBezTo>
                  <a:pt x="93405" y="28559"/>
                  <a:pt x="94775" y="28615"/>
                  <a:pt x="95853" y="28728"/>
                </a:cubicBezTo>
                <a:cubicBezTo>
                  <a:pt x="96930" y="28840"/>
                  <a:pt x="97795" y="29008"/>
                  <a:pt x="98446" y="29233"/>
                </a:cubicBezTo>
                <a:cubicBezTo>
                  <a:pt x="99097" y="29457"/>
                  <a:pt x="99557" y="29738"/>
                  <a:pt x="99827" y="30075"/>
                </a:cubicBezTo>
                <a:cubicBezTo>
                  <a:pt x="100096" y="30412"/>
                  <a:pt x="100231" y="30804"/>
                  <a:pt x="100231" y="31253"/>
                </a:cubicBezTo>
                <a:lnTo>
                  <a:pt x="100231" y="65201"/>
                </a:lnTo>
                <a:cubicBezTo>
                  <a:pt x="100231" y="68345"/>
                  <a:pt x="100433" y="70747"/>
                  <a:pt x="100837" y="72408"/>
                </a:cubicBezTo>
                <a:cubicBezTo>
                  <a:pt x="101241" y="74070"/>
                  <a:pt x="101858" y="75496"/>
                  <a:pt x="102689" y="76686"/>
                </a:cubicBezTo>
                <a:cubicBezTo>
                  <a:pt x="103520" y="77876"/>
                  <a:pt x="104575" y="78796"/>
                  <a:pt x="105855" y="79447"/>
                </a:cubicBezTo>
                <a:cubicBezTo>
                  <a:pt x="107135" y="80098"/>
                  <a:pt x="108628" y="80424"/>
                  <a:pt x="110334" y="80424"/>
                </a:cubicBezTo>
                <a:cubicBezTo>
                  <a:pt x="112490" y="80424"/>
                  <a:pt x="114656" y="79638"/>
                  <a:pt x="116834" y="78066"/>
                </a:cubicBezTo>
                <a:cubicBezTo>
                  <a:pt x="119012" y="76495"/>
                  <a:pt x="121336" y="74205"/>
                  <a:pt x="123806" y="71196"/>
                </a:cubicBezTo>
                <a:lnTo>
                  <a:pt x="123806" y="31253"/>
                </a:lnTo>
                <a:cubicBezTo>
                  <a:pt x="123806" y="30804"/>
                  <a:pt x="123929" y="30412"/>
                  <a:pt x="124176" y="30075"/>
                </a:cubicBezTo>
                <a:cubicBezTo>
                  <a:pt x="124423" y="29738"/>
                  <a:pt x="124872" y="29457"/>
                  <a:pt x="125523" y="29233"/>
                </a:cubicBezTo>
                <a:cubicBezTo>
                  <a:pt x="126174" y="29008"/>
                  <a:pt x="127039" y="28840"/>
                  <a:pt x="128116" y="28728"/>
                </a:cubicBezTo>
                <a:cubicBezTo>
                  <a:pt x="129194" y="28615"/>
                  <a:pt x="130564" y="28559"/>
                  <a:pt x="132225" y="28559"/>
                </a:cubicBezTo>
                <a:cubicBezTo>
                  <a:pt x="133887" y="28559"/>
                  <a:pt x="135256" y="28615"/>
                  <a:pt x="136334" y="28728"/>
                </a:cubicBezTo>
                <a:cubicBezTo>
                  <a:pt x="137412" y="28840"/>
                  <a:pt x="138265" y="29008"/>
                  <a:pt x="138893" y="29233"/>
                </a:cubicBezTo>
                <a:cubicBezTo>
                  <a:pt x="139522" y="29457"/>
                  <a:pt x="139971" y="29738"/>
                  <a:pt x="140241" y="30075"/>
                </a:cubicBezTo>
                <a:cubicBezTo>
                  <a:pt x="140510" y="30412"/>
                  <a:pt x="140645" y="30804"/>
                  <a:pt x="140645" y="31253"/>
                </a:cubicBezTo>
                <a:lnTo>
                  <a:pt x="140645" y="91336"/>
                </a:lnTo>
                <a:close/>
                <a:moveTo>
                  <a:pt x="252599" y="91334"/>
                </a:moveTo>
                <a:cubicBezTo>
                  <a:pt x="252599" y="91783"/>
                  <a:pt x="252465" y="92176"/>
                  <a:pt x="252195" y="92514"/>
                </a:cubicBezTo>
                <a:cubicBezTo>
                  <a:pt x="251926" y="92851"/>
                  <a:pt x="251477" y="93132"/>
                  <a:pt x="250848" y="93356"/>
                </a:cubicBezTo>
                <a:cubicBezTo>
                  <a:pt x="250219" y="93581"/>
                  <a:pt x="249366" y="93749"/>
                  <a:pt x="248288" y="93862"/>
                </a:cubicBezTo>
                <a:cubicBezTo>
                  <a:pt x="247211" y="93974"/>
                  <a:pt x="245841" y="94030"/>
                  <a:pt x="244180" y="94030"/>
                </a:cubicBezTo>
                <a:cubicBezTo>
                  <a:pt x="242473" y="94030"/>
                  <a:pt x="241081" y="93974"/>
                  <a:pt x="240004" y="93862"/>
                </a:cubicBezTo>
                <a:cubicBezTo>
                  <a:pt x="238926" y="93749"/>
                  <a:pt x="238061" y="93581"/>
                  <a:pt x="237410" y="93356"/>
                </a:cubicBezTo>
                <a:cubicBezTo>
                  <a:pt x="236759" y="93132"/>
                  <a:pt x="236310" y="92851"/>
                  <a:pt x="236063" y="92514"/>
                </a:cubicBezTo>
                <a:cubicBezTo>
                  <a:pt x="235816" y="92178"/>
                  <a:pt x="235693" y="91785"/>
                  <a:pt x="235693" y="91336"/>
                </a:cubicBezTo>
                <a:lnTo>
                  <a:pt x="235693" y="55704"/>
                </a:lnTo>
                <a:cubicBezTo>
                  <a:pt x="235693" y="53683"/>
                  <a:pt x="235502" y="51842"/>
                  <a:pt x="235120" y="50181"/>
                </a:cubicBezTo>
                <a:cubicBezTo>
                  <a:pt x="234738" y="48519"/>
                  <a:pt x="234155" y="47094"/>
                  <a:pt x="233369" y="45904"/>
                </a:cubicBezTo>
                <a:cubicBezTo>
                  <a:pt x="232583" y="44714"/>
                  <a:pt x="231595" y="43793"/>
                  <a:pt x="230405" y="43142"/>
                </a:cubicBezTo>
                <a:cubicBezTo>
                  <a:pt x="229215" y="42491"/>
                  <a:pt x="227790" y="42165"/>
                  <a:pt x="226128" y="42165"/>
                </a:cubicBezTo>
                <a:cubicBezTo>
                  <a:pt x="224107" y="42165"/>
                  <a:pt x="222064" y="42951"/>
                  <a:pt x="219999" y="44523"/>
                </a:cubicBezTo>
                <a:cubicBezTo>
                  <a:pt x="217933" y="46094"/>
                  <a:pt x="215688" y="48385"/>
                  <a:pt x="213263" y="51393"/>
                </a:cubicBezTo>
                <a:lnTo>
                  <a:pt x="213263" y="91336"/>
                </a:lnTo>
                <a:cubicBezTo>
                  <a:pt x="213263" y="91785"/>
                  <a:pt x="213128" y="92178"/>
                  <a:pt x="212859" y="92514"/>
                </a:cubicBezTo>
                <a:cubicBezTo>
                  <a:pt x="212589" y="92851"/>
                  <a:pt x="212129" y="93132"/>
                  <a:pt x="211478" y="93356"/>
                </a:cubicBezTo>
                <a:cubicBezTo>
                  <a:pt x="210827" y="93581"/>
                  <a:pt x="209962" y="93749"/>
                  <a:pt x="208885" y="93862"/>
                </a:cubicBezTo>
                <a:cubicBezTo>
                  <a:pt x="207807" y="93974"/>
                  <a:pt x="206460" y="94030"/>
                  <a:pt x="204843" y="94030"/>
                </a:cubicBezTo>
                <a:cubicBezTo>
                  <a:pt x="203182" y="94030"/>
                  <a:pt x="201812" y="93974"/>
                  <a:pt x="200735" y="93862"/>
                </a:cubicBezTo>
                <a:cubicBezTo>
                  <a:pt x="199657" y="93749"/>
                  <a:pt x="198792" y="93581"/>
                  <a:pt x="198141" y="93356"/>
                </a:cubicBezTo>
                <a:cubicBezTo>
                  <a:pt x="197490" y="93132"/>
                  <a:pt x="197030" y="92851"/>
                  <a:pt x="196761" y="92514"/>
                </a:cubicBezTo>
                <a:cubicBezTo>
                  <a:pt x="196491" y="92178"/>
                  <a:pt x="196356" y="91785"/>
                  <a:pt x="196356" y="91336"/>
                </a:cubicBezTo>
                <a:lnTo>
                  <a:pt x="196356" y="55704"/>
                </a:lnTo>
                <a:cubicBezTo>
                  <a:pt x="196356" y="53683"/>
                  <a:pt x="196166" y="51842"/>
                  <a:pt x="195784" y="50181"/>
                </a:cubicBezTo>
                <a:cubicBezTo>
                  <a:pt x="195402" y="48519"/>
                  <a:pt x="194830" y="47094"/>
                  <a:pt x="194066" y="45904"/>
                </a:cubicBezTo>
                <a:cubicBezTo>
                  <a:pt x="193303" y="44714"/>
                  <a:pt x="192315" y="43793"/>
                  <a:pt x="191103" y="43142"/>
                </a:cubicBezTo>
                <a:cubicBezTo>
                  <a:pt x="189890" y="42491"/>
                  <a:pt x="188476" y="42165"/>
                  <a:pt x="186859" y="42165"/>
                </a:cubicBezTo>
                <a:cubicBezTo>
                  <a:pt x="184794" y="42165"/>
                  <a:pt x="182728" y="42951"/>
                  <a:pt x="180662" y="44523"/>
                </a:cubicBezTo>
                <a:cubicBezTo>
                  <a:pt x="178597" y="46094"/>
                  <a:pt x="176374" y="48385"/>
                  <a:pt x="173994" y="51393"/>
                </a:cubicBezTo>
                <a:lnTo>
                  <a:pt x="173994" y="91336"/>
                </a:lnTo>
                <a:cubicBezTo>
                  <a:pt x="173994" y="91785"/>
                  <a:pt x="173859" y="92178"/>
                  <a:pt x="173590" y="92514"/>
                </a:cubicBezTo>
                <a:cubicBezTo>
                  <a:pt x="173320" y="92851"/>
                  <a:pt x="172860" y="93132"/>
                  <a:pt x="172209" y="93356"/>
                </a:cubicBezTo>
                <a:cubicBezTo>
                  <a:pt x="171558" y="93581"/>
                  <a:pt x="170694" y="93749"/>
                  <a:pt x="169616" y="93862"/>
                </a:cubicBezTo>
                <a:cubicBezTo>
                  <a:pt x="168538" y="93974"/>
                  <a:pt x="167169" y="94030"/>
                  <a:pt x="165507" y="94030"/>
                </a:cubicBezTo>
                <a:cubicBezTo>
                  <a:pt x="163846" y="94030"/>
                  <a:pt x="162476" y="93974"/>
                  <a:pt x="161398" y="93862"/>
                </a:cubicBezTo>
                <a:cubicBezTo>
                  <a:pt x="160321" y="93749"/>
                  <a:pt x="159456" y="93581"/>
                  <a:pt x="158805" y="93356"/>
                </a:cubicBezTo>
                <a:cubicBezTo>
                  <a:pt x="158154" y="93132"/>
                  <a:pt x="157694" y="92851"/>
                  <a:pt x="157424" y="92514"/>
                </a:cubicBezTo>
                <a:cubicBezTo>
                  <a:pt x="157155" y="92178"/>
                  <a:pt x="157020" y="91785"/>
                  <a:pt x="157020" y="91336"/>
                </a:cubicBezTo>
                <a:lnTo>
                  <a:pt x="157020" y="31253"/>
                </a:lnTo>
                <a:cubicBezTo>
                  <a:pt x="157020" y="30804"/>
                  <a:pt x="157132" y="30412"/>
                  <a:pt x="157357" y="30075"/>
                </a:cubicBezTo>
                <a:cubicBezTo>
                  <a:pt x="157581" y="29738"/>
                  <a:pt x="157986" y="29457"/>
                  <a:pt x="158569" y="29233"/>
                </a:cubicBezTo>
                <a:cubicBezTo>
                  <a:pt x="159153" y="29008"/>
                  <a:pt x="159905" y="28840"/>
                  <a:pt x="160826" y="28728"/>
                </a:cubicBezTo>
                <a:cubicBezTo>
                  <a:pt x="161746" y="28615"/>
                  <a:pt x="162903" y="28559"/>
                  <a:pt x="164295" y="28559"/>
                </a:cubicBezTo>
                <a:cubicBezTo>
                  <a:pt x="165732" y="28559"/>
                  <a:pt x="166922" y="28615"/>
                  <a:pt x="167865" y="28728"/>
                </a:cubicBezTo>
                <a:cubicBezTo>
                  <a:pt x="168808" y="28840"/>
                  <a:pt x="169537" y="29008"/>
                  <a:pt x="170054" y="29233"/>
                </a:cubicBezTo>
                <a:cubicBezTo>
                  <a:pt x="170570" y="29457"/>
                  <a:pt x="170940" y="29738"/>
                  <a:pt x="171165" y="30075"/>
                </a:cubicBezTo>
                <a:cubicBezTo>
                  <a:pt x="171390" y="30412"/>
                  <a:pt x="171502" y="30804"/>
                  <a:pt x="171502" y="31253"/>
                </a:cubicBezTo>
                <a:lnTo>
                  <a:pt x="171502" y="38191"/>
                </a:lnTo>
                <a:cubicBezTo>
                  <a:pt x="174825" y="34576"/>
                  <a:pt x="178136" y="31865"/>
                  <a:pt x="181437" y="30058"/>
                </a:cubicBezTo>
                <a:cubicBezTo>
                  <a:pt x="184737" y="28251"/>
                  <a:pt x="188184" y="27347"/>
                  <a:pt x="191776" y="27347"/>
                </a:cubicBezTo>
                <a:cubicBezTo>
                  <a:pt x="194246" y="27347"/>
                  <a:pt x="196469" y="27607"/>
                  <a:pt x="198444" y="28128"/>
                </a:cubicBezTo>
                <a:cubicBezTo>
                  <a:pt x="200420" y="28647"/>
                  <a:pt x="202183" y="29392"/>
                  <a:pt x="203732" y="30363"/>
                </a:cubicBezTo>
                <a:cubicBezTo>
                  <a:pt x="205281" y="31334"/>
                  <a:pt x="206617" y="32497"/>
                  <a:pt x="207740" y="33853"/>
                </a:cubicBezTo>
                <a:cubicBezTo>
                  <a:pt x="208862" y="35209"/>
                  <a:pt x="209805" y="36722"/>
                  <a:pt x="210569" y="38393"/>
                </a:cubicBezTo>
                <a:cubicBezTo>
                  <a:pt x="212365" y="36451"/>
                  <a:pt x="214127" y="34780"/>
                  <a:pt x="215856" y="33379"/>
                </a:cubicBezTo>
                <a:cubicBezTo>
                  <a:pt x="217585" y="31978"/>
                  <a:pt x="219291" y="30837"/>
                  <a:pt x="220975" y="29957"/>
                </a:cubicBezTo>
                <a:cubicBezTo>
                  <a:pt x="222659" y="29076"/>
                  <a:pt x="224343" y="28420"/>
                  <a:pt x="226027" y="27991"/>
                </a:cubicBezTo>
                <a:cubicBezTo>
                  <a:pt x="227711" y="27562"/>
                  <a:pt x="229429" y="27347"/>
                  <a:pt x="231180" y="27347"/>
                </a:cubicBezTo>
                <a:cubicBezTo>
                  <a:pt x="235176" y="27347"/>
                  <a:pt x="238544" y="28021"/>
                  <a:pt x="241283" y="29370"/>
                </a:cubicBezTo>
                <a:cubicBezTo>
                  <a:pt x="244022" y="30718"/>
                  <a:pt x="246234" y="32550"/>
                  <a:pt x="247918" y="34865"/>
                </a:cubicBezTo>
                <a:cubicBezTo>
                  <a:pt x="249602" y="37179"/>
                  <a:pt x="250803" y="39888"/>
                  <a:pt x="251522" y="42990"/>
                </a:cubicBezTo>
                <a:cubicBezTo>
                  <a:pt x="252240" y="46092"/>
                  <a:pt x="252599" y="49372"/>
                  <a:pt x="252599" y="52833"/>
                </a:cubicBezTo>
                <a:lnTo>
                  <a:pt x="252599" y="91334"/>
                </a:lnTo>
                <a:close/>
                <a:moveTo>
                  <a:pt x="318266" y="91536"/>
                </a:moveTo>
                <a:cubicBezTo>
                  <a:pt x="318266" y="92164"/>
                  <a:pt x="318041" y="92659"/>
                  <a:pt x="317592" y="93020"/>
                </a:cubicBezTo>
                <a:cubicBezTo>
                  <a:pt x="317143" y="93379"/>
                  <a:pt x="316436" y="93637"/>
                  <a:pt x="315470" y="93794"/>
                </a:cubicBezTo>
                <a:cubicBezTo>
                  <a:pt x="314505" y="93951"/>
                  <a:pt x="313079" y="94030"/>
                  <a:pt x="311193" y="94030"/>
                </a:cubicBezTo>
                <a:cubicBezTo>
                  <a:pt x="309173" y="94030"/>
                  <a:pt x="307702" y="93951"/>
                  <a:pt x="306781" y="93794"/>
                </a:cubicBezTo>
                <a:cubicBezTo>
                  <a:pt x="305861" y="93637"/>
                  <a:pt x="305210" y="93379"/>
                  <a:pt x="304828" y="93020"/>
                </a:cubicBezTo>
                <a:cubicBezTo>
                  <a:pt x="304446" y="92660"/>
                  <a:pt x="304255" y="92166"/>
                  <a:pt x="304255" y="91538"/>
                </a:cubicBezTo>
                <a:lnTo>
                  <a:pt x="304255" y="86755"/>
                </a:lnTo>
                <a:cubicBezTo>
                  <a:pt x="301786" y="89405"/>
                  <a:pt x="298968" y="91482"/>
                  <a:pt x="295802" y="92986"/>
                </a:cubicBezTo>
                <a:cubicBezTo>
                  <a:pt x="292636" y="94490"/>
                  <a:pt x="289123" y="95242"/>
                  <a:pt x="285261" y="95242"/>
                </a:cubicBezTo>
                <a:cubicBezTo>
                  <a:pt x="282073" y="95242"/>
                  <a:pt x="279143" y="94826"/>
                  <a:pt x="276471" y="93992"/>
                </a:cubicBezTo>
                <a:cubicBezTo>
                  <a:pt x="273799" y="93158"/>
                  <a:pt x="271486" y="91919"/>
                  <a:pt x="269533" y="90275"/>
                </a:cubicBezTo>
                <a:cubicBezTo>
                  <a:pt x="267580" y="88630"/>
                  <a:pt x="266064" y="86592"/>
                  <a:pt x="264987" y="84160"/>
                </a:cubicBezTo>
                <a:cubicBezTo>
                  <a:pt x="263909" y="81727"/>
                  <a:pt x="263370" y="78888"/>
                  <a:pt x="263370" y="75644"/>
                </a:cubicBezTo>
                <a:cubicBezTo>
                  <a:pt x="263370" y="72128"/>
                  <a:pt x="264055" y="69076"/>
                  <a:pt x="265424" y="66485"/>
                </a:cubicBezTo>
                <a:cubicBezTo>
                  <a:pt x="266794" y="63895"/>
                  <a:pt x="268837" y="61755"/>
                  <a:pt x="271554" y="60065"/>
                </a:cubicBezTo>
                <a:cubicBezTo>
                  <a:pt x="274271" y="58376"/>
                  <a:pt x="277650" y="57125"/>
                  <a:pt x="281691" y="56314"/>
                </a:cubicBezTo>
                <a:cubicBezTo>
                  <a:pt x="285732" y="55503"/>
                  <a:pt x="290425" y="55098"/>
                  <a:pt x="295769" y="55098"/>
                </a:cubicBezTo>
                <a:lnTo>
                  <a:pt x="301629" y="55098"/>
                </a:lnTo>
                <a:lnTo>
                  <a:pt x="301629" y="51477"/>
                </a:lnTo>
                <a:cubicBezTo>
                  <a:pt x="301629" y="49600"/>
                  <a:pt x="301438" y="47957"/>
                  <a:pt x="301056" y="46550"/>
                </a:cubicBezTo>
                <a:cubicBezTo>
                  <a:pt x="300674" y="45141"/>
                  <a:pt x="300046" y="43967"/>
                  <a:pt x="299170" y="43028"/>
                </a:cubicBezTo>
                <a:cubicBezTo>
                  <a:pt x="298294" y="42089"/>
                  <a:pt x="297127" y="41397"/>
                  <a:pt x="295667" y="40951"/>
                </a:cubicBezTo>
                <a:cubicBezTo>
                  <a:pt x="294208" y="40503"/>
                  <a:pt x="292401" y="40279"/>
                  <a:pt x="290245" y="40279"/>
                </a:cubicBezTo>
                <a:cubicBezTo>
                  <a:pt x="287416" y="40279"/>
                  <a:pt x="284890" y="40594"/>
                  <a:pt x="282668" y="41222"/>
                </a:cubicBezTo>
                <a:cubicBezTo>
                  <a:pt x="280445" y="41851"/>
                  <a:pt x="278480" y="42547"/>
                  <a:pt x="276774" y="43310"/>
                </a:cubicBezTo>
                <a:cubicBezTo>
                  <a:pt x="275068" y="44074"/>
                  <a:pt x="273642" y="44770"/>
                  <a:pt x="272497" y="45398"/>
                </a:cubicBezTo>
                <a:cubicBezTo>
                  <a:pt x="271352" y="46027"/>
                  <a:pt x="270420" y="46341"/>
                  <a:pt x="269701" y="46341"/>
                </a:cubicBezTo>
                <a:cubicBezTo>
                  <a:pt x="269208" y="46341"/>
                  <a:pt x="268770" y="46184"/>
                  <a:pt x="268388" y="45868"/>
                </a:cubicBezTo>
                <a:cubicBezTo>
                  <a:pt x="268006" y="45552"/>
                  <a:pt x="267692" y="45101"/>
                  <a:pt x="267445" y="44514"/>
                </a:cubicBezTo>
                <a:cubicBezTo>
                  <a:pt x="267198" y="43928"/>
                  <a:pt x="267007" y="43206"/>
                  <a:pt x="266873" y="42348"/>
                </a:cubicBezTo>
                <a:cubicBezTo>
                  <a:pt x="266738" y="41490"/>
                  <a:pt x="266670" y="40542"/>
                  <a:pt x="266670" y="39505"/>
                </a:cubicBezTo>
                <a:cubicBezTo>
                  <a:pt x="266670" y="38106"/>
                  <a:pt x="266783" y="37000"/>
                  <a:pt x="267007" y="36187"/>
                </a:cubicBezTo>
                <a:cubicBezTo>
                  <a:pt x="267232" y="35375"/>
                  <a:pt x="267658" y="34642"/>
                  <a:pt x="268287" y="33988"/>
                </a:cubicBezTo>
                <a:cubicBezTo>
                  <a:pt x="268916" y="33332"/>
                  <a:pt x="270016" y="32612"/>
                  <a:pt x="271587" y="31826"/>
                </a:cubicBezTo>
                <a:cubicBezTo>
                  <a:pt x="273159" y="31040"/>
                  <a:pt x="275000" y="30311"/>
                  <a:pt x="277111" y="29637"/>
                </a:cubicBezTo>
                <a:cubicBezTo>
                  <a:pt x="279221" y="28963"/>
                  <a:pt x="281523" y="28413"/>
                  <a:pt x="284015" y="27987"/>
                </a:cubicBezTo>
                <a:cubicBezTo>
                  <a:pt x="286507" y="27560"/>
                  <a:pt x="289078" y="27347"/>
                  <a:pt x="291727" y="27347"/>
                </a:cubicBezTo>
                <a:cubicBezTo>
                  <a:pt x="296442" y="27347"/>
                  <a:pt x="300472" y="27808"/>
                  <a:pt x="303818" y="28730"/>
                </a:cubicBezTo>
                <a:cubicBezTo>
                  <a:pt x="307163" y="29650"/>
                  <a:pt x="309913" y="31066"/>
                  <a:pt x="312069" y="32977"/>
                </a:cubicBezTo>
                <a:cubicBezTo>
                  <a:pt x="314224" y="34887"/>
                  <a:pt x="315796" y="37348"/>
                  <a:pt x="316784" y="40359"/>
                </a:cubicBezTo>
                <a:cubicBezTo>
                  <a:pt x="317772" y="43371"/>
                  <a:pt x="318266" y="46944"/>
                  <a:pt x="318266" y="51080"/>
                </a:cubicBezTo>
                <a:lnTo>
                  <a:pt x="318266" y="91536"/>
                </a:lnTo>
                <a:moveTo>
                  <a:pt x="301629" y="65740"/>
                </a:moveTo>
                <a:lnTo>
                  <a:pt x="295162" y="65740"/>
                </a:lnTo>
                <a:cubicBezTo>
                  <a:pt x="292423" y="65740"/>
                  <a:pt x="290088" y="65944"/>
                  <a:pt x="288157" y="66351"/>
                </a:cubicBezTo>
                <a:cubicBezTo>
                  <a:pt x="286226" y="66757"/>
                  <a:pt x="284655" y="67369"/>
                  <a:pt x="283442" y="68184"/>
                </a:cubicBezTo>
                <a:cubicBezTo>
                  <a:pt x="282230" y="68998"/>
                  <a:pt x="281343" y="69982"/>
                  <a:pt x="280782" y="71137"/>
                </a:cubicBezTo>
                <a:cubicBezTo>
                  <a:pt x="280220" y="72291"/>
                  <a:pt x="279940" y="73614"/>
                  <a:pt x="279940" y="75107"/>
                </a:cubicBezTo>
                <a:cubicBezTo>
                  <a:pt x="279940" y="77641"/>
                  <a:pt x="280737" y="79632"/>
                  <a:pt x="282331" y="81081"/>
                </a:cubicBezTo>
                <a:cubicBezTo>
                  <a:pt x="283925" y="82529"/>
                  <a:pt x="286137" y="83253"/>
                  <a:pt x="288966" y="83253"/>
                </a:cubicBezTo>
                <a:cubicBezTo>
                  <a:pt x="291345" y="83253"/>
                  <a:pt x="293535" y="82642"/>
                  <a:pt x="295533" y="81422"/>
                </a:cubicBezTo>
                <a:cubicBezTo>
                  <a:pt x="297531" y="80199"/>
                  <a:pt x="299563" y="78412"/>
                  <a:pt x="301629" y="76058"/>
                </a:cubicBezTo>
                <a:lnTo>
                  <a:pt x="301629" y="65740"/>
                </a:lnTo>
                <a:close/>
                <a:moveTo>
                  <a:pt x="392167" y="91334"/>
                </a:moveTo>
                <a:cubicBezTo>
                  <a:pt x="392167" y="91783"/>
                  <a:pt x="392032" y="92176"/>
                  <a:pt x="391763" y="92514"/>
                </a:cubicBezTo>
                <a:cubicBezTo>
                  <a:pt x="391493" y="92851"/>
                  <a:pt x="391044" y="93132"/>
                  <a:pt x="390416" y="93356"/>
                </a:cubicBezTo>
                <a:cubicBezTo>
                  <a:pt x="389787" y="93581"/>
                  <a:pt x="388923" y="93749"/>
                  <a:pt x="387822" y="93862"/>
                </a:cubicBezTo>
                <a:cubicBezTo>
                  <a:pt x="386722" y="93974"/>
                  <a:pt x="385364" y="94030"/>
                  <a:pt x="383747" y="94030"/>
                </a:cubicBezTo>
                <a:cubicBezTo>
                  <a:pt x="382086" y="94030"/>
                  <a:pt x="380705" y="93974"/>
                  <a:pt x="379605" y="93862"/>
                </a:cubicBezTo>
                <a:cubicBezTo>
                  <a:pt x="378505" y="93749"/>
                  <a:pt x="377640" y="93581"/>
                  <a:pt x="377012" y="93356"/>
                </a:cubicBezTo>
                <a:cubicBezTo>
                  <a:pt x="376383" y="93132"/>
                  <a:pt x="375934" y="92851"/>
                  <a:pt x="375665" y="92514"/>
                </a:cubicBezTo>
                <a:cubicBezTo>
                  <a:pt x="375395" y="92178"/>
                  <a:pt x="375260" y="91785"/>
                  <a:pt x="375260" y="91336"/>
                </a:cubicBezTo>
                <a:lnTo>
                  <a:pt x="375260" y="57051"/>
                </a:lnTo>
                <a:cubicBezTo>
                  <a:pt x="375260" y="54132"/>
                  <a:pt x="375047" y="51842"/>
                  <a:pt x="374621" y="50181"/>
                </a:cubicBezTo>
                <a:cubicBezTo>
                  <a:pt x="374194" y="48519"/>
                  <a:pt x="373577" y="47094"/>
                  <a:pt x="372768" y="45904"/>
                </a:cubicBezTo>
                <a:cubicBezTo>
                  <a:pt x="371960" y="44714"/>
                  <a:pt x="370916" y="43793"/>
                  <a:pt x="369636" y="43142"/>
                </a:cubicBezTo>
                <a:cubicBezTo>
                  <a:pt x="368356" y="42491"/>
                  <a:pt x="366863" y="42165"/>
                  <a:pt x="365157" y="42165"/>
                </a:cubicBezTo>
                <a:cubicBezTo>
                  <a:pt x="363002" y="42165"/>
                  <a:pt x="360824" y="42951"/>
                  <a:pt x="358623" y="44523"/>
                </a:cubicBezTo>
                <a:cubicBezTo>
                  <a:pt x="356423" y="46094"/>
                  <a:pt x="354133" y="48385"/>
                  <a:pt x="351753" y="51393"/>
                </a:cubicBezTo>
                <a:lnTo>
                  <a:pt x="351753" y="91336"/>
                </a:lnTo>
                <a:cubicBezTo>
                  <a:pt x="351753" y="91785"/>
                  <a:pt x="351618" y="92178"/>
                  <a:pt x="351349" y="92514"/>
                </a:cubicBezTo>
                <a:cubicBezTo>
                  <a:pt x="351079" y="92851"/>
                  <a:pt x="350619" y="93132"/>
                  <a:pt x="349968" y="93356"/>
                </a:cubicBezTo>
                <a:cubicBezTo>
                  <a:pt x="349317" y="93581"/>
                  <a:pt x="348453" y="93749"/>
                  <a:pt x="347375" y="93862"/>
                </a:cubicBezTo>
                <a:cubicBezTo>
                  <a:pt x="346297" y="93974"/>
                  <a:pt x="344928" y="94030"/>
                  <a:pt x="343266" y="94030"/>
                </a:cubicBezTo>
                <a:cubicBezTo>
                  <a:pt x="341605" y="94030"/>
                  <a:pt x="340235" y="93974"/>
                  <a:pt x="339157" y="93862"/>
                </a:cubicBezTo>
                <a:cubicBezTo>
                  <a:pt x="338080" y="93749"/>
                  <a:pt x="337215" y="93581"/>
                  <a:pt x="336564" y="93356"/>
                </a:cubicBezTo>
                <a:cubicBezTo>
                  <a:pt x="335913" y="93132"/>
                  <a:pt x="335453" y="92851"/>
                  <a:pt x="335183" y="92514"/>
                </a:cubicBezTo>
                <a:cubicBezTo>
                  <a:pt x="334914" y="92178"/>
                  <a:pt x="334779" y="91785"/>
                  <a:pt x="334779" y="91336"/>
                </a:cubicBezTo>
                <a:lnTo>
                  <a:pt x="334779" y="31253"/>
                </a:lnTo>
                <a:cubicBezTo>
                  <a:pt x="334779" y="30804"/>
                  <a:pt x="334891" y="30412"/>
                  <a:pt x="335116" y="30075"/>
                </a:cubicBezTo>
                <a:cubicBezTo>
                  <a:pt x="335340" y="29738"/>
                  <a:pt x="335745" y="29457"/>
                  <a:pt x="336328" y="29233"/>
                </a:cubicBezTo>
                <a:cubicBezTo>
                  <a:pt x="336912" y="29008"/>
                  <a:pt x="337664" y="28840"/>
                  <a:pt x="338585" y="28728"/>
                </a:cubicBezTo>
                <a:cubicBezTo>
                  <a:pt x="339505" y="28615"/>
                  <a:pt x="340662" y="28559"/>
                  <a:pt x="342054" y="28559"/>
                </a:cubicBezTo>
                <a:cubicBezTo>
                  <a:pt x="343491" y="28559"/>
                  <a:pt x="344681" y="28615"/>
                  <a:pt x="345624" y="28728"/>
                </a:cubicBezTo>
                <a:cubicBezTo>
                  <a:pt x="346567" y="28840"/>
                  <a:pt x="347296" y="29008"/>
                  <a:pt x="347813" y="29233"/>
                </a:cubicBezTo>
                <a:cubicBezTo>
                  <a:pt x="348329" y="29457"/>
                  <a:pt x="348699" y="29738"/>
                  <a:pt x="348924" y="30075"/>
                </a:cubicBezTo>
                <a:cubicBezTo>
                  <a:pt x="349149" y="30412"/>
                  <a:pt x="349261" y="30804"/>
                  <a:pt x="349261" y="31253"/>
                </a:cubicBezTo>
                <a:lnTo>
                  <a:pt x="349261" y="38191"/>
                </a:lnTo>
                <a:cubicBezTo>
                  <a:pt x="352584" y="34576"/>
                  <a:pt x="355963" y="31865"/>
                  <a:pt x="359398" y="30058"/>
                </a:cubicBezTo>
                <a:cubicBezTo>
                  <a:pt x="362833" y="28251"/>
                  <a:pt x="366414" y="27347"/>
                  <a:pt x="370141" y="27347"/>
                </a:cubicBezTo>
                <a:cubicBezTo>
                  <a:pt x="374228" y="27347"/>
                  <a:pt x="377674" y="28021"/>
                  <a:pt x="380481" y="29370"/>
                </a:cubicBezTo>
                <a:cubicBezTo>
                  <a:pt x="383287" y="30718"/>
                  <a:pt x="385555" y="32550"/>
                  <a:pt x="387284" y="34865"/>
                </a:cubicBezTo>
                <a:cubicBezTo>
                  <a:pt x="389012" y="37179"/>
                  <a:pt x="390259" y="39888"/>
                  <a:pt x="391022" y="42990"/>
                </a:cubicBezTo>
                <a:cubicBezTo>
                  <a:pt x="391785" y="46092"/>
                  <a:pt x="392167" y="49822"/>
                  <a:pt x="392167" y="54182"/>
                </a:cubicBezTo>
                <a:lnTo>
                  <a:pt x="392167" y="91334"/>
                </a:lnTo>
                <a:close/>
                <a:moveTo>
                  <a:pt x="425113" y="91336"/>
                </a:moveTo>
                <a:cubicBezTo>
                  <a:pt x="425113" y="91785"/>
                  <a:pt x="424978" y="92178"/>
                  <a:pt x="424708" y="92514"/>
                </a:cubicBezTo>
                <a:cubicBezTo>
                  <a:pt x="424439" y="92851"/>
                  <a:pt x="423979" y="93132"/>
                  <a:pt x="423328" y="93356"/>
                </a:cubicBezTo>
                <a:cubicBezTo>
                  <a:pt x="422676" y="93581"/>
                  <a:pt x="421812" y="93749"/>
                  <a:pt x="420734" y="93862"/>
                </a:cubicBezTo>
                <a:cubicBezTo>
                  <a:pt x="419657" y="93974"/>
                  <a:pt x="418287" y="94030"/>
                  <a:pt x="416626" y="94030"/>
                </a:cubicBezTo>
                <a:cubicBezTo>
                  <a:pt x="414964" y="94030"/>
                  <a:pt x="413595" y="93974"/>
                  <a:pt x="412517" y="93862"/>
                </a:cubicBezTo>
                <a:cubicBezTo>
                  <a:pt x="411439" y="93749"/>
                  <a:pt x="410575" y="93581"/>
                  <a:pt x="409924" y="93356"/>
                </a:cubicBezTo>
                <a:cubicBezTo>
                  <a:pt x="409272" y="93132"/>
                  <a:pt x="408812" y="92851"/>
                  <a:pt x="408543" y="92514"/>
                </a:cubicBezTo>
                <a:cubicBezTo>
                  <a:pt x="408273" y="92178"/>
                  <a:pt x="408139" y="91785"/>
                  <a:pt x="408139" y="91336"/>
                </a:cubicBezTo>
                <a:lnTo>
                  <a:pt x="408139" y="31388"/>
                </a:lnTo>
                <a:cubicBezTo>
                  <a:pt x="408139" y="30939"/>
                  <a:pt x="408273" y="30546"/>
                  <a:pt x="408543" y="30209"/>
                </a:cubicBezTo>
                <a:cubicBezTo>
                  <a:pt x="408812" y="29873"/>
                  <a:pt x="409272" y="29581"/>
                  <a:pt x="409924" y="29334"/>
                </a:cubicBezTo>
                <a:cubicBezTo>
                  <a:pt x="410575" y="29087"/>
                  <a:pt x="411439" y="28896"/>
                  <a:pt x="412517" y="28761"/>
                </a:cubicBezTo>
                <a:cubicBezTo>
                  <a:pt x="413595" y="28627"/>
                  <a:pt x="414964" y="28559"/>
                  <a:pt x="416626" y="28559"/>
                </a:cubicBezTo>
                <a:cubicBezTo>
                  <a:pt x="418287" y="28559"/>
                  <a:pt x="419657" y="28627"/>
                  <a:pt x="420734" y="28761"/>
                </a:cubicBezTo>
                <a:cubicBezTo>
                  <a:pt x="421812" y="28896"/>
                  <a:pt x="422676" y="29087"/>
                  <a:pt x="423328" y="29334"/>
                </a:cubicBezTo>
                <a:cubicBezTo>
                  <a:pt x="423979" y="29581"/>
                  <a:pt x="424439" y="29873"/>
                  <a:pt x="424708" y="30209"/>
                </a:cubicBezTo>
                <a:cubicBezTo>
                  <a:pt x="424978" y="30546"/>
                  <a:pt x="425113" y="30939"/>
                  <a:pt x="425113" y="31388"/>
                </a:cubicBezTo>
                <a:lnTo>
                  <a:pt x="425113" y="91336"/>
                </a:lnTo>
                <a:moveTo>
                  <a:pt x="426392" y="10912"/>
                </a:moveTo>
                <a:cubicBezTo>
                  <a:pt x="426392" y="14325"/>
                  <a:pt x="425696" y="16682"/>
                  <a:pt x="424304" y="17984"/>
                </a:cubicBezTo>
                <a:cubicBezTo>
                  <a:pt x="422912" y="19286"/>
                  <a:pt x="420330" y="19938"/>
                  <a:pt x="416558" y="19938"/>
                </a:cubicBezTo>
                <a:cubicBezTo>
                  <a:pt x="412741" y="19938"/>
                  <a:pt x="410171" y="19309"/>
                  <a:pt x="408846" y="18052"/>
                </a:cubicBezTo>
                <a:cubicBezTo>
                  <a:pt x="407521" y="16794"/>
                  <a:pt x="406859" y="14527"/>
                  <a:pt x="406859" y="11249"/>
                </a:cubicBezTo>
                <a:cubicBezTo>
                  <a:pt x="406859" y="7836"/>
                  <a:pt x="407544" y="5467"/>
                  <a:pt x="408913" y="4142"/>
                </a:cubicBezTo>
                <a:cubicBezTo>
                  <a:pt x="410283" y="2818"/>
                  <a:pt x="412876" y="2155"/>
                  <a:pt x="416693" y="2155"/>
                </a:cubicBezTo>
                <a:cubicBezTo>
                  <a:pt x="420465" y="2155"/>
                  <a:pt x="423024" y="2795"/>
                  <a:pt x="424372" y="4075"/>
                </a:cubicBezTo>
                <a:cubicBezTo>
                  <a:pt x="425719" y="5355"/>
                  <a:pt x="426392" y="7634"/>
                  <a:pt x="426392" y="10912"/>
                </a:cubicBezTo>
                <a:close/>
                <a:moveTo>
                  <a:pt x="484077" y="86688"/>
                </a:moveTo>
                <a:cubicBezTo>
                  <a:pt x="484077" y="87990"/>
                  <a:pt x="484009" y="89102"/>
                  <a:pt x="483875" y="90022"/>
                </a:cubicBezTo>
                <a:cubicBezTo>
                  <a:pt x="483740" y="90943"/>
                  <a:pt x="483560" y="91672"/>
                  <a:pt x="483336" y="92211"/>
                </a:cubicBezTo>
                <a:cubicBezTo>
                  <a:pt x="483111" y="92750"/>
                  <a:pt x="482819" y="93121"/>
                  <a:pt x="482460" y="93323"/>
                </a:cubicBezTo>
                <a:cubicBezTo>
                  <a:pt x="482101" y="93525"/>
                  <a:pt x="481697" y="93626"/>
                  <a:pt x="481248" y="93626"/>
                </a:cubicBezTo>
                <a:lnTo>
                  <a:pt x="441979" y="93626"/>
                </a:lnTo>
                <a:cubicBezTo>
                  <a:pt x="440766" y="93626"/>
                  <a:pt x="439835" y="93222"/>
                  <a:pt x="439183" y="92413"/>
                </a:cubicBezTo>
                <a:cubicBezTo>
                  <a:pt x="438532" y="91605"/>
                  <a:pt x="438207" y="90280"/>
                  <a:pt x="438207" y="88439"/>
                </a:cubicBezTo>
                <a:lnTo>
                  <a:pt x="438207" y="85341"/>
                </a:lnTo>
                <a:cubicBezTo>
                  <a:pt x="438207" y="84533"/>
                  <a:pt x="438240" y="83803"/>
                  <a:pt x="438308" y="83152"/>
                </a:cubicBezTo>
                <a:cubicBezTo>
                  <a:pt x="438375" y="82501"/>
                  <a:pt x="438510" y="81872"/>
                  <a:pt x="438712" y="81266"/>
                </a:cubicBezTo>
                <a:cubicBezTo>
                  <a:pt x="438914" y="80660"/>
                  <a:pt x="439183" y="80042"/>
                  <a:pt x="439520" y="79414"/>
                </a:cubicBezTo>
                <a:cubicBezTo>
                  <a:pt x="439857" y="78785"/>
                  <a:pt x="440295" y="78089"/>
                  <a:pt x="440834" y="77325"/>
                </a:cubicBezTo>
                <a:lnTo>
                  <a:pt x="463331" y="42569"/>
                </a:lnTo>
                <a:lnTo>
                  <a:pt x="442046" y="42569"/>
                </a:lnTo>
                <a:cubicBezTo>
                  <a:pt x="441193" y="42569"/>
                  <a:pt x="440508" y="42031"/>
                  <a:pt x="439992" y="40953"/>
                </a:cubicBezTo>
                <a:cubicBezTo>
                  <a:pt x="439475" y="39875"/>
                  <a:pt x="439217" y="38146"/>
                  <a:pt x="439217" y="35766"/>
                </a:cubicBezTo>
                <a:cubicBezTo>
                  <a:pt x="439217" y="34464"/>
                  <a:pt x="439273" y="33375"/>
                  <a:pt x="439386" y="32500"/>
                </a:cubicBezTo>
                <a:cubicBezTo>
                  <a:pt x="439498" y="31624"/>
                  <a:pt x="439666" y="30928"/>
                  <a:pt x="439891" y="30412"/>
                </a:cubicBezTo>
                <a:cubicBezTo>
                  <a:pt x="440115" y="29895"/>
                  <a:pt x="440407" y="29525"/>
                  <a:pt x="440766" y="29300"/>
                </a:cubicBezTo>
                <a:cubicBezTo>
                  <a:pt x="441126" y="29076"/>
                  <a:pt x="441552" y="28963"/>
                  <a:pt x="442046" y="28963"/>
                </a:cubicBezTo>
                <a:lnTo>
                  <a:pt x="478755" y="28963"/>
                </a:lnTo>
                <a:cubicBezTo>
                  <a:pt x="479384" y="28963"/>
                  <a:pt x="479923" y="29031"/>
                  <a:pt x="480372" y="29165"/>
                </a:cubicBezTo>
                <a:cubicBezTo>
                  <a:pt x="480821" y="29300"/>
                  <a:pt x="481192" y="29547"/>
                  <a:pt x="481483" y="29906"/>
                </a:cubicBezTo>
                <a:cubicBezTo>
                  <a:pt x="481775" y="30266"/>
                  <a:pt x="482000" y="30760"/>
                  <a:pt x="482157" y="31388"/>
                </a:cubicBezTo>
                <a:cubicBezTo>
                  <a:pt x="482314" y="32017"/>
                  <a:pt x="482393" y="32803"/>
                  <a:pt x="482393" y="33746"/>
                </a:cubicBezTo>
                <a:lnTo>
                  <a:pt x="482393" y="37046"/>
                </a:lnTo>
                <a:cubicBezTo>
                  <a:pt x="482393" y="37944"/>
                  <a:pt x="482348" y="38741"/>
                  <a:pt x="482258" y="39437"/>
                </a:cubicBezTo>
                <a:cubicBezTo>
                  <a:pt x="482168" y="40133"/>
                  <a:pt x="482034" y="40796"/>
                  <a:pt x="481854" y="41424"/>
                </a:cubicBezTo>
                <a:cubicBezTo>
                  <a:pt x="481674" y="42053"/>
                  <a:pt x="481416" y="42682"/>
                  <a:pt x="481079" y="43310"/>
                </a:cubicBezTo>
                <a:cubicBezTo>
                  <a:pt x="480743" y="43939"/>
                  <a:pt x="480350" y="44613"/>
                  <a:pt x="479901" y="45331"/>
                </a:cubicBezTo>
                <a:lnTo>
                  <a:pt x="457538" y="80020"/>
                </a:lnTo>
                <a:lnTo>
                  <a:pt x="481248" y="80020"/>
                </a:lnTo>
                <a:cubicBezTo>
                  <a:pt x="481652" y="80020"/>
                  <a:pt x="482034" y="80110"/>
                  <a:pt x="482393" y="80289"/>
                </a:cubicBezTo>
                <a:cubicBezTo>
                  <a:pt x="482752" y="80469"/>
                  <a:pt x="483055" y="80806"/>
                  <a:pt x="483302" y="81300"/>
                </a:cubicBezTo>
                <a:cubicBezTo>
                  <a:pt x="483549" y="81793"/>
                  <a:pt x="483740" y="82478"/>
                  <a:pt x="483875" y="83354"/>
                </a:cubicBezTo>
                <a:cubicBezTo>
                  <a:pt x="484009" y="84230"/>
                  <a:pt x="484077" y="85341"/>
                  <a:pt x="484077" y="86688"/>
                </a:cubicBezTo>
                <a:close/>
                <a:moveTo>
                  <a:pt x="551182" y="59533"/>
                </a:moveTo>
                <a:cubicBezTo>
                  <a:pt x="551182" y="61603"/>
                  <a:pt x="550722" y="63132"/>
                  <a:pt x="549801" y="64121"/>
                </a:cubicBezTo>
                <a:cubicBezTo>
                  <a:pt x="548880" y="65111"/>
                  <a:pt x="547612" y="65605"/>
                  <a:pt x="545995" y="65605"/>
                </a:cubicBezTo>
                <a:lnTo>
                  <a:pt x="509421" y="65605"/>
                </a:lnTo>
                <a:cubicBezTo>
                  <a:pt x="509421" y="68175"/>
                  <a:pt x="509724" y="70508"/>
                  <a:pt x="510330" y="72604"/>
                </a:cubicBezTo>
                <a:cubicBezTo>
                  <a:pt x="510936" y="74701"/>
                  <a:pt x="511902" y="76482"/>
                  <a:pt x="513226" y="77949"/>
                </a:cubicBezTo>
                <a:cubicBezTo>
                  <a:pt x="514551" y="79414"/>
                  <a:pt x="516257" y="80529"/>
                  <a:pt x="518345" y="81295"/>
                </a:cubicBezTo>
                <a:cubicBezTo>
                  <a:pt x="520434" y="82061"/>
                  <a:pt x="522937" y="82445"/>
                  <a:pt x="525856" y="82445"/>
                </a:cubicBezTo>
                <a:cubicBezTo>
                  <a:pt x="528819" y="82445"/>
                  <a:pt x="531424" y="82228"/>
                  <a:pt x="533669" y="81794"/>
                </a:cubicBezTo>
                <a:cubicBezTo>
                  <a:pt x="535914" y="81361"/>
                  <a:pt x="537856" y="80881"/>
                  <a:pt x="539495" y="80357"/>
                </a:cubicBezTo>
                <a:cubicBezTo>
                  <a:pt x="541134" y="79832"/>
                  <a:pt x="542493" y="79352"/>
                  <a:pt x="543571" y="78919"/>
                </a:cubicBezTo>
                <a:cubicBezTo>
                  <a:pt x="544648" y="78485"/>
                  <a:pt x="545524" y="78268"/>
                  <a:pt x="546197" y="78268"/>
                </a:cubicBezTo>
                <a:cubicBezTo>
                  <a:pt x="546602" y="78268"/>
                  <a:pt x="546938" y="78348"/>
                  <a:pt x="547208" y="78506"/>
                </a:cubicBezTo>
                <a:cubicBezTo>
                  <a:pt x="547477" y="78663"/>
                  <a:pt x="547702" y="78946"/>
                  <a:pt x="547881" y="79352"/>
                </a:cubicBezTo>
                <a:cubicBezTo>
                  <a:pt x="548061" y="79758"/>
                  <a:pt x="548184" y="80333"/>
                  <a:pt x="548252" y="81078"/>
                </a:cubicBezTo>
                <a:cubicBezTo>
                  <a:pt x="548319" y="81824"/>
                  <a:pt x="548353" y="82760"/>
                  <a:pt x="548353" y="83889"/>
                </a:cubicBezTo>
                <a:cubicBezTo>
                  <a:pt x="548353" y="84882"/>
                  <a:pt x="548330" y="85729"/>
                  <a:pt x="548286" y="86429"/>
                </a:cubicBezTo>
                <a:cubicBezTo>
                  <a:pt x="548241" y="87128"/>
                  <a:pt x="548173" y="87726"/>
                  <a:pt x="548083" y="88223"/>
                </a:cubicBezTo>
                <a:cubicBezTo>
                  <a:pt x="547994" y="88719"/>
                  <a:pt x="547859" y="89137"/>
                  <a:pt x="547679" y="89477"/>
                </a:cubicBezTo>
                <a:cubicBezTo>
                  <a:pt x="547500" y="89815"/>
                  <a:pt x="547264" y="90142"/>
                  <a:pt x="546972" y="90458"/>
                </a:cubicBezTo>
                <a:cubicBezTo>
                  <a:pt x="546680" y="90774"/>
                  <a:pt x="545883" y="91201"/>
                  <a:pt x="544581" y="91740"/>
                </a:cubicBezTo>
                <a:cubicBezTo>
                  <a:pt x="543279" y="92279"/>
                  <a:pt x="541617" y="92806"/>
                  <a:pt x="539596" y="93323"/>
                </a:cubicBezTo>
                <a:cubicBezTo>
                  <a:pt x="537576" y="93839"/>
                  <a:pt x="535263" y="94288"/>
                  <a:pt x="532659" y="94670"/>
                </a:cubicBezTo>
                <a:cubicBezTo>
                  <a:pt x="530054" y="95051"/>
                  <a:pt x="527270" y="95242"/>
                  <a:pt x="524307" y="95242"/>
                </a:cubicBezTo>
                <a:cubicBezTo>
                  <a:pt x="518963" y="95242"/>
                  <a:pt x="514282" y="94567"/>
                  <a:pt x="510263" y="93217"/>
                </a:cubicBezTo>
                <a:cubicBezTo>
                  <a:pt x="506244" y="91867"/>
                  <a:pt x="502887" y="89820"/>
                  <a:pt x="500193" y="87075"/>
                </a:cubicBezTo>
                <a:cubicBezTo>
                  <a:pt x="497499" y="84331"/>
                  <a:pt x="495489" y="80867"/>
                  <a:pt x="494164" y="76683"/>
                </a:cubicBezTo>
                <a:cubicBezTo>
                  <a:pt x="492840" y="72499"/>
                  <a:pt x="492177" y="67595"/>
                  <a:pt x="492177" y="61970"/>
                </a:cubicBezTo>
                <a:cubicBezTo>
                  <a:pt x="492177" y="56615"/>
                  <a:pt x="492873" y="51790"/>
                  <a:pt x="494265" y="47493"/>
                </a:cubicBezTo>
                <a:cubicBezTo>
                  <a:pt x="495657" y="43196"/>
                  <a:pt x="497678" y="39552"/>
                  <a:pt x="500328" y="36560"/>
                </a:cubicBezTo>
                <a:cubicBezTo>
                  <a:pt x="502977" y="33567"/>
                  <a:pt x="506199" y="31283"/>
                  <a:pt x="509993" y="29709"/>
                </a:cubicBezTo>
                <a:cubicBezTo>
                  <a:pt x="513788" y="28134"/>
                  <a:pt x="518065" y="27347"/>
                  <a:pt x="522825" y="27347"/>
                </a:cubicBezTo>
                <a:cubicBezTo>
                  <a:pt x="527854" y="27347"/>
                  <a:pt x="532154" y="28089"/>
                  <a:pt x="535723" y="29574"/>
                </a:cubicBezTo>
                <a:cubicBezTo>
                  <a:pt x="539293" y="31058"/>
                  <a:pt x="542223" y="33116"/>
                  <a:pt x="544514" y="35747"/>
                </a:cubicBezTo>
                <a:cubicBezTo>
                  <a:pt x="546804" y="38379"/>
                  <a:pt x="548488" y="41494"/>
                  <a:pt x="549565" y="45093"/>
                </a:cubicBezTo>
                <a:cubicBezTo>
                  <a:pt x="550643" y="48691"/>
                  <a:pt x="551182" y="52605"/>
                  <a:pt x="551182" y="56834"/>
                </a:cubicBezTo>
                <a:lnTo>
                  <a:pt x="551182" y="59533"/>
                </a:lnTo>
                <a:moveTo>
                  <a:pt x="534747" y="54694"/>
                </a:moveTo>
                <a:cubicBezTo>
                  <a:pt x="534882" y="49913"/>
                  <a:pt x="533927" y="46158"/>
                  <a:pt x="531884" y="43430"/>
                </a:cubicBezTo>
                <a:cubicBezTo>
                  <a:pt x="529841" y="40701"/>
                  <a:pt x="526686" y="39336"/>
                  <a:pt x="522421" y="39336"/>
                </a:cubicBezTo>
                <a:cubicBezTo>
                  <a:pt x="520265" y="39336"/>
                  <a:pt x="518390" y="39743"/>
                  <a:pt x="516796" y="40555"/>
                </a:cubicBezTo>
                <a:cubicBezTo>
                  <a:pt x="515202" y="41366"/>
                  <a:pt x="513877" y="42460"/>
                  <a:pt x="512822" y="43837"/>
                </a:cubicBezTo>
                <a:cubicBezTo>
                  <a:pt x="511767" y="45212"/>
                  <a:pt x="510959" y="46835"/>
                  <a:pt x="510397" y="48707"/>
                </a:cubicBezTo>
                <a:cubicBezTo>
                  <a:pt x="509836" y="50578"/>
                  <a:pt x="509511" y="52573"/>
                  <a:pt x="509421" y="54694"/>
                </a:cubicBezTo>
                <a:lnTo>
                  <a:pt x="534747" y="54694"/>
                </a:lnTo>
                <a:close/>
                <a:moveTo>
                  <a:pt x="620367" y="91334"/>
                </a:moveTo>
                <a:cubicBezTo>
                  <a:pt x="620367" y="91827"/>
                  <a:pt x="620255" y="92244"/>
                  <a:pt x="620030" y="92582"/>
                </a:cubicBezTo>
                <a:cubicBezTo>
                  <a:pt x="619806" y="92919"/>
                  <a:pt x="619424" y="93199"/>
                  <a:pt x="618885" y="93424"/>
                </a:cubicBezTo>
                <a:cubicBezTo>
                  <a:pt x="618346" y="93648"/>
                  <a:pt x="617617" y="93805"/>
                  <a:pt x="616696" y="93895"/>
                </a:cubicBezTo>
                <a:cubicBezTo>
                  <a:pt x="615776" y="93985"/>
                  <a:pt x="614642" y="94030"/>
                  <a:pt x="613295" y="94030"/>
                </a:cubicBezTo>
                <a:cubicBezTo>
                  <a:pt x="611858" y="94030"/>
                  <a:pt x="610690" y="93985"/>
                  <a:pt x="609792" y="93895"/>
                </a:cubicBezTo>
                <a:cubicBezTo>
                  <a:pt x="608894" y="93807"/>
                  <a:pt x="608164" y="93651"/>
                  <a:pt x="607603" y="93428"/>
                </a:cubicBezTo>
                <a:cubicBezTo>
                  <a:pt x="607042" y="93203"/>
                  <a:pt x="606638" y="92924"/>
                  <a:pt x="606391" y="92590"/>
                </a:cubicBezTo>
                <a:cubicBezTo>
                  <a:pt x="606144" y="92255"/>
                  <a:pt x="606020" y="91841"/>
                  <a:pt x="606020" y="91348"/>
                </a:cubicBezTo>
                <a:lnTo>
                  <a:pt x="606020" y="84714"/>
                </a:lnTo>
                <a:cubicBezTo>
                  <a:pt x="602922" y="88044"/>
                  <a:pt x="599677" y="90631"/>
                  <a:pt x="596287" y="92476"/>
                </a:cubicBezTo>
                <a:cubicBezTo>
                  <a:pt x="592897" y="94320"/>
                  <a:pt x="589136" y="95242"/>
                  <a:pt x="585005" y="95242"/>
                </a:cubicBezTo>
                <a:cubicBezTo>
                  <a:pt x="580425" y="95242"/>
                  <a:pt x="576552" y="94354"/>
                  <a:pt x="573386" y="92578"/>
                </a:cubicBezTo>
                <a:cubicBezTo>
                  <a:pt x="570220" y="90800"/>
                  <a:pt x="567638" y="88404"/>
                  <a:pt x="565640" y="85389"/>
                </a:cubicBezTo>
                <a:cubicBezTo>
                  <a:pt x="563642" y="82374"/>
                  <a:pt x="562193" y="78853"/>
                  <a:pt x="561295" y="74827"/>
                </a:cubicBezTo>
                <a:cubicBezTo>
                  <a:pt x="560397" y="70800"/>
                  <a:pt x="559948" y="66559"/>
                  <a:pt x="559948" y="62105"/>
                </a:cubicBezTo>
                <a:cubicBezTo>
                  <a:pt x="559948" y="56750"/>
                  <a:pt x="560521" y="51935"/>
                  <a:pt x="561666" y="47661"/>
                </a:cubicBezTo>
                <a:cubicBezTo>
                  <a:pt x="562811" y="43387"/>
                  <a:pt x="564484" y="39743"/>
                  <a:pt x="566684" y="36728"/>
                </a:cubicBezTo>
                <a:cubicBezTo>
                  <a:pt x="568884" y="33714"/>
                  <a:pt x="571623" y="31397"/>
                  <a:pt x="574901" y="29778"/>
                </a:cubicBezTo>
                <a:cubicBezTo>
                  <a:pt x="578179" y="28157"/>
                  <a:pt x="581951" y="27347"/>
                  <a:pt x="586217" y="27347"/>
                </a:cubicBezTo>
                <a:cubicBezTo>
                  <a:pt x="589585" y="27347"/>
                  <a:pt x="592639" y="28033"/>
                  <a:pt x="595378" y="29405"/>
                </a:cubicBezTo>
                <a:cubicBezTo>
                  <a:pt x="598117" y="30778"/>
                  <a:pt x="600834" y="32791"/>
                  <a:pt x="603528" y="35446"/>
                </a:cubicBezTo>
                <a:lnTo>
                  <a:pt x="603528" y="2898"/>
                </a:lnTo>
                <a:cubicBezTo>
                  <a:pt x="603528" y="2448"/>
                  <a:pt x="603651" y="2043"/>
                  <a:pt x="603898" y="1684"/>
                </a:cubicBezTo>
                <a:cubicBezTo>
                  <a:pt x="604145" y="1325"/>
                  <a:pt x="604594" y="1022"/>
                  <a:pt x="605246" y="775"/>
                </a:cubicBezTo>
                <a:cubicBezTo>
                  <a:pt x="605897" y="528"/>
                  <a:pt x="606761" y="337"/>
                  <a:pt x="607839" y="202"/>
                </a:cubicBezTo>
                <a:cubicBezTo>
                  <a:pt x="608917" y="67"/>
                  <a:pt x="610286" y="0"/>
                  <a:pt x="611948" y="0"/>
                </a:cubicBezTo>
                <a:cubicBezTo>
                  <a:pt x="613609" y="0"/>
                  <a:pt x="614979" y="67"/>
                  <a:pt x="616056" y="202"/>
                </a:cubicBezTo>
                <a:cubicBezTo>
                  <a:pt x="617134" y="337"/>
                  <a:pt x="617987" y="528"/>
                  <a:pt x="618616" y="775"/>
                </a:cubicBezTo>
                <a:cubicBezTo>
                  <a:pt x="619245" y="1022"/>
                  <a:pt x="619694" y="1325"/>
                  <a:pt x="619963" y="1686"/>
                </a:cubicBezTo>
                <a:cubicBezTo>
                  <a:pt x="620232" y="2045"/>
                  <a:pt x="620367" y="2449"/>
                  <a:pt x="620367" y="2898"/>
                </a:cubicBezTo>
                <a:lnTo>
                  <a:pt x="620367" y="91334"/>
                </a:lnTo>
                <a:moveTo>
                  <a:pt x="603528" y="51170"/>
                </a:moveTo>
                <a:cubicBezTo>
                  <a:pt x="601103" y="48124"/>
                  <a:pt x="598779" y="45794"/>
                  <a:pt x="596557" y="44182"/>
                </a:cubicBezTo>
                <a:cubicBezTo>
                  <a:pt x="594334" y="42568"/>
                  <a:pt x="592010" y="41761"/>
                  <a:pt x="589585" y="41761"/>
                </a:cubicBezTo>
                <a:cubicBezTo>
                  <a:pt x="587385" y="41761"/>
                  <a:pt x="585488" y="42311"/>
                  <a:pt x="583894" y="43411"/>
                </a:cubicBezTo>
                <a:cubicBezTo>
                  <a:pt x="582299" y="44512"/>
                  <a:pt x="581020" y="45982"/>
                  <a:pt x="580054" y="47823"/>
                </a:cubicBezTo>
                <a:cubicBezTo>
                  <a:pt x="579089" y="49664"/>
                  <a:pt x="578370" y="51719"/>
                  <a:pt x="577899" y="53986"/>
                </a:cubicBezTo>
                <a:cubicBezTo>
                  <a:pt x="577427" y="56254"/>
                  <a:pt x="577192" y="58578"/>
                  <a:pt x="577192" y="60958"/>
                </a:cubicBezTo>
                <a:cubicBezTo>
                  <a:pt x="577192" y="63472"/>
                  <a:pt x="577394" y="65920"/>
                  <a:pt x="577798" y="68300"/>
                </a:cubicBezTo>
                <a:cubicBezTo>
                  <a:pt x="578202" y="70680"/>
                  <a:pt x="578864" y="72801"/>
                  <a:pt x="579785" y="74665"/>
                </a:cubicBezTo>
                <a:cubicBezTo>
                  <a:pt x="580705" y="76528"/>
                  <a:pt x="581929" y="78021"/>
                  <a:pt x="583456" y="79144"/>
                </a:cubicBezTo>
                <a:cubicBezTo>
                  <a:pt x="584982" y="80267"/>
                  <a:pt x="586913" y="80828"/>
                  <a:pt x="589248" y="80828"/>
                </a:cubicBezTo>
                <a:cubicBezTo>
                  <a:pt x="590416" y="80828"/>
                  <a:pt x="591550" y="80660"/>
                  <a:pt x="592650" y="80325"/>
                </a:cubicBezTo>
                <a:cubicBezTo>
                  <a:pt x="593750" y="79988"/>
                  <a:pt x="594873" y="79439"/>
                  <a:pt x="596018" y="78677"/>
                </a:cubicBezTo>
                <a:cubicBezTo>
                  <a:pt x="597163" y="77915"/>
                  <a:pt x="598342" y="76918"/>
                  <a:pt x="599554" y="75686"/>
                </a:cubicBezTo>
                <a:cubicBezTo>
                  <a:pt x="600766" y="74452"/>
                  <a:pt x="602091" y="72940"/>
                  <a:pt x="603528" y="71148"/>
                </a:cubicBezTo>
                <a:lnTo>
                  <a:pt x="603528" y="511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0CEBF4-367A-44A4-BF7E-A9A03206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491" y="4943802"/>
            <a:ext cx="748854" cy="325160"/>
          </a:xfrm>
          <a:custGeom xmlns:a="http://schemas.openxmlformats.org/drawingml/2006/main">
            <a:pathLst>
              <a:path w="748854" h="325160">
                <a:moveTo>
                  <a:pt x="0" y="23002"/>
                </a:moveTo>
                <a:cubicBezTo>
                  <a:pt x="0" y="10298"/>
                  <a:pt x="10297" y="0"/>
                  <a:pt x="23001" y="0"/>
                </a:cubicBezTo>
                <a:lnTo>
                  <a:pt x="725851" y="0"/>
                </a:lnTo>
                <a:cubicBezTo>
                  <a:pt x="738555" y="0"/>
                  <a:pt x="748854" y="10298"/>
                  <a:pt x="748854" y="23002"/>
                </a:cubicBezTo>
                <a:lnTo>
                  <a:pt x="748854" y="302158"/>
                </a:lnTo>
                <a:cubicBezTo>
                  <a:pt x="748854" y="314862"/>
                  <a:pt x="738555" y="325160"/>
                  <a:pt x="725851" y="325160"/>
                </a:cubicBezTo>
                <a:lnTo>
                  <a:pt x="23001" y="325160"/>
                </a:lnTo>
                <a:cubicBezTo>
                  <a:pt x="10297" y="325160"/>
                  <a:pt x="0" y="314862"/>
                  <a:pt x="0" y="302158"/>
                </a:cubicBezTo>
                <a:lnTo>
                  <a:pt x="0" y="23002"/>
                </a:lnTo>
                <a:close/>
              </a:path>
            </a:pathLst>
          </a:custGeom>
          <a:solidFill xmlns:a="http://schemas.openxmlformats.org/drawingml/2006/main">
            <a:srgbClr val="FFFF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CF7778-074C-4CC1-9135-5FF97E7A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491" y="4943802"/>
            <a:ext cx="748854" cy="325160"/>
          </a:xfrm>
          <a:custGeom xmlns:a="http://schemas.openxmlformats.org/drawingml/2006/main">
            <a:pathLst>
              <a:path w="748854" h="325160" fill="none">
                <a:moveTo>
                  <a:pt x="0" y="23002"/>
                </a:moveTo>
                <a:cubicBezTo>
                  <a:pt x="0" y="10298"/>
                  <a:pt x="10298" y="0"/>
                  <a:pt x="23002" y="0"/>
                </a:cubicBezTo>
                <a:lnTo>
                  <a:pt x="725852" y="0"/>
                </a:lnTo>
                <a:cubicBezTo>
                  <a:pt x="738555" y="0"/>
                  <a:pt x="748854" y="10298"/>
                  <a:pt x="748854" y="23002"/>
                </a:cubicBezTo>
                <a:lnTo>
                  <a:pt x="748854" y="302158"/>
                </a:lnTo>
                <a:cubicBezTo>
                  <a:pt x="748854" y="314862"/>
                  <a:pt x="738555" y="325160"/>
                  <a:pt x="725852" y="325160"/>
                </a:cubicBezTo>
                <a:lnTo>
                  <a:pt x="23002" y="325160"/>
                </a:lnTo>
                <a:cubicBezTo>
                  <a:pt x="10298" y="325160"/>
                  <a:pt x="0" y="314862"/>
                  <a:pt x="0" y="302158"/>
                </a:cubicBezTo>
                <a:lnTo>
                  <a:pt x="0" y="230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35" cap="flat">
            <a:solidFill>
              <a:srgbClr val="7F7F7F"/>
            </a:solidFill>
            <a:miter/>
          </a:ln>
        </p:spPr>
      </p:sp>
      <p:sp>
        <p:nvSpPr>
          <p:cNvPr id="667" name="Text ④">
            <a:extLst xmlns:a="http://schemas.openxmlformats.org/drawingml/2006/main">
              <a:ext uri="{FF2B5EF4-FFF2-40B4-BE49-F238E27FC236}">
                <a16:creationId xmlns:a16="http://schemas.microsoft.com/office/drawing/2014/main" id="{4B0976A5-EE80-44EA-9451-0834EC61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431" y="5030555"/>
            <a:ext cx="152159" cy="149175"/>
          </a:xfrm>
          <a:custGeom xmlns:a="http://schemas.openxmlformats.org/drawingml/2006/main">
            <a:pathLst>
              <a:path w="152159" h="149175">
                <a:moveTo>
                  <a:pt x="0" y="74621"/>
                </a:moveTo>
                <a:cubicBezTo>
                  <a:pt x="0" y="67753"/>
                  <a:pt x="909" y="61138"/>
                  <a:pt x="2728" y="54777"/>
                </a:cubicBezTo>
                <a:cubicBezTo>
                  <a:pt x="4547" y="48415"/>
                  <a:pt x="7095" y="42472"/>
                  <a:pt x="10373" y="36947"/>
                </a:cubicBezTo>
                <a:cubicBezTo>
                  <a:pt x="13651" y="31422"/>
                  <a:pt x="17614" y="26392"/>
                  <a:pt x="22261" y="21858"/>
                </a:cubicBezTo>
                <a:cubicBezTo>
                  <a:pt x="26909" y="17323"/>
                  <a:pt x="32039" y="13438"/>
                  <a:pt x="37652" y="10203"/>
                </a:cubicBezTo>
                <a:cubicBezTo>
                  <a:pt x="43265" y="6967"/>
                  <a:pt x="49316" y="4457"/>
                  <a:pt x="55805" y="2674"/>
                </a:cubicBezTo>
                <a:cubicBezTo>
                  <a:pt x="62294" y="891"/>
                  <a:pt x="69041" y="0"/>
                  <a:pt x="76046" y="0"/>
                </a:cubicBezTo>
                <a:cubicBezTo>
                  <a:pt x="83051" y="0"/>
                  <a:pt x="89798" y="891"/>
                  <a:pt x="96286" y="2674"/>
                </a:cubicBezTo>
                <a:cubicBezTo>
                  <a:pt x="102775" y="4457"/>
                  <a:pt x="108837" y="6967"/>
                  <a:pt x="114473" y="10203"/>
                </a:cubicBezTo>
                <a:cubicBezTo>
                  <a:pt x="120108" y="13438"/>
                  <a:pt x="125239" y="17323"/>
                  <a:pt x="129864" y="21858"/>
                </a:cubicBezTo>
                <a:cubicBezTo>
                  <a:pt x="134489" y="26392"/>
                  <a:pt x="138452" y="31422"/>
                  <a:pt x="141752" y="36947"/>
                </a:cubicBezTo>
                <a:cubicBezTo>
                  <a:pt x="145053" y="42472"/>
                  <a:pt x="147612" y="48415"/>
                  <a:pt x="149431" y="54777"/>
                </a:cubicBezTo>
                <a:cubicBezTo>
                  <a:pt x="151249" y="61138"/>
                  <a:pt x="152159" y="67753"/>
                  <a:pt x="152159" y="74621"/>
                </a:cubicBezTo>
                <a:cubicBezTo>
                  <a:pt x="152159" y="81488"/>
                  <a:pt x="151249" y="88103"/>
                  <a:pt x="149431" y="94464"/>
                </a:cubicBezTo>
                <a:cubicBezTo>
                  <a:pt x="147612" y="100826"/>
                  <a:pt x="145053" y="106758"/>
                  <a:pt x="141752" y="112261"/>
                </a:cubicBezTo>
                <a:cubicBezTo>
                  <a:pt x="138452" y="117764"/>
                  <a:pt x="134489" y="122794"/>
                  <a:pt x="129864" y="127350"/>
                </a:cubicBezTo>
                <a:cubicBezTo>
                  <a:pt x="125239" y="131907"/>
                  <a:pt x="120108" y="135792"/>
                  <a:pt x="114473" y="139006"/>
                </a:cubicBezTo>
                <a:cubicBezTo>
                  <a:pt x="108837" y="142219"/>
                  <a:pt x="102775" y="144718"/>
                  <a:pt x="96286" y="146501"/>
                </a:cubicBezTo>
                <a:cubicBezTo>
                  <a:pt x="89798" y="148284"/>
                  <a:pt x="83051" y="149175"/>
                  <a:pt x="76046" y="149175"/>
                </a:cubicBezTo>
                <a:cubicBezTo>
                  <a:pt x="69041" y="149175"/>
                  <a:pt x="62294" y="148284"/>
                  <a:pt x="55805" y="146501"/>
                </a:cubicBezTo>
                <a:cubicBezTo>
                  <a:pt x="49316" y="144718"/>
                  <a:pt x="43265" y="142219"/>
                  <a:pt x="37652" y="139006"/>
                </a:cubicBezTo>
                <a:cubicBezTo>
                  <a:pt x="32039" y="135792"/>
                  <a:pt x="26909" y="131907"/>
                  <a:pt x="22261" y="127350"/>
                </a:cubicBezTo>
                <a:cubicBezTo>
                  <a:pt x="17614" y="122794"/>
                  <a:pt x="13651" y="117764"/>
                  <a:pt x="10373" y="112261"/>
                </a:cubicBezTo>
                <a:cubicBezTo>
                  <a:pt x="7095" y="106758"/>
                  <a:pt x="4547" y="100826"/>
                  <a:pt x="2728" y="94464"/>
                </a:cubicBezTo>
                <a:cubicBezTo>
                  <a:pt x="909" y="88103"/>
                  <a:pt x="0" y="81488"/>
                  <a:pt x="0" y="74621"/>
                </a:cubicBezTo>
                <a:moveTo>
                  <a:pt x="6062" y="74621"/>
                </a:moveTo>
                <a:cubicBezTo>
                  <a:pt x="6062" y="81004"/>
                  <a:pt x="6893" y="87145"/>
                  <a:pt x="8554" y="93045"/>
                </a:cubicBezTo>
                <a:cubicBezTo>
                  <a:pt x="10216" y="98944"/>
                  <a:pt x="12562" y="104458"/>
                  <a:pt x="15593" y="109587"/>
                </a:cubicBezTo>
                <a:cubicBezTo>
                  <a:pt x="18624" y="114715"/>
                  <a:pt x="22273" y="119393"/>
                  <a:pt x="26539" y="123619"/>
                </a:cubicBezTo>
                <a:cubicBezTo>
                  <a:pt x="30804" y="127846"/>
                  <a:pt x="35531" y="131456"/>
                  <a:pt x="40717" y="134449"/>
                </a:cubicBezTo>
                <a:cubicBezTo>
                  <a:pt x="45904" y="137443"/>
                  <a:pt x="51472" y="139765"/>
                  <a:pt x="57422" y="141416"/>
                </a:cubicBezTo>
                <a:cubicBezTo>
                  <a:pt x="63371" y="143067"/>
                  <a:pt x="69579" y="143892"/>
                  <a:pt x="76046" y="143892"/>
                </a:cubicBezTo>
                <a:cubicBezTo>
                  <a:pt x="82467" y="143892"/>
                  <a:pt x="88664" y="143067"/>
                  <a:pt x="94636" y="141416"/>
                </a:cubicBezTo>
                <a:cubicBezTo>
                  <a:pt x="100608" y="139765"/>
                  <a:pt x="106188" y="137443"/>
                  <a:pt x="111374" y="134449"/>
                </a:cubicBezTo>
                <a:cubicBezTo>
                  <a:pt x="116561" y="131456"/>
                  <a:pt x="121287" y="127846"/>
                  <a:pt x="125553" y="123619"/>
                </a:cubicBezTo>
                <a:cubicBezTo>
                  <a:pt x="129819" y="119393"/>
                  <a:pt x="133478" y="114715"/>
                  <a:pt x="136532" y="109587"/>
                </a:cubicBezTo>
                <a:cubicBezTo>
                  <a:pt x="139585" y="104458"/>
                  <a:pt x="141943" y="98944"/>
                  <a:pt x="143604" y="93045"/>
                </a:cubicBezTo>
                <a:cubicBezTo>
                  <a:pt x="145266" y="87145"/>
                  <a:pt x="146097" y="81004"/>
                  <a:pt x="146097" y="74621"/>
                </a:cubicBezTo>
                <a:cubicBezTo>
                  <a:pt x="146097" y="68237"/>
                  <a:pt x="145266" y="62096"/>
                  <a:pt x="143604" y="56197"/>
                </a:cubicBezTo>
                <a:cubicBezTo>
                  <a:pt x="141943" y="50297"/>
                  <a:pt x="139585" y="44772"/>
                  <a:pt x="136532" y="39622"/>
                </a:cubicBezTo>
                <a:cubicBezTo>
                  <a:pt x="133478" y="34471"/>
                  <a:pt x="129819" y="29793"/>
                  <a:pt x="125553" y="25589"/>
                </a:cubicBezTo>
                <a:cubicBezTo>
                  <a:pt x="121287" y="21385"/>
                  <a:pt x="116561" y="17775"/>
                  <a:pt x="111374" y="14759"/>
                </a:cubicBezTo>
                <a:cubicBezTo>
                  <a:pt x="106188" y="11743"/>
                  <a:pt x="100608" y="9410"/>
                  <a:pt x="94636" y="7759"/>
                </a:cubicBezTo>
                <a:cubicBezTo>
                  <a:pt x="88664" y="6108"/>
                  <a:pt x="82467" y="5283"/>
                  <a:pt x="76046" y="5283"/>
                </a:cubicBezTo>
                <a:cubicBezTo>
                  <a:pt x="69579" y="5283"/>
                  <a:pt x="63371" y="6108"/>
                  <a:pt x="57422" y="7759"/>
                </a:cubicBezTo>
                <a:cubicBezTo>
                  <a:pt x="51472" y="9410"/>
                  <a:pt x="45904" y="11743"/>
                  <a:pt x="40717" y="14759"/>
                </a:cubicBezTo>
                <a:cubicBezTo>
                  <a:pt x="35531" y="17775"/>
                  <a:pt x="30804" y="21385"/>
                  <a:pt x="26539" y="25589"/>
                </a:cubicBezTo>
                <a:cubicBezTo>
                  <a:pt x="22273" y="29793"/>
                  <a:pt x="18624" y="34471"/>
                  <a:pt x="15593" y="39622"/>
                </a:cubicBezTo>
                <a:cubicBezTo>
                  <a:pt x="12562" y="44772"/>
                  <a:pt x="10216" y="50297"/>
                  <a:pt x="8554" y="56197"/>
                </a:cubicBezTo>
                <a:cubicBezTo>
                  <a:pt x="6893" y="62096"/>
                  <a:pt x="6062" y="68237"/>
                  <a:pt x="6062" y="74621"/>
                </a:cubicBezTo>
                <a:moveTo>
                  <a:pt x="67289" y="108761"/>
                </a:moveTo>
                <a:cubicBezTo>
                  <a:pt x="68457" y="108497"/>
                  <a:pt x="69434" y="108211"/>
                  <a:pt x="70219" y="107903"/>
                </a:cubicBezTo>
                <a:cubicBezTo>
                  <a:pt x="71005" y="107595"/>
                  <a:pt x="71623" y="107264"/>
                  <a:pt x="72072" y="106912"/>
                </a:cubicBezTo>
                <a:cubicBezTo>
                  <a:pt x="72431" y="106648"/>
                  <a:pt x="72734" y="106318"/>
                  <a:pt x="72981" y="105922"/>
                </a:cubicBezTo>
                <a:cubicBezTo>
                  <a:pt x="73228" y="105525"/>
                  <a:pt x="73430" y="104997"/>
                  <a:pt x="73587" y="104337"/>
                </a:cubicBezTo>
                <a:cubicBezTo>
                  <a:pt x="73744" y="103676"/>
                  <a:pt x="73857" y="102829"/>
                  <a:pt x="73924" y="101794"/>
                </a:cubicBezTo>
                <a:cubicBezTo>
                  <a:pt x="73991" y="100760"/>
                  <a:pt x="74025" y="99450"/>
                  <a:pt x="74025" y="97865"/>
                </a:cubicBezTo>
                <a:lnTo>
                  <a:pt x="74025" y="89215"/>
                </a:lnTo>
                <a:lnTo>
                  <a:pt x="41896" y="89215"/>
                </a:lnTo>
                <a:lnTo>
                  <a:pt x="41896" y="84592"/>
                </a:lnTo>
                <a:lnTo>
                  <a:pt x="75978" y="35263"/>
                </a:lnTo>
                <a:lnTo>
                  <a:pt x="85341" y="35263"/>
                </a:lnTo>
                <a:lnTo>
                  <a:pt x="85341" y="83007"/>
                </a:lnTo>
                <a:lnTo>
                  <a:pt x="85880" y="83007"/>
                </a:lnTo>
                <a:cubicBezTo>
                  <a:pt x="87092" y="83007"/>
                  <a:pt x="88125" y="82974"/>
                  <a:pt x="88978" y="82908"/>
                </a:cubicBezTo>
                <a:cubicBezTo>
                  <a:pt x="89831" y="82842"/>
                  <a:pt x="90583" y="82622"/>
                  <a:pt x="91235" y="82248"/>
                </a:cubicBezTo>
                <a:cubicBezTo>
                  <a:pt x="91886" y="81874"/>
                  <a:pt x="92447" y="81279"/>
                  <a:pt x="92919" y="80465"/>
                </a:cubicBezTo>
                <a:cubicBezTo>
                  <a:pt x="93390" y="79650"/>
                  <a:pt x="93850" y="78473"/>
                  <a:pt x="94299" y="76932"/>
                </a:cubicBezTo>
                <a:lnTo>
                  <a:pt x="99957" y="76932"/>
                </a:lnTo>
                <a:lnTo>
                  <a:pt x="99216" y="89215"/>
                </a:lnTo>
                <a:lnTo>
                  <a:pt x="85341" y="89215"/>
                </a:lnTo>
                <a:lnTo>
                  <a:pt x="85341" y="97865"/>
                </a:lnTo>
                <a:cubicBezTo>
                  <a:pt x="85341" y="99098"/>
                  <a:pt x="85363" y="100144"/>
                  <a:pt x="85408" y="101002"/>
                </a:cubicBezTo>
                <a:cubicBezTo>
                  <a:pt x="85453" y="101860"/>
                  <a:pt x="85521" y="102598"/>
                  <a:pt x="85610" y="103214"/>
                </a:cubicBezTo>
                <a:cubicBezTo>
                  <a:pt x="85700" y="103831"/>
                  <a:pt x="85801" y="104337"/>
                  <a:pt x="85913" y="104733"/>
                </a:cubicBezTo>
                <a:cubicBezTo>
                  <a:pt x="86026" y="105129"/>
                  <a:pt x="86172" y="105481"/>
                  <a:pt x="86351" y="105790"/>
                </a:cubicBezTo>
                <a:cubicBezTo>
                  <a:pt x="86755" y="106406"/>
                  <a:pt x="87362" y="106934"/>
                  <a:pt x="88170" y="107374"/>
                </a:cubicBezTo>
                <a:cubicBezTo>
                  <a:pt x="88978" y="107815"/>
                  <a:pt x="90303" y="108277"/>
                  <a:pt x="92144" y="108761"/>
                </a:cubicBezTo>
                <a:lnTo>
                  <a:pt x="92144" y="112129"/>
                </a:lnTo>
                <a:lnTo>
                  <a:pt x="67289" y="112129"/>
                </a:lnTo>
                <a:lnTo>
                  <a:pt x="67289" y="108761"/>
                </a:lnTo>
                <a:moveTo>
                  <a:pt x="52808" y="83007"/>
                </a:moveTo>
                <a:lnTo>
                  <a:pt x="74025" y="83007"/>
                </a:lnTo>
                <a:lnTo>
                  <a:pt x="74025" y="69602"/>
                </a:lnTo>
                <a:cubicBezTo>
                  <a:pt x="74025" y="68149"/>
                  <a:pt x="74047" y="66498"/>
                  <a:pt x="74092" y="64649"/>
                </a:cubicBezTo>
                <a:cubicBezTo>
                  <a:pt x="74137" y="62800"/>
                  <a:pt x="74182" y="60962"/>
                  <a:pt x="74227" y="59135"/>
                </a:cubicBezTo>
                <a:cubicBezTo>
                  <a:pt x="74272" y="57308"/>
                  <a:pt x="74317" y="55558"/>
                  <a:pt x="74362" y="53885"/>
                </a:cubicBezTo>
                <a:cubicBezTo>
                  <a:pt x="74407" y="52212"/>
                  <a:pt x="74452" y="50804"/>
                  <a:pt x="74496" y="49659"/>
                </a:cubicBezTo>
                <a:lnTo>
                  <a:pt x="52808" y="82677"/>
                </a:lnTo>
                <a:lnTo>
                  <a:pt x="52808" y="830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8" name="Text ④">
            <a:extLst xmlns:a="http://schemas.openxmlformats.org/drawingml/2006/main">
              <a:ext uri="{FF2B5EF4-FFF2-40B4-BE49-F238E27FC236}">
                <a16:creationId xmlns:a16="http://schemas.microsoft.com/office/drawing/2014/main" id="{1931508A-3AE0-48C4-8CBB-CE53C34E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431" y="5030555"/>
            <a:ext cx="152159" cy="149175"/>
          </a:xfrm>
          <a:custGeom xmlns:a="http://schemas.openxmlformats.org/drawingml/2006/main">
            <a:pathLst>
              <a:path w="152159" h="149175" fill="none">
                <a:moveTo>
                  <a:pt x="0" y="74621"/>
                </a:moveTo>
                <a:cubicBezTo>
                  <a:pt x="0" y="67753"/>
                  <a:pt x="909" y="61138"/>
                  <a:pt x="2728" y="54777"/>
                </a:cubicBezTo>
                <a:cubicBezTo>
                  <a:pt x="4547" y="48415"/>
                  <a:pt x="7095" y="42472"/>
                  <a:pt x="10373" y="36947"/>
                </a:cubicBezTo>
                <a:cubicBezTo>
                  <a:pt x="13651" y="31422"/>
                  <a:pt x="17614" y="26392"/>
                  <a:pt x="22261" y="21858"/>
                </a:cubicBezTo>
                <a:cubicBezTo>
                  <a:pt x="26909" y="17323"/>
                  <a:pt x="32039" y="13438"/>
                  <a:pt x="37652" y="10203"/>
                </a:cubicBezTo>
                <a:cubicBezTo>
                  <a:pt x="43265" y="6967"/>
                  <a:pt x="49316" y="4457"/>
                  <a:pt x="55805" y="2674"/>
                </a:cubicBezTo>
                <a:cubicBezTo>
                  <a:pt x="62294" y="891"/>
                  <a:pt x="69041" y="0"/>
                  <a:pt x="76046" y="0"/>
                </a:cubicBezTo>
                <a:cubicBezTo>
                  <a:pt x="83051" y="0"/>
                  <a:pt x="89798" y="891"/>
                  <a:pt x="96286" y="2674"/>
                </a:cubicBezTo>
                <a:cubicBezTo>
                  <a:pt x="102775" y="4457"/>
                  <a:pt x="108837" y="6967"/>
                  <a:pt x="114473" y="10203"/>
                </a:cubicBezTo>
                <a:cubicBezTo>
                  <a:pt x="120108" y="13438"/>
                  <a:pt x="125239" y="17323"/>
                  <a:pt x="129864" y="21858"/>
                </a:cubicBezTo>
                <a:cubicBezTo>
                  <a:pt x="134489" y="26392"/>
                  <a:pt x="138452" y="31422"/>
                  <a:pt x="141752" y="36947"/>
                </a:cubicBezTo>
                <a:cubicBezTo>
                  <a:pt x="145053" y="42472"/>
                  <a:pt x="147612" y="48415"/>
                  <a:pt x="149431" y="54777"/>
                </a:cubicBezTo>
                <a:cubicBezTo>
                  <a:pt x="151249" y="61138"/>
                  <a:pt x="152159" y="67753"/>
                  <a:pt x="152159" y="74621"/>
                </a:cubicBezTo>
                <a:cubicBezTo>
                  <a:pt x="152159" y="81488"/>
                  <a:pt x="151249" y="88103"/>
                  <a:pt x="149431" y="94464"/>
                </a:cubicBezTo>
                <a:cubicBezTo>
                  <a:pt x="147612" y="100826"/>
                  <a:pt x="145053" y="106758"/>
                  <a:pt x="141752" y="112261"/>
                </a:cubicBezTo>
                <a:cubicBezTo>
                  <a:pt x="138452" y="117764"/>
                  <a:pt x="134489" y="122794"/>
                  <a:pt x="129864" y="127350"/>
                </a:cubicBezTo>
                <a:cubicBezTo>
                  <a:pt x="125239" y="131907"/>
                  <a:pt x="120108" y="135792"/>
                  <a:pt x="114473" y="139006"/>
                </a:cubicBezTo>
                <a:cubicBezTo>
                  <a:pt x="108837" y="142219"/>
                  <a:pt x="102775" y="144718"/>
                  <a:pt x="96286" y="146501"/>
                </a:cubicBezTo>
                <a:cubicBezTo>
                  <a:pt x="89798" y="148284"/>
                  <a:pt x="83051" y="149175"/>
                  <a:pt x="76046" y="149175"/>
                </a:cubicBezTo>
                <a:cubicBezTo>
                  <a:pt x="69041" y="149175"/>
                  <a:pt x="62294" y="148284"/>
                  <a:pt x="55805" y="146501"/>
                </a:cubicBezTo>
                <a:cubicBezTo>
                  <a:pt x="49316" y="144718"/>
                  <a:pt x="43265" y="142219"/>
                  <a:pt x="37652" y="139006"/>
                </a:cubicBezTo>
                <a:cubicBezTo>
                  <a:pt x="32039" y="135792"/>
                  <a:pt x="26909" y="131907"/>
                  <a:pt x="22261" y="127350"/>
                </a:cubicBezTo>
                <a:cubicBezTo>
                  <a:pt x="17614" y="122794"/>
                  <a:pt x="13651" y="117764"/>
                  <a:pt x="10373" y="112261"/>
                </a:cubicBezTo>
                <a:cubicBezTo>
                  <a:pt x="7095" y="106758"/>
                  <a:pt x="4547" y="100826"/>
                  <a:pt x="2728" y="94464"/>
                </a:cubicBezTo>
                <a:cubicBezTo>
                  <a:pt x="909" y="88103"/>
                  <a:pt x="0" y="81488"/>
                  <a:pt x="0" y="74621"/>
                </a:cubicBezTo>
                <a:moveTo>
                  <a:pt x="6062" y="74621"/>
                </a:moveTo>
                <a:cubicBezTo>
                  <a:pt x="6062" y="81004"/>
                  <a:pt x="6893" y="87145"/>
                  <a:pt x="8554" y="93045"/>
                </a:cubicBezTo>
                <a:cubicBezTo>
                  <a:pt x="10216" y="98944"/>
                  <a:pt x="12562" y="104458"/>
                  <a:pt x="15593" y="109587"/>
                </a:cubicBezTo>
                <a:cubicBezTo>
                  <a:pt x="18624" y="114715"/>
                  <a:pt x="22273" y="119393"/>
                  <a:pt x="26539" y="123619"/>
                </a:cubicBezTo>
                <a:cubicBezTo>
                  <a:pt x="30804" y="127846"/>
                  <a:pt x="35531" y="131456"/>
                  <a:pt x="40717" y="134449"/>
                </a:cubicBezTo>
                <a:cubicBezTo>
                  <a:pt x="45904" y="137443"/>
                  <a:pt x="51472" y="139765"/>
                  <a:pt x="57422" y="141416"/>
                </a:cubicBezTo>
                <a:cubicBezTo>
                  <a:pt x="63371" y="143067"/>
                  <a:pt x="69579" y="143892"/>
                  <a:pt x="76046" y="143892"/>
                </a:cubicBezTo>
                <a:cubicBezTo>
                  <a:pt x="82467" y="143892"/>
                  <a:pt x="88664" y="143067"/>
                  <a:pt x="94636" y="141416"/>
                </a:cubicBezTo>
                <a:cubicBezTo>
                  <a:pt x="100608" y="139765"/>
                  <a:pt x="106188" y="137443"/>
                  <a:pt x="111374" y="134449"/>
                </a:cubicBezTo>
                <a:cubicBezTo>
                  <a:pt x="116561" y="131456"/>
                  <a:pt x="121287" y="127846"/>
                  <a:pt x="125553" y="123619"/>
                </a:cubicBezTo>
                <a:cubicBezTo>
                  <a:pt x="129819" y="119393"/>
                  <a:pt x="133478" y="114715"/>
                  <a:pt x="136532" y="109587"/>
                </a:cubicBezTo>
                <a:cubicBezTo>
                  <a:pt x="139585" y="104458"/>
                  <a:pt x="141943" y="98944"/>
                  <a:pt x="143604" y="93045"/>
                </a:cubicBezTo>
                <a:cubicBezTo>
                  <a:pt x="145266" y="87145"/>
                  <a:pt x="146097" y="81004"/>
                  <a:pt x="146097" y="74621"/>
                </a:cubicBezTo>
                <a:cubicBezTo>
                  <a:pt x="146097" y="68237"/>
                  <a:pt x="145266" y="62096"/>
                  <a:pt x="143604" y="56197"/>
                </a:cubicBezTo>
                <a:cubicBezTo>
                  <a:pt x="141943" y="50297"/>
                  <a:pt x="139585" y="44772"/>
                  <a:pt x="136532" y="39622"/>
                </a:cubicBezTo>
                <a:cubicBezTo>
                  <a:pt x="133478" y="34471"/>
                  <a:pt x="129819" y="29793"/>
                  <a:pt x="125553" y="25589"/>
                </a:cubicBezTo>
                <a:cubicBezTo>
                  <a:pt x="121287" y="21385"/>
                  <a:pt x="116561" y="17775"/>
                  <a:pt x="111374" y="14759"/>
                </a:cubicBezTo>
                <a:cubicBezTo>
                  <a:pt x="106188" y="11743"/>
                  <a:pt x="100608" y="9410"/>
                  <a:pt x="94636" y="7759"/>
                </a:cubicBezTo>
                <a:cubicBezTo>
                  <a:pt x="88664" y="6108"/>
                  <a:pt x="82467" y="5283"/>
                  <a:pt x="76046" y="5283"/>
                </a:cubicBezTo>
                <a:cubicBezTo>
                  <a:pt x="69579" y="5283"/>
                  <a:pt x="63371" y="6108"/>
                  <a:pt x="57422" y="7759"/>
                </a:cubicBezTo>
                <a:cubicBezTo>
                  <a:pt x="51472" y="9410"/>
                  <a:pt x="45904" y="11743"/>
                  <a:pt x="40717" y="14759"/>
                </a:cubicBezTo>
                <a:cubicBezTo>
                  <a:pt x="35531" y="17775"/>
                  <a:pt x="30804" y="21385"/>
                  <a:pt x="26539" y="25589"/>
                </a:cubicBezTo>
                <a:cubicBezTo>
                  <a:pt x="22273" y="29793"/>
                  <a:pt x="18624" y="34471"/>
                  <a:pt x="15593" y="39622"/>
                </a:cubicBezTo>
                <a:cubicBezTo>
                  <a:pt x="12562" y="44772"/>
                  <a:pt x="10216" y="50297"/>
                  <a:pt x="8554" y="56197"/>
                </a:cubicBezTo>
                <a:cubicBezTo>
                  <a:pt x="6893" y="62096"/>
                  <a:pt x="6062" y="68237"/>
                  <a:pt x="6062" y="74621"/>
                </a:cubicBezTo>
                <a:moveTo>
                  <a:pt x="67289" y="108761"/>
                </a:moveTo>
                <a:cubicBezTo>
                  <a:pt x="68457" y="108497"/>
                  <a:pt x="69434" y="108211"/>
                  <a:pt x="70219" y="107903"/>
                </a:cubicBezTo>
                <a:cubicBezTo>
                  <a:pt x="71005" y="107595"/>
                  <a:pt x="71623" y="107264"/>
                  <a:pt x="72072" y="106912"/>
                </a:cubicBezTo>
                <a:cubicBezTo>
                  <a:pt x="72431" y="106648"/>
                  <a:pt x="72734" y="106318"/>
                  <a:pt x="72981" y="105922"/>
                </a:cubicBezTo>
                <a:cubicBezTo>
                  <a:pt x="73228" y="105525"/>
                  <a:pt x="73430" y="104997"/>
                  <a:pt x="73587" y="104337"/>
                </a:cubicBezTo>
                <a:cubicBezTo>
                  <a:pt x="73744" y="103676"/>
                  <a:pt x="73857" y="102829"/>
                  <a:pt x="73924" y="101794"/>
                </a:cubicBezTo>
                <a:cubicBezTo>
                  <a:pt x="73991" y="100760"/>
                  <a:pt x="74025" y="99450"/>
                  <a:pt x="74025" y="97865"/>
                </a:cubicBezTo>
                <a:lnTo>
                  <a:pt x="74025" y="89215"/>
                </a:lnTo>
                <a:lnTo>
                  <a:pt x="41896" y="89215"/>
                </a:lnTo>
                <a:lnTo>
                  <a:pt x="41896" y="84592"/>
                </a:lnTo>
                <a:lnTo>
                  <a:pt x="75978" y="35263"/>
                </a:lnTo>
                <a:lnTo>
                  <a:pt x="85341" y="35263"/>
                </a:lnTo>
                <a:lnTo>
                  <a:pt x="85341" y="83007"/>
                </a:lnTo>
                <a:lnTo>
                  <a:pt x="85880" y="83007"/>
                </a:lnTo>
                <a:cubicBezTo>
                  <a:pt x="87092" y="83007"/>
                  <a:pt x="88125" y="82974"/>
                  <a:pt x="88978" y="82908"/>
                </a:cubicBezTo>
                <a:cubicBezTo>
                  <a:pt x="89831" y="82842"/>
                  <a:pt x="90583" y="82622"/>
                  <a:pt x="91235" y="82248"/>
                </a:cubicBezTo>
                <a:cubicBezTo>
                  <a:pt x="91886" y="81874"/>
                  <a:pt x="92447" y="81279"/>
                  <a:pt x="92919" y="80465"/>
                </a:cubicBezTo>
                <a:cubicBezTo>
                  <a:pt x="93390" y="79650"/>
                  <a:pt x="93850" y="78473"/>
                  <a:pt x="94299" y="76932"/>
                </a:cubicBezTo>
                <a:lnTo>
                  <a:pt x="99957" y="76932"/>
                </a:lnTo>
                <a:lnTo>
                  <a:pt x="99216" y="89215"/>
                </a:lnTo>
                <a:lnTo>
                  <a:pt x="85341" y="89215"/>
                </a:lnTo>
                <a:lnTo>
                  <a:pt x="85341" y="97865"/>
                </a:lnTo>
                <a:cubicBezTo>
                  <a:pt x="85341" y="99098"/>
                  <a:pt x="85363" y="100144"/>
                  <a:pt x="85408" y="101002"/>
                </a:cubicBezTo>
                <a:cubicBezTo>
                  <a:pt x="85453" y="101860"/>
                  <a:pt x="85521" y="102598"/>
                  <a:pt x="85610" y="103214"/>
                </a:cubicBezTo>
                <a:cubicBezTo>
                  <a:pt x="85700" y="103831"/>
                  <a:pt x="85801" y="104337"/>
                  <a:pt x="85913" y="104733"/>
                </a:cubicBezTo>
                <a:cubicBezTo>
                  <a:pt x="86026" y="105129"/>
                  <a:pt x="86172" y="105481"/>
                  <a:pt x="86351" y="105790"/>
                </a:cubicBezTo>
                <a:cubicBezTo>
                  <a:pt x="86755" y="106406"/>
                  <a:pt x="87362" y="106934"/>
                  <a:pt x="88170" y="107374"/>
                </a:cubicBezTo>
                <a:cubicBezTo>
                  <a:pt x="88978" y="107815"/>
                  <a:pt x="90303" y="108277"/>
                  <a:pt x="92144" y="108761"/>
                </a:cubicBezTo>
                <a:lnTo>
                  <a:pt x="92144" y="112129"/>
                </a:lnTo>
                <a:lnTo>
                  <a:pt x="67289" y="112129"/>
                </a:lnTo>
                <a:lnTo>
                  <a:pt x="67289" y="108761"/>
                </a:lnTo>
                <a:moveTo>
                  <a:pt x="52808" y="83007"/>
                </a:moveTo>
                <a:lnTo>
                  <a:pt x="74025" y="83007"/>
                </a:lnTo>
                <a:lnTo>
                  <a:pt x="74025" y="69602"/>
                </a:lnTo>
                <a:cubicBezTo>
                  <a:pt x="74025" y="68149"/>
                  <a:pt x="74047" y="66498"/>
                  <a:pt x="74092" y="64649"/>
                </a:cubicBezTo>
                <a:cubicBezTo>
                  <a:pt x="74137" y="62800"/>
                  <a:pt x="74182" y="60962"/>
                  <a:pt x="74227" y="59135"/>
                </a:cubicBezTo>
                <a:cubicBezTo>
                  <a:pt x="74272" y="57308"/>
                  <a:pt x="74317" y="55558"/>
                  <a:pt x="74362" y="53885"/>
                </a:cubicBezTo>
                <a:cubicBezTo>
                  <a:pt x="74407" y="52212"/>
                  <a:pt x="74452" y="50804"/>
                  <a:pt x="74496" y="49659"/>
                </a:cubicBezTo>
                <a:lnTo>
                  <a:pt x="52808" y="82677"/>
                </a:lnTo>
                <a:lnTo>
                  <a:pt x="52808" y="830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2" cap="flat">
            <a:solidFill>
              <a:srgbClr val="000000"/>
            </a:solidFill>
            <a:miter/>
          </a:ln>
        </p:spPr>
      </p:sp>
      <p:sp>
        <p:nvSpPr>
          <p:cNvPr id="669" name="Text Polished">
            <a:extLst xmlns:a="http://schemas.openxmlformats.org/drawingml/2006/main">
              <a:ext uri="{FF2B5EF4-FFF2-40B4-BE49-F238E27FC236}">
                <a16:creationId xmlns:a16="http://schemas.microsoft.com/office/drawing/2014/main" id="{4C930E76-E4FC-4E59-9625-983C5729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8079" y="5059014"/>
            <a:ext cx="465247" cy="95377"/>
          </a:xfrm>
          <a:custGeom xmlns:a="http://schemas.openxmlformats.org/drawingml/2006/main">
            <a:pathLst>
              <a:path w="465247" h="95377">
                <a:moveTo>
                  <a:pt x="59678" y="33041"/>
                </a:moveTo>
                <a:cubicBezTo>
                  <a:pt x="59678" y="37930"/>
                  <a:pt x="58915" y="42258"/>
                  <a:pt x="57388" y="46026"/>
                </a:cubicBezTo>
                <a:cubicBezTo>
                  <a:pt x="55861" y="49793"/>
                  <a:pt x="53638" y="52967"/>
                  <a:pt x="50720" y="55546"/>
                </a:cubicBezTo>
                <a:cubicBezTo>
                  <a:pt x="47801" y="58124"/>
                  <a:pt x="44220" y="60086"/>
                  <a:pt x="39976" y="61431"/>
                </a:cubicBezTo>
                <a:cubicBezTo>
                  <a:pt x="35733" y="62777"/>
                  <a:pt x="30737" y="63450"/>
                  <a:pt x="24989" y="63450"/>
                </a:cubicBezTo>
                <a:lnTo>
                  <a:pt x="17715" y="63450"/>
                </a:lnTo>
                <a:lnTo>
                  <a:pt x="17715" y="91329"/>
                </a:lnTo>
                <a:cubicBezTo>
                  <a:pt x="17715" y="91780"/>
                  <a:pt x="17569" y="92185"/>
                  <a:pt x="17277" y="92546"/>
                </a:cubicBezTo>
                <a:cubicBezTo>
                  <a:pt x="16985" y="92905"/>
                  <a:pt x="16502" y="93198"/>
                  <a:pt x="15829" y="93424"/>
                </a:cubicBezTo>
                <a:cubicBezTo>
                  <a:pt x="15155" y="93648"/>
                  <a:pt x="14257" y="93828"/>
                  <a:pt x="13135" y="93963"/>
                </a:cubicBezTo>
                <a:cubicBezTo>
                  <a:pt x="12012" y="94097"/>
                  <a:pt x="10575" y="94165"/>
                  <a:pt x="8824" y="94165"/>
                </a:cubicBezTo>
                <a:cubicBezTo>
                  <a:pt x="7117" y="94165"/>
                  <a:pt x="5692" y="94097"/>
                  <a:pt x="4547" y="93963"/>
                </a:cubicBezTo>
                <a:cubicBezTo>
                  <a:pt x="3402" y="93828"/>
                  <a:pt x="2492" y="93648"/>
                  <a:pt x="1819" y="93424"/>
                </a:cubicBezTo>
                <a:cubicBezTo>
                  <a:pt x="1145" y="93199"/>
                  <a:pt x="674" y="92907"/>
                  <a:pt x="404" y="92548"/>
                </a:cubicBezTo>
                <a:cubicBezTo>
                  <a:pt x="135" y="92189"/>
                  <a:pt x="0" y="91785"/>
                  <a:pt x="0" y="91336"/>
                </a:cubicBezTo>
                <a:lnTo>
                  <a:pt x="0" y="12932"/>
                </a:lnTo>
                <a:cubicBezTo>
                  <a:pt x="0" y="10822"/>
                  <a:pt x="550" y="9239"/>
                  <a:pt x="1650" y="8184"/>
                </a:cubicBezTo>
                <a:cubicBezTo>
                  <a:pt x="2750" y="7129"/>
                  <a:pt x="4199" y="6601"/>
                  <a:pt x="5995" y="6601"/>
                </a:cubicBezTo>
                <a:lnTo>
                  <a:pt x="26539" y="6601"/>
                </a:lnTo>
                <a:cubicBezTo>
                  <a:pt x="28604" y="6601"/>
                  <a:pt x="30569" y="6680"/>
                  <a:pt x="32432" y="6837"/>
                </a:cubicBezTo>
                <a:cubicBezTo>
                  <a:pt x="34296" y="6994"/>
                  <a:pt x="36530" y="7331"/>
                  <a:pt x="39134" y="7847"/>
                </a:cubicBezTo>
                <a:cubicBezTo>
                  <a:pt x="41739" y="8362"/>
                  <a:pt x="44377" y="9315"/>
                  <a:pt x="47049" y="10706"/>
                </a:cubicBezTo>
                <a:cubicBezTo>
                  <a:pt x="49720" y="12096"/>
                  <a:pt x="51999" y="13857"/>
                  <a:pt x="53885" y="15987"/>
                </a:cubicBezTo>
                <a:cubicBezTo>
                  <a:pt x="55771" y="18117"/>
                  <a:pt x="57208" y="20606"/>
                  <a:pt x="58196" y="23455"/>
                </a:cubicBezTo>
                <a:cubicBezTo>
                  <a:pt x="59184" y="26302"/>
                  <a:pt x="59678" y="29497"/>
                  <a:pt x="59678" y="33041"/>
                </a:cubicBezTo>
                <a:moveTo>
                  <a:pt x="41155" y="34322"/>
                </a:moveTo>
                <a:cubicBezTo>
                  <a:pt x="41155" y="31290"/>
                  <a:pt x="40616" y="28793"/>
                  <a:pt x="39538" y="26831"/>
                </a:cubicBezTo>
                <a:cubicBezTo>
                  <a:pt x="38461" y="24868"/>
                  <a:pt x="37136" y="23418"/>
                  <a:pt x="35564" y="22482"/>
                </a:cubicBezTo>
                <a:cubicBezTo>
                  <a:pt x="33993" y="21546"/>
                  <a:pt x="32342" y="20956"/>
                  <a:pt x="30614" y="20710"/>
                </a:cubicBezTo>
                <a:cubicBezTo>
                  <a:pt x="28885" y="20464"/>
                  <a:pt x="27100" y="20342"/>
                  <a:pt x="25259" y="20342"/>
                </a:cubicBezTo>
                <a:lnTo>
                  <a:pt x="17715" y="20342"/>
                </a:lnTo>
                <a:lnTo>
                  <a:pt x="17715" y="49709"/>
                </a:lnTo>
                <a:lnTo>
                  <a:pt x="25663" y="49709"/>
                </a:lnTo>
                <a:cubicBezTo>
                  <a:pt x="28492" y="49709"/>
                  <a:pt x="30861" y="49330"/>
                  <a:pt x="32769" y="48573"/>
                </a:cubicBezTo>
                <a:cubicBezTo>
                  <a:pt x="34677" y="47813"/>
                  <a:pt x="36238" y="46754"/>
                  <a:pt x="37450" y="45394"/>
                </a:cubicBezTo>
                <a:cubicBezTo>
                  <a:pt x="38663" y="44034"/>
                  <a:pt x="39583" y="42407"/>
                  <a:pt x="40212" y="40511"/>
                </a:cubicBezTo>
                <a:cubicBezTo>
                  <a:pt x="40841" y="38615"/>
                  <a:pt x="41155" y="36552"/>
                  <a:pt x="41155" y="34322"/>
                </a:cubicBezTo>
                <a:close/>
                <a:moveTo>
                  <a:pt x="133133" y="60821"/>
                </a:moveTo>
                <a:cubicBezTo>
                  <a:pt x="133133" y="65951"/>
                  <a:pt x="132459" y="70631"/>
                  <a:pt x="131112" y="74861"/>
                </a:cubicBezTo>
                <a:cubicBezTo>
                  <a:pt x="129765" y="79090"/>
                  <a:pt x="127722" y="82734"/>
                  <a:pt x="124983" y="85793"/>
                </a:cubicBezTo>
                <a:cubicBezTo>
                  <a:pt x="122243" y="88853"/>
                  <a:pt x="118808" y="91215"/>
                  <a:pt x="114677" y="92881"/>
                </a:cubicBezTo>
                <a:cubicBezTo>
                  <a:pt x="110546" y="94545"/>
                  <a:pt x="105719" y="95377"/>
                  <a:pt x="100195" y="95377"/>
                </a:cubicBezTo>
                <a:cubicBezTo>
                  <a:pt x="94852" y="95377"/>
                  <a:pt x="90204" y="94635"/>
                  <a:pt x="86253" y="93150"/>
                </a:cubicBezTo>
                <a:cubicBezTo>
                  <a:pt x="82301" y="91665"/>
                  <a:pt x="79023" y="89506"/>
                  <a:pt x="76418" y="86671"/>
                </a:cubicBezTo>
                <a:cubicBezTo>
                  <a:pt x="73814" y="83837"/>
                  <a:pt x="71883" y="80349"/>
                  <a:pt x="70626" y="76210"/>
                </a:cubicBezTo>
                <a:cubicBezTo>
                  <a:pt x="69368" y="72070"/>
                  <a:pt x="68740" y="67346"/>
                  <a:pt x="68740" y="62038"/>
                </a:cubicBezTo>
                <a:cubicBezTo>
                  <a:pt x="68740" y="56907"/>
                  <a:pt x="69425" y="52216"/>
                  <a:pt x="70794" y="47964"/>
                </a:cubicBezTo>
                <a:cubicBezTo>
                  <a:pt x="72164" y="43712"/>
                  <a:pt x="74218" y="40068"/>
                  <a:pt x="76957" y="37031"/>
                </a:cubicBezTo>
                <a:cubicBezTo>
                  <a:pt x="79696" y="33995"/>
                  <a:pt x="83120" y="31644"/>
                  <a:pt x="87229" y="29980"/>
                </a:cubicBezTo>
                <a:cubicBezTo>
                  <a:pt x="91338" y="28314"/>
                  <a:pt x="96154" y="27482"/>
                  <a:pt x="101677" y="27482"/>
                </a:cubicBezTo>
                <a:cubicBezTo>
                  <a:pt x="107066" y="27482"/>
                  <a:pt x="111736" y="28213"/>
                  <a:pt x="115687" y="29675"/>
                </a:cubicBezTo>
                <a:cubicBezTo>
                  <a:pt x="119639" y="31137"/>
                  <a:pt x="122906" y="33285"/>
                  <a:pt x="125488" y="36120"/>
                </a:cubicBezTo>
                <a:cubicBezTo>
                  <a:pt x="128070" y="38955"/>
                  <a:pt x="129989" y="42442"/>
                  <a:pt x="131247" y="46581"/>
                </a:cubicBezTo>
                <a:cubicBezTo>
                  <a:pt x="132504" y="50721"/>
                  <a:pt x="133133" y="55468"/>
                  <a:pt x="133133" y="60821"/>
                </a:cubicBezTo>
                <a:moveTo>
                  <a:pt x="115687" y="61497"/>
                </a:moveTo>
                <a:cubicBezTo>
                  <a:pt x="115687" y="58533"/>
                  <a:pt x="115452" y="55805"/>
                  <a:pt x="114980" y="53313"/>
                </a:cubicBezTo>
                <a:cubicBezTo>
                  <a:pt x="114509" y="50821"/>
                  <a:pt x="113712" y="48654"/>
                  <a:pt x="112589" y="46813"/>
                </a:cubicBezTo>
                <a:cubicBezTo>
                  <a:pt x="111466" y="44972"/>
                  <a:pt x="109973" y="43535"/>
                  <a:pt x="108110" y="42502"/>
                </a:cubicBezTo>
                <a:cubicBezTo>
                  <a:pt x="106246" y="41469"/>
                  <a:pt x="103900" y="40953"/>
                  <a:pt x="101071" y="40953"/>
                </a:cubicBezTo>
                <a:cubicBezTo>
                  <a:pt x="98556" y="40953"/>
                  <a:pt x="96356" y="41413"/>
                  <a:pt x="94470" y="42334"/>
                </a:cubicBezTo>
                <a:cubicBezTo>
                  <a:pt x="92584" y="43254"/>
                  <a:pt x="91035" y="44601"/>
                  <a:pt x="89822" y="46375"/>
                </a:cubicBezTo>
                <a:cubicBezTo>
                  <a:pt x="88610" y="48149"/>
                  <a:pt x="87701" y="50282"/>
                  <a:pt x="87094" y="52774"/>
                </a:cubicBezTo>
                <a:cubicBezTo>
                  <a:pt x="86488" y="55266"/>
                  <a:pt x="86185" y="58106"/>
                  <a:pt x="86185" y="61295"/>
                </a:cubicBezTo>
                <a:cubicBezTo>
                  <a:pt x="86185" y="64258"/>
                  <a:pt x="86432" y="66986"/>
                  <a:pt x="86926" y="69478"/>
                </a:cubicBezTo>
                <a:cubicBezTo>
                  <a:pt x="87420" y="71971"/>
                  <a:pt x="88217" y="74137"/>
                  <a:pt x="89317" y="75978"/>
                </a:cubicBezTo>
                <a:cubicBezTo>
                  <a:pt x="90417" y="77819"/>
                  <a:pt x="91910" y="79245"/>
                  <a:pt x="93796" y="80255"/>
                </a:cubicBezTo>
                <a:cubicBezTo>
                  <a:pt x="95682" y="81266"/>
                  <a:pt x="98017" y="81771"/>
                  <a:pt x="100802" y="81771"/>
                </a:cubicBezTo>
                <a:cubicBezTo>
                  <a:pt x="103361" y="81771"/>
                  <a:pt x="105584" y="81311"/>
                  <a:pt x="107470" y="80390"/>
                </a:cubicBezTo>
                <a:cubicBezTo>
                  <a:pt x="109356" y="79470"/>
                  <a:pt x="110905" y="78134"/>
                  <a:pt x="112117" y="76382"/>
                </a:cubicBezTo>
                <a:cubicBezTo>
                  <a:pt x="113330" y="74631"/>
                  <a:pt x="114228" y="72509"/>
                  <a:pt x="114812" y="70017"/>
                </a:cubicBezTo>
                <a:cubicBezTo>
                  <a:pt x="115395" y="67525"/>
                  <a:pt x="115687" y="64685"/>
                  <a:pt x="115687" y="61497"/>
                </a:cubicBezTo>
                <a:close/>
                <a:moveTo>
                  <a:pt x="162738" y="91470"/>
                </a:moveTo>
                <a:cubicBezTo>
                  <a:pt x="162738" y="91919"/>
                  <a:pt x="162604" y="92312"/>
                  <a:pt x="162334" y="92649"/>
                </a:cubicBezTo>
                <a:cubicBezTo>
                  <a:pt x="162065" y="92986"/>
                  <a:pt x="161604" y="93267"/>
                  <a:pt x="160953" y="93491"/>
                </a:cubicBezTo>
                <a:cubicBezTo>
                  <a:pt x="160302" y="93716"/>
                  <a:pt x="159438" y="93884"/>
                  <a:pt x="158360" y="93996"/>
                </a:cubicBezTo>
                <a:cubicBezTo>
                  <a:pt x="157282" y="94108"/>
                  <a:pt x="155913" y="94165"/>
                  <a:pt x="154251" y="94165"/>
                </a:cubicBezTo>
                <a:cubicBezTo>
                  <a:pt x="152590" y="94165"/>
                  <a:pt x="151220" y="94108"/>
                  <a:pt x="150143" y="93996"/>
                </a:cubicBezTo>
                <a:cubicBezTo>
                  <a:pt x="149065" y="93884"/>
                  <a:pt x="148200" y="93716"/>
                  <a:pt x="147549" y="93491"/>
                </a:cubicBezTo>
                <a:cubicBezTo>
                  <a:pt x="146898" y="93267"/>
                  <a:pt x="146438" y="92986"/>
                  <a:pt x="146169" y="92649"/>
                </a:cubicBezTo>
                <a:cubicBezTo>
                  <a:pt x="145899" y="92312"/>
                  <a:pt x="145764" y="91919"/>
                  <a:pt x="145764" y="91470"/>
                </a:cubicBezTo>
                <a:lnTo>
                  <a:pt x="145764" y="2896"/>
                </a:lnTo>
                <a:cubicBezTo>
                  <a:pt x="145764" y="2447"/>
                  <a:pt x="145899" y="2043"/>
                  <a:pt x="146169" y="1684"/>
                </a:cubicBezTo>
                <a:cubicBezTo>
                  <a:pt x="146438" y="1325"/>
                  <a:pt x="146898" y="1022"/>
                  <a:pt x="147549" y="775"/>
                </a:cubicBezTo>
                <a:cubicBezTo>
                  <a:pt x="148200" y="528"/>
                  <a:pt x="149065" y="337"/>
                  <a:pt x="150143" y="202"/>
                </a:cubicBezTo>
                <a:cubicBezTo>
                  <a:pt x="151220" y="67"/>
                  <a:pt x="152590" y="0"/>
                  <a:pt x="154251" y="0"/>
                </a:cubicBezTo>
                <a:cubicBezTo>
                  <a:pt x="155913" y="0"/>
                  <a:pt x="157282" y="67"/>
                  <a:pt x="158360" y="202"/>
                </a:cubicBezTo>
                <a:cubicBezTo>
                  <a:pt x="159438" y="337"/>
                  <a:pt x="160302" y="528"/>
                  <a:pt x="160953" y="775"/>
                </a:cubicBezTo>
                <a:cubicBezTo>
                  <a:pt x="161604" y="1022"/>
                  <a:pt x="162065" y="1325"/>
                  <a:pt x="162334" y="1684"/>
                </a:cubicBezTo>
                <a:cubicBezTo>
                  <a:pt x="162604" y="2043"/>
                  <a:pt x="162738" y="2447"/>
                  <a:pt x="162738" y="2896"/>
                </a:cubicBezTo>
                <a:lnTo>
                  <a:pt x="162738" y="91470"/>
                </a:lnTo>
                <a:close/>
                <a:moveTo>
                  <a:pt x="196605" y="91470"/>
                </a:moveTo>
                <a:cubicBezTo>
                  <a:pt x="196605" y="91919"/>
                  <a:pt x="196470" y="92312"/>
                  <a:pt x="196201" y="92649"/>
                </a:cubicBezTo>
                <a:cubicBezTo>
                  <a:pt x="195931" y="92986"/>
                  <a:pt x="195471" y="93267"/>
                  <a:pt x="194820" y="93491"/>
                </a:cubicBezTo>
                <a:cubicBezTo>
                  <a:pt x="194169" y="93716"/>
                  <a:pt x="193304" y="93884"/>
                  <a:pt x="192226" y="93996"/>
                </a:cubicBezTo>
                <a:cubicBezTo>
                  <a:pt x="191149" y="94108"/>
                  <a:pt x="189779" y="94165"/>
                  <a:pt x="188118" y="94165"/>
                </a:cubicBezTo>
                <a:cubicBezTo>
                  <a:pt x="186456" y="94165"/>
                  <a:pt x="185087" y="94108"/>
                  <a:pt x="184009" y="93996"/>
                </a:cubicBezTo>
                <a:cubicBezTo>
                  <a:pt x="182931" y="93884"/>
                  <a:pt x="182067" y="93716"/>
                  <a:pt x="181416" y="93491"/>
                </a:cubicBezTo>
                <a:cubicBezTo>
                  <a:pt x="180765" y="93267"/>
                  <a:pt x="180304" y="92986"/>
                  <a:pt x="180035" y="92649"/>
                </a:cubicBezTo>
                <a:cubicBezTo>
                  <a:pt x="179766" y="92312"/>
                  <a:pt x="179631" y="91919"/>
                  <a:pt x="179631" y="91470"/>
                </a:cubicBezTo>
                <a:lnTo>
                  <a:pt x="179631" y="31523"/>
                </a:lnTo>
                <a:cubicBezTo>
                  <a:pt x="179631" y="31074"/>
                  <a:pt x="179766" y="30681"/>
                  <a:pt x="180035" y="30344"/>
                </a:cubicBezTo>
                <a:cubicBezTo>
                  <a:pt x="180304" y="30007"/>
                  <a:pt x="180765" y="29716"/>
                  <a:pt x="181416" y="29469"/>
                </a:cubicBezTo>
                <a:cubicBezTo>
                  <a:pt x="182067" y="29222"/>
                  <a:pt x="182931" y="29031"/>
                  <a:pt x="184009" y="28896"/>
                </a:cubicBezTo>
                <a:cubicBezTo>
                  <a:pt x="185087" y="28761"/>
                  <a:pt x="186456" y="28694"/>
                  <a:pt x="188118" y="28694"/>
                </a:cubicBezTo>
                <a:cubicBezTo>
                  <a:pt x="189779" y="28694"/>
                  <a:pt x="191149" y="28761"/>
                  <a:pt x="192226" y="28896"/>
                </a:cubicBezTo>
                <a:cubicBezTo>
                  <a:pt x="193304" y="29031"/>
                  <a:pt x="194169" y="29222"/>
                  <a:pt x="194820" y="29469"/>
                </a:cubicBezTo>
                <a:cubicBezTo>
                  <a:pt x="195471" y="29716"/>
                  <a:pt x="195931" y="30007"/>
                  <a:pt x="196201" y="30344"/>
                </a:cubicBezTo>
                <a:cubicBezTo>
                  <a:pt x="196470" y="30681"/>
                  <a:pt x="196605" y="31074"/>
                  <a:pt x="196605" y="31523"/>
                </a:cubicBezTo>
                <a:lnTo>
                  <a:pt x="196605" y="91470"/>
                </a:lnTo>
                <a:moveTo>
                  <a:pt x="197884" y="11046"/>
                </a:moveTo>
                <a:cubicBezTo>
                  <a:pt x="197884" y="14459"/>
                  <a:pt x="197188" y="16817"/>
                  <a:pt x="195796" y="18119"/>
                </a:cubicBezTo>
                <a:cubicBezTo>
                  <a:pt x="194404" y="19421"/>
                  <a:pt x="191822" y="20072"/>
                  <a:pt x="188050" y="20072"/>
                </a:cubicBezTo>
                <a:cubicBezTo>
                  <a:pt x="184234" y="20072"/>
                  <a:pt x="181663" y="19444"/>
                  <a:pt x="180338" y="18186"/>
                </a:cubicBezTo>
                <a:cubicBezTo>
                  <a:pt x="179013" y="16929"/>
                  <a:pt x="178351" y="14661"/>
                  <a:pt x="178351" y="11383"/>
                </a:cubicBezTo>
                <a:cubicBezTo>
                  <a:pt x="178351" y="7971"/>
                  <a:pt x="179036" y="5602"/>
                  <a:pt x="180405" y="4277"/>
                </a:cubicBezTo>
                <a:cubicBezTo>
                  <a:pt x="181775" y="2952"/>
                  <a:pt x="184368" y="2290"/>
                  <a:pt x="188185" y="2290"/>
                </a:cubicBezTo>
                <a:cubicBezTo>
                  <a:pt x="191957" y="2290"/>
                  <a:pt x="194517" y="2930"/>
                  <a:pt x="195864" y="4210"/>
                </a:cubicBezTo>
                <a:cubicBezTo>
                  <a:pt x="197211" y="5490"/>
                  <a:pt x="197884" y="7768"/>
                  <a:pt x="197884" y="11046"/>
                </a:cubicBezTo>
                <a:close/>
                <a:moveTo>
                  <a:pt x="255796" y="74522"/>
                </a:moveTo>
                <a:cubicBezTo>
                  <a:pt x="255796" y="77941"/>
                  <a:pt x="255157" y="80956"/>
                  <a:pt x="253877" y="83566"/>
                </a:cubicBezTo>
                <a:cubicBezTo>
                  <a:pt x="252597" y="86175"/>
                  <a:pt x="250790" y="88357"/>
                  <a:pt x="248455" y="90113"/>
                </a:cubicBezTo>
                <a:cubicBezTo>
                  <a:pt x="246120" y="91867"/>
                  <a:pt x="243358" y="93182"/>
                  <a:pt x="240170" y="94059"/>
                </a:cubicBezTo>
                <a:cubicBezTo>
                  <a:pt x="236981" y="94938"/>
                  <a:pt x="233524" y="95377"/>
                  <a:pt x="229797" y="95377"/>
                </a:cubicBezTo>
                <a:cubicBezTo>
                  <a:pt x="227552" y="95377"/>
                  <a:pt x="225407" y="95207"/>
                  <a:pt x="223364" y="94866"/>
                </a:cubicBezTo>
                <a:cubicBezTo>
                  <a:pt x="221321" y="94525"/>
                  <a:pt x="219491" y="94093"/>
                  <a:pt x="217875" y="93571"/>
                </a:cubicBezTo>
                <a:cubicBezTo>
                  <a:pt x="216258" y="93048"/>
                  <a:pt x="214911" y="92514"/>
                  <a:pt x="213833" y="91969"/>
                </a:cubicBezTo>
                <a:cubicBezTo>
                  <a:pt x="212756" y="91423"/>
                  <a:pt x="211970" y="90912"/>
                  <a:pt x="211476" y="90435"/>
                </a:cubicBezTo>
                <a:cubicBezTo>
                  <a:pt x="210982" y="89958"/>
                  <a:pt x="210600" y="89211"/>
                  <a:pt x="210331" y="88195"/>
                </a:cubicBezTo>
                <a:cubicBezTo>
                  <a:pt x="210061" y="87179"/>
                  <a:pt x="209927" y="85678"/>
                  <a:pt x="209927" y="83691"/>
                </a:cubicBezTo>
                <a:cubicBezTo>
                  <a:pt x="209927" y="82381"/>
                  <a:pt x="209971" y="81332"/>
                  <a:pt x="210061" y="80542"/>
                </a:cubicBezTo>
                <a:cubicBezTo>
                  <a:pt x="210151" y="79752"/>
                  <a:pt x="210286" y="79120"/>
                  <a:pt x="210465" y="78645"/>
                </a:cubicBezTo>
                <a:cubicBezTo>
                  <a:pt x="210645" y="78171"/>
                  <a:pt x="210870" y="77855"/>
                  <a:pt x="211139" y="77698"/>
                </a:cubicBezTo>
                <a:cubicBezTo>
                  <a:pt x="211408" y="77539"/>
                  <a:pt x="211745" y="77460"/>
                  <a:pt x="212149" y="77460"/>
                </a:cubicBezTo>
                <a:cubicBezTo>
                  <a:pt x="212643" y="77460"/>
                  <a:pt x="213373" y="77744"/>
                  <a:pt x="214338" y="78313"/>
                </a:cubicBezTo>
                <a:cubicBezTo>
                  <a:pt x="215304" y="78881"/>
                  <a:pt x="216505" y="79506"/>
                  <a:pt x="217942" y="80188"/>
                </a:cubicBezTo>
                <a:cubicBezTo>
                  <a:pt x="219379" y="80870"/>
                  <a:pt x="221052" y="81506"/>
                  <a:pt x="222960" y="82097"/>
                </a:cubicBezTo>
                <a:cubicBezTo>
                  <a:pt x="224869" y="82688"/>
                  <a:pt x="227035" y="82983"/>
                  <a:pt x="229460" y="82983"/>
                </a:cubicBezTo>
                <a:cubicBezTo>
                  <a:pt x="230987" y="82983"/>
                  <a:pt x="232345" y="82827"/>
                  <a:pt x="233535" y="82514"/>
                </a:cubicBezTo>
                <a:cubicBezTo>
                  <a:pt x="234725" y="82201"/>
                  <a:pt x="235758" y="81754"/>
                  <a:pt x="236633" y="81173"/>
                </a:cubicBezTo>
                <a:cubicBezTo>
                  <a:pt x="237509" y="80591"/>
                  <a:pt x="238171" y="79853"/>
                  <a:pt x="238620" y="78959"/>
                </a:cubicBezTo>
                <a:cubicBezTo>
                  <a:pt x="239070" y="78065"/>
                  <a:pt x="239294" y="77036"/>
                  <a:pt x="239294" y="75873"/>
                </a:cubicBezTo>
                <a:cubicBezTo>
                  <a:pt x="239294" y="74523"/>
                  <a:pt x="238879" y="73365"/>
                  <a:pt x="238048" y="72398"/>
                </a:cubicBezTo>
                <a:cubicBezTo>
                  <a:pt x="237217" y="71430"/>
                  <a:pt x="236117" y="70586"/>
                  <a:pt x="234747" y="69866"/>
                </a:cubicBezTo>
                <a:cubicBezTo>
                  <a:pt x="233378" y="69146"/>
                  <a:pt x="231829" y="68471"/>
                  <a:pt x="230100" y="67841"/>
                </a:cubicBezTo>
                <a:cubicBezTo>
                  <a:pt x="228371" y="67211"/>
                  <a:pt x="226597" y="66513"/>
                  <a:pt x="224779" y="65749"/>
                </a:cubicBezTo>
                <a:cubicBezTo>
                  <a:pt x="222960" y="64984"/>
                  <a:pt x="221186" y="64107"/>
                  <a:pt x="219458" y="63117"/>
                </a:cubicBezTo>
                <a:cubicBezTo>
                  <a:pt x="217729" y="62127"/>
                  <a:pt x="216180" y="60911"/>
                  <a:pt x="214810" y="59472"/>
                </a:cubicBezTo>
                <a:cubicBezTo>
                  <a:pt x="213440" y="58032"/>
                  <a:pt x="212340" y="56300"/>
                  <a:pt x="211509" y="54277"/>
                </a:cubicBezTo>
                <a:cubicBezTo>
                  <a:pt x="210679" y="52252"/>
                  <a:pt x="210263" y="49822"/>
                  <a:pt x="210263" y="46988"/>
                </a:cubicBezTo>
                <a:cubicBezTo>
                  <a:pt x="210263" y="44107"/>
                  <a:pt x="210825" y="41463"/>
                  <a:pt x="211947" y="39056"/>
                </a:cubicBezTo>
                <a:cubicBezTo>
                  <a:pt x="213070" y="36650"/>
                  <a:pt x="214686" y="34592"/>
                  <a:pt x="216797" y="32883"/>
                </a:cubicBezTo>
                <a:cubicBezTo>
                  <a:pt x="218907" y="31172"/>
                  <a:pt x="221478" y="29845"/>
                  <a:pt x="224509" y="28900"/>
                </a:cubicBezTo>
                <a:cubicBezTo>
                  <a:pt x="227540" y="27954"/>
                  <a:pt x="230942" y="27482"/>
                  <a:pt x="234714" y="27482"/>
                </a:cubicBezTo>
                <a:cubicBezTo>
                  <a:pt x="236600" y="27482"/>
                  <a:pt x="238430" y="27616"/>
                  <a:pt x="240203" y="27886"/>
                </a:cubicBezTo>
                <a:cubicBezTo>
                  <a:pt x="241977" y="28155"/>
                  <a:pt x="243582" y="28492"/>
                  <a:pt x="245019" y="28896"/>
                </a:cubicBezTo>
                <a:cubicBezTo>
                  <a:pt x="246456" y="29300"/>
                  <a:pt x="247669" y="29738"/>
                  <a:pt x="248657" y="30209"/>
                </a:cubicBezTo>
                <a:cubicBezTo>
                  <a:pt x="249645" y="30681"/>
                  <a:pt x="250352" y="31085"/>
                  <a:pt x="250778" y="31422"/>
                </a:cubicBezTo>
                <a:cubicBezTo>
                  <a:pt x="251205" y="31759"/>
                  <a:pt x="251508" y="32095"/>
                  <a:pt x="251688" y="32432"/>
                </a:cubicBezTo>
                <a:cubicBezTo>
                  <a:pt x="251867" y="32769"/>
                  <a:pt x="252002" y="33173"/>
                  <a:pt x="252092" y="33645"/>
                </a:cubicBezTo>
                <a:cubicBezTo>
                  <a:pt x="252182" y="34116"/>
                  <a:pt x="252260" y="34700"/>
                  <a:pt x="252328" y="35396"/>
                </a:cubicBezTo>
                <a:cubicBezTo>
                  <a:pt x="252395" y="36092"/>
                  <a:pt x="252429" y="36956"/>
                  <a:pt x="252429" y="37989"/>
                </a:cubicBezTo>
                <a:cubicBezTo>
                  <a:pt x="252429" y="39202"/>
                  <a:pt x="252395" y="40189"/>
                  <a:pt x="252328" y="40953"/>
                </a:cubicBezTo>
                <a:cubicBezTo>
                  <a:pt x="252260" y="41716"/>
                  <a:pt x="252148" y="42322"/>
                  <a:pt x="251991" y="42771"/>
                </a:cubicBezTo>
                <a:cubicBezTo>
                  <a:pt x="251834" y="43221"/>
                  <a:pt x="251620" y="43524"/>
                  <a:pt x="251351" y="43681"/>
                </a:cubicBezTo>
                <a:cubicBezTo>
                  <a:pt x="251081" y="43838"/>
                  <a:pt x="250767" y="43917"/>
                  <a:pt x="250408" y="43917"/>
                </a:cubicBezTo>
                <a:cubicBezTo>
                  <a:pt x="250004" y="43917"/>
                  <a:pt x="249375" y="43681"/>
                  <a:pt x="248522" y="43209"/>
                </a:cubicBezTo>
                <a:cubicBezTo>
                  <a:pt x="247669" y="42738"/>
                  <a:pt x="246602" y="42233"/>
                  <a:pt x="245322" y="41694"/>
                </a:cubicBezTo>
                <a:cubicBezTo>
                  <a:pt x="244043" y="41155"/>
                  <a:pt x="242561" y="40650"/>
                  <a:pt x="240877" y="40178"/>
                </a:cubicBezTo>
                <a:cubicBezTo>
                  <a:pt x="239193" y="39707"/>
                  <a:pt x="237273" y="39471"/>
                  <a:pt x="235118" y="39471"/>
                </a:cubicBezTo>
                <a:cubicBezTo>
                  <a:pt x="233591" y="39471"/>
                  <a:pt x="232267" y="39630"/>
                  <a:pt x="231144" y="39947"/>
                </a:cubicBezTo>
                <a:cubicBezTo>
                  <a:pt x="230021" y="40262"/>
                  <a:pt x="229101" y="40714"/>
                  <a:pt x="228382" y="41300"/>
                </a:cubicBezTo>
                <a:cubicBezTo>
                  <a:pt x="227664" y="41887"/>
                  <a:pt x="227125" y="42575"/>
                  <a:pt x="226766" y="43365"/>
                </a:cubicBezTo>
                <a:cubicBezTo>
                  <a:pt x="226406" y="44155"/>
                  <a:pt x="226227" y="45002"/>
                  <a:pt x="226227" y="45906"/>
                </a:cubicBezTo>
                <a:cubicBezTo>
                  <a:pt x="226227" y="47301"/>
                  <a:pt x="226653" y="48471"/>
                  <a:pt x="227507" y="49417"/>
                </a:cubicBezTo>
                <a:cubicBezTo>
                  <a:pt x="228360" y="50361"/>
                  <a:pt x="229482" y="51193"/>
                  <a:pt x="230874" y="51913"/>
                </a:cubicBezTo>
                <a:cubicBezTo>
                  <a:pt x="232267" y="52633"/>
                  <a:pt x="233849" y="53308"/>
                  <a:pt x="235623" y="53938"/>
                </a:cubicBezTo>
                <a:cubicBezTo>
                  <a:pt x="237397" y="54568"/>
                  <a:pt x="239193" y="55254"/>
                  <a:pt x="241012" y="55997"/>
                </a:cubicBezTo>
                <a:cubicBezTo>
                  <a:pt x="242830" y="56739"/>
                  <a:pt x="244626" y="57605"/>
                  <a:pt x="246400" y="58594"/>
                </a:cubicBezTo>
                <a:cubicBezTo>
                  <a:pt x="248174" y="59583"/>
                  <a:pt x="249757" y="60799"/>
                  <a:pt x="251149" y="62240"/>
                </a:cubicBezTo>
                <a:cubicBezTo>
                  <a:pt x="252541" y="63679"/>
                  <a:pt x="253663" y="65401"/>
                  <a:pt x="254517" y="67403"/>
                </a:cubicBezTo>
                <a:cubicBezTo>
                  <a:pt x="255370" y="69404"/>
                  <a:pt x="255796" y="71777"/>
                  <a:pt x="255796" y="74522"/>
                </a:cubicBezTo>
                <a:close/>
                <a:moveTo>
                  <a:pt x="324517" y="91468"/>
                </a:moveTo>
                <a:cubicBezTo>
                  <a:pt x="324517" y="91917"/>
                  <a:pt x="324383" y="92311"/>
                  <a:pt x="324113" y="92649"/>
                </a:cubicBezTo>
                <a:cubicBezTo>
                  <a:pt x="323844" y="92986"/>
                  <a:pt x="323395" y="93267"/>
                  <a:pt x="322766" y="93491"/>
                </a:cubicBezTo>
                <a:cubicBezTo>
                  <a:pt x="322138" y="93716"/>
                  <a:pt x="321273" y="93884"/>
                  <a:pt x="320173" y="93996"/>
                </a:cubicBezTo>
                <a:cubicBezTo>
                  <a:pt x="319073" y="94108"/>
                  <a:pt x="317714" y="94165"/>
                  <a:pt x="316098" y="94165"/>
                </a:cubicBezTo>
                <a:cubicBezTo>
                  <a:pt x="314436" y="94165"/>
                  <a:pt x="313056" y="94108"/>
                  <a:pt x="311955" y="93996"/>
                </a:cubicBezTo>
                <a:cubicBezTo>
                  <a:pt x="310855" y="93884"/>
                  <a:pt x="309991" y="93716"/>
                  <a:pt x="309362" y="93491"/>
                </a:cubicBezTo>
                <a:cubicBezTo>
                  <a:pt x="308734" y="93267"/>
                  <a:pt x="308285" y="92986"/>
                  <a:pt x="308015" y="92649"/>
                </a:cubicBezTo>
                <a:cubicBezTo>
                  <a:pt x="307746" y="92312"/>
                  <a:pt x="307611" y="91919"/>
                  <a:pt x="307611" y="91470"/>
                </a:cubicBezTo>
                <a:lnTo>
                  <a:pt x="307611" y="57186"/>
                </a:lnTo>
                <a:cubicBezTo>
                  <a:pt x="307611" y="54267"/>
                  <a:pt x="307398" y="51977"/>
                  <a:pt x="306971" y="50315"/>
                </a:cubicBezTo>
                <a:cubicBezTo>
                  <a:pt x="306544" y="48654"/>
                  <a:pt x="305927" y="47228"/>
                  <a:pt x="305119" y="46038"/>
                </a:cubicBezTo>
                <a:cubicBezTo>
                  <a:pt x="304310" y="44848"/>
                  <a:pt x="303266" y="43928"/>
                  <a:pt x="301987" y="43277"/>
                </a:cubicBezTo>
                <a:cubicBezTo>
                  <a:pt x="300707" y="42626"/>
                  <a:pt x="299214" y="42300"/>
                  <a:pt x="297507" y="42300"/>
                </a:cubicBezTo>
                <a:cubicBezTo>
                  <a:pt x="295352" y="42300"/>
                  <a:pt x="293174" y="43086"/>
                  <a:pt x="290974" y="44657"/>
                </a:cubicBezTo>
                <a:cubicBezTo>
                  <a:pt x="288774" y="46229"/>
                  <a:pt x="286483" y="48519"/>
                  <a:pt x="284103" y="51528"/>
                </a:cubicBezTo>
                <a:lnTo>
                  <a:pt x="284103" y="91470"/>
                </a:lnTo>
                <a:cubicBezTo>
                  <a:pt x="284103" y="91919"/>
                  <a:pt x="283969" y="92312"/>
                  <a:pt x="283699" y="92649"/>
                </a:cubicBezTo>
                <a:cubicBezTo>
                  <a:pt x="283430" y="92986"/>
                  <a:pt x="282970" y="93267"/>
                  <a:pt x="282319" y="93491"/>
                </a:cubicBezTo>
                <a:cubicBezTo>
                  <a:pt x="281667" y="93716"/>
                  <a:pt x="280803" y="93884"/>
                  <a:pt x="279725" y="93996"/>
                </a:cubicBezTo>
                <a:cubicBezTo>
                  <a:pt x="278648" y="94108"/>
                  <a:pt x="277278" y="94165"/>
                  <a:pt x="275617" y="94165"/>
                </a:cubicBezTo>
                <a:cubicBezTo>
                  <a:pt x="273955" y="94165"/>
                  <a:pt x="272585" y="94108"/>
                  <a:pt x="271508" y="93996"/>
                </a:cubicBezTo>
                <a:cubicBezTo>
                  <a:pt x="270430" y="93884"/>
                  <a:pt x="269566" y="93716"/>
                  <a:pt x="268915" y="93491"/>
                </a:cubicBezTo>
                <a:cubicBezTo>
                  <a:pt x="268263" y="93267"/>
                  <a:pt x="267803" y="92986"/>
                  <a:pt x="267534" y="92649"/>
                </a:cubicBezTo>
                <a:cubicBezTo>
                  <a:pt x="267264" y="92312"/>
                  <a:pt x="267130" y="91919"/>
                  <a:pt x="267130" y="91470"/>
                </a:cubicBezTo>
                <a:lnTo>
                  <a:pt x="267130" y="2896"/>
                </a:lnTo>
                <a:cubicBezTo>
                  <a:pt x="267130" y="2447"/>
                  <a:pt x="267264" y="2043"/>
                  <a:pt x="267534" y="1684"/>
                </a:cubicBezTo>
                <a:cubicBezTo>
                  <a:pt x="267803" y="1325"/>
                  <a:pt x="268263" y="1022"/>
                  <a:pt x="268915" y="775"/>
                </a:cubicBezTo>
                <a:cubicBezTo>
                  <a:pt x="269566" y="528"/>
                  <a:pt x="270430" y="337"/>
                  <a:pt x="271508" y="202"/>
                </a:cubicBezTo>
                <a:cubicBezTo>
                  <a:pt x="272585" y="67"/>
                  <a:pt x="273955" y="0"/>
                  <a:pt x="275617" y="0"/>
                </a:cubicBezTo>
                <a:cubicBezTo>
                  <a:pt x="277278" y="0"/>
                  <a:pt x="278648" y="67"/>
                  <a:pt x="279725" y="202"/>
                </a:cubicBezTo>
                <a:cubicBezTo>
                  <a:pt x="280803" y="337"/>
                  <a:pt x="281667" y="528"/>
                  <a:pt x="282319" y="775"/>
                </a:cubicBezTo>
                <a:cubicBezTo>
                  <a:pt x="282970" y="1020"/>
                  <a:pt x="283430" y="1323"/>
                  <a:pt x="283699" y="1682"/>
                </a:cubicBezTo>
                <a:cubicBezTo>
                  <a:pt x="283969" y="2040"/>
                  <a:pt x="284103" y="2443"/>
                  <a:pt x="284103" y="2892"/>
                </a:cubicBezTo>
                <a:lnTo>
                  <a:pt x="284103" y="36044"/>
                </a:lnTo>
                <a:cubicBezTo>
                  <a:pt x="287022" y="33168"/>
                  <a:pt x="289997" y="31021"/>
                  <a:pt x="293028" y="29605"/>
                </a:cubicBezTo>
                <a:cubicBezTo>
                  <a:pt x="296059" y="28189"/>
                  <a:pt x="299214" y="27482"/>
                  <a:pt x="302492" y="27482"/>
                </a:cubicBezTo>
                <a:cubicBezTo>
                  <a:pt x="306578" y="27482"/>
                  <a:pt x="310025" y="28156"/>
                  <a:pt x="312831" y="29504"/>
                </a:cubicBezTo>
                <a:cubicBezTo>
                  <a:pt x="315638" y="30853"/>
                  <a:pt x="317905" y="32696"/>
                  <a:pt x="319634" y="35034"/>
                </a:cubicBezTo>
                <a:cubicBezTo>
                  <a:pt x="321363" y="37370"/>
                  <a:pt x="322609" y="40101"/>
                  <a:pt x="323372" y="43226"/>
                </a:cubicBezTo>
                <a:cubicBezTo>
                  <a:pt x="324136" y="46350"/>
                  <a:pt x="324517" y="50137"/>
                  <a:pt x="324517" y="54586"/>
                </a:cubicBezTo>
                <a:lnTo>
                  <a:pt x="324517" y="91468"/>
                </a:lnTo>
                <a:close/>
                <a:moveTo>
                  <a:pt x="396019" y="59667"/>
                </a:moveTo>
                <a:cubicBezTo>
                  <a:pt x="396019" y="61737"/>
                  <a:pt x="395559" y="63267"/>
                  <a:pt x="394638" y="64256"/>
                </a:cubicBezTo>
                <a:cubicBezTo>
                  <a:pt x="393718" y="65245"/>
                  <a:pt x="392449" y="65740"/>
                  <a:pt x="390832" y="65740"/>
                </a:cubicBezTo>
                <a:lnTo>
                  <a:pt x="354258" y="65740"/>
                </a:lnTo>
                <a:cubicBezTo>
                  <a:pt x="354258" y="68309"/>
                  <a:pt x="354561" y="70642"/>
                  <a:pt x="355167" y="72739"/>
                </a:cubicBezTo>
                <a:cubicBezTo>
                  <a:pt x="355773" y="74835"/>
                  <a:pt x="356739" y="76617"/>
                  <a:pt x="358063" y="78083"/>
                </a:cubicBezTo>
                <a:cubicBezTo>
                  <a:pt x="359388" y="79548"/>
                  <a:pt x="361094" y="80664"/>
                  <a:pt x="363182" y="81430"/>
                </a:cubicBezTo>
                <a:cubicBezTo>
                  <a:pt x="365271" y="82196"/>
                  <a:pt x="367774" y="82579"/>
                  <a:pt x="370693" y="82579"/>
                </a:cubicBezTo>
                <a:cubicBezTo>
                  <a:pt x="373656" y="82579"/>
                  <a:pt x="376261" y="82362"/>
                  <a:pt x="378506" y="81929"/>
                </a:cubicBezTo>
                <a:cubicBezTo>
                  <a:pt x="380751" y="81495"/>
                  <a:pt x="382693" y="81016"/>
                  <a:pt x="384332" y="80491"/>
                </a:cubicBezTo>
                <a:cubicBezTo>
                  <a:pt x="385972" y="79966"/>
                  <a:pt x="387330" y="79487"/>
                  <a:pt x="388408" y="79054"/>
                </a:cubicBezTo>
                <a:cubicBezTo>
                  <a:pt x="389485" y="78620"/>
                  <a:pt x="390361" y="78403"/>
                  <a:pt x="391034" y="78403"/>
                </a:cubicBezTo>
                <a:cubicBezTo>
                  <a:pt x="391439" y="78403"/>
                  <a:pt x="391775" y="78482"/>
                  <a:pt x="392045" y="78641"/>
                </a:cubicBezTo>
                <a:cubicBezTo>
                  <a:pt x="392314" y="78798"/>
                  <a:pt x="392539" y="79080"/>
                  <a:pt x="392718" y="79487"/>
                </a:cubicBezTo>
                <a:cubicBezTo>
                  <a:pt x="392898" y="79893"/>
                  <a:pt x="393022" y="80468"/>
                  <a:pt x="393089" y="81213"/>
                </a:cubicBezTo>
                <a:cubicBezTo>
                  <a:pt x="393156" y="81958"/>
                  <a:pt x="393190" y="82895"/>
                  <a:pt x="393190" y="84023"/>
                </a:cubicBezTo>
                <a:cubicBezTo>
                  <a:pt x="393190" y="85017"/>
                  <a:pt x="393167" y="85864"/>
                  <a:pt x="393123" y="86564"/>
                </a:cubicBezTo>
                <a:cubicBezTo>
                  <a:pt x="393078" y="87263"/>
                  <a:pt x="393010" y="87860"/>
                  <a:pt x="392920" y="88357"/>
                </a:cubicBezTo>
                <a:cubicBezTo>
                  <a:pt x="392831" y="88854"/>
                  <a:pt x="392696" y="89272"/>
                  <a:pt x="392516" y="89612"/>
                </a:cubicBezTo>
                <a:cubicBezTo>
                  <a:pt x="392337" y="89950"/>
                  <a:pt x="392101" y="90277"/>
                  <a:pt x="391809" y="90593"/>
                </a:cubicBezTo>
                <a:cubicBezTo>
                  <a:pt x="391517" y="90908"/>
                  <a:pt x="390720" y="91336"/>
                  <a:pt x="389418" y="91874"/>
                </a:cubicBezTo>
                <a:cubicBezTo>
                  <a:pt x="388116" y="92413"/>
                  <a:pt x="386454" y="92941"/>
                  <a:pt x="384434" y="93457"/>
                </a:cubicBezTo>
                <a:cubicBezTo>
                  <a:pt x="382413" y="93974"/>
                  <a:pt x="380100" y="94423"/>
                  <a:pt x="377496" y="94805"/>
                </a:cubicBezTo>
                <a:cubicBezTo>
                  <a:pt x="374891" y="95186"/>
                  <a:pt x="372107" y="95377"/>
                  <a:pt x="369144" y="95377"/>
                </a:cubicBezTo>
                <a:cubicBezTo>
                  <a:pt x="363800" y="95377"/>
                  <a:pt x="359119" y="94702"/>
                  <a:pt x="355100" y="93352"/>
                </a:cubicBezTo>
                <a:cubicBezTo>
                  <a:pt x="351081" y="92002"/>
                  <a:pt x="347724" y="89955"/>
                  <a:pt x="345030" y="87210"/>
                </a:cubicBezTo>
                <a:cubicBezTo>
                  <a:pt x="342336" y="84465"/>
                  <a:pt x="340326" y="81001"/>
                  <a:pt x="339001" y="76818"/>
                </a:cubicBezTo>
                <a:cubicBezTo>
                  <a:pt x="337677" y="72634"/>
                  <a:pt x="337014" y="67729"/>
                  <a:pt x="337014" y="62105"/>
                </a:cubicBezTo>
                <a:cubicBezTo>
                  <a:pt x="337014" y="56750"/>
                  <a:pt x="337710" y="51924"/>
                  <a:pt x="339102" y="47627"/>
                </a:cubicBezTo>
                <a:cubicBezTo>
                  <a:pt x="340495" y="43331"/>
                  <a:pt x="342515" y="39686"/>
                  <a:pt x="345165" y="36695"/>
                </a:cubicBezTo>
                <a:cubicBezTo>
                  <a:pt x="347814" y="33701"/>
                  <a:pt x="351036" y="31418"/>
                  <a:pt x="354830" y="29843"/>
                </a:cubicBezTo>
                <a:cubicBezTo>
                  <a:pt x="358625" y="28269"/>
                  <a:pt x="362902" y="27482"/>
                  <a:pt x="367662" y="27482"/>
                </a:cubicBezTo>
                <a:cubicBezTo>
                  <a:pt x="372691" y="27482"/>
                  <a:pt x="376991" y="28224"/>
                  <a:pt x="380561" y="29708"/>
                </a:cubicBezTo>
                <a:cubicBezTo>
                  <a:pt x="384130" y="31193"/>
                  <a:pt x="387060" y="33251"/>
                  <a:pt x="389351" y="35882"/>
                </a:cubicBezTo>
                <a:cubicBezTo>
                  <a:pt x="391641" y="38513"/>
                  <a:pt x="393325" y="41629"/>
                  <a:pt x="394402" y="45228"/>
                </a:cubicBezTo>
                <a:cubicBezTo>
                  <a:pt x="395480" y="48826"/>
                  <a:pt x="396019" y="52740"/>
                  <a:pt x="396019" y="56969"/>
                </a:cubicBezTo>
                <a:lnTo>
                  <a:pt x="396019" y="59667"/>
                </a:lnTo>
                <a:moveTo>
                  <a:pt x="379584" y="54828"/>
                </a:moveTo>
                <a:cubicBezTo>
                  <a:pt x="379719" y="50047"/>
                  <a:pt x="378764" y="46293"/>
                  <a:pt x="376721" y="43565"/>
                </a:cubicBezTo>
                <a:cubicBezTo>
                  <a:pt x="374678" y="40836"/>
                  <a:pt x="371523" y="39471"/>
                  <a:pt x="367258" y="39471"/>
                </a:cubicBezTo>
                <a:cubicBezTo>
                  <a:pt x="365102" y="39471"/>
                  <a:pt x="363227" y="39877"/>
                  <a:pt x="361633" y="40690"/>
                </a:cubicBezTo>
                <a:cubicBezTo>
                  <a:pt x="360039" y="41501"/>
                  <a:pt x="358715" y="42595"/>
                  <a:pt x="357659" y="43971"/>
                </a:cubicBezTo>
                <a:cubicBezTo>
                  <a:pt x="356604" y="45346"/>
                  <a:pt x="355796" y="46970"/>
                  <a:pt x="355234" y="48842"/>
                </a:cubicBezTo>
                <a:cubicBezTo>
                  <a:pt x="354673" y="50713"/>
                  <a:pt x="354348" y="52708"/>
                  <a:pt x="354258" y="54828"/>
                </a:cubicBezTo>
                <a:lnTo>
                  <a:pt x="379584" y="54828"/>
                </a:lnTo>
                <a:close/>
                <a:moveTo>
                  <a:pt x="465247" y="91468"/>
                </a:moveTo>
                <a:cubicBezTo>
                  <a:pt x="465247" y="91962"/>
                  <a:pt x="465135" y="92378"/>
                  <a:pt x="464910" y="92716"/>
                </a:cubicBezTo>
                <a:cubicBezTo>
                  <a:pt x="464686" y="93053"/>
                  <a:pt x="464304" y="93334"/>
                  <a:pt x="463765" y="93558"/>
                </a:cubicBezTo>
                <a:cubicBezTo>
                  <a:pt x="463226" y="93783"/>
                  <a:pt x="462497" y="93940"/>
                  <a:pt x="461576" y="94030"/>
                </a:cubicBezTo>
                <a:cubicBezTo>
                  <a:pt x="460656" y="94120"/>
                  <a:pt x="459522" y="94165"/>
                  <a:pt x="458175" y="94165"/>
                </a:cubicBezTo>
                <a:cubicBezTo>
                  <a:pt x="456738" y="94165"/>
                  <a:pt x="455570" y="94120"/>
                  <a:pt x="454672" y="94030"/>
                </a:cubicBezTo>
                <a:cubicBezTo>
                  <a:pt x="453774" y="93942"/>
                  <a:pt x="453044" y="93786"/>
                  <a:pt x="452483" y="93563"/>
                </a:cubicBezTo>
                <a:cubicBezTo>
                  <a:pt x="451922" y="93338"/>
                  <a:pt x="451518" y="93059"/>
                  <a:pt x="451271" y="92725"/>
                </a:cubicBezTo>
                <a:cubicBezTo>
                  <a:pt x="451024" y="92389"/>
                  <a:pt x="450900" y="91976"/>
                  <a:pt x="450900" y="91483"/>
                </a:cubicBezTo>
                <a:lnTo>
                  <a:pt x="450900" y="84848"/>
                </a:lnTo>
                <a:cubicBezTo>
                  <a:pt x="447802" y="88178"/>
                  <a:pt x="444557" y="90766"/>
                  <a:pt x="441167" y="92611"/>
                </a:cubicBezTo>
                <a:cubicBezTo>
                  <a:pt x="437777" y="94455"/>
                  <a:pt x="434016" y="95377"/>
                  <a:pt x="429885" y="95377"/>
                </a:cubicBezTo>
                <a:cubicBezTo>
                  <a:pt x="425305" y="95377"/>
                  <a:pt x="421432" y="94489"/>
                  <a:pt x="418266" y="92712"/>
                </a:cubicBezTo>
                <a:cubicBezTo>
                  <a:pt x="415100" y="90934"/>
                  <a:pt x="412518" y="88538"/>
                  <a:pt x="410520" y="85524"/>
                </a:cubicBezTo>
                <a:cubicBezTo>
                  <a:pt x="408522" y="82508"/>
                  <a:pt x="407073" y="78988"/>
                  <a:pt x="406175" y="74962"/>
                </a:cubicBezTo>
                <a:cubicBezTo>
                  <a:pt x="405277" y="70934"/>
                  <a:pt x="404828" y="66694"/>
                  <a:pt x="404828" y="62240"/>
                </a:cubicBezTo>
                <a:cubicBezTo>
                  <a:pt x="404828" y="56885"/>
                  <a:pt x="405401" y="52070"/>
                  <a:pt x="406546" y="47796"/>
                </a:cubicBezTo>
                <a:cubicBezTo>
                  <a:pt x="407691" y="43522"/>
                  <a:pt x="409363" y="39877"/>
                  <a:pt x="411564" y="36863"/>
                </a:cubicBezTo>
                <a:cubicBezTo>
                  <a:pt x="413764" y="33849"/>
                  <a:pt x="416503" y="31532"/>
                  <a:pt x="419781" y="29913"/>
                </a:cubicBezTo>
                <a:cubicBezTo>
                  <a:pt x="423059" y="28292"/>
                  <a:pt x="426831" y="27482"/>
                  <a:pt x="431097" y="27482"/>
                </a:cubicBezTo>
                <a:cubicBezTo>
                  <a:pt x="434465" y="27482"/>
                  <a:pt x="437519" y="28168"/>
                  <a:pt x="440258" y="29540"/>
                </a:cubicBezTo>
                <a:cubicBezTo>
                  <a:pt x="442997" y="30912"/>
                  <a:pt x="445714" y="32926"/>
                  <a:pt x="448408" y="35581"/>
                </a:cubicBezTo>
                <a:lnTo>
                  <a:pt x="448408" y="3033"/>
                </a:lnTo>
                <a:cubicBezTo>
                  <a:pt x="448408" y="2583"/>
                  <a:pt x="448531" y="2178"/>
                  <a:pt x="448778" y="1819"/>
                </a:cubicBezTo>
                <a:cubicBezTo>
                  <a:pt x="449025" y="1459"/>
                  <a:pt x="449474" y="1156"/>
                  <a:pt x="450125" y="909"/>
                </a:cubicBezTo>
                <a:cubicBezTo>
                  <a:pt x="450777" y="662"/>
                  <a:pt x="451641" y="471"/>
                  <a:pt x="452719" y="337"/>
                </a:cubicBezTo>
                <a:cubicBezTo>
                  <a:pt x="453796" y="202"/>
                  <a:pt x="455166" y="135"/>
                  <a:pt x="456827" y="135"/>
                </a:cubicBezTo>
                <a:cubicBezTo>
                  <a:pt x="458489" y="135"/>
                  <a:pt x="459859" y="202"/>
                  <a:pt x="460936" y="337"/>
                </a:cubicBezTo>
                <a:cubicBezTo>
                  <a:pt x="462014" y="471"/>
                  <a:pt x="462867" y="662"/>
                  <a:pt x="463496" y="909"/>
                </a:cubicBezTo>
                <a:cubicBezTo>
                  <a:pt x="464124" y="1156"/>
                  <a:pt x="464573" y="1460"/>
                  <a:pt x="464843" y="1821"/>
                </a:cubicBezTo>
                <a:cubicBezTo>
                  <a:pt x="465112" y="2180"/>
                  <a:pt x="465247" y="2584"/>
                  <a:pt x="465247" y="3033"/>
                </a:cubicBezTo>
                <a:lnTo>
                  <a:pt x="465247" y="91468"/>
                </a:lnTo>
                <a:moveTo>
                  <a:pt x="448408" y="51305"/>
                </a:moveTo>
                <a:cubicBezTo>
                  <a:pt x="445983" y="48258"/>
                  <a:pt x="443659" y="45929"/>
                  <a:pt x="441436" y="44316"/>
                </a:cubicBezTo>
                <a:cubicBezTo>
                  <a:pt x="439214" y="42703"/>
                  <a:pt x="436890" y="41896"/>
                  <a:pt x="434465" y="41896"/>
                </a:cubicBezTo>
                <a:cubicBezTo>
                  <a:pt x="432265" y="41896"/>
                  <a:pt x="430368" y="42446"/>
                  <a:pt x="428773" y="43546"/>
                </a:cubicBezTo>
                <a:cubicBezTo>
                  <a:pt x="427179" y="44646"/>
                  <a:pt x="425900" y="46117"/>
                  <a:pt x="424934" y="47958"/>
                </a:cubicBezTo>
                <a:cubicBezTo>
                  <a:pt x="423969" y="49799"/>
                  <a:pt x="423250" y="51853"/>
                  <a:pt x="422779" y="54121"/>
                </a:cubicBezTo>
                <a:cubicBezTo>
                  <a:pt x="422307" y="56389"/>
                  <a:pt x="422071" y="58713"/>
                  <a:pt x="422071" y="61092"/>
                </a:cubicBezTo>
                <a:cubicBezTo>
                  <a:pt x="422071" y="63607"/>
                  <a:pt x="422273" y="66054"/>
                  <a:pt x="422678" y="68434"/>
                </a:cubicBezTo>
                <a:cubicBezTo>
                  <a:pt x="423082" y="70814"/>
                  <a:pt x="423744" y="72936"/>
                  <a:pt x="424665" y="74800"/>
                </a:cubicBezTo>
                <a:cubicBezTo>
                  <a:pt x="425585" y="76663"/>
                  <a:pt x="426809" y="78156"/>
                  <a:pt x="428336" y="79279"/>
                </a:cubicBezTo>
                <a:cubicBezTo>
                  <a:pt x="429862" y="80401"/>
                  <a:pt x="431793" y="80963"/>
                  <a:pt x="434128" y="80963"/>
                </a:cubicBezTo>
                <a:cubicBezTo>
                  <a:pt x="435296" y="80963"/>
                  <a:pt x="436430" y="80795"/>
                  <a:pt x="437530" y="80460"/>
                </a:cubicBezTo>
                <a:cubicBezTo>
                  <a:pt x="438630" y="80123"/>
                  <a:pt x="439753" y="79573"/>
                  <a:pt x="440898" y="78812"/>
                </a:cubicBezTo>
                <a:cubicBezTo>
                  <a:pt x="442043" y="78050"/>
                  <a:pt x="443221" y="77053"/>
                  <a:pt x="444434" y="75820"/>
                </a:cubicBezTo>
                <a:cubicBezTo>
                  <a:pt x="445646" y="74587"/>
                  <a:pt x="446971" y="73074"/>
                  <a:pt x="448408" y="71282"/>
                </a:cubicBezTo>
                <a:lnTo>
                  <a:pt x="448408" y="513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78A35-641E-4E4F-9522-68C95126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658" y="2006691"/>
            <a:ext cx="276713" cy="90322"/>
          </a:xfrm>
          <a:custGeom xmlns:a="http://schemas.openxmlformats.org/drawingml/2006/main">
            <a:pathLst>
              <a:path w="276713" h="90322">
                <a:moveTo>
                  <a:pt x="186391" y="90322"/>
                </a:moveTo>
                <a:lnTo>
                  <a:pt x="276713" y="45163"/>
                </a:lnTo>
                <a:lnTo>
                  <a:pt x="186391" y="0"/>
                </a:lnTo>
                <a:lnTo>
                  <a:pt x="223085" y="36696"/>
                </a:lnTo>
                <a:lnTo>
                  <a:pt x="0" y="36693"/>
                </a:lnTo>
                <a:lnTo>
                  <a:pt x="0" y="53629"/>
                </a:lnTo>
                <a:lnTo>
                  <a:pt x="223084" y="53631"/>
                </a:lnTo>
                <a:lnTo>
                  <a:pt x="186391" y="903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4CC72-901C-4B8E-B1C8-80F5599C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750" y="2006691"/>
            <a:ext cx="277953" cy="90322"/>
          </a:xfrm>
          <a:custGeom xmlns:a="http://schemas.openxmlformats.org/drawingml/2006/main">
            <a:pathLst>
              <a:path w="277953" h="90322">
                <a:moveTo>
                  <a:pt x="0" y="53631"/>
                </a:moveTo>
                <a:lnTo>
                  <a:pt x="67742" y="53631"/>
                </a:lnTo>
                <a:lnTo>
                  <a:pt x="67742" y="36696"/>
                </a:lnTo>
                <a:lnTo>
                  <a:pt x="0" y="36696"/>
                </a:lnTo>
                <a:lnTo>
                  <a:pt x="0" y="53631"/>
                </a:lnTo>
                <a:close/>
                <a:moveTo>
                  <a:pt x="118548" y="53629"/>
                </a:moveTo>
                <a:lnTo>
                  <a:pt x="186289" y="53629"/>
                </a:lnTo>
                <a:lnTo>
                  <a:pt x="186289" y="36693"/>
                </a:lnTo>
                <a:lnTo>
                  <a:pt x="118548" y="36693"/>
                </a:lnTo>
                <a:lnTo>
                  <a:pt x="118548" y="53629"/>
                </a:lnTo>
                <a:close/>
                <a:moveTo>
                  <a:pt x="232792" y="45161"/>
                </a:moveTo>
                <a:lnTo>
                  <a:pt x="187633" y="90322"/>
                </a:lnTo>
                <a:lnTo>
                  <a:pt x="277953" y="45161"/>
                </a:lnTo>
                <a:lnTo>
                  <a:pt x="187631" y="0"/>
                </a:lnTo>
                <a:lnTo>
                  <a:pt x="232792" y="451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74E69E-2CB1-4097-B652-10C19F79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816" y="2006694"/>
            <a:ext cx="422741" cy="90322"/>
          </a:xfrm>
          <a:custGeom xmlns:a="http://schemas.openxmlformats.org/drawingml/2006/main">
            <a:pathLst>
              <a:path w="422741" h="90322">
                <a:moveTo>
                  <a:pt x="0" y="36691"/>
                </a:moveTo>
                <a:lnTo>
                  <a:pt x="0" y="53626"/>
                </a:lnTo>
                <a:lnTo>
                  <a:pt x="369113" y="53629"/>
                </a:lnTo>
                <a:lnTo>
                  <a:pt x="332419" y="90322"/>
                </a:lnTo>
                <a:lnTo>
                  <a:pt x="422741" y="45161"/>
                </a:lnTo>
                <a:lnTo>
                  <a:pt x="332421" y="0"/>
                </a:lnTo>
                <a:lnTo>
                  <a:pt x="369113" y="36693"/>
                </a:lnTo>
                <a:lnTo>
                  <a:pt x="0" y="36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5F2C41-C171-4D0C-B86F-4742F844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6" y="2006694"/>
            <a:ext cx="413960" cy="90322"/>
          </a:xfrm>
          <a:custGeom xmlns:a="http://schemas.openxmlformats.org/drawingml/2006/main">
            <a:pathLst>
              <a:path w="413960" h="90322">
                <a:moveTo>
                  <a:pt x="0" y="36691"/>
                </a:moveTo>
                <a:lnTo>
                  <a:pt x="0" y="53626"/>
                </a:lnTo>
                <a:lnTo>
                  <a:pt x="360331" y="53629"/>
                </a:lnTo>
                <a:lnTo>
                  <a:pt x="323638" y="90322"/>
                </a:lnTo>
                <a:lnTo>
                  <a:pt x="413960" y="45161"/>
                </a:lnTo>
                <a:lnTo>
                  <a:pt x="323638" y="0"/>
                </a:lnTo>
                <a:lnTo>
                  <a:pt x="360331" y="36693"/>
                </a:lnTo>
                <a:lnTo>
                  <a:pt x="0" y="36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B4CC0-742C-40C9-A19B-D372C55E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481" y="2006694"/>
            <a:ext cx="388604" cy="90322"/>
          </a:xfrm>
          <a:custGeom xmlns:a="http://schemas.openxmlformats.org/drawingml/2006/main">
            <a:pathLst>
              <a:path w="388604" h="90322">
                <a:moveTo>
                  <a:pt x="0" y="36691"/>
                </a:moveTo>
                <a:lnTo>
                  <a:pt x="0" y="53626"/>
                </a:lnTo>
                <a:lnTo>
                  <a:pt x="334975" y="53629"/>
                </a:lnTo>
                <a:lnTo>
                  <a:pt x="298280" y="90322"/>
                </a:lnTo>
                <a:lnTo>
                  <a:pt x="388604" y="45161"/>
                </a:lnTo>
                <a:lnTo>
                  <a:pt x="298282" y="0"/>
                </a:lnTo>
                <a:lnTo>
                  <a:pt x="334975" y="36693"/>
                </a:lnTo>
                <a:lnTo>
                  <a:pt x="0" y="36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F971D-FC4D-46E9-9737-604CF8CF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1959" y="2006691"/>
            <a:ext cx="289381" cy="90324"/>
          </a:xfrm>
          <a:custGeom xmlns:a="http://schemas.openxmlformats.org/drawingml/2006/main">
            <a:pathLst>
              <a:path w="289381" h="90324">
                <a:moveTo>
                  <a:pt x="0" y="36693"/>
                </a:moveTo>
                <a:lnTo>
                  <a:pt x="0" y="53629"/>
                </a:lnTo>
                <a:lnTo>
                  <a:pt x="235752" y="53631"/>
                </a:lnTo>
                <a:lnTo>
                  <a:pt x="199059" y="90324"/>
                </a:lnTo>
                <a:lnTo>
                  <a:pt x="289381" y="45163"/>
                </a:lnTo>
                <a:lnTo>
                  <a:pt x="199059" y="0"/>
                </a:lnTo>
                <a:lnTo>
                  <a:pt x="235752" y="36696"/>
                </a:lnTo>
                <a:lnTo>
                  <a:pt x="0" y="366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ECE4E-DF94-4D29-829B-E906DA10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8" y="39314"/>
            <a:ext cx="12558055" cy="2591423"/>
          </a:xfrm>
          <a:custGeom xmlns:a="http://schemas.openxmlformats.org/drawingml/2006/main">
            <a:pathLst>
              <a:path w="12558055" h="2591423" fill="none">
                <a:moveTo>
                  <a:pt x="0" y="130264"/>
                </a:moveTo>
                <a:cubicBezTo>
                  <a:pt x="0" y="58321"/>
                  <a:pt x="58321" y="0"/>
                  <a:pt x="130264" y="0"/>
                </a:cubicBezTo>
                <a:lnTo>
                  <a:pt x="12427792" y="0"/>
                </a:lnTo>
                <a:cubicBezTo>
                  <a:pt x="12499735" y="0"/>
                  <a:pt x="12558055" y="58321"/>
                  <a:pt x="12558055" y="130264"/>
                </a:cubicBezTo>
                <a:lnTo>
                  <a:pt x="12558055" y="2461158"/>
                </a:lnTo>
                <a:cubicBezTo>
                  <a:pt x="12558055" y="2533101"/>
                  <a:pt x="12499735" y="2591423"/>
                  <a:pt x="12427792" y="2591423"/>
                </a:cubicBezTo>
                <a:lnTo>
                  <a:pt x="130264" y="2591423"/>
                </a:lnTo>
                <a:cubicBezTo>
                  <a:pt x="58321" y="2591423"/>
                  <a:pt x="0" y="2533101"/>
                  <a:pt x="0" y="2461158"/>
                </a:cubicBezTo>
                <a:lnTo>
                  <a:pt x="0" y="1302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290" cap="flat">
            <a:solidFill>
              <a:srgbClr val="7F7F7F"/>
            </a:solidFill>
            <a:custDash>
              <a:ds d="400000" sp="300000"/>
            </a:custDash>
            <a:miter/>
          </a:ln>
        </p:spPr>
      </p:sp>
      <p:sp>
        <p:nvSpPr>
          <p:cNvPr id="677" name="Text {𝐞">
            <a:extLst xmlns:a="http://schemas.openxmlformats.org/drawingml/2006/main">
              <a:ext uri="{FF2B5EF4-FFF2-40B4-BE49-F238E27FC236}">
                <a16:creationId xmlns:a16="http://schemas.microsoft.com/office/drawing/2014/main" id="{B5899D8A-05D6-4546-9CA7-C552ECB4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8199" y="3816770"/>
            <a:ext cx="153964" cy="169736"/>
          </a:xfrm>
          <a:custGeom xmlns:a="http://schemas.openxmlformats.org/drawingml/2006/main">
            <a:pathLst>
              <a:path w="153964" h="169736">
                <a:moveTo>
                  <a:pt x="0" y="80818"/>
                </a:moveTo>
                <a:cubicBezTo>
                  <a:pt x="5696" y="80640"/>
                  <a:pt x="9954" y="79261"/>
                  <a:pt x="12773" y="76680"/>
                </a:cubicBezTo>
                <a:cubicBezTo>
                  <a:pt x="15591" y="74098"/>
                  <a:pt x="17000" y="70761"/>
                  <a:pt x="17000" y="66666"/>
                </a:cubicBezTo>
                <a:cubicBezTo>
                  <a:pt x="17000" y="64530"/>
                  <a:pt x="16303" y="60317"/>
                  <a:pt x="14909" y="54027"/>
                </a:cubicBezTo>
                <a:cubicBezTo>
                  <a:pt x="13514" y="47737"/>
                  <a:pt x="12817" y="42130"/>
                  <a:pt x="12817" y="37205"/>
                </a:cubicBezTo>
                <a:cubicBezTo>
                  <a:pt x="12817" y="24922"/>
                  <a:pt x="16273" y="15710"/>
                  <a:pt x="23186" y="9568"/>
                </a:cubicBezTo>
                <a:cubicBezTo>
                  <a:pt x="30099" y="3427"/>
                  <a:pt x="40528" y="237"/>
                  <a:pt x="54472" y="0"/>
                </a:cubicBezTo>
                <a:lnTo>
                  <a:pt x="56786" y="0"/>
                </a:lnTo>
                <a:lnTo>
                  <a:pt x="56786" y="6765"/>
                </a:lnTo>
                <a:lnTo>
                  <a:pt x="55451" y="6765"/>
                </a:lnTo>
                <a:cubicBezTo>
                  <a:pt x="46847" y="6765"/>
                  <a:pt x="40112" y="9005"/>
                  <a:pt x="35247" y="13485"/>
                </a:cubicBezTo>
                <a:cubicBezTo>
                  <a:pt x="30381" y="17965"/>
                  <a:pt x="27948" y="25337"/>
                  <a:pt x="27948" y="35603"/>
                </a:cubicBezTo>
                <a:cubicBezTo>
                  <a:pt x="27948" y="39756"/>
                  <a:pt x="28542" y="44889"/>
                  <a:pt x="29728" y="51001"/>
                </a:cubicBezTo>
                <a:cubicBezTo>
                  <a:pt x="30915" y="57113"/>
                  <a:pt x="31508" y="61474"/>
                  <a:pt x="31508" y="64085"/>
                </a:cubicBezTo>
                <a:cubicBezTo>
                  <a:pt x="31508" y="69129"/>
                  <a:pt x="30025" y="73268"/>
                  <a:pt x="27058" y="76502"/>
                </a:cubicBezTo>
                <a:cubicBezTo>
                  <a:pt x="24091" y="79735"/>
                  <a:pt x="20561" y="82124"/>
                  <a:pt x="16466" y="83667"/>
                </a:cubicBezTo>
                <a:lnTo>
                  <a:pt x="16466" y="85269"/>
                </a:lnTo>
                <a:cubicBezTo>
                  <a:pt x="20561" y="86812"/>
                  <a:pt x="24091" y="89200"/>
                  <a:pt x="27058" y="92434"/>
                </a:cubicBezTo>
                <a:cubicBezTo>
                  <a:pt x="30025" y="95668"/>
                  <a:pt x="31508" y="99807"/>
                  <a:pt x="31508" y="104850"/>
                </a:cubicBezTo>
                <a:cubicBezTo>
                  <a:pt x="31508" y="107461"/>
                  <a:pt x="30915" y="111822"/>
                  <a:pt x="29728" y="117934"/>
                </a:cubicBezTo>
                <a:cubicBezTo>
                  <a:pt x="28542" y="124046"/>
                  <a:pt x="27948" y="129179"/>
                  <a:pt x="27948" y="133333"/>
                </a:cubicBezTo>
                <a:cubicBezTo>
                  <a:pt x="27948" y="144132"/>
                  <a:pt x="30381" y="151772"/>
                  <a:pt x="35247" y="156252"/>
                </a:cubicBezTo>
                <a:cubicBezTo>
                  <a:pt x="40112" y="160732"/>
                  <a:pt x="46847" y="162972"/>
                  <a:pt x="55451" y="162972"/>
                </a:cubicBezTo>
                <a:lnTo>
                  <a:pt x="56786" y="162972"/>
                </a:lnTo>
                <a:lnTo>
                  <a:pt x="56786" y="169736"/>
                </a:lnTo>
                <a:lnTo>
                  <a:pt x="54472" y="169736"/>
                </a:lnTo>
                <a:cubicBezTo>
                  <a:pt x="40528" y="169499"/>
                  <a:pt x="30099" y="166310"/>
                  <a:pt x="23186" y="160168"/>
                </a:cubicBezTo>
                <a:cubicBezTo>
                  <a:pt x="16273" y="154027"/>
                  <a:pt x="12817" y="144547"/>
                  <a:pt x="12817" y="131730"/>
                </a:cubicBezTo>
                <a:cubicBezTo>
                  <a:pt x="12817" y="126805"/>
                  <a:pt x="13514" y="121198"/>
                  <a:pt x="14909" y="114908"/>
                </a:cubicBezTo>
                <a:cubicBezTo>
                  <a:pt x="16303" y="108618"/>
                  <a:pt x="17000" y="104405"/>
                  <a:pt x="17000" y="102269"/>
                </a:cubicBezTo>
                <a:cubicBezTo>
                  <a:pt x="17000" y="98175"/>
                  <a:pt x="15591" y="94837"/>
                  <a:pt x="12773" y="92256"/>
                </a:cubicBezTo>
                <a:cubicBezTo>
                  <a:pt x="9954" y="89675"/>
                  <a:pt x="5696" y="88295"/>
                  <a:pt x="0" y="88117"/>
                </a:cubicBezTo>
                <a:lnTo>
                  <a:pt x="0" y="80818"/>
                </a:lnTo>
                <a:close/>
                <a:moveTo>
                  <a:pt x="151649" y="112772"/>
                </a:moveTo>
                <a:cubicBezTo>
                  <a:pt x="145597" y="119180"/>
                  <a:pt x="139604" y="123720"/>
                  <a:pt x="133670" y="126390"/>
                </a:cubicBezTo>
                <a:cubicBezTo>
                  <a:pt x="127736" y="129060"/>
                  <a:pt x="120912" y="130395"/>
                  <a:pt x="113198" y="130395"/>
                </a:cubicBezTo>
                <a:cubicBezTo>
                  <a:pt x="99373" y="130395"/>
                  <a:pt x="88974" y="126613"/>
                  <a:pt x="82001" y="119047"/>
                </a:cubicBezTo>
                <a:cubicBezTo>
                  <a:pt x="75029" y="111481"/>
                  <a:pt x="71543" y="100252"/>
                  <a:pt x="71543" y="85358"/>
                </a:cubicBezTo>
                <a:cubicBezTo>
                  <a:pt x="71543" y="75745"/>
                  <a:pt x="73338" y="67452"/>
                  <a:pt x="76928" y="60480"/>
                </a:cubicBezTo>
                <a:cubicBezTo>
                  <a:pt x="80518" y="53508"/>
                  <a:pt x="85606" y="48227"/>
                  <a:pt x="92193" y="44637"/>
                </a:cubicBezTo>
                <a:cubicBezTo>
                  <a:pt x="98779" y="41047"/>
                  <a:pt x="106434" y="39252"/>
                  <a:pt x="115156" y="39252"/>
                </a:cubicBezTo>
                <a:cubicBezTo>
                  <a:pt x="120556" y="39252"/>
                  <a:pt x="125288" y="39875"/>
                  <a:pt x="129353" y="41121"/>
                </a:cubicBezTo>
                <a:cubicBezTo>
                  <a:pt x="133418" y="42367"/>
                  <a:pt x="136904" y="44103"/>
                  <a:pt x="139811" y="46328"/>
                </a:cubicBezTo>
                <a:cubicBezTo>
                  <a:pt x="142719" y="48553"/>
                  <a:pt x="145122" y="51238"/>
                  <a:pt x="147021" y="54383"/>
                </a:cubicBezTo>
                <a:cubicBezTo>
                  <a:pt x="149276" y="58122"/>
                  <a:pt x="150982" y="62424"/>
                  <a:pt x="152139" y="67289"/>
                </a:cubicBezTo>
                <a:cubicBezTo>
                  <a:pt x="153296" y="72155"/>
                  <a:pt x="153904" y="78089"/>
                  <a:pt x="153964" y="85091"/>
                </a:cubicBezTo>
                <a:lnTo>
                  <a:pt x="97533" y="85091"/>
                </a:lnTo>
                <a:cubicBezTo>
                  <a:pt x="97592" y="95831"/>
                  <a:pt x="99506" y="103738"/>
                  <a:pt x="103274" y="108811"/>
                </a:cubicBezTo>
                <a:cubicBezTo>
                  <a:pt x="107042" y="113884"/>
                  <a:pt x="112783" y="116421"/>
                  <a:pt x="120497" y="116421"/>
                </a:cubicBezTo>
                <a:cubicBezTo>
                  <a:pt x="125007" y="116421"/>
                  <a:pt x="129071" y="115576"/>
                  <a:pt x="132691" y="113884"/>
                </a:cubicBezTo>
                <a:cubicBezTo>
                  <a:pt x="136310" y="112193"/>
                  <a:pt x="140227" y="109212"/>
                  <a:pt x="144440" y="104939"/>
                </a:cubicBezTo>
                <a:lnTo>
                  <a:pt x="151649" y="112772"/>
                </a:lnTo>
                <a:moveTo>
                  <a:pt x="127617" y="75478"/>
                </a:moveTo>
                <a:cubicBezTo>
                  <a:pt x="127380" y="66399"/>
                  <a:pt x="126193" y="59635"/>
                  <a:pt x="124057" y="55184"/>
                </a:cubicBezTo>
                <a:cubicBezTo>
                  <a:pt x="121921" y="50734"/>
                  <a:pt x="118479" y="48509"/>
                  <a:pt x="113732" y="48509"/>
                </a:cubicBezTo>
                <a:cubicBezTo>
                  <a:pt x="109163" y="48509"/>
                  <a:pt x="105529" y="50823"/>
                  <a:pt x="102829" y="55451"/>
                </a:cubicBezTo>
                <a:cubicBezTo>
                  <a:pt x="100129" y="60080"/>
                  <a:pt x="98512" y="66755"/>
                  <a:pt x="97978" y="75478"/>
                </a:cubicBezTo>
                <a:lnTo>
                  <a:pt x="127617" y="754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Text !">
            <a:extLst xmlns:a="http://schemas.openxmlformats.org/drawingml/2006/main">
              <a:ext uri="{FF2B5EF4-FFF2-40B4-BE49-F238E27FC236}">
                <a16:creationId xmlns:a16="http://schemas.microsoft.com/office/drawing/2014/main" id="{66A71ACC-BC99-4EBF-9F28-8BEA092C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631" y="3896497"/>
            <a:ext cx="68913" cy="89827"/>
          </a:xfrm>
          <a:custGeom xmlns:a="http://schemas.openxmlformats.org/drawingml/2006/main">
            <a:pathLst>
              <a:path w="68913" h="89827">
                <a:moveTo>
                  <a:pt x="19615" y="56053"/>
                </a:moveTo>
                <a:lnTo>
                  <a:pt x="12471" y="88658"/>
                </a:lnTo>
                <a:lnTo>
                  <a:pt x="0" y="88658"/>
                </a:lnTo>
                <a:lnTo>
                  <a:pt x="15718" y="18901"/>
                </a:lnTo>
                <a:cubicBezTo>
                  <a:pt x="16238" y="16606"/>
                  <a:pt x="16606" y="14798"/>
                  <a:pt x="16822" y="13477"/>
                </a:cubicBezTo>
                <a:cubicBezTo>
                  <a:pt x="17039" y="12157"/>
                  <a:pt x="17147" y="10977"/>
                  <a:pt x="17147" y="9938"/>
                </a:cubicBezTo>
                <a:cubicBezTo>
                  <a:pt x="17147" y="9115"/>
                  <a:pt x="17006" y="8400"/>
                  <a:pt x="16725" y="7794"/>
                </a:cubicBezTo>
                <a:cubicBezTo>
                  <a:pt x="16443" y="7188"/>
                  <a:pt x="15978" y="6701"/>
                  <a:pt x="15328" y="6333"/>
                </a:cubicBezTo>
                <a:cubicBezTo>
                  <a:pt x="14679" y="5965"/>
                  <a:pt x="13813" y="5694"/>
                  <a:pt x="12730" y="5521"/>
                </a:cubicBezTo>
                <a:cubicBezTo>
                  <a:pt x="11648" y="5348"/>
                  <a:pt x="10306" y="5239"/>
                  <a:pt x="8703" y="5196"/>
                </a:cubicBezTo>
                <a:lnTo>
                  <a:pt x="9678" y="779"/>
                </a:lnTo>
                <a:lnTo>
                  <a:pt x="27539" y="0"/>
                </a:lnTo>
                <a:lnTo>
                  <a:pt x="32216" y="0"/>
                </a:lnTo>
                <a:lnTo>
                  <a:pt x="20784" y="50532"/>
                </a:lnTo>
                <a:lnTo>
                  <a:pt x="22603" y="50532"/>
                </a:lnTo>
                <a:cubicBezTo>
                  <a:pt x="24248" y="50532"/>
                  <a:pt x="26024" y="50186"/>
                  <a:pt x="27929" y="49493"/>
                </a:cubicBezTo>
                <a:cubicBezTo>
                  <a:pt x="29834" y="48800"/>
                  <a:pt x="31729" y="47901"/>
                  <a:pt x="33612" y="46797"/>
                </a:cubicBezTo>
                <a:cubicBezTo>
                  <a:pt x="35496" y="45693"/>
                  <a:pt x="37304" y="44448"/>
                  <a:pt x="39036" y="43063"/>
                </a:cubicBezTo>
                <a:cubicBezTo>
                  <a:pt x="40768" y="41677"/>
                  <a:pt x="42294" y="40280"/>
                  <a:pt x="43615" y="38873"/>
                </a:cubicBezTo>
                <a:cubicBezTo>
                  <a:pt x="44935" y="37466"/>
                  <a:pt x="45985" y="36134"/>
                  <a:pt x="46765" y="34879"/>
                </a:cubicBezTo>
                <a:cubicBezTo>
                  <a:pt x="47544" y="33623"/>
                  <a:pt x="47934" y="32562"/>
                  <a:pt x="47934" y="31696"/>
                </a:cubicBezTo>
                <a:cubicBezTo>
                  <a:pt x="47934" y="30657"/>
                  <a:pt x="47587" y="29813"/>
                  <a:pt x="46895" y="29163"/>
                </a:cubicBezTo>
                <a:cubicBezTo>
                  <a:pt x="46202" y="28514"/>
                  <a:pt x="44946" y="28081"/>
                  <a:pt x="43128" y="27864"/>
                </a:cubicBezTo>
                <a:lnTo>
                  <a:pt x="43907" y="23707"/>
                </a:lnTo>
                <a:lnTo>
                  <a:pt x="67289" y="23707"/>
                </a:lnTo>
                <a:lnTo>
                  <a:pt x="68913" y="27734"/>
                </a:lnTo>
                <a:cubicBezTo>
                  <a:pt x="66185" y="30072"/>
                  <a:pt x="63565" y="32237"/>
                  <a:pt x="61054" y="34229"/>
                </a:cubicBezTo>
                <a:cubicBezTo>
                  <a:pt x="58543" y="36221"/>
                  <a:pt x="56085" y="38137"/>
                  <a:pt x="53682" y="39977"/>
                </a:cubicBezTo>
                <a:cubicBezTo>
                  <a:pt x="51279" y="41818"/>
                  <a:pt x="48876" y="43625"/>
                  <a:pt x="46472" y="45401"/>
                </a:cubicBezTo>
                <a:cubicBezTo>
                  <a:pt x="44069" y="47176"/>
                  <a:pt x="41612" y="49016"/>
                  <a:pt x="39101" y="50922"/>
                </a:cubicBezTo>
                <a:cubicBezTo>
                  <a:pt x="40140" y="54212"/>
                  <a:pt x="41201" y="57557"/>
                  <a:pt x="42283" y="60957"/>
                </a:cubicBezTo>
                <a:cubicBezTo>
                  <a:pt x="43366" y="64356"/>
                  <a:pt x="44448" y="67722"/>
                  <a:pt x="45531" y="71056"/>
                </a:cubicBezTo>
                <a:cubicBezTo>
                  <a:pt x="46050" y="72832"/>
                  <a:pt x="46537" y="74358"/>
                  <a:pt x="46992" y="75636"/>
                </a:cubicBezTo>
                <a:cubicBezTo>
                  <a:pt x="47447" y="76913"/>
                  <a:pt x="47934" y="77952"/>
                  <a:pt x="48454" y="78753"/>
                </a:cubicBezTo>
                <a:cubicBezTo>
                  <a:pt x="48973" y="79554"/>
                  <a:pt x="49536" y="80150"/>
                  <a:pt x="50142" y="80539"/>
                </a:cubicBezTo>
                <a:cubicBezTo>
                  <a:pt x="50748" y="80929"/>
                  <a:pt x="51485" y="81124"/>
                  <a:pt x="52351" y="81124"/>
                </a:cubicBezTo>
                <a:cubicBezTo>
                  <a:pt x="52957" y="81124"/>
                  <a:pt x="53585" y="81016"/>
                  <a:pt x="54234" y="80799"/>
                </a:cubicBezTo>
                <a:cubicBezTo>
                  <a:pt x="54884" y="80583"/>
                  <a:pt x="55609" y="80193"/>
                  <a:pt x="56410" y="79630"/>
                </a:cubicBezTo>
                <a:cubicBezTo>
                  <a:pt x="57211" y="79067"/>
                  <a:pt x="58120" y="78299"/>
                  <a:pt x="59138" y="77324"/>
                </a:cubicBezTo>
                <a:cubicBezTo>
                  <a:pt x="60156" y="76350"/>
                  <a:pt x="61314" y="75127"/>
                  <a:pt x="62613" y="73655"/>
                </a:cubicBezTo>
                <a:lnTo>
                  <a:pt x="67030" y="77876"/>
                </a:lnTo>
                <a:cubicBezTo>
                  <a:pt x="64994" y="79955"/>
                  <a:pt x="63100" y="81752"/>
                  <a:pt x="61346" y="83267"/>
                </a:cubicBezTo>
                <a:cubicBezTo>
                  <a:pt x="59593" y="84783"/>
                  <a:pt x="57926" y="86028"/>
                  <a:pt x="56345" y="87002"/>
                </a:cubicBezTo>
                <a:cubicBezTo>
                  <a:pt x="54765" y="87976"/>
                  <a:pt x="53238" y="88691"/>
                  <a:pt x="51766" y="89145"/>
                </a:cubicBezTo>
                <a:cubicBezTo>
                  <a:pt x="50294" y="89600"/>
                  <a:pt x="48800" y="89827"/>
                  <a:pt x="47284" y="89827"/>
                </a:cubicBezTo>
                <a:cubicBezTo>
                  <a:pt x="44556" y="89827"/>
                  <a:pt x="42359" y="89145"/>
                  <a:pt x="40692" y="87781"/>
                </a:cubicBezTo>
                <a:cubicBezTo>
                  <a:pt x="39025" y="86417"/>
                  <a:pt x="37607" y="84469"/>
                  <a:pt x="36438" y="81936"/>
                </a:cubicBezTo>
                <a:cubicBezTo>
                  <a:pt x="35268" y="79403"/>
                  <a:pt x="34197" y="76339"/>
                  <a:pt x="33222" y="72745"/>
                </a:cubicBezTo>
                <a:cubicBezTo>
                  <a:pt x="32248" y="69151"/>
                  <a:pt x="31112" y="65146"/>
                  <a:pt x="29813" y="60729"/>
                </a:cubicBezTo>
                <a:cubicBezTo>
                  <a:pt x="29509" y="59690"/>
                  <a:pt x="29217" y="58856"/>
                  <a:pt x="28936" y="58229"/>
                </a:cubicBezTo>
                <a:cubicBezTo>
                  <a:pt x="28654" y="57601"/>
                  <a:pt x="28297" y="57124"/>
                  <a:pt x="27864" y="56800"/>
                </a:cubicBezTo>
                <a:cubicBezTo>
                  <a:pt x="27431" y="56475"/>
                  <a:pt x="26890" y="56269"/>
                  <a:pt x="26240" y="56183"/>
                </a:cubicBezTo>
                <a:cubicBezTo>
                  <a:pt x="25591" y="56096"/>
                  <a:pt x="24768" y="56053"/>
                  <a:pt x="23772" y="56053"/>
                </a:cubicBezTo>
                <a:lnTo>
                  <a:pt x="19615" y="560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9" name="Text }">
            <a:extLst xmlns:a="http://schemas.openxmlformats.org/drawingml/2006/main">
              <a:ext uri="{FF2B5EF4-FFF2-40B4-BE49-F238E27FC236}">
                <a16:creationId xmlns:a16="http://schemas.microsoft.com/office/drawing/2014/main" id="{884F4F94-483E-4CD5-8902-A18EA298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762" y="3816770"/>
            <a:ext cx="56786" cy="169736"/>
          </a:xfrm>
          <a:custGeom xmlns:a="http://schemas.openxmlformats.org/drawingml/2006/main">
            <a:pathLst>
              <a:path w="56786" h="169736">
                <a:moveTo>
                  <a:pt x="56786" y="88206"/>
                </a:moveTo>
                <a:cubicBezTo>
                  <a:pt x="51090" y="88384"/>
                  <a:pt x="46833" y="89764"/>
                  <a:pt x="44014" y="92345"/>
                </a:cubicBezTo>
                <a:cubicBezTo>
                  <a:pt x="41195" y="94926"/>
                  <a:pt x="39786" y="98264"/>
                  <a:pt x="39786" y="102358"/>
                </a:cubicBezTo>
                <a:cubicBezTo>
                  <a:pt x="39786" y="104494"/>
                  <a:pt x="40483" y="108707"/>
                  <a:pt x="41878" y="114997"/>
                </a:cubicBezTo>
                <a:cubicBezTo>
                  <a:pt x="43272" y="121287"/>
                  <a:pt x="43969" y="126894"/>
                  <a:pt x="43969" y="131819"/>
                </a:cubicBezTo>
                <a:cubicBezTo>
                  <a:pt x="43969" y="144577"/>
                  <a:pt x="40513" y="154027"/>
                  <a:pt x="33600" y="160168"/>
                </a:cubicBezTo>
                <a:cubicBezTo>
                  <a:pt x="26687" y="166310"/>
                  <a:pt x="16259" y="169499"/>
                  <a:pt x="2314" y="169736"/>
                </a:cubicBezTo>
                <a:lnTo>
                  <a:pt x="0" y="169736"/>
                </a:lnTo>
                <a:lnTo>
                  <a:pt x="0" y="162972"/>
                </a:lnTo>
                <a:lnTo>
                  <a:pt x="1335" y="162972"/>
                </a:lnTo>
                <a:cubicBezTo>
                  <a:pt x="9939" y="162972"/>
                  <a:pt x="16674" y="160732"/>
                  <a:pt x="21540" y="156252"/>
                </a:cubicBezTo>
                <a:cubicBezTo>
                  <a:pt x="26405" y="151772"/>
                  <a:pt x="28838" y="144162"/>
                  <a:pt x="28838" y="133422"/>
                </a:cubicBezTo>
                <a:cubicBezTo>
                  <a:pt x="28838" y="129268"/>
                  <a:pt x="28245" y="124135"/>
                  <a:pt x="27058" y="118023"/>
                </a:cubicBezTo>
                <a:cubicBezTo>
                  <a:pt x="25871" y="111912"/>
                  <a:pt x="25278" y="107550"/>
                  <a:pt x="25278" y="104939"/>
                </a:cubicBezTo>
                <a:cubicBezTo>
                  <a:pt x="25278" y="99896"/>
                  <a:pt x="26761" y="95757"/>
                  <a:pt x="29728" y="92523"/>
                </a:cubicBezTo>
                <a:cubicBezTo>
                  <a:pt x="32695" y="89289"/>
                  <a:pt x="36226" y="86901"/>
                  <a:pt x="40320" y="85358"/>
                </a:cubicBezTo>
                <a:lnTo>
                  <a:pt x="40320" y="83756"/>
                </a:lnTo>
                <a:cubicBezTo>
                  <a:pt x="36226" y="82213"/>
                  <a:pt x="32695" y="79824"/>
                  <a:pt x="29728" y="76591"/>
                </a:cubicBezTo>
                <a:cubicBezTo>
                  <a:pt x="26761" y="73357"/>
                  <a:pt x="25278" y="69218"/>
                  <a:pt x="25278" y="64174"/>
                </a:cubicBezTo>
                <a:cubicBezTo>
                  <a:pt x="25278" y="61563"/>
                  <a:pt x="25871" y="57202"/>
                  <a:pt x="27058" y="51090"/>
                </a:cubicBezTo>
                <a:cubicBezTo>
                  <a:pt x="28245" y="44978"/>
                  <a:pt x="28838" y="39845"/>
                  <a:pt x="28838" y="35692"/>
                </a:cubicBezTo>
                <a:cubicBezTo>
                  <a:pt x="28838" y="25367"/>
                  <a:pt x="26405" y="17965"/>
                  <a:pt x="21540" y="13485"/>
                </a:cubicBezTo>
                <a:cubicBezTo>
                  <a:pt x="16674" y="9005"/>
                  <a:pt x="9939" y="6765"/>
                  <a:pt x="1335" y="6765"/>
                </a:cubicBezTo>
                <a:lnTo>
                  <a:pt x="0" y="6765"/>
                </a:lnTo>
                <a:lnTo>
                  <a:pt x="0" y="0"/>
                </a:lnTo>
                <a:lnTo>
                  <a:pt x="2314" y="0"/>
                </a:lnTo>
                <a:cubicBezTo>
                  <a:pt x="16259" y="237"/>
                  <a:pt x="26687" y="3427"/>
                  <a:pt x="33600" y="9568"/>
                </a:cubicBezTo>
                <a:cubicBezTo>
                  <a:pt x="40513" y="15710"/>
                  <a:pt x="43969" y="24952"/>
                  <a:pt x="43969" y="37294"/>
                </a:cubicBezTo>
                <a:cubicBezTo>
                  <a:pt x="43969" y="42219"/>
                  <a:pt x="43272" y="47826"/>
                  <a:pt x="41878" y="54116"/>
                </a:cubicBezTo>
                <a:cubicBezTo>
                  <a:pt x="40483" y="60406"/>
                  <a:pt x="39786" y="64619"/>
                  <a:pt x="39786" y="66755"/>
                </a:cubicBezTo>
                <a:cubicBezTo>
                  <a:pt x="39786" y="70850"/>
                  <a:pt x="41195" y="74187"/>
                  <a:pt x="44014" y="76769"/>
                </a:cubicBezTo>
                <a:cubicBezTo>
                  <a:pt x="46833" y="79350"/>
                  <a:pt x="51090" y="80729"/>
                  <a:pt x="56786" y="80907"/>
                </a:cubicBezTo>
                <a:lnTo>
                  <a:pt x="56786" y="882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Text !&quot;#">
            <a:extLst xmlns:a="http://schemas.openxmlformats.org/drawingml/2006/main">
              <a:ext uri="{FF2B5EF4-FFF2-40B4-BE49-F238E27FC236}">
                <a16:creationId xmlns:a16="http://schemas.microsoft.com/office/drawing/2014/main" id="{58C98ED5-3D73-499A-B345-77DA935D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18" y="3911277"/>
            <a:ext cx="231773" cy="89827"/>
          </a:xfrm>
          <a:custGeom xmlns:a="http://schemas.openxmlformats.org/drawingml/2006/main">
            <a:pathLst>
              <a:path w="231773" h="89827">
                <a:moveTo>
                  <a:pt x="19615" y="56053"/>
                </a:moveTo>
                <a:lnTo>
                  <a:pt x="12471" y="88658"/>
                </a:lnTo>
                <a:lnTo>
                  <a:pt x="0" y="88658"/>
                </a:lnTo>
                <a:lnTo>
                  <a:pt x="15718" y="18901"/>
                </a:lnTo>
                <a:cubicBezTo>
                  <a:pt x="16238" y="16606"/>
                  <a:pt x="16606" y="14798"/>
                  <a:pt x="16822" y="13477"/>
                </a:cubicBezTo>
                <a:cubicBezTo>
                  <a:pt x="17039" y="12157"/>
                  <a:pt x="17147" y="10977"/>
                  <a:pt x="17147" y="9938"/>
                </a:cubicBezTo>
                <a:cubicBezTo>
                  <a:pt x="17147" y="9115"/>
                  <a:pt x="17006" y="8400"/>
                  <a:pt x="16725" y="7794"/>
                </a:cubicBezTo>
                <a:cubicBezTo>
                  <a:pt x="16443" y="7188"/>
                  <a:pt x="15978" y="6701"/>
                  <a:pt x="15328" y="6333"/>
                </a:cubicBezTo>
                <a:cubicBezTo>
                  <a:pt x="14679" y="5965"/>
                  <a:pt x="13813" y="5694"/>
                  <a:pt x="12730" y="5521"/>
                </a:cubicBezTo>
                <a:cubicBezTo>
                  <a:pt x="11648" y="5348"/>
                  <a:pt x="10306" y="5239"/>
                  <a:pt x="8703" y="5196"/>
                </a:cubicBezTo>
                <a:lnTo>
                  <a:pt x="9678" y="779"/>
                </a:lnTo>
                <a:lnTo>
                  <a:pt x="27539" y="0"/>
                </a:lnTo>
                <a:lnTo>
                  <a:pt x="32216" y="0"/>
                </a:lnTo>
                <a:lnTo>
                  <a:pt x="20784" y="50532"/>
                </a:lnTo>
                <a:lnTo>
                  <a:pt x="22603" y="50532"/>
                </a:lnTo>
                <a:cubicBezTo>
                  <a:pt x="24248" y="50532"/>
                  <a:pt x="26024" y="50186"/>
                  <a:pt x="27929" y="49493"/>
                </a:cubicBezTo>
                <a:cubicBezTo>
                  <a:pt x="29834" y="48800"/>
                  <a:pt x="31729" y="47901"/>
                  <a:pt x="33612" y="46797"/>
                </a:cubicBezTo>
                <a:cubicBezTo>
                  <a:pt x="35496" y="45693"/>
                  <a:pt x="37304" y="44448"/>
                  <a:pt x="39036" y="43063"/>
                </a:cubicBezTo>
                <a:cubicBezTo>
                  <a:pt x="40768" y="41677"/>
                  <a:pt x="42294" y="40280"/>
                  <a:pt x="43615" y="38873"/>
                </a:cubicBezTo>
                <a:cubicBezTo>
                  <a:pt x="44935" y="37466"/>
                  <a:pt x="45985" y="36134"/>
                  <a:pt x="46765" y="34879"/>
                </a:cubicBezTo>
                <a:cubicBezTo>
                  <a:pt x="47544" y="33623"/>
                  <a:pt x="47934" y="32562"/>
                  <a:pt x="47934" y="31696"/>
                </a:cubicBezTo>
                <a:cubicBezTo>
                  <a:pt x="47934" y="30657"/>
                  <a:pt x="47587" y="29813"/>
                  <a:pt x="46895" y="29163"/>
                </a:cubicBezTo>
                <a:cubicBezTo>
                  <a:pt x="46202" y="28514"/>
                  <a:pt x="44946" y="28081"/>
                  <a:pt x="43128" y="27864"/>
                </a:cubicBezTo>
                <a:lnTo>
                  <a:pt x="43907" y="23707"/>
                </a:lnTo>
                <a:lnTo>
                  <a:pt x="67289" y="23707"/>
                </a:lnTo>
                <a:lnTo>
                  <a:pt x="68913" y="27734"/>
                </a:lnTo>
                <a:cubicBezTo>
                  <a:pt x="66185" y="30072"/>
                  <a:pt x="63565" y="32237"/>
                  <a:pt x="61054" y="34229"/>
                </a:cubicBezTo>
                <a:cubicBezTo>
                  <a:pt x="58543" y="36221"/>
                  <a:pt x="56085" y="38137"/>
                  <a:pt x="53682" y="39977"/>
                </a:cubicBezTo>
                <a:cubicBezTo>
                  <a:pt x="51279" y="41818"/>
                  <a:pt x="48876" y="43625"/>
                  <a:pt x="46472" y="45401"/>
                </a:cubicBezTo>
                <a:cubicBezTo>
                  <a:pt x="44069" y="47176"/>
                  <a:pt x="41612" y="49016"/>
                  <a:pt x="39101" y="50922"/>
                </a:cubicBezTo>
                <a:cubicBezTo>
                  <a:pt x="40140" y="54212"/>
                  <a:pt x="41201" y="57557"/>
                  <a:pt x="42283" y="60957"/>
                </a:cubicBezTo>
                <a:cubicBezTo>
                  <a:pt x="43366" y="64356"/>
                  <a:pt x="44448" y="67722"/>
                  <a:pt x="45531" y="71056"/>
                </a:cubicBezTo>
                <a:cubicBezTo>
                  <a:pt x="46050" y="72832"/>
                  <a:pt x="46537" y="74358"/>
                  <a:pt x="46992" y="75636"/>
                </a:cubicBezTo>
                <a:cubicBezTo>
                  <a:pt x="47447" y="76913"/>
                  <a:pt x="47934" y="77952"/>
                  <a:pt x="48454" y="78753"/>
                </a:cubicBezTo>
                <a:cubicBezTo>
                  <a:pt x="48973" y="79554"/>
                  <a:pt x="49536" y="80150"/>
                  <a:pt x="50142" y="80539"/>
                </a:cubicBezTo>
                <a:cubicBezTo>
                  <a:pt x="50748" y="80929"/>
                  <a:pt x="51485" y="81124"/>
                  <a:pt x="52351" y="81124"/>
                </a:cubicBezTo>
                <a:cubicBezTo>
                  <a:pt x="52957" y="81124"/>
                  <a:pt x="53585" y="81016"/>
                  <a:pt x="54234" y="80799"/>
                </a:cubicBezTo>
                <a:cubicBezTo>
                  <a:pt x="54884" y="80583"/>
                  <a:pt x="55609" y="80193"/>
                  <a:pt x="56410" y="79630"/>
                </a:cubicBezTo>
                <a:cubicBezTo>
                  <a:pt x="57211" y="79067"/>
                  <a:pt x="58120" y="78299"/>
                  <a:pt x="59138" y="77324"/>
                </a:cubicBezTo>
                <a:cubicBezTo>
                  <a:pt x="60156" y="76350"/>
                  <a:pt x="61314" y="75127"/>
                  <a:pt x="62613" y="73655"/>
                </a:cubicBezTo>
                <a:lnTo>
                  <a:pt x="67030" y="77876"/>
                </a:lnTo>
                <a:cubicBezTo>
                  <a:pt x="64994" y="79955"/>
                  <a:pt x="63100" y="81752"/>
                  <a:pt x="61346" y="83267"/>
                </a:cubicBezTo>
                <a:cubicBezTo>
                  <a:pt x="59593" y="84783"/>
                  <a:pt x="57926" y="86028"/>
                  <a:pt x="56345" y="87002"/>
                </a:cubicBezTo>
                <a:cubicBezTo>
                  <a:pt x="54765" y="87976"/>
                  <a:pt x="53238" y="88691"/>
                  <a:pt x="51766" y="89145"/>
                </a:cubicBezTo>
                <a:cubicBezTo>
                  <a:pt x="50294" y="89600"/>
                  <a:pt x="48800" y="89827"/>
                  <a:pt x="47284" y="89827"/>
                </a:cubicBezTo>
                <a:cubicBezTo>
                  <a:pt x="44556" y="89827"/>
                  <a:pt x="42359" y="89145"/>
                  <a:pt x="40692" y="87781"/>
                </a:cubicBezTo>
                <a:cubicBezTo>
                  <a:pt x="39025" y="86417"/>
                  <a:pt x="37607" y="84469"/>
                  <a:pt x="36438" y="81936"/>
                </a:cubicBezTo>
                <a:cubicBezTo>
                  <a:pt x="35268" y="79403"/>
                  <a:pt x="34197" y="76339"/>
                  <a:pt x="33222" y="72745"/>
                </a:cubicBezTo>
                <a:cubicBezTo>
                  <a:pt x="32248" y="69151"/>
                  <a:pt x="31112" y="65146"/>
                  <a:pt x="29813" y="60729"/>
                </a:cubicBezTo>
                <a:cubicBezTo>
                  <a:pt x="29509" y="59690"/>
                  <a:pt x="29217" y="58856"/>
                  <a:pt x="28936" y="58229"/>
                </a:cubicBezTo>
                <a:cubicBezTo>
                  <a:pt x="28654" y="57601"/>
                  <a:pt x="28297" y="57124"/>
                  <a:pt x="27864" y="56800"/>
                </a:cubicBezTo>
                <a:cubicBezTo>
                  <a:pt x="27431" y="56475"/>
                  <a:pt x="26890" y="56269"/>
                  <a:pt x="26240" y="56183"/>
                </a:cubicBezTo>
                <a:cubicBezTo>
                  <a:pt x="25591" y="56096"/>
                  <a:pt x="24768" y="56053"/>
                  <a:pt x="23772" y="56053"/>
                </a:cubicBezTo>
                <a:lnTo>
                  <a:pt x="19615" y="56053"/>
                </a:lnTo>
                <a:close/>
                <a:moveTo>
                  <a:pt x="86315" y="41504"/>
                </a:moveTo>
                <a:lnTo>
                  <a:pt x="86315" y="31566"/>
                </a:lnTo>
                <a:lnTo>
                  <a:pt x="161139" y="31566"/>
                </a:lnTo>
                <a:lnTo>
                  <a:pt x="161139" y="41504"/>
                </a:lnTo>
                <a:lnTo>
                  <a:pt x="86315" y="41504"/>
                </a:lnTo>
                <a:moveTo>
                  <a:pt x="86315" y="69757"/>
                </a:moveTo>
                <a:lnTo>
                  <a:pt x="86315" y="59820"/>
                </a:lnTo>
                <a:lnTo>
                  <a:pt x="161139" y="59820"/>
                </a:lnTo>
                <a:lnTo>
                  <a:pt x="161139" y="69757"/>
                </a:lnTo>
                <a:lnTo>
                  <a:pt x="86315" y="69757"/>
                </a:lnTo>
                <a:close/>
                <a:moveTo>
                  <a:pt x="222875" y="40075"/>
                </a:moveTo>
                <a:cubicBezTo>
                  <a:pt x="222398" y="36178"/>
                  <a:pt x="221110" y="33298"/>
                  <a:pt x="219010" y="31436"/>
                </a:cubicBezTo>
                <a:cubicBezTo>
                  <a:pt x="216910" y="29574"/>
                  <a:pt x="213651" y="28643"/>
                  <a:pt x="209235" y="28643"/>
                </a:cubicBezTo>
                <a:cubicBezTo>
                  <a:pt x="207459" y="28643"/>
                  <a:pt x="205814" y="28882"/>
                  <a:pt x="204299" y="29358"/>
                </a:cubicBezTo>
                <a:cubicBezTo>
                  <a:pt x="202783" y="29834"/>
                  <a:pt x="201484" y="30495"/>
                  <a:pt x="200401" y="31339"/>
                </a:cubicBezTo>
                <a:cubicBezTo>
                  <a:pt x="199319" y="32183"/>
                  <a:pt x="198475" y="33190"/>
                  <a:pt x="197868" y="34359"/>
                </a:cubicBezTo>
                <a:cubicBezTo>
                  <a:pt x="197262" y="35528"/>
                  <a:pt x="196959" y="36806"/>
                  <a:pt x="196959" y="38191"/>
                </a:cubicBezTo>
                <a:cubicBezTo>
                  <a:pt x="196959" y="39447"/>
                  <a:pt x="197111" y="40594"/>
                  <a:pt x="197414" y="41634"/>
                </a:cubicBezTo>
                <a:cubicBezTo>
                  <a:pt x="197717" y="42673"/>
                  <a:pt x="198312" y="43690"/>
                  <a:pt x="199200" y="44686"/>
                </a:cubicBezTo>
                <a:cubicBezTo>
                  <a:pt x="200088" y="45682"/>
                  <a:pt x="201343" y="46721"/>
                  <a:pt x="202967" y="47804"/>
                </a:cubicBezTo>
                <a:cubicBezTo>
                  <a:pt x="204591" y="48887"/>
                  <a:pt x="206723" y="50121"/>
                  <a:pt x="209365" y="51506"/>
                </a:cubicBezTo>
                <a:cubicBezTo>
                  <a:pt x="212136" y="53022"/>
                  <a:pt x="214442" y="54472"/>
                  <a:pt x="216282" y="55858"/>
                </a:cubicBezTo>
                <a:cubicBezTo>
                  <a:pt x="218122" y="57244"/>
                  <a:pt x="219584" y="58651"/>
                  <a:pt x="220666" y="60080"/>
                </a:cubicBezTo>
                <a:cubicBezTo>
                  <a:pt x="221749" y="61509"/>
                  <a:pt x="222506" y="63035"/>
                  <a:pt x="222939" y="64659"/>
                </a:cubicBezTo>
                <a:cubicBezTo>
                  <a:pt x="223372" y="66283"/>
                  <a:pt x="223589" y="68090"/>
                  <a:pt x="223589" y="70082"/>
                </a:cubicBezTo>
                <a:cubicBezTo>
                  <a:pt x="223589" y="73157"/>
                  <a:pt x="222961" y="75917"/>
                  <a:pt x="221705" y="78363"/>
                </a:cubicBezTo>
                <a:cubicBezTo>
                  <a:pt x="220450" y="80810"/>
                  <a:pt x="218696" y="82878"/>
                  <a:pt x="216444" y="84566"/>
                </a:cubicBezTo>
                <a:cubicBezTo>
                  <a:pt x="214193" y="86255"/>
                  <a:pt x="211541" y="87554"/>
                  <a:pt x="208488" y="88463"/>
                </a:cubicBezTo>
                <a:cubicBezTo>
                  <a:pt x="205435" y="89373"/>
                  <a:pt x="202090" y="89827"/>
                  <a:pt x="198453" y="89827"/>
                </a:cubicBezTo>
                <a:cubicBezTo>
                  <a:pt x="194469" y="89827"/>
                  <a:pt x="190551" y="89568"/>
                  <a:pt x="186697" y="89048"/>
                </a:cubicBezTo>
                <a:cubicBezTo>
                  <a:pt x="182843" y="88528"/>
                  <a:pt x="178773" y="87641"/>
                  <a:pt x="174486" y="86385"/>
                </a:cubicBezTo>
                <a:lnTo>
                  <a:pt x="177863" y="71576"/>
                </a:lnTo>
                <a:lnTo>
                  <a:pt x="183514" y="71576"/>
                </a:lnTo>
                <a:cubicBezTo>
                  <a:pt x="183731" y="75603"/>
                  <a:pt x="184997" y="78623"/>
                  <a:pt x="187314" y="80637"/>
                </a:cubicBezTo>
                <a:cubicBezTo>
                  <a:pt x="189630" y="82650"/>
                  <a:pt x="193214" y="83657"/>
                  <a:pt x="198063" y="83657"/>
                </a:cubicBezTo>
                <a:cubicBezTo>
                  <a:pt x="202393" y="83657"/>
                  <a:pt x="205803" y="82726"/>
                  <a:pt x="208293" y="80864"/>
                </a:cubicBezTo>
                <a:cubicBezTo>
                  <a:pt x="210783" y="79002"/>
                  <a:pt x="212028" y="76404"/>
                  <a:pt x="212028" y="73070"/>
                </a:cubicBezTo>
                <a:cubicBezTo>
                  <a:pt x="212028" y="71554"/>
                  <a:pt x="211876" y="70245"/>
                  <a:pt x="211573" y="69140"/>
                </a:cubicBezTo>
                <a:cubicBezTo>
                  <a:pt x="211270" y="68036"/>
                  <a:pt x="210675" y="66986"/>
                  <a:pt x="209787" y="65990"/>
                </a:cubicBezTo>
                <a:cubicBezTo>
                  <a:pt x="208899" y="64994"/>
                  <a:pt x="207687" y="63966"/>
                  <a:pt x="206150" y="62905"/>
                </a:cubicBezTo>
                <a:cubicBezTo>
                  <a:pt x="204612" y="61844"/>
                  <a:pt x="202610" y="60621"/>
                  <a:pt x="200142" y="59235"/>
                </a:cubicBezTo>
                <a:cubicBezTo>
                  <a:pt x="197587" y="57806"/>
                  <a:pt x="195389" y="56399"/>
                  <a:pt x="193549" y="55014"/>
                </a:cubicBezTo>
                <a:cubicBezTo>
                  <a:pt x="191709" y="53628"/>
                  <a:pt x="190193" y="52221"/>
                  <a:pt x="189003" y="50792"/>
                </a:cubicBezTo>
                <a:cubicBezTo>
                  <a:pt x="187812" y="49363"/>
                  <a:pt x="186935" y="47869"/>
                  <a:pt x="186372" y="46310"/>
                </a:cubicBezTo>
                <a:cubicBezTo>
                  <a:pt x="185809" y="44751"/>
                  <a:pt x="185528" y="43084"/>
                  <a:pt x="185528" y="41309"/>
                </a:cubicBezTo>
                <a:cubicBezTo>
                  <a:pt x="185528" y="38581"/>
                  <a:pt x="186101" y="36059"/>
                  <a:pt x="187249" y="33742"/>
                </a:cubicBezTo>
                <a:cubicBezTo>
                  <a:pt x="188396" y="31425"/>
                  <a:pt x="190031" y="29423"/>
                  <a:pt x="192153" y="27734"/>
                </a:cubicBezTo>
                <a:cubicBezTo>
                  <a:pt x="194274" y="26045"/>
                  <a:pt x="196829" y="24725"/>
                  <a:pt x="199817" y="23772"/>
                </a:cubicBezTo>
                <a:cubicBezTo>
                  <a:pt x="202805" y="22819"/>
                  <a:pt x="206160" y="22343"/>
                  <a:pt x="209884" y="22343"/>
                </a:cubicBezTo>
                <a:cubicBezTo>
                  <a:pt x="214084" y="22343"/>
                  <a:pt x="217949" y="22603"/>
                  <a:pt x="221478" y="23123"/>
                </a:cubicBezTo>
                <a:cubicBezTo>
                  <a:pt x="225007" y="23642"/>
                  <a:pt x="228439" y="24400"/>
                  <a:pt x="231773" y="25396"/>
                </a:cubicBezTo>
                <a:lnTo>
                  <a:pt x="228655" y="40075"/>
                </a:lnTo>
                <a:lnTo>
                  <a:pt x="222875" y="40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Text &quot;">
            <a:extLst xmlns:a="http://schemas.openxmlformats.org/drawingml/2006/main">
              <a:ext uri="{FF2B5EF4-FFF2-40B4-BE49-F238E27FC236}">
                <a16:creationId xmlns:a16="http://schemas.microsoft.com/office/drawing/2014/main" id="{EC502CCD-1B2B-4ABD-829F-7D36240A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845" y="3963976"/>
            <a:ext cx="46414" cy="65519"/>
          </a:xfrm>
          <a:custGeom xmlns:a="http://schemas.openxmlformats.org/drawingml/2006/main">
            <a:pathLst>
              <a:path w="46414" h="65519">
                <a:moveTo>
                  <a:pt x="31489" y="56786"/>
                </a:moveTo>
                <a:cubicBezTo>
                  <a:pt x="33289" y="56786"/>
                  <a:pt x="34665" y="56698"/>
                  <a:pt x="35617" y="56522"/>
                </a:cubicBezTo>
                <a:cubicBezTo>
                  <a:pt x="36570" y="56345"/>
                  <a:pt x="37328" y="56072"/>
                  <a:pt x="37893" y="55702"/>
                </a:cubicBezTo>
                <a:cubicBezTo>
                  <a:pt x="38457" y="55331"/>
                  <a:pt x="38934" y="54864"/>
                  <a:pt x="39322" y="54299"/>
                </a:cubicBezTo>
                <a:cubicBezTo>
                  <a:pt x="39710" y="53735"/>
                  <a:pt x="40292" y="52500"/>
                  <a:pt x="41068" y="50594"/>
                </a:cubicBezTo>
                <a:lnTo>
                  <a:pt x="46414" y="50594"/>
                </a:lnTo>
                <a:lnTo>
                  <a:pt x="45302" y="65519"/>
                </a:lnTo>
                <a:lnTo>
                  <a:pt x="0" y="65519"/>
                </a:lnTo>
                <a:lnTo>
                  <a:pt x="0" y="62608"/>
                </a:lnTo>
                <a:cubicBezTo>
                  <a:pt x="1764" y="58833"/>
                  <a:pt x="4146" y="55119"/>
                  <a:pt x="7145" y="51468"/>
                </a:cubicBezTo>
                <a:cubicBezTo>
                  <a:pt x="10144" y="47816"/>
                  <a:pt x="13637" y="44050"/>
                  <a:pt x="17623" y="40169"/>
                </a:cubicBezTo>
                <a:cubicBezTo>
                  <a:pt x="22422" y="35582"/>
                  <a:pt x="25826" y="32124"/>
                  <a:pt x="27838" y="29796"/>
                </a:cubicBezTo>
                <a:cubicBezTo>
                  <a:pt x="29849" y="27467"/>
                  <a:pt x="31339" y="25253"/>
                  <a:pt x="32310" y="23154"/>
                </a:cubicBezTo>
                <a:cubicBezTo>
                  <a:pt x="33280" y="21055"/>
                  <a:pt x="33765" y="18946"/>
                  <a:pt x="33765" y="16830"/>
                </a:cubicBezTo>
                <a:cubicBezTo>
                  <a:pt x="33765" y="13337"/>
                  <a:pt x="32777" y="10585"/>
                  <a:pt x="30801" y="8574"/>
                </a:cubicBezTo>
                <a:cubicBezTo>
                  <a:pt x="28825" y="6562"/>
                  <a:pt x="25985" y="5557"/>
                  <a:pt x="22281" y="5557"/>
                </a:cubicBezTo>
                <a:cubicBezTo>
                  <a:pt x="19070" y="5557"/>
                  <a:pt x="16344" y="6404"/>
                  <a:pt x="14104" y="8097"/>
                </a:cubicBezTo>
                <a:cubicBezTo>
                  <a:pt x="11864" y="9791"/>
                  <a:pt x="10161" y="12296"/>
                  <a:pt x="8997" y="15612"/>
                </a:cubicBezTo>
                <a:lnTo>
                  <a:pt x="1641" y="15612"/>
                </a:lnTo>
                <a:lnTo>
                  <a:pt x="1641" y="5186"/>
                </a:lnTo>
                <a:cubicBezTo>
                  <a:pt x="6227" y="3317"/>
                  <a:pt x="10452" y="1985"/>
                  <a:pt x="14316" y="1191"/>
                </a:cubicBezTo>
                <a:cubicBezTo>
                  <a:pt x="18179" y="397"/>
                  <a:pt x="21610" y="0"/>
                  <a:pt x="24609" y="0"/>
                </a:cubicBezTo>
                <a:cubicBezTo>
                  <a:pt x="28667" y="0"/>
                  <a:pt x="32027" y="441"/>
                  <a:pt x="34691" y="1323"/>
                </a:cubicBezTo>
                <a:cubicBezTo>
                  <a:pt x="37355" y="2205"/>
                  <a:pt x="39481" y="3352"/>
                  <a:pt x="41068" y="4763"/>
                </a:cubicBezTo>
                <a:cubicBezTo>
                  <a:pt x="42656" y="6174"/>
                  <a:pt x="43767" y="7833"/>
                  <a:pt x="44402" y="9738"/>
                </a:cubicBezTo>
                <a:cubicBezTo>
                  <a:pt x="45038" y="11643"/>
                  <a:pt x="45355" y="13601"/>
                  <a:pt x="45355" y="15612"/>
                </a:cubicBezTo>
                <a:cubicBezTo>
                  <a:pt x="45355" y="18153"/>
                  <a:pt x="44844" y="20508"/>
                  <a:pt x="43820" y="22678"/>
                </a:cubicBezTo>
                <a:cubicBezTo>
                  <a:pt x="42797" y="24847"/>
                  <a:pt x="41121" y="27211"/>
                  <a:pt x="38793" y="29769"/>
                </a:cubicBezTo>
                <a:cubicBezTo>
                  <a:pt x="36464" y="32327"/>
                  <a:pt x="32301" y="36323"/>
                  <a:pt x="26303" y="41756"/>
                </a:cubicBezTo>
                <a:cubicBezTo>
                  <a:pt x="19917" y="47543"/>
                  <a:pt x="15277" y="52553"/>
                  <a:pt x="12384" y="56786"/>
                </a:cubicBezTo>
                <a:lnTo>
                  <a:pt x="31489" y="567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2" name="Text $">
            <a:extLst xmlns:a="http://schemas.openxmlformats.org/drawingml/2006/main">
              <a:ext uri="{FF2B5EF4-FFF2-40B4-BE49-F238E27FC236}">
                <a16:creationId xmlns:a16="http://schemas.microsoft.com/office/drawing/2014/main" id="{022404D8-5F30-4954-8ACB-A27B0520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297" y="3785820"/>
            <a:ext cx="57677" cy="67484"/>
          </a:xfrm>
          <a:custGeom xmlns:a="http://schemas.openxmlformats.org/drawingml/2006/main">
            <a:pathLst>
              <a:path w="57677" h="67484">
                <a:moveTo>
                  <a:pt x="52286" y="52480"/>
                </a:moveTo>
                <a:cubicBezTo>
                  <a:pt x="47263" y="57460"/>
                  <a:pt x="42251" y="61206"/>
                  <a:pt x="37249" y="63717"/>
                </a:cubicBezTo>
                <a:cubicBezTo>
                  <a:pt x="32248" y="66228"/>
                  <a:pt x="26868" y="67484"/>
                  <a:pt x="21109" y="67484"/>
                </a:cubicBezTo>
                <a:cubicBezTo>
                  <a:pt x="17732" y="67484"/>
                  <a:pt x="14733" y="66975"/>
                  <a:pt x="12113" y="65958"/>
                </a:cubicBezTo>
                <a:cubicBezTo>
                  <a:pt x="9494" y="64940"/>
                  <a:pt x="7285" y="63457"/>
                  <a:pt x="5488" y="61509"/>
                </a:cubicBezTo>
                <a:cubicBezTo>
                  <a:pt x="3691" y="59560"/>
                  <a:pt x="2327" y="57189"/>
                  <a:pt x="1396" y="54397"/>
                </a:cubicBezTo>
                <a:cubicBezTo>
                  <a:pt x="465" y="51604"/>
                  <a:pt x="0" y="48454"/>
                  <a:pt x="0" y="44946"/>
                </a:cubicBezTo>
                <a:cubicBezTo>
                  <a:pt x="0" y="42478"/>
                  <a:pt x="217" y="39912"/>
                  <a:pt x="650" y="37249"/>
                </a:cubicBezTo>
                <a:cubicBezTo>
                  <a:pt x="1083" y="34586"/>
                  <a:pt x="1754" y="31923"/>
                  <a:pt x="2663" y="29260"/>
                </a:cubicBezTo>
                <a:cubicBezTo>
                  <a:pt x="3572" y="26597"/>
                  <a:pt x="4698" y="23999"/>
                  <a:pt x="6040" y="21466"/>
                </a:cubicBezTo>
                <a:cubicBezTo>
                  <a:pt x="7383" y="18933"/>
                  <a:pt x="8963" y="16563"/>
                  <a:pt x="10782" y="14354"/>
                </a:cubicBezTo>
                <a:cubicBezTo>
                  <a:pt x="14419" y="9851"/>
                  <a:pt x="18803" y="6333"/>
                  <a:pt x="23934" y="3800"/>
                </a:cubicBezTo>
                <a:cubicBezTo>
                  <a:pt x="29066" y="1267"/>
                  <a:pt x="34662" y="0"/>
                  <a:pt x="40724" y="0"/>
                </a:cubicBezTo>
                <a:cubicBezTo>
                  <a:pt x="46267" y="0"/>
                  <a:pt x="50478" y="1212"/>
                  <a:pt x="53357" y="3637"/>
                </a:cubicBezTo>
                <a:cubicBezTo>
                  <a:pt x="56237" y="6062"/>
                  <a:pt x="57677" y="9505"/>
                  <a:pt x="57677" y="13964"/>
                </a:cubicBezTo>
                <a:cubicBezTo>
                  <a:pt x="57677" y="29639"/>
                  <a:pt x="42846" y="37477"/>
                  <a:pt x="13185" y="37477"/>
                </a:cubicBezTo>
                <a:cubicBezTo>
                  <a:pt x="12969" y="38603"/>
                  <a:pt x="12795" y="39826"/>
                  <a:pt x="12665" y="41147"/>
                </a:cubicBezTo>
                <a:cubicBezTo>
                  <a:pt x="12536" y="42467"/>
                  <a:pt x="12471" y="43907"/>
                  <a:pt x="12471" y="45466"/>
                </a:cubicBezTo>
                <a:cubicBezTo>
                  <a:pt x="12471" y="50186"/>
                  <a:pt x="13434" y="53628"/>
                  <a:pt x="15361" y="55793"/>
                </a:cubicBezTo>
                <a:cubicBezTo>
                  <a:pt x="17288" y="57958"/>
                  <a:pt x="20286" y="59041"/>
                  <a:pt x="24357" y="59041"/>
                </a:cubicBezTo>
                <a:cubicBezTo>
                  <a:pt x="26478" y="59041"/>
                  <a:pt x="28492" y="58813"/>
                  <a:pt x="30397" y="58359"/>
                </a:cubicBezTo>
                <a:cubicBezTo>
                  <a:pt x="32302" y="57904"/>
                  <a:pt x="34175" y="57200"/>
                  <a:pt x="36015" y="56248"/>
                </a:cubicBezTo>
                <a:cubicBezTo>
                  <a:pt x="37856" y="55295"/>
                  <a:pt x="39707" y="54072"/>
                  <a:pt x="41569" y="52578"/>
                </a:cubicBezTo>
                <a:cubicBezTo>
                  <a:pt x="43431" y="51084"/>
                  <a:pt x="45379" y="49298"/>
                  <a:pt x="47414" y="47219"/>
                </a:cubicBezTo>
                <a:lnTo>
                  <a:pt x="52286" y="52480"/>
                </a:lnTo>
                <a:moveTo>
                  <a:pt x="14484" y="31177"/>
                </a:moveTo>
                <a:cubicBezTo>
                  <a:pt x="19983" y="31133"/>
                  <a:pt x="24714" y="30700"/>
                  <a:pt x="28676" y="29877"/>
                </a:cubicBezTo>
                <a:cubicBezTo>
                  <a:pt x="32638" y="29055"/>
                  <a:pt x="35885" y="27929"/>
                  <a:pt x="38419" y="26500"/>
                </a:cubicBezTo>
                <a:cubicBezTo>
                  <a:pt x="40952" y="25071"/>
                  <a:pt x="42814" y="23382"/>
                  <a:pt x="44004" y="21434"/>
                </a:cubicBezTo>
                <a:cubicBezTo>
                  <a:pt x="45195" y="19485"/>
                  <a:pt x="45791" y="17342"/>
                  <a:pt x="45791" y="15004"/>
                </a:cubicBezTo>
                <a:cubicBezTo>
                  <a:pt x="45791" y="12319"/>
                  <a:pt x="45119" y="10219"/>
                  <a:pt x="43777" y="8703"/>
                </a:cubicBezTo>
                <a:cubicBezTo>
                  <a:pt x="42435" y="7188"/>
                  <a:pt x="40486" y="6430"/>
                  <a:pt x="37931" y="6430"/>
                </a:cubicBezTo>
                <a:cubicBezTo>
                  <a:pt x="35550" y="6430"/>
                  <a:pt x="33201" y="7015"/>
                  <a:pt x="30884" y="8184"/>
                </a:cubicBezTo>
                <a:cubicBezTo>
                  <a:pt x="28568" y="9353"/>
                  <a:pt x="26381" y="11009"/>
                  <a:pt x="24324" y="13153"/>
                </a:cubicBezTo>
                <a:cubicBezTo>
                  <a:pt x="22267" y="15296"/>
                  <a:pt x="20395" y="17894"/>
                  <a:pt x="18706" y="20947"/>
                </a:cubicBezTo>
                <a:cubicBezTo>
                  <a:pt x="17017" y="23999"/>
                  <a:pt x="15610" y="27409"/>
                  <a:pt x="14484" y="311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3" name="Text &quot;">
            <a:extLst xmlns:a="http://schemas.openxmlformats.org/drawingml/2006/main">
              <a:ext uri="{FF2B5EF4-FFF2-40B4-BE49-F238E27FC236}">
                <a16:creationId xmlns:a16="http://schemas.microsoft.com/office/drawing/2014/main" id="{A728F554-AAC7-49C2-B6DB-D8EBF081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074" y="3811250"/>
            <a:ext cx="46414" cy="65519"/>
          </a:xfrm>
          <a:custGeom xmlns:a="http://schemas.openxmlformats.org/drawingml/2006/main">
            <a:pathLst>
              <a:path w="46414" h="65519">
                <a:moveTo>
                  <a:pt x="31489" y="56786"/>
                </a:moveTo>
                <a:cubicBezTo>
                  <a:pt x="33289" y="56786"/>
                  <a:pt x="34665" y="56698"/>
                  <a:pt x="35617" y="56522"/>
                </a:cubicBezTo>
                <a:cubicBezTo>
                  <a:pt x="36570" y="56345"/>
                  <a:pt x="37328" y="56072"/>
                  <a:pt x="37893" y="55702"/>
                </a:cubicBezTo>
                <a:cubicBezTo>
                  <a:pt x="38457" y="55331"/>
                  <a:pt x="38934" y="54864"/>
                  <a:pt x="39322" y="54299"/>
                </a:cubicBezTo>
                <a:cubicBezTo>
                  <a:pt x="39710" y="53735"/>
                  <a:pt x="40292" y="52500"/>
                  <a:pt x="41068" y="50594"/>
                </a:cubicBezTo>
                <a:lnTo>
                  <a:pt x="46414" y="50594"/>
                </a:lnTo>
                <a:lnTo>
                  <a:pt x="45302" y="65519"/>
                </a:lnTo>
                <a:lnTo>
                  <a:pt x="0" y="65519"/>
                </a:lnTo>
                <a:lnTo>
                  <a:pt x="0" y="62608"/>
                </a:lnTo>
                <a:cubicBezTo>
                  <a:pt x="1764" y="58833"/>
                  <a:pt x="4146" y="55119"/>
                  <a:pt x="7145" y="51468"/>
                </a:cubicBezTo>
                <a:cubicBezTo>
                  <a:pt x="10144" y="47816"/>
                  <a:pt x="13637" y="44050"/>
                  <a:pt x="17623" y="40169"/>
                </a:cubicBezTo>
                <a:cubicBezTo>
                  <a:pt x="22422" y="35582"/>
                  <a:pt x="25826" y="32124"/>
                  <a:pt x="27838" y="29796"/>
                </a:cubicBezTo>
                <a:cubicBezTo>
                  <a:pt x="29849" y="27467"/>
                  <a:pt x="31339" y="25253"/>
                  <a:pt x="32310" y="23154"/>
                </a:cubicBezTo>
                <a:cubicBezTo>
                  <a:pt x="33280" y="21055"/>
                  <a:pt x="33765" y="18946"/>
                  <a:pt x="33765" y="16830"/>
                </a:cubicBezTo>
                <a:cubicBezTo>
                  <a:pt x="33765" y="13337"/>
                  <a:pt x="32777" y="10585"/>
                  <a:pt x="30801" y="8574"/>
                </a:cubicBezTo>
                <a:cubicBezTo>
                  <a:pt x="28825" y="6562"/>
                  <a:pt x="25985" y="5557"/>
                  <a:pt x="22281" y="5557"/>
                </a:cubicBezTo>
                <a:cubicBezTo>
                  <a:pt x="19070" y="5557"/>
                  <a:pt x="16344" y="6404"/>
                  <a:pt x="14104" y="8097"/>
                </a:cubicBezTo>
                <a:cubicBezTo>
                  <a:pt x="11864" y="9791"/>
                  <a:pt x="10161" y="12296"/>
                  <a:pt x="8997" y="15612"/>
                </a:cubicBezTo>
                <a:lnTo>
                  <a:pt x="1641" y="15612"/>
                </a:lnTo>
                <a:lnTo>
                  <a:pt x="1641" y="5186"/>
                </a:lnTo>
                <a:cubicBezTo>
                  <a:pt x="6227" y="3317"/>
                  <a:pt x="10452" y="1985"/>
                  <a:pt x="14316" y="1191"/>
                </a:cubicBezTo>
                <a:cubicBezTo>
                  <a:pt x="18179" y="397"/>
                  <a:pt x="21610" y="0"/>
                  <a:pt x="24609" y="0"/>
                </a:cubicBezTo>
                <a:cubicBezTo>
                  <a:pt x="28667" y="0"/>
                  <a:pt x="32027" y="441"/>
                  <a:pt x="34691" y="1323"/>
                </a:cubicBezTo>
                <a:cubicBezTo>
                  <a:pt x="37355" y="2205"/>
                  <a:pt x="39481" y="3352"/>
                  <a:pt x="41068" y="4763"/>
                </a:cubicBezTo>
                <a:cubicBezTo>
                  <a:pt x="42656" y="6174"/>
                  <a:pt x="43767" y="7833"/>
                  <a:pt x="44402" y="9738"/>
                </a:cubicBezTo>
                <a:cubicBezTo>
                  <a:pt x="45038" y="11643"/>
                  <a:pt x="45355" y="13601"/>
                  <a:pt x="45355" y="15612"/>
                </a:cubicBezTo>
                <a:cubicBezTo>
                  <a:pt x="45355" y="18153"/>
                  <a:pt x="44844" y="20508"/>
                  <a:pt x="43820" y="22678"/>
                </a:cubicBezTo>
                <a:cubicBezTo>
                  <a:pt x="42797" y="24847"/>
                  <a:pt x="41121" y="27211"/>
                  <a:pt x="38793" y="29769"/>
                </a:cubicBezTo>
                <a:cubicBezTo>
                  <a:pt x="36464" y="32327"/>
                  <a:pt x="32301" y="36323"/>
                  <a:pt x="26303" y="41756"/>
                </a:cubicBezTo>
                <a:cubicBezTo>
                  <a:pt x="19917" y="47543"/>
                  <a:pt x="15277" y="52553"/>
                  <a:pt x="12384" y="56786"/>
                </a:cubicBezTo>
                <a:lnTo>
                  <a:pt x="31489" y="567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Text {𝐞">
            <a:extLst xmlns:a="http://schemas.openxmlformats.org/drawingml/2006/main">
              <a:ext uri="{FF2B5EF4-FFF2-40B4-BE49-F238E27FC236}">
                <a16:creationId xmlns:a16="http://schemas.microsoft.com/office/drawing/2014/main" id="{A756CC6E-CD5B-4E2B-B6CD-F0E0282E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8199" y="4260170"/>
            <a:ext cx="153964" cy="169736"/>
          </a:xfrm>
          <a:custGeom xmlns:a="http://schemas.openxmlformats.org/drawingml/2006/main">
            <a:pathLst>
              <a:path w="153964" h="169736">
                <a:moveTo>
                  <a:pt x="0" y="80818"/>
                </a:moveTo>
                <a:cubicBezTo>
                  <a:pt x="5696" y="80640"/>
                  <a:pt x="9954" y="79261"/>
                  <a:pt x="12773" y="76680"/>
                </a:cubicBezTo>
                <a:cubicBezTo>
                  <a:pt x="15591" y="74098"/>
                  <a:pt x="17000" y="70761"/>
                  <a:pt x="17000" y="66666"/>
                </a:cubicBezTo>
                <a:cubicBezTo>
                  <a:pt x="17000" y="64530"/>
                  <a:pt x="16303" y="60317"/>
                  <a:pt x="14909" y="54027"/>
                </a:cubicBezTo>
                <a:cubicBezTo>
                  <a:pt x="13514" y="47737"/>
                  <a:pt x="12817" y="42130"/>
                  <a:pt x="12817" y="37205"/>
                </a:cubicBezTo>
                <a:cubicBezTo>
                  <a:pt x="12817" y="24922"/>
                  <a:pt x="16273" y="15710"/>
                  <a:pt x="23186" y="9568"/>
                </a:cubicBezTo>
                <a:cubicBezTo>
                  <a:pt x="30099" y="3427"/>
                  <a:pt x="40528" y="237"/>
                  <a:pt x="54472" y="0"/>
                </a:cubicBezTo>
                <a:lnTo>
                  <a:pt x="56786" y="0"/>
                </a:lnTo>
                <a:lnTo>
                  <a:pt x="56786" y="6765"/>
                </a:lnTo>
                <a:lnTo>
                  <a:pt x="55451" y="6765"/>
                </a:lnTo>
                <a:cubicBezTo>
                  <a:pt x="46847" y="6765"/>
                  <a:pt x="40112" y="9005"/>
                  <a:pt x="35247" y="13485"/>
                </a:cubicBezTo>
                <a:cubicBezTo>
                  <a:pt x="30381" y="17965"/>
                  <a:pt x="27948" y="25337"/>
                  <a:pt x="27948" y="35603"/>
                </a:cubicBezTo>
                <a:cubicBezTo>
                  <a:pt x="27948" y="39756"/>
                  <a:pt x="28542" y="44889"/>
                  <a:pt x="29728" y="51001"/>
                </a:cubicBezTo>
                <a:cubicBezTo>
                  <a:pt x="30915" y="57113"/>
                  <a:pt x="31508" y="61474"/>
                  <a:pt x="31508" y="64085"/>
                </a:cubicBezTo>
                <a:cubicBezTo>
                  <a:pt x="31508" y="69129"/>
                  <a:pt x="30025" y="73268"/>
                  <a:pt x="27058" y="76502"/>
                </a:cubicBezTo>
                <a:cubicBezTo>
                  <a:pt x="24091" y="79735"/>
                  <a:pt x="20561" y="82124"/>
                  <a:pt x="16466" y="83667"/>
                </a:cubicBezTo>
                <a:lnTo>
                  <a:pt x="16466" y="85269"/>
                </a:lnTo>
                <a:cubicBezTo>
                  <a:pt x="20561" y="86812"/>
                  <a:pt x="24091" y="89200"/>
                  <a:pt x="27058" y="92434"/>
                </a:cubicBezTo>
                <a:cubicBezTo>
                  <a:pt x="30025" y="95668"/>
                  <a:pt x="31508" y="99807"/>
                  <a:pt x="31508" y="104850"/>
                </a:cubicBezTo>
                <a:cubicBezTo>
                  <a:pt x="31508" y="107461"/>
                  <a:pt x="30915" y="111822"/>
                  <a:pt x="29728" y="117934"/>
                </a:cubicBezTo>
                <a:cubicBezTo>
                  <a:pt x="28542" y="124046"/>
                  <a:pt x="27948" y="129179"/>
                  <a:pt x="27948" y="133333"/>
                </a:cubicBezTo>
                <a:cubicBezTo>
                  <a:pt x="27948" y="144132"/>
                  <a:pt x="30381" y="151772"/>
                  <a:pt x="35247" y="156252"/>
                </a:cubicBezTo>
                <a:cubicBezTo>
                  <a:pt x="40112" y="160732"/>
                  <a:pt x="46847" y="162972"/>
                  <a:pt x="55451" y="162972"/>
                </a:cubicBezTo>
                <a:lnTo>
                  <a:pt x="56786" y="162972"/>
                </a:lnTo>
                <a:lnTo>
                  <a:pt x="56786" y="169736"/>
                </a:lnTo>
                <a:lnTo>
                  <a:pt x="54472" y="169736"/>
                </a:lnTo>
                <a:cubicBezTo>
                  <a:pt x="40528" y="169499"/>
                  <a:pt x="30099" y="166310"/>
                  <a:pt x="23186" y="160168"/>
                </a:cubicBezTo>
                <a:cubicBezTo>
                  <a:pt x="16273" y="154027"/>
                  <a:pt x="12817" y="144547"/>
                  <a:pt x="12817" y="131730"/>
                </a:cubicBezTo>
                <a:cubicBezTo>
                  <a:pt x="12817" y="126805"/>
                  <a:pt x="13514" y="121198"/>
                  <a:pt x="14909" y="114908"/>
                </a:cubicBezTo>
                <a:cubicBezTo>
                  <a:pt x="16303" y="108618"/>
                  <a:pt x="17000" y="104405"/>
                  <a:pt x="17000" y="102269"/>
                </a:cubicBezTo>
                <a:cubicBezTo>
                  <a:pt x="17000" y="98175"/>
                  <a:pt x="15591" y="94837"/>
                  <a:pt x="12773" y="92256"/>
                </a:cubicBezTo>
                <a:cubicBezTo>
                  <a:pt x="9954" y="89675"/>
                  <a:pt x="5696" y="88295"/>
                  <a:pt x="0" y="88117"/>
                </a:cubicBezTo>
                <a:lnTo>
                  <a:pt x="0" y="80818"/>
                </a:lnTo>
                <a:close/>
                <a:moveTo>
                  <a:pt x="151649" y="112772"/>
                </a:moveTo>
                <a:cubicBezTo>
                  <a:pt x="145597" y="119180"/>
                  <a:pt x="139604" y="123720"/>
                  <a:pt x="133670" y="126390"/>
                </a:cubicBezTo>
                <a:cubicBezTo>
                  <a:pt x="127736" y="129060"/>
                  <a:pt x="120912" y="130395"/>
                  <a:pt x="113198" y="130395"/>
                </a:cubicBezTo>
                <a:cubicBezTo>
                  <a:pt x="99373" y="130395"/>
                  <a:pt x="88974" y="126613"/>
                  <a:pt x="82001" y="119047"/>
                </a:cubicBezTo>
                <a:cubicBezTo>
                  <a:pt x="75029" y="111481"/>
                  <a:pt x="71543" y="100252"/>
                  <a:pt x="71543" y="85358"/>
                </a:cubicBezTo>
                <a:cubicBezTo>
                  <a:pt x="71543" y="75745"/>
                  <a:pt x="73338" y="67452"/>
                  <a:pt x="76928" y="60480"/>
                </a:cubicBezTo>
                <a:cubicBezTo>
                  <a:pt x="80518" y="53508"/>
                  <a:pt x="85606" y="48227"/>
                  <a:pt x="92193" y="44637"/>
                </a:cubicBezTo>
                <a:cubicBezTo>
                  <a:pt x="98779" y="41047"/>
                  <a:pt x="106434" y="39252"/>
                  <a:pt x="115156" y="39252"/>
                </a:cubicBezTo>
                <a:cubicBezTo>
                  <a:pt x="120556" y="39252"/>
                  <a:pt x="125288" y="39875"/>
                  <a:pt x="129353" y="41121"/>
                </a:cubicBezTo>
                <a:cubicBezTo>
                  <a:pt x="133418" y="42367"/>
                  <a:pt x="136904" y="44103"/>
                  <a:pt x="139811" y="46328"/>
                </a:cubicBezTo>
                <a:cubicBezTo>
                  <a:pt x="142719" y="48553"/>
                  <a:pt x="145122" y="51238"/>
                  <a:pt x="147021" y="54383"/>
                </a:cubicBezTo>
                <a:cubicBezTo>
                  <a:pt x="149276" y="58122"/>
                  <a:pt x="150982" y="62424"/>
                  <a:pt x="152139" y="67289"/>
                </a:cubicBezTo>
                <a:cubicBezTo>
                  <a:pt x="153296" y="72155"/>
                  <a:pt x="153904" y="78089"/>
                  <a:pt x="153964" y="85091"/>
                </a:cubicBezTo>
                <a:lnTo>
                  <a:pt x="97533" y="85091"/>
                </a:lnTo>
                <a:cubicBezTo>
                  <a:pt x="97592" y="95831"/>
                  <a:pt x="99506" y="103738"/>
                  <a:pt x="103274" y="108811"/>
                </a:cubicBezTo>
                <a:cubicBezTo>
                  <a:pt x="107042" y="113884"/>
                  <a:pt x="112783" y="116421"/>
                  <a:pt x="120497" y="116421"/>
                </a:cubicBezTo>
                <a:cubicBezTo>
                  <a:pt x="125007" y="116421"/>
                  <a:pt x="129071" y="115576"/>
                  <a:pt x="132691" y="113884"/>
                </a:cubicBezTo>
                <a:cubicBezTo>
                  <a:pt x="136310" y="112193"/>
                  <a:pt x="140227" y="109212"/>
                  <a:pt x="144440" y="104939"/>
                </a:cubicBezTo>
                <a:lnTo>
                  <a:pt x="151649" y="112772"/>
                </a:lnTo>
                <a:moveTo>
                  <a:pt x="127617" y="75478"/>
                </a:moveTo>
                <a:cubicBezTo>
                  <a:pt x="127380" y="66399"/>
                  <a:pt x="126193" y="59635"/>
                  <a:pt x="124057" y="55184"/>
                </a:cubicBezTo>
                <a:cubicBezTo>
                  <a:pt x="121921" y="50734"/>
                  <a:pt x="118479" y="48509"/>
                  <a:pt x="113732" y="48509"/>
                </a:cubicBezTo>
                <a:cubicBezTo>
                  <a:pt x="109163" y="48509"/>
                  <a:pt x="105529" y="50823"/>
                  <a:pt x="102829" y="55451"/>
                </a:cubicBezTo>
                <a:cubicBezTo>
                  <a:pt x="100129" y="60080"/>
                  <a:pt x="98512" y="66755"/>
                  <a:pt x="97978" y="75478"/>
                </a:cubicBezTo>
                <a:lnTo>
                  <a:pt x="127617" y="754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5" name="Text !">
            <a:extLst xmlns:a="http://schemas.openxmlformats.org/drawingml/2006/main">
              <a:ext uri="{FF2B5EF4-FFF2-40B4-BE49-F238E27FC236}">
                <a16:creationId xmlns:a16="http://schemas.microsoft.com/office/drawing/2014/main" id="{BC302878-B2D5-487C-A0C8-4C25B2B5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631" y="4334970"/>
            <a:ext cx="68913" cy="89827"/>
          </a:xfrm>
          <a:custGeom xmlns:a="http://schemas.openxmlformats.org/drawingml/2006/main">
            <a:pathLst>
              <a:path w="68913" h="89827">
                <a:moveTo>
                  <a:pt x="19615" y="56053"/>
                </a:moveTo>
                <a:lnTo>
                  <a:pt x="12471" y="88658"/>
                </a:lnTo>
                <a:lnTo>
                  <a:pt x="0" y="88658"/>
                </a:lnTo>
                <a:lnTo>
                  <a:pt x="15718" y="18901"/>
                </a:lnTo>
                <a:cubicBezTo>
                  <a:pt x="16238" y="16606"/>
                  <a:pt x="16606" y="14798"/>
                  <a:pt x="16822" y="13477"/>
                </a:cubicBezTo>
                <a:cubicBezTo>
                  <a:pt x="17039" y="12157"/>
                  <a:pt x="17147" y="10977"/>
                  <a:pt x="17147" y="9938"/>
                </a:cubicBezTo>
                <a:cubicBezTo>
                  <a:pt x="17147" y="9115"/>
                  <a:pt x="17006" y="8400"/>
                  <a:pt x="16725" y="7794"/>
                </a:cubicBezTo>
                <a:cubicBezTo>
                  <a:pt x="16443" y="7188"/>
                  <a:pt x="15978" y="6701"/>
                  <a:pt x="15328" y="6333"/>
                </a:cubicBezTo>
                <a:cubicBezTo>
                  <a:pt x="14679" y="5965"/>
                  <a:pt x="13813" y="5694"/>
                  <a:pt x="12730" y="5521"/>
                </a:cubicBezTo>
                <a:cubicBezTo>
                  <a:pt x="11648" y="5348"/>
                  <a:pt x="10306" y="5239"/>
                  <a:pt x="8703" y="5196"/>
                </a:cubicBezTo>
                <a:lnTo>
                  <a:pt x="9678" y="779"/>
                </a:lnTo>
                <a:lnTo>
                  <a:pt x="27539" y="0"/>
                </a:lnTo>
                <a:lnTo>
                  <a:pt x="32216" y="0"/>
                </a:lnTo>
                <a:lnTo>
                  <a:pt x="20784" y="50532"/>
                </a:lnTo>
                <a:lnTo>
                  <a:pt x="22603" y="50532"/>
                </a:lnTo>
                <a:cubicBezTo>
                  <a:pt x="24248" y="50532"/>
                  <a:pt x="26024" y="50186"/>
                  <a:pt x="27929" y="49493"/>
                </a:cubicBezTo>
                <a:cubicBezTo>
                  <a:pt x="29834" y="48800"/>
                  <a:pt x="31729" y="47901"/>
                  <a:pt x="33612" y="46797"/>
                </a:cubicBezTo>
                <a:cubicBezTo>
                  <a:pt x="35496" y="45693"/>
                  <a:pt x="37304" y="44448"/>
                  <a:pt x="39036" y="43063"/>
                </a:cubicBezTo>
                <a:cubicBezTo>
                  <a:pt x="40768" y="41677"/>
                  <a:pt x="42294" y="40280"/>
                  <a:pt x="43615" y="38873"/>
                </a:cubicBezTo>
                <a:cubicBezTo>
                  <a:pt x="44935" y="37466"/>
                  <a:pt x="45985" y="36134"/>
                  <a:pt x="46765" y="34879"/>
                </a:cubicBezTo>
                <a:cubicBezTo>
                  <a:pt x="47544" y="33623"/>
                  <a:pt x="47934" y="32562"/>
                  <a:pt x="47934" y="31696"/>
                </a:cubicBezTo>
                <a:cubicBezTo>
                  <a:pt x="47934" y="30657"/>
                  <a:pt x="47587" y="29813"/>
                  <a:pt x="46895" y="29163"/>
                </a:cubicBezTo>
                <a:cubicBezTo>
                  <a:pt x="46202" y="28514"/>
                  <a:pt x="44946" y="28081"/>
                  <a:pt x="43128" y="27864"/>
                </a:cubicBezTo>
                <a:lnTo>
                  <a:pt x="43907" y="23707"/>
                </a:lnTo>
                <a:lnTo>
                  <a:pt x="67289" y="23707"/>
                </a:lnTo>
                <a:lnTo>
                  <a:pt x="68913" y="27734"/>
                </a:lnTo>
                <a:cubicBezTo>
                  <a:pt x="66185" y="30072"/>
                  <a:pt x="63565" y="32237"/>
                  <a:pt x="61054" y="34229"/>
                </a:cubicBezTo>
                <a:cubicBezTo>
                  <a:pt x="58543" y="36221"/>
                  <a:pt x="56085" y="38137"/>
                  <a:pt x="53682" y="39977"/>
                </a:cubicBezTo>
                <a:cubicBezTo>
                  <a:pt x="51279" y="41818"/>
                  <a:pt x="48876" y="43625"/>
                  <a:pt x="46472" y="45401"/>
                </a:cubicBezTo>
                <a:cubicBezTo>
                  <a:pt x="44069" y="47176"/>
                  <a:pt x="41612" y="49016"/>
                  <a:pt x="39101" y="50922"/>
                </a:cubicBezTo>
                <a:cubicBezTo>
                  <a:pt x="40140" y="54212"/>
                  <a:pt x="41201" y="57557"/>
                  <a:pt x="42283" y="60957"/>
                </a:cubicBezTo>
                <a:cubicBezTo>
                  <a:pt x="43366" y="64356"/>
                  <a:pt x="44448" y="67722"/>
                  <a:pt x="45531" y="71056"/>
                </a:cubicBezTo>
                <a:cubicBezTo>
                  <a:pt x="46050" y="72832"/>
                  <a:pt x="46537" y="74358"/>
                  <a:pt x="46992" y="75636"/>
                </a:cubicBezTo>
                <a:cubicBezTo>
                  <a:pt x="47447" y="76913"/>
                  <a:pt x="47934" y="77952"/>
                  <a:pt x="48454" y="78753"/>
                </a:cubicBezTo>
                <a:cubicBezTo>
                  <a:pt x="48973" y="79554"/>
                  <a:pt x="49536" y="80150"/>
                  <a:pt x="50142" y="80539"/>
                </a:cubicBezTo>
                <a:cubicBezTo>
                  <a:pt x="50748" y="80929"/>
                  <a:pt x="51485" y="81124"/>
                  <a:pt x="52351" y="81124"/>
                </a:cubicBezTo>
                <a:cubicBezTo>
                  <a:pt x="52957" y="81124"/>
                  <a:pt x="53585" y="81016"/>
                  <a:pt x="54234" y="80799"/>
                </a:cubicBezTo>
                <a:cubicBezTo>
                  <a:pt x="54884" y="80583"/>
                  <a:pt x="55609" y="80193"/>
                  <a:pt x="56410" y="79630"/>
                </a:cubicBezTo>
                <a:cubicBezTo>
                  <a:pt x="57211" y="79067"/>
                  <a:pt x="58120" y="78299"/>
                  <a:pt x="59138" y="77324"/>
                </a:cubicBezTo>
                <a:cubicBezTo>
                  <a:pt x="60156" y="76350"/>
                  <a:pt x="61314" y="75127"/>
                  <a:pt x="62613" y="73655"/>
                </a:cubicBezTo>
                <a:lnTo>
                  <a:pt x="67030" y="77876"/>
                </a:lnTo>
                <a:cubicBezTo>
                  <a:pt x="64994" y="79955"/>
                  <a:pt x="63100" y="81752"/>
                  <a:pt x="61346" y="83267"/>
                </a:cubicBezTo>
                <a:cubicBezTo>
                  <a:pt x="59593" y="84783"/>
                  <a:pt x="57926" y="86028"/>
                  <a:pt x="56345" y="87002"/>
                </a:cubicBezTo>
                <a:cubicBezTo>
                  <a:pt x="54765" y="87976"/>
                  <a:pt x="53238" y="88691"/>
                  <a:pt x="51766" y="89145"/>
                </a:cubicBezTo>
                <a:cubicBezTo>
                  <a:pt x="50294" y="89600"/>
                  <a:pt x="48800" y="89827"/>
                  <a:pt x="47284" y="89827"/>
                </a:cubicBezTo>
                <a:cubicBezTo>
                  <a:pt x="44556" y="89827"/>
                  <a:pt x="42359" y="89145"/>
                  <a:pt x="40692" y="87781"/>
                </a:cubicBezTo>
                <a:cubicBezTo>
                  <a:pt x="39025" y="86417"/>
                  <a:pt x="37607" y="84469"/>
                  <a:pt x="36438" y="81936"/>
                </a:cubicBezTo>
                <a:cubicBezTo>
                  <a:pt x="35268" y="79403"/>
                  <a:pt x="34197" y="76339"/>
                  <a:pt x="33222" y="72745"/>
                </a:cubicBezTo>
                <a:cubicBezTo>
                  <a:pt x="32248" y="69151"/>
                  <a:pt x="31112" y="65146"/>
                  <a:pt x="29813" y="60729"/>
                </a:cubicBezTo>
                <a:cubicBezTo>
                  <a:pt x="29509" y="59690"/>
                  <a:pt x="29217" y="58856"/>
                  <a:pt x="28936" y="58229"/>
                </a:cubicBezTo>
                <a:cubicBezTo>
                  <a:pt x="28654" y="57601"/>
                  <a:pt x="28297" y="57124"/>
                  <a:pt x="27864" y="56800"/>
                </a:cubicBezTo>
                <a:cubicBezTo>
                  <a:pt x="27431" y="56475"/>
                  <a:pt x="26890" y="56269"/>
                  <a:pt x="26240" y="56183"/>
                </a:cubicBezTo>
                <a:cubicBezTo>
                  <a:pt x="25591" y="56096"/>
                  <a:pt x="24768" y="56053"/>
                  <a:pt x="23772" y="56053"/>
                </a:cubicBezTo>
                <a:lnTo>
                  <a:pt x="19615" y="560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6" name="Text }">
            <a:extLst xmlns:a="http://schemas.openxmlformats.org/drawingml/2006/main">
              <a:ext uri="{FF2B5EF4-FFF2-40B4-BE49-F238E27FC236}">
                <a16:creationId xmlns:a16="http://schemas.microsoft.com/office/drawing/2014/main" id="{72AFBA43-B9BD-42D3-9D72-802C081F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762" y="4260170"/>
            <a:ext cx="56786" cy="169736"/>
          </a:xfrm>
          <a:custGeom xmlns:a="http://schemas.openxmlformats.org/drawingml/2006/main">
            <a:pathLst>
              <a:path w="56786" h="169736">
                <a:moveTo>
                  <a:pt x="56786" y="88206"/>
                </a:moveTo>
                <a:cubicBezTo>
                  <a:pt x="51090" y="88384"/>
                  <a:pt x="46833" y="89764"/>
                  <a:pt x="44014" y="92345"/>
                </a:cubicBezTo>
                <a:cubicBezTo>
                  <a:pt x="41195" y="94926"/>
                  <a:pt x="39786" y="98264"/>
                  <a:pt x="39786" y="102358"/>
                </a:cubicBezTo>
                <a:cubicBezTo>
                  <a:pt x="39786" y="104494"/>
                  <a:pt x="40483" y="108707"/>
                  <a:pt x="41878" y="114997"/>
                </a:cubicBezTo>
                <a:cubicBezTo>
                  <a:pt x="43272" y="121287"/>
                  <a:pt x="43969" y="126894"/>
                  <a:pt x="43969" y="131819"/>
                </a:cubicBezTo>
                <a:cubicBezTo>
                  <a:pt x="43969" y="144577"/>
                  <a:pt x="40513" y="154027"/>
                  <a:pt x="33600" y="160168"/>
                </a:cubicBezTo>
                <a:cubicBezTo>
                  <a:pt x="26687" y="166310"/>
                  <a:pt x="16259" y="169499"/>
                  <a:pt x="2314" y="169736"/>
                </a:cubicBezTo>
                <a:lnTo>
                  <a:pt x="0" y="169736"/>
                </a:lnTo>
                <a:lnTo>
                  <a:pt x="0" y="162972"/>
                </a:lnTo>
                <a:lnTo>
                  <a:pt x="1335" y="162972"/>
                </a:lnTo>
                <a:cubicBezTo>
                  <a:pt x="9939" y="162972"/>
                  <a:pt x="16674" y="160732"/>
                  <a:pt x="21540" y="156252"/>
                </a:cubicBezTo>
                <a:cubicBezTo>
                  <a:pt x="26405" y="151772"/>
                  <a:pt x="28838" y="144162"/>
                  <a:pt x="28838" y="133422"/>
                </a:cubicBezTo>
                <a:cubicBezTo>
                  <a:pt x="28838" y="129268"/>
                  <a:pt x="28245" y="124135"/>
                  <a:pt x="27058" y="118023"/>
                </a:cubicBezTo>
                <a:cubicBezTo>
                  <a:pt x="25871" y="111912"/>
                  <a:pt x="25278" y="107550"/>
                  <a:pt x="25278" y="104939"/>
                </a:cubicBezTo>
                <a:cubicBezTo>
                  <a:pt x="25278" y="99896"/>
                  <a:pt x="26761" y="95757"/>
                  <a:pt x="29728" y="92523"/>
                </a:cubicBezTo>
                <a:cubicBezTo>
                  <a:pt x="32695" y="89289"/>
                  <a:pt x="36226" y="86901"/>
                  <a:pt x="40320" y="85358"/>
                </a:cubicBezTo>
                <a:lnTo>
                  <a:pt x="40320" y="83756"/>
                </a:lnTo>
                <a:cubicBezTo>
                  <a:pt x="36226" y="82213"/>
                  <a:pt x="32695" y="79824"/>
                  <a:pt x="29728" y="76591"/>
                </a:cubicBezTo>
                <a:cubicBezTo>
                  <a:pt x="26761" y="73357"/>
                  <a:pt x="25278" y="69218"/>
                  <a:pt x="25278" y="64174"/>
                </a:cubicBezTo>
                <a:cubicBezTo>
                  <a:pt x="25278" y="61563"/>
                  <a:pt x="25871" y="57202"/>
                  <a:pt x="27058" y="51090"/>
                </a:cubicBezTo>
                <a:cubicBezTo>
                  <a:pt x="28245" y="44978"/>
                  <a:pt x="28838" y="39845"/>
                  <a:pt x="28838" y="35692"/>
                </a:cubicBezTo>
                <a:cubicBezTo>
                  <a:pt x="28838" y="25367"/>
                  <a:pt x="26405" y="17965"/>
                  <a:pt x="21540" y="13485"/>
                </a:cubicBezTo>
                <a:cubicBezTo>
                  <a:pt x="16674" y="9005"/>
                  <a:pt x="9939" y="6765"/>
                  <a:pt x="1335" y="6765"/>
                </a:cubicBezTo>
                <a:lnTo>
                  <a:pt x="0" y="6765"/>
                </a:lnTo>
                <a:lnTo>
                  <a:pt x="0" y="0"/>
                </a:lnTo>
                <a:lnTo>
                  <a:pt x="2314" y="0"/>
                </a:lnTo>
                <a:cubicBezTo>
                  <a:pt x="16259" y="237"/>
                  <a:pt x="26687" y="3427"/>
                  <a:pt x="33600" y="9568"/>
                </a:cubicBezTo>
                <a:cubicBezTo>
                  <a:pt x="40513" y="15710"/>
                  <a:pt x="43969" y="24952"/>
                  <a:pt x="43969" y="37294"/>
                </a:cubicBezTo>
                <a:cubicBezTo>
                  <a:pt x="43969" y="42219"/>
                  <a:pt x="43272" y="47826"/>
                  <a:pt x="41878" y="54116"/>
                </a:cubicBezTo>
                <a:cubicBezTo>
                  <a:pt x="40483" y="60406"/>
                  <a:pt x="39786" y="64619"/>
                  <a:pt x="39786" y="66755"/>
                </a:cubicBezTo>
                <a:cubicBezTo>
                  <a:pt x="39786" y="70850"/>
                  <a:pt x="41195" y="74187"/>
                  <a:pt x="44014" y="76769"/>
                </a:cubicBezTo>
                <a:cubicBezTo>
                  <a:pt x="46833" y="79350"/>
                  <a:pt x="51090" y="80729"/>
                  <a:pt x="56786" y="80907"/>
                </a:cubicBezTo>
                <a:lnTo>
                  <a:pt x="56786" y="882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7" name="Text !&quot;#">
            <a:extLst xmlns:a="http://schemas.openxmlformats.org/drawingml/2006/main">
              <a:ext uri="{FF2B5EF4-FFF2-40B4-BE49-F238E27FC236}">
                <a16:creationId xmlns:a16="http://schemas.microsoft.com/office/drawing/2014/main" id="{28850C4C-B395-4A4C-8FAD-1B7B35C3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18" y="4354677"/>
            <a:ext cx="231773" cy="89827"/>
          </a:xfrm>
          <a:custGeom xmlns:a="http://schemas.openxmlformats.org/drawingml/2006/main">
            <a:pathLst>
              <a:path w="231773" h="89827">
                <a:moveTo>
                  <a:pt x="19615" y="56053"/>
                </a:moveTo>
                <a:lnTo>
                  <a:pt x="12471" y="88658"/>
                </a:lnTo>
                <a:lnTo>
                  <a:pt x="0" y="88658"/>
                </a:lnTo>
                <a:lnTo>
                  <a:pt x="15718" y="18901"/>
                </a:lnTo>
                <a:cubicBezTo>
                  <a:pt x="16238" y="16606"/>
                  <a:pt x="16606" y="14798"/>
                  <a:pt x="16822" y="13477"/>
                </a:cubicBezTo>
                <a:cubicBezTo>
                  <a:pt x="17039" y="12157"/>
                  <a:pt x="17147" y="10977"/>
                  <a:pt x="17147" y="9938"/>
                </a:cubicBezTo>
                <a:cubicBezTo>
                  <a:pt x="17147" y="9115"/>
                  <a:pt x="17006" y="8400"/>
                  <a:pt x="16725" y="7794"/>
                </a:cubicBezTo>
                <a:cubicBezTo>
                  <a:pt x="16443" y="7188"/>
                  <a:pt x="15978" y="6701"/>
                  <a:pt x="15328" y="6333"/>
                </a:cubicBezTo>
                <a:cubicBezTo>
                  <a:pt x="14679" y="5965"/>
                  <a:pt x="13813" y="5694"/>
                  <a:pt x="12730" y="5521"/>
                </a:cubicBezTo>
                <a:cubicBezTo>
                  <a:pt x="11648" y="5348"/>
                  <a:pt x="10306" y="5239"/>
                  <a:pt x="8703" y="5196"/>
                </a:cubicBezTo>
                <a:lnTo>
                  <a:pt x="9678" y="779"/>
                </a:lnTo>
                <a:lnTo>
                  <a:pt x="27539" y="0"/>
                </a:lnTo>
                <a:lnTo>
                  <a:pt x="32216" y="0"/>
                </a:lnTo>
                <a:lnTo>
                  <a:pt x="20784" y="50532"/>
                </a:lnTo>
                <a:lnTo>
                  <a:pt x="22603" y="50532"/>
                </a:lnTo>
                <a:cubicBezTo>
                  <a:pt x="24248" y="50532"/>
                  <a:pt x="26024" y="50186"/>
                  <a:pt x="27929" y="49493"/>
                </a:cubicBezTo>
                <a:cubicBezTo>
                  <a:pt x="29834" y="48800"/>
                  <a:pt x="31729" y="47901"/>
                  <a:pt x="33612" y="46797"/>
                </a:cubicBezTo>
                <a:cubicBezTo>
                  <a:pt x="35496" y="45693"/>
                  <a:pt x="37304" y="44448"/>
                  <a:pt x="39036" y="43063"/>
                </a:cubicBezTo>
                <a:cubicBezTo>
                  <a:pt x="40768" y="41677"/>
                  <a:pt x="42294" y="40280"/>
                  <a:pt x="43615" y="38873"/>
                </a:cubicBezTo>
                <a:cubicBezTo>
                  <a:pt x="44935" y="37466"/>
                  <a:pt x="45985" y="36134"/>
                  <a:pt x="46765" y="34879"/>
                </a:cubicBezTo>
                <a:cubicBezTo>
                  <a:pt x="47544" y="33623"/>
                  <a:pt x="47934" y="32562"/>
                  <a:pt x="47934" y="31696"/>
                </a:cubicBezTo>
                <a:cubicBezTo>
                  <a:pt x="47934" y="30657"/>
                  <a:pt x="47587" y="29813"/>
                  <a:pt x="46895" y="29163"/>
                </a:cubicBezTo>
                <a:cubicBezTo>
                  <a:pt x="46202" y="28514"/>
                  <a:pt x="44946" y="28081"/>
                  <a:pt x="43128" y="27864"/>
                </a:cubicBezTo>
                <a:lnTo>
                  <a:pt x="43907" y="23707"/>
                </a:lnTo>
                <a:lnTo>
                  <a:pt x="67289" y="23707"/>
                </a:lnTo>
                <a:lnTo>
                  <a:pt x="68913" y="27734"/>
                </a:lnTo>
                <a:cubicBezTo>
                  <a:pt x="66185" y="30072"/>
                  <a:pt x="63565" y="32237"/>
                  <a:pt x="61054" y="34229"/>
                </a:cubicBezTo>
                <a:cubicBezTo>
                  <a:pt x="58543" y="36221"/>
                  <a:pt x="56085" y="38137"/>
                  <a:pt x="53682" y="39977"/>
                </a:cubicBezTo>
                <a:cubicBezTo>
                  <a:pt x="51279" y="41818"/>
                  <a:pt x="48876" y="43625"/>
                  <a:pt x="46472" y="45401"/>
                </a:cubicBezTo>
                <a:cubicBezTo>
                  <a:pt x="44069" y="47176"/>
                  <a:pt x="41612" y="49016"/>
                  <a:pt x="39101" y="50922"/>
                </a:cubicBezTo>
                <a:cubicBezTo>
                  <a:pt x="40140" y="54212"/>
                  <a:pt x="41201" y="57557"/>
                  <a:pt x="42283" y="60957"/>
                </a:cubicBezTo>
                <a:cubicBezTo>
                  <a:pt x="43366" y="64356"/>
                  <a:pt x="44448" y="67722"/>
                  <a:pt x="45531" y="71056"/>
                </a:cubicBezTo>
                <a:cubicBezTo>
                  <a:pt x="46050" y="72832"/>
                  <a:pt x="46537" y="74358"/>
                  <a:pt x="46992" y="75636"/>
                </a:cubicBezTo>
                <a:cubicBezTo>
                  <a:pt x="47447" y="76913"/>
                  <a:pt x="47934" y="77952"/>
                  <a:pt x="48454" y="78753"/>
                </a:cubicBezTo>
                <a:cubicBezTo>
                  <a:pt x="48973" y="79554"/>
                  <a:pt x="49536" y="80150"/>
                  <a:pt x="50142" y="80539"/>
                </a:cubicBezTo>
                <a:cubicBezTo>
                  <a:pt x="50748" y="80929"/>
                  <a:pt x="51485" y="81124"/>
                  <a:pt x="52351" y="81124"/>
                </a:cubicBezTo>
                <a:cubicBezTo>
                  <a:pt x="52957" y="81124"/>
                  <a:pt x="53585" y="81016"/>
                  <a:pt x="54234" y="80799"/>
                </a:cubicBezTo>
                <a:cubicBezTo>
                  <a:pt x="54884" y="80583"/>
                  <a:pt x="55609" y="80193"/>
                  <a:pt x="56410" y="79630"/>
                </a:cubicBezTo>
                <a:cubicBezTo>
                  <a:pt x="57211" y="79067"/>
                  <a:pt x="58120" y="78299"/>
                  <a:pt x="59138" y="77324"/>
                </a:cubicBezTo>
                <a:cubicBezTo>
                  <a:pt x="60156" y="76350"/>
                  <a:pt x="61314" y="75127"/>
                  <a:pt x="62613" y="73655"/>
                </a:cubicBezTo>
                <a:lnTo>
                  <a:pt x="67030" y="77876"/>
                </a:lnTo>
                <a:cubicBezTo>
                  <a:pt x="64994" y="79955"/>
                  <a:pt x="63100" y="81752"/>
                  <a:pt x="61346" y="83267"/>
                </a:cubicBezTo>
                <a:cubicBezTo>
                  <a:pt x="59593" y="84783"/>
                  <a:pt x="57926" y="86028"/>
                  <a:pt x="56345" y="87002"/>
                </a:cubicBezTo>
                <a:cubicBezTo>
                  <a:pt x="54765" y="87976"/>
                  <a:pt x="53238" y="88691"/>
                  <a:pt x="51766" y="89145"/>
                </a:cubicBezTo>
                <a:cubicBezTo>
                  <a:pt x="50294" y="89600"/>
                  <a:pt x="48800" y="89827"/>
                  <a:pt x="47284" y="89827"/>
                </a:cubicBezTo>
                <a:cubicBezTo>
                  <a:pt x="44556" y="89827"/>
                  <a:pt x="42359" y="89145"/>
                  <a:pt x="40692" y="87781"/>
                </a:cubicBezTo>
                <a:cubicBezTo>
                  <a:pt x="39025" y="86417"/>
                  <a:pt x="37607" y="84469"/>
                  <a:pt x="36438" y="81936"/>
                </a:cubicBezTo>
                <a:cubicBezTo>
                  <a:pt x="35268" y="79403"/>
                  <a:pt x="34197" y="76339"/>
                  <a:pt x="33222" y="72745"/>
                </a:cubicBezTo>
                <a:cubicBezTo>
                  <a:pt x="32248" y="69151"/>
                  <a:pt x="31112" y="65146"/>
                  <a:pt x="29813" y="60729"/>
                </a:cubicBezTo>
                <a:cubicBezTo>
                  <a:pt x="29509" y="59690"/>
                  <a:pt x="29217" y="58856"/>
                  <a:pt x="28936" y="58229"/>
                </a:cubicBezTo>
                <a:cubicBezTo>
                  <a:pt x="28654" y="57601"/>
                  <a:pt x="28297" y="57124"/>
                  <a:pt x="27864" y="56800"/>
                </a:cubicBezTo>
                <a:cubicBezTo>
                  <a:pt x="27431" y="56475"/>
                  <a:pt x="26890" y="56269"/>
                  <a:pt x="26240" y="56183"/>
                </a:cubicBezTo>
                <a:cubicBezTo>
                  <a:pt x="25591" y="56096"/>
                  <a:pt x="24768" y="56053"/>
                  <a:pt x="23772" y="56053"/>
                </a:cubicBezTo>
                <a:lnTo>
                  <a:pt x="19615" y="56053"/>
                </a:lnTo>
                <a:close/>
                <a:moveTo>
                  <a:pt x="86315" y="41504"/>
                </a:moveTo>
                <a:lnTo>
                  <a:pt x="86315" y="31566"/>
                </a:lnTo>
                <a:lnTo>
                  <a:pt x="161139" y="31566"/>
                </a:lnTo>
                <a:lnTo>
                  <a:pt x="161139" y="41504"/>
                </a:lnTo>
                <a:lnTo>
                  <a:pt x="86315" y="41504"/>
                </a:lnTo>
                <a:moveTo>
                  <a:pt x="86315" y="69757"/>
                </a:moveTo>
                <a:lnTo>
                  <a:pt x="86315" y="59820"/>
                </a:lnTo>
                <a:lnTo>
                  <a:pt x="161139" y="59820"/>
                </a:lnTo>
                <a:lnTo>
                  <a:pt x="161139" y="69757"/>
                </a:lnTo>
                <a:lnTo>
                  <a:pt x="86315" y="69757"/>
                </a:lnTo>
                <a:close/>
                <a:moveTo>
                  <a:pt x="222875" y="40075"/>
                </a:moveTo>
                <a:cubicBezTo>
                  <a:pt x="222398" y="36178"/>
                  <a:pt x="221110" y="33298"/>
                  <a:pt x="219010" y="31436"/>
                </a:cubicBezTo>
                <a:cubicBezTo>
                  <a:pt x="216910" y="29574"/>
                  <a:pt x="213651" y="28643"/>
                  <a:pt x="209235" y="28643"/>
                </a:cubicBezTo>
                <a:cubicBezTo>
                  <a:pt x="207459" y="28643"/>
                  <a:pt x="205814" y="28882"/>
                  <a:pt x="204299" y="29358"/>
                </a:cubicBezTo>
                <a:cubicBezTo>
                  <a:pt x="202783" y="29834"/>
                  <a:pt x="201484" y="30495"/>
                  <a:pt x="200401" y="31339"/>
                </a:cubicBezTo>
                <a:cubicBezTo>
                  <a:pt x="199319" y="32183"/>
                  <a:pt x="198475" y="33190"/>
                  <a:pt x="197868" y="34359"/>
                </a:cubicBezTo>
                <a:cubicBezTo>
                  <a:pt x="197262" y="35528"/>
                  <a:pt x="196959" y="36806"/>
                  <a:pt x="196959" y="38191"/>
                </a:cubicBezTo>
                <a:cubicBezTo>
                  <a:pt x="196959" y="39447"/>
                  <a:pt x="197111" y="40594"/>
                  <a:pt x="197414" y="41634"/>
                </a:cubicBezTo>
                <a:cubicBezTo>
                  <a:pt x="197717" y="42673"/>
                  <a:pt x="198312" y="43690"/>
                  <a:pt x="199200" y="44686"/>
                </a:cubicBezTo>
                <a:cubicBezTo>
                  <a:pt x="200088" y="45682"/>
                  <a:pt x="201343" y="46721"/>
                  <a:pt x="202967" y="47804"/>
                </a:cubicBezTo>
                <a:cubicBezTo>
                  <a:pt x="204591" y="48887"/>
                  <a:pt x="206723" y="50121"/>
                  <a:pt x="209365" y="51506"/>
                </a:cubicBezTo>
                <a:cubicBezTo>
                  <a:pt x="212136" y="53022"/>
                  <a:pt x="214442" y="54472"/>
                  <a:pt x="216282" y="55858"/>
                </a:cubicBezTo>
                <a:cubicBezTo>
                  <a:pt x="218122" y="57244"/>
                  <a:pt x="219584" y="58651"/>
                  <a:pt x="220666" y="60080"/>
                </a:cubicBezTo>
                <a:cubicBezTo>
                  <a:pt x="221749" y="61509"/>
                  <a:pt x="222506" y="63035"/>
                  <a:pt x="222939" y="64659"/>
                </a:cubicBezTo>
                <a:cubicBezTo>
                  <a:pt x="223372" y="66283"/>
                  <a:pt x="223589" y="68090"/>
                  <a:pt x="223589" y="70082"/>
                </a:cubicBezTo>
                <a:cubicBezTo>
                  <a:pt x="223589" y="73157"/>
                  <a:pt x="222961" y="75917"/>
                  <a:pt x="221705" y="78363"/>
                </a:cubicBezTo>
                <a:cubicBezTo>
                  <a:pt x="220450" y="80810"/>
                  <a:pt x="218696" y="82878"/>
                  <a:pt x="216444" y="84566"/>
                </a:cubicBezTo>
                <a:cubicBezTo>
                  <a:pt x="214193" y="86255"/>
                  <a:pt x="211541" y="87554"/>
                  <a:pt x="208488" y="88463"/>
                </a:cubicBezTo>
                <a:cubicBezTo>
                  <a:pt x="205435" y="89373"/>
                  <a:pt x="202090" y="89827"/>
                  <a:pt x="198453" y="89827"/>
                </a:cubicBezTo>
                <a:cubicBezTo>
                  <a:pt x="194469" y="89827"/>
                  <a:pt x="190551" y="89568"/>
                  <a:pt x="186697" y="89048"/>
                </a:cubicBezTo>
                <a:cubicBezTo>
                  <a:pt x="182843" y="88528"/>
                  <a:pt x="178773" y="87641"/>
                  <a:pt x="174486" y="86385"/>
                </a:cubicBezTo>
                <a:lnTo>
                  <a:pt x="177863" y="71576"/>
                </a:lnTo>
                <a:lnTo>
                  <a:pt x="183514" y="71576"/>
                </a:lnTo>
                <a:cubicBezTo>
                  <a:pt x="183731" y="75603"/>
                  <a:pt x="184997" y="78623"/>
                  <a:pt x="187314" y="80637"/>
                </a:cubicBezTo>
                <a:cubicBezTo>
                  <a:pt x="189630" y="82650"/>
                  <a:pt x="193214" y="83657"/>
                  <a:pt x="198063" y="83657"/>
                </a:cubicBezTo>
                <a:cubicBezTo>
                  <a:pt x="202393" y="83657"/>
                  <a:pt x="205803" y="82726"/>
                  <a:pt x="208293" y="80864"/>
                </a:cubicBezTo>
                <a:cubicBezTo>
                  <a:pt x="210783" y="79002"/>
                  <a:pt x="212028" y="76404"/>
                  <a:pt x="212028" y="73070"/>
                </a:cubicBezTo>
                <a:cubicBezTo>
                  <a:pt x="212028" y="71554"/>
                  <a:pt x="211876" y="70245"/>
                  <a:pt x="211573" y="69140"/>
                </a:cubicBezTo>
                <a:cubicBezTo>
                  <a:pt x="211270" y="68036"/>
                  <a:pt x="210675" y="66986"/>
                  <a:pt x="209787" y="65990"/>
                </a:cubicBezTo>
                <a:cubicBezTo>
                  <a:pt x="208899" y="64994"/>
                  <a:pt x="207687" y="63966"/>
                  <a:pt x="206150" y="62905"/>
                </a:cubicBezTo>
                <a:cubicBezTo>
                  <a:pt x="204612" y="61844"/>
                  <a:pt x="202610" y="60621"/>
                  <a:pt x="200142" y="59235"/>
                </a:cubicBezTo>
                <a:cubicBezTo>
                  <a:pt x="197587" y="57806"/>
                  <a:pt x="195389" y="56399"/>
                  <a:pt x="193549" y="55014"/>
                </a:cubicBezTo>
                <a:cubicBezTo>
                  <a:pt x="191709" y="53628"/>
                  <a:pt x="190193" y="52221"/>
                  <a:pt x="189003" y="50792"/>
                </a:cubicBezTo>
                <a:cubicBezTo>
                  <a:pt x="187812" y="49363"/>
                  <a:pt x="186935" y="47869"/>
                  <a:pt x="186372" y="46310"/>
                </a:cubicBezTo>
                <a:cubicBezTo>
                  <a:pt x="185809" y="44751"/>
                  <a:pt x="185528" y="43084"/>
                  <a:pt x="185528" y="41309"/>
                </a:cubicBezTo>
                <a:cubicBezTo>
                  <a:pt x="185528" y="38581"/>
                  <a:pt x="186101" y="36059"/>
                  <a:pt x="187249" y="33742"/>
                </a:cubicBezTo>
                <a:cubicBezTo>
                  <a:pt x="188396" y="31425"/>
                  <a:pt x="190031" y="29423"/>
                  <a:pt x="192153" y="27734"/>
                </a:cubicBezTo>
                <a:cubicBezTo>
                  <a:pt x="194274" y="26045"/>
                  <a:pt x="196829" y="24725"/>
                  <a:pt x="199817" y="23772"/>
                </a:cubicBezTo>
                <a:cubicBezTo>
                  <a:pt x="202805" y="22819"/>
                  <a:pt x="206160" y="22343"/>
                  <a:pt x="209884" y="22343"/>
                </a:cubicBezTo>
                <a:cubicBezTo>
                  <a:pt x="214084" y="22343"/>
                  <a:pt x="217949" y="22603"/>
                  <a:pt x="221478" y="23123"/>
                </a:cubicBezTo>
                <a:cubicBezTo>
                  <a:pt x="225007" y="23642"/>
                  <a:pt x="228439" y="24400"/>
                  <a:pt x="231773" y="25396"/>
                </a:cubicBezTo>
                <a:lnTo>
                  <a:pt x="228655" y="40075"/>
                </a:lnTo>
                <a:lnTo>
                  <a:pt x="222875" y="40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Text #">
            <a:extLst xmlns:a="http://schemas.openxmlformats.org/drawingml/2006/main">
              <a:ext uri="{FF2B5EF4-FFF2-40B4-BE49-F238E27FC236}">
                <a16:creationId xmlns:a16="http://schemas.microsoft.com/office/drawing/2014/main" id="{7AE71B13-F089-4DF0-B5C7-253D7904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115" y="4407377"/>
            <a:ext cx="44932" cy="66524"/>
          </a:xfrm>
          <a:custGeom xmlns:a="http://schemas.openxmlformats.org/drawingml/2006/main">
            <a:pathLst>
              <a:path w="44932" h="66524">
                <a:moveTo>
                  <a:pt x="741" y="15718"/>
                </a:moveTo>
                <a:lnTo>
                  <a:pt x="741" y="5081"/>
                </a:lnTo>
                <a:cubicBezTo>
                  <a:pt x="9032" y="1694"/>
                  <a:pt x="16600" y="0"/>
                  <a:pt x="23445" y="0"/>
                </a:cubicBezTo>
                <a:cubicBezTo>
                  <a:pt x="27044" y="0"/>
                  <a:pt x="30369" y="485"/>
                  <a:pt x="33421" y="1455"/>
                </a:cubicBezTo>
                <a:cubicBezTo>
                  <a:pt x="36473" y="2426"/>
                  <a:pt x="38925" y="3969"/>
                  <a:pt x="40777" y="6086"/>
                </a:cubicBezTo>
                <a:cubicBezTo>
                  <a:pt x="42630" y="8203"/>
                  <a:pt x="43556" y="10849"/>
                  <a:pt x="43556" y="14025"/>
                </a:cubicBezTo>
                <a:cubicBezTo>
                  <a:pt x="43556" y="16812"/>
                  <a:pt x="42929" y="19229"/>
                  <a:pt x="41677" y="21275"/>
                </a:cubicBezTo>
                <a:cubicBezTo>
                  <a:pt x="40424" y="23321"/>
                  <a:pt x="38704" y="25094"/>
                  <a:pt x="36517" y="26594"/>
                </a:cubicBezTo>
                <a:cubicBezTo>
                  <a:pt x="34329" y="28093"/>
                  <a:pt x="31507" y="29566"/>
                  <a:pt x="28049" y="31013"/>
                </a:cubicBezTo>
                <a:lnTo>
                  <a:pt x="28049" y="31754"/>
                </a:lnTo>
                <a:cubicBezTo>
                  <a:pt x="33165" y="32565"/>
                  <a:pt x="37258" y="34400"/>
                  <a:pt x="40327" y="37258"/>
                </a:cubicBezTo>
                <a:cubicBezTo>
                  <a:pt x="43397" y="40116"/>
                  <a:pt x="44932" y="43591"/>
                  <a:pt x="44932" y="47684"/>
                </a:cubicBezTo>
                <a:cubicBezTo>
                  <a:pt x="44932" y="51282"/>
                  <a:pt x="43997" y="54493"/>
                  <a:pt x="42127" y="57316"/>
                </a:cubicBezTo>
                <a:cubicBezTo>
                  <a:pt x="40257" y="60138"/>
                  <a:pt x="37399" y="62379"/>
                  <a:pt x="33553" y="64037"/>
                </a:cubicBezTo>
                <a:cubicBezTo>
                  <a:pt x="29707" y="65695"/>
                  <a:pt x="25050" y="66524"/>
                  <a:pt x="19582" y="66524"/>
                </a:cubicBezTo>
                <a:cubicBezTo>
                  <a:pt x="16053" y="66524"/>
                  <a:pt x="12613" y="66216"/>
                  <a:pt x="9262" y="65598"/>
                </a:cubicBezTo>
                <a:cubicBezTo>
                  <a:pt x="5910" y="64981"/>
                  <a:pt x="2823" y="64143"/>
                  <a:pt x="0" y="63084"/>
                </a:cubicBezTo>
                <a:lnTo>
                  <a:pt x="0" y="51759"/>
                </a:lnTo>
                <a:lnTo>
                  <a:pt x="7039" y="51759"/>
                </a:lnTo>
                <a:cubicBezTo>
                  <a:pt x="8097" y="55075"/>
                  <a:pt x="9650" y="57474"/>
                  <a:pt x="11696" y="58956"/>
                </a:cubicBezTo>
                <a:cubicBezTo>
                  <a:pt x="13742" y="60438"/>
                  <a:pt x="16459" y="61179"/>
                  <a:pt x="19846" y="61179"/>
                </a:cubicBezTo>
                <a:cubicBezTo>
                  <a:pt x="24327" y="61179"/>
                  <a:pt x="27714" y="60156"/>
                  <a:pt x="30007" y="58110"/>
                </a:cubicBezTo>
                <a:cubicBezTo>
                  <a:pt x="32301" y="56063"/>
                  <a:pt x="33447" y="52994"/>
                  <a:pt x="33447" y="48901"/>
                </a:cubicBezTo>
                <a:cubicBezTo>
                  <a:pt x="33447" y="44561"/>
                  <a:pt x="31921" y="41262"/>
                  <a:pt x="28870" y="39004"/>
                </a:cubicBezTo>
                <a:cubicBezTo>
                  <a:pt x="25818" y="36746"/>
                  <a:pt x="21293" y="35617"/>
                  <a:pt x="15295" y="35617"/>
                </a:cubicBezTo>
                <a:lnTo>
                  <a:pt x="10638" y="35617"/>
                </a:lnTo>
                <a:lnTo>
                  <a:pt x="10638" y="30166"/>
                </a:lnTo>
                <a:cubicBezTo>
                  <a:pt x="15471" y="29990"/>
                  <a:pt x="19520" y="29240"/>
                  <a:pt x="22783" y="27917"/>
                </a:cubicBezTo>
                <a:cubicBezTo>
                  <a:pt x="26047" y="26594"/>
                  <a:pt x="28411" y="24891"/>
                  <a:pt x="29875" y="22810"/>
                </a:cubicBezTo>
                <a:cubicBezTo>
                  <a:pt x="31339" y="20728"/>
                  <a:pt x="32071" y="18347"/>
                  <a:pt x="32071" y="15665"/>
                </a:cubicBezTo>
                <a:cubicBezTo>
                  <a:pt x="32071" y="12525"/>
                  <a:pt x="31119" y="10055"/>
                  <a:pt x="29214" y="8256"/>
                </a:cubicBezTo>
                <a:cubicBezTo>
                  <a:pt x="27308" y="6457"/>
                  <a:pt x="24539" y="5557"/>
                  <a:pt x="20905" y="5557"/>
                </a:cubicBezTo>
                <a:cubicBezTo>
                  <a:pt x="17765" y="5557"/>
                  <a:pt x="15092" y="6404"/>
                  <a:pt x="12887" y="8097"/>
                </a:cubicBezTo>
                <a:cubicBezTo>
                  <a:pt x="10682" y="9791"/>
                  <a:pt x="8979" y="12313"/>
                  <a:pt x="7780" y="15665"/>
                </a:cubicBezTo>
                <a:lnTo>
                  <a:pt x="741" y="15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9" name="Text $">
            <a:extLst xmlns:a="http://schemas.openxmlformats.org/drawingml/2006/main">
              <a:ext uri="{FF2B5EF4-FFF2-40B4-BE49-F238E27FC236}">
                <a16:creationId xmlns:a16="http://schemas.microsoft.com/office/drawing/2014/main" id="{E5F6FDE2-027D-4763-AE30-52E5501D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297" y="4224294"/>
            <a:ext cx="57677" cy="67484"/>
          </a:xfrm>
          <a:custGeom xmlns:a="http://schemas.openxmlformats.org/drawingml/2006/main">
            <a:pathLst>
              <a:path w="57677" h="67484">
                <a:moveTo>
                  <a:pt x="52286" y="52480"/>
                </a:moveTo>
                <a:cubicBezTo>
                  <a:pt x="47263" y="57460"/>
                  <a:pt x="42251" y="61206"/>
                  <a:pt x="37249" y="63717"/>
                </a:cubicBezTo>
                <a:cubicBezTo>
                  <a:pt x="32248" y="66228"/>
                  <a:pt x="26868" y="67484"/>
                  <a:pt x="21109" y="67484"/>
                </a:cubicBezTo>
                <a:cubicBezTo>
                  <a:pt x="17732" y="67484"/>
                  <a:pt x="14733" y="66975"/>
                  <a:pt x="12113" y="65958"/>
                </a:cubicBezTo>
                <a:cubicBezTo>
                  <a:pt x="9494" y="64940"/>
                  <a:pt x="7285" y="63457"/>
                  <a:pt x="5488" y="61509"/>
                </a:cubicBezTo>
                <a:cubicBezTo>
                  <a:pt x="3691" y="59560"/>
                  <a:pt x="2327" y="57189"/>
                  <a:pt x="1396" y="54397"/>
                </a:cubicBezTo>
                <a:cubicBezTo>
                  <a:pt x="465" y="51604"/>
                  <a:pt x="0" y="48454"/>
                  <a:pt x="0" y="44946"/>
                </a:cubicBezTo>
                <a:cubicBezTo>
                  <a:pt x="0" y="42478"/>
                  <a:pt x="217" y="39912"/>
                  <a:pt x="650" y="37249"/>
                </a:cubicBezTo>
                <a:cubicBezTo>
                  <a:pt x="1083" y="34586"/>
                  <a:pt x="1754" y="31923"/>
                  <a:pt x="2663" y="29260"/>
                </a:cubicBezTo>
                <a:cubicBezTo>
                  <a:pt x="3572" y="26597"/>
                  <a:pt x="4698" y="23999"/>
                  <a:pt x="6040" y="21466"/>
                </a:cubicBezTo>
                <a:cubicBezTo>
                  <a:pt x="7383" y="18933"/>
                  <a:pt x="8963" y="16563"/>
                  <a:pt x="10782" y="14354"/>
                </a:cubicBezTo>
                <a:cubicBezTo>
                  <a:pt x="14419" y="9851"/>
                  <a:pt x="18803" y="6333"/>
                  <a:pt x="23934" y="3800"/>
                </a:cubicBezTo>
                <a:cubicBezTo>
                  <a:pt x="29066" y="1267"/>
                  <a:pt x="34662" y="0"/>
                  <a:pt x="40724" y="0"/>
                </a:cubicBezTo>
                <a:cubicBezTo>
                  <a:pt x="46267" y="0"/>
                  <a:pt x="50478" y="1212"/>
                  <a:pt x="53357" y="3637"/>
                </a:cubicBezTo>
                <a:cubicBezTo>
                  <a:pt x="56237" y="6062"/>
                  <a:pt x="57677" y="9505"/>
                  <a:pt x="57677" y="13964"/>
                </a:cubicBezTo>
                <a:cubicBezTo>
                  <a:pt x="57677" y="29639"/>
                  <a:pt x="42846" y="37477"/>
                  <a:pt x="13185" y="37477"/>
                </a:cubicBezTo>
                <a:cubicBezTo>
                  <a:pt x="12969" y="38603"/>
                  <a:pt x="12795" y="39826"/>
                  <a:pt x="12665" y="41147"/>
                </a:cubicBezTo>
                <a:cubicBezTo>
                  <a:pt x="12536" y="42467"/>
                  <a:pt x="12471" y="43907"/>
                  <a:pt x="12471" y="45466"/>
                </a:cubicBezTo>
                <a:cubicBezTo>
                  <a:pt x="12471" y="50186"/>
                  <a:pt x="13434" y="53628"/>
                  <a:pt x="15361" y="55793"/>
                </a:cubicBezTo>
                <a:cubicBezTo>
                  <a:pt x="17288" y="57958"/>
                  <a:pt x="20286" y="59041"/>
                  <a:pt x="24357" y="59041"/>
                </a:cubicBezTo>
                <a:cubicBezTo>
                  <a:pt x="26478" y="59041"/>
                  <a:pt x="28492" y="58813"/>
                  <a:pt x="30397" y="58359"/>
                </a:cubicBezTo>
                <a:cubicBezTo>
                  <a:pt x="32302" y="57904"/>
                  <a:pt x="34175" y="57200"/>
                  <a:pt x="36015" y="56248"/>
                </a:cubicBezTo>
                <a:cubicBezTo>
                  <a:pt x="37856" y="55295"/>
                  <a:pt x="39707" y="54072"/>
                  <a:pt x="41569" y="52578"/>
                </a:cubicBezTo>
                <a:cubicBezTo>
                  <a:pt x="43431" y="51084"/>
                  <a:pt x="45379" y="49298"/>
                  <a:pt x="47414" y="47219"/>
                </a:cubicBezTo>
                <a:lnTo>
                  <a:pt x="52286" y="52480"/>
                </a:lnTo>
                <a:moveTo>
                  <a:pt x="14484" y="31177"/>
                </a:moveTo>
                <a:cubicBezTo>
                  <a:pt x="19983" y="31133"/>
                  <a:pt x="24714" y="30700"/>
                  <a:pt x="28676" y="29877"/>
                </a:cubicBezTo>
                <a:cubicBezTo>
                  <a:pt x="32638" y="29055"/>
                  <a:pt x="35885" y="27929"/>
                  <a:pt x="38419" y="26500"/>
                </a:cubicBezTo>
                <a:cubicBezTo>
                  <a:pt x="40952" y="25071"/>
                  <a:pt x="42814" y="23382"/>
                  <a:pt x="44004" y="21434"/>
                </a:cubicBezTo>
                <a:cubicBezTo>
                  <a:pt x="45195" y="19485"/>
                  <a:pt x="45791" y="17342"/>
                  <a:pt x="45791" y="15004"/>
                </a:cubicBezTo>
                <a:cubicBezTo>
                  <a:pt x="45791" y="12319"/>
                  <a:pt x="45119" y="10219"/>
                  <a:pt x="43777" y="8703"/>
                </a:cubicBezTo>
                <a:cubicBezTo>
                  <a:pt x="42435" y="7188"/>
                  <a:pt x="40486" y="6430"/>
                  <a:pt x="37931" y="6430"/>
                </a:cubicBezTo>
                <a:cubicBezTo>
                  <a:pt x="35550" y="6430"/>
                  <a:pt x="33201" y="7015"/>
                  <a:pt x="30884" y="8184"/>
                </a:cubicBezTo>
                <a:cubicBezTo>
                  <a:pt x="28568" y="9353"/>
                  <a:pt x="26381" y="11009"/>
                  <a:pt x="24324" y="13153"/>
                </a:cubicBezTo>
                <a:cubicBezTo>
                  <a:pt x="22267" y="15296"/>
                  <a:pt x="20395" y="17894"/>
                  <a:pt x="18706" y="20947"/>
                </a:cubicBezTo>
                <a:cubicBezTo>
                  <a:pt x="17017" y="23999"/>
                  <a:pt x="15610" y="27409"/>
                  <a:pt x="14484" y="311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Text #">
            <a:extLst xmlns:a="http://schemas.openxmlformats.org/drawingml/2006/main">
              <a:ext uri="{FF2B5EF4-FFF2-40B4-BE49-F238E27FC236}">
                <a16:creationId xmlns:a16="http://schemas.microsoft.com/office/drawing/2014/main" id="{611090DD-21E2-4744-BC30-16289120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344" y="4254651"/>
            <a:ext cx="44932" cy="66524"/>
          </a:xfrm>
          <a:custGeom xmlns:a="http://schemas.openxmlformats.org/drawingml/2006/main">
            <a:pathLst>
              <a:path w="44932" h="66524">
                <a:moveTo>
                  <a:pt x="741" y="15718"/>
                </a:moveTo>
                <a:lnTo>
                  <a:pt x="741" y="5081"/>
                </a:lnTo>
                <a:cubicBezTo>
                  <a:pt x="9032" y="1694"/>
                  <a:pt x="16600" y="0"/>
                  <a:pt x="23445" y="0"/>
                </a:cubicBezTo>
                <a:cubicBezTo>
                  <a:pt x="27044" y="0"/>
                  <a:pt x="30369" y="485"/>
                  <a:pt x="33421" y="1455"/>
                </a:cubicBezTo>
                <a:cubicBezTo>
                  <a:pt x="36473" y="2426"/>
                  <a:pt x="38925" y="3969"/>
                  <a:pt x="40777" y="6086"/>
                </a:cubicBezTo>
                <a:cubicBezTo>
                  <a:pt x="42630" y="8203"/>
                  <a:pt x="43556" y="10849"/>
                  <a:pt x="43556" y="14025"/>
                </a:cubicBezTo>
                <a:cubicBezTo>
                  <a:pt x="43556" y="16812"/>
                  <a:pt x="42929" y="19229"/>
                  <a:pt x="41677" y="21275"/>
                </a:cubicBezTo>
                <a:cubicBezTo>
                  <a:pt x="40424" y="23321"/>
                  <a:pt x="38704" y="25094"/>
                  <a:pt x="36517" y="26594"/>
                </a:cubicBezTo>
                <a:cubicBezTo>
                  <a:pt x="34329" y="28093"/>
                  <a:pt x="31507" y="29566"/>
                  <a:pt x="28049" y="31013"/>
                </a:cubicBezTo>
                <a:lnTo>
                  <a:pt x="28049" y="31754"/>
                </a:lnTo>
                <a:cubicBezTo>
                  <a:pt x="33165" y="32565"/>
                  <a:pt x="37258" y="34400"/>
                  <a:pt x="40327" y="37258"/>
                </a:cubicBezTo>
                <a:cubicBezTo>
                  <a:pt x="43397" y="40116"/>
                  <a:pt x="44932" y="43591"/>
                  <a:pt x="44932" y="47684"/>
                </a:cubicBezTo>
                <a:cubicBezTo>
                  <a:pt x="44932" y="51282"/>
                  <a:pt x="43997" y="54493"/>
                  <a:pt x="42127" y="57316"/>
                </a:cubicBezTo>
                <a:cubicBezTo>
                  <a:pt x="40257" y="60138"/>
                  <a:pt x="37399" y="62379"/>
                  <a:pt x="33553" y="64037"/>
                </a:cubicBezTo>
                <a:cubicBezTo>
                  <a:pt x="29707" y="65695"/>
                  <a:pt x="25050" y="66524"/>
                  <a:pt x="19582" y="66524"/>
                </a:cubicBezTo>
                <a:cubicBezTo>
                  <a:pt x="16053" y="66524"/>
                  <a:pt x="12613" y="66216"/>
                  <a:pt x="9262" y="65598"/>
                </a:cubicBezTo>
                <a:cubicBezTo>
                  <a:pt x="5910" y="64981"/>
                  <a:pt x="2823" y="64143"/>
                  <a:pt x="0" y="63084"/>
                </a:cubicBezTo>
                <a:lnTo>
                  <a:pt x="0" y="51759"/>
                </a:lnTo>
                <a:lnTo>
                  <a:pt x="7039" y="51759"/>
                </a:lnTo>
                <a:cubicBezTo>
                  <a:pt x="8097" y="55075"/>
                  <a:pt x="9650" y="57474"/>
                  <a:pt x="11696" y="58956"/>
                </a:cubicBezTo>
                <a:cubicBezTo>
                  <a:pt x="13742" y="60438"/>
                  <a:pt x="16459" y="61179"/>
                  <a:pt x="19846" y="61179"/>
                </a:cubicBezTo>
                <a:cubicBezTo>
                  <a:pt x="24327" y="61179"/>
                  <a:pt x="27714" y="60156"/>
                  <a:pt x="30007" y="58110"/>
                </a:cubicBezTo>
                <a:cubicBezTo>
                  <a:pt x="32301" y="56063"/>
                  <a:pt x="33447" y="52994"/>
                  <a:pt x="33447" y="48901"/>
                </a:cubicBezTo>
                <a:cubicBezTo>
                  <a:pt x="33447" y="44561"/>
                  <a:pt x="31921" y="41262"/>
                  <a:pt x="28870" y="39004"/>
                </a:cubicBezTo>
                <a:cubicBezTo>
                  <a:pt x="25818" y="36746"/>
                  <a:pt x="21293" y="35617"/>
                  <a:pt x="15295" y="35617"/>
                </a:cubicBezTo>
                <a:lnTo>
                  <a:pt x="10638" y="35617"/>
                </a:lnTo>
                <a:lnTo>
                  <a:pt x="10638" y="30166"/>
                </a:lnTo>
                <a:cubicBezTo>
                  <a:pt x="15471" y="29990"/>
                  <a:pt x="19520" y="29240"/>
                  <a:pt x="22783" y="27917"/>
                </a:cubicBezTo>
                <a:cubicBezTo>
                  <a:pt x="26047" y="26594"/>
                  <a:pt x="28411" y="24891"/>
                  <a:pt x="29875" y="22810"/>
                </a:cubicBezTo>
                <a:cubicBezTo>
                  <a:pt x="31339" y="20728"/>
                  <a:pt x="32071" y="18347"/>
                  <a:pt x="32071" y="15665"/>
                </a:cubicBezTo>
                <a:cubicBezTo>
                  <a:pt x="32071" y="12525"/>
                  <a:pt x="31119" y="10055"/>
                  <a:pt x="29214" y="8256"/>
                </a:cubicBezTo>
                <a:cubicBezTo>
                  <a:pt x="27308" y="6457"/>
                  <a:pt x="24539" y="5557"/>
                  <a:pt x="20905" y="5557"/>
                </a:cubicBezTo>
                <a:cubicBezTo>
                  <a:pt x="17765" y="5557"/>
                  <a:pt x="15092" y="6404"/>
                  <a:pt x="12887" y="8097"/>
                </a:cubicBezTo>
                <a:cubicBezTo>
                  <a:pt x="10682" y="9791"/>
                  <a:pt x="8979" y="12313"/>
                  <a:pt x="7780" y="15665"/>
                </a:cubicBezTo>
                <a:lnTo>
                  <a:pt x="741" y="15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1" name="Text {𝐞">
            <a:extLst xmlns:a="http://schemas.openxmlformats.org/drawingml/2006/main">
              <a:ext uri="{FF2B5EF4-FFF2-40B4-BE49-F238E27FC236}">
                <a16:creationId xmlns:a16="http://schemas.microsoft.com/office/drawing/2014/main" id="{96CD9A68-39CB-44F4-BF69-0E9063E6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8199" y="4718350"/>
            <a:ext cx="153964" cy="169736"/>
          </a:xfrm>
          <a:custGeom xmlns:a="http://schemas.openxmlformats.org/drawingml/2006/main">
            <a:pathLst>
              <a:path w="153964" h="169736">
                <a:moveTo>
                  <a:pt x="0" y="80818"/>
                </a:moveTo>
                <a:cubicBezTo>
                  <a:pt x="5696" y="80640"/>
                  <a:pt x="9954" y="79261"/>
                  <a:pt x="12773" y="76680"/>
                </a:cubicBezTo>
                <a:cubicBezTo>
                  <a:pt x="15591" y="74098"/>
                  <a:pt x="17000" y="70761"/>
                  <a:pt x="17000" y="66666"/>
                </a:cubicBezTo>
                <a:cubicBezTo>
                  <a:pt x="17000" y="64530"/>
                  <a:pt x="16303" y="60317"/>
                  <a:pt x="14909" y="54027"/>
                </a:cubicBezTo>
                <a:cubicBezTo>
                  <a:pt x="13514" y="47737"/>
                  <a:pt x="12817" y="42130"/>
                  <a:pt x="12817" y="37205"/>
                </a:cubicBezTo>
                <a:cubicBezTo>
                  <a:pt x="12817" y="24922"/>
                  <a:pt x="16273" y="15710"/>
                  <a:pt x="23186" y="9568"/>
                </a:cubicBezTo>
                <a:cubicBezTo>
                  <a:pt x="30099" y="3427"/>
                  <a:pt x="40528" y="237"/>
                  <a:pt x="54472" y="0"/>
                </a:cubicBezTo>
                <a:lnTo>
                  <a:pt x="56786" y="0"/>
                </a:lnTo>
                <a:lnTo>
                  <a:pt x="56786" y="6765"/>
                </a:lnTo>
                <a:lnTo>
                  <a:pt x="55451" y="6765"/>
                </a:lnTo>
                <a:cubicBezTo>
                  <a:pt x="46847" y="6765"/>
                  <a:pt x="40112" y="9005"/>
                  <a:pt x="35247" y="13485"/>
                </a:cubicBezTo>
                <a:cubicBezTo>
                  <a:pt x="30381" y="17965"/>
                  <a:pt x="27948" y="25337"/>
                  <a:pt x="27948" y="35603"/>
                </a:cubicBezTo>
                <a:cubicBezTo>
                  <a:pt x="27948" y="39756"/>
                  <a:pt x="28542" y="44889"/>
                  <a:pt x="29728" y="51001"/>
                </a:cubicBezTo>
                <a:cubicBezTo>
                  <a:pt x="30915" y="57113"/>
                  <a:pt x="31508" y="61474"/>
                  <a:pt x="31508" y="64085"/>
                </a:cubicBezTo>
                <a:cubicBezTo>
                  <a:pt x="31508" y="69129"/>
                  <a:pt x="30025" y="73268"/>
                  <a:pt x="27058" y="76502"/>
                </a:cubicBezTo>
                <a:cubicBezTo>
                  <a:pt x="24091" y="79735"/>
                  <a:pt x="20561" y="82124"/>
                  <a:pt x="16466" y="83667"/>
                </a:cubicBezTo>
                <a:lnTo>
                  <a:pt x="16466" y="85269"/>
                </a:lnTo>
                <a:cubicBezTo>
                  <a:pt x="20561" y="86812"/>
                  <a:pt x="24091" y="89200"/>
                  <a:pt x="27058" y="92434"/>
                </a:cubicBezTo>
                <a:cubicBezTo>
                  <a:pt x="30025" y="95668"/>
                  <a:pt x="31508" y="99807"/>
                  <a:pt x="31508" y="104850"/>
                </a:cubicBezTo>
                <a:cubicBezTo>
                  <a:pt x="31508" y="107461"/>
                  <a:pt x="30915" y="111822"/>
                  <a:pt x="29728" y="117934"/>
                </a:cubicBezTo>
                <a:cubicBezTo>
                  <a:pt x="28542" y="124046"/>
                  <a:pt x="27948" y="129179"/>
                  <a:pt x="27948" y="133333"/>
                </a:cubicBezTo>
                <a:cubicBezTo>
                  <a:pt x="27948" y="144132"/>
                  <a:pt x="30381" y="151772"/>
                  <a:pt x="35247" y="156252"/>
                </a:cubicBezTo>
                <a:cubicBezTo>
                  <a:pt x="40112" y="160732"/>
                  <a:pt x="46847" y="162972"/>
                  <a:pt x="55451" y="162972"/>
                </a:cubicBezTo>
                <a:lnTo>
                  <a:pt x="56786" y="162972"/>
                </a:lnTo>
                <a:lnTo>
                  <a:pt x="56786" y="169736"/>
                </a:lnTo>
                <a:lnTo>
                  <a:pt x="54472" y="169736"/>
                </a:lnTo>
                <a:cubicBezTo>
                  <a:pt x="40528" y="169499"/>
                  <a:pt x="30099" y="166310"/>
                  <a:pt x="23186" y="160168"/>
                </a:cubicBezTo>
                <a:cubicBezTo>
                  <a:pt x="16273" y="154027"/>
                  <a:pt x="12817" y="144547"/>
                  <a:pt x="12817" y="131730"/>
                </a:cubicBezTo>
                <a:cubicBezTo>
                  <a:pt x="12817" y="126805"/>
                  <a:pt x="13514" y="121198"/>
                  <a:pt x="14909" y="114908"/>
                </a:cubicBezTo>
                <a:cubicBezTo>
                  <a:pt x="16303" y="108618"/>
                  <a:pt x="17000" y="104405"/>
                  <a:pt x="17000" y="102269"/>
                </a:cubicBezTo>
                <a:cubicBezTo>
                  <a:pt x="17000" y="98175"/>
                  <a:pt x="15591" y="94837"/>
                  <a:pt x="12773" y="92256"/>
                </a:cubicBezTo>
                <a:cubicBezTo>
                  <a:pt x="9954" y="89675"/>
                  <a:pt x="5696" y="88295"/>
                  <a:pt x="0" y="88117"/>
                </a:cubicBezTo>
                <a:lnTo>
                  <a:pt x="0" y="80818"/>
                </a:lnTo>
                <a:close/>
                <a:moveTo>
                  <a:pt x="151649" y="112772"/>
                </a:moveTo>
                <a:cubicBezTo>
                  <a:pt x="145597" y="119180"/>
                  <a:pt x="139604" y="123720"/>
                  <a:pt x="133670" y="126390"/>
                </a:cubicBezTo>
                <a:cubicBezTo>
                  <a:pt x="127736" y="129060"/>
                  <a:pt x="120912" y="130395"/>
                  <a:pt x="113198" y="130395"/>
                </a:cubicBezTo>
                <a:cubicBezTo>
                  <a:pt x="99373" y="130395"/>
                  <a:pt x="88974" y="126613"/>
                  <a:pt x="82001" y="119047"/>
                </a:cubicBezTo>
                <a:cubicBezTo>
                  <a:pt x="75029" y="111481"/>
                  <a:pt x="71543" y="100252"/>
                  <a:pt x="71543" y="85358"/>
                </a:cubicBezTo>
                <a:cubicBezTo>
                  <a:pt x="71543" y="75745"/>
                  <a:pt x="73338" y="67452"/>
                  <a:pt x="76928" y="60480"/>
                </a:cubicBezTo>
                <a:cubicBezTo>
                  <a:pt x="80518" y="53508"/>
                  <a:pt x="85606" y="48227"/>
                  <a:pt x="92193" y="44637"/>
                </a:cubicBezTo>
                <a:cubicBezTo>
                  <a:pt x="98779" y="41047"/>
                  <a:pt x="106434" y="39252"/>
                  <a:pt x="115156" y="39252"/>
                </a:cubicBezTo>
                <a:cubicBezTo>
                  <a:pt x="120556" y="39252"/>
                  <a:pt x="125288" y="39875"/>
                  <a:pt x="129353" y="41121"/>
                </a:cubicBezTo>
                <a:cubicBezTo>
                  <a:pt x="133418" y="42367"/>
                  <a:pt x="136904" y="44103"/>
                  <a:pt x="139811" y="46328"/>
                </a:cubicBezTo>
                <a:cubicBezTo>
                  <a:pt x="142719" y="48553"/>
                  <a:pt x="145122" y="51238"/>
                  <a:pt x="147021" y="54383"/>
                </a:cubicBezTo>
                <a:cubicBezTo>
                  <a:pt x="149276" y="58122"/>
                  <a:pt x="150982" y="62424"/>
                  <a:pt x="152139" y="67289"/>
                </a:cubicBezTo>
                <a:cubicBezTo>
                  <a:pt x="153296" y="72155"/>
                  <a:pt x="153904" y="78089"/>
                  <a:pt x="153964" y="85091"/>
                </a:cubicBezTo>
                <a:lnTo>
                  <a:pt x="97533" y="85091"/>
                </a:lnTo>
                <a:cubicBezTo>
                  <a:pt x="97592" y="95831"/>
                  <a:pt x="99506" y="103738"/>
                  <a:pt x="103274" y="108811"/>
                </a:cubicBezTo>
                <a:cubicBezTo>
                  <a:pt x="107042" y="113884"/>
                  <a:pt x="112783" y="116421"/>
                  <a:pt x="120497" y="116421"/>
                </a:cubicBezTo>
                <a:cubicBezTo>
                  <a:pt x="125007" y="116421"/>
                  <a:pt x="129071" y="115576"/>
                  <a:pt x="132691" y="113884"/>
                </a:cubicBezTo>
                <a:cubicBezTo>
                  <a:pt x="136310" y="112193"/>
                  <a:pt x="140227" y="109212"/>
                  <a:pt x="144440" y="104939"/>
                </a:cubicBezTo>
                <a:lnTo>
                  <a:pt x="151649" y="112772"/>
                </a:lnTo>
                <a:moveTo>
                  <a:pt x="127617" y="75478"/>
                </a:moveTo>
                <a:cubicBezTo>
                  <a:pt x="127380" y="66399"/>
                  <a:pt x="126193" y="59635"/>
                  <a:pt x="124057" y="55184"/>
                </a:cubicBezTo>
                <a:cubicBezTo>
                  <a:pt x="121921" y="50734"/>
                  <a:pt x="118479" y="48509"/>
                  <a:pt x="113732" y="48509"/>
                </a:cubicBezTo>
                <a:cubicBezTo>
                  <a:pt x="109163" y="48509"/>
                  <a:pt x="105529" y="50823"/>
                  <a:pt x="102829" y="55451"/>
                </a:cubicBezTo>
                <a:cubicBezTo>
                  <a:pt x="100129" y="60080"/>
                  <a:pt x="98512" y="66755"/>
                  <a:pt x="97978" y="75478"/>
                </a:cubicBezTo>
                <a:lnTo>
                  <a:pt x="127617" y="754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2" name="Text !">
            <a:extLst xmlns:a="http://schemas.openxmlformats.org/drawingml/2006/main">
              <a:ext uri="{FF2B5EF4-FFF2-40B4-BE49-F238E27FC236}">
                <a16:creationId xmlns:a16="http://schemas.microsoft.com/office/drawing/2014/main" id="{BE06F08E-7754-4019-BAFE-A1F71A43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631" y="4798077"/>
            <a:ext cx="68913" cy="89827"/>
          </a:xfrm>
          <a:custGeom xmlns:a="http://schemas.openxmlformats.org/drawingml/2006/main">
            <a:pathLst>
              <a:path w="68913" h="89827">
                <a:moveTo>
                  <a:pt x="19615" y="56053"/>
                </a:moveTo>
                <a:lnTo>
                  <a:pt x="12471" y="88658"/>
                </a:lnTo>
                <a:lnTo>
                  <a:pt x="0" y="88658"/>
                </a:lnTo>
                <a:lnTo>
                  <a:pt x="15718" y="18901"/>
                </a:lnTo>
                <a:cubicBezTo>
                  <a:pt x="16238" y="16606"/>
                  <a:pt x="16606" y="14798"/>
                  <a:pt x="16822" y="13477"/>
                </a:cubicBezTo>
                <a:cubicBezTo>
                  <a:pt x="17039" y="12157"/>
                  <a:pt x="17147" y="10977"/>
                  <a:pt x="17147" y="9938"/>
                </a:cubicBezTo>
                <a:cubicBezTo>
                  <a:pt x="17147" y="9115"/>
                  <a:pt x="17006" y="8400"/>
                  <a:pt x="16725" y="7794"/>
                </a:cubicBezTo>
                <a:cubicBezTo>
                  <a:pt x="16443" y="7188"/>
                  <a:pt x="15978" y="6701"/>
                  <a:pt x="15328" y="6333"/>
                </a:cubicBezTo>
                <a:cubicBezTo>
                  <a:pt x="14679" y="5965"/>
                  <a:pt x="13813" y="5694"/>
                  <a:pt x="12730" y="5521"/>
                </a:cubicBezTo>
                <a:cubicBezTo>
                  <a:pt x="11648" y="5348"/>
                  <a:pt x="10306" y="5239"/>
                  <a:pt x="8703" y="5196"/>
                </a:cubicBezTo>
                <a:lnTo>
                  <a:pt x="9678" y="779"/>
                </a:lnTo>
                <a:lnTo>
                  <a:pt x="27539" y="0"/>
                </a:lnTo>
                <a:lnTo>
                  <a:pt x="32216" y="0"/>
                </a:lnTo>
                <a:lnTo>
                  <a:pt x="20784" y="50532"/>
                </a:lnTo>
                <a:lnTo>
                  <a:pt x="22603" y="50532"/>
                </a:lnTo>
                <a:cubicBezTo>
                  <a:pt x="24248" y="50532"/>
                  <a:pt x="26024" y="50186"/>
                  <a:pt x="27929" y="49493"/>
                </a:cubicBezTo>
                <a:cubicBezTo>
                  <a:pt x="29834" y="48800"/>
                  <a:pt x="31729" y="47901"/>
                  <a:pt x="33612" y="46797"/>
                </a:cubicBezTo>
                <a:cubicBezTo>
                  <a:pt x="35496" y="45693"/>
                  <a:pt x="37304" y="44448"/>
                  <a:pt x="39036" y="43063"/>
                </a:cubicBezTo>
                <a:cubicBezTo>
                  <a:pt x="40768" y="41677"/>
                  <a:pt x="42294" y="40280"/>
                  <a:pt x="43615" y="38873"/>
                </a:cubicBezTo>
                <a:cubicBezTo>
                  <a:pt x="44935" y="37466"/>
                  <a:pt x="45985" y="36134"/>
                  <a:pt x="46765" y="34879"/>
                </a:cubicBezTo>
                <a:cubicBezTo>
                  <a:pt x="47544" y="33623"/>
                  <a:pt x="47934" y="32562"/>
                  <a:pt x="47934" y="31696"/>
                </a:cubicBezTo>
                <a:cubicBezTo>
                  <a:pt x="47934" y="30657"/>
                  <a:pt x="47587" y="29813"/>
                  <a:pt x="46895" y="29163"/>
                </a:cubicBezTo>
                <a:cubicBezTo>
                  <a:pt x="46202" y="28514"/>
                  <a:pt x="44946" y="28081"/>
                  <a:pt x="43128" y="27864"/>
                </a:cubicBezTo>
                <a:lnTo>
                  <a:pt x="43907" y="23707"/>
                </a:lnTo>
                <a:lnTo>
                  <a:pt x="67289" y="23707"/>
                </a:lnTo>
                <a:lnTo>
                  <a:pt x="68913" y="27734"/>
                </a:lnTo>
                <a:cubicBezTo>
                  <a:pt x="66185" y="30072"/>
                  <a:pt x="63565" y="32237"/>
                  <a:pt x="61054" y="34229"/>
                </a:cubicBezTo>
                <a:cubicBezTo>
                  <a:pt x="58543" y="36221"/>
                  <a:pt x="56085" y="38137"/>
                  <a:pt x="53682" y="39977"/>
                </a:cubicBezTo>
                <a:cubicBezTo>
                  <a:pt x="51279" y="41818"/>
                  <a:pt x="48876" y="43625"/>
                  <a:pt x="46472" y="45401"/>
                </a:cubicBezTo>
                <a:cubicBezTo>
                  <a:pt x="44069" y="47176"/>
                  <a:pt x="41612" y="49016"/>
                  <a:pt x="39101" y="50922"/>
                </a:cubicBezTo>
                <a:cubicBezTo>
                  <a:pt x="40140" y="54212"/>
                  <a:pt x="41201" y="57557"/>
                  <a:pt x="42283" y="60957"/>
                </a:cubicBezTo>
                <a:cubicBezTo>
                  <a:pt x="43366" y="64356"/>
                  <a:pt x="44448" y="67722"/>
                  <a:pt x="45531" y="71056"/>
                </a:cubicBezTo>
                <a:cubicBezTo>
                  <a:pt x="46050" y="72832"/>
                  <a:pt x="46537" y="74358"/>
                  <a:pt x="46992" y="75636"/>
                </a:cubicBezTo>
                <a:cubicBezTo>
                  <a:pt x="47447" y="76913"/>
                  <a:pt x="47934" y="77952"/>
                  <a:pt x="48454" y="78753"/>
                </a:cubicBezTo>
                <a:cubicBezTo>
                  <a:pt x="48973" y="79554"/>
                  <a:pt x="49536" y="80150"/>
                  <a:pt x="50142" y="80539"/>
                </a:cubicBezTo>
                <a:cubicBezTo>
                  <a:pt x="50748" y="80929"/>
                  <a:pt x="51485" y="81124"/>
                  <a:pt x="52351" y="81124"/>
                </a:cubicBezTo>
                <a:cubicBezTo>
                  <a:pt x="52957" y="81124"/>
                  <a:pt x="53585" y="81016"/>
                  <a:pt x="54234" y="80799"/>
                </a:cubicBezTo>
                <a:cubicBezTo>
                  <a:pt x="54884" y="80583"/>
                  <a:pt x="55609" y="80193"/>
                  <a:pt x="56410" y="79630"/>
                </a:cubicBezTo>
                <a:cubicBezTo>
                  <a:pt x="57211" y="79067"/>
                  <a:pt x="58120" y="78299"/>
                  <a:pt x="59138" y="77324"/>
                </a:cubicBezTo>
                <a:cubicBezTo>
                  <a:pt x="60156" y="76350"/>
                  <a:pt x="61314" y="75127"/>
                  <a:pt x="62613" y="73655"/>
                </a:cubicBezTo>
                <a:lnTo>
                  <a:pt x="67030" y="77876"/>
                </a:lnTo>
                <a:cubicBezTo>
                  <a:pt x="64994" y="79955"/>
                  <a:pt x="63100" y="81752"/>
                  <a:pt x="61346" y="83267"/>
                </a:cubicBezTo>
                <a:cubicBezTo>
                  <a:pt x="59593" y="84783"/>
                  <a:pt x="57926" y="86028"/>
                  <a:pt x="56345" y="87002"/>
                </a:cubicBezTo>
                <a:cubicBezTo>
                  <a:pt x="54765" y="87976"/>
                  <a:pt x="53238" y="88691"/>
                  <a:pt x="51766" y="89145"/>
                </a:cubicBezTo>
                <a:cubicBezTo>
                  <a:pt x="50294" y="89600"/>
                  <a:pt x="48800" y="89827"/>
                  <a:pt x="47284" y="89827"/>
                </a:cubicBezTo>
                <a:cubicBezTo>
                  <a:pt x="44556" y="89827"/>
                  <a:pt x="42359" y="89145"/>
                  <a:pt x="40692" y="87781"/>
                </a:cubicBezTo>
                <a:cubicBezTo>
                  <a:pt x="39025" y="86417"/>
                  <a:pt x="37607" y="84469"/>
                  <a:pt x="36438" y="81936"/>
                </a:cubicBezTo>
                <a:cubicBezTo>
                  <a:pt x="35268" y="79403"/>
                  <a:pt x="34197" y="76339"/>
                  <a:pt x="33222" y="72745"/>
                </a:cubicBezTo>
                <a:cubicBezTo>
                  <a:pt x="32248" y="69151"/>
                  <a:pt x="31112" y="65146"/>
                  <a:pt x="29813" y="60729"/>
                </a:cubicBezTo>
                <a:cubicBezTo>
                  <a:pt x="29509" y="59690"/>
                  <a:pt x="29217" y="58856"/>
                  <a:pt x="28936" y="58229"/>
                </a:cubicBezTo>
                <a:cubicBezTo>
                  <a:pt x="28654" y="57601"/>
                  <a:pt x="28297" y="57124"/>
                  <a:pt x="27864" y="56800"/>
                </a:cubicBezTo>
                <a:cubicBezTo>
                  <a:pt x="27431" y="56475"/>
                  <a:pt x="26890" y="56269"/>
                  <a:pt x="26240" y="56183"/>
                </a:cubicBezTo>
                <a:cubicBezTo>
                  <a:pt x="25591" y="56096"/>
                  <a:pt x="24768" y="56053"/>
                  <a:pt x="23772" y="56053"/>
                </a:cubicBezTo>
                <a:lnTo>
                  <a:pt x="19615" y="560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3" name="Text }">
            <a:extLst xmlns:a="http://schemas.openxmlformats.org/drawingml/2006/main">
              <a:ext uri="{FF2B5EF4-FFF2-40B4-BE49-F238E27FC236}">
                <a16:creationId xmlns:a16="http://schemas.microsoft.com/office/drawing/2014/main" id="{84568712-E25D-403A-ADE6-4951C248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762" y="4718350"/>
            <a:ext cx="56786" cy="169736"/>
          </a:xfrm>
          <a:custGeom xmlns:a="http://schemas.openxmlformats.org/drawingml/2006/main">
            <a:pathLst>
              <a:path w="56786" h="169736">
                <a:moveTo>
                  <a:pt x="56786" y="88206"/>
                </a:moveTo>
                <a:cubicBezTo>
                  <a:pt x="51090" y="88384"/>
                  <a:pt x="46833" y="89764"/>
                  <a:pt x="44014" y="92345"/>
                </a:cubicBezTo>
                <a:cubicBezTo>
                  <a:pt x="41195" y="94926"/>
                  <a:pt x="39786" y="98264"/>
                  <a:pt x="39786" y="102358"/>
                </a:cubicBezTo>
                <a:cubicBezTo>
                  <a:pt x="39786" y="104494"/>
                  <a:pt x="40483" y="108707"/>
                  <a:pt x="41878" y="114997"/>
                </a:cubicBezTo>
                <a:cubicBezTo>
                  <a:pt x="43272" y="121287"/>
                  <a:pt x="43969" y="126894"/>
                  <a:pt x="43969" y="131819"/>
                </a:cubicBezTo>
                <a:cubicBezTo>
                  <a:pt x="43969" y="144577"/>
                  <a:pt x="40513" y="154027"/>
                  <a:pt x="33600" y="160168"/>
                </a:cubicBezTo>
                <a:cubicBezTo>
                  <a:pt x="26687" y="166310"/>
                  <a:pt x="16259" y="169499"/>
                  <a:pt x="2314" y="169736"/>
                </a:cubicBezTo>
                <a:lnTo>
                  <a:pt x="0" y="169736"/>
                </a:lnTo>
                <a:lnTo>
                  <a:pt x="0" y="162972"/>
                </a:lnTo>
                <a:lnTo>
                  <a:pt x="1335" y="162972"/>
                </a:lnTo>
                <a:cubicBezTo>
                  <a:pt x="9939" y="162972"/>
                  <a:pt x="16674" y="160732"/>
                  <a:pt x="21540" y="156252"/>
                </a:cubicBezTo>
                <a:cubicBezTo>
                  <a:pt x="26405" y="151772"/>
                  <a:pt x="28838" y="144162"/>
                  <a:pt x="28838" y="133422"/>
                </a:cubicBezTo>
                <a:cubicBezTo>
                  <a:pt x="28838" y="129268"/>
                  <a:pt x="28245" y="124135"/>
                  <a:pt x="27058" y="118023"/>
                </a:cubicBezTo>
                <a:cubicBezTo>
                  <a:pt x="25871" y="111912"/>
                  <a:pt x="25278" y="107550"/>
                  <a:pt x="25278" y="104939"/>
                </a:cubicBezTo>
                <a:cubicBezTo>
                  <a:pt x="25278" y="99896"/>
                  <a:pt x="26761" y="95757"/>
                  <a:pt x="29728" y="92523"/>
                </a:cubicBezTo>
                <a:cubicBezTo>
                  <a:pt x="32695" y="89289"/>
                  <a:pt x="36226" y="86901"/>
                  <a:pt x="40320" y="85358"/>
                </a:cubicBezTo>
                <a:lnTo>
                  <a:pt x="40320" y="83756"/>
                </a:lnTo>
                <a:cubicBezTo>
                  <a:pt x="36226" y="82213"/>
                  <a:pt x="32695" y="79824"/>
                  <a:pt x="29728" y="76591"/>
                </a:cubicBezTo>
                <a:cubicBezTo>
                  <a:pt x="26761" y="73357"/>
                  <a:pt x="25278" y="69218"/>
                  <a:pt x="25278" y="64174"/>
                </a:cubicBezTo>
                <a:cubicBezTo>
                  <a:pt x="25278" y="61563"/>
                  <a:pt x="25871" y="57202"/>
                  <a:pt x="27058" y="51090"/>
                </a:cubicBezTo>
                <a:cubicBezTo>
                  <a:pt x="28245" y="44978"/>
                  <a:pt x="28838" y="39845"/>
                  <a:pt x="28838" y="35692"/>
                </a:cubicBezTo>
                <a:cubicBezTo>
                  <a:pt x="28838" y="25367"/>
                  <a:pt x="26405" y="17965"/>
                  <a:pt x="21540" y="13485"/>
                </a:cubicBezTo>
                <a:cubicBezTo>
                  <a:pt x="16674" y="9005"/>
                  <a:pt x="9939" y="6765"/>
                  <a:pt x="1335" y="6765"/>
                </a:cubicBezTo>
                <a:lnTo>
                  <a:pt x="0" y="6765"/>
                </a:lnTo>
                <a:lnTo>
                  <a:pt x="0" y="0"/>
                </a:lnTo>
                <a:lnTo>
                  <a:pt x="2314" y="0"/>
                </a:lnTo>
                <a:cubicBezTo>
                  <a:pt x="16259" y="237"/>
                  <a:pt x="26687" y="3427"/>
                  <a:pt x="33600" y="9568"/>
                </a:cubicBezTo>
                <a:cubicBezTo>
                  <a:pt x="40513" y="15710"/>
                  <a:pt x="43969" y="24952"/>
                  <a:pt x="43969" y="37294"/>
                </a:cubicBezTo>
                <a:cubicBezTo>
                  <a:pt x="43969" y="42219"/>
                  <a:pt x="43272" y="47826"/>
                  <a:pt x="41878" y="54116"/>
                </a:cubicBezTo>
                <a:cubicBezTo>
                  <a:pt x="40483" y="60406"/>
                  <a:pt x="39786" y="64619"/>
                  <a:pt x="39786" y="66755"/>
                </a:cubicBezTo>
                <a:cubicBezTo>
                  <a:pt x="39786" y="70850"/>
                  <a:pt x="41195" y="74187"/>
                  <a:pt x="44014" y="76769"/>
                </a:cubicBezTo>
                <a:cubicBezTo>
                  <a:pt x="46833" y="79350"/>
                  <a:pt x="51090" y="80729"/>
                  <a:pt x="56786" y="80907"/>
                </a:cubicBezTo>
                <a:lnTo>
                  <a:pt x="56786" y="882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4" name="Text !&quot;#">
            <a:extLst xmlns:a="http://schemas.openxmlformats.org/drawingml/2006/main">
              <a:ext uri="{FF2B5EF4-FFF2-40B4-BE49-F238E27FC236}">
                <a16:creationId xmlns:a16="http://schemas.microsoft.com/office/drawing/2014/main" id="{8B8FC107-D4D3-47E9-BBDA-7A02EB23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18" y="4817782"/>
            <a:ext cx="231773" cy="89827"/>
          </a:xfrm>
          <a:custGeom xmlns:a="http://schemas.openxmlformats.org/drawingml/2006/main">
            <a:pathLst>
              <a:path w="231773" h="89827">
                <a:moveTo>
                  <a:pt x="19615" y="56053"/>
                </a:moveTo>
                <a:lnTo>
                  <a:pt x="12471" y="88658"/>
                </a:lnTo>
                <a:lnTo>
                  <a:pt x="0" y="88658"/>
                </a:lnTo>
                <a:lnTo>
                  <a:pt x="15718" y="18901"/>
                </a:lnTo>
                <a:cubicBezTo>
                  <a:pt x="16238" y="16606"/>
                  <a:pt x="16606" y="14798"/>
                  <a:pt x="16822" y="13477"/>
                </a:cubicBezTo>
                <a:cubicBezTo>
                  <a:pt x="17039" y="12157"/>
                  <a:pt x="17147" y="10977"/>
                  <a:pt x="17147" y="9938"/>
                </a:cubicBezTo>
                <a:cubicBezTo>
                  <a:pt x="17147" y="9115"/>
                  <a:pt x="17006" y="8400"/>
                  <a:pt x="16725" y="7794"/>
                </a:cubicBezTo>
                <a:cubicBezTo>
                  <a:pt x="16443" y="7188"/>
                  <a:pt x="15978" y="6701"/>
                  <a:pt x="15328" y="6333"/>
                </a:cubicBezTo>
                <a:cubicBezTo>
                  <a:pt x="14679" y="5965"/>
                  <a:pt x="13813" y="5694"/>
                  <a:pt x="12730" y="5521"/>
                </a:cubicBezTo>
                <a:cubicBezTo>
                  <a:pt x="11648" y="5348"/>
                  <a:pt x="10306" y="5239"/>
                  <a:pt x="8703" y="5196"/>
                </a:cubicBezTo>
                <a:lnTo>
                  <a:pt x="9678" y="779"/>
                </a:lnTo>
                <a:lnTo>
                  <a:pt x="27539" y="0"/>
                </a:lnTo>
                <a:lnTo>
                  <a:pt x="32216" y="0"/>
                </a:lnTo>
                <a:lnTo>
                  <a:pt x="20784" y="50532"/>
                </a:lnTo>
                <a:lnTo>
                  <a:pt x="22603" y="50532"/>
                </a:lnTo>
                <a:cubicBezTo>
                  <a:pt x="24248" y="50532"/>
                  <a:pt x="26024" y="50186"/>
                  <a:pt x="27929" y="49493"/>
                </a:cubicBezTo>
                <a:cubicBezTo>
                  <a:pt x="29834" y="48800"/>
                  <a:pt x="31729" y="47901"/>
                  <a:pt x="33612" y="46797"/>
                </a:cubicBezTo>
                <a:cubicBezTo>
                  <a:pt x="35496" y="45693"/>
                  <a:pt x="37304" y="44448"/>
                  <a:pt x="39036" y="43063"/>
                </a:cubicBezTo>
                <a:cubicBezTo>
                  <a:pt x="40768" y="41677"/>
                  <a:pt x="42294" y="40280"/>
                  <a:pt x="43615" y="38873"/>
                </a:cubicBezTo>
                <a:cubicBezTo>
                  <a:pt x="44935" y="37466"/>
                  <a:pt x="45985" y="36134"/>
                  <a:pt x="46765" y="34879"/>
                </a:cubicBezTo>
                <a:cubicBezTo>
                  <a:pt x="47544" y="33623"/>
                  <a:pt x="47934" y="32562"/>
                  <a:pt x="47934" y="31696"/>
                </a:cubicBezTo>
                <a:cubicBezTo>
                  <a:pt x="47934" y="30657"/>
                  <a:pt x="47587" y="29813"/>
                  <a:pt x="46895" y="29163"/>
                </a:cubicBezTo>
                <a:cubicBezTo>
                  <a:pt x="46202" y="28514"/>
                  <a:pt x="44946" y="28081"/>
                  <a:pt x="43128" y="27864"/>
                </a:cubicBezTo>
                <a:lnTo>
                  <a:pt x="43907" y="23707"/>
                </a:lnTo>
                <a:lnTo>
                  <a:pt x="67289" y="23707"/>
                </a:lnTo>
                <a:lnTo>
                  <a:pt x="68913" y="27734"/>
                </a:lnTo>
                <a:cubicBezTo>
                  <a:pt x="66185" y="30072"/>
                  <a:pt x="63565" y="32237"/>
                  <a:pt x="61054" y="34229"/>
                </a:cubicBezTo>
                <a:cubicBezTo>
                  <a:pt x="58543" y="36221"/>
                  <a:pt x="56085" y="38137"/>
                  <a:pt x="53682" y="39977"/>
                </a:cubicBezTo>
                <a:cubicBezTo>
                  <a:pt x="51279" y="41818"/>
                  <a:pt x="48876" y="43625"/>
                  <a:pt x="46472" y="45401"/>
                </a:cubicBezTo>
                <a:cubicBezTo>
                  <a:pt x="44069" y="47176"/>
                  <a:pt x="41612" y="49016"/>
                  <a:pt x="39101" y="50922"/>
                </a:cubicBezTo>
                <a:cubicBezTo>
                  <a:pt x="40140" y="54212"/>
                  <a:pt x="41201" y="57557"/>
                  <a:pt x="42283" y="60957"/>
                </a:cubicBezTo>
                <a:cubicBezTo>
                  <a:pt x="43366" y="64356"/>
                  <a:pt x="44448" y="67722"/>
                  <a:pt x="45531" y="71056"/>
                </a:cubicBezTo>
                <a:cubicBezTo>
                  <a:pt x="46050" y="72832"/>
                  <a:pt x="46537" y="74358"/>
                  <a:pt x="46992" y="75636"/>
                </a:cubicBezTo>
                <a:cubicBezTo>
                  <a:pt x="47447" y="76913"/>
                  <a:pt x="47934" y="77952"/>
                  <a:pt x="48454" y="78753"/>
                </a:cubicBezTo>
                <a:cubicBezTo>
                  <a:pt x="48973" y="79554"/>
                  <a:pt x="49536" y="80150"/>
                  <a:pt x="50142" y="80539"/>
                </a:cubicBezTo>
                <a:cubicBezTo>
                  <a:pt x="50748" y="80929"/>
                  <a:pt x="51485" y="81124"/>
                  <a:pt x="52351" y="81124"/>
                </a:cubicBezTo>
                <a:cubicBezTo>
                  <a:pt x="52957" y="81124"/>
                  <a:pt x="53585" y="81016"/>
                  <a:pt x="54234" y="80799"/>
                </a:cubicBezTo>
                <a:cubicBezTo>
                  <a:pt x="54884" y="80583"/>
                  <a:pt x="55609" y="80193"/>
                  <a:pt x="56410" y="79630"/>
                </a:cubicBezTo>
                <a:cubicBezTo>
                  <a:pt x="57211" y="79067"/>
                  <a:pt x="58120" y="78299"/>
                  <a:pt x="59138" y="77324"/>
                </a:cubicBezTo>
                <a:cubicBezTo>
                  <a:pt x="60156" y="76350"/>
                  <a:pt x="61314" y="75127"/>
                  <a:pt x="62613" y="73655"/>
                </a:cubicBezTo>
                <a:lnTo>
                  <a:pt x="67030" y="77876"/>
                </a:lnTo>
                <a:cubicBezTo>
                  <a:pt x="64994" y="79955"/>
                  <a:pt x="63100" y="81752"/>
                  <a:pt x="61346" y="83267"/>
                </a:cubicBezTo>
                <a:cubicBezTo>
                  <a:pt x="59593" y="84783"/>
                  <a:pt x="57926" y="86028"/>
                  <a:pt x="56345" y="87002"/>
                </a:cubicBezTo>
                <a:cubicBezTo>
                  <a:pt x="54765" y="87976"/>
                  <a:pt x="53238" y="88691"/>
                  <a:pt x="51766" y="89145"/>
                </a:cubicBezTo>
                <a:cubicBezTo>
                  <a:pt x="50294" y="89600"/>
                  <a:pt x="48800" y="89827"/>
                  <a:pt x="47284" y="89827"/>
                </a:cubicBezTo>
                <a:cubicBezTo>
                  <a:pt x="44556" y="89827"/>
                  <a:pt x="42359" y="89145"/>
                  <a:pt x="40692" y="87781"/>
                </a:cubicBezTo>
                <a:cubicBezTo>
                  <a:pt x="39025" y="86417"/>
                  <a:pt x="37607" y="84469"/>
                  <a:pt x="36438" y="81936"/>
                </a:cubicBezTo>
                <a:cubicBezTo>
                  <a:pt x="35268" y="79403"/>
                  <a:pt x="34197" y="76339"/>
                  <a:pt x="33222" y="72745"/>
                </a:cubicBezTo>
                <a:cubicBezTo>
                  <a:pt x="32248" y="69151"/>
                  <a:pt x="31112" y="65146"/>
                  <a:pt x="29813" y="60729"/>
                </a:cubicBezTo>
                <a:cubicBezTo>
                  <a:pt x="29509" y="59690"/>
                  <a:pt x="29217" y="58856"/>
                  <a:pt x="28936" y="58229"/>
                </a:cubicBezTo>
                <a:cubicBezTo>
                  <a:pt x="28654" y="57601"/>
                  <a:pt x="28297" y="57124"/>
                  <a:pt x="27864" y="56800"/>
                </a:cubicBezTo>
                <a:cubicBezTo>
                  <a:pt x="27431" y="56475"/>
                  <a:pt x="26890" y="56269"/>
                  <a:pt x="26240" y="56183"/>
                </a:cubicBezTo>
                <a:cubicBezTo>
                  <a:pt x="25591" y="56096"/>
                  <a:pt x="24768" y="56053"/>
                  <a:pt x="23772" y="56053"/>
                </a:cubicBezTo>
                <a:lnTo>
                  <a:pt x="19615" y="56053"/>
                </a:lnTo>
                <a:close/>
                <a:moveTo>
                  <a:pt x="86315" y="41504"/>
                </a:moveTo>
                <a:lnTo>
                  <a:pt x="86315" y="31566"/>
                </a:lnTo>
                <a:lnTo>
                  <a:pt x="161139" y="31566"/>
                </a:lnTo>
                <a:lnTo>
                  <a:pt x="161139" y="41504"/>
                </a:lnTo>
                <a:lnTo>
                  <a:pt x="86315" y="41504"/>
                </a:lnTo>
                <a:moveTo>
                  <a:pt x="86315" y="69757"/>
                </a:moveTo>
                <a:lnTo>
                  <a:pt x="86315" y="59820"/>
                </a:lnTo>
                <a:lnTo>
                  <a:pt x="161139" y="59820"/>
                </a:lnTo>
                <a:lnTo>
                  <a:pt x="161139" y="69757"/>
                </a:lnTo>
                <a:lnTo>
                  <a:pt x="86315" y="69757"/>
                </a:lnTo>
                <a:close/>
                <a:moveTo>
                  <a:pt x="222875" y="40075"/>
                </a:moveTo>
                <a:cubicBezTo>
                  <a:pt x="222398" y="36178"/>
                  <a:pt x="221110" y="33298"/>
                  <a:pt x="219010" y="31436"/>
                </a:cubicBezTo>
                <a:cubicBezTo>
                  <a:pt x="216910" y="29574"/>
                  <a:pt x="213651" y="28643"/>
                  <a:pt x="209235" y="28643"/>
                </a:cubicBezTo>
                <a:cubicBezTo>
                  <a:pt x="207459" y="28643"/>
                  <a:pt x="205814" y="28882"/>
                  <a:pt x="204299" y="29358"/>
                </a:cubicBezTo>
                <a:cubicBezTo>
                  <a:pt x="202783" y="29834"/>
                  <a:pt x="201484" y="30495"/>
                  <a:pt x="200401" y="31339"/>
                </a:cubicBezTo>
                <a:cubicBezTo>
                  <a:pt x="199319" y="32183"/>
                  <a:pt x="198475" y="33190"/>
                  <a:pt x="197868" y="34359"/>
                </a:cubicBezTo>
                <a:cubicBezTo>
                  <a:pt x="197262" y="35528"/>
                  <a:pt x="196959" y="36806"/>
                  <a:pt x="196959" y="38191"/>
                </a:cubicBezTo>
                <a:cubicBezTo>
                  <a:pt x="196959" y="39447"/>
                  <a:pt x="197111" y="40594"/>
                  <a:pt x="197414" y="41634"/>
                </a:cubicBezTo>
                <a:cubicBezTo>
                  <a:pt x="197717" y="42673"/>
                  <a:pt x="198312" y="43690"/>
                  <a:pt x="199200" y="44686"/>
                </a:cubicBezTo>
                <a:cubicBezTo>
                  <a:pt x="200088" y="45682"/>
                  <a:pt x="201343" y="46721"/>
                  <a:pt x="202967" y="47804"/>
                </a:cubicBezTo>
                <a:cubicBezTo>
                  <a:pt x="204591" y="48887"/>
                  <a:pt x="206723" y="50121"/>
                  <a:pt x="209365" y="51506"/>
                </a:cubicBezTo>
                <a:cubicBezTo>
                  <a:pt x="212136" y="53022"/>
                  <a:pt x="214442" y="54472"/>
                  <a:pt x="216282" y="55858"/>
                </a:cubicBezTo>
                <a:cubicBezTo>
                  <a:pt x="218122" y="57244"/>
                  <a:pt x="219584" y="58651"/>
                  <a:pt x="220666" y="60080"/>
                </a:cubicBezTo>
                <a:cubicBezTo>
                  <a:pt x="221749" y="61509"/>
                  <a:pt x="222506" y="63035"/>
                  <a:pt x="222939" y="64659"/>
                </a:cubicBezTo>
                <a:cubicBezTo>
                  <a:pt x="223372" y="66283"/>
                  <a:pt x="223589" y="68090"/>
                  <a:pt x="223589" y="70082"/>
                </a:cubicBezTo>
                <a:cubicBezTo>
                  <a:pt x="223589" y="73157"/>
                  <a:pt x="222961" y="75917"/>
                  <a:pt x="221705" y="78363"/>
                </a:cubicBezTo>
                <a:cubicBezTo>
                  <a:pt x="220450" y="80810"/>
                  <a:pt x="218696" y="82878"/>
                  <a:pt x="216444" y="84566"/>
                </a:cubicBezTo>
                <a:cubicBezTo>
                  <a:pt x="214193" y="86255"/>
                  <a:pt x="211541" y="87554"/>
                  <a:pt x="208488" y="88463"/>
                </a:cubicBezTo>
                <a:cubicBezTo>
                  <a:pt x="205435" y="89373"/>
                  <a:pt x="202090" y="89827"/>
                  <a:pt x="198453" y="89827"/>
                </a:cubicBezTo>
                <a:cubicBezTo>
                  <a:pt x="194469" y="89827"/>
                  <a:pt x="190551" y="89568"/>
                  <a:pt x="186697" y="89048"/>
                </a:cubicBezTo>
                <a:cubicBezTo>
                  <a:pt x="182843" y="88528"/>
                  <a:pt x="178773" y="87641"/>
                  <a:pt x="174486" y="86385"/>
                </a:cubicBezTo>
                <a:lnTo>
                  <a:pt x="177863" y="71576"/>
                </a:lnTo>
                <a:lnTo>
                  <a:pt x="183514" y="71576"/>
                </a:lnTo>
                <a:cubicBezTo>
                  <a:pt x="183731" y="75603"/>
                  <a:pt x="184997" y="78623"/>
                  <a:pt x="187314" y="80637"/>
                </a:cubicBezTo>
                <a:cubicBezTo>
                  <a:pt x="189630" y="82650"/>
                  <a:pt x="193214" y="83657"/>
                  <a:pt x="198063" y="83657"/>
                </a:cubicBezTo>
                <a:cubicBezTo>
                  <a:pt x="202393" y="83657"/>
                  <a:pt x="205803" y="82726"/>
                  <a:pt x="208293" y="80864"/>
                </a:cubicBezTo>
                <a:cubicBezTo>
                  <a:pt x="210783" y="79002"/>
                  <a:pt x="212028" y="76404"/>
                  <a:pt x="212028" y="73070"/>
                </a:cubicBezTo>
                <a:cubicBezTo>
                  <a:pt x="212028" y="71554"/>
                  <a:pt x="211876" y="70245"/>
                  <a:pt x="211573" y="69140"/>
                </a:cubicBezTo>
                <a:cubicBezTo>
                  <a:pt x="211270" y="68036"/>
                  <a:pt x="210675" y="66986"/>
                  <a:pt x="209787" y="65990"/>
                </a:cubicBezTo>
                <a:cubicBezTo>
                  <a:pt x="208899" y="64994"/>
                  <a:pt x="207687" y="63966"/>
                  <a:pt x="206150" y="62905"/>
                </a:cubicBezTo>
                <a:cubicBezTo>
                  <a:pt x="204612" y="61844"/>
                  <a:pt x="202610" y="60621"/>
                  <a:pt x="200142" y="59235"/>
                </a:cubicBezTo>
                <a:cubicBezTo>
                  <a:pt x="197587" y="57806"/>
                  <a:pt x="195389" y="56399"/>
                  <a:pt x="193549" y="55014"/>
                </a:cubicBezTo>
                <a:cubicBezTo>
                  <a:pt x="191709" y="53628"/>
                  <a:pt x="190193" y="52221"/>
                  <a:pt x="189003" y="50792"/>
                </a:cubicBezTo>
                <a:cubicBezTo>
                  <a:pt x="187812" y="49363"/>
                  <a:pt x="186935" y="47869"/>
                  <a:pt x="186372" y="46310"/>
                </a:cubicBezTo>
                <a:cubicBezTo>
                  <a:pt x="185809" y="44751"/>
                  <a:pt x="185528" y="43084"/>
                  <a:pt x="185528" y="41309"/>
                </a:cubicBezTo>
                <a:cubicBezTo>
                  <a:pt x="185528" y="38581"/>
                  <a:pt x="186101" y="36059"/>
                  <a:pt x="187249" y="33742"/>
                </a:cubicBezTo>
                <a:cubicBezTo>
                  <a:pt x="188396" y="31425"/>
                  <a:pt x="190031" y="29423"/>
                  <a:pt x="192153" y="27734"/>
                </a:cubicBezTo>
                <a:cubicBezTo>
                  <a:pt x="194274" y="26045"/>
                  <a:pt x="196829" y="24725"/>
                  <a:pt x="199817" y="23772"/>
                </a:cubicBezTo>
                <a:cubicBezTo>
                  <a:pt x="202805" y="22819"/>
                  <a:pt x="206160" y="22343"/>
                  <a:pt x="209884" y="22343"/>
                </a:cubicBezTo>
                <a:cubicBezTo>
                  <a:pt x="214084" y="22343"/>
                  <a:pt x="217949" y="22603"/>
                  <a:pt x="221478" y="23123"/>
                </a:cubicBezTo>
                <a:cubicBezTo>
                  <a:pt x="225007" y="23642"/>
                  <a:pt x="228439" y="24400"/>
                  <a:pt x="231773" y="25396"/>
                </a:cubicBezTo>
                <a:lnTo>
                  <a:pt x="228655" y="40075"/>
                </a:lnTo>
                <a:lnTo>
                  <a:pt x="222875" y="40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5" name="Text $">
            <a:extLst xmlns:a="http://schemas.openxmlformats.org/drawingml/2006/main">
              <a:ext uri="{FF2B5EF4-FFF2-40B4-BE49-F238E27FC236}">
                <a16:creationId xmlns:a16="http://schemas.microsoft.com/office/drawing/2014/main" id="{D46C2EBA-F3D7-40D1-A7F0-26B53583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22" y="4866402"/>
            <a:ext cx="54246" cy="64672"/>
          </a:xfrm>
          <a:custGeom xmlns:a="http://schemas.openxmlformats.org/drawingml/2006/main">
            <a:pathLst>
              <a:path w="54246" h="64672">
                <a:moveTo>
                  <a:pt x="23127" y="61179"/>
                </a:moveTo>
                <a:cubicBezTo>
                  <a:pt x="25421" y="60791"/>
                  <a:pt x="26955" y="60332"/>
                  <a:pt x="27732" y="59803"/>
                </a:cubicBezTo>
                <a:cubicBezTo>
                  <a:pt x="28508" y="59274"/>
                  <a:pt x="29064" y="58489"/>
                  <a:pt x="29399" y="57448"/>
                </a:cubicBezTo>
                <a:cubicBezTo>
                  <a:pt x="29734" y="56407"/>
                  <a:pt x="29902" y="54511"/>
                  <a:pt x="29902" y="51759"/>
                </a:cubicBezTo>
                <a:lnTo>
                  <a:pt x="29902" y="45831"/>
                </a:lnTo>
                <a:lnTo>
                  <a:pt x="0" y="45831"/>
                </a:lnTo>
                <a:lnTo>
                  <a:pt x="0" y="41650"/>
                </a:lnTo>
                <a:lnTo>
                  <a:pt x="31278" y="0"/>
                </a:lnTo>
                <a:lnTo>
                  <a:pt x="40222" y="0"/>
                </a:lnTo>
                <a:lnTo>
                  <a:pt x="40222" y="39957"/>
                </a:lnTo>
                <a:lnTo>
                  <a:pt x="41174" y="39957"/>
                </a:lnTo>
                <a:cubicBezTo>
                  <a:pt x="43185" y="39957"/>
                  <a:pt x="44641" y="39789"/>
                  <a:pt x="45540" y="39454"/>
                </a:cubicBezTo>
                <a:cubicBezTo>
                  <a:pt x="46440" y="39119"/>
                  <a:pt x="47190" y="38537"/>
                  <a:pt x="47790" y="37708"/>
                </a:cubicBezTo>
                <a:cubicBezTo>
                  <a:pt x="48389" y="36879"/>
                  <a:pt x="48901" y="35617"/>
                  <a:pt x="49324" y="33924"/>
                </a:cubicBezTo>
                <a:lnTo>
                  <a:pt x="54246" y="33924"/>
                </a:lnTo>
                <a:lnTo>
                  <a:pt x="53505" y="45831"/>
                </a:lnTo>
                <a:lnTo>
                  <a:pt x="40222" y="45831"/>
                </a:lnTo>
                <a:lnTo>
                  <a:pt x="40222" y="51759"/>
                </a:lnTo>
                <a:cubicBezTo>
                  <a:pt x="40222" y="54546"/>
                  <a:pt x="40407" y="56487"/>
                  <a:pt x="40777" y="57580"/>
                </a:cubicBezTo>
                <a:cubicBezTo>
                  <a:pt x="41148" y="58674"/>
                  <a:pt x="41774" y="59459"/>
                  <a:pt x="42656" y="59935"/>
                </a:cubicBezTo>
                <a:cubicBezTo>
                  <a:pt x="43538" y="60412"/>
                  <a:pt x="44985" y="60826"/>
                  <a:pt x="46996" y="61179"/>
                </a:cubicBezTo>
                <a:lnTo>
                  <a:pt x="46996" y="64672"/>
                </a:lnTo>
                <a:lnTo>
                  <a:pt x="23127" y="64672"/>
                </a:lnTo>
                <a:lnTo>
                  <a:pt x="23127" y="61179"/>
                </a:lnTo>
                <a:moveTo>
                  <a:pt x="10108" y="39957"/>
                </a:moveTo>
                <a:lnTo>
                  <a:pt x="29902" y="39957"/>
                </a:lnTo>
                <a:lnTo>
                  <a:pt x="29902" y="30748"/>
                </a:lnTo>
                <a:cubicBezTo>
                  <a:pt x="29902" y="28490"/>
                  <a:pt x="29954" y="25518"/>
                  <a:pt x="30060" y="21831"/>
                </a:cubicBezTo>
                <a:cubicBezTo>
                  <a:pt x="30166" y="18144"/>
                  <a:pt x="30307" y="15048"/>
                  <a:pt x="30484" y="12543"/>
                </a:cubicBezTo>
                <a:lnTo>
                  <a:pt x="29796" y="12543"/>
                </a:lnTo>
                <a:lnTo>
                  <a:pt x="10108" y="39322"/>
                </a:lnTo>
                <a:lnTo>
                  <a:pt x="10108" y="39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6" name="Text $">
            <a:extLst xmlns:a="http://schemas.openxmlformats.org/drawingml/2006/main">
              <a:ext uri="{FF2B5EF4-FFF2-40B4-BE49-F238E27FC236}">
                <a16:creationId xmlns:a16="http://schemas.microsoft.com/office/drawing/2014/main" id="{74FA2C2A-E942-43CB-A087-C89D4632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297" y="4687400"/>
            <a:ext cx="57677" cy="67484"/>
          </a:xfrm>
          <a:custGeom xmlns:a="http://schemas.openxmlformats.org/drawingml/2006/main">
            <a:pathLst>
              <a:path w="57677" h="67484">
                <a:moveTo>
                  <a:pt x="52286" y="52480"/>
                </a:moveTo>
                <a:cubicBezTo>
                  <a:pt x="47263" y="57460"/>
                  <a:pt x="42251" y="61206"/>
                  <a:pt x="37249" y="63717"/>
                </a:cubicBezTo>
                <a:cubicBezTo>
                  <a:pt x="32248" y="66228"/>
                  <a:pt x="26868" y="67484"/>
                  <a:pt x="21109" y="67484"/>
                </a:cubicBezTo>
                <a:cubicBezTo>
                  <a:pt x="17732" y="67484"/>
                  <a:pt x="14733" y="66975"/>
                  <a:pt x="12113" y="65958"/>
                </a:cubicBezTo>
                <a:cubicBezTo>
                  <a:pt x="9494" y="64940"/>
                  <a:pt x="7285" y="63457"/>
                  <a:pt x="5488" y="61509"/>
                </a:cubicBezTo>
                <a:cubicBezTo>
                  <a:pt x="3691" y="59560"/>
                  <a:pt x="2327" y="57189"/>
                  <a:pt x="1396" y="54397"/>
                </a:cubicBezTo>
                <a:cubicBezTo>
                  <a:pt x="465" y="51604"/>
                  <a:pt x="0" y="48454"/>
                  <a:pt x="0" y="44946"/>
                </a:cubicBezTo>
                <a:cubicBezTo>
                  <a:pt x="0" y="42478"/>
                  <a:pt x="217" y="39912"/>
                  <a:pt x="650" y="37249"/>
                </a:cubicBezTo>
                <a:cubicBezTo>
                  <a:pt x="1083" y="34586"/>
                  <a:pt x="1754" y="31923"/>
                  <a:pt x="2663" y="29260"/>
                </a:cubicBezTo>
                <a:cubicBezTo>
                  <a:pt x="3572" y="26597"/>
                  <a:pt x="4698" y="23999"/>
                  <a:pt x="6040" y="21466"/>
                </a:cubicBezTo>
                <a:cubicBezTo>
                  <a:pt x="7383" y="18933"/>
                  <a:pt x="8963" y="16563"/>
                  <a:pt x="10782" y="14354"/>
                </a:cubicBezTo>
                <a:cubicBezTo>
                  <a:pt x="14419" y="9851"/>
                  <a:pt x="18803" y="6333"/>
                  <a:pt x="23934" y="3800"/>
                </a:cubicBezTo>
                <a:cubicBezTo>
                  <a:pt x="29066" y="1267"/>
                  <a:pt x="34662" y="0"/>
                  <a:pt x="40724" y="0"/>
                </a:cubicBezTo>
                <a:cubicBezTo>
                  <a:pt x="46267" y="0"/>
                  <a:pt x="50478" y="1212"/>
                  <a:pt x="53357" y="3637"/>
                </a:cubicBezTo>
                <a:cubicBezTo>
                  <a:pt x="56237" y="6062"/>
                  <a:pt x="57677" y="9505"/>
                  <a:pt x="57677" y="13964"/>
                </a:cubicBezTo>
                <a:cubicBezTo>
                  <a:pt x="57677" y="29639"/>
                  <a:pt x="42846" y="37477"/>
                  <a:pt x="13185" y="37477"/>
                </a:cubicBezTo>
                <a:cubicBezTo>
                  <a:pt x="12969" y="38603"/>
                  <a:pt x="12795" y="39826"/>
                  <a:pt x="12665" y="41147"/>
                </a:cubicBezTo>
                <a:cubicBezTo>
                  <a:pt x="12536" y="42467"/>
                  <a:pt x="12471" y="43907"/>
                  <a:pt x="12471" y="45466"/>
                </a:cubicBezTo>
                <a:cubicBezTo>
                  <a:pt x="12471" y="50186"/>
                  <a:pt x="13434" y="53628"/>
                  <a:pt x="15361" y="55793"/>
                </a:cubicBezTo>
                <a:cubicBezTo>
                  <a:pt x="17288" y="57958"/>
                  <a:pt x="20286" y="59041"/>
                  <a:pt x="24357" y="59041"/>
                </a:cubicBezTo>
                <a:cubicBezTo>
                  <a:pt x="26478" y="59041"/>
                  <a:pt x="28492" y="58813"/>
                  <a:pt x="30397" y="58359"/>
                </a:cubicBezTo>
                <a:cubicBezTo>
                  <a:pt x="32302" y="57904"/>
                  <a:pt x="34175" y="57200"/>
                  <a:pt x="36015" y="56248"/>
                </a:cubicBezTo>
                <a:cubicBezTo>
                  <a:pt x="37856" y="55295"/>
                  <a:pt x="39707" y="54072"/>
                  <a:pt x="41569" y="52578"/>
                </a:cubicBezTo>
                <a:cubicBezTo>
                  <a:pt x="43431" y="51084"/>
                  <a:pt x="45379" y="49298"/>
                  <a:pt x="47414" y="47219"/>
                </a:cubicBezTo>
                <a:lnTo>
                  <a:pt x="52286" y="52480"/>
                </a:lnTo>
                <a:moveTo>
                  <a:pt x="14484" y="31177"/>
                </a:moveTo>
                <a:cubicBezTo>
                  <a:pt x="19983" y="31133"/>
                  <a:pt x="24714" y="30700"/>
                  <a:pt x="28676" y="29877"/>
                </a:cubicBezTo>
                <a:cubicBezTo>
                  <a:pt x="32638" y="29055"/>
                  <a:pt x="35885" y="27929"/>
                  <a:pt x="38419" y="26500"/>
                </a:cubicBezTo>
                <a:cubicBezTo>
                  <a:pt x="40952" y="25071"/>
                  <a:pt x="42814" y="23382"/>
                  <a:pt x="44004" y="21434"/>
                </a:cubicBezTo>
                <a:cubicBezTo>
                  <a:pt x="45195" y="19485"/>
                  <a:pt x="45791" y="17342"/>
                  <a:pt x="45791" y="15004"/>
                </a:cubicBezTo>
                <a:cubicBezTo>
                  <a:pt x="45791" y="12319"/>
                  <a:pt x="45119" y="10219"/>
                  <a:pt x="43777" y="8703"/>
                </a:cubicBezTo>
                <a:cubicBezTo>
                  <a:pt x="42435" y="7188"/>
                  <a:pt x="40486" y="6430"/>
                  <a:pt x="37931" y="6430"/>
                </a:cubicBezTo>
                <a:cubicBezTo>
                  <a:pt x="35550" y="6430"/>
                  <a:pt x="33201" y="7015"/>
                  <a:pt x="30884" y="8184"/>
                </a:cubicBezTo>
                <a:cubicBezTo>
                  <a:pt x="28568" y="9353"/>
                  <a:pt x="26381" y="11009"/>
                  <a:pt x="24324" y="13153"/>
                </a:cubicBezTo>
                <a:cubicBezTo>
                  <a:pt x="22267" y="15296"/>
                  <a:pt x="20395" y="17894"/>
                  <a:pt x="18706" y="20947"/>
                </a:cubicBezTo>
                <a:cubicBezTo>
                  <a:pt x="17017" y="23999"/>
                  <a:pt x="15610" y="27409"/>
                  <a:pt x="14484" y="311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7" name="Text $">
            <a:extLst xmlns:a="http://schemas.openxmlformats.org/drawingml/2006/main">
              <a:ext uri="{FF2B5EF4-FFF2-40B4-BE49-F238E27FC236}">
                <a16:creationId xmlns:a16="http://schemas.microsoft.com/office/drawing/2014/main" id="{DD26D5A8-E189-411C-B522-C3EC1F1C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952" y="4718603"/>
            <a:ext cx="54246" cy="64672"/>
          </a:xfrm>
          <a:custGeom xmlns:a="http://schemas.openxmlformats.org/drawingml/2006/main">
            <a:pathLst>
              <a:path w="54246" h="64672">
                <a:moveTo>
                  <a:pt x="23127" y="61179"/>
                </a:moveTo>
                <a:cubicBezTo>
                  <a:pt x="25421" y="60791"/>
                  <a:pt x="26955" y="60332"/>
                  <a:pt x="27732" y="59803"/>
                </a:cubicBezTo>
                <a:cubicBezTo>
                  <a:pt x="28508" y="59274"/>
                  <a:pt x="29064" y="58489"/>
                  <a:pt x="29399" y="57448"/>
                </a:cubicBezTo>
                <a:cubicBezTo>
                  <a:pt x="29734" y="56407"/>
                  <a:pt x="29902" y="54511"/>
                  <a:pt x="29902" y="51759"/>
                </a:cubicBezTo>
                <a:lnTo>
                  <a:pt x="29902" y="45831"/>
                </a:lnTo>
                <a:lnTo>
                  <a:pt x="0" y="45831"/>
                </a:lnTo>
                <a:lnTo>
                  <a:pt x="0" y="41650"/>
                </a:lnTo>
                <a:lnTo>
                  <a:pt x="31278" y="0"/>
                </a:lnTo>
                <a:lnTo>
                  <a:pt x="40222" y="0"/>
                </a:lnTo>
                <a:lnTo>
                  <a:pt x="40222" y="39957"/>
                </a:lnTo>
                <a:lnTo>
                  <a:pt x="41174" y="39957"/>
                </a:lnTo>
                <a:cubicBezTo>
                  <a:pt x="43185" y="39957"/>
                  <a:pt x="44641" y="39789"/>
                  <a:pt x="45540" y="39454"/>
                </a:cubicBezTo>
                <a:cubicBezTo>
                  <a:pt x="46440" y="39119"/>
                  <a:pt x="47190" y="38537"/>
                  <a:pt x="47790" y="37708"/>
                </a:cubicBezTo>
                <a:cubicBezTo>
                  <a:pt x="48389" y="36879"/>
                  <a:pt x="48901" y="35617"/>
                  <a:pt x="49324" y="33924"/>
                </a:cubicBezTo>
                <a:lnTo>
                  <a:pt x="54246" y="33924"/>
                </a:lnTo>
                <a:lnTo>
                  <a:pt x="53505" y="45831"/>
                </a:lnTo>
                <a:lnTo>
                  <a:pt x="40222" y="45831"/>
                </a:lnTo>
                <a:lnTo>
                  <a:pt x="40222" y="51759"/>
                </a:lnTo>
                <a:cubicBezTo>
                  <a:pt x="40222" y="54546"/>
                  <a:pt x="40407" y="56487"/>
                  <a:pt x="40777" y="57580"/>
                </a:cubicBezTo>
                <a:cubicBezTo>
                  <a:pt x="41148" y="58674"/>
                  <a:pt x="41774" y="59459"/>
                  <a:pt x="42656" y="59935"/>
                </a:cubicBezTo>
                <a:cubicBezTo>
                  <a:pt x="43538" y="60412"/>
                  <a:pt x="44985" y="60826"/>
                  <a:pt x="46996" y="61179"/>
                </a:cubicBezTo>
                <a:lnTo>
                  <a:pt x="46996" y="64672"/>
                </a:lnTo>
                <a:lnTo>
                  <a:pt x="23127" y="64672"/>
                </a:lnTo>
                <a:lnTo>
                  <a:pt x="23127" y="61179"/>
                </a:lnTo>
                <a:moveTo>
                  <a:pt x="10108" y="39957"/>
                </a:moveTo>
                <a:lnTo>
                  <a:pt x="29902" y="39957"/>
                </a:lnTo>
                <a:lnTo>
                  <a:pt x="29902" y="30748"/>
                </a:lnTo>
                <a:cubicBezTo>
                  <a:pt x="29902" y="28490"/>
                  <a:pt x="29954" y="25518"/>
                  <a:pt x="30060" y="21831"/>
                </a:cubicBezTo>
                <a:cubicBezTo>
                  <a:pt x="30166" y="18144"/>
                  <a:pt x="30307" y="15048"/>
                  <a:pt x="30484" y="12543"/>
                </a:cubicBezTo>
                <a:lnTo>
                  <a:pt x="29796" y="12543"/>
                </a:lnTo>
                <a:lnTo>
                  <a:pt x="10108" y="39322"/>
                </a:lnTo>
                <a:lnTo>
                  <a:pt x="10108" y="39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8" name="Text 𝐄">
            <a:extLst xmlns:a="http://schemas.openxmlformats.org/drawingml/2006/main">
              <a:ext uri="{FF2B5EF4-FFF2-40B4-BE49-F238E27FC236}">
                <a16:creationId xmlns:a16="http://schemas.microsoft.com/office/drawing/2014/main" id="{2FF38531-3F04-4C00-BEE6-9E76C4FD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095" y="4190767"/>
            <a:ext cx="105076" cy="77133"/>
          </a:xfrm>
          <a:custGeom xmlns:a="http://schemas.openxmlformats.org/drawingml/2006/main">
            <a:pathLst>
              <a:path w="105076" h="77133">
                <a:moveTo>
                  <a:pt x="105076" y="76363"/>
                </a:moveTo>
                <a:lnTo>
                  <a:pt x="80597" y="76363"/>
                </a:lnTo>
                <a:lnTo>
                  <a:pt x="80597" y="65817"/>
                </a:lnTo>
                <a:cubicBezTo>
                  <a:pt x="85472" y="64124"/>
                  <a:pt x="88770" y="62687"/>
                  <a:pt x="90489" y="61506"/>
                </a:cubicBezTo>
                <a:cubicBezTo>
                  <a:pt x="92208" y="60326"/>
                  <a:pt x="93568" y="58915"/>
                  <a:pt x="94569" y="57272"/>
                </a:cubicBezTo>
                <a:cubicBezTo>
                  <a:pt x="95569" y="55630"/>
                  <a:pt x="96070" y="52833"/>
                  <a:pt x="96070" y="48882"/>
                </a:cubicBezTo>
                <a:lnTo>
                  <a:pt x="96070" y="32100"/>
                </a:lnTo>
                <a:lnTo>
                  <a:pt x="59120" y="32100"/>
                </a:lnTo>
                <a:lnTo>
                  <a:pt x="59120" y="42261"/>
                </a:lnTo>
                <a:cubicBezTo>
                  <a:pt x="59120" y="44520"/>
                  <a:pt x="59441" y="46290"/>
                  <a:pt x="60082" y="47573"/>
                </a:cubicBezTo>
                <a:cubicBezTo>
                  <a:pt x="60724" y="48856"/>
                  <a:pt x="61789" y="49921"/>
                  <a:pt x="63277" y="50768"/>
                </a:cubicBezTo>
                <a:cubicBezTo>
                  <a:pt x="64765" y="51614"/>
                  <a:pt x="67074" y="52423"/>
                  <a:pt x="70205" y="53193"/>
                </a:cubicBezTo>
                <a:lnTo>
                  <a:pt x="70205" y="61891"/>
                </a:lnTo>
                <a:lnTo>
                  <a:pt x="38951" y="61891"/>
                </a:lnTo>
                <a:lnTo>
                  <a:pt x="38951" y="53193"/>
                </a:lnTo>
                <a:cubicBezTo>
                  <a:pt x="41928" y="52474"/>
                  <a:pt x="44199" y="51679"/>
                  <a:pt x="45764" y="50806"/>
                </a:cubicBezTo>
                <a:cubicBezTo>
                  <a:pt x="47329" y="49934"/>
                  <a:pt x="48445" y="48895"/>
                  <a:pt x="49113" y="47689"/>
                </a:cubicBezTo>
                <a:cubicBezTo>
                  <a:pt x="49780" y="46483"/>
                  <a:pt x="50113" y="44674"/>
                  <a:pt x="50113" y="42261"/>
                </a:cubicBezTo>
                <a:lnTo>
                  <a:pt x="50113" y="32100"/>
                </a:lnTo>
                <a:lnTo>
                  <a:pt x="9007" y="32100"/>
                </a:lnTo>
                <a:lnTo>
                  <a:pt x="9007" y="48805"/>
                </a:lnTo>
                <a:cubicBezTo>
                  <a:pt x="9007" y="50601"/>
                  <a:pt x="9122" y="52115"/>
                  <a:pt x="9353" y="53346"/>
                </a:cubicBezTo>
                <a:cubicBezTo>
                  <a:pt x="9584" y="54578"/>
                  <a:pt x="9982" y="55682"/>
                  <a:pt x="10546" y="56657"/>
                </a:cubicBezTo>
                <a:cubicBezTo>
                  <a:pt x="11111" y="57632"/>
                  <a:pt x="11880" y="58568"/>
                  <a:pt x="12856" y="59466"/>
                </a:cubicBezTo>
                <a:cubicBezTo>
                  <a:pt x="13831" y="60364"/>
                  <a:pt x="14883" y="61160"/>
                  <a:pt x="16012" y="61853"/>
                </a:cubicBezTo>
                <a:cubicBezTo>
                  <a:pt x="17141" y="62545"/>
                  <a:pt x="18629" y="63277"/>
                  <a:pt x="20476" y="64047"/>
                </a:cubicBezTo>
                <a:cubicBezTo>
                  <a:pt x="22324" y="64816"/>
                  <a:pt x="24864" y="65663"/>
                  <a:pt x="28097" y="66587"/>
                </a:cubicBezTo>
                <a:lnTo>
                  <a:pt x="28097" y="77133"/>
                </a:lnTo>
                <a:lnTo>
                  <a:pt x="0" y="75670"/>
                </a:lnTo>
                <a:lnTo>
                  <a:pt x="0" y="0"/>
                </a:lnTo>
                <a:lnTo>
                  <a:pt x="5081" y="0"/>
                </a:lnTo>
                <a:cubicBezTo>
                  <a:pt x="5799" y="2771"/>
                  <a:pt x="6620" y="4657"/>
                  <a:pt x="7544" y="5658"/>
                </a:cubicBezTo>
                <a:cubicBezTo>
                  <a:pt x="8468" y="6659"/>
                  <a:pt x="9687" y="7339"/>
                  <a:pt x="11200" y="7698"/>
                </a:cubicBezTo>
                <a:cubicBezTo>
                  <a:pt x="12714" y="8057"/>
                  <a:pt x="15421" y="8237"/>
                  <a:pt x="19322" y="8237"/>
                </a:cubicBezTo>
                <a:lnTo>
                  <a:pt x="85678" y="8237"/>
                </a:lnTo>
                <a:cubicBezTo>
                  <a:pt x="89578" y="8237"/>
                  <a:pt x="92285" y="8070"/>
                  <a:pt x="93799" y="7736"/>
                </a:cubicBezTo>
                <a:cubicBezTo>
                  <a:pt x="95313" y="7403"/>
                  <a:pt x="96532" y="6723"/>
                  <a:pt x="97455" y="5696"/>
                </a:cubicBezTo>
                <a:cubicBezTo>
                  <a:pt x="98379" y="4670"/>
                  <a:pt x="99226" y="2771"/>
                  <a:pt x="99996" y="0"/>
                </a:cubicBezTo>
                <a:lnTo>
                  <a:pt x="105076" y="0"/>
                </a:lnTo>
                <a:lnTo>
                  <a:pt x="105076" y="763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9" name="Text !">
            <a:extLst xmlns:a="http://schemas.openxmlformats.org/drawingml/2006/main">
              <a:ext uri="{FF2B5EF4-FFF2-40B4-BE49-F238E27FC236}">
                <a16:creationId xmlns:a16="http://schemas.microsoft.com/office/drawing/2014/main" id="{46954CC3-C0D9-467A-B51C-3DA24647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809" y="4279038"/>
            <a:ext cx="70378" cy="41109"/>
          </a:xfrm>
          <a:custGeom xmlns:a="http://schemas.openxmlformats.org/drawingml/2006/main">
            <a:pathLst>
              <a:path w="70378" h="41109">
                <a:moveTo>
                  <a:pt x="53558" y="0"/>
                </a:moveTo>
                <a:cubicBezTo>
                  <a:pt x="53743" y="1180"/>
                  <a:pt x="54028" y="2250"/>
                  <a:pt x="54416" y="3209"/>
                </a:cubicBezTo>
                <a:cubicBezTo>
                  <a:pt x="54803" y="4168"/>
                  <a:pt x="55255" y="5016"/>
                  <a:pt x="55771" y="5754"/>
                </a:cubicBezTo>
                <a:cubicBezTo>
                  <a:pt x="56251" y="6418"/>
                  <a:pt x="56823" y="6990"/>
                  <a:pt x="57487" y="7469"/>
                </a:cubicBezTo>
                <a:cubicBezTo>
                  <a:pt x="58150" y="7949"/>
                  <a:pt x="59017" y="8373"/>
                  <a:pt x="60087" y="8742"/>
                </a:cubicBezTo>
                <a:cubicBezTo>
                  <a:pt x="61157" y="9111"/>
                  <a:pt x="62521" y="9452"/>
                  <a:pt x="64181" y="9766"/>
                </a:cubicBezTo>
                <a:cubicBezTo>
                  <a:pt x="65841" y="10079"/>
                  <a:pt x="67907" y="10402"/>
                  <a:pt x="70378" y="10734"/>
                </a:cubicBezTo>
                <a:lnTo>
                  <a:pt x="70378" y="19808"/>
                </a:lnTo>
                <a:lnTo>
                  <a:pt x="56325" y="19808"/>
                </a:lnTo>
                <a:lnTo>
                  <a:pt x="56325" y="39173"/>
                </a:lnTo>
                <a:lnTo>
                  <a:pt x="50183" y="39173"/>
                </a:lnTo>
                <a:lnTo>
                  <a:pt x="50183" y="19808"/>
                </a:lnTo>
                <a:lnTo>
                  <a:pt x="23791" y="19808"/>
                </a:lnTo>
                <a:cubicBezTo>
                  <a:pt x="20398" y="19845"/>
                  <a:pt x="17641" y="20047"/>
                  <a:pt x="15520" y="20416"/>
                </a:cubicBezTo>
                <a:cubicBezTo>
                  <a:pt x="13399" y="20785"/>
                  <a:pt x="11748" y="21357"/>
                  <a:pt x="10568" y="22131"/>
                </a:cubicBezTo>
                <a:cubicBezTo>
                  <a:pt x="9387" y="22906"/>
                  <a:pt x="8585" y="23865"/>
                  <a:pt x="8161" y="25009"/>
                </a:cubicBezTo>
                <a:cubicBezTo>
                  <a:pt x="7737" y="26152"/>
                  <a:pt x="7525" y="27517"/>
                  <a:pt x="7525" y="29103"/>
                </a:cubicBezTo>
                <a:cubicBezTo>
                  <a:pt x="7525" y="30689"/>
                  <a:pt x="7884" y="32247"/>
                  <a:pt x="8604" y="33778"/>
                </a:cubicBezTo>
                <a:cubicBezTo>
                  <a:pt x="9323" y="35309"/>
                  <a:pt x="10291" y="36812"/>
                  <a:pt x="11508" y="38287"/>
                </a:cubicBezTo>
                <a:cubicBezTo>
                  <a:pt x="10844" y="38804"/>
                  <a:pt x="10180" y="39283"/>
                  <a:pt x="9517" y="39726"/>
                </a:cubicBezTo>
                <a:cubicBezTo>
                  <a:pt x="8853" y="40169"/>
                  <a:pt x="8189" y="40630"/>
                  <a:pt x="7525" y="41109"/>
                </a:cubicBezTo>
                <a:cubicBezTo>
                  <a:pt x="4906" y="38048"/>
                  <a:pt x="2997" y="35207"/>
                  <a:pt x="1798" y="32589"/>
                </a:cubicBezTo>
                <a:cubicBezTo>
                  <a:pt x="599" y="29970"/>
                  <a:pt x="0" y="27314"/>
                  <a:pt x="0" y="24621"/>
                </a:cubicBezTo>
                <a:cubicBezTo>
                  <a:pt x="0" y="19273"/>
                  <a:pt x="1439" y="15298"/>
                  <a:pt x="4316" y="12698"/>
                </a:cubicBezTo>
                <a:cubicBezTo>
                  <a:pt x="7193" y="10097"/>
                  <a:pt x="11693" y="8797"/>
                  <a:pt x="17816" y="8797"/>
                </a:cubicBezTo>
                <a:lnTo>
                  <a:pt x="50183" y="8797"/>
                </a:lnTo>
                <a:lnTo>
                  <a:pt x="50183" y="0"/>
                </a:lnTo>
                <a:lnTo>
                  <a:pt x="5355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Text &quot;">
            <a:extLst xmlns:a="http://schemas.openxmlformats.org/drawingml/2006/main">
              <a:ext uri="{FF2B5EF4-FFF2-40B4-BE49-F238E27FC236}">
                <a16:creationId xmlns:a16="http://schemas.microsoft.com/office/drawing/2014/main" id="{0B705224-F6EF-4AB1-86C6-F559812E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571" y="4323374"/>
            <a:ext cx="79563" cy="61691"/>
          </a:xfrm>
          <a:custGeom xmlns:a="http://schemas.openxmlformats.org/drawingml/2006/main">
            <a:pathLst>
              <a:path w="79563" h="61691">
                <a:moveTo>
                  <a:pt x="20416" y="31039"/>
                </a:moveTo>
                <a:cubicBezTo>
                  <a:pt x="16838" y="29343"/>
                  <a:pt x="13768" y="27683"/>
                  <a:pt x="11204" y="26060"/>
                </a:cubicBezTo>
                <a:cubicBezTo>
                  <a:pt x="8640" y="24437"/>
                  <a:pt x="6529" y="22731"/>
                  <a:pt x="4869" y="20942"/>
                </a:cubicBezTo>
                <a:cubicBezTo>
                  <a:pt x="3209" y="19153"/>
                  <a:pt x="1983" y="17216"/>
                  <a:pt x="1190" y="15132"/>
                </a:cubicBezTo>
                <a:cubicBezTo>
                  <a:pt x="397" y="13048"/>
                  <a:pt x="0" y="10715"/>
                  <a:pt x="0" y="8133"/>
                </a:cubicBezTo>
                <a:cubicBezTo>
                  <a:pt x="0" y="6916"/>
                  <a:pt x="74" y="5671"/>
                  <a:pt x="221" y="4399"/>
                </a:cubicBezTo>
                <a:cubicBezTo>
                  <a:pt x="369" y="3126"/>
                  <a:pt x="590" y="1771"/>
                  <a:pt x="885" y="332"/>
                </a:cubicBezTo>
                <a:lnTo>
                  <a:pt x="13002" y="332"/>
                </a:lnTo>
                <a:lnTo>
                  <a:pt x="13002" y="6252"/>
                </a:lnTo>
                <a:cubicBezTo>
                  <a:pt x="11453" y="6695"/>
                  <a:pt x="10337" y="7303"/>
                  <a:pt x="9655" y="8078"/>
                </a:cubicBezTo>
                <a:cubicBezTo>
                  <a:pt x="8972" y="8853"/>
                  <a:pt x="8631" y="9867"/>
                  <a:pt x="8631" y="11121"/>
                </a:cubicBezTo>
                <a:cubicBezTo>
                  <a:pt x="8631" y="12301"/>
                  <a:pt x="8816" y="13362"/>
                  <a:pt x="9185" y="14302"/>
                </a:cubicBezTo>
                <a:cubicBezTo>
                  <a:pt x="9553" y="15243"/>
                  <a:pt x="10291" y="16221"/>
                  <a:pt x="11398" y="17235"/>
                </a:cubicBezTo>
                <a:cubicBezTo>
                  <a:pt x="12504" y="18249"/>
                  <a:pt x="14063" y="19365"/>
                  <a:pt x="16073" y="20582"/>
                </a:cubicBezTo>
                <a:cubicBezTo>
                  <a:pt x="18083" y="21800"/>
                  <a:pt x="20730" y="23256"/>
                  <a:pt x="24013" y="24953"/>
                </a:cubicBezTo>
                <a:lnTo>
                  <a:pt x="66671" y="8521"/>
                </a:lnTo>
                <a:cubicBezTo>
                  <a:pt x="68405" y="7857"/>
                  <a:pt x="69797" y="7267"/>
                  <a:pt x="70848" y="6750"/>
                </a:cubicBezTo>
                <a:cubicBezTo>
                  <a:pt x="71900" y="6234"/>
                  <a:pt x="72748" y="5690"/>
                  <a:pt x="73394" y="5118"/>
                </a:cubicBezTo>
                <a:cubicBezTo>
                  <a:pt x="74039" y="4546"/>
                  <a:pt x="74546" y="3864"/>
                  <a:pt x="74915" y="3071"/>
                </a:cubicBezTo>
                <a:cubicBezTo>
                  <a:pt x="75284" y="2278"/>
                  <a:pt x="75653" y="1254"/>
                  <a:pt x="76022" y="0"/>
                </a:cubicBezTo>
                <a:lnTo>
                  <a:pt x="79563" y="0"/>
                </a:lnTo>
                <a:lnTo>
                  <a:pt x="79563" y="25230"/>
                </a:lnTo>
                <a:lnTo>
                  <a:pt x="76022" y="25230"/>
                </a:lnTo>
                <a:cubicBezTo>
                  <a:pt x="75579" y="22869"/>
                  <a:pt x="75026" y="21228"/>
                  <a:pt x="74362" y="20306"/>
                </a:cubicBezTo>
                <a:cubicBezTo>
                  <a:pt x="73698" y="19383"/>
                  <a:pt x="72720" y="18922"/>
                  <a:pt x="71429" y="18922"/>
                </a:cubicBezTo>
                <a:cubicBezTo>
                  <a:pt x="70507" y="18922"/>
                  <a:pt x="69511" y="19061"/>
                  <a:pt x="68442" y="19337"/>
                </a:cubicBezTo>
                <a:cubicBezTo>
                  <a:pt x="67372" y="19614"/>
                  <a:pt x="66118" y="20011"/>
                  <a:pt x="64679" y="20527"/>
                </a:cubicBezTo>
                <a:lnTo>
                  <a:pt x="36019" y="31039"/>
                </a:lnTo>
                <a:lnTo>
                  <a:pt x="63351" y="43046"/>
                </a:lnTo>
                <a:cubicBezTo>
                  <a:pt x="64901" y="43673"/>
                  <a:pt x="66238" y="44198"/>
                  <a:pt x="67363" y="44623"/>
                </a:cubicBezTo>
                <a:cubicBezTo>
                  <a:pt x="68488" y="45047"/>
                  <a:pt x="69622" y="45259"/>
                  <a:pt x="70765" y="45259"/>
                </a:cubicBezTo>
                <a:cubicBezTo>
                  <a:pt x="72278" y="45259"/>
                  <a:pt x="73449" y="44752"/>
                  <a:pt x="74279" y="43737"/>
                </a:cubicBezTo>
                <a:cubicBezTo>
                  <a:pt x="75109" y="42723"/>
                  <a:pt x="75690" y="41035"/>
                  <a:pt x="76022" y="38675"/>
                </a:cubicBezTo>
                <a:lnTo>
                  <a:pt x="79563" y="38675"/>
                </a:lnTo>
                <a:lnTo>
                  <a:pt x="79563" y="61691"/>
                </a:lnTo>
                <a:lnTo>
                  <a:pt x="76022" y="61691"/>
                </a:lnTo>
                <a:cubicBezTo>
                  <a:pt x="75763" y="60511"/>
                  <a:pt x="75478" y="59534"/>
                  <a:pt x="75164" y="58759"/>
                </a:cubicBezTo>
                <a:cubicBezTo>
                  <a:pt x="74850" y="57984"/>
                  <a:pt x="74362" y="57265"/>
                  <a:pt x="73698" y="56601"/>
                </a:cubicBezTo>
                <a:cubicBezTo>
                  <a:pt x="73034" y="55937"/>
                  <a:pt x="72121" y="55283"/>
                  <a:pt x="70959" y="54637"/>
                </a:cubicBezTo>
                <a:cubicBezTo>
                  <a:pt x="69797" y="53992"/>
                  <a:pt x="68257" y="53226"/>
                  <a:pt x="66339" y="52341"/>
                </a:cubicBezTo>
                <a:lnTo>
                  <a:pt x="20416" y="310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1" name="Text #">
            <a:extLst xmlns:a="http://schemas.openxmlformats.org/drawingml/2006/main">
              <a:ext uri="{FF2B5EF4-FFF2-40B4-BE49-F238E27FC236}">
                <a16:creationId xmlns:a16="http://schemas.microsoft.com/office/drawing/2014/main" id="{8804E3DA-FE42-40BE-BEF1-05186DC3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2124" y="4394078"/>
            <a:ext cx="80171" cy="58372"/>
          </a:xfrm>
          <a:custGeom xmlns:a="http://schemas.openxmlformats.org/drawingml/2006/main">
            <a:pathLst>
              <a:path w="80171" h="58372">
                <a:moveTo>
                  <a:pt x="14053" y="18314"/>
                </a:moveTo>
                <a:cubicBezTo>
                  <a:pt x="11877" y="18314"/>
                  <a:pt x="10208" y="18360"/>
                  <a:pt x="9046" y="18452"/>
                </a:cubicBezTo>
                <a:cubicBezTo>
                  <a:pt x="7884" y="18544"/>
                  <a:pt x="6990" y="18821"/>
                  <a:pt x="6363" y="19282"/>
                </a:cubicBezTo>
                <a:cubicBezTo>
                  <a:pt x="5736" y="19743"/>
                  <a:pt x="5256" y="20472"/>
                  <a:pt x="4924" y="21468"/>
                </a:cubicBezTo>
                <a:cubicBezTo>
                  <a:pt x="4592" y="22463"/>
                  <a:pt x="4168" y="23865"/>
                  <a:pt x="3652" y="25673"/>
                </a:cubicBezTo>
                <a:lnTo>
                  <a:pt x="0" y="25673"/>
                </a:lnTo>
                <a:lnTo>
                  <a:pt x="0" y="553"/>
                </a:lnTo>
                <a:lnTo>
                  <a:pt x="3652" y="553"/>
                </a:lnTo>
                <a:cubicBezTo>
                  <a:pt x="4131" y="2139"/>
                  <a:pt x="4537" y="3384"/>
                  <a:pt x="4869" y="4288"/>
                </a:cubicBezTo>
                <a:cubicBezTo>
                  <a:pt x="5201" y="5192"/>
                  <a:pt x="5680" y="5874"/>
                  <a:pt x="6307" y="6335"/>
                </a:cubicBezTo>
                <a:cubicBezTo>
                  <a:pt x="6935" y="6796"/>
                  <a:pt x="7838" y="7091"/>
                  <a:pt x="9019" y="7220"/>
                </a:cubicBezTo>
                <a:cubicBezTo>
                  <a:pt x="10199" y="7349"/>
                  <a:pt x="11877" y="7414"/>
                  <a:pt x="14053" y="7414"/>
                </a:cubicBezTo>
                <a:lnTo>
                  <a:pt x="63351" y="7414"/>
                </a:lnTo>
                <a:cubicBezTo>
                  <a:pt x="65454" y="7414"/>
                  <a:pt x="67187" y="7405"/>
                  <a:pt x="68552" y="7386"/>
                </a:cubicBezTo>
                <a:cubicBezTo>
                  <a:pt x="69917" y="7368"/>
                  <a:pt x="71042" y="7147"/>
                  <a:pt x="71927" y="6722"/>
                </a:cubicBezTo>
                <a:cubicBezTo>
                  <a:pt x="72813" y="6298"/>
                  <a:pt x="73504" y="5570"/>
                  <a:pt x="74002" y="4537"/>
                </a:cubicBezTo>
                <a:cubicBezTo>
                  <a:pt x="74500" y="3504"/>
                  <a:pt x="74915" y="1992"/>
                  <a:pt x="75247" y="0"/>
                </a:cubicBezTo>
                <a:lnTo>
                  <a:pt x="79009" y="0"/>
                </a:lnTo>
                <a:lnTo>
                  <a:pt x="79618" y="14330"/>
                </a:lnTo>
                <a:lnTo>
                  <a:pt x="79618" y="18424"/>
                </a:lnTo>
                <a:cubicBezTo>
                  <a:pt x="78032" y="18314"/>
                  <a:pt x="76473" y="18185"/>
                  <a:pt x="74943" y="18037"/>
                </a:cubicBezTo>
                <a:cubicBezTo>
                  <a:pt x="73412" y="17890"/>
                  <a:pt x="71872" y="17761"/>
                  <a:pt x="70323" y="17650"/>
                </a:cubicBezTo>
                <a:cubicBezTo>
                  <a:pt x="70249" y="17761"/>
                  <a:pt x="70212" y="17862"/>
                  <a:pt x="70212" y="17954"/>
                </a:cubicBezTo>
                <a:cubicBezTo>
                  <a:pt x="70212" y="18046"/>
                  <a:pt x="70175" y="18129"/>
                  <a:pt x="70101" y="18203"/>
                </a:cubicBezTo>
                <a:cubicBezTo>
                  <a:pt x="72388" y="20564"/>
                  <a:pt x="74205" y="22639"/>
                  <a:pt x="75551" y="24428"/>
                </a:cubicBezTo>
                <a:cubicBezTo>
                  <a:pt x="76898" y="26217"/>
                  <a:pt x="77912" y="27849"/>
                  <a:pt x="78594" y="29324"/>
                </a:cubicBezTo>
                <a:cubicBezTo>
                  <a:pt x="79277" y="30800"/>
                  <a:pt x="79710" y="32183"/>
                  <a:pt x="79895" y="33474"/>
                </a:cubicBezTo>
                <a:cubicBezTo>
                  <a:pt x="80079" y="34765"/>
                  <a:pt x="80171" y="36130"/>
                  <a:pt x="80171" y="37568"/>
                </a:cubicBezTo>
                <a:cubicBezTo>
                  <a:pt x="80171" y="44245"/>
                  <a:pt x="77737" y="49381"/>
                  <a:pt x="72868" y="52977"/>
                </a:cubicBezTo>
                <a:cubicBezTo>
                  <a:pt x="67999" y="56574"/>
                  <a:pt x="60935" y="58372"/>
                  <a:pt x="51677" y="58372"/>
                </a:cubicBezTo>
                <a:cubicBezTo>
                  <a:pt x="46661" y="58372"/>
                  <a:pt x="42336" y="57754"/>
                  <a:pt x="38702" y="56518"/>
                </a:cubicBezTo>
                <a:cubicBezTo>
                  <a:pt x="35069" y="55283"/>
                  <a:pt x="32063" y="53549"/>
                  <a:pt x="29684" y="51317"/>
                </a:cubicBezTo>
                <a:cubicBezTo>
                  <a:pt x="27305" y="49086"/>
                  <a:pt x="25543" y="46393"/>
                  <a:pt x="24400" y="43239"/>
                </a:cubicBezTo>
                <a:cubicBezTo>
                  <a:pt x="23256" y="40086"/>
                  <a:pt x="22685" y="36591"/>
                  <a:pt x="22685" y="32755"/>
                </a:cubicBezTo>
                <a:cubicBezTo>
                  <a:pt x="22685" y="27111"/>
                  <a:pt x="23552" y="22297"/>
                  <a:pt x="25285" y="18314"/>
                </a:cubicBezTo>
                <a:lnTo>
                  <a:pt x="14053" y="18314"/>
                </a:lnTo>
                <a:moveTo>
                  <a:pt x="44540" y="18314"/>
                </a:moveTo>
                <a:cubicBezTo>
                  <a:pt x="41220" y="18314"/>
                  <a:pt x="38490" y="18581"/>
                  <a:pt x="36351" y="19116"/>
                </a:cubicBezTo>
                <a:cubicBezTo>
                  <a:pt x="34212" y="19651"/>
                  <a:pt x="32524" y="20490"/>
                  <a:pt x="31288" y="21634"/>
                </a:cubicBezTo>
                <a:cubicBezTo>
                  <a:pt x="30053" y="22777"/>
                  <a:pt x="29204" y="24225"/>
                  <a:pt x="28743" y="25977"/>
                </a:cubicBezTo>
                <a:cubicBezTo>
                  <a:pt x="28282" y="27729"/>
                  <a:pt x="28052" y="29804"/>
                  <a:pt x="28052" y="32201"/>
                </a:cubicBezTo>
                <a:cubicBezTo>
                  <a:pt x="28052" y="37033"/>
                  <a:pt x="29933" y="40657"/>
                  <a:pt x="33695" y="43073"/>
                </a:cubicBezTo>
                <a:cubicBezTo>
                  <a:pt x="37458" y="45489"/>
                  <a:pt x="43046" y="46697"/>
                  <a:pt x="50460" y="46697"/>
                </a:cubicBezTo>
                <a:cubicBezTo>
                  <a:pt x="57874" y="46697"/>
                  <a:pt x="63407" y="45600"/>
                  <a:pt x="67058" y="43405"/>
                </a:cubicBezTo>
                <a:cubicBezTo>
                  <a:pt x="70710" y="41211"/>
                  <a:pt x="72536" y="37808"/>
                  <a:pt x="72536" y="33197"/>
                </a:cubicBezTo>
                <a:cubicBezTo>
                  <a:pt x="72536" y="31353"/>
                  <a:pt x="72176" y="29536"/>
                  <a:pt x="71457" y="27747"/>
                </a:cubicBezTo>
                <a:cubicBezTo>
                  <a:pt x="70738" y="25958"/>
                  <a:pt x="69797" y="24363"/>
                  <a:pt x="68635" y="22961"/>
                </a:cubicBezTo>
                <a:cubicBezTo>
                  <a:pt x="67473" y="21560"/>
                  <a:pt x="66173" y="20435"/>
                  <a:pt x="64735" y="19586"/>
                </a:cubicBezTo>
                <a:cubicBezTo>
                  <a:pt x="63296" y="18738"/>
                  <a:pt x="61857" y="18314"/>
                  <a:pt x="60419" y="18314"/>
                </a:cubicBezTo>
                <a:lnTo>
                  <a:pt x="44540" y="183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Text $">
            <a:extLst xmlns:a="http://schemas.openxmlformats.org/drawingml/2006/main">
              <a:ext uri="{FF2B5EF4-FFF2-40B4-BE49-F238E27FC236}">
                <a16:creationId xmlns:a16="http://schemas.microsoft.com/office/drawing/2014/main" id="{5D883484-8FB8-4179-B927-1EC5E06C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809" y="4469286"/>
            <a:ext cx="57487" cy="49353"/>
          </a:xfrm>
          <a:custGeom xmlns:a="http://schemas.openxmlformats.org/drawingml/2006/main">
            <a:pathLst>
              <a:path w="57487" h="49353">
                <a:moveTo>
                  <a:pt x="11176" y="48523"/>
                </a:moveTo>
                <a:cubicBezTo>
                  <a:pt x="9148" y="46458"/>
                  <a:pt x="7423" y="44493"/>
                  <a:pt x="6003" y="42631"/>
                </a:cubicBezTo>
                <a:cubicBezTo>
                  <a:pt x="4583" y="40768"/>
                  <a:pt x="3430" y="38915"/>
                  <a:pt x="2545" y="37070"/>
                </a:cubicBezTo>
                <a:cubicBezTo>
                  <a:pt x="1660" y="35226"/>
                  <a:pt x="1014" y="33345"/>
                  <a:pt x="609" y="31427"/>
                </a:cubicBezTo>
                <a:cubicBezTo>
                  <a:pt x="203" y="29509"/>
                  <a:pt x="0" y="27480"/>
                  <a:pt x="0" y="25341"/>
                </a:cubicBezTo>
                <a:cubicBezTo>
                  <a:pt x="0" y="16931"/>
                  <a:pt x="2407" y="10605"/>
                  <a:pt x="7220" y="6363"/>
                </a:cubicBezTo>
                <a:cubicBezTo>
                  <a:pt x="12034" y="2121"/>
                  <a:pt x="19125" y="0"/>
                  <a:pt x="28494" y="0"/>
                </a:cubicBezTo>
                <a:cubicBezTo>
                  <a:pt x="32810" y="0"/>
                  <a:pt x="36747" y="627"/>
                  <a:pt x="40307" y="1881"/>
                </a:cubicBezTo>
                <a:cubicBezTo>
                  <a:pt x="43866" y="3135"/>
                  <a:pt x="46919" y="4924"/>
                  <a:pt x="49464" y="7248"/>
                </a:cubicBezTo>
                <a:cubicBezTo>
                  <a:pt x="52009" y="9572"/>
                  <a:pt x="53982" y="12357"/>
                  <a:pt x="55384" y="15603"/>
                </a:cubicBezTo>
                <a:cubicBezTo>
                  <a:pt x="56786" y="18849"/>
                  <a:pt x="57487" y="22463"/>
                  <a:pt x="57487" y="26447"/>
                </a:cubicBezTo>
                <a:cubicBezTo>
                  <a:pt x="57487" y="30357"/>
                  <a:pt x="56887" y="33732"/>
                  <a:pt x="55688" y="36572"/>
                </a:cubicBezTo>
                <a:cubicBezTo>
                  <a:pt x="54490" y="39412"/>
                  <a:pt x="52839" y="41718"/>
                  <a:pt x="50736" y="43488"/>
                </a:cubicBezTo>
                <a:cubicBezTo>
                  <a:pt x="49704" y="44374"/>
                  <a:pt x="48523" y="45167"/>
                  <a:pt x="47195" y="45867"/>
                </a:cubicBezTo>
                <a:cubicBezTo>
                  <a:pt x="45867" y="46568"/>
                  <a:pt x="44328" y="47168"/>
                  <a:pt x="42575" y="47666"/>
                </a:cubicBezTo>
                <a:cubicBezTo>
                  <a:pt x="40823" y="48164"/>
                  <a:pt x="38822" y="48551"/>
                  <a:pt x="36572" y="48828"/>
                </a:cubicBezTo>
                <a:cubicBezTo>
                  <a:pt x="34322" y="49104"/>
                  <a:pt x="31759" y="49279"/>
                  <a:pt x="28882" y="49353"/>
                </a:cubicBezTo>
                <a:lnTo>
                  <a:pt x="28882" y="11453"/>
                </a:lnTo>
                <a:lnTo>
                  <a:pt x="28384" y="11453"/>
                </a:lnTo>
                <a:cubicBezTo>
                  <a:pt x="21412" y="11453"/>
                  <a:pt x="16193" y="12753"/>
                  <a:pt x="12726" y="15354"/>
                </a:cubicBezTo>
                <a:cubicBezTo>
                  <a:pt x="9258" y="17954"/>
                  <a:pt x="7525" y="22076"/>
                  <a:pt x="7525" y="27720"/>
                </a:cubicBezTo>
                <a:cubicBezTo>
                  <a:pt x="7525" y="29232"/>
                  <a:pt x="7681" y="30680"/>
                  <a:pt x="7995" y="32063"/>
                </a:cubicBezTo>
                <a:cubicBezTo>
                  <a:pt x="8309" y="33446"/>
                  <a:pt x="8797" y="34820"/>
                  <a:pt x="9461" y="36185"/>
                </a:cubicBezTo>
                <a:cubicBezTo>
                  <a:pt x="10125" y="37550"/>
                  <a:pt x="10983" y="38924"/>
                  <a:pt x="12034" y="40307"/>
                </a:cubicBezTo>
                <a:cubicBezTo>
                  <a:pt x="13085" y="41690"/>
                  <a:pt x="14330" y="43138"/>
                  <a:pt x="15769" y="44650"/>
                </a:cubicBezTo>
                <a:lnTo>
                  <a:pt x="11176" y="48523"/>
                </a:lnTo>
                <a:moveTo>
                  <a:pt x="34359" y="37458"/>
                </a:moveTo>
                <a:cubicBezTo>
                  <a:pt x="40372" y="37089"/>
                  <a:pt x="44816" y="35991"/>
                  <a:pt x="47693" y="34165"/>
                </a:cubicBezTo>
                <a:cubicBezTo>
                  <a:pt x="50570" y="32340"/>
                  <a:pt x="52009" y="29546"/>
                  <a:pt x="52009" y="25783"/>
                </a:cubicBezTo>
                <a:cubicBezTo>
                  <a:pt x="52009" y="23791"/>
                  <a:pt x="51612" y="21993"/>
                  <a:pt x="50819" y="20389"/>
                </a:cubicBezTo>
                <a:cubicBezTo>
                  <a:pt x="50026" y="18784"/>
                  <a:pt x="48874" y="17382"/>
                  <a:pt x="47361" y="16184"/>
                </a:cubicBezTo>
                <a:cubicBezTo>
                  <a:pt x="45849" y="14985"/>
                  <a:pt x="43996" y="14007"/>
                  <a:pt x="41801" y="13251"/>
                </a:cubicBezTo>
                <a:cubicBezTo>
                  <a:pt x="39606" y="12495"/>
                  <a:pt x="37126" y="12006"/>
                  <a:pt x="34359" y="11785"/>
                </a:cubicBezTo>
                <a:lnTo>
                  <a:pt x="34359" y="374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98E864-5DBE-4140-AD5D-84AB4FBC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725" y="4549480"/>
            <a:ext cx="146798" cy="492702"/>
          </a:xfrm>
          <a:custGeom xmlns:a="http://schemas.openxmlformats.org/drawingml/2006/main">
            <a:pathLst>
              <a:path w="146798" h="492702">
                <a:moveTo>
                  <a:pt x="146798" y="458369"/>
                </a:moveTo>
                <a:lnTo>
                  <a:pt x="146798" y="492702"/>
                </a:lnTo>
                <a:lnTo>
                  <a:pt x="0" y="492702"/>
                </a:lnTo>
                <a:lnTo>
                  <a:pt x="0" y="458369"/>
                </a:lnTo>
                <a:lnTo>
                  <a:pt x="5927" y="458369"/>
                </a:lnTo>
                <a:lnTo>
                  <a:pt x="5927" y="479923"/>
                </a:lnTo>
                <a:lnTo>
                  <a:pt x="140871" y="479923"/>
                </a:lnTo>
                <a:lnTo>
                  <a:pt x="140871" y="458369"/>
                </a:lnTo>
                <a:lnTo>
                  <a:pt x="146798" y="458369"/>
                </a:lnTo>
                <a:close/>
                <a:moveTo>
                  <a:pt x="146798" y="0"/>
                </a:moveTo>
                <a:lnTo>
                  <a:pt x="146798" y="34333"/>
                </a:lnTo>
                <a:lnTo>
                  <a:pt x="140871" y="34333"/>
                </a:lnTo>
                <a:lnTo>
                  <a:pt x="140871" y="12778"/>
                </a:lnTo>
                <a:lnTo>
                  <a:pt x="5927" y="12778"/>
                </a:lnTo>
                <a:lnTo>
                  <a:pt x="5927" y="34333"/>
                </a:lnTo>
                <a:lnTo>
                  <a:pt x="0" y="34333"/>
                </a:lnTo>
                <a:lnTo>
                  <a:pt x="0" y="0"/>
                </a:lnTo>
                <a:lnTo>
                  <a:pt x="1467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Text 𝜏">
            <a:extLst xmlns:a="http://schemas.openxmlformats.org/drawingml/2006/main">
              <a:ext uri="{FF2B5EF4-FFF2-40B4-BE49-F238E27FC236}">
                <a16:creationId xmlns:a16="http://schemas.microsoft.com/office/drawing/2014/main" id="{BF8A0DA7-5B6F-4D5F-A97A-17BAF7DE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863" y="4588902"/>
            <a:ext cx="74824" cy="68434"/>
          </a:xfrm>
          <a:custGeom xmlns:a="http://schemas.openxmlformats.org/drawingml/2006/main">
            <a:pathLst>
              <a:path w="74824" h="68434">
                <a:moveTo>
                  <a:pt x="32793" y="21939"/>
                </a:moveTo>
                <a:cubicBezTo>
                  <a:pt x="36539" y="22760"/>
                  <a:pt x="41466" y="23979"/>
                  <a:pt x="47573" y="25596"/>
                </a:cubicBezTo>
                <a:cubicBezTo>
                  <a:pt x="53680" y="27212"/>
                  <a:pt x="59146" y="28841"/>
                  <a:pt x="63970" y="30484"/>
                </a:cubicBezTo>
                <a:lnTo>
                  <a:pt x="64662" y="30099"/>
                </a:lnTo>
                <a:lnTo>
                  <a:pt x="64662" y="23479"/>
                </a:lnTo>
                <a:cubicBezTo>
                  <a:pt x="64662" y="20092"/>
                  <a:pt x="64393" y="17487"/>
                  <a:pt x="63854" y="15665"/>
                </a:cubicBezTo>
                <a:cubicBezTo>
                  <a:pt x="63315" y="13843"/>
                  <a:pt x="62392" y="12060"/>
                  <a:pt x="61083" y="10315"/>
                </a:cubicBezTo>
                <a:cubicBezTo>
                  <a:pt x="59774" y="8570"/>
                  <a:pt x="57888" y="6748"/>
                  <a:pt x="55425" y="4850"/>
                </a:cubicBezTo>
                <a:lnTo>
                  <a:pt x="59505" y="0"/>
                </a:lnTo>
                <a:cubicBezTo>
                  <a:pt x="62943" y="2771"/>
                  <a:pt x="65637" y="5196"/>
                  <a:pt x="67588" y="7275"/>
                </a:cubicBezTo>
                <a:cubicBezTo>
                  <a:pt x="69538" y="9353"/>
                  <a:pt x="71013" y="11342"/>
                  <a:pt x="72014" y="13240"/>
                </a:cubicBezTo>
                <a:cubicBezTo>
                  <a:pt x="73015" y="15139"/>
                  <a:pt x="73733" y="17192"/>
                  <a:pt x="74169" y="19399"/>
                </a:cubicBezTo>
                <a:cubicBezTo>
                  <a:pt x="74606" y="21605"/>
                  <a:pt x="74824" y="24505"/>
                  <a:pt x="74824" y="28097"/>
                </a:cubicBezTo>
                <a:lnTo>
                  <a:pt x="74824" y="68434"/>
                </a:lnTo>
                <a:lnTo>
                  <a:pt x="64662" y="66125"/>
                </a:lnTo>
                <a:lnTo>
                  <a:pt x="64662" y="42031"/>
                </a:lnTo>
                <a:lnTo>
                  <a:pt x="26096" y="33332"/>
                </a:lnTo>
                <a:cubicBezTo>
                  <a:pt x="21067" y="32203"/>
                  <a:pt x="17269" y="31638"/>
                  <a:pt x="14703" y="31638"/>
                </a:cubicBezTo>
                <a:cubicBezTo>
                  <a:pt x="12650" y="31638"/>
                  <a:pt x="11162" y="31972"/>
                  <a:pt x="10238" y="32639"/>
                </a:cubicBezTo>
                <a:cubicBezTo>
                  <a:pt x="9314" y="33306"/>
                  <a:pt x="8853" y="34358"/>
                  <a:pt x="8853" y="35795"/>
                </a:cubicBezTo>
                <a:cubicBezTo>
                  <a:pt x="8853" y="37540"/>
                  <a:pt x="9571" y="39439"/>
                  <a:pt x="11008" y="41492"/>
                </a:cubicBezTo>
                <a:cubicBezTo>
                  <a:pt x="12445" y="43544"/>
                  <a:pt x="14729" y="45880"/>
                  <a:pt x="17859" y="48497"/>
                </a:cubicBezTo>
                <a:lnTo>
                  <a:pt x="13702" y="52962"/>
                </a:lnTo>
                <a:cubicBezTo>
                  <a:pt x="8776" y="48548"/>
                  <a:pt x="5260" y="44609"/>
                  <a:pt x="3156" y="41145"/>
                </a:cubicBezTo>
                <a:cubicBezTo>
                  <a:pt x="1052" y="37681"/>
                  <a:pt x="0" y="34127"/>
                  <a:pt x="0" y="30484"/>
                </a:cubicBezTo>
                <a:cubicBezTo>
                  <a:pt x="0" y="26840"/>
                  <a:pt x="1206" y="23966"/>
                  <a:pt x="3618" y="21862"/>
                </a:cubicBezTo>
                <a:cubicBezTo>
                  <a:pt x="6030" y="19758"/>
                  <a:pt x="9161" y="18706"/>
                  <a:pt x="13009" y="18706"/>
                </a:cubicBezTo>
                <a:cubicBezTo>
                  <a:pt x="16448" y="18706"/>
                  <a:pt x="21426" y="19424"/>
                  <a:pt x="27943" y="20861"/>
                </a:cubicBezTo>
                <a:lnTo>
                  <a:pt x="32793" y="219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5" name="Text %">
            <a:extLst xmlns:a="http://schemas.openxmlformats.org/drawingml/2006/main">
              <a:ext uri="{FF2B5EF4-FFF2-40B4-BE49-F238E27FC236}">
                <a16:creationId xmlns:a16="http://schemas.microsoft.com/office/drawing/2014/main" id="{88DF5003-0DF1-4D88-9050-551AC740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809" y="4669292"/>
            <a:ext cx="79231" cy="27332"/>
          </a:xfrm>
          <a:custGeom xmlns:a="http://schemas.openxmlformats.org/drawingml/2006/main">
            <a:pathLst>
              <a:path w="79231" h="27332">
                <a:moveTo>
                  <a:pt x="79231" y="25230"/>
                </a:moveTo>
                <a:lnTo>
                  <a:pt x="67335" y="22519"/>
                </a:lnTo>
                <a:lnTo>
                  <a:pt x="67335" y="11564"/>
                </a:lnTo>
                <a:lnTo>
                  <a:pt x="79231" y="14164"/>
                </a:lnTo>
                <a:lnTo>
                  <a:pt x="79231" y="25230"/>
                </a:lnTo>
                <a:moveTo>
                  <a:pt x="20084" y="11896"/>
                </a:moveTo>
                <a:cubicBezTo>
                  <a:pt x="17908" y="11379"/>
                  <a:pt x="16174" y="11020"/>
                  <a:pt x="14883" y="10817"/>
                </a:cubicBezTo>
                <a:cubicBezTo>
                  <a:pt x="13592" y="10614"/>
                  <a:pt x="12431" y="10512"/>
                  <a:pt x="11398" y="10512"/>
                </a:cubicBezTo>
                <a:cubicBezTo>
                  <a:pt x="9996" y="10512"/>
                  <a:pt x="8982" y="10798"/>
                  <a:pt x="8355" y="11370"/>
                </a:cubicBezTo>
                <a:cubicBezTo>
                  <a:pt x="7728" y="11942"/>
                  <a:pt x="7414" y="12799"/>
                  <a:pt x="7414" y="13943"/>
                </a:cubicBezTo>
                <a:cubicBezTo>
                  <a:pt x="7414" y="14607"/>
                  <a:pt x="7543" y="15271"/>
                  <a:pt x="7801" y="15935"/>
                </a:cubicBezTo>
                <a:cubicBezTo>
                  <a:pt x="8060" y="16599"/>
                  <a:pt x="8465" y="17309"/>
                  <a:pt x="9019" y="18065"/>
                </a:cubicBezTo>
                <a:cubicBezTo>
                  <a:pt x="9572" y="18821"/>
                  <a:pt x="10282" y="19651"/>
                  <a:pt x="11149" y="20555"/>
                </a:cubicBezTo>
                <a:cubicBezTo>
                  <a:pt x="12016" y="21458"/>
                  <a:pt x="13058" y="22463"/>
                  <a:pt x="14275" y="23570"/>
                </a:cubicBezTo>
                <a:lnTo>
                  <a:pt x="10623" y="27332"/>
                </a:lnTo>
                <a:cubicBezTo>
                  <a:pt x="8668" y="25414"/>
                  <a:pt x="7018" y="23671"/>
                  <a:pt x="5671" y="22104"/>
                </a:cubicBezTo>
                <a:cubicBezTo>
                  <a:pt x="4325" y="20536"/>
                  <a:pt x="3228" y="19052"/>
                  <a:pt x="2379" y="17650"/>
                </a:cubicBezTo>
                <a:cubicBezTo>
                  <a:pt x="1531" y="16248"/>
                  <a:pt x="922" y="14874"/>
                  <a:pt x="553" y="13528"/>
                </a:cubicBezTo>
                <a:cubicBezTo>
                  <a:pt x="184" y="12182"/>
                  <a:pt x="0" y="10752"/>
                  <a:pt x="0" y="9240"/>
                </a:cubicBezTo>
                <a:cubicBezTo>
                  <a:pt x="0" y="7838"/>
                  <a:pt x="258" y="6575"/>
                  <a:pt x="775" y="5450"/>
                </a:cubicBezTo>
                <a:cubicBezTo>
                  <a:pt x="1291" y="4325"/>
                  <a:pt x="2001" y="3357"/>
                  <a:pt x="2905" y="2545"/>
                </a:cubicBezTo>
                <a:cubicBezTo>
                  <a:pt x="3808" y="1734"/>
                  <a:pt x="4887" y="1107"/>
                  <a:pt x="6141" y="664"/>
                </a:cubicBezTo>
                <a:cubicBezTo>
                  <a:pt x="7396" y="221"/>
                  <a:pt x="8779" y="0"/>
                  <a:pt x="10291" y="0"/>
                </a:cubicBezTo>
                <a:cubicBezTo>
                  <a:pt x="11508" y="0"/>
                  <a:pt x="13021" y="148"/>
                  <a:pt x="14828" y="443"/>
                </a:cubicBezTo>
                <a:cubicBezTo>
                  <a:pt x="16635" y="738"/>
                  <a:pt x="18600" y="1116"/>
                  <a:pt x="20721" y="1577"/>
                </a:cubicBezTo>
                <a:cubicBezTo>
                  <a:pt x="22842" y="2038"/>
                  <a:pt x="25064" y="2545"/>
                  <a:pt x="27388" y="3098"/>
                </a:cubicBezTo>
                <a:cubicBezTo>
                  <a:pt x="29712" y="3652"/>
                  <a:pt x="32017" y="4196"/>
                  <a:pt x="34304" y="4731"/>
                </a:cubicBezTo>
                <a:cubicBezTo>
                  <a:pt x="36591" y="5265"/>
                  <a:pt x="38795" y="5745"/>
                  <a:pt x="40916" y="6169"/>
                </a:cubicBezTo>
                <a:cubicBezTo>
                  <a:pt x="43037" y="6593"/>
                  <a:pt x="44964" y="6898"/>
                  <a:pt x="46697" y="7082"/>
                </a:cubicBezTo>
                <a:cubicBezTo>
                  <a:pt x="46993" y="7156"/>
                  <a:pt x="47278" y="7193"/>
                  <a:pt x="47555" y="7193"/>
                </a:cubicBezTo>
                <a:cubicBezTo>
                  <a:pt x="47832" y="7193"/>
                  <a:pt x="48081" y="7193"/>
                  <a:pt x="48302" y="7193"/>
                </a:cubicBezTo>
                <a:cubicBezTo>
                  <a:pt x="49740" y="7119"/>
                  <a:pt x="50792" y="6612"/>
                  <a:pt x="51456" y="5671"/>
                </a:cubicBezTo>
                <a:cubicBezTo>
                  <a:pt x="52120" y="4731"/>
                  <a:pt x="52488" y="3062"/>
                  <a:pt x="52562" y="664"/>
                </a:cubicBezTo>
                <a:lnTo>
                  <a:pt x="56325" y="1328"/>
                </a:lnTo>
                <a:lnTo>
                  <a:pt x="56933" y="17373"/>
                </a:lnTo>
                <a:lnTo>
                  <a:pt x="56933" y="20084"/>
                </a:lnTo>
                <a:lnTo>
                  <a:pt x="20084" y="118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Text =">
            <a:extLst xmlns:a="http://schemas.openxmlformats.org/drawingml/2006/main">
              <a:ext uri="{FF2B5EF4-FFF2-40B4-BE49-F238E27FC236}">
                <a16:creationId xmlns:a16="http://schemas.microsoft.com/office/drawing/2014/main" id="{045E7CD3-E5B6-40F9-9229-612082A3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035" y="4765185"/>
            <a:ext cx="42185" cy="98071"/>
          </a:xfrm>
          <a:custGeom xmlns:a="http://schemas.openxmlformats.org/drawingml/2006/main">
            <a:pathLst>
              <a:path w="42185" h="98071">
                <a:moveTo>
                  <a:pt x="31946" y="0"/>
                </a:moveTo>
                <a:lnTo>
                  <a:pt x="42185" y="0"/>
                </a:lnTo>
                <a:lnTo>
                  <a:pt x="42185" y="94838"/>
                </a:lnTo>
                <a:lnTo>
                  <a:pt x="31946" y="94838"/>
                </a:lnTo>
                <a:lnTo>
                  <a:pt x="31946" y="0"/>
                </a:lnTo>
                <a:moveTo>
                  <a:pt x="0" y="0"/>
                </a:moveTo>
                <a:lnTo>
                  <a:pt x="10238" y="0"/>
                </a:lnTo>
                <a:lnTo>
                  <a:pt x="10238" y="94838"/>
                </a:lnTo>
                <a:lnTo>
                  <a:pt x="0" y="94838"/>
                </a:lnTo>
                <a:lnTo>
                  <a:pt x="0" y="0"/>
                </a:lnTo>
                <a:moveTo>
                  <a:pt x="21092" y="98071"/>
                </a:moveTo>
                <a:lnTo>
                  <a:pt x="21092" y="980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7" name="Text 1">
            <a:extLst xmlns:a="http://schemas.openxmlformats.org/drawingml/2006/main">
              <a:ext uri="{FF2B5EF4-FFF2-40B4-BE49-F238E27FC236}">
                <a16:creationId xmlns:a16="http://schemas.microsoft.com/office/drawing/2014/main" id="{30470648-6480-4A68-A1D2-42668B38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095" y="4929997"/>
            <a:ext cx="106308" cy="61275"/>
          </a:xfrm>
          <a:custGeom xmlns:a="http://schemas.openxmlformats.org/drawingml/2006/main">
            <a:pathLst>
              <a:path w="106308" h="61275">
                <a:moveTo>
                  <a:pt x="20092" y="39798"/>
                </a:moveTo>
                <a:cubicBezTo>
                  <a:pt x="17115" y="39798"/>
                  <a:pt x="14870" y="39965"/>
                  <a:pt x="13356" y="40299"/>
                </a:cubicBezTo>
                <a:cubicBezTo>
                  <a:pt x="11842" y="40632"/>
                  <a:pt x="10610" y="41222"/>
                  <a:pt x="9661" y="42069"/>
                </a:cubicBezTo>
                <a:cubicBezTo>
                  <a:pt x="8711" y="42916"/>
                  <a:pt x="7967" y="44135"/>
                  <a:pt x="7428" y="45726"/>
                </a:cubicBezTo>
                <a:cubicBezTo>
                  <a:pt x="6890" y="47316"/>
                  <a:pt x="6479" y="49318"/>
                  <a:pt x="6197" y="51730"/>
                </a:cubicBezTo>
                <a:cubicBezTo>
                  <a:pt x="5915" y="54142"/>
                  <a:pt x="5722" y="57324"/>
                  <a:pt x="5619" y="61275"/>
                </a:cubicBezTo>
                <a:lnTo>
                  <a:pt x="0" y="61275"/>
                </a:lnTo>
                <a:lnTo>
                  <a:pt x="0" y="4388"/>
                </a:lnTo>
                <a:lnTo>
                  <a:pt x="5619" y="4388"/>
                </a:lnTo>
                <a:cubicBezTo>
                  <a:pt x="5876" y="10084"/>
                  <a:pt x="6222" y="14151"/>
                  <a:pt x="6659" y="16589"/>
                </a:cubicBezTo>
                <a:cubicBezTo>
                  <a:pt x="7095" y="19027"/>
                  <a:pt x="7749" y="20887"/>
                  <a:pt x="8622" y="22170"/>
                </a:cubicBezTo>
                <a:cubicBezTo>
                  <a:pt x="9494" y="23453"/>
                  <a:pt x="10726" y="24390"/>
                  <a:pt x="12317" y="24980"/>
                </a:cubicBezTo>
                <a:cubicBezTo>
                  <a:pt x="13908" y="25570"/>
                  <a:pt x="16499" y="25865"/>
                  <a:pt x="20092" y="25865"/>
                </a:cubicBezTo>
                <a:lnTo>
                  <a:pt x="82522" y="25865"/>
                </a:lnTo>
                <a:cubicBezTo>
                  <a:pt x="84574" y="25865"/>
                  <a:pt x="86075" y="25506"/>
                  <a:pt x="87025" y="24787"/>
                </a:cubicBezTo>
                <a:cubicBezTo>
                  <a:pt x="87974" y="24069"/>
                  <a:pt x="88449" y="23017"/>
                  <a:pt x="88449" y="21631"/>
                </a:cubicBezTo>
                <a:cubicBezTo>
                  <a:pt x="88449" y="19989"/>
                  <a:pt x="87602" y="17654"/>
                  <a:pt x="85909" y="14626"/>
                </a:cubicBezTo>
                <a:cubicBezTo>
                  <a:pt x="84215" y="11598"/>
                  <a:pt x="81880" y="7852"/>
                  <a:pt x="78904" y="3387"/>
                </a:cubicBezTo>
                <a:lnTo>
                  <a:pt x="84831" y="0"/>
                </a:lnTo>
                <a:lnTo>
                  <a:pt x="106308" y="36026"/>
                </a:lnTo>
                <a:lnTo>
                  <a:pt x="106308" y="40260"/>
                </a:lnTo>
                <a:cubicBezTo>
                  <a:pt x="101381" y="39952"/>
                  <a:pt x="94556" y="39798"/>
                  <a:pt x="85832" y="39798"/>
                </a:cubicBezTo>
                <a:lnTo>
                  <a:pt x="20092" y="397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E541B-6276-4657-9179-15C390D1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132" y="3749086"/>
            <a:ext cx="221700" cy="482812"/>
          </a:xfrm>
          <a:custGeom xmlns:a="http://schemas.openxmlformats.org/drawingml/2006/main">
            <a:pathLst>
              <a:path w="221700" h="482812">
                <a:moveTo>
                  <a:pt x="221700" y="0"/>
                </a:moveTo>
                <a:lnTo>
                  <a:pt x="221700" y="482812"/>
                </a:lnTo>
                <a:lnTo>
                  <a:pt x="0" y="482812"/>
                </a:lnTo>
                <a:lnTo>
                  <a:pt x="0" y="0"/>
                </a:lnTo>
                <a:lnTo>
                  <a:pt x="221700" y="0"/>
                </a:lnTo>
                <a:close/>
              </a:path>
            </a:pathLst>
          </a:custGeom>
          <a:solidFill xmlns:a="http://schemas.openxmlformats.org/drawingml/2006/main">
            <a:srgbClr val="FBE3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9" name="Text M">
            <a:extLst xmlns:a="http://schemas.openxmlformats.org/drawingml/2006/main">
              <a:ext uri="{FF2B5EF4-FFF2-40B4-BE49-F238E27FC236}">
                <a16:creationId xmlns:a16="http://schemas.microsoft.com/office/drawing/2014/main" id="{293AF7A5-E761-42A4-8EB5-72F83991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58" y="3859937"/>
            <a:ext cx="71927" cy="83436"/>
          </a:xfrm>
          <a:custGeom xmlns:a="http://schemas.openxmlformats.org/drawingml/2006/main">
            <a:pathLst>
              <a:path w="71927" h="83436">
                <a:moveTo>
                  <a:pt x="2324" y="83436"/>
                </a:moveTo>
                <a:cubicBezTo>
                  <a:pt x="1955" y="83436"/>
                  <a:pt x="1623" y="83334"/>
                  <a:pt x="1328" y="83131"/>
                </a:cubicBezTo>
                <a:cubicBezTo>
                  <a:pt x="1033" y="82928"/>
                  <a:pt x="793" y="82560"/>
                  <a:pt x="609" y="82025"/>
                </a:cubicBezTo>
                <a:cubicBezTo>
                  <a:pt x="424" y="81490"/>
                  <a:pt x="277" y="80780"/>
                  <a:pt x="166" y="79895"/>
                </a:cubicBezTo>
                <a:cubicBezTo>
                  <a:pt x="55" y="79009"/>
                  <a:pt x="0" y="77884"/>
                  <a:pt x="0" y="76520"/>
                </a:cubicBezTo>
                <a:cubicBezTo>
                  <a:pt x="0" y="75192"/>
                  <a:pt x="55" y="74085"/>
                  <a:pt x="166" y="73200"/>
                </a:cubicBezTo>
                <a:cubicBezTo>
                  <a:pt x="277" y="72315"/>
                  <a:pt x="424" y="71614"/>
                  <a:pt x="609" y="71097"/>
                </a:cubicBezTo>
                <a:cubicBezTo>
                  <a:pt x="793" y="70581"/>
                  <a:pt x="1032" y="70212"/>
                  <a:pt x="1326" y="69991"/>
                </a:cubicBezTo>
                <a:cubicBezTo>
                  <a:pt x="1621" y="69769"/>
                  <a:pt x="1953" y="69659"/>
                  <a:pt x="2322" y="69659"/>
                </a:cubicBezTo>
                <a:lnTo>
                  <a:pt x="60530" y="69659"/>
                </a:lnTo>
                <a:lnTo>
                  <a:pt x="60530" y="69548"/>
                </a:lnTo>
                <a:lnTo>
                  <a:pt x="2379" y="48800"/>
                </a:lnTo>
                <a:cubicBezTo>
                  <a:pt x="1900" y="48652"/>
                  <a:pt x="1503" y="48413"/>
                  <a:pt x="1190" y="48081"/>
                </a:cubicBezTo>
                <a:cubicBezTo>
                  <a:pt x="876" y="47749"/>
                  <a:pt x="627" y="47297"/>
                  <a:pt x="443" y="46725"/>
                </a:cubicBezTo>
                <a:cubicBezTo>
                  <a:pt x="258" y="46153"/>
                  <a:pt x="138" y="45425"/>
                  <a:pt x="83" y="44540"/>
                </a:cubicBezTo>
                <a:cubicBezTo>
                  <a:pt x="28" y="43654"/>
                  <a:pt x="0" y="42585"/>
                  <a:pt x="0" y="41331"/>
                </a:cubicBezTo>
                <a:cubicBezTo>
                  <a:pt x="0" y="40076"/>
                  <a:pt x="46" y="39007"/>
                  <a:pt x="138" y="38121"/>
                </a:cubicBezTo>
                <a:cubicBezTo>
                  <a:pt x="231" y="37236"/>
                  <a:pt x="378" y="36508"/>
                  <a:pt x="581" y="35936"/>
                </a:cubicBezTo>
                <a:cubicBezTo>
                  <a:pt x="784" y="35364"/>
                  <a:pt x="1033" y="34912"/>
                  <a:pt x="1328" y="34580"/>
                </a:cubicBezTo>
                <a:cubicBezTo>
                  <a:pt x="1623" y="34248"/>
                  <a:pt x="1973" y="34027"/>
                  <a:pt x="2379" y="33916"/>
                </a:cubicBezTo>
                <a:lnTo>
                  <a:pt x="60530" y="13888"/>
                </a:lnTo>
                <a:lnTo>
                  <a:pt x="60530" y="13777"/>
                </a:lnTo>
                <a:lnTo>
                  <a:pt x="2322" y="13777"/>
                </a:lnTo>
                <a:cubicBezTo>
                  <a:pt x="1953" y="13777"/>
                  <a:pt x="1621" y="13675"/>
                  <a:pt x="1326" y="13473"/>
                </a:cubicBezTo>
                <a:cubicBezTo>
                  <a:pt x="1032" y="13270"/>
                  <a:pt x="793" y="12892"/>
                  <a:pt x="609" y="12338"/>
                </a:cubicBezTo>
                <a:cubicBezTo>
                  <a:pt x="424" y="11785"/>
                  <a:pt x="277" y="11075"/>
                  <a:pt x="166" y="10208"/>
                </a:cubicBezTo>
                <a:cubicBezTo>
                  <a:pt x="55" y="9341"/>
                  <a:pt x="0" y="8226"/>
                  <a:pt x="0" y="6861"/>
                </a:cubicBezTo>
                <a:cubicBezTo>
                  <a:pt x="0" y="5533"/>
                  <a:pt x="55" y="4426"/>
                  <a:pt x="166" y="3541"/>
                </a:cubicBezTo>
                <a:cubicBezTo>
                  <a:pt x="277" y="2656"/>
                  <a:pt x="424" y="1946"/>
                  <a:pt x="609" y="1411"/>
                </a:cubicBezTo>
                <a:cubicBezTo>
                  <a:pt x="793" y="876"/>
                  <a:pt x="1033" y="507"/>
                  <a:pt x="1328" y="304"/>
                </a:cubicBezTo>
                <a:cubicBezTo>
                  <a:pt x="1623" y="101"/>
                  <a:pt x="1955" y="0"/>
                  <a:pt x="2324" y="0"/>
                </a:cubicBezTo>
                <a:lnTo>
                  <a:pt x="66118" y="0"/>
                </a:lnTo>
                <a:cubicBezTo>
                  <a:pt x="67999" y="0"/>
                  <a:pt x="69438" y="498"/>
                  <a:pt x="70433" y="1494"/>
                </a:cubicBezTo>
                <a:cubicBezTo>
                  <a:pt x="71429" y="2490"/>
                  <a:pt x="71927" y="3818"/>
                  <a:pt x="71927" y="5478"/>
                </a:cubicBezTo>
                <a:lnTo>
                  <a:pt x="71927" y="14994"/>
                </a:lnTo>
                <a:cubicBezTo>
                  <a:pt x="71927" y="16691"/>
                  <a:pt x="71789" y="18148"/>
                  <a:pt x="71512" y="19365"/>
                </a:cubicBezTo>
                <a:cubicBezTo>
                  <a:pt x="71236" y="20582"/>
                  <a:pt x="70775" y="21634"/>
                  <a:pt x="70129" y="22519"/>
                </a:cubicBezTo>
                <a:cubicBezTo>
                  <a:pt x="69484" y="23404"/>
                  <a:pt x="68635" y="24142"/>
                  <a:pt x="67584" y="24732"/>
                </a:cubicBezTo>
                <a:cubicBezTo>
                  <a:pt x="66533" y="25322"/>
                  <a:pt x="65233" y="25838"/>
                  <a:pt x="63683" y="26281"/>
                </a:cubicBezTo>
                <a:lnTo>
                  <a:pt x="21025" y="41773"/>
                </a:lnTo>
                <a:lnTo>
                  <a:pt x="21025" y="41994"/>
                </a:lnTo>
                <a:lnTo>
                  <a:pt x="63573" y="58040"/>
                </a:lnTo>
                <a:cubicBezTo>
                  <a:pt x="65122" y="58519"/>
                  <a:pt x="66431" y="59045"/>
                  <a:pt x="67501" y="59617"/>
                </a:cubicBezTo>
                <a:cubicBezTo>
                  <a:pt x="68571" y="60188"/>
                  <a:pt x="69438" y="60852"/>
                  <a:pt x="70101" y="61608"/>
                </a:cubicBezTo>
                <a:cubicBezTo>
                  <a:pt x="70765" y="62365"/>
                  <a:pt x="71236" y="63259"/>
                  <a:pt x="71512" y="64292"/>
                </a:cubicBezTo>
                <a:cubicBezTo>
                  <a:pt x="71789" y="65325"/>
                  <a:pt x="71927" y="66524"/>
                  <a:pt x="71927" y="67888"/>
                </a:cubicBezTo>
                <a:lnTo>
                  <a:pt x="71927" y="77681"/>
                </a:lnTo>
                <a:cubicBezTo>
                  <a:pt x="71927" y="78677"/>
                  <a:pt x="71798" y="79535"/>
                  <a:pt x="71540" y="80254"/>
                </a:cubicBezTo>
                <a:cubicBezTo>
                  <a:pt x="71282" y="80974"/>
                  <a:pt x="70904" y="81564"/>
                  <a:pt x="70406" y="82025"/>
                </a:cubicBezTo>
                <a:cubicBezTo>
                  <a:pt x="69908" y="82486"/>
                  <a:pt x="69299" y="82836"/>
                  <a:pt x="68580" y="83076"/>
                </a:cubicBezTo>
                <a:cubicBezTo>
                  <a:pt x="67861" y="83316"/>
                  <a:pt x="67040" y="83436"/>
                  <a:pt x="66118" y="83436"/>
                </a:cubicBezTo>
                <a:lnTo>
                  <a:pt x="2324" y="834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0" name="Text e">
            <a:extLst xmlns:a="http://schemas.openxmlformats.org/drawingml/2006/main">
              <a:ext uri="{FF2B5EF4-FFF2-40B4-BE49-F238E27FC236}">
                <a16:creationId xmlns:a16="http://schemas.microsoft.com/office/drawing/2014/main" id="{6246C8E8-CCF6-4330-AA54-5A19EBE6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62" y="3955017"/>
            <a:ext cx="55771" cy="48468"/>
          </a:xfrm>
          <a:custGeom xmlns:a="http://schemas.openxmlformats.org/drawingml/2006/main">
            <a:pathLst>
              <a:path w="55771" h="48468">
                <a:moveTo>
                  <a:pt x="29333" y="48468"/>
                </a:moveTo>
                <a:cubicBezTo>
                  <a:pt x="27633" y="48468"/>
                  <a:pt x="26376" y="48090"/>
                  <a:pt x="25564" y="47334"/>
                </a:cubicBezTo>
                <a:cubicBezTo>
                  <a:pt x="24751" y="46578"/>
                  <a:pt x="24345" y="45536"/>
                  <a:pt x="24345" y="44208"/>
                </a:cubicBezTo>
                <a:lnTo>
                  <a:pt x="24345" y="14164"/>
                </a:lnTo>
                <a:cubicBezTo>
                  <a:pt x="22234" y="14164"/>
                  <a:pt x="20318" y="14413"/>
                  <a:pt x="18596" y="14911"/>
                </a:cubicBezTo>
                <a:cubicBezTo>
                  <a:pt x="16874" y="15409"/>
                  <a:pt x="15410" y="16202"/>
                  <a:pt x="14206" y="17290"/>
                </a:cubicBezTo>
                <a:cubicBezTo>
                  <a:pt x="13002" y="18378"/>
                  <a:pt x="12086" y="19780"/>
                  <a:pt x="11456" y="21495"/>
                </a:cubicBezTo>
                <a:cubicBezTo>
                  <a:pt x="10827" y="23210"/>
                  <a:pt x="10512" y="25267"/>
                  <a:pt x="10512" y="27664"/>
                </a:cubicBezTo>
                <a:cubicBezTo>
                  <a:pt x="10512" y="30099"/>
                  <a:pt x="10691" y="32238"/>
                  <a:pt x="11047" y="34082"/>
                </a:cubicBezTo>
                <a:cubicBezTo>
                  <a:pt x="11403" y="35927"/>
                  <a:pt x="11797" y="37522"/>
                  <a:pt x="12228" y="38868"/>
                </a:cubicBezTo>
                <a:cubicBezTo>
                  <a:pt x="12659" y="40215"/>
                  <a:pt x="13052" y="41331"/>
                  <a:pt x="13409" y="42216"/>
                </a:cubicBezTo>
                <a:cubicBezTo>
                  <a:pt x="13765" y="43101"/>
                  <a:pt x="13943" y="43820"/>
                  <a:pt x="13943" y="44374"/>
                </a:cubicBezTo>
                <a:cubicBezTo>
                  <a:pt x="13943" y="44706"/>
                  <a:pt x="13878" y="44982"/>
                  <a:pt x="13747" y="45204"/>
                </a:cubicBezTo>
                <a:cubicBezTo>
                  <a:pt x="13618" y="45425"/>
                  <a:pt x="13387" y="45609"/>
                  <a:pt x="13052" y="45757"/>
                </a:cubicBezTo>
                <a:cubicBezTo>
                  <a:pt x="12719" y="45904"/>
                  <a:pt x="12247" y="46006"/>
                  <a:pt x="11635" y="46061"/>
                </a:cubicBezTo>
                <a:cubicBezTo>
                  <a:pt x="11023" y="46116"/>
                  <a:pt x="10253" y="46144"/>
                  <a:pt x="9326" y="46144"/>
                </a:cubicBezTo>
                <a:cubicBezTo>
                  <a:pt x="8510" y="46144"/>
                  <a:pt x="7815" y="46126"/>
                  <a:pt x="7239" y="46089"/>
                </a:cubicBezTo>
                <a:cubicBezTo>
                  <a:pt x="6665" y="46052"/>
                  <a:pt x="6174" y="45997"/>
                  <a:pt x="5766" y="45923"/>
                </a:cubicBezTo>
                <a:cubicBezTo>
                  <a:pt x="5358" y="45849"/>
                  <a:pt x="5015" y="45738"/>
                  <a:pt x="4736" y="45591"/>
                </a:cubicBezTo>
                <a:cubicBezTo>
                  <a:pt x="4458" y="45443"/>
                  <a:pt x="4189" y="45250"/>
                  <a:pt x="3930" y="45010"/>
                </a:cubicBezTo>
                <a:cubicBezTo>
                  <a:pt x="3671" y="44770"/>
                  <a:pt x="3320" y="44115"/>
                  <a:pt x="2877" y="43046"/>
                </a:cubicBezTo>
                <a:cubicBezTo>
                  <a:pt x="2434" y="41976"/>
                  <a:pt x="2001" y="40611"/>
                  <a:pt x="1577" y="38951"/>
                </a:cubicBezTo>
                <a:cubicBezTo>
                  <a:pt x="1153" y="37292"/>
                  <a:pt x="784" y="35392"/>
                  <a:pt x="470" y="33253"/>
                </a:cubicBezTo>
                <a:cubicBezTo>
                  <a:pt x="157" y="31113"/>
                  <a:pt x="0" y="28826"/>
                  <a:pt x="0" y="26392"/>
                </a:cubicBezTo>
                <a:cubicBezTo>
                  <a:pt x="0" y="22002"/>
                  <a:pt x="554" y="18157"/>
                  <a:pt x="1663" y="14856"/>
                </a:cubicBezTo>
                <a:cubicBezTo>
                  <a:pt x="2772" y="11554"/>
                  <a:pt x="4454" y="8797"/>
                  <a:pt x="6709" y="6584"/>
                </a:cubicBezTo>
                <a:cubicBezTo>
                  <a:pt x="8963" y="4371"/>
                  <a:pt x="11809" y="2720"/>
                  <a:pt x="15245" y="1632"/>
                </a:cubicBezTo>
                <a:cubicBezTo>
                  <a:pt x="18682" y="544"/>
                  <a:pt x="22711" y="0"/>
                  <a:pt x="27331" y="0"/>
                </a:cubicBezTo>
                <a:cubicBezTo>
                  <a:pt x="31729" y="0"/>
                  <a:pt x="35693" y="572"/>
                  <a:pt x="39223" y="1715"/>
                </a:cubicBezTo>
                <a:cubicBezTo>
                  <a:pt x="42752" y="2859"/>
                  <a:pt x="45746" y="4519"/>
                  <a:pt x="48203" y="6695"/>
                </a:cubicBezTo>
                <a:cubicBezTo>
                  <a:pt x="50662" y="8871"/>
                  <a:pt x="52538" y="11518"/>
                  <a:pt x="53831" y="14634"/>
                </a:cubicBezTo>
                <a:cubicBezTo>
                  <a:pt x="55125" y="17751"/>
                  <a:pt x="55771" y="21265"/>
                  <a:pt x="55771" y="25175"/>
                </a:cubicBezTo>
                <a:cubicBezTo>
                  <a:pt x="55771" y="29306"/>
                  <a:pt x="55162" y="32838"/>
                  <a:pt x="53942" y="35770"/>
                </a:cubicBezTo>
                <a:cubicBezTo>
                  <a:pt x="52722" y="38702"/>
                  <a:pt x="51032" y="41109"/>
                  <a:pt x="48871" y="42990"/>
                </a:cubicBezTo>
                <a:cubicBezTo>
                  <a:pt x="46710" y="44872"/>
                  <a:pt x="44151" y="46255"/>
                  <a:pt x="41194" y="47140"/>
                </a:cubicBezTo>
                <a:cubicBezTo>
                  <a:pt x="38238" y="48025"/>
                  <a:pt x="35024" y="48468"/>
                  <a:pt x="31549" y="48468"/>
                </a:cubicBezTo>
                <a:lnTo>
                  <a:pt x="29333" y="48468"/>
                </a:lnTo>
                <a:moveTo>
                  <a:pt x="33308" y="34968"/>
                </a:moveTo>
                <a:cubicBezTo>
                  <a:pt x="37235" y="35078"/>
                  <a:pt x="40319" y="34295"/>
                  <a:pt x="42560" y="32616"/>
                </a:cubicBezTo>
                <a:cubicBezTo>
                  <a:pt x="44802" y="30938"/>
                  <a:pt x="45923" y="28347"/>
                  <a:pt x="45923" y="24843"/>
                </a:cubicBezTo>
                <a:cubicBezTo>
                  <a:pt x="45923" y="23072"/>
                  <a:pt x="45589" y="21532"/>
                  <a:pt x="44922" y="20223"/>
                </a:cubicBezTo>
                <a:cubicBezTo>
                  <a:pt x="44255" y="18913"/>
                  <a:pt x="43357" y="17825"/>
                  <a:pt x="42226" y="16958"/>
                </a:cubicBezTo>
                <a:cubicBezTo>
                  <a:pt x="41097" y="16091"/>
                  <a:pt x="39763" y="15427"/>
                  <a:pt x="38225" y="14966"/>
                </a:cubicBezTo>
                <a:cubicBezTo>
                  <a:pt x="36689" y="14505"/>
                  <a:pt x="35050" y="14238"/>
                  <a:pt x="33308" y="14164"/>
                </a:cubicBezTo>
                <a:lnTo>
                  <a:pt x="33308" y="34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1" name="Text a">
            <a:extLst xmlns:a="http://schemas.openxmlformats.org/drawingml/2006/main">
              <a:ext uri="{FF2B5EF4-FFF2-40B4-BE49-F238E27FC236}">
                <a16:creationId xmlns:a16="http://schemas.microsoft.com/office/drawing/2014/main" id="{DE5D66F2-A96C-4FA0-91DA-E84E532F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62" y="4011258"/>
            <a:ext cx="55771" cy="45093"/>
          </a:xfrm>
          <a:custGeom xmlns:a="http://schemas.openxmlformats.org/drawingml/2006/main">
            <a:pathLst>
              <a:path w="55771" h="45093">
                <a:moveTo>
                  <a:pt x="3045" y="45093"/>
                </a:moveTo>
                <a:cubicBezTo>
                  <a:pt x="2528" y="45093"/>
                  <a:pt x="2122" y="44908"/>
                  <a:pt x="1826" y="44540"/>
                </a:cubicBezTo>
                <a:cubicBezTo>
                  <a:pt x="1531" y="44171"/>
                  <a:pt x="1319" y="43590"/>
                  <a:pt x="1190" y="42797"/>
                </a:cubicBezTo>
                <a:cubicBezTo>
                  <a:pt x="1060" y="42004"/>
                  <a:pt x="996" y="40833"/>
                  <a:pt x="996" y="39283"/>
                </a:cubicBezTo>
                <a:cubicBezTo>
                  <a:pt x="996" y="37624"/>
                  <a:pt x="1060" y="36416"/>
                  <a:pt x="1190" y="35659"/>
                </a:cubicBezTo>
                <a:cubicBezTo>
                  <a:pt x="1319" y="34903"/>
                  <a:pt x="1531" y="34368"/>
                  <a:pt x="1826" y="34055"/>
                </a:cubicBezTo>
                <a:cubicBezTo>
                  <a:pt x="2121" y="33741"/>
                  <a:pt x="2527" y="33585"/>
                  <a:pt x="3043" y="33585"/>
                </a:cubicBezTo>
                <a:lnTo>
                  <a:pt x="6971" y="33585"/>
                </a:lnTo>
                <a:cubicBezTo>
                  <a:pt x="4795" y="31556"/>
                  <a:pt x="3089" y="29241"/>
                  <a:pt x="1854" y="26641"/>
                </a:cubicBezTo>
                <a:cubicBezTo>
                  <a:pt x="618" y="24040"/>
                  <a:pt x="0" y="21154"/>
                  <a:pt x="0" y="17982"/>
                </a:cubicBezTo>
                <a:cubicBezTo>
                  <a:pt x="0" y="15363"/>
                  <a:pt x="342" y="12956"/>
                  <a:pt x="1027" y="10761"/>
                </a:cubicBezTo>
                <a:cubicBezTo>
                  <a:pt x="1712" y="8567"/>
                  <a:pt x="2730" y="6667"/>
                  <a:pt x="4080" y="5063"/>
                </a:cubicBezTo>
                <a:cubicBezTo>
                  <a:pt x="5431" y="3458"/>
                  <a:pt x="7106" y="2213"/>
                  <a:pt x="9103" y="1328"/>
                </a:cubicBezTo>
                <a:cubicBezTo>
                  <a:pt x="11102" y="443"/>
                  <a:pt x="13434" y="0"/>
                  <a:pt x="16099" y="0"/>
                </a:cubicBezTo>
                <a:cubicBezTo>
                  <a:pt x="18986" y="0"/>
                  <a:pt x="21494" y="563"/>
                  <a:pt x="23622" y="1688"/>
                </a:cubicBezTo>
                <a:cubicBezTo>
                  <a:pt x="25750" y="2813"/>
                  <a:pt x="27508" y="4491"/>
                  <a:pt x="28895" y="6722"/>
                </a:cubicBezTo>
                <a:cubicBezTo>
                  <a:pt x="30283" y="8954"/>
                  <a:pt x="31310" y="11730"/>
                  <a:pt x="31977" y="15049"/>
                </a:cubicBezTo>
                <a:cubicBezTo>
                  <a:pt x="32643" y="18369"/>
                  <a:pt x="32976" y="22224"/>
                  <a:pt x="32976" y="26613"/>
                </a:cubicBezTo>
                <a:lnTo>
                  <a:pt x="32976" y="31427"/>
                </a:lnTo>
                <a:lnTo>
                  <a:pt x="35950" y="31427"/>
                </a:lnTo>
                <a:cubicBezTo>
                  <a:pt x="37492" y="31427"/>
                  <a:pt x="38841" y="31270"/>
                  <a:pt x="39997" y="30956"/>
                </a:cubicBezTo>
                <a:cubicBezTo>
                  <a:pt x="41155" y="30643"/>
                  <a:pt x="42119" y="30126"/>
                  <a:pt x="42890" y="29407"/>
                </a:cubicBezTo>
                <a:cubicBezTo>
                  <a:pt x="43661" y="28688"/>
                  <a:pt x="44230" y="27729"/>
                  <a:pt x="44597" y="26530"/>
                </a:cubicBezTo>
                <a:cubicBezTo>
                  <a:pt x="44964" y="25331"/>
                  <a:pt x="45148" y="23847"/>
                  <a:pt x="45148" y="22076"/>
                </a:cubicBezTo>
                <a:cubicBezTo>
                  <a:pt x="45148" y="19752"/>
                  <a:pt x="44890" y="17678"/>
                  <a:pt x="44374" y="15852"/>
                </a:cubicBezTo>
                <a:cubicBezTo>
                  <a:pt x="43857" y="14026"/>
                  <a:pt x="43285" y="12412"/>
                  <a:pt x="42658" y="11010"/>
                </a:cubicBezTo>
                <a:cubicBezTo>
                  <a:pt x="42031" y="9609"/>
                  <a:pt x="41460" y="8438"/>
                  <a:pt x="40943" y="7497"/>
                </a:cubicBezTo>
                <a:cubicBezTo>
                  <a:pt x="40427" y="6556"/>
                  <a:pt x="40169" y="5791"/>
                  <a:pt x="40169" y="5201"/>
                </a:cubicBezTo>
                <a:cubicBezTo>
                  <a:pt x="40169" y="4795"/>
                  <a:pt x="40298" y="4436"/>
                  <a:pt x="40558" y="4122"/>
                </a:cubicBezTo>
                <a:cubicBezTo>
                  <a:pt x="40817" y="3808"/>
                  <a:pt x="41188" y="3550"/>
                  <a:pt x="41669" y="3347"/>
                </a:cubicBezTo>
                <a:cubicBezTo>
                  <a:pt x="42151" y="3145"/>
                  <a:pt x="42744" y="2988"/>
                  <a:pt x="43449" y="2877"/>
                </a:cubicBezTo>
                <a:cubicBezTo>
                  <a:pt x="44154" y="2766"/>
                  <a:pt x="44933" y="2711"/>
                  <a:pt x="45784" y="2711"/>
                </a:cubicBezTo>
                <a:cubicBezTo>
                  <a:pt x="46934" y="2711"/>
                  <a:pt x="47842" y="2803"/>
                  <a:pt x="48509" y="2988"/>
                </a:cubicBezTo>
                <a:cubicBezTo>
                  <a:pt x="49177" y="3172"/>
                  <a:pt x="49779" y="3523"/>
                  <a:pt x="50316" y="4039"/>
                </a:cubicBezTo>
                <a:cubicBezTo>
                  <a:pt x="50855" y="4555"/>
                  <a:pt x="51446" y="5459"/>
                  <a:pt x="52092" y="6750"/>
                </a:cubicBezTo>
                <a:cubicBezTo>
                  <a:pt x="52737" y="8041"/>
                  <a:pt x="53337" y="9553"/>
                  <a:pt x="53890" y="11287"/>
                </a:cubicBezTo>
                <a:cubicBezTo>
                  <a:pt x="54443" y="13021"/>
                  <a:pt x="54895" y="14911"/>
                  <a:pt x="55246" y="16958"/>
                </a:cubicBezTo>
                <a:cubicBezTo>
                  <a:pt x="55596" y="19005"/>
                  <a:pt x="55771" y="21117"/>
                  <a:pt x="55771" y="23293"/>
                </a:cubicBezTo>
                <a:cubicBezTo>
                  <a:pt x="55771" y="27166"/>
                  <a:pt x="55393" y="30477"/>
                  <a:pt x="54635" y="33225"/>
                </a:cubicBezTo>
                <a:cubicBezTo>
                  <a:pt x="53879" y="35973"/>
                  <a:pt x="52716" y="38232"/>
                  <a:pt x="51146" y="40003"/>
                </a:cubicBezTo>
                <a:cubicBezTo>
                  <a:pt x="49577" y="41773"/>
                  <a:pt x="47556" y="43064"/>
                  <a:pt x="45083" y="43876"/>
                </a:cubicBezTo>
                <a:cubicBezTo>
                  <a:pt x="42609" y="44687"/>
                  <a:pt x="39674" y="45093"/>
                  <a:pt x="36277" y="45093"/>
                </a:cubicBezTo>
                <a:lnTo>
                  <a:pt x="3045" y="45093"/>
                </a:lnTo>
                <a:moveTo>
                  <a:pt x="24234" y="31427"/>
                </a:moveTo>
                <a:lnTo>
                  <a:pt x="24234" y="26115"/>
                </a:lnTo>
                <a:cubicBezTo>
                  <a:pt x="24234" y="23865"/>
                  <a:pt x="24067" y="21947"/>
                  <a:pt x="23733" y="20361"/>
                </a:cubicBezTo>
                <a:cubicBezTo>
                  <a:pt x="23398" y="18775"/>
                  <a:pt x="22896" y="17484"/>
                  <a:pt x="22227" y="16488"/>
                </a:cubicBezTo>
                <a:cubicBezTo>
                  <a:pt x="21558" y="15492"/>
                  <a:pt x="20749" y="14764"/>
                  <a:pt x="19801" y="14302"/>
                </a:cubicBezTo>
                <a:cubicBezTo>
                  <a:pt x="18853" y="13841"/>
                  <a:pt x="17766" y="13611"/>
                  <a:pt x="16540" y="13611"/>
                </a:cubicBezTo>
                <a:cubicBezTo>
                  <a:pt x="14458" y="13611"/>
                  <a:pt x="12822" y="14266"/>
                  <a:pt x="11633" y="15575"/>
                </a:cubicBezTo>
                <a:cubicBezTo>
                  <a:pt x="10443" y="16884"/>
                  <a:pt x="9849" y="18701"/>
                  <a:pt x="9849" y="21025"/>
                </a:cubicBezTo>
                <a:cubicBezTo>
                  <a:pt x="9849" y="22980"/>
                  <a:pt x="10350" y="24778"/>
                  <a:pt x="11353" y="26419"/>
                </a:cubicBezTo>
                <a:cubicBezTo>
                  <a:pt x="12357" y="28061"/>
                  <a:pt x="13825" y="29730"/>
                  <a:pt x="15758" y="31427"/>
                </a:cubicBezTo>
                <a:lnTo>
                  <a:pt x="24234" y="314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2" name="Text n">
            <a:extLst xmlns:a="http://schemas.openxmlformats.org/drawingml/2006/main">
              <a:ext uri="{FF2B5EF4-FFF2-40B4-BE49-F238E27FC236}">
                <a16:creationId xmlns:a16="http://schemas.microsoft.com/office/drawing/2014/main" id="{9C89BACE-7A77-4949-8BCC-49FE98BF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58" y="4070708"/>
            <a:ext cx="54775" cy="47140"/>
          </a:xfrm>
          <a:custGeom xmlns:a="http://schemas.openxmlformats.org/drawingml/2006/main">
            <a:pathLst>
              <a:path w="54775" h="47140">
                <a:moveTo>
                  <a:pt x="2215" y="47140"/>
                </a:moveTo>
                <a:cubicBezTo>
                  <a:pt x="1846" y="47140"/>
                  <a:pt x="1523" y="47029"/>
                  <a:pt x="1245" y="46808"/>
                </a:cubicBezTo>
                <a:cubicBezTo>
                  <a:pt x="968" y="46587"/>
                  <a:pt x="738" y="46218"/>
                  <a:pt x="553" y="45701"/>
                </a:cubicBezTo>
                <a:cubicBezTo>
                  <a:pt x="369" y="45185"/>
                  <a:pt x="231" y="44475"/>
                  <a:pt x="138" y="43571"/>
                </a:cubicBezTo>
                <a:cubicBezTo>
                  <a:pt x="46" y="42668"/>
                  <a:pt x="0" y="41552"/>
                  <a:pt x="0" y="40224"/>
                </a:cubicBezTo>
                <a:cubicBezTo>
                  <a:pt x="0" y="38859"/>
                  <a:pt x="46" y="37725"/>
                  <a:pt x="138" y="36821"/>
                </a:cubicBezTo>
                <a:cubicBezTo>
                  <a:pt x="231" y="35918"/>
                  <a:pt x="369" y="35207"/>
                  <a:pt x="553" y="34691"/>
                </a:cubicBezTo>
                <a:cubicBezTo>
                  <a:pt x="738" y="34175"/>
                  <a:pt x="968" y="33806"/>
                  <a:pt x="1245" y="33585"/>
                </a:cubicBezTo>
                <a:cubicBezTo>
                  <a:pt x="1522" y="33363"/>
                  <a:pt x="1844" y="33253"/>
                  <a:pt x="2213" y="33253"/>
                </a:cubicBezTo>
                <a:lnTo>
                  <a:pt x="30375" y="33253"/>
                </a:lnTo>
                <a:cubicBezTo>
                  <a:pt x="32773" y="33253"/>
                  <a:pt x="34654" y="33077"/>
                  <a:pt x="36019" y="32727"/>
                </a:cubicBezTo>
                <a:cubicBezTo>
                  <a:pt x="37384" y="32377"/>
                  <a:pt x="38555" y="31869"/>
                  <a:pt x="39532" y="31205"/>
                </a:cubicBezTo>
                <a:cubicBezTo>
                  <a:pt x="40510" y="30541"/>
                  <a:pt x="41266" y="29684"/>
                  <a:pt x="41801" y="28633"/>
                </a:cubicBezTo>
                <a:cubicBezTo>
                  <a:pt x="42336" y="27581"/>
                  <a:pt x="42603" y="26355"/>
                  <a:pt x="42603" y="24953"/>
                </a:cubicBezTo>
                <a:cubicBezTo>
                  <a:pt x="42603" y="23183"/>
                  <a:pt x="41958" y="21394"/>
                  <a:pt x="40667" y="19586"/>
                </a:cubicBezTo>
                <a:cubicBezTo>
                  <a:pt x="39376" y="17779"/>
                  <a:pt x="37494" y="15898"/>
                  <a:pt x="35023" y="13943"/>
                </a:cubicBezTo>
                <a:lnTo>
                  <a:pt x="2213" y="13943"/>
                </a:lnTo>
                <a:cubicBezTo>
                  <a:pt x="1844" y="13943"/>
                  <a:pt x="1522" y="13832"/>
                  <a:pt x="1245" y="13611"/>
                </a:cubicBezTo>
                <a:cubicBezTo>
                  <a:pt x="968" y="13390"/>
                  <a:pt x="738" y="13011"/>
                  <a:pt x="553" y="12477"/>
                </a:cubicBezTo>
                <a:cubicBezTo>
                  <a:pt x="369" y="11942"/>
                  <a:pt x="231" y="11232"/>
                  <a:pt x="138" y="10346"/>
                </a:cubicBezTo>
                <a:cubicBezTo>
                  <a:pt x="46" y="9461"/>
                  <a:pt x="0" y="8336"/>
                  <a:pt x="0" y="6971"/>
                </a:cubicBezTo>
                <a:cubicBezTo>
                  <a:pt x="0" y="5607"/>
                  <a:pt x="46" y="4482"/>
                  <a:pt x="138" y="3596"/>
                </a:cubicBezTo>
                <a:cubicBezTo>
                  <a:pt x="231" y="2711"/>
                  <a:pt x="369" y="2001"/>
                  <a:pt x="553" y="1466"/>
                </a:cubicBezTo>
                <a:cubicBezTo>
                  <a:pt x="738" y="931"/>
                  <a:pt x="968" y="553"/>
                  <a:pt x="1245" y="332"/>
                </a:cubicBezTo>
                <a:cubicBezTo>
                  <a:pt x="1522" y="111"/>
                  <a:pt x="1844" y="0"/>
                  <a:pt x="2213" y="0"/>
                </a:cubicBezTo>
                <a:lnTo>
                  <a:pt x="51566" y="0"/>
                </a:lnTo>
                <a:cubicBezTo>
                  <a:pt x="51935" y="0"/>
                  <a:pt x="52258" y="92"/>
                  <a:pt x="52535" y="277"/>
                </a:cubicBezTo>
                <a:cubicBezTo>
                  <a:pt x="52811" y="461"/>
                  <a:pt x="53042" y="793"/>
                  <a:pt x="53226" y="1273"/>
                </a:cubicBezTo>
                <a:cubicBezTo>
                  <a:pt x="53411" y="1752"/>
                  <a:pt x="53549" y="2370"/>
                  <a:pt x="53641" y="3126"/>
                </a:cubicBezTo>
                <a:cubicBezTo>
                  <a:pt x="53733" y="3882"/>
                  <a:pt x="53779" y="4832"/>
                  <a:pt x="53779" y="5975"/>
                </a:cubicBezTo>
                <a:cubicBezTo>
                  <a:pt x="53779" y="7156"/>
                  <a:pt x="53733" y="8133"/>
                  <a:pt x="53641" y="8908"/>
                </a:cubicBezTo>
                <a:cubicBezTo>
                  <a:pt x="53549" y="9683"/>
                  <a:pt x="53411" y="10282"/>
                  <a:pt x="53226" y="10706"/>
                </a:cubicBezTo>
                <a:cubicBezTo>
                  <a:pt x="53042" y="11130"/>
                  <a:pt x="52811" y="11435"/>
                  <a:pt x="52535" y="11619"/>
                </a:cubicBezTo>
                <a:cubicBezTo>
                  <a:pt x="52258" y="11803"/>
                  <a:pt x="51935" y="11896"/>
                  <a:pt x="51566" y="11896"/>
                </a:cubicBezTo>
                <a:lnTo>
                  <a:pt x="45867" y="11896"/>
                </a:lnTo>
                <a:cubicBezTo>
                  <a:pt x="48837" y="14625"/>
                  <a:pt x="51064" y="17401"/>
                  <a:pt x="52548" y="20223"/>
                </a:cubicBezTo>
                <a:cubicBezTo>
                  <a:pt x="54033" y="23044"/>
                  <a:pt x="54775" y="25986"/>
                  <a:pt x="54775" y="29048"/>
                </a:cubicBezTo>
                <a:cubicBezTo>
                  <a:pt x="54775" y="32404"/>
                  <a:pt x="54222" y="35235"/>
                  <a:pt x="53114" y="37541"/>
                </a:cubicBezTo>
                <a:cubicBezTo>
                  <a:pt x="52006" y="39846"/>
                  <a:pt x="50501" y="41709"/>
                  <a:pt x="48599" y="43129"/>
                </a:cubicBezTo>
                <a:cubicBezTo>
                  <a:pt x="46699" y="44549"/>
                  <a:pt x="44474" y="45572"/>
                  <a:pt x="41925" y="46199"/>
                </a:cubicBezTo>
                <a:cubicBezTo>
                  <a:pt x="39378" y="46827"/>
                  <a:pt x="36313" y="47140"/>
                  <a:pt x="32732" y="47140"/>
                </a:cubicBezTo>
                <a:lnTo>
                  <a:pt x="2215" y="471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3" name="Text P">
            <a:extLst xmlns:a="http://schemas.openxmlformats.org/drawingml/2006/main">
              <a:ext uri="{FF2B5EF4-FFF2-40B4-BE49-F238E27FC236}">
                <a16:creationId xmlns:a16="http://schemas.microsoft.com/office/drawing/2014/main" id="{04FF9DB5-9DE4-492D-AAE6-C6FD8857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071" y="3889497"/>
            <a:ext cx="71927" cy="49021"/>
          </a:xfrm>
          <a:custGeom xmlns:a="http://schemas.openxmlformats.org/drawingml/2006/main">
            <a:pathLst>
              <a:path w="71927" h="49021">
                <a:moveTo>
                  <a:pt x="50209" y="49021"/>
                </a:moveTo>
                <a:cubicBezTo>
                  <a:pt x="46193" y="49021"/>
                  <a:pt x="42638" y="48394"/>
                  <a:pt x="39543" y="47140"/>
                </a:cubicBezTo>
                <a:cubicBezTo>
                  <a:pt x="36448" y="45886"/>
                  <a:pt x="33841" y="44060"/>
                  <a:pt x="31722" y="41663"/>
                </a:cubicBezTo>
                <a:cubicBezTo>
                  <a:pt x="29605" y="39265"/>
                  <a:pt x="27993" y="36323"/>
                  <a:pt x="26888" y="32838"/>
                </a:cubicBezTo>
                <a:cubicBezTo>
                  <a:pt x="25783" y="29352"/>
                  <a:pt x="25230" y="25248"/>
                  <a:pt x="25230" y="20527"/>
                </a:cubicBezTo>
                <a:lnTo>
                  <a:pt x="25230" y="14551"/>
                </a:lnTo>
                <a:lnTo>
                  <a:pt x="2329" y="14551"/>
                </a:lnTo>
                <a:cubicBezTo>
                  <a:pt x="1959" y="14551"/>
                  <a:pt x="1626" y="14432"/>
                  <a:pt x="1330" y="14192"/>
                </a:cubicBezTo>
                <a:cubicBezTo>
                  <a:pt x="1035" y="13952"/>
                  <a:pt x="794" y="13556"/>
                  <a:pt x="609" y="13002"/>
                </a:cubicBezTo>
                <a:cubicBezTo>
                  <a:pt x="424" y="12449"/>
                  <a:pt x="277" y="11711"/>
                  <a:pt x="166" y="10789"/>
                </a:cubicBezTo>
                <a:cubicBezTo>
                  <a:pt x="55" y="9867"/>
                  <a:pt x="0" y="8687"/>
                  <a:pt x="0" y="7248"/>
                </a:cubicBezTo>
                <a:cubicBezTo>
                  <a:pt x="0" y="5846"/>
                  <a:pt x="55" y="4675"/>
                  <a:pt x="166" y="3735"/>
                </a:cubicBezTo>
                <a:cubicBezTo>
                  <a:pt x="277" y="2794"/>
                  <a:pt x="424" y="2047"/>
                  <a:pt x="609" y="1494"/>
                </a:cubicBezTo>
                <a:cubicBezTo>
                  <a:pt x="793" y="941"/>
                  <a:pt x="1033" y="553"/>
                  <a:pt x="1328" y="332"/>
                </a:cubicBezTo>
                <a:cubicBezTo>
                  <a:pt x="1623" y="111"/>
                  <a:pt x="1955" y="0"/>
                  <a:pt x="2324" y="0"/>
                </a:cubicBezTo>
                <a:lnTo>
                  <a:pt x="66726" y="0"/>
                </a:lnTo>
                <a:cubicBezTo>
                  <a:pt x="68460" y="0"/>
                  <a:pt x="69760" y="452"/>
                  <a:pt x="70627" y="1356"/>
                </a:cubicBezTo>
                <a:cubicBezTo>
                  <a:pt x="71494" y="2259"/>
                  <a:pt x="71927" y="3449"/>
                  <a:pt x="71927" y="4924"/>
                </a:cubicBezTo>
                <a:lnTo>
                  <a:pt x="71927" y="21800"/>
                </a:lnTo>
                <a:cubicBezTo>
                  <a:pt x="71927" y="23496"/>
                  <a:pt x="71863" y="25110"/>
                  <a:pt x="71734" y="26641"/>
                </a:cubicBezTo>
                <a:cubicBezTo>
                  <a:pt x="71605" y="28172"/>
                  <a:pt x="71328" y="30007"/>
                  <a:pt x="70904" y="32146"/>
                </a:cubicBezTo>
                <a:cubicBezTo>
                  <a:pt x="70481" y="34285"/>
                  <a:pt x="69698" y="36452"/>
                  <a:pt x="68556" y="38647"/>
                </a:cubicBezTo>
                <a:cubicBezTo>
                  <a:pt x="67413" y="40842"/>
                  <a:pt x="65967" y="42714"/>
                  <a:pt x="64218" y="44263"/>
                </a:cubicBezTo>
                <a:cubicBezTo>
                  <a:pt x="62468" y="45812"/>
                  <a:pt x="60423" y="46993"/>
                  <a:pt x="58083" y="47804"/>
                </a:cubicBezTo>
                <a:cubicBezTo>
                  <a:pt x="55744" y="48615"/>
                  <a:pt x="53120" y="49021"/>
                  <a:pt x="50209" y="49021"/>
                </a:cubicBezTo>
                <a:moveTo>
                  <a:pt x="49156" y="33806"/>
                </a:moveTo>
                <a:cubicBezTo>
                  <a:pt x="51647" y="33806"/>
                  <a:pt x="53698" y="33363"/>
                  <a:pt x="55310" y="32478"/>
                </a:cubicBezTo>
                <a:cubicBezTo>
                  <a:pt x="56922" y="31593"/>
                  <a:pt x="58113" y="30505"/>
                  <a:pt x="58882" y="29214"/>
                </a:cubicBezTo>
                <a:cubicBezTo>
                  <a:pt x="59651" y="27923"/>
                  <a:pt x="60136" y="26567"/>
                  <a:pt x="60338" y="25147"/>
                </a:cubicBezTo>
                <a:cubicBezTo>
                  <a:pt x="60539" y="23727"/>
                  <a:pt x="60640" y="22261"/>
                  <a:pt x="60640" y="20748"/>
                </a:cubicBezTo>
                <a:lnTo>
                  <a:pt x="60640" y="14551"/>
                </a:lnTo>
                <a:lnTo>
                  <a:pt x="36517" y="14551"/>
                </a:lnTo>
                <a:lnTo>
                  <a:pt x="36517" y="21080"/>
                </a:lnTo>
                <a:cubicBezTo>
                  <a:pt x="36517" y="23404"/>
                  <a:pt x="36828" y="25350"/>
                  <a:pt x="37451" y="26917"/>
                </a:cubicBezTo>
                <a:cubicBezTo>
                  <a:pt x="38074" y="28485"/>
                  <a:pt x="38944" y="29767"/>
                  <a:pt x="40061" y="30763"/>
                </a:cubicBezTo>
                <a:cubicBezTo>
                  <a:pt x="41178" y="31759"/>
                  <a:pt x="42515" y="32515"/>
                  <a:pt x="44073" y="33031"/>
                </a:cubicBezTo>
                <a:cubicBezTo>
                  <a:pt x="45630" y="33548"/>
                  <a:pt x="47324" y="33806"/>
                  <a:pt x="49156" y="338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4" name="Text o">
            <a:extLst xmlns:a="http://schemas.openxmlformats.org/drawingml/2006/main">
              <a:ext uri="{FF2B5EF4-FFF2-40B4-BE49-F238E27FC236}">
                <a16:creationId xmlns:a16="http://schemas.microsoft.com/office/drawing/2014/main" id="{89FB5B9D-BB55-425F-9429-3F898AE7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75" y="3944954"/>
            <a:ext cx="55771" cy="52894"/>
          </a:xfrm>
          <a:custGeom xmlns:a="http://schemas.openxmlformats.org/drawingml/2006/main">
            <a:pathLst>
              <a:path w="55771" h="52894">
                <a:moveTo>
                  <a:pt x="28385" y="52894"/>
                </a:moveTo>
                <a:cubicBezTo>
                  <a:pt x="24171" y="52894"/>
                  <a:pt x="20327" y="52341"/>
                  <a:pt x="16853" y="51234"/>
                </a:cubicBezTo>
                <a:cubicBezTo>
                  <a:pt x="13379" y="50128"/>
                  <a:pt x="10385" y="48449"/>
                  <a:pt x="7872" y="46199"/>
                </a:cubicBezTo>
                <a:cubicBezTo>
                  <a:pt x="5359" y="43949"/>
                  <a:pt x="3419" y="41128"/>
                  <a:pt x="2051" y="37734"/>
                </a:cubicBezTo>
                <a:cubicBezTo>
                  <a:pt x="684" y="34341"/>
                  <a:pt x="0" y="30375"/>
                  <a:pt x="0" y="25838"/>
                </a:cubicBezTo>
                <a:cubicBezTo>
                  <a:pt x="0" y="21449"/>
                  <a:pt x="610" y="17631"/>
                  <a:pt x="1829" y="14385"/>
                </a:cubicBezTo>
                <a:cubicBezTo>
                  <a:pt x="3049" y="11140"/>
                  <a:pt x="4823" y="8447"/>
                  <a:pt x="7151" y="6307"/>
                </a:cubicBezTo>
                <a:cubicBezTo>
                  <a:pt x="9480" y="4168"/>
                  <a:pt x="12344" y="2582"/>
                  <a:pt x="15744" y="1549"/>
                </a:cubicBezTo>
                <a:cubicBezTo>
                  <a:pt x="19145" y="516"/>
                  <a:pt x="23025" y="0"/>
                  <a:pt x="27386" y="0"/>
                </a:cubicBezTo>
                <a:cubicBezTo>
                  <a:pt x="31600" y="0"/>
                  <a:pt x="35454" y="563"/>
                  <a:pt x="38946" y="1688"/>
                </a:cubicBezTo>
                <a:cubicBezTo>
                  <a:pt x="42439" y="2813"/>
                  <a:pt x="45432" y="4500"/>
                  <a:pt x="47927" y="6750"/>
                </a:cubicBezTo>
                <a:cubicBezTo>
                  <a:pt x="50421" y="9000"/>
                  <a:pt x="52352" y="11813"/>
                  <a:pt x="53719" y="15188"/>
                </a:cubicBezTo>
                <a:cubicBezTo>
                  <a:pt x="55087" y="18563"/>
                  <a:pt x="55771" y="22519"/>
                  <a:pt x="55771" y="27056"/>
                </a:cubicBezTo>
                <a:cubicBezTo>
                  <a:pt x="55771" y="31482"/>
                  <a:pt x="55171" y="35318"/>
                  <a:pt x="53970" y="38564"/>
                </a:cubicBezTo>
                <a:cubicBezTo>
                  <a:pt x="52769" y="41810"/>
                  <a:pt x="51004" y="44493"/>
                  <a:pt x="48675" y="46614"/>
                </a:cubicBezTo>
                <a:cubicBezTo>
                  <a:pt x="46347" y="48735"/>
                  <a:pt x="43483" y="50312"/>
                  <a:pt x="40082" y="51345"/>
                </a:cubicBezTo>
                <a:cubicBezTo>
                  <a:pt x="36682" y="52378"/>
                  <a:pt x="32783" y="52894"/>
                  <a:pt x="28385" y="52894"/>
                </a:cubicBezTo>
                <a:moveTo>
                  <a:pt x="27830" y="38564"/>
                </a:moveTo>
                <a:cubicBezTo>
                  <a:pt x="30265" y="38564"/>
                  <a:pt x="32506" y="38370"/>
                  <a:pt x="34553" y="37983"/>
                </a:cubicBezTo>
                <a:cubicBezTo>
                  <a:pt x="36600" y="37596"/>
                  <a:pt x="38380" y="36941"/>
                  <a:pt x="39892" y="36019"/>
                </a:cubicBezTo>
                <a:cubicBezTo>
                  <a:pt x="41404" y="35097"/>
                  <a:pt x="42585" y="33870"/>
                  <a:pt x="43433" y="32340"/>
                </a:cubicBezTo>
                <a:cubicBezTo>
                  <a:pt x="44281" y="30809"/>
                  <a:pt x="44706" y="28882"/>
                  <a:pt x="44706" y="26558"/>
                </a:cubicBezTo>
                <a:cubicBezTo>
                  <a:pt x="44706" y="24492"/>
                  <a:pt x="44328" y="22685"/>
                  <a:pt x="43571" y="21136"/>
                </a:cubicBezTo>
                <a:cubicBezTo>
                  <a:pt x="42815" y="19586"/>
                  <a:pt x="41709" y="18314"/>
                  <a:pt x="40252" y="17318"/>
                </a:cubicBezTo>
                <a:cubicBezTo>
                  <a:pt x="38795" y="16322"/>
                  <a:pt x="37043" y="15575"/>
                  <a:pt x="34995" y="15077"/>
                </a:cubicBezTo>
                <a:cubicBezTo>
                  <a:pt x="32948" y="14579"/>
                  <a:pt x="30615" y="14330"/>
                  <a:pt x="27996" y="14330"/>
                </a:cubicBezTo>
                <a:cubicBezTo>
                  <a:pt x="25562" y="14330"/>
                  <a:pt x="23321" y="14533"/>
                  <a:pt x="21274" y="14939"/>
                </a:cubicBezTo>
                <a:cubicBezTo>
                  <a:pt x="19227" y="15344"/>
                  <a:pt x="17447" y="15999"/>
                  <a:pt x="15935" y="16903"/>
                </a:cubicBezTo>
                <a:cubicBezTo>
                  <a:pt x="14422" y="17807"/>
                  <a:pt x="13251" y="19033"/>
                  <a:pt x="12421" y="20582"/>
                </a:cubicBezTo>
                <a:cubicBezTo>
                  <a:pt x="11591" y="22131"/>
                  <a:pt x="11176" y="24050"/>
                  <a:pt x="11176" y="26336"/>
                </a:cubicBezTo>
                <a:cubicBezTo>
                  <a:pt x="11176" y="28439"/>
                  <a:pt x="11554" y="30265"/>
                  <a:pt x="12311" y="31814"/>
                </a:cubicBezTo>
                <a:cubicBezTo>
                  <a:pt x="13067" y="33363"/>
                  <a:pt x="14164" y="34636"/>
                  <a:pt x="15603" y="35632"/>
                </a:cubicBezTo>
                <a:cubicBezTo>
                  <a:pt x="17041" y="36628"/>
                  <a:pt x="18784" y="37365"/>
                  <a:pt x="20831" y="37845"/>
                </a:cubicBezTo>
                <a:cubicBezTo>
                  <a:pt x="22878" y="38324"/>
                  <a:pt x="25211" y="38564"/>
                  <a:pt x="27830" y="38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5" name="Text o">
            <a:extLst xmlns:a="http://schemas.openxmlformats.org/drawingml/2006/main">
              <a:ext uri="{FF2B5EF4-FFF2-40B4-BE49-F238E27FC236}">
                <a16:creationId xmlns:a16="http://schemas.microsoft.com/office/drawing/2014/main" id="{D9CD00A8-FCDA-4554-85F7-81DC3B0C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75" y="4007060"/>
            <a:ext cx="55771" cy="52894"/>
          </a:xfrm>
          <a:custGeom xmlns:a="http://schemas.openxmlformats.org/drawingml/2006/main">
            <a:pathLst>
              <a:path w="55771" h="52894">
                <a:moveTo>
                  <a:pt x="28385" y="52894"/>
                </a:moveTo>
                <a:cubicBezTo>
                  <a:pt x="24171" y="52894"/>
                  <a:pt x="20327" y="52341"/>
                  <a:pt x="16853" y="51234"/>
                </a:cubicBezTo>
                <a:cubicBezTo>
                  <a:pt x="13379" y="50128"/>
                  <a:pt x="10385" y="48449"/>
                  <a:pt x="7872" y="46199"/>
                </a:cubicBezTo>
                <a:cubicBezTo>
                  <a:pt x="5359" y="43949"/>
                  <a:pt x="3419" y="41128"/>
                  <a:pt x="2051" y="37734"/>
                </a:cubicBezTo>
                <a:cubicBezTo>
                  <a:pt x="684" y="34341"/>
                  <a:pt x="0" y="30375"/>
                  <a:pt x="0" y="25838"/>
                </a:cubicBezTo>
                <a:cubicBezTo>
                  <a:pt x="0" y="21449"/>
                  <a:pt x="610" y="17631"/>
                  <a:pt x="1829" y="14385"/>
                </a:cubicBezTo>
                <a:cubicBezTo>
                  <a:pt x="3049" y="11140"/>
                  <a:pt x="4823" y="8447"/>
                  <a:pt x="7151" y="6307"/>
                </a:cubicBezTo>
                <a:cubicBezTo>
                  <a:pt x="9480" y="4168"/>
                  <a:pt x="12344" y="2582"/>
                  <a:pt x="15744" y="1549"/>
                </a:cubicBezTo>
                <a:cubicBezTo>
                  <a:pt x="19145" y="516"/>
                  <a:pt x="23025" y="0"/>
                  <a:pt x="27386" y="0"/>
                </a:cubicBezTo>
                <a:cubicBezTo>
                  <a:pt x="31600" y="0"/>
                  <a:pt x="35454" y="563"/>
                  <a:pt x="38946" y="1688"/>
                </a:cubicBezTo>
                <a:cubicBezTo>
                  <a:pt x="42439" y="2813"/>
                  <a:pt x="45432" y="4500"/>
                  <a:pt x="47927" y="6750"/>
                </a:cubicBezTo>
                <a:cubicBezTo>
                  <a:pt x="50421" y="9000"/>
                  <a:pt x="52352" y="11813"/>
                  <a:pt x="53719" y="15188"/>
                </a:cubicBezTo>
                <a:cubicBezTo>
                  <a:pt x="55087" y="18563"/>
                  <a:pt x="55771" y="22519"/>
                  <a:pt x="55771" y="27056"/>
                </a:cubicBezTo>
                <a:cubicBezTo>
                  <a:pt x="55771" y="31482"/>
                  <a:pt x="55171" y="35318"/>
                  <a:pt x="53970" y="38564"/>
                </a:cubicBezTo>
                <a:cubicBezTo>
                  <a:pt x="52769" y="41810"/>
                  <a:pt x="51004" y="44493"/>
                  <a:pt x="48675" y="46614"/>
                </a:cubicBezTo>
                <a:cubicBezTo>
                  <a:pt x="46347" y="48735"/>
                  <a:pt x="43483" y="50312"/>
                  <a:pt x="40082" y="51345"/>
                </a:cubicBezTo>
                <a:cubicBezTo>
                  <a:pt x="36682" y="52378"/>
                  <a:pt x="32783" y="52894"/>
                  <a:pt x="28385" y="52894"/>
                </a:cubicBezTo>
                <a:moveTo>
                  <a:pt x="27830" y="38564"/>
                </a:moveTo>
                <a:cubicBezTo>
                  <a:pt x="30265" y="38564"/>
                  <a:pt x="32506" y="38370"/>
                  <a:pt x="34553" y="37983"/>
                </a:cubicBezTo>
                <a:cubicBezTo>
                  <a:pt x="36600" y="37596"/>
                  <a:pt x="38380" y="36941"/>
                  <a:pt x="39892" y="36019"/>
                </a:cubicBezTo>
                <a:cubicBezTo>
                  <a:pt x="41404" y="35097"/>
                  <a:pt x="42585" y="33870"/>
                  <a:pt x="43433" y="32340"/>
                </a:cubicBezTo>
                <a:cubicBezTo>
                  <a:pt x="44281" y="30809"/>
                  <a:pt x="44706" y="28882"/>
                  <a:pt x="44706" y="26558"/>
                </a:cubicBezTo>
                <a:cubicBezTo>
                  <a:pt x="44706" y="24492"/>
                  <a:pt x="44328" y="22685"/>
                  <a:pt x="43571" y="21136"/>
                </a:cubicBezTo>
                <a:cubicBezTo>
                  <a:pt x="42815" y="19586"/>
                  <a:pt x="41709" y="18314"/>
                  <a:pt x="40252" y="17318"/>
                </a:cubicBezTo>
                <a:cubicBezTo>
                  <a:pt x="38795" y="16322"/>
                  <a:pt x="37043" y="15575"/>
                  <a:pt x="34995" y="15077"/>
                </a:cubicBezTo>
                <a:cubicBezTo>
                  <a:pt x="32948" y="14579"/>
                  <a:pt x="30615" y="14330"/>
                  <a:pt x="27996" y="14330"/>
                </a:cubicBezTo>
                <a:cubicBezTo>
                  <a:pt x="25562" y="14330"/>
                  <a:pt x="23321" y="14533"/>
                  <a:pt x="21274" y="14939"/>
                </a:cubicBezTo>
                <a:cubicBezTo>
                  <a:pt x="19227" y="15344"/>
                  <a:pt x="17447" y="15999"/>
                  <a:pt x="15935" y="16903"/>
                </a:cubicBezTo>
                <a:cubicBezTo>
                  <a:pt x="14422" y="17807"/>
                  <a:pt x="13251" y="19033"/>
                  <a:pt x="12421" y="20582"/>
                </a:cubicBezTo>
                <a:cubicBezTo>
                  <a:pt x="11591" y="22131"/>
                  <a:pt x="11176" y="24050"/>
                  <a:pt x="11176" y="26336"/>
                </a:cubicBezTo>
                <a:cubicBezTo>
                  <a:pt x="11176" y="28439"/>
                  <a:pt x="11554" y="30265"/>
                  <a:pt x="12311" y="31814"/>
                </a:cubicBezTo>
                <a:cubicBezTo>
                  <a:pt x="13067" y="33363"/>
                  <a:pt x="14164" y="34636"/>
                  <a:pt x="15603" y="35632"/>
                </a:cubicBezTo>
                <a:cubicBezTo>
                  <a:pt x="17041" y="36628"/>
                  <a:pt x="18784" y="37365"/>
                  <a:pt x="20831" y="37845"/>
                </a:cubicBezTo>
                <a:cubicBezTo>
                  <a:pt x="22878" y="38324"/>
                  <a:pt x="25211" y="38564"/>
                  <a:pt x="27830" y="38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6" name="Text l">
            <a:extLst xmlns:a="http://schemas.openxmlformats.org/drawingml/2006/main">
              <a:ext uri="{FF2B5EF4-FFF2-40B4-BE49-F238E27FC236}">
                <a16:creationId xmlns:a16="http://schemas.microsoft.com/office/drawing/2014/main" id="{CD2162D1-97B2-41F7-A308-1B996393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071" y="4072156"/>
            <a:ext cx="77350" cy="13943"/>
          </a:xfrm>
          <a:custGeom xmlns:a="http://schemas.openxmlformats.org/drawingml/2006/main">
            <a:pathLst>
              <a:path w="77350" h="13943">
                <a:moveTo>
                  <a:pt x="2213" y="13943"/>
                </a:moveTo>
                <a:cubicBezTo>
                  <a:pt x="1844" y="13943"/>
                  <a:pt x="1522" y="13832"/>
                  <a:pt x="1245" y="13611"/>
                </a:cubicBezTo>
                <a:cubicBezTo>
                  <a:pt x="968" y="13390"/>
                  <a:pt x="738" y="13011"/>
                  <a:pt x="553" y="12477"/>
                </a:cubicBezTo>
                <a:cubicBezTo>
                  <a:pt x="369" y="11942"/>
                  <a:pt x="231" y="11232"/>
                  <a:pt x="138" y="10346"/>
                </a:cubicBezTo>
                <a:cubicBezTo>
                  <a:pt x="46" y="9461"/>
                  <a:pt x="0" y="8336"/>
                  <a:pt x="0" y="6971"/>
                </a:cubicBezTo>
                <a:cubicBezTo>
                  <a:pt x="0" y="5607"/>
                  <a:pt x="46" y="4482"/>
                  <a:pt x="138" y="3596"/>
                </a:cubicBezTo>
                <a:cubicBezTo>
                  <a:pt x="231" y="2711"/>
                  <a:pt x="369" y="2001"/>
                  <a:pt x="553" y="1466"/>
                </a:cubicBezTo>
                <a:cubicBezTo>
                  <a:pt x="738" y="931"/>
                  <a:pt x="968" y="553"/>
                  <a:pt x="1245" y="332"/>
                </a:cubicBezTo>
                <a:cubicBezTo>
                  <a:pt x="1522" y="111"/>
                  <a:pt x="1844" y="0"/>
                  <a:pt x="2213" y="0"/>
                </a:cubicBezTo>
                <a:lnTo>
                  <a:pt x="74970" y="0"/>
                </a:lnTo>
                <a:cubicBezTo>
                  <a:pt x="75339" y="0"/>
                  <a:pt x="75671" y="111"/>
                  <a:pt x="75966" y="332"/>
                </a:cubicBezTo>
                <a:cubicBezTo>
                  <a:pt x="76261" y="553"/>
                  <a:pt x="76510" y="931"/>
                  <a:pt x="76713" y="1466"/>
                </a:cubicBezTo>
                <a:cubicBezTo>
                  <a:pt x="76916" y="2001"/>
                  <a:pt x="77073" y="2711"/>
                  <a:pt x="77184" y="3596"/>
                </a:cubicBezTo>
                <a:cubicBezTo>
                  <a:pt x="77294" y="4482"/>
                  <a:pt x="77350" y="5607"/>
                  <a:pt x="77350" y="6971"/>
                </a:cubicBezTo>
                <a:cubicBezTo>
                  <a:pt x="77350" y="8336"/>
                  <a:pt x="77294" y="9461"/>
                  <a:pt x="77184" y="10346"/>
                </a:cubicBezTo>
                <a:cubicBezTo>
                  <a:pt x="77073" y="11232"/>
                  <a:pt x="76916" y="11942"/>
                  <a:pt x="76713" y="12477"/>
                </a:cubicBezTo>
                <a:cubicBezTo>
                  <a:pt x="76510" y="13011"/>
                  <a:pt x="76261" y="13390"/>
                  <a:pt x="75966" y="13611"/>
                </a:cubicBezTo>
                <a:cubicBezTo>
                  <a:pt x="75671" y="13832"/>
                  <a:pt x="75339" y="13943"/>
                  <a:pt x="74970" y="13943"/>
                </a:cubicBezTo>
                <a:lnTo>
                  <a:pt x="2213" y="139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A9BCF-1FD3-468B-AD4F-703A7630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132" y="4162927"/>
            <a:ext cx="221700" cy="482812"/>
          </a:xfrm>
          <a:custGeom xmlns:a="http://schemas.openxmlformats.org/drawingml/2006/main">
            <a:pathLst>
              <a:path w="221700" h="482812">
                <a:moveTo>
                  <a:pt x="221700" y="0"/>
                </a:moveTo>
                <a:lnTo>
                  <a:pt x="221700" y="482812"/>
                </a:lnTo>
                <a:lnTo>
                  <a:pt x="0" y="482812"/>
                </a:lnTo>
                <a:lnTo>
                  <a:pt x="0" y="0"/>
                </a:lnTo>
                <a:lnTo>
                  <a:pt x="221700" y="0"/>
                </a:lnTo>
                <a:close/>
              </a:path>
            </a:pathLst>
          </a:custGeom>
          <a:solidFill xmlns:a="http://schemas.openxmlformats.org/drawingml/2006/main">
            <a:srgbClr val="FBE3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8" name="Text M">
            <a:extLst xmlns:a="http://schemas.openxmlformats.org/drawingml/2006/main">
              <a:ext uri="{FF2B5EF4-FFF2-40B4-BE49-F238E27FC236}">
                <a16:creationId xmlns:a16="http://schemas.microsoft.com/office/drawing/2014/main" id="{FF7EFFBF-4B31-4793-95FC-2A5FA058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58" y="4278703"/>
            <a:ext cx="71927" cy="83436"/>
          </a:xfrm>
          <a:custGeom xmlns:a="http://schemas.openxmlformats.org/drawingml/2006/main">
            <a:pathLst>
              <a:path w="71927" h="83436">
                <a:moveTo>
                  <a:pt x="2324" y="83436"/>
                </a:moveTo>
                <a:cubicBezTo>
                  <a:pt x="1955" y="83436"/>
                  <a:pt x="1623" y="83334"/>
                  <a:pt x="1328" y="83131"/>
                </a:cubicBezTo>
                <a:cubicBezTo>
                  <a:pt x="1033" y="82928"/>
                  <a:pt x="793" y="82560"/>
                  <a:pt x="609" y="82025"/>
                </a:cubicBezTo>
                <a:cubicBezTo>
                  <a:pt x="424" y="81490"/>
                  <a:pt x="277" y="80780"/>
                  <a:pt x="166" y="79895"/>
                </a:cubicBezTo>
                <a:cubicBezTo>
                  <a:pt x="55" y="79009"/>
                  <a:pt x="0" y="77884"/>
                  <a:pt x="0" y="76520"/>
                </a:cubicBezTo>
                <a:cubicBezTo>
                  <a:pt x="0" y="75192"/>
                  <a:pt x="55" y="74085"/>
                  <a:pt x="166" y="73200"/>
                </a:cubicBezTo>
                <a:cubicBezTo>
                  <a:pt x="277" y="72315"/>
                  <a:pt x="424" y="71614"/>
                  <a:pt x="609" y="71097"/>
                </a:cubicBezTo>
                <a:cubicBezTo>
                  <a:pt x="793" y="70581"/>
                  <a:pt x="1032" y="70212"/>
                  <a:pt x="1326" y="69991"/>
                </a:cubicBezTo>
                <a:cubicBezTo>
                  <a:pt x="1621" y="69769"/>
                  <a:pt x="1953" y="69659"/>
                  <a:pt x="2322" y="69659"/>
                </a:cubicBezTo>
                <a:lnTo>
                  <a:pt x="60530" y="69659"/>
                </a:lnTo>
                <a:lnTo>
                  <a:pt x="60530" y="69548"/>
                </a:lnTo>
                <a:lnTo>
                  <a:pt x="2379" y="48800"/>
                </a:lnTo>
                <a:cubicBezTo>
                  <a:pt x="1900" y="48652"/>
                  <a:pt x="1503" y="48413"/>
                  <a:pt x="1190" y="48081"/>
                </a:cubicBezTo>
                <a:cubicBezTo>
                  <a:pt x="876" y="47749"/>
                  <a:pt x="627" y="47297"/>
                  <a:pt x="443" y="46725"/>
                </a:cubicBezTo>
                <a:cubicBezTo>
                  <a:pt x="258" y="46153"/>
                  <a:pt x="138" y="45425"/>
                  <a:pt x="83" y="44540"/>
                </a:cubicBezTo>
                <a:cubicBezTo>
                  <a:pt x="28" y="43654"/>
                  <a:pt x="0" y="42585"/>
                  <a:pt x="0" y="41331"/>
                </a:cubicBezTo>
                <a:cubicBezTo>
                  <a:pt x="0" y="40076"/>
                  <a:pt x="46" y="39007"/>
                  <a:pt x="138" y="38121"/>
                </a:cubicBezTo>
                <a:cubicBezTo>
                  <a:pt x="231" y="37236"/>
                  <a:pt x="378" y="36508"/>
                  <a:pt x="581" y="35936"/>
                </a:cubicBezTo>
                <a:cubicBezTo>
                  <a:pt x="784" y="35364"/>
                  <a:pt x="1033" y="34912"/>
                  <a:pt x="1328" y="34580"/>
                </a:cubicBezTo>
                <a:cubicBezTo>
                  <a:pt x="1623" y="34248"/>
                  <a:pt x="1973" y="34027"/>
                  <a:pt x="2379" y="33916"/>
                </a:cubicBezTo>
                <a:lnTo>
                  <a:pt x="60530" y="13888"/>
                </a:lnTo>
                <a:lnTo>
                  <a:pt x="60530" y="13777"/>
                </a:lnTo>
                <a:lnTo>
                  <a:pt x="2322" y="13777"/>
                </a:lnTo>
                <a:cubicBezTo>
                  <a:pt x="1953" y="13777"/>
                  <a:pt x="1621" y="13675"/>
                  <a:pt x="1326" y="13473"/>
                </a:cubicBezTo>
                <a:cubicBezTo>
                  <a:pt x="1032" y="13270"/>
                  <a:pt x="793" y="12892"/>
                  <a:pt x="609" y="12338"/>
                </a:cubicBezTo>
                <a:cubicBezTo>
                  <a:pt x="424" y="11785"/>
                  <a:pt x="277" y="11075"/>
                  <a:pt x="166" y="10208"/>
                </a:cubicBezTo>
                <a:cubicBezTo>
                  <a:pt x="55" y="9341"/>
                  <a:pt x="0" y="8226"/>
                  <a:pt x="0" y="6861"/>
                </a:cubicBezTo>
                <a:cubicBezTo>
                  <a:pt x="0" y="5533"/>
                  <a:pt x="55" y="4426"/>
                  <a:pt x="166" y="3541"/>
                </a:cubicBezTo>
                <a:cubicBezTo>
                  <a:pt x="277" y="2656"/>
                  <a:pt x="424" y="1946"/>
                  <a:pt x="609" y="1411"/>
                </a:cubicBezTo>
                <a:cubicBezTo>
                  <a:pt x="793" y="876"/>
                  <a:pt x="1033" y="507"/>
                  <a:pt x="1328" y="304"/>
                </a:cubicBezTo>
                <a:cubicBezTo>
                  <a:pt x="1623" y="101"/>
                  <a:pt x="1955" y="0"/>
                  <a:pt x="2324" y="0"/>
                </a:cubicBezTo>
                <a:lnTo>
                  <a:pt x="66118" y="0"/>
                </a:lnTo>
                <a:cubicBezTo>
                  <a:pt x="67999" y="0"/>
                  <a:pt x="69438" y="498"/>
                  <a:pt x="70433" y="1494"/>
                </a:cubicBezTo>
                <a:cubicBezTo>
                  <a:pt x="71429" y="2490"/>
                  <a:pt x="71927" y="3818"/>
                  <a:pt x="71927" y="5478"/>
                </a:cubicBezTo>
                <a:lnTo>
                  <a:pt x="71927" y="14994"/>
                </a:lnTo>
                <a:cubicBezTo>
                  <a:pt x="71927" y="16691"/>
                  <a:pt x="71789" y="18148"/>
                  <a:pt x="71512" y="19365"/>
                </a:cubicBezTo>
                <a:cubicBezTo>
                  <a:pt x="71236" y="20582"/>
                  <a:pt x="70775" y="21634"/>
                  <a:pt x="70129" y="22519"/>
                </a:cubicBezTo>
                <a:cubicBezTo>
                  <a:pt x="69484" y="23404"/>
                  <a:pt x="68635" y="24142"/>
                  <a:pt x="67584" y="24732"/>
                </a:cubicBezTo>
                <a:cubicBezTo>
                  <a:pt x="66533" y="25322"/>
                  <a:pt x="65233" y="25838"/>
                  <a:pt x="63683" y="26281"/>
                </a:cubicBezTo>
                <a:lnTo>
                  <a:pt x="21025" y="41773"/>
                </a:lnTo>
                <a:lnTo>
                  <a:pt x="21025" y="41994"/>
                </a:lnTo>
                <a:lnTo>
                  <a:pt x="63573" y="58040"/>
                </a:lnTo>
                <a:cubicBezTo>
                  <a:pt x="65122" y="58519"/>
                  <a:pt x="66431" y="59045"/>
                  <a:pt x="67501" y="59617"/>
                </a:cubicBezTo>
                <a:cubicBezTo>
                  <a:pt x="68571" y="60188"/>
                  <a:pt x="69438" y="60852"/>
                  <a:pt x="70101" y="61608"/>
                </a:cubicBezTo>
                <a:cubicBezTo>
                  <a:pt x="70765" y="62365"/>
                  <a:pt x="71236" y="63259"/>
                  <a:pt x="71512" y="64292"/>
                </a:cubicBezTo>
                <a:cubicBezTo>
                  <a:pt x="71789" y="65325"/>
                  <a:pt x="71927" y="66524"/>
                  <a:pt x="71927" y="67888"/>
                </a:cubicBezTo>
                <a:lnTo>
                  <a:pt x="71927" y="77681"/>
                </a:lnTo>
                <a:cubicBezTo>
                  <a:pt x="71927" y="78677"/>
                  <a:pt x="71798" y="79535"/>
                  <a:pt x="71540" y="80254"/>
                </a:cubicBezTo>
                <a:cubicBezTo>
                  <a:pt x="71282" y="80974"/>
                  <a:pt x="70904" y="81564"/>
                  <a:pt x="70406" y="82025"/>
                </a:cubicBezTo>
                <a:cubicBezTo>
                  <a:pt x="69908" y="82486"/>
                  <a:pt x="69299" y="82836"/>
                  <a:pt x="68580" y="83076"/>
                </a:cubicBezTo>
                <a:cubicBezTo>
                  <a:pt x="67861" y="83316"/>
                  <a:pt x="67040" y="83436"/>
                  <a:pt x="66118" y="83436"/>
                </a:cubicBezTo>
                <a:lnTo>
                  <a:pt x="2324" y="834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9" name="Text e">
            <a:extLst xmlns:a="http://schemas.openxmlformats.org/drawingml/2006/main">
              <a:ext uri="{FF2B5EF4-FFF2-40B4-BE49-F238E27FC236}">
                <a16:creationId xmlns:a16="http://schemas.microsoft.com/office/drawing/2014/main" id="{A4AC536D-90A9-4155-800B-F7A74E8C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62" y="4373783"/>
            <a:ext cx="55771" cy="48468"/>
          </a:xfrm>
          <a:custGeom xmlns:a="http://schemas.openxmlformats.org/drawingml/2006/main">
            <a:pathLst>
              <a:path w="55771" h="48468">
                <a:moveTo>
                  <a:pt x="29333" y="48468"/>
                </a:moveTo>
                <a:cubicBezTo>
                  <a:pt x="27633" y="48468"/>
                  <a:pt x="26376" y="48090"/>
                  <a:pt x="25564" y="47334"/>
                </a:cubicBezTo>
                <a:cubicBezTo>
                  <a:pt x="24751" y="46578"/>
                  <a:pt x="24345" y="45536"/>
                  <a:pt x="24345" y="44208"/>
                </a:cubicBezTo>
                <a:lnTo>
                  <a:pt x="24345" y="14164"/>
                </a:lnTo>
                <a:cubicBezTo>
                  <a:pt x="22234" y="14164"/>
                  <a:pt x="20318" y="14413"/>
                  <a:pt x="18596" y="14911"/>
                </a:cubicBezTo>
                <a:cubicBezTo>
                  <a:pt x="16874" y="15409"/>
                  <a:pt x="15410" y="16202"/>
                  <a:pt x="14206" y="17290"/>
                </a:cubicBezTo>
                <a:cubicBezTo>
                  <a:pt x="13002" y="18378"/>
                  <a:pt x="12086" y="19780"/>
                  <a:pt x="11456" y="21495"/>
                </a:cubicBezTo>
                <a:cubicBezTo>
                  <a:pt x="10827" y="23210"/>
                  <a:pt x="10512" y="25267"/>
                  <a:pt x="10512" y="27664"/>
                </a:cubicBezTo>
                <a:cubicBezTo>
                  <a:pt x="10512" y="30099"/>
                  <a:pt x="10691" y="32238"/>
                  <a:pt x="11047" y="34082"/>
                </a:cubicBezTo>
                <a:cubicBezTo>
                  <a:pt x="11403" y="35927"/>
                  <a:pt x="11797" y="37522"/>
                  <a:pt x="12228" y="38868"/>
                </a:cubicBezTo>
                <a:cubicBezTo>
                  <a:pt x="12659" y="40215"/>
                  <a:pt x="13052" y="41331"/>
                  <a:pt x="13409" y="42216"/>
                </a:cubicBezTo>
                <a:cubicBezTo>
                  <a:pt x="13765" y="43101"/>
                  <a:pt x="13943" y="43820"/>
                  <a:pt x="13943" y="44374"/>
                </a:cubicBezTo>
                <a:cubicBezTo>
                  <a:pt x="13943" y="44706"/>
                  <a:pt x="13878" y="44982"/>
                  <a:pt x="13747" y="45204"/>
                </a:cubicBezTo>
                <a:cubicBezTo>
                  <a:pt x="13618" y="45425"/>
                  <a:pt x="13387" y="45609"/>
                  <a:pt x="13052" y="45757"/>
                </a:cubicBezTo>
                <a:cubicBezTo>
                  <a:pt x="12719" y="45904"/>
                  <a:pt x="12247" y="46006"/>
                  <a:pt x="11635" y="46061"/>
                </a:cubicBezTo>
                <a:cubicBezTo>
                  <a:pt x="11023" y="46116"/>
                  <a:pt x="10253" y="46144"/>
                  <a:pt x="9326" y="46144"/>
                </a:cubicBezTo>
                <a:cubicBezTo>
                  <a:pt x="8510" y="46144"/>
                  <a:pt x="7815" y="46126"/>
                  <a:pt x="7239" y="46089"/>
                </a:cubicBezTo>
                <a:cubicBezTo>
                  <a:pt x="6665" y="46052"/>
                  <a:pt x="6174" y="45997"/>
                  <a:pt x="5766" y="45923"/>
                </a:cubicBezTo>
                <a:cubicBezTo>
                  <a:pt x="5358" y="45849"/>
                  <a:pt x="5015" y="45738"/>
                  <a:pt x="4736" y="45591"/>
                </a:cubicBezTo>
                <a:cubicBezTo>
                  <a:pt x="4458" y="45443"/>
                  <a:pt x="4189" y="45250"/>
                  <a:pt x="3930" y="45010"/>
                </a:cubicBezTo>
                <a:cubicBezTo>
                  <a:pt x="3671" y="44770"/>
                  <a:pt x="3320" y="44115"/>
                  <a:pt x="2877" y="43046"/>
                </a:cubicBezTo>
                <a:cubicBezTo>
                  <a:pt x="2434" y="41976"/>
                  <a:pt x="2001" y="40611"/>
                  <a:pt x="1577" y="38951"/>
                </a:cubicBezTo>
                <a:cubicBezTo>
                  <a:pt x="1153" y="37292"/>
                  <a:pt x="784" y="35392"/>
                  <a:pt x="470" y="33253"/>
                </a:cubicBezTo>
                <a:cubicBezTo>
                  <a:pt x="157" y="31113"/>
                  <a:pt x="0" y="28826"/>
                  <a:pt x="0" y="26392"/>
                </a:cubicBezTo>
                <a:cubicBezTo>
                  <a:pt x="0" y="22002"/>
                  <a:pt x="554" y="18157"/>
                  <a:pt x="1663" y="14856"/>
                </a:cubicBezTo>
                <a:cubicBezTo>
                  <a:pt x="2772" y="11554"/>
                  <a:pt x="4454" y="8797"/>
                  <a:pt x="6709" y="6584"/>
                </a:cubicBezTo>
                <a:cubicBezTo>
                  <a:pt x="8963" y="4371"/>
                  <a:pt x="11809" y="2720"/>
                  <a:pt x="15245" y="1632"/>
                </a:cubicBezTo>
                <a:cubicBezTo>
                  <a:pt x="18682" y="544"/>
                  <a:pt x="22711" y="0"/>
                  <a:pt x="27331" y="0"/>
                </a:cubicBezTo>
                <a:cubicBezTo>
                  <a:pt x="31729" y="0"/>
                  <a:pt x="35693" y="572"/>
                  <a:pt x="39223" y="1715"/>
                </a:cubicBezTo>
                <a:cubicBezTo>
                  <a:pt x="42752" y="2859"/>
                  <a:pt x="45746" y="4519"/>
                  <a:pt x="48203" y="6695"/>
                </a:cubicBezTo>
                <a:cubicBezTo>
                  <a:pt x="50662" y="8871"/>
                  <a:pt x="52538" y="11518"/>
                  <a:pt x="53831" y="14634"/>
                </a:cubicBezTo>
                <a:cubicBezTo>
                  <a:pt x="55125" y="17751"/>
                  <a:pt x="55771" y="21265"/>
                  <a:pt x="55771" y="25175"/>
                </a:cubicBezTo>
                <a:cubicBezTo>
                  <a:pt x="55771" y="29306"/>
                  <a:pt x="55162" y="32838"/>
                  <a:pt x="53942" y="35770"/>
                </a:cubicBezTo>
                <a:cubicBezTo>
                  <a:pt x="52722" y="38702"/>
                  <a:pt x="51032" y="41109"/>
                  <a:pt x="48871" y="42990"/>
                </a:cubicBezTo>
                <a:cubicBezTo>
                  <a:pt x="46710" y="44872"/>
                  <a:pt x="44151" y="46255"/>
                  <a:pt x="41194" y="47140"/>
                </a:cubicBezTo>
                <a:cubicBezTo>
                  <a:pt x="38238" y="48025"/>
                  <a:pt x="35024" y="48468"/>
                  <a:pt x="31549" y="48468"/>
                </a:cubicBezTo>
                <a:lnTo>
                  <a:pt x="29333" y="48468"/>
                </a:lnTo>
                <a:moveTo>
                  <a:pt x="33308" y="34968"/>
                </a:moveTo>
                <a:cubicBezTo>
                  <a:pt x="37235" y="35078"/>
                  <a:pt x="40319" y="34295"/>
                  <a:pt x="42560" y="32616"/>
                </a:cubicBezTo>
                <a:cubicBezTo>
                  <a:pt x="44802" y="30938"/>
                  <a:pt x="45923" y="28347"/>
                  <a:pt x="45923" y="24843"/>
                </a:cubicBezTo>
                <a:cubicBezTo>
                  <a:pt x="45923" y="23072"/>
                  <a:pt x="45589" y="21532"/>
                  <a:pt x="44922" y="20223"/>
                </a:cubicBezTo>
                <a:cubicBezTo>
                  <a:pt x="44255" y="18913"/>
                  <a:pt x="43357" y="17825"/>
                  <a:pt x="42226" y="16958"/>
                </a:cubicBezTo>
                <a:cubicBezTo>
                  <a:pt x="41097" y="16091"/>
                  <a:pt x="39763" y="15427"/>
                  <a:pt x="38225" y="14966"/>
                </a:cubicBezTo>
                <a:cubicBezTo>
                  <a:pt x="36689" y="14505"/>
                  <a:pt x="35050" y="14238"/>
                  <a:pt x="33308" y="14164"/>
                </a:cubicBezTo>
                <a:lnTo>
                  <a:pt x="33308" y="34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0" name="Text a">
            <a:extLst xmlns:a="http://schemas.openxmlformats.org/drawingml/2006/main">
              <a:ext uri="{FF2B5EF4-FFF2-40B4-BE49-F238E27FC236}">
                <a16:creationId xmlns:a16="http://schemas.microsoft.com/office/drawing/2014/main" id="{D5A27DD5-B18F-4244-85FA-CD037715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62" y="4430024"/>
            <a:ext cx="55771" cy="45093"/>
          </a:xfrm>
          <a:custGeom xmlns:a="http://schemas.openxmlformats.org/drawingml/2006/main">
            <a:pathLst>
              <a:path w="55771" h="45093">
                <a:moveTo>
                  <a:pt x="3045" y="45093"/>
                </a:moveTo>
                <a:cubicBezTo>
                  <a:pt x="2528" y="45093"/>
                  <a:pt x="2122" y="44908"/>
                  <a:pt x="1826" y="44540"/>
                </a:cubicBezTo>
                <a:cubicBezTo>
                  <a:pt x="1531" y="44171"/>
                  <a:pt x="1319" y="43590"/>
                  <a:pt x="1190" y="42797"/>
                </a:cubicBezTo>
                <a:cubicBezTo>
                  <a:pt x="1060" y="42004"/>
                  <a:pt x="996" y="40833"/>
                  <a:pt x="996" y="39283"/>
                </a:cubicBezTo>
                <a:cubicBezTo>
                  <a:pt x="996" y="37624"/>
                  <a:pt x="1060" y="36416"/>
                  <a:pt x="1190" y="35659"/>
                </a:cubicBezTo>
                <a:cubicBezTo>
                  <a:pt x="1319" y="34903"/>
                  <a:pt x="1531" y="34368"/>
                  <a:pt x="1826" y="34055"/>
                </a:cubicBezTo>
                <a:cubicBezTo>
                  <a:pt x="2121" y="33741"/>
                  <a:pt x="2527" y="33585"/>
                  <a:pt x="3043" y="33585"/>
                </a:cubicBezTo>
                <a:lnTo>
                  <a:pt x="6971" y="33585"/>
                </a:lnTo>
                <a:cubicBezTo>
                  <a:pt x="4795" y="31556"/>
                  <a:pt x="3089" y="29241"/>
                  <a:pt x="1854" y="26641"/>
                </a:cubicBezTo>
                <a:cubicBezTo>
                  <a:pt x="618" y="24040"/>
                  <a:pt x="0" y="21154"/>
                  <a:pt x="0" y="17982"/>
                </a:cubicBezTo>
                <a:cubicBezTo>
                  <a:pt x="0" y="15363"/>
                  <a:pt x="342" y="12956"/>
                  <a:pt x="1027" y="10761"/>
                </a:cubicBezTo>
                <a:cubicBezTo>
                  <a:pt x="1712" y="8567"/>
                  <a:pt x="2730" y="6667"/>
                  <a:pt x="4080" y="5063"/>
                </a:cubicBezTo>
                <a:cubicBezTo>
                  <a:pt x="5431" y="3458"/>
                  <a:pt x="7106" y="2213"/>
                  <a:pt x="9103" y="1328"/>
                </a:cubicBezTo>
                <a:cubicBezTo>
                  <a:pt x="11102" y="443"/>
                  <a:pt x="13434" y="0"/>
                  <a:pt x="16099" y="0"/>
                </a:cubicBezTo>
                <a:cubicBezTo>
                  <a:pt x="18986" y="0"/>
                  <a:pt x="21494" y="563"/>
                  <a:pt x="23622" y="1688"/>
                </a:cubicBezTo>
                <a:cubicBezTo>
                  <a:pt x="25750" y="2813"/>
                  <a:pt x="27508" y="4491"/>
                  <a:pt x="28895" y="6722"/>
                </a:cubicBezTo>
                <a:cubicBezTo>
                  <a:pt x="30283" y="8954"/>
                  <a:pt x="31310" y="11730"/>
                  <a:pt x="31977" y="15049"/>
                </a:cubicBezTo>
                <a:cubicBezTo>
                  <a:pt x="32643" y="18369"/>
                  <a:pt x="32976" y="22224"/>
                  <a:pt x="32976" y="26613"/>
                </a:cubicBezTo>
                <a:lnTo>
                  <a:pt x="32976" y="31427"/>
                </a:lnTo>
                <a:lnTo>
                  <a:pt x="35950" y="31427"/>
                </a:lnTo>
                <a:cubicBezTo>
                  <a:pt x="37492" y="31427"/>
                  <a:pt x="38841" y="31270"/>
                  <a:pt x="39997" y="30956"/>
                </a:cubicBezTo>
                <a:cubicBezTo>
                  <a:pt x="41155" y="30643"/>
                  <a:pt x="42119" y="30126"/>
                  <a:pt x="42890" y="29407"/>
                </a:cubicBezTo>
                <a:cubicBezTo>
                  <a:pt x="43661" y="28688"/>
                  <a:pt x="44230" y="27729"/>
                  <a:pt x="44597" y="26530"/>
                </a:cubicBezTo>
                <a:cubicBezTo>
                  <a:pt x="44964" y="25331"/>
                  <a:pt x="45148" y="23847"/>
                  <a:pt x="45148" y="22076"/>
                </a:cubicBezTo>
                <a:cubicBezTo>
                  <a:pt x="45148" y="19752"/>
                  <a:pt x="44890" y="17678"/>
                  <a:pt x="44374" y="15852"/>
                </a:cubicBezTo>
                <a:cubicBezTo>
                  <a:pt x="43857" y="14026"/>
                  <a:pt x="43285" y="12412"/>
                  <a:pt x="42658" y="11010"/>
                </a:cubicBezTo>
                <a:cubicBezTo>
                  <a:pt x="42031" y="9609"/>
                  <a:pt x="41460" y="8438"/>
                  <a:pt x="40943" y="7497"/>
                </a:cubicBezTo>
                <a:cubicBezTo>
                  <a:pt x="40427" y="6556"/>
                  <a:pt x="40169" y="5791"/>
                  <a:pt x="40169" y="5201"/>
                </a:cubicBezTo>
                <a:cubicBezTo>
                  <a:pt x="40169" y="4795"/>
                  <a:pt x="40298" y="4436"/>
                  <a:pt x="40558" y="4122"/>
                </a:cubicBezTo>
                <a:cubicBezTo>
                  <a:pt x="40817" y="3808"/>
                  <a:pt x="41188" y="3550"/>
                  <a:pt x="41669" y="3347"/>
                </a:cubicBezTo>
                <a:cubicBezTo>
                  <a:pt x="42151" y="3145"/>
                  <a:pt x="42744" y="2988"/>
                  <a:pt x="43449" y="2877"/>
                </a:cubicBezTo>
                <a:cubicBezTo>
                  <a:pt x="44154" y="2766"/>
                  <a:pt x="44933" y="2711"/>
                  <a:pt x="45784" y="2711"/>
                </a:cubicBezTo>
                <a:cubicBezTo>
                  <a:pt x="46934" y="2711"/>
                  <a:pt x="47842" y="2803"/>
                  <a:pt x="48509" y="2988"/>
                </a:cubicBezTo>
                <a:cubicBezTo>
                  <a:pt x="49177" y="3172"/>
                  <a:pt x="49779" y="3523"/>
                  <a:pt x="50316" y="4039"/>
                </a:cubicBezTo>
                <a:cubicBezTo>
                  <a:pt x="50855" y="4555"/>
                  <a:pt x="51446" y="5459"/>
                  <a:pt x="52092" y="6750"/>
                </a:cubicBezTo>
                <a:cubicBezTo>
                  <a:pt x="52737" y="8041"/>
                  <a:pt x="53337" y="9553"/>
                  <a:pt x="53890" y="11287"/>
                </a:cubicBezTo>
                <a:cubicBezTo>
                  <a:pt x="54443" y="13021"/>
                  <a:pt x="54895" y="14911"/>
                  <a:pt x="55246" y="16958"/>
                </a:cubicBezTo>
                <a:cubicBezTo>
                  <a:pt x="55596" y="19005"/>
                  <a:pt x="55771" y="21117"/>
                  <a:pt x="55771" y="23293"/>
                </a:cubicBezTo>
                <a:cubicBezTo>
                  <a:pt x="55771" y="27166"/>
                  <a:pt x="55393" y="30477"/>
                  <a:pt x="54635" y="33225"/>
                </a:cubicBezTo>
                <a:cubicBezTo>
                  <a:pt x="53879" y="35973"/>
                  <a:pt x="52716" y="38232"/>
                  <a:pt x="51146" y="40003"/>
                </a:cubicBezTo>
                <a:cubicBezTo>
                  <a:pt x="49577" y="41773"/>
                  <a:pt x="47556" y="43064"/>
                  <a:pt x="45083" y="43876"/>
                </a:cubicBezTo>
                <a:cubicBezTo>
                  <a:pt x="42609" y="44687"/>
                  <a:pt x="39674" y="45093"/>
                  <a:pt x="36277" y="45093"/>
                </a:cubicBezTo>
                <a:lnTo>
                  <a:pt x="3045" y="45093"/>
                </a:lnTo>
                <a:moveTo>
                  <a:pt x="24234" y="31427"/>
                </a:moveTo>
                <a:lnTo>
                  <a:pt x="24234" y="26115"/>
                </a:lnTo>
                <a:cubicBezTo>
                  <a:pt x="24234" y="23865"/>
                  <a:pt x="24067" y="21947"/>
                  <a:pt x="23733" y="20361"/>
                </a:cubicBezTo>
                <a:cubicBezTo>
                  <a:pt x="23398" y="18775"/>
                  <a:pt x="22896" y="17484"/>
                  <a:pt x="22227" y="16488"/>
                </a:cubicBezTo>
                <a:cubicBezTo>
                  <a:pt x="21558" y="15492"/>
                  <a:pt x="20749" y="14764"/>
                  <a:pt x="19801" y="14302"/>
                </a:cubicBezTo>
                <a:cubicBezTo>
                  <a:pt x="18853" y="13841"/>
                  <a:pt x="17766" y="13611"/>
                  <a:pt x="16540" y="13611"/>
                </a:cubicBezTo>
                <a:cubicBezTo>
                  <a:pt x="14458" y="13611"/>
                  <a:pt x="12822" y="14266"/>
                  <a:pt x="11633" y="15575"/>
                </a:cubicBezTo>
                <a:cubicBezTo>
                  <a:pt x="10443" y="16884"/>
                  <a:pt x="9849" y="18701"/>
                  <a:pt x="9849" y="21025"/>
                </a:cubicBezTo>
                <a:cubicBezTo>
                  <a:pt x="9849" y="22980"/>
                  <a:pt x="10350" y="24778"/>
                  <a:pt x="11353" y="26419"/>
                </a:cubicBezTo>
                <a:cubicBezTo>
                  <a:pt x="12357" y="28061"/>
                  <a:pt x="13825" y="29730"/>
                  <a:pt x="15758" y="31427"/>
                </a:cubicBezTo>
                <a:lnTo>
                  <a:pt x="24234" y="314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1" name="Text n">
            <a:extLst xmlns:a="http://schemas.openxmlformats.org/drawingml/2006/main">
              <a:ext uri="{FF2B5EF4-FFF2-40B4-BE49-F238E27FC236}">
                <a16:creationId xmlns:a16="http://schemas.microsoft.com/office/drawing/2014/main" id="{7AD02F82-7B8E-4B98-BEE2-EF9A87AC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58" y="4489475"/>
            <a:ext cx="54775" cy="47140"/>
          </a:xfrm>
          <a:custGeom xmlns:a="http://schemas.openxmlformats.org/drawingml/2006/main">
            <a:pathLst>
              <a:path w="54775" h="47140">
                <a:moveTo>
                  <a:pt x="2215" y="47140"/>
                </a:moveTo>
                <a:cubicBezTo>
                  <a:pt x="1846" y="47140"/>
                  <a:pt x="1523" y="47029"/>
                  <a:pt x="1245" y="46808"/>
                </a:cubicBezTo>
                <a:cubicBezTo>
                  <a:pt x="968" y="46587"/>
                  <a:pt x="738" y="46218"/>
                  <a:pt x="553" y="45701"/>
                </a:cubicBezTo>
                <a:cubicBezTo>
                  <a:pt x="369" y="45185"/>
                  <a:pt x="231" y="44475"/>
                  <a:pt x="138" y="43571"/>
                </a:cubicBezTo>
                <a:cubicBezTo>
                  <a:pt x="46" y="42668"/>
                  <a:pt x="0" y="41552"/>
                  <a:pt x="0" y="40224"/>
                </a:cubicBezTo>
                <a:cubicBezTo>
                  <a:pt x="0" y="38859"/>
                  <a:pt x="46" y="37725"/>
                  <a:pt x="138" y="36821"/>
                </a:cubicBezTo>
                <a:cubicBezTo>
                  <a:pt x="231" y="35918"/>
                  <a:pt x="369" y="35207"/>
                  <a:pt x="553" y="34691"/>
                </a:cubicBezTo>
                <a:cubicBezTo>
                  <a:pt x="738" y="34175"/>
                  <a:pt x="968" y="33806"/>
                  <a:pt x="1245" y="33585"/>
                </a:cubicBezTo>
                <a:cubicBezTo>
                  <a:pt x="1522" y="33363"/>
                  <a:pt x="1844" y="33253"/>
                  <a:pt x="2213" y="33253"/>
                </a:cubicBezTo>
                <a:lnTo>
                  <a:pt x="30375" y="33253"/>
                </a:lnTo>
                <a:cubicBezTo>
                  <a:pt x="32773" y="33253"/>
                  <a:pt x="34654" y="33077"/>
                  <a:pt x="36019" y="32727"/>
                </a:cubicBezTo>
                <a:cubicBezTo>
                  <a:pt x="37384" y="32377"/>
                  <a:pt x="38555" y="31869"/>
                  <a:pt x="39532" y="31205"/>
                </a:cubicBezTo>
                <a:cubicBezTo>
                  <a:pt x="40510" y="30541"/>
                  <a:pt x="41266" y="29684"/>
                  <a:pt x="41801" y="28633"/>
                </a:cubicBezTo>
                <a:cubicBezTo>
                  <a:pt x="42336" y="27581"/>
                  <a:pt x="42603" y="26355"/>
                  <a:pt x="42603" y="24953"/>
                </a:cubicBezTo>
                <a:cubicBezTo>
                  <a:pt x="42603" y="23183"/>
                  <a:pt x="41958" y="21394"/>
                  <a:pt x="40667" y="19586"/>
                </a:cubicBezTo>
                <a:cubicBezTo>
                  <a:pt x="39376" y="17779"/>
                  <a:pt x="37494" y="15898"/>
                  <a:pt x="35023" y="13943"/>
                </a:cubicBezTo>
                <a:lnTo>
                  <a:pt x="2213" y="13943"/>
                </a:lnTo>
                <a:cubicBezTo>
                  <a:pt x="1844" y="13943"/>
                  <a:pt x="1522" y="13832"/>
                  <a:pt x="1245" y="13611"/>
                </a:cubicBezTo>
                <a:cubicBezTo>
                  <a:pt x="968" y="13390"/>
                  <a:pt x="738" y="13011"/>
                  <a:pt x="553" y="12477"/>
                </a:cubicBezTo>
                <a:cubicBezTo>
                  <a:pt x="369" y="11942"/>
                  <a:pt x="231" y="11232"/>
                  <a:pt x="138" y="10346"/>
                </a:cubicBezTo>
                <a:cubicBezTo>
                  <a:pt x="46" y="9461"/>
                  <a:pt x="0" y="8336"/>
                  <a:pt x="0" y="6971"/>
                </a:cubicBezTo>
                <a:cubicBezTo>
                  <a:pt x="0" y="5607"/>
                  <a:pt x="46" y="4482"/>
                  <a:pt x="138" y="3596"/>
                </a:cubicBezTo>
                <a:cubicBezTo>
                  <a:pt x="231" y="2711"/>
                  <a:pt x="369" y="2001"/>
                  <a:pt x="553" y="1466"/>
                </a:cubicBezTo>
                <a:cubicBezTo>
                  <a:pt x="738" y="931"/>
                  <a:pt x="968" y="553"/>
                  <a:pt x="1245" y="332"/>
                </a:cubicBezTo>
                <a:cubicBezTo>
                  <a:pt x="1522" y="111"/>
                  <a:pt x="1844" y="0"/>
                  <a:pt x="2213" y="0"/>
                </a:cubicBezTo>
                <a:lnTo>
                  <a:pt x="51566" y="0"/>
                </a:lnTo>
                <a:cubicBezTo>
                  <a:pt x="51935" y="0"/>
                  <a:pt x="52258" y="92"/>
                  <a:pt x="52535" y="277"/>
                </a:cubicBezTo>
                <a:cubicBezTo>
                  <a:pt x="52811" y="461"/>
                  <a:pt x="53042" y="793"/>
                  <a:pt x="53226" y="1273"/>
                </a:cubicBezTo>
                <a:cubicBezTo>
                  <a:pt x="53411" y="1752"/>
                  <a:pt x="53549" y="2370"/>
                  <a:pt x="53641" y="3126"/>
                </a:cubicBezTo>
                <a:cubicBezTo>
                  <a:pt x="53733" y="3882"/>
                  <a:pt x="53779" y="4832"/>
                  <a:pt x="53779" y="5975"/>
                </a:cubicBezTo>
                <a:cubicBezTo>
                  <a:pt x="53779" y="7156"/>
                  <a:pt x="53733" y="8133"/>
                  <a:pt x="53641" y="8908"/>
                </a:cubicBezTo>
                <a:cubicBezTo>
                  <a:pt x="53549" y="9683"/>
                  <a:pt x="53411" y="10282"/>
                  <a:pt x="53226" y="10706"/>
                </a:cubicBezTo>
                <a:cubicBezTo>
                  <a:pt x="53042" y="11130"/>
                  <a:pt x="52811" y="11435"/>
                  <a:pt x="52535" y="11619"/>
                </a:cubicBezTo>
                <a:cubicBezTo>
                  <a:pt x="52258" y="11803"/>
                  <a:pt x="51935" y="11896"/>
                  <a:pt x="51566" y="11896"/>
                </a:cubicBezTo>
                <a:lnTo>
                  <a:pt x="45867" y="11896"/>
                </a:lnTo>
                <a:cubicBezTo>
                  <a:pt x="48837" y="14625"/>
                  <a:pt x="51064" y="17401"/>
                  <a:pt x="52548" y="20223"/>
                </a:cubicBezTo>
                <a:cubicBezTo>
                  <a:pt x="54033" y="23044"/>
                  <a:pt x="54775" y="25986"/>
                  <a:pt x="54775" y="29048"/>
                </a:cubicBezTo>
                <a:cubicBezTo>
                  <a:pt x="54775" y="32404"/>
                  <a:pt x="54222" y="35235"/>
                  <a:pt x="53114" y="37541"/>
                </a:cubicBezTo>
                <a:cubicBezTo>
                  <a:pt x="52006" y="39846"/>
                  <a:pt x="50501" y="41709"/>
                  <a:pt x="48599" y="43129"/>
                </a:cubicBezTo>
                <a:cubicBezTo>
                  <a:pt x="46699" y="44549"/>
                  <a:pt x="44474" y="45572"/>
                  <a:pt x="41925" y="46199"/>
                </a:cubicBezTo>
                <a:cubicBezTo>
                  <a:pt x="39378" y="46827"/>
                  <a:pt x="36313" y="47140"/>
                  <a:pt x="32732" y="47140"/>
                </a:cubicBezTo>
                <a:lnTo>
                  <a:pt x="2215" y="471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2" name="Text P">
            <a:extLst xmlns:a="http://schemas.openxmlformats.org/drawingml/2006/main">
              <a:ext uri="{FF2B5EF4-FFF2-40B4-BE49-F238E27FC236}">
                <a16:creationId xmlns:a16="http://schemas.microsoft.com/office/drawing/2014/main" id="{8C44B97D-3AD7-444F-AB9B-5375A689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071" y="4308263"/>
            <a:ext cx="71927" cy="49021"/>
          </a:xfrm>
          <a:custGeom xmlns:a="http://schemas.openxmlformats.org/drawingml/2006/main">
            <a:pathLst>
              <a:path w="71927" h="49021">
                <a:moveTo>
                  <a:pt x="50209" y="49021"/>
                </a:moveTo>
                <a:cubicBezTo>
                  <a:pt x="46193" y="49021"/>
                  <a:pt x="42638" y="48394"/>
                  <a:pt x="39543" y="47140"/>
                </a:cubicBezTo>
                <a:cubicBezTo>
                  <a:pt x="36448" y="45886"/>
                  <a:pt x="33841" y="44060"/>
                  <a:pt x="31722" y="41663"/>
                </a:cubicBezTo>
                <a:cubicBezTo>
                  <a:pt x="29605" y="39265"/>
                  <a:pt x="27993" y="36323"/>
                  <a:pt x="26888" y="32838"/>
                </a:cubicBezTo>
                <a:cubicBezTo>
                  <a:pt x="25783" y="29352"/>
                  <a:pt x="25230" y="25248"/>
                  <a:pt x="25230" y="20527"/>
                </a:cubicBezTo>
                <a:lnTo>
                  <a:pt x="25230" y="14551"/>
                </a:lnTo>
                <a:lnTo>
                  <a:pt x="2329" y="14551"/>
                </a:lnTo>
                <a:cubicBezTo>
                  <a:pt x="1959" y="14551"/>
                  <a:pt x="1626" y="14432"/>
                  <a:pt x="1330" y="14192"/>
                </a:cubicBezTo>
                <a:cubicBezTo>
                  <a:pt x="1035" y="13952"/>
                  <a:pt x="794" y="13556"/>
                  <a:pt x="609" y="13002"/>
                </a:cubicBezTo>
                <a:cubicBezTo>
                  <a:pt x="424" y="12449"/>
                  <a:pt x="277" y="11711"/>
                  <a:pt x="166" y="10789"/>
                </a:cubicBezTo>
                <a:cubicBezTo>
                  <a:pt x="55" y="9867"/>
                  <a:pt x="0" y="8687"/>
                  <a:pt x="0" y="7248"/>
                </a:cubicBezTo>
                <a:cubicBezTo>
                  <a:pt x="0" y="5846"/>
                  <a:pt x="55" y="4675"/>
                  <a:pt x="166" y="3735"/>
                </a:cubicBezTo>
                <a:cubicBezTo>
                  <a:pt x="277" y="2794"/>
                  <a:pt x="424" y="2047"/>
                  <a:pt x="609" y="1494"/>
                </a:cubicBezTo>
                <a:cubicBezTo>
                  <a:pt x="793" y="941"/>
                  <a:pt x="1033" y="553"/>
                  <a:pt x="1328" y="332"/>
                </a:cubicBezTo>
                <a:cubicBezTo>
                  <a:pt x="1623" y="111"/>
                  <a:pt x="1955" y="0"/>
                  <a:pt x="2324" y="0"/>
                </a:cubicBezTo>
                <a:lnTo>
                  <a:pt x="66726" y="0"/>
                </a:lnTo>
                <a:cubicBezTo>
                  <a:pt x="68460" y="0"/>
                  <a:pt x="69760" y="452"/>
                  <a:pt x="70627" y="1356"/>
                </a:cubicBezTo>
                <a:cubicBezTo>
                  <a:pt x="71494" y="2259"/>
                  <a:pt x="71927" y="3449"/>
                  <a:pt x="71927" y="4924"/>
                </a:cubicBezTo>
                <a:lnTo>
                  <a:pt x="71927" y="21800"/>
                </a:lnTo>
                <a:cubicBezTo>
                  <a:pt x="71927" y="23496"/>
                  <a:pt x="71863" y="25110"/>
                  <a:pt x="71734" y="26641"/>
                </a:cubicBezTo>
                <a:cubicBezTo>
                  <a:pt x="71605" y="28172"/>
                  <a:pt x="71328" y="30007"/>
                  <a:pt x="70904" y="32146"/>
                </a:cubicBezTo>
                <a:cubicBezTo>
                  <a:pt x="70481" y="34285"/>
                  <a:pt x="69698" y="36452"/>
                  <a:pt x="68556" y="38647"/>
                </a:cubicBezTo>
                <a:cubicBezTo>
                  <a:pt x="67413" y="40842"/>
                  <a:pt x="65967" y="42714"/>
                  <a:pt x="64218" y="44263"/>
                </a:cubicBezTo>
                <a:cubicBezTo>
                  <a:pt x="62468" y="45812"/>
                  <a:pt x="60423" y="46993"/>
                  <a:pt x="58083" y="47804"/>
                </a:cubicBezTo>
                <a:cubicBezTo>
                  <a:pt x="55744" y="48615"/>
                  <a:pt x="53120" y="49021"/>
                  <a:pt x="50209" y="49021"/>
                </a:cubicBezTo>
                <a:moveTo>
                  <a:pt x="49156" y="33806"/>
                </a:moveTo>
                <a:cubicBezTo>
                  <a:pt x="51647" y="33806"/>
                  <a:pt x="53698" y="33363"/>
                  <a:pt x="55310" y="32478"/>
                </a:cubicBezTo>
                <a:cubicBezTo>
                  <a:pt x="56922" y="31593"/>
                  <a:pt x="58113" y="30505"/>
                  <a:pt x="58882" y="29214"/>
                </a:cubicBezTo>
                <a:cubicBezTo>
                  <a:pt x="59651" y="27923"/>
                  <a:pt x="60136" y="26567"/>
                  <a:pt x="60338" y="25147"/>
                </a:cubicBezTo>
                <a:cubicBezTo>
                  <a:pt x="60539" y="23727"/>
                  <a:pt x="60640" y="22261"/>
                  <a:pt x="60640" y="20748"/>
                </a:cubicBezTo>
                <a:lnTo>
                  <a:pt x="60640" y="14551"/>
                </a:lnTo>
                <a:lnTo>
                  <a:pt x="36517" y="14551"/>
                </a:lnTo>
                <a:lnTo>
                  <a:pt x="36517" y="21080"/>
                </a:lnTo>
                <a:cubicBezTo>
                  <a:pt x="36517" y="23404"/>
                  <a:pt x="36828" y="25350"/>
                  <a:pt x="37451" y="26917"/>
                </a:cubicBezTo>
                <a:cubicBezTo>
                  <a:pt x="38074" y="28485"/>
                  <a:pt x="38944" y="29767"/>
                  <a:pt x="40061" y="30763"/>
                </a:cubicBezTo>
                <a:cubicBezTo>
                  <a:pt x="41178" y="31759"/>
                  <a:pt x="42515" y="32515"/>
                  <a:pt x="44073" y="33031"/>
                </a:cubicBezTo>
                <a:cubicBezTo>
                  <a:pt x="45630" y="33548"/>
                  <a:pt x="47324" y="33806"/>
                  <a:pt x="49156" y="338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3" name="Text o">
            <a:extLst xmlns:a="http://schemas.openxmlformats.org/drawingml/2006/main">
              <a:ext uri="{FF2B5EF4-FFF2-40B4-BE49-F238E27FC236}">
                <a16:creationId xmlns:a16="http://schemas.microsoft.com/office/drawing/2014/main" id="{9A27A216-A915-4EE3-9CE4-DCE0AD22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75" y="4363720"/>
            <a:ext cx="55771" cy="52894"/>
          </a:xfrm>
          <a:custGeom xmlns:a="http://schemas.openxmlformats.org/drawingml/2006/main">
            <a:pathLst>
              <a:path w="55771" h="52894">
                <a:moveTo>
                  <a:pt x="28385" y="52894"/>
                </a:moveTo>
                <a:cubicBezTo>
                  <a:pt x="24171" y="52894"/>
                  <a:pt x="20327" y="52341"/>
                  <a:pt x="16853" y="51234"/>
                </a:cubicBezTo>
                <a:cubicBezTo>
                  <a:pt x="13379" y="50128"/>
                  <a:pt x="10385" y="48449"/>
                  <a:pt x="7872" y="46199"/>
                </a:cubicBezTo>
                <a:cubicBezTo>
                  <a:pt x="5359" y="43949"/>
                  <a:pt x="3419" y="41128"/>
                  <a:pt x="2051" y="37734"/>
                </a:cubicBezTo>
                <a:cubicBezTo>
                  <a:pt x="684" y="34341"/>
                  <a:pt x="0" y="30375"/>
                  <a:pt x="0" y="25838"/>
                </a:cubicBezTo>
                <a:cubicBezTo>
                  <a:pt x="0" y="21449"/>
                  <a:pt x="610" y="17631"/>
                  <a:pt x="1829" y="14385"/>
                </a:cubicBezTo>
                <a:cubicBezTo>
                  <a:pt x="3049" y="11140"/>
                  <a:pt x="4823" y="8447"/>
                  <a:pt x="7151" y="6307"/>
                </a:cubicBezTo>
                <a:cubicBezTo>
                  <a:pt x="9480" y="4168"/>
                  <a:pt x="12344" y="2582"/>
                  <a:pt x="15744" y="1549"/>
                </a:cubicBezTo>
                <a:cubicBezTo>
                  <a:pt x="19145" y="516"/>
                  <a:pt x="23025" y="0"/>
                  <a:pt x="27386" y="0"/>
                </a:cubicBezTo>
                <a:cubicBezTo>
                  <a:pt x="31600" y="0"/>
                  <a:pt x="35454" y="563"/>
                  <a:pt x="38946" y="1688"/>
                </a:cubicBezTo>
                <a:cubicBezTo>
                  <a:pt x="42439" y="2813"/>
                  <a:pt x="45432" y="4500"/>
                  <a:pt x="47927" y="6750"/>
                </a:cubicBezTo>
                <a:cubicBezTo>
                  <a:pt x="50421" y="9000"/>
                  <a:pt x="52352" y="11813"/>
                  <a:pt x="53719" y="15188"/>
                </a:cubicBezTo>
                <a:cubicBezTo>
                  <a:pt x="55087" y="18563"/>
                  <a:pt x="55771" y="22519"/>
                  <a:pt x="55771" y="27056"/>
                </a:cubicBezTo>
                <a:cubicBezTo>
                  <a:pt x="55771" y="31482"/>
                  <a:pt x="55171" y="35318"/>
                  <a:pt x="53970" y="38564"/>
                </a:cubicBezTo>
                <a:cubicBezTo>
                  <a:pt x="52769" y="41810"/>
                  <a:pt x="51004" y="44493"/>
                  <a:pt x="48675" y="46614"/>
                </a:cubicBezTo>
                <a:cubicBezTo>
                  <a:pt x="46347" y="48735"/>
                  <a:pt x="43483" y="50312"/>
                  <a:pt x="40082" y="51345"/>
                </a:cubicBezTo>
                <a:cubicBezTo>
                  <a:pt x="36682" y="52378"/>
                  <a:pt x="32783" y="52894"/>
                  <a:pt x="28385" y="52894"/>
                </a:cubicBezTo>
                <a:moveTo>
                  <a:pt x="27830" y="38564"/>
                </a:moveTo>
                <a:cubicBezTo>
                  <a:pt x="30265" y="38564"/>
                  <a:pt x="32506" y="38370"/>
                  <a:pt x="34553" y="37983"/>
                </a:cubicBezTo>
                <a:cubicBezTo>
                  <a:pt x="36600" y="37596"/>
                  <a:pt x="38380" y="36941"/>
                  <a:pt x="39892" y="36019"/>
                </a:cubicBezTo>
                <a:cubicBezTo>
                  <a:pt x="41404" y="35097"/>
                  <a:pt x="42585" y="33870"/>
                  <a:pt x="43433" y="32340"/>
                </a:cubicBezTo>
                <a:cubicBezTo>
                  <a:pt x="44281" y="30809"/>
                  <a:pt x="44706" y="28882"/>
                  <a:pt x="44706" y="26558"/>
                </a:cubicBezTo>
                <a:cubicBezTo>
                  <a:pt x="44706" y="24492"/>
                  <a:pt x="44328" y="22685"/>
                  <a:pt x="43571" y="21136"/>
                </a:cubicBezTo>
                <a:cubicBezTo>
                  <a:pt x="42815" y="19586"/>
                  <a:pt x="41709" y="18314"/>
                  <a:pt x="40252" y="17318"/>
                </a:cubicBezTo>
                <a:cubicBezTo>
                  <a:pt x="38795" y="16322"/>
                  <a:pt x="37043" y="15575"/>
                  <a:pt x="34995" y="15077"/>
                </a:cubicBezTo>
                <a:cubicBezTo>
                  <a:pt x="32948" y="14579"/>
                  <a:pt x="30615" y="14330"/>
                  <a:pt x="27996" y="14330"/>
                </a:cubicBezTo>
                <a:cubicBezTo>
                  <a:pt x="25562" y="14330"/>
                  <a:pt x="23321" y="14533"/>
                  <a:pt x="21274" y="14939"/>
                </a:cubicBezTo>
                <a:cubicBezTo>
                  <a:pt x="19227" y="15344"/>
                  <a:pt x="17447" y="15999"/>
                  <a:pt x="15935" y="16903"/>
                </a:cubicBezTo>
                <a:cubicBezTo>
                  <a:pt x="14422" y="17807"/>
                  <a:pt x="13251" y="19033"/>
                  <a:pt x="12421" y="20582"/>
                </a:cubicBezTo>
                <a:cubicBezTo>
                  <a:pt x="11591" y="22131"/>
                  <a:pt x="11176" y="24050"/>
                  <a:pt x="11176" y="26336"/>
                </a:cubicBezTo>
                <a:cubicBezTo>
                  <a:pt x="11176" y="28439"/>
                  <a:pt x="11554" y="30265"/>
                  <a:pt x="12311" y="31814"/>
                </a:cubicBezTo>
                <a:cubicBezTo>
                  <a:pt x="13067" y="33363"/>
                  <a:pt x="14164" y="34636"/>
                  <a:pt x="15603" y="35632"/>
                </a:cubicBezTo>
                <a:cubicBezTo>
                  <a:pt x="17041" y="36628"/>
                  <a:pt x="18784" y="37365"/>
                  <a:pt x="20831" y="37845"/>
                </a:cubicBezTo>
                <a:cubicBezTo>
                  <a:pt x="22878" y="38324"/>
                  <a:pt x="25211" y="38564"/>
                  <a:pt x="27830" y="38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Text o">
            <a:extLst xmlns:a="http://schemas.openxmlformats.org/drawingml/2006/main">
              <a:ext uri="{FF2B5EF4-FFF2-40B4-BE49-F238E27FC236}">
                <a16:creationId xmlns:a16="http://schemas.microsoft.com/office/drawing/2014/main" id="{1B7F7406-E569-4AF0-BCB8-85BE9B49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75" y="4425827"/>
            <a:ext cx="55771" cy="52894"/>
          </a:xfrm>
          <a:custGeom xmlns:a="http://schemas.openxmlformats.org/drawingml/2006/main">
            <a:pathLst>
              <a:path w="55771" h="52894">
                <a:moveTo>
                  <a:pt x="28385" y="52894"/>
                </a:moveTo>
                <a:cubicBezTo>
                  <a:pt x="24171" y="52894"/>
                  <a:pt x="20327" y="52341"/>
                  <a:pt x="16853" y="51234"/>
                </a:cubicBezTo>
                <a:cubicBezTo>
                  <a:pt x="13379" y="50128"/>
                  <a:pt x="10385" y="48449"/>
                  <a:pt x="7872" y="46199"/>
                </a:cubicBezTo>
                <a:cubicBezTo>
                  <a:pt x="5359" y="43949"/>
                  <a:pt x="3419" y="41128"/>
                  <a:pt x="2051" y="37734"/>
                </a:cubicBezTo>
                <a:cubicBezTo>
                  <a:pt x="684" y="34341"/>
                  <a:pt x="0" y="30375"/>
                  <a:pt x="0" y="25838"/>
                </a:cubicBezTo>
                <a:cubicBezTo>
                  <a:pt x="0" y="21449"/>
                  <a:pt x="610" y="17631"/>
                  <a:pt x="1829" y="14385"/>
                </a:cubicBezTo>
                <a:cubicBezTo>
                  <a:pt x="3049" y="11140"/>
                  <a:pt x="4823" y="8447"/>
                  <a:pt x="7151" y="6307"/>
                </a:cubicBezTo>
                <a:cubicBezTo>
                  <a:pt x="9480" y="4168"/>
                  <a:pt x="12344" y="2582"/>
                  <a:pt x="15744" y="1549"/>
                </a:cubicBezTo>
                <a:cubicBezTo>
                  <a:pt x="19145" y="516"/>
                  <a:pt x="23025" y="0"/>
                  <a:pt x="27386" y="0"/>
                </a:cubicBezTo>
                <a:cubicBezTo>
                  <a:pt x="31600" y="0"/>
                  <a:pt x="35454" y="563"/>
                  <a:pt x="38946" y="1688"/>
                </a:cubicBezTo>
                <a:cubicBezTo>
                  <a:pt x="42439" y="2813"/>
                  <a:pt x="45432" y="4500"/>
                  <a:pt x="47927" y="6750"/>
                </a:cubicBezTo>
                <a:cubicBezTo>
                  <a:pt x="50421" y="9000"/>
                  <a:pt x="52352" y="11813"/>
                  <a:pt x="53719" y="15188"/>
                </a:cubicBezTo>
                <a:cubicBezTo>
                  <a:pt x="55087" y="18563"/>
                  <a:pt x="55771" y="22519"/>
                  <a:pt x="55771" y="27056"/>
                </a:cubicBezTo>
                <a:cubicBezTo>
                  <a:pt x="55771" y="31482"/>
                  <a:pt x="55171" y="35318"/>
                  <a:pt x="53970" y="38564"/>
                </a:cubicBezTo>
                <a:cubicBezTo>
                  <a:pt x="52769" y="41810"/>
                  <a:pt x="51004" y="44493"/>
                  <a:pt x="48675" y="46614"/>
                </a:cubicBezTo>
                <a:cubicBezTo>
                  <a:pt x="46347" y="48735"/>
                  <a:pt x="43483" y="50312"/>
                  <a:pt x="40082" y="51345"/>
                </a:cubicBezTo>
                <a:cubicBezTo>
                  <a:pt x="36682" y="52378"/>
                  <a:pt x="32783" y="52894"/>
                  <a:pt x="28385" y="52894"/>
                </a:cubicBezTo>
                <a:moveTo>
                  <a:pt x="27830" y="38564"/>
                </a:moveTo>
                <a:cubicBezTo>
                  <a:pt x="30265" y="38564"/>
                  <a:pt x="32506" y="38370"/>
                  <a:pt x="34553" y="37983"/>
                </a:cubicBezTo>
                <a:cubicBezTo>
                  <a:pt x="36600" y="37596"/>
                  <a:pt x="38380" y="36941"/>
                  <a:pt x="39892" y="36019"/>
                </a:cubicBezTo>
                <a:cubicBezTo>
                  <a:pt x="41404" y="35097"/>
                  <a:pt x="42585" y="33870"/>
                  <a:pt x="43433" y="32340"/>
                </a:cubicBezTo>
                <a:cubicBezTo>
                  <a:pt x="44281" y="30809"/>
                  <a:pt x="44706" y="28882"/>
                  <a:pt x="44706" y="26558"/>
                </a:cubicBezTo>
                <a:cubicBezTo>
                  <a:pt x="44706" y="24492"/>
                  <a:pt x="44328" y="22685"/>
                  <a:pt x="43571" y="21136"/>
                </a:cubicBezTo>
                <a:cubicBezTo>
                  <a:pt x="42815" y="19586"/>
                  <a:pt x="41709" y="18314"/>
                  <a:pt x="40252" y="17318"/>
                </a:cubicBezTo>
                <a:cubicBezTo>
                  <a:pt x="38795" y="16322"/>
                  <a:pt x="37043" y="15575"/>
                  <a:pt x="34995" y="15077"/>
                </a:cubicBezTo>
                <a:cubicBezTo>
                  <a:pt x="32948" y="14579"/>
                  <a:pt x="30615" y="14330"/>
                  <a:pt x="27996" y="14330"/>
                </a:cubicBezTo>
                <a:cubicBezTo>
                  <a:pt x="25562" y="14330"/>
                  <a:pt x="23321" y="14533"/>
                  <a:pt x="21274" y="14939"/>
                </a:cubicBezTo>
                <a:cubicBezTo>
                  <a:pt x="19227" y="15344"/>
                  <a:pt x="17447" y="15999"/>
                  <a:pt x="15935" y="16903"/>
                </a:cubicBezTo>
                <a:cubicBezTo>
                  <a:pt x="14422" y="17807"/>
                  <a:pt x="13251" y="19033"/>
                  <a:pt x="12421" y="20582"/>
                </a:cubicBezTo>
                <a:cubicBezTo>
                  <a:pt x="11591" y="22131"/>
                  <a:pt x="11176" y="24050"/>
                  <a:pt x="11176" y="26336"/>
                </a:cubicBezTo>
                <a:cubicBezTo>
                  <a:pt x="11176" y="28439"/>
                  <a:pt x="11554" y="30265"/>
                  <a:pt x="12311" y="31814"/>
                </a:cubicBezTo>
                <a:cubicBezTo>
                  <a:pt x="13067" y="33363"/>
                  <a:pt x="14164" y="34636"/>
                  <a:pt x="15603" y="35632"/>
                </a:cubicBezTo>
                <a:cubicBezTo>
                  <a:pt x="17041" y="36628"/>
                  <a:pt x="18784" y="37365"/>
                  <a:pt x="20831" y="37845"/>
                </a:cubicBezTo>
                <a:cubicBezTo>
                  <a:pt x="22878" y="38324"/>
                  <a:pt x="25211" y="38564"/>
                  <a:pt x="27830" y="38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5" name="Text l">
            <a:extLst xmlns:a="http://schemas.openxmlformats.org/drawingml/2006/main">
              <a:ext uri="{FF2B5EF4-FFF2-40B4-BE49-F238E27FC236}">
                <a16:creationId xmlns:a16="http://schemas.microsoft.com/office/drawing/2014/main" id="{59156777-02EC-48B9-9051-F7378A1A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071" y="4490921"/>
            <a:ext cx="77350" cy="13943"/>
          </a:xfrm>
          <a:custGeom xmlns:a="http://schemas.openxmlformats.org/drawingml/2006/main">
            <a:pathLst>
              <a:path w="77350" h="13943">
                <a:moveTo>
                  <a:pt x="2213" y="13943"/>
                </a:moveTo>
                <a:cubicBezTo>
                  <a:pt x="1844" y="13943"/>
                  <a:pt x="1522" y="13832"/>
                  <a:pt x="1245" y="13611"/>
                </a:cubicBezTo>
                <a:cubicBezTo>
                  <a:pt x="968" y="13390"/>
                  <a:pt x="738" y="13011"/>
                  <a:pt x="553" y="12477"/>
                </a:cubicBezTo>
                <a:cubicBezTo>
                  <a:pt x="369" y="11942"/>
                  <a:pt x="231" y="11232"/>
                  <a:pt x="138" y="10346"/>
                </a:cubicBezTo>
                <a:cubicBezTo>
                  <a:pt x="46" y="9461"/>
                  <a:pt x="0" y="8336"/>
                  <a:pt x="0" y="6971"/>
                </a:cubicBezTo>
                <a:cubicBezTo>
                  <a:pt x="0" y="5607"/>
                  <a:pt x="46" y="4482"/>
                  <a:pt x="138" y="3596"/>
                </a:cubicBezTo>
                <a:cubicBezTo>
                  <a:pt x="231" y="2711"/>
                  <a:pt x="369" y="2001"/>
                  <a:pt x="553" y="1466"/>
                </a:cubicBezTo>
                <a:cubicBezTo>
                  <a:pt x="738" y="931"/>
                  <a:pt x="968" y="553"/>
                  <a:pt x="1245" y="332"/>
                </a:cubicBezTo>
                <a:cubicBezTo>
                  <a:pt x="1522" y="111"/>
                  <a:pt x="1844" y="0"/>
                  <a:pt x="2213" y="0"/>
                </a:cubicBezTo>
                <a:lnTo>
                  <a:pt x="74970" y="0"/>
                </a:lnTo>
                <a:cubicBezTo>
                  <a:pt x="75339" y="0"/>
                  <a:pt x="75671" y="111"/>
                  <a:pt x="75966" y="332"/>
                </a:cubicBezTo>
                <a:cubicBezTo>
                  <a:pt x="76261" y="553"/>
                  <a:pt x="76510" y="931"/>
                  <a:pt x="76713" y="1466"/>
                </a:cubicBezTo>
                <a:cubicBezTo>
                  <a:pt x="76916" y="2001"/>
                  <a:pt x="77073" y="2711"/>
                  <a:pt x="77184" y="3596"/>
                </a:cubicBezTo>
                <a:cubicBezTo>
                  <a:pt x="77294" y="4482"/>
                  <a:pt x="77350" y="5607"/>
                  <a:pt x="77350" y="6971"/>
                </a:cubicBezTo>
                <a:cubicBezTo>
                  <a:pt x="77350" y="8336"/>
                  <a:pt x="77294" y="9461"/>
                  <a:pt x="77184" y="10346"/>
                </a:cubicBezTo>
                <a:cubicBezTo>
                  <a:pt x="77073" y="11232"/>
                  <a:pt x="76916" y="11942"/>
                  <a:pt x="76713" y="12477"/>
                </a:cubicBezTo>
                <a:cubicBezTo>
                  <a:pt x="76510" y="13011"/>
                  <a:pt x="76261" y="13390"/>
                  <a:pt x="75966" y="13611"/>
                </a:cubicBezTo>
                <a:cubicBezTo>
                  <a:pt x="75671" y="13832"/>
                  <a:pt x="75339" y="13943"/>
                  <a:pt x="74970" y="13943"/>
                </a:cubicBezTo>
                <a:lnTo>
                  <a:pt x="2213" y="139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41D7E-EC54-4922-AC86-36526BD9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132" y="4591545"/>
            <a:ext cx="221700" cy="487739"/>
          </a:xfrm>
          <a:custGeom xmlns:a="http://schemas.openxmlformats.org/drawingml/2006/main">
            <a:pathLst>
              <a:path w="221700" h="487739">
                <a:moveTo>
                  <a:pt x="221700" y="0"/>
                </a:moveTo>
                <a:lnTo>
                  <a:pt x="221700" y="487739"/>
                </a:lnTo>
                <a:lnTo>
                  <a:pt x="0" y="487739"/>
                </a:lnTo>
                <a:lnTo>
                  <a:pt x="0" y="0"/>
                </a:lnTo>
                <a:lnTo>
                  <a:pt x="221700" y="0"/>
                </a:lnTo>
                <a:close/>
              </a:path>
            </a:pathLst>
          </a:custGeom>
          <a:solidFill xmlns:a="http://schemas.openxmlformats.org/drawingml/2006/main">
            <a:srgbClr val="FBE3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7" name="Text M">
            <a:extLst xmlns:a="http://schemas.openxmlformats.org/drawingml/2006/main">
              <a:ext uri="{FF2B5EF4-FFF2-40B4-BE49-F238E27FC236}">
                <a16:creationId xmlns:a16="http://schemas.microsoft.com/office/drawing/2014/main" id="{771216EE-B81E-456B-85DA-AADC4ACA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58" y="4707323"/>
            <a:ext cx="71927" cy="83436"/>
          </a:xfrm>
          <a:custGeom xmlns:a="http://schemas.openxmlformats.org/drawingml/2006/main">
            <a:pathLst>
              <a:path w="71927" h="83436">
                <a:moveTo>
                  <a:pt x="2324" y="83436"/>
                </a:moveTo>
                <a:cubicBezTo>
                  <a:pt x="1955" y="83436"/>
                  <a:pt x="1623" y="83334"/>
                  <a:pt x="1328" y="83131"/>
                </a:cubicBezTo>
                <a:cubicBezTo>
                  <a:pt x="1033" y="82928"/>
                  <a:pt x="793" y="82560"/>
                  <a:pt x="609" y="82025"/>
                </a:cubicBezTo>
                <a:cubicBezTo>
                  <a:pt x="424" y="81490"/>
                  <a:pt x="277" y="80780"/>
                  <a:pt x="166" y="79895"/>
                </a:cubicBezTo>
                <a:cubicBezTo>
                  <a:pt x="55" y="79009"/>
                  <a:pt x="0" y="77884"/>
                  <a:pt x="0" y="76520"/>
                </a:cubicBezTo>
                <a:cubicBezTo>
                  <a:pt x="0" y="75192"/>
                  <a:pt x="55" y="74085"/>
                  <a:pt x="166" y="73200"/>
                </a:cubicBezTo>
                <a:cubicBezTo>
                  <a:pt x="277" y="72315"/>
                  <a:pt x="424" y="71614"/>
                  <a:pt x="609" y="71097"/>
                </a:cubicBezTo>
                <a:cubicBezTo>
                  <a:pt x="793" y="70581"/>
                  <a:pt x="1032" y="70212"/>
                  <a:pt x="1326" y="69991"/>
                </a:cubicBezTo>
                <a:cubicBezTo>
                  <a:pt x="1621" y="69769"/>
                  <a:pt x="1953" y="69659"/>
                  <a:pt x="2322" y="69659"/>
                </a:cubicBezTo>
                <a:lnTo>
                  <a:pt x="60530" y="69659"/>
                </a:lnTo>
                <a:lnTo>
                  <a:pt x="60530" y="69548"/>
                </a:lnTo>
                <a:lnTo>
                  <a:pt x="2379" y="48800"/>
                </a:lnTo>
                <a:cubicBezTo>
                  <a:pt x="1900" y="48652"/>
                  <a:pt x="1503" y="48413"/>
                  <a:pt x="1190" y="48081"/>
                </a:cubicBezTo>
                <a:cubicBezTo>
                  <a:pt x="876" y="47749"/>
                  <a:pt x="627" y="47297"/>
                  <a:pt x="443" y="46725"/>
                </a:cubicBezTo>
                <a:cubicBezTo>
                  <a:pt x="258" y="46153"/>
                  <a:pt x="138" y="45425"/>
                  <a:pt x="83" y="44540"/>
                </a:cubicBezTo>
                <a:cubicBezTo>
                  <a:pt x="28" y="43654"/>
                  <a:pt x="0" y="42585"/>
                  <a:pt x="0" y="41331"/>
                </a:cubicBezTo>
                <a:cubicBezTo>
                  <a:pt x="0" y="40076"/>
                  <a:pt x="46" y="39007"/>
                  <a:pt x="138" y="38121"/>
                </a:cubicBezTo>
                <a:cubicBezTo>
                  <a:pt x="231" y="37236"/>
                  <a:pt x="378" y="36508"/>
                  <a:pt x="581" y="35936"/>
                </a:cubicBezTo>
                <a:cubicBezTo>
                  <a:pt x="784" y="35364"/>
                  <a:pt x="1033" y="34912"/>
                  <a:pt x="1328" y="34580"/>
                </a:cubicBezTo>
                <a:cubicBezTo>
                  <a:pt x="1623" y="34248"/>
                  <a:pt x="1973" y="34027"/>
                  <a:pt x="2379" y="33916"/>
                </a:cubicBezTo>
                <a:lnTo>
                  <a:pt x="60530" y="13888"/>
                </a:lnTo>
                <a:lnTo>
                  <a:pt x="60530" y="13777"/>
                </a:lnTo>
                <a:lnTo>
                  <a:pt x="2322" y="13777"/>
                </a:lnTo>
                <a:cubicBezTo>
                  <a:pt x="1953" y="13777"/>
                  <a:pt x="1621" y="13675"/>
                  <a:pt x="1326" y="13473"/>
                </a:cubicBezTo>
                <a:cubicBezTo>
                  <a:pt x="1032" y="13270"/>
                  <a:pt x="793" y="12892"/>
                  <a:pt x="609" y="12338"/>
                </a:cubicBezTo>
                <a:cubicBezTo>
                  <a:pt x="424" y="11785"/>
                  <a:pt x="277" y="11075"/>
                  <a:pt x="166" y="10208"/>
                </a:cubicBezTo>
                <a:cubicBezTo>
                  <a:pt x="55" y="9341"/>
                  <a:pt x="0" y="8226"/>
                  <a:pt x="0" y="6861"/>
                </a:cubicBezTo>
                <a:cubicBezTo>
                  <a:pt x="0" y="5533"/>
                  <a:pt x="55" y="4426"/>
                  <a:pt x="166" y="3541"/>
                </a:cubicBezTo>
                <a:cubicBezTo>
                  <a:pt x="277" y="2656"/>
                  <a:pt x="424" y="1946"/>
                  <a:pt x="609" y="1411"/>
                </a:cubicBezTo>
                <a:cubicBezTo>
                  <a:pt x="793" y="876"/>
                  <a:pt x="1033" y="507"/>
                  <a:pt x="1328" y="304"/>
                </a:cubicBezTo>
                <a:cubicBezTo>
                  <a:pt x="1623" y="101"/>
                  <a:pt x="1955" y="0"/>
                  <a:pt x="2324" y="0"/>
                </a:cubicBezTo>
                <a:lnTo>
                  <a:pt x="66118" y="0"/>
                </a:lnTo>
                <a:cubicBezTo>
                  <a:pt x="67999" y="0"/>
                  <a:pt x="69438" y="498"/>
                  <a:pt x="70433" y="1494"/>
                </a:cubicBezTo>
                <a:cubicBezTo>
                  <a:pt x="71429" y="2490"/>
                  <a:pt x="71927" y="3818"/>
                  <a:pt x="71927" y="5478"/>
                </a:cubicBezTo>
                <a:lnTo>
                  <a:pt x="71927" y="14994"/>
                </a:lnTo>
                <a:cubicBezTo>
                  <a:pt x="71927" y="16691"/>
                  <a:pt x="71789" y="18148"/>
                  <a:pt x="71512" y="19365"/>
                </a:cubicBezTo>
                <a:cubicBezTo>
                  <a:pt x="71236" y="20582"/>
                  <a:pt x="70775" y="21634"/>
                  <a:pt x="70129" y="22519"/>
                </a:cubicBezTo>
                <a:cubicBezTo>
                  <a:pt x="69484" y="23404"/>
                  <a:pt x="68635" y="24142"/>
                  <a:pt x="67584" y="24732"/>
                </a:cubicBezTo>
                <a:cubicBezTo>
                  <a:pt x="66533" y="25322"/>
                  <a:pt x="65233" y="25838"/>
                  <a:pt x="63683" y="26281"/>
                </a:cubicBezTo>
                <a:lnTo>
                  <a:pt x="21025" y="41773"/>
                </a:lnTo>
                <a:lnTo>
                  <a:pt x="21025" y="41994"/>
                </a:lnTo>
                <a:lnTo>
                  <a:pt x="63573" y="58040"/>
                </a:lnTo>
                <a:cubicBezTo>
                  <a:pt x="65122" y="58519"/>
                  <a:pt x="66431" y="59045"/>
                  <a:pt x="67501" y="59617"/>
                </a:cubicBezTo>
                <a:cubicBezTo>
                  <a:pt x="68571" y="60188"/>
                  <a:pt x="69438" y="60852"/>
                  <a:pt x="70101" y="61608"/>
                </a:cubicBezTo>
                <a:cubicBezTo>
                  <a:pt x="70765" y="62365"/>
                  <a:pt x="71236" y="63259"/>
                  <a:pt x="71512" y="64292"/>
                </a:cubicBezTo>
                <a:cubicBezTo>
                  <a:pt x="71789" y="65325"/>
                  <a:pt x="71927" y="66524"/>
                  <a:pt x="71927" y="67888"/>
                </a:cubicBezTo>
                <a:lnTo>
                  <a:pt x="71927" y="77681"/>
                </a:lnTo>
                <a:cubicBezTo>
                  <a:pt x="71927" y="78677"/>
                  <a:pt x="71798" y="79535"/>
                  <a:pt x="71540" y="80254"/>
                </a:cubicBezTo>
                <a:cubicBezTo>
                  <a:pt x="71282" y="80974"/>
                  <a:pt x="70904" y="81564"/>
                  <a:pt x="70406" y="82025"/>
                </a:cubicBezTo>
                <a:cubicBezTo>
                  <a:pt x="69908" y="82486"/>
                  <a:pt x="69299" y="82836"/>
                  <a:pt x="68580" y="83076"/>
                </a:cubicBezTo>
                <a:cubicBezTo>
                  <a:pt x="67861" y="83316"/>
                  <a:pt x="67040" y="83436"/>
                  <a:pt x="66118" y="83436"/>
                </a:cubicBezTo>
                <a:lnTo>
                  <a:pt x="2324" y="834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8" name="Text e">
            <a:extLst xmlns:a="http://schemas.openxmlformats.org/drawingml/2006/main">
              <a:ext uri="{FF2B5EF4-FFF2-40B4-BE49-F238E27FC236}">
                <a16:creationId xmlns:a16="http://schemas.microsoft.com/office/drawing/2014/main" id="{7BA73F54-5713-4BD9-A563-32426394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62" y="4802402"/>
            <a:ext cx="55771" cy="48468"/>
          </a:xfrm>
          <a:custGeom xmlns:a="http://schemas.openxmlformats.org/drawingml/2006/main">
            <a:pathLst>
              <a:path w="55771" h="48468">
                <a:moveTo>
                  <a:pt x="29333" y="48468"/>
                </a:moveTo>
                <a:cubicBezTo>
                  <a:pt x="27633" y="48468"/>
                  <a:pt x="26376" y="48090"/>
                  <a:pt x="25564" y="47334"/>
                </a:cubicBezTo>
                <a:cubicBezTo>
                  <a:pt x="24751" y="46578"/>
                  <a:pt x="24345" y="45536"/>
                  <a:pt x="24345" y="44208"/>
                </a:cubicBezTo>
                <a:lnTo>
                  <a:pt x="24345" y="14164"/>
                </a:lnTo>
                <a:cubicBezTo>
                  <a:pt x="22234" y="14164"/>
                  <a:pt x="20318" y="14413"/>
                  <a:pt x="18596" y="14911"/>
                </a:cubicBezTo>
                <a:cubicBezTo>
                  <a:pt x="16874" y="15409"/>
                  <a:pt x="15410" y="16202"/>
                  <a:pt x="14206" y="17290"/>
                </a:cubicBezTo>
                <a:cubicBezTo>
                  <a:pt x="13002" y="18378"/>
                  <a:pt x="12086" y="19780"/>
                  <a:pt x="11456" y="21495"/>
                </a:cubicBezTo>
                <a:cubicBezTo>
                  <a:pt x="10827" y="23210"/>
                  <a:pt x="10512" y="25267"/>
                  <a:pt x="10512" y="27664"/>
                </a:cubicBezTo>
                <a:cubicBezTo>
                  <a:pt x="10512" y="30099"/>
                  <a:pt x="10691" y="32238"/>
                  <a:pt x="11047" y="34082"/>
                </a:cubicBezTo>
                <a:cubicBezTo>
                  <a:pt x="11403" y="35927"/>
                  <a:pt x="11797" y="37522"/>
                  <a:pt x="12228" y="38868"/>
                </a:cubicBezTo>
                <a:cubicBezTo>
                  <a:pt x="12659" y="40215"/>
                  <a:pt x="13052" y="41331"/>
                  <a:pt x="13409" y="42216"/>
                </a:cubicBezTo>
                <a:cubicBezTo>
                  <a:pt x="13765" y="43101"/>
                  <a:pt x="13943" y="43820"/>
                  <a:pt x="13943" y="44374"/>
                </a:cubicBezTo>
                <a:cubicBezTo>
                  <a:pt x="13943" y="44706"/>
                  <a:pt x="13878" y="44982"/>
                  <a:pt x="13747" y="45204"/>
                </a:cubicBezTo>
                <a:cubicBezTo>
                  <a:pt x="13618" y="45425"/>
                  <a:pt x="13387" y="45609"/>
                  <a:pt x="13052" y="45757"/>
                </a:cubicBezTo>
                <a:cubicBezTo>
                  <a:pt x="12719" y="45904"/>
                  <a:pt x="12247" y="46006"/>
                  <a:pt x="11635" y="46061"/>
                </a:cubicBezTo>
                <a:cubicBezTo>
                  <a:pt x="11023" y="46116"/>
                  <a:pt x="10253" y="46144"/>
                  <a:pt x="9326" y="46144"/>
                </a:cubicBezTo>
                <a:cubicBezTo>
                  <a:pt x="8510" y="46144"/>
                  <a:pt x="7815" y="46126"/>
                  <a:pt x="7239" y="46089"/>
                </a:cubicBezTo>
                <a:cubicBezTo>
                  <a:pt x="6665" y="46052"/>
                  <a:pt x="6174" y="45997"/>
                  <a:pt x="5766" y="45923"/>
                </a:cubicBezTo>
                <a:cubicBezTo>
                  <a:pt x="5358" y="45849"/>
                  <a:pt x="5015" y="45738"/>
                  <a:pt x="4736" y="45591"/>
                </a:cubicBezTo>
                <a:cubicBezTo>
                  <a:pt x="4458" y="45443"/>
                  <a:pt x="4189" y="45250"/>
                  <a:pt x="3930" y="45010"/>
                </a:cubicBezTo>
                <a:cubicBezTo>
                  <a:pt x="3671" y="44770"/>
                  <a:pt x="3320" y="44115"/>
                  <a:pt x="2877" y="43046"/>
                </a:cubicBezTo>
                <a:cubicBezTo>
                  <a:pt x="2434" y="41976"/>
                  <a:pt x="2001" y="40611"/>
                  <a:pt x="1577" y="38951"/>
                </a:cubicBezTo>
                <a:cubicBezTo>
                  <a:pt x="1153" y="37292"/>
                  <a:pt x="784" y="35392"/>
                  <a:pt x="470" y="33253"/>
                </a:cubicBezTo>
                <a:cubicBezTo>
                  <a:pt x="157" y="31113"/>
                  <a:pt x="0" y="28826"/>
                  <a:pt x="0" y="26392"/>
                </a:cubicBezTo>
                <a:cubicBezTo>
                  <a:pt x="0" y="22002"/>
                  <a:pt x="554" y="18157"/>
                  <a:pt x="1663" y="14856"/>
                </a:cubicBezTo>
                <a:cubicBezTo>
                  <a:pt x="2772" y="11554"/>
                  <a:pt x="4454" y="8797"/>
                  <a:pt x="6709" y="6584"/>
                </a:cubicBezTo>
                <a:cubicBezTo>
                  <a:pt x="8963" y="4371"/>
                  <a:pt x="11809" y="2720"/>
                  <a:pt x="15245" y="1632"/>
                </a:cubicBezTo>
                <a:cubicBezTo>
                  <a:pt x="18682" y="544"/>
                  <a:pt x="22711" y="0"/>
                  <a:pt x="27331" y="0"/>
                </a:cubicBezTo>
                <a:cubicBezTo>
                  <a:pt x="31729" y="0"/>
                  <a:pt x="35693" y="572"/>
                  <a:pt x="39223" y="1715"/>
                </a:cubicBezTo>
                <a:cubicBezTo>
                  <a:pt x="42752" y="2859"/>
                  <a:pt x="45746" y="4519"/>
                  <a:pt x="48203" y="6695"/>
                </a:cubicBezTo>
                <a:cubicBezTo>
                  <a:pt x="50662" y="8871"/>
                  <a:pt x="52538" y="11518"/>
                  <a:pt x="53831" y="14634"/>
                </a:cubicBezTo>
                <a:cubicBezTo>
                  <a:pt x="55125" y="17751"/>
                  <a:pt x="55771" y="21265"/>
                  <a:pt x="55771" y="25175"/>
                </a:cubicBezTo>
                <a:cubicBezTo>
                  <a:pt x="55771" y="29306"/>
                  <a:pt x="55162" y="32838"/>
                  <a:pt x="53942" y="35770"/>
                </a:cubicBezTo>
                <a:cubicBezTo>
                  <a:pt x="52722" y="38702"/>
                  <a:pt x="51032" y="41109"/>
                  <a:pt x="48871" y="42990"/>
                </a:cubicBezTo>
                <a:cubicBezTo>
                  <a:pt x="46710" y="44872"/>
                  <a:pt x="44151" y="46255"/>
                  <a:pt x="41194" y="47140"/>
                </a:cubicBezTo>
                <a:cubicBezTo>
                  <a:pt x="38238" y="48025"/>
                  <a:pt x="35024" y="48468"/>
                  <a:pt x="31549" y="48468"/>
                </a:cubicBezTo>
                <a:lnTo>
                  <a:pt x="29333" y="48468"/>
                </a:lnTo>
                <a:moveTo>
                  <a:pt x="33308" y="34968"/>
                </a:moveTo>
                <a:cubicBezTo>
                  <a:pt x="37235" y="35078"/>
                  <a:pt x="40319" y="34295"/>
                  <a:pt x="42560" y="32616"/>
                </a:cubicBezTo>
                <a:cubicBezTo>
                  <a:pt x="44802" y="30938"/>
                  <a:pt x="45923" y="28347"/>
                  <a:pt x="45923" y="24843"/>
                </a:cubicBezTo>
                <a:cubicBezTo>
                  <a:pt x="45923" y="23072"/>
                  <a:pt x="45589" y="21532"/>
                  <a:pt x="44922" y="20223"/>
                </a:cubicBezTo>
                <a:cubicBezTo>
                  <a:pt x="44255" y="18913"/>
                  <a:pt x="43357" y="17825"/>
                  <a:pt x="42226" y="16958"/>
                </a:cubicBezTo>
                <a:cubicBezTo>
                  <a:pt x="41097" y="16091"/>
                  <a:pt x="39763" y="15427"/>
                  <a:pt x="38225" y="14966"/>
                </a:cubicBezTo>
                <a:cubicBezTo>
                  <a:pt x="36689" y="14505"/>
                  <a:pt x="35050" y="14238"/>
                  <a:pt x="33308" y="14164"/>
                </a:cubicBezTo>
                <a:lnTo>
                  <a:pt x="33308" y="34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Text a">
            <a:extLst xmlns:a="http://schemas.openxmlformats.org/drawingml/2006/main">
              <a:ext uri="{FF2B5EF4-FFF2-40B4-BE49-F238E27FC236}">
                <a16:creationId xmlns:a16="http://schemas.microsoft.com/office/drawing/2014/main" id="{3D84677A-1ADE-4459-A31E-714B239E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62" y="4858644"/>
            <a:ext cx="55771" cy="45093"/>
          </a:xfrm>
          <a:custGeom xmlns:a="http://schemas.openxmlformats.org/drawingml/2006/main">
            <a:pathLst>
              <a:path w="55771" h="45093">
                <a:moveTo>
                  <a:pt x="3045" y="45093"/>
                </a:moveTo>
                <a:cubicBezTo>
                  <a:pt x="2528" y="45093"/>
                  <a:pt x="2122" y="44908"/>
                  <a:pt x="1826" y="44540"/>
                </a:cubicBezTo>
                <a:cubicBezTo>
                  <a:pt x="1531" y="44171"/>
                  <a:pt x="1319" y="43590"/>
                  <a:pt x="1190" y="42797"/>
                </a:cubicBezTo>
                <a:cubicBezTo>
                  <a:pt x="1060" y="42004"/>
                  <a:pt x="996" y="40833"/>
                  <a:pt x="996" y="39283"/>
                </a:cubicBezTo>
                <a:cubicBezTo>
                  <a:pt x="996" y="37624"/>
                  <a:pt x="1060" y="36416"/>
                  <a:pt x="1190" y="35659"/>
                </a:cubicBezTo>
                <a:cubicBezTo>
                  <a:pt x="1319" y="34903"/>
                  <a:pt x="1531" y="34368"/>
                  <a:pt x="1826" y="34055"/>
                </a:cubicBezTo>
                <a:cubicBezTo>
                  <a:pt x="2121" y="33741"/>
                  <a:pt x="2527" y="33585"/>
                  <a:pt x="3043" y="33585"/>
                </a:cubicBezTo>
                <a:lnTo>
                  <a:pt x="6971" y="33585"/>
                </a:lnTo>
                <a:cubicBezTo>
                  <a:pt x="4795" y="31556"/>
                  <a:pt x="3089" y="29241"/>
                  <a:pt x="1854" y="26641"/>
                </a:cubicBezTo>
                <a:cubicBezTo>
                  <a:pt x="618" y="24040"/>
                  <a:pt x="0" y="21154"/>
                  <a:pt x="0" y="17982"/>
                </a:cubicBezTo>
                <a:cubicBezTo>
                  <a:pt x="0" y="15363"/>
                  <a:pt x="342" y="12956"/>
                  <a:pt x="1027" y="10761"/>
                </a:cubicBezTo>
                <a:cubicBezTo>
                  <a:pt x="1712" y="8567"/>
                  <a:pt x="2730" y="6667"/>
                  <a:pt x="4080" y="5063"/>
                </a:cubicBezTo>
                <a:cubicBezTo>
                  <a:pt x="5431" y="3458"/>
                  <a:pt x="7106" y="2213"/>
                  <a:pt x="9103" y="1328"/>
                </a:cubicBezTo>
                <a:cubicBezTo>
                  <a:pt x="11102" y="443"/>
                  <a:pt x="13434" y="0"/>
                  <a:pt x="16099" y="0"/>
                </a:cubicBezTo>
                <a:cubicBezTo>
                  <a:pt x="18986" y="0"/>
                  <a:pt x="21494" y="563"/>
                  <a:pt x="23622" y="1688"/>
                </a:cubicBezTo>
                <a:cubicBezTo>
                  <a:pt x="25750" y="2813"/>
                  <a:pt x="27508" y="4491"/>
                  <a:pt x="28895" y="6722"/>
                </a:cubicBezTo>
                <a:cubicBezTo>
                  <a:pt x="30283" y="8954"/>
                  <a:pt x="31310" y="11730"/>
                  <a:pt x="31977" y="15049"/>
                </a:cubicBezTo>
                <a:cubicBezTo>
                  <a:pt x="32643" y="18369"/>
                  <a:pt x="32976" y="22224"/>
                  <a:pt x="32976" y="26613"/>
                </a:cubicBezTo>
                <a:lnTo>
                  <a:pt x="32976" y="31427"/>
                </a:lnTo>
                <a:lnTo>
                  <a:pt x="35950" y="31427"/>
                </a:lnTo>
                <a:cubicBezTo>
                  <a:pt x="37492" y="31427"/>
                  <a:pt x="38841" y="31270"/>
                  <a:pt x="39997" y="30956"/>
                </a:cubicBezTo>
                <a:cubicBezTo>
                  <a:pt x="41155" y="30643"/>
                  <a:pt x="42119" y="30126"/>
                  <a:pt x="42890" y="29407"/>
                </a:cubicBezTo>
                <a:cubicBezTo>
                  <a:pt x="43661" y="28688"/>
                  <a:pt x="44230" y="27729"/>
                  <a:pt x="44597" y="26530"/>
                </a:cubicBezTo>
                <a:cubicBezTo>
                  <a:pt x="44964" y="25331"/>
                  <a:pt x="45148" y="23847"/>
                  <a:pt x="45148" y="22076"/>
                </a:cubicBezTo>
                <a:cubicBezTo>
                  <a:pt x="45148" y="19752"/>
                  <a:pt x="44890" y="17678"/>
                  <a:pt x="44374" y="15852"/>
                </a:cubicBezTo>
                <a:cubicBezTo>
                  <a:pt x="43857" y="14026"/>
                  <a:pt x="43285" y="12412"/>
                  <a:pt x="42658" y="11010"/>
                </a:cubicBezTo>
                <a:cubicBezTo>
                  <a:pt x="42031" y="9609"/>
                  <a:pt x="41460" y="8438"/>
                  <a:pt x="40943" y="7497"/>
                </a:cubicBezTo>
                <a:cubicBezTo>
                  <a:pt x="40427" y="6556"/>
                  <a:pt x="40169" y="5791"/>
                  <a:pt x="40169" y="5201"/>
                </a:cubicBezTo>
                <a:cubicBezTo>
                  <a:pt x="40169" y="4795"/>
                  <a:pt x="40298" y="4436"/>
                  <a:pt x="40558" y="4122"/>
                </a:cubicBezTo>
                <a:cubicBezTo>
                  <a:pt x="40817" y="3808"/>
                  <a:pt x="41188" y="3550"/>
                  <a:pt x="41669" y="3347"/>
                </a:cubicBezTo>
                <a:cubicBezTo>
                  <a:pt x="42151" y="3145"/>
                  <a:pt x="42744" y="2988"/>
                  <a:pt x="43449" y="2877"/>
                </a:cubicBezTo>
                <a:cubicBezTo>
                  <a:pt x="44154" y="2766"/>
                  <a:pt x="44933" y="2711"/>
                  <a:pt x="45784" y="2711"/>
                </a:cubicBezTo>
                <a:cubicBezTo>
                  <a:pt x="46934" y="2711"/>
                  <a:pt x="47842" y="2803"/>
                  <a:pt x="48509" y="2988"/>
                </a:cubicBezTo>
                <a:cubicBezTo>
                  <a:pt x="49177" y="3172"/>
                  <a:pt x="49779" y="3523"/>
                  <a:pt x="50316" y="4039"/>
                </a:cubicBezTo>
                <a:cubicBezTo>
                  <a:pt x="50855" y="4555"/>
                  <a:pt x="51446" y="5459"/>
                  <a:pt x="52092" y="6750"/>
                </a:cubicBezTo>
                <a:cubicBezTo>
                  <a:pt x="52737" y="8041"/>
                  <a:pt x="53337" y="9553"/>
                  <a:pt x="53890" y="11287"/>
                </a:cubicBezTo>
                <a:cubicBezTo>
                  <a:pt x="54443" y="13021"/>
                  <a:pt x="54895" y="14911"/>
                  <a:pt x="55246" y="16958"/>
                </a:cubicBezTo>
                <a:cubicBezTo>
                  <a:pt x="55596" y="19005"/>
                  <a:pt x="55771" y="21117"/>
                  <a:pt x="55771" y="23293"/>
                </a:cubicBezTo>
                <a:cubicBezTo>
                  <a:pt x="55771" y="27166"/>
                  <a:pt x="55393" y="30477"/>
                  <a:pt x="54635" y="33225"/>
                </a:cubicBezTo>
                <a:cubicBezTo>
                  <a:pt x="53879" y="35973"/>
                  <a:pt x="52716" y="38232"/>
                  <a:pt x="51146" y="40003"/>
                </a:cubicBezTo>
                <a:cubicBezTo>
                  <a:pt x="49577" y="41773"/>
                  <a:pt x="47556" y="43064"/>
                  <a:pt x="45083" y="43876"/>
                </a:cubicBezTo>
                <a:cubicBezTo>
                  <a:pt x="42609" y="44687"/>
                  <a:pt x="39674" y="45093"/>
                  <a:pt x="36277" y="45093"/>
                </a:cubicBezTo>
                <a:lnTo>
                  <a:pt x="3045" y="45093"/>
                </a:lnTo>
                <a:moveTo>
                  <a:pt x="24234" y="31427"/>
                </a:moveTo>
                <a:lnTo>
                  <a:pt x="24234" y="26115"/>
                </a:lnTo>
                <a:cubicBezTo>
                  <a:pt x="24234" y="23865"/>
                  <a:pt x="24067" y="21947"/>
                  <a:pt x="23733" y="20361"/>
                </a:cubicBezTo>
                <a:cubicBezTo>
                  <a:pt x="23398" y="18775"/>
                  <a:pt x="22896" y="17484"/>
                  <a:pt x="22227" y="16488"/>
                </a:cubicBezTo>
                <a:cubicBezTo>
                  <a:pt x="21558" y="15492"/>
                  <a:pt x="20749" y="14764"/>
                  <a:pt x="19801" y="14302"/>
                </a:cubicBezTo>
                <a:cubicBezTo>
                  <a:pt x="18853" y="13841"/>
                  <a:pt x="17766" y="13611"/>
                  <a:pt x="16540" y="13611"/>
                </a:cubicBezTo>
                <a:cubicBezTo>
                  <a:pt x="14458" y="13611"/>
                  <a:pt x="12822" y="14266"/>
                  <a:pt x="11633" y="15575"/>
                </a:cubicBezTo>
                <a:cubicBezTo>
                  <a:pt x="10443" y="16884"/>
                  <a:pt x="9849" y="18701"/>
                  <a:pt x="9849" y="21025"/>
                </a:cubicBezTo>
                <a:cubicBezTo>
                  <a:pt x="9849" y="22980"/>
                  <a:pt x="10350" y="24778"/>
                  <a:pt x="11353" y="26419"/>
                </a:cubicBezTo>
                <a:cubicBezTo>
                  <a:pt x="12357" y="28061"/>
                  <a:pt x="13825" y="29730"/>
                  <a:pt x="15758" y="31427"/>
                </a:cubicBezTo>
                <a:lnTo>
                  <a:pt x="24234" y="314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Text n">
            <a:extLst xmlns:a="http://schemas.openxmlformats.org/drawingml/2006/main">
              <a:ext uri="{FF2B5EF4-FFF2-40B4-BE49-F238E27FC236}">
                <a16:creationId xmlns:a16="http://schemas.microsoft.com/office/drawing/2014/main" id="{C43CE9F7-1B48-4AD7-ADAB-2E34F96C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58" y="4918094"/>
            <a:ext cx="54775" cy="47140"/>
          </a:xfrm>
          <a:custGeom xmlns:a="http://schemas.openxmlformats.org/drawingml/2006/main">
            <a:pathLst>
              <a:path w="54775" h="47140">
                <a:moveTo>
                  <a:pt x="2215" y="47140"/>
                </a:moveTo>
                <a:cubicBezTo>
                  <a:pt x="1846" y="47140"/>
                  <a:pt x="1523" y="47029"/>
                  <a:pt x="1245" y="46808"/>
                </a:cubicBezTo>
                <a:cubicBezTo>
                  <a:pt x="968" y="46587"/>
                  <a:pt x="738" y="46218"/>
                  <a:pt x="553" y="45701"/>
                </a:cubicBezTo>
                <a:cubicBezTo>
                  <a:pt x="369" y="45185"/>
                  <a:pt x="231" y="44475"/>
                  <a:pt x="138" y="43571"/>
                </a:cubicBezTo>
                <a:cubicBezTo>
                  <a:pt x="46" y="42668"/>
                  <a:pt x="0" y="41552"/>
                  <a:pt x="0" y="40224"/>
                </a:cubicBezTo>
                <a:cubicBezTo>
                  <a:pt x="0" y="38859"/>
                  <a:pt x="46" y="37725"/>
                  <a:pt x="138" y="36821"/>
                </a:cubicBezTo>
                <a:cubicBezTo>
                  <a:pt x="231" y="35918"/>
                  <a:pt x="369" y="35207"/>
                  <a:pt x="553" y="34691"/>
                </a:cubicBezTo>
                <a:cubicBezTo>
                  <a:pt x="738" y="34175"/>
                  <a:pt x="968" y="33806"/>
                  <a:pt x="1245" y="33585"/>
                </a:cubicBezTo>
                <a:cubicBezTo>
                  <a:pt x="1522" y="33363"/>
                  <a:pt x="1844" y="33253"/>
                  <a:pt x="2213" y="33253"/>
                </a:cubicBezTo>
                <a:lnTo>
                  <a:pt x="30375" y="33253"/>
                </a:lnTo>
                <a:cubicBezTo>
                  <a:pt x="32773" y="33253"/>
                  <a:pt x="34654" y="33077"/>
                  <a:pt x="36019" y="32727"/>
                </a:cubicBezTo>
                <a:cubicBezTo>
                  <a:pt x="37384" y="32377"/>
                  <a:pt x="38555" y="31869"/>
                  <a:pt x="39532" y="31205"/>
                </a:cubicBezTo>
                <a:cubicBezTo>
                  <a:pt x="40510" y="30541"/>
                  <a:pt x="41266" y="29684"/>
                  <a:pt x="41801" y="28633"/>
                </a:cubicBezTo>
                <a:cubicBezTo>
                  <a:pt x="42336" y="27581"/>
                  <a:pt x="42603" y="26355"/>
                  <a:pt x="42603" y="24953"/>
                </a:cubicBezTo>
                <a:cubicBezTo>
                  <a:pt x="42603" y="23183"/>
                  <a:pt x="41958" y="21394"/>
                  <a:pt x="40667" y="19586"/>
                </a:cubicBezTo>
                <a:cubicBezTo>
                  <a:pt x="39376" y="17779"/>
                  <a:pt x="37494" y="15898"/>
                  <a:pt x="35023" y="13943"/>
                </a:cubicBezTo>
                <a:lnTo>
                  <a:pt x="2213" y="13943"/>
                </a:lnTo>
                <a:cubicBezTo>
                  <a:pt x="1844" y="13943"/>
                  <a:pt x="1522" y="13832"/>
                  <a:pt x="1245" y="13611"/>
                </a:cubicBezTo>
                <a:cubicBezTo>
                  <a:pt x="968" y="13390"/>
                  <a:pt x="738" y="13011"/>
                  <a:pt x="553" y="12477"/>
                </a:cubicBezTo>
                <a:cubicBezTo>
                  <a:pt x="369" y="11942"/>
                  <a:pt x="231" y="11232"/>
                  <a:pt x="138" y="10346"/>
                </a:cubicBezTo>
                <a:cubicBezTo>
                  <a:pt x="46" y="9461"/>
                  <a:pt x="0" y="8336"/>
                  <a:pt x="0" y="6971"/>
                </a:cubicBezTo>
                <a:cubicBezTo>
                  <a:pt x="0" y="5607"/>
                  <a:pt x="46" y="4482"/>
                  <a:pt x="138" y="3596"/>
                </a:cubicBezTo>
                <a:cubicBezTo>
                  <a:pt x="231" y="2711"/>
                  <a:pt x="369" y="2001"/>
                  <a:pt x="553" y="1466"/>
                </a:cubicBezTo>
                <a:cubicBezTo>
                  <a:pt x="738" y="931"/>
                  <a:pt x="968" y="553"/>
                  <a:pt x="1245" y="332"/>
                </a:cubicBezTo>
                <a:cubicBezTo>
                  <a:pt x="1522" y="111"/>
                  <a:pt x="1844" y="0"/>
                  <a:pt x="2213" y="0"/>
                </a:cubicBezTo>
                <a:lnTo>
                  <a:pt x="51566" y="0"/>
                </a:lnTo>
                <a:cubicBezTo>
                  <a:pt x="51935" y="0"/>
                  <a:pt x="52258" y="92"/>
                  <a:pt x="52535" y="277"/>
                </a:cubicBezTo>
                <a:cubicBezTo>
                  <a:pt x="52811" y="461"/>
                  <a:pt x="53042" y="793"/>
                  <a:pt x="53226" y="1273"/>
                </a:cubicBezTo>
                <a:cubicBezTo>
                  <a:pt x="53411" y="1752"/>
                  <a:pt x="53549" y="2370"/>
                  <a:pt x="53641" y="3126"/>
                </a:cubicBezTo>
                <a:cubicBezTo>
                  <a:pt x="53733" y="3882"/>
                  <a:pt x="53779" y="4832"/>
                  <a:pt x="53779" y="5975"/>
                </a:cubicBezTo>
                <a:cubicBezTo>
                  <a:pt x="53779" y="7156"/>
                  <a:pt x="53733" y="8133"/>
                  <a:pt x="53641" y="8908"/>
                </a:cubicBezTo>
                <a:cubicBezTo>
                  <a:pt x="53549" y="9683"/>
                  <a:pt x="53411" y="10282"/>
                  <a:pt x="53226" y="10706"/>
                </a:cubicBezTo>
                <a:cubicBezTo>
                  <a:pt x="53042" y="11130"/>
                  <a:pt x="52811" y="11435"/>
                  <a:pt x="52535" y="11619"/>
                </a:cubicBezTo>
                <a:cubicBezTo>
                  <a:pt x="52258" y="11803"/>
                  <a:pt x="51935" y="11896"/>
                  <a:pt x="51566" y="11896"/>
                </a:cubicBezTo>
                <a:lnTo>
                  <a:pt x="45867" y="11896"/>
                </a:lnTo>
                <a:cubicBezTo>
                  <a:pt x="48837" y="14625"/>
                  <a:pt x="51064" y="17401"/>
                  <a:pt x="52548" y="20223"/>
                </a:cubicBezTo>
                <a:cubicBezTo>
                  <a:pt x="54033" y="23044"/>
                  <a:pt x="54775" y="25986"/>
                  <a:pt x="54775" y="29048"/>
                </a:cubicBezTo>
                <a:cubicBezTo>
                  <a:pt x="54775" y="32404"/>
                  <a:pt x="54222" y="35235"/>
                  <a:pt x="53114" y="37541"/>
                </a:cubicBezTo>
                <a:cubicBezTo>
                  <a:pt x="52006" y="39846"/>
                  <a:pt x="50501" y="41709"/>
                  <a:pt x="48599" y="43129"/>
                </a:cubicBezTo>
                <a:cubicBezTo>
                  <a:pt x="46699" y="44549"/>
                  <a:pt x="44474" y="45572"/>
                  <a:pt x="41925" y="46199"/>
                </a:cubicBezTo>
                <a:cubicBezTo>
                  <a:pt x="39378" y="46827"/>
                  <a:pt x="36313" y="47140"/>
                  <a:pt x="32732" y="47140"/>
                </a:cubicBezTo>
                <a:lnTo>
                  <a:pt x="2215" y="471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1" name="Text P">
            <a:extLst xmlns:a="http://schemas.openxmlformats.org/drawingml/2006/main">
              <a:ext uri="{FF2B5EF4-FFF2-40B4-BE49-F238E27FC236}">
                <a16:creationId xmlns:a16="http://schemas.microsoft.com/office/drawing/2014/main" id="{7CABC88F-7A33-4AD9-BEAB-D378E0A5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071" y="4736883"/>
            <a:ext cx="71927" cy="49021"/>
          </a:xfrm>
          <a:custGeom xmlns:a="http://schemas.openxmlformats.org/drawingml/2006/main">
            <a:pathLst>
              <a:path w="71927" h="49021">
                <a:moveTo>
                  <a:pt x="50209" y="49021"/>
                </a:moveTo>
                <a:cubicBezTo>
                  <a:pt x="46193" y="49021"/>
                  <a:pt x="42638" y="48394"/>
                  <a:pt x="39543" y="47140"/>
                </a:cubicBezTo>
                <a:cubicBezTo>
                  <a:pt x="36448" y="45886"/>
                  <a:pt x="33841" y="44060"/>
                  <a:pt x="31722" y="41663"/>
                </a:cubicBezTo>
                <a:cubicBezTo>
                  <a:pt x="29605" y="39265"/>
                  <a:pt x="27993" y="36323"/>
                  <a:pt x="26888" y="32838"/>
                </a:cubicBezTo>
                <a:cubicBezTo>
                  <a:pt x="25783" y="29352"/>
                  <a:pt x="25230" y="25248"/>
                  <a:pt x="25230" y="20527"/>
                </a:cubicBezTo>
                <a:lnTo>
                  <a:pt x="25230" y="14551"/>
                </a:lnTo>
                <a:lnTo>
                  <a:pt x="2329" y="14551"/>
                </a:lnTo>
                <a:cubicBezTo>
                  <a:pt x="1959" y="14551"/>
                  <a:pt x="1626" y="14432"/>
                  <a:pt x="1330" y="14192"/>
                </a:cubicBezTo>
                <a:cubicBezTo>
                  <a:pt x="1035" y="13952"/>
                  <a:pt x="794" y="13556"/>
                  <a:pt x="609" y="13002"/>
                </a:cubicBezTo>
                <a:cubicBezTo>
                  <a:pt x="424" y="12449"/>
                  <a:pt x="277" y="11711"/>
                  <a:pt x="166" y="10789"/>
                </a:cubicBezTo>
                <a:cubicBezTo>
                  <a:pt x="55" y="9867"/>
                  <a:pt x="0" y="8687"/>
                  <a:pt x="0" y="7248"/>
                </a:cubicBezTo>
                <a:cubicBezTo>
                  <a:pt x="0" y="5846"/>
                  <a:pt x="55" y="4675"/>
                  <a:pt x="166" y="3735"/>
                </a:cubicBezTo>
                <a:cubicBezTo>
                  <a:pt x="277" y="2794"/>
                  <a:pt x="424" y="2047"/>
                  <a:pt x="609" y="1494"/>
                </a:cubicBezTo>
                <a:cubicBezTo>
                  <a:pt x="793" y="941"/>
                  <a:pt x="1033" y="553"/>
                  <a:pt x="1328" y="332"/>
                </a:cubicBezTo>
                <a:cubicBezTo>
                  <a:pt x="1623" y="111"/>
                  <a:pt x="1955" y="0"/>
                  <a:pt x="2324" y="0"/>
                </a:cubicBezTo>
                <a:lnTo>
                  <a:pt x="66726" y="0"/>
                </a:lnTo>
                <a:cubicBezTo>
                  <a:pt x="68460" y="0"/>
                  <a:pt x="69760" y="452"/>
                  <a:pt x="70627" y="1356"/>
                </a:cubicBezTo>
                <a:cubicBezTo>
                  <a:pt x="71494" y="2259"/>
                  <a:pt x="71927" y="3449"/>
                  <a:pt x="71927" y="4924"/>
                </a:cubicBezTo>
                <a:lnTo>
                  <a:pt x="71927" y="21800"/>
                </a:lnTo>
                <a:cubicBezTo>
                  <a:pt x="71927" y="23496"/>
                  <a:pt x="71863" y="25110"/>
                  <a:pt x="71734" y="26641"/>
                </a:cubicBezTo>
                <a:cubicBezTo>
                  <a:pt x="71605" y="28172"/>
                  <a:pt x="71328" y="30007"/>
                  <a:pt x="70904" y="32146"/>
                </a:cubicBezTo>
                <a:cubicBezTo>
                  <a:pt x="70481" y="34285"/>
                  <a:pt x="69698" y="36452"/>
                  <a:pt x="68556" y="38647"/>
                </a:cubicBezTo>
                <a:cubicBezTo>
                  <a:pt x="67413" y="40842"/>
                  <a:pt x="65967" y="42714"/>
                  <a:pt x="64218" y="44263"/>
                </a:cubicBezTo>
                <a:cubicBezTo>
                  <a:pt x="62468" y="45812"/>
                  <a:pt x="60423" y="46993"/>
                  <a:pt x="58083" y="47804"/>
                </a:cubicBezTo>
                <a:cubicBezTo>
                  <a:pt x="55744" y="48615"/>
                  <a:pt x="53120" y="49021"/>
                  <a:pt x="50209" y="49021"/>
                </a:cubicBezTo>
                <a:moveTo>
                  <a:pt x="49156" y="33806"/>
                </a:moveTo>
                <a:cubicBezTo>
                  <a:pt x="51647" y="33806"/>
                  <a:pt x="53698" y="33363"/>
                  <a:pt x="55310" y="32478"/>
                </a:cubicBezTo>
                <a:cubicBezTo>
                  <a:pt x="56922" y="31593"/>
                  <a:pt x="58113" y="30505"/>
                  <a:pt x="58882" y="29214"/>
                </a:cubicBezTo>
                <a:cubicBezTo>
                  <a:pt x="59651" y="27923"/>
                  <a:pt x="60136" y="26567"/>
                  <a:pt x="60338" y="25147"/>
                </a:cubicBezTo>
                <a:cubicBezTo>
                  <a:pt x="60539" y="23727"/>
                  <a:pt x="60640" y="22261"/>
                  <a:pt x="60640" y="20748"/>
                </a:cubicBezTo>
                <a:lnTo>
                  <a:pt x="60640" y="14551"/>
                </a:lnTo>
                <a:lnTo>
                  <a:pt x="36517" y="14551"/>
                </a:lnTo>
                <a:lnTo>
                  <a:pt x="36517" y="21080"/>
                </a:lnTo>
                <a:cubicBezTo>
                  <a:pt x="36517" y="23404"/>
                  <a:pt x="36828" y="25350"/>
                  <a:pt x="37451" y="26917"/>
                </a:cubicBezTo>
                <a:cubicBezTo>
                  <a:pt x="38074" y="28485"/>
                  <a:pt x="38944" y="29767"/>
                  <a:pt x="40061" y="30763"/>
                </a:cubicBezTo>
                <a:cubicBezTo>
                  <a:pt x="41178" y="31759"/>
                  <a:pt x="42515" y="32515"/>
                  <a:pt x="44073" y="33031"/>
                </a:cubicBezTo>
                <a:cubicBezTo>
                  <a:pt x="45630" y="33548"/>
                  <a:pt x="47324" y="33806"/>
                  <a:pt x="49156" y="338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2" name="Text o">
            <a:extLst xmlns:a="http://schemas.openxmlformats.org/drawingml/2006/main">
              <a:ext uri="{FF2B5EF4-FFF2-40B4-BE49-F238E27FC236}">
                <a16:creationId xmlns:a16="http://schemas.microsoft.com/office/drawing/2014/main" id="{7686F1B2-BD83-4E7F-82A9-3E649ADC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75" y="4792339"/>
            <a:ext cx="55771" cy="52894"/>
          </a:xfrm>
          <a:custGeom xmlns:a="http://schemas.openxmlformats.org/drawingml/2006/main">
            <a:pathLst>
              <a:path w="55771" h="52894">
                <a:moveTo>
                  <a:pt x="28385" y="52894"/>
                </a:moveTo>
                <a:cubicBezTo>
                  <a:pt x="24171" y="52894"/>
                  <a:pt x="20327" y="52341"/>
                  <a:pt x="16853" y="51234"/>
                </a:cubicBezTo>
                <a:cubicBezTo>
                  <a:pt x="13379" y="50128"/>
                  <a:pt x="10385" y="48449"/>
                  <a:pt x="7872" y="46199"/>
                </a:cubicBezTo>
                <a:cubicBezTo>
                  <a:pt x="5359" y="43949"/>
                  <a:pt x="3419" y="41128"/>
                  <a:pt x="2051" y="37734"/>
                </a:cubicBezTo>
                <a:cubicBezTo>
                  <a:pt x="684" y="34341"/>
                  <a:pt x="0" y="30375"/>
                  <a:pt x="0" y="25838"/>
                </a:cubicBezTo>
                <a:cubicBezTo>
                  <a:pt x="0" y="21449"/>
                  <a:pt x="610" y="17631"/>
                  <a:pt x="1829" y="14385"/>
                </a:cubicBezTo>
                <a:cubicBezTo>
                  <a:pt x="3049" y="11140"/>
                  <a:pt x="4823" y="8447"/>
                  <a:pt x="7151" y="6307"/>
                </a:cubicBezTo>
                <a:cubicBezTo>
                  <a:pt x="9480" y="4168"/>
                  <a:pt x="12344" y="2582"/>
                  <a:pt x="15744" y="1549"/>
                </a:cubicBezTo>
                <a:cubicBezTo>
                  <a:pt x="19145" y="516"/>
                  <a:pt x="23025" y="0"/>
                  <a:pt x="27386" y="0"/>
                </a:cubicBezTo>
                <a:cubicBezTo>
                  <a:pt x="31600" y="0"/>
                  <a:pt x="35454" y="563"/>
                  <a:pt x="38946" y="1688"/>
                </a:cubicBezTo>
                <a:cubicBezTo>
                  <a:pt x="42439" y="2813"/>
                  <a:pt x="45432" y="4500"/>
                  <a:pt x="47927" y="6750"/>
                </a:cubicBezTo>
                <a:cubicBezTo>
                  <a:pt x="50421" y="9000"/>
                  <a:pt x="52352" y="11813"/>
                  <a:pt x="53719" y="15188"/>
                </a:cubicBezTo>
                <a:cubicBezTo>
                  <a:pt x="55087" y="18563"/>
                  <a:pt x="55771" y="22519"/>
                  <a:pt x="55771" y="27056"/>
                </a:cubicBezTo>
                <a:cubicBezTo>
                  <a:pt x="55771" y="31482"/>
                  <a:pt x="55171" y="35318"/>
                  <a:pt x="53970" y="38564"/>
                </a:cubicBezTo>
                <a:cubicBezTo>
                  <a:pt x="52769" y="41810"/>
                  <a:pt x="51004" y="44493"/>
                  <a:pt x="48675" y="46614"/>
                </a:cubicBezTo>
                <a:cubicBezTo>
                  <a:pt x="46347" y="48735"/>
                  <a:pt x="43483" y="50312"/>
                  <a:pt x="40082" y="51345"/>
                </a:cubicBezTo>
                <a:cubicBezTo>
                  <a:pt x="36682" y="52378"/>
                  <a:pt x="32783" y="52894"/>
                  <a:pt x="28385" y="52894"/>
                </a:cubicBezTo>
                <a:moveTo>
                  <a:pt x="27830" y="38564"/>
                </a:moveTo>
                <a:cubicBezTo>
                  <a:pt x="30265" y="38564"/>
                  <a:pt x="32506" y="38370"/>
                  <a:pt x="34553" y="37983"/>
                </a:cubicBezTo>
                <a:cubicBezTo>
                  <a:pt x="36600" y="37596"/>
                  <a:pt x="38380" y="36941"/>
                  <a:pt x="39892" y="36019"/>
                </a:cubicBezTo>
                <a:cubicBezTo>
                  <a:pt x="41404" y="35097"/>
                  <a:pt x="42585" y="33870"/>
                  <a:pt x="43433" y="32340"/>
                </a:cubicBezTo>
                <a:cubicBezTo>
                  <a:pt x="44281" y="30809"/>
                  <a:pt x="44706" y="28882"/>
                  <a:pt x="44706" y="26558"/>
                </a:cubicBezTo>
                <a:cubicBezTo>
                  <a:pt x="44706" y="24492"/>
                  <a:pt x="44328" y="22685"/>
                  <a:pt x="43571" y="21136"/>
                </a:cubicBezTo>
                <a:cubicBezTo>
                  <a:pt x="42815" y="19586"/>
                  <a:pt x="41709" y="18314"/>
                  <a:pt x="40252" y="17318"/>
                </a:cubicBezTo>
                <a:cubicBezTo>
                  <a:pt x="38795" y="16322"/>
                  <a:pt x="37043" y="15575"/>
                  <a:pt x="34995" y="15077"/>
                </a:cubicBezTo>
                <a:cubicBezTo>
                  <a:pt x="32948" y="14579"/>
                  <a:pt x="30615" y="14330"/>
                  <a:pt x="27996" y="14330"/>
                </a:cubicBezTo>
                <a:cubicBezTo>
                  <a:pt x="25562" y="14330"/>
                  <a:pt x="23321" y="14533"/>
                  <a:pt x="21274" y="14939"/>
                </a:cubicBezTo>
                <a:cubicBezTo>
                  <a:pt x="19227" y="15344"/>
                  <a:pt x="17447" y="15999"/>
                  <a:pt x="15935" y="16903"/>
                </a:cubicBezTo>
                <a:cubicBezTo>
                  <a:pt x="14422" y="17807"/>
                  <a:pt x="13251" y="19033"/>
                  <a:pt x="12421" y="20582"/>
                </a:cubicBezTo>
                <a:cubicBezTo>
                  <a:pt x="11591" y="22131"/>
                  <a:pt x="11176" y="24050"/>
                  <a:pt x="11176" y="26336"/>
                </a:cubicBezTo>
                <a:cubicBezTo>
                  <a:pt x="11176" y="28439"/>
                  <a:pt x="11554" y="30265"/>
                  <a:pt x="12311" y="31814"/>
                </a:cubicBezTo>
                <a:cubicBezTo>
                  <a:pt x="13067" y="33363"/>
                  <a:pt x="14164" y="34636"/>
                  <a:pt x="15603" y="35632"/>
                </a:cubicBezTo>
                <a:cubicBezTo>
                  <a:pt x="17041" y="36628"/>
                  <a:pt x="18784" y="37365"/>
                  <a:pt x="20831" y="37845"/>
                </a:cubicBezTo>
                <a:cubicBezTo>
                  <a:pt x="22878" y="38324"/>
                  <a:pt x="25211" y="38564"/>
                  <a:pt x="27830" y="38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Text o">
            <a:extLst xmlns:a="http://schemas.openxmlformats.org/drawingml/2006/main">
              <a:ext uri="{FF2B5EF4-FFF2-40B4-BE49-F238E27FC236}">
                <a16:creationId xmlns:a16="http://schemas.microsoft.com/office/drawing/2014/main" id="{23FA6EBA-0A5A-44C3-945C-BDCF48FC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075" y="4854446"/>
            <a:ext cx="55771" cy="52894"/>
          </a:xfrm>
          <a:custGeom xmlns:a="http://schemas.openxmlformats.org/drawingml/2006/main">
            <a:pathLst>
              <a:path w="55771" h="52894">
                <a:moveTo>
                  <a:pt x="28385" y="52894"/>
                </a:moveTo>
                <a:cubicBezTo>
                  <a:pt x="24171" y="52894"/>
                  <a:pt x="20327" y="52341"/>
                  <a:pt x="16853" y="51234"/>
                </a:cubicBezTo>
                <a:cubicBezTo>
                  <a:pt x="13379" y="50128"/>
                  <a:pt x="10385" y="48449"/>
                  <a:pt x="7872" y="46199"/>
                </a:cubicBezTo>
                <a:cubicBezTo>
                  <a:pt x="5359" y="43949"/>
                  <a:pt x="3419" y="41128"/>
                  <a:pt x="2051" y="37734"/>
                </a:cubicBezTo>
                <a:cubicBezTo>
                  <a:pt x="684" y="34341"/>
                  <a:pt x="0" y="30375"/>
                  <a:pt x="0" y="25838"/>
                </a:cubicBezTo>
                <a:cubicBezTo>
                  <a:pt x="0" y="21449"/>
                  <a:pt x="610" y="17631"/>
                  <a:pt x="1829" y="14385"/>
                </a:cubicBezTo>
                <a:cubicBezTo>
                  <a:pt x="3049" y="11140"/>
                  <a:pt x="4823" y="8447"/>
                  <a:pt x="7151" y="6307"/>
                </a:cubicBezTo>
                <a:cubicBezTo>
                  <a:pt x="9480" y="4168"/>
                  <a:pt x="12344" y="2582"/>
                  <a:pt x="15744" y="1549"/>
                </a:cubicBezTo>
                <a:cubicBezTo>
                  <a:pt x="19145" y="516"/>
                  <a:pt x="23025" y="0"/>
                  <a:pt x="27386" y="0"/>
                </a:cubicBezTo>
                <a:cubicBezTo>
                  <a:pt x="31600" y="0"/>
                  <a:pt x="35454" y="563"/>
                  <a:pt x="38946" y="1688"/>
                </a:cubicBezTo>
                <a:cubicBezTo>
                  <a:pt x="42439" y="2813"/>
                  <a:pt x="45432" y="4500"/>
                  <a:pt x="47927" y="6750"/>
                </a:cubicBezTo>
                <a:cubicBezTo>
                  <a:pt x="50421" y="9000"/>
                  <a:pt x="52352" y="11813"/>
                  <a:pt x="53719" y="15188"/>
                </a:cubicBezTo>
                <a:cubicBezTo>
                  <a:pt x="55087" y="18563"/>
                  <a:pt x="55771" y="22519"/>
                  <a:pt x="55771" y="27056"/>
                </a:cubicBezTo>
                <a:cubicBezTo>
                  <a:pt x="55771" y="31482"/>
                  <a:pt x="55171" y="35318"/>
                  <a:pt x="53970" y="38564"/>
                </a:cubicBezTo>
                <a:cubicBezTo>
                  <a:pt x="52769" y="41810"/>
                  <a:pt x="51004" y="44493"/>
                  <a:pt x="48675" y="46614"/>
                </a:cubicBezTo>
                <a:cubicBezTo>
                  <a:pt x="46347" y="48735"/>
                  <a:pt x="43483" y="50312"/>
                  <a:pt x="40082" y="51345"/>
                </a:cubicBezTo>
                <a:cubicBezTo>
                  <a:pt x="36682" y="52378"/>
                  <a:pt x="32783" y="52894"/>
                  <a:pt x="28385" y="52894"/>
                </a:cubicBezTo>
                <a:moveTo>
                  <a:pt x="27830" y="38564"/>
                </a:moveTo>
                <a:cubicBezTo>
                  <a:pt x="30265" y="38564"/>
                  <a:pt x="32506" y="38370"/>
                  <a:pt x="34553" y="37983"/>
                </a:cubicBezTo>
                <a:cubicBezTo>
                  <a:pt x="36600" y="37596"/>
                  <a:pt x="38380" y="36941"/>
                  <a:pt x="39892" y="36019"/>
                </a:cubicBezTo>
                <a:cubicBezTo>
                  <a:pt x="41404" y="35097"/>
                  <a:pt x="42585" y="33870"/>
                  <a:pt x="43433" y="32340"/>
                </a:cubicBezTo>
                <a:cubicBezTo>
                  <a:pt x="44281" y="30809"/>
                  <a:pt x="44706" y="28882"/>
                  <a:pt x="44706" y="26558"/>
                </a:cubicBezTo>
                <a:cubicBezTo>
                  <a:pt x="44706" y="24492"/>
                  <a:pt x="44328" y="22685"/>
                  <a:pt x="43571" y="21136"/>
                </a:cubicBezTo>
                <a:cubicBezTo>
                  <a:pt x="42815" y="19586"/>
                  <a:pt x="41709" y="18314"/>
                  <a:pt x="40252" y="17318"/>
                </a:cubicBezTo>
                <a:cubicBezTo>
                  <a:pt x="38795" y="16322"/>
                  <a:pt x="37043" y="15575"/>
                  <a:pt x="34995" y="15077"/>
                </a:cubicBezTo>
                <a:cubicBezTo>
                  <a:pt x="32948" y="14579"/>
                  <a:pt x="30615" y="14330"/>
                  <a:pt x="27996" y="14330"/>
                </a:cubicBezTo>
                <a:cubicBezTo>
                  <a:pt x="25562" y="14330"/>
                  <a:pt x="23321" y="14533"/>
                  <a:pt x="21274" y="14939"/>
                </a:cubicBezTo>
                <a:cubicBezTo>
                  <a:pt x="19227" y="15344"/>
                  <a:pt x="17447" y="15999"/>
                  <a:pt x="15935" y="16903"/>
                </a:cubicBezTo>
                <a:cubicBezTo>
                  <a:pt x="14422" y="17807"/>
                  <a:pt x="13251" y="19033"/>
                  <a:pt x="12421" y="20582"/>
                </a:cubicBezTo>
                <a:cubicBezTo>
                  <a:pt x="11591" y="22131"/>
                  <a:pt x="11176" y="24050"/>
                  <a:pt x="11176" y="26336"/>
                </a:cubicBezTo>
                <a:cubicBezTo>
                  <a:pt x="11176" y="28439"/>
                  <a:pt x="11554" y="30265"/>
                  <a:pt x="12311" y="31814"/>
                </a:cubicBezTo>
                <a:cubicBezTo>
                  <a:pt x="13067" y="33363"/>
                  <a:pt x="14164" y="34636"/>
                  <a:pt x="15603" y="35632"/>
                </a:cubicBezTo>
                <a:cubicBezTo>
                  <a:pt x="17041" y="36628"/>
                  <a:pt x="18784" y="37365"/>
                  <a:pt x="20831" y="37845"/>
                </a:cubicBezTo>
                <a:cubicBezTo>
                  <a:pt x="22878" y="38324"/>
                  <a:pt x="25211" y="38564"/>
                  <a:pt x="27830" y="38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4" name="Text l">
            <a:extLst xmlns:a="http://schemas.openxmlformats.org/drawingml/2006/main">
              <a:ext uri="{FF2B5EF4-FFF2-40B4-BE49-F238E27FC236}">
                <a16:creationId xmlns:a16="http://schemas.microsoft.com/office/drawing/2014/main" id="{2C1B8702-8B6D-48F6-8801-12D4F922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071" y="4919541"/>
            <a:ext cx="77350" cy="13943"/>
          </a:xfrm>
          <a:custGeom xmlns:a="http://schemas.openxmlformats.org/drawingml/2006/main">
            <a:pathLst>
              <a:path w="77350" h="13943">
                <a:moveTo>
                  <a:pt x="2213" y="13943"/>
                </a:moveTo>
                <a:cubicBezTo>
                  <a:pt x="1844" y="13943"/>
                  <a:pt x="1522" y="13832"/>
                  <a:pt x="1245" y="13611"/>
                </a:cubicBezTo>
                <a:cubicBezTo>
                  <a:pt x="968" y="13390"/>
                  <a:pt x="738" y="13011"/>
                  <a:pt x="553" y="12477"/>
                </a:cubicBezTo>
                <a:cubicBezTo>
                  <a:pt x="369" y="11942"/>
                  <a:pt x="231" y="11232"/>
                  <a:pt x="138" y="10346"/>
                </a:cubicBezTo>
                <a:cubicBezTo>
                  <a:pt x="46" y="9461"/>
                  <a:pt x="0" y="8336"/>
                  <a:pt x="0" y="6971"/>
                </a:cubicBezTo>
                <a:cubicBezTo>
                  <a:pt x="0" y="5607"/>
                  <a:pt x="46" y="4482"/>
                  <a:pt x="138" y="3596"/>
                </a:cubicBezTo>
                <a:cubicBezTo>
                  <a:pt x="231" y="2711"/>
                  <a:pt x="369" y="2001"/>
                  <a:pt x="553" y="1466"/>
                </a:cubicBezTo>
                <a:cubicBezTo>
                  <a:pt x="738" y="931"/>
                  <a:pt x="968" y="553"/>
                  <a:pt x="1245" y="332"/>
                </a:cubicBezTo>
                <a:cubicBezTo>
                  <a:pt x="1522" y="111"/>
                  <a:pt x="1844" y="0"/>
                  <a:pt x="2213" y="0"/>
                </a:cubicBezTo>
                <a:lnTo>
                  <a:pt x="74970" y="0"/>
                </a:lnTo>
                <a:cubicBezTo>
                  <a:pt x="75339" y="0"/>
                  <a:pt x="75671" y="111"/>
                  <a:pt x="75966" y="332"/>
                </a:cubicBezTo>
                <a:cubicBezTo>
                  <a:pt x="76261" y="553"/>
                  <a:pt x="76510" y="931"/>
                  <a:pt x="76713" y="1466"/>
                </a:cubicBezTo>
                <a:cubicBezTo>
                  <a:pt x="76916" y="2001"/>
                  <a:pt x="77073" y="2711"/>
                  <a:pt x="77184" y="3596"/>
                </a:cubicBezTo>
                <a:cubicBezTo>
                  <a:pt x="77294" y="4482"/>
                  <a:pt x="77350" y="5607"/>
                  <a:pt x="77350" y="6971"/>
                </a:cubicBezTo>
                <a:cubicBezTo>
                  <a:pt x="77350" y="8336"/>
                  <a:pt x="77294" y="9461"/>
                  <a:pt x="77184" y="10346"/>
                </a:cubicBezTo>
                <a:cubicBezTo>
                  <a:pt x="77073" y="11232"/>
                  <a:pt x="76916" y="11942"/>
                  <a:pt x="76713" y="12477"/>
                </a:cubicBezTo>
                <a:cubicBezTo>
                  <a:pt x="76510" y="13011"/>
                  <a:pt x="76261" y="13390"/>
                  <a:pt x="75966" y="13611"/>
                </a:cubicBezTo>
                <a:cubicBezTo>
                  <a:pt x="75671" y="13832"/>
                  <a:pt x="75339" y="13943"/>
                  <a:pt x="74970" y="13943"/>
                </a:cubicBezTo>
                <a:lnTo>
                  <a:pt x="2213" y="139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515472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2026-09-08T02:48:31.7800000Z</dcterms:created>
  <dcterms:modified xsi:type="dcterms:W3CDTF">2026-09-08T02:48:31.7800000Z</dcterms:modified>
</coreProperties>
</file>